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notesSlides/notesSlide1.xml" ContentType="application/vnd.openxmlformats-officedocument.presentationml.notesSlide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notesSlides/notesSlide2.xml" ContentType="application/vnd.openxmlformats-officedocument.presentationml.notesSlide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notesSlides/notesSlide3.xml" ContentType="application/vnd.openxmlformats-officedocument.presentationml.notesSlide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58" r:id="rId3"/>
    <p:sldId id="259" r:id="rId4"/>
    <p:sldId id="260" r:id="rId5"/>
    <p:sldId id="261" r:id="rId6"/>
    <p:sldId id="274" r:id="rId7"/>
    <p:sldId id="277" r:id="rId8"/>
    <p:sldId id="278" r:id="rId9"/>
    <p:sldId id="264" r:id="rId10"/>
    <p:sldId id="275" r:id="rId11"/>
    <p:sldId id="279" r:id="rId12"/>
    <p:sldId id="267" r:id="rId13"/>
    <p:sldId id="276" r:id="rId14"/>
    <p:sldId id="280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4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1400 414 340 0 0,'0'0'1409'0'0,"-12"5"2771"0"0,7-2-3962 0 0,1 0 1 0 0,0 0 0 0 0,0 1 0 0 0,0-1 0 0 0,0 1 0 0 0,0 0 0 0 0,1 0 0 0 0,0 0-1 0 0,-1 0 1 0 0,2 0 0 0 0,-1 1 0 0 0,0 0 0 0 0,1-1 0 0 0,0 1 0 0 0,0 0 0 0 0,0 0-1 0 0,1 0 1 0 0,-1 6 0 0 0,-1 0-69 0 0,1 0-1 0 0,0 1 1 0 0,1-1 0 0 0,0 1-1 0 0,1-1 1 0 0,0 1 0 0 0,3 20-1 0 0,-2-27-84 0 0,0-1 0 0 0,0 0 0 0 0,0 0 0 0 0,1 0-1 0 0,-1 0 1 0 0,1 0 0 0 0,0 0 0 0 0,0 0 0 0 0,0-1-1 0 0,1 1 1 0 0,-1-1 0 0 0,1 0 0 0 0,0 1 0 0 0,0-1-1 0 0,0 0 1 0 0,0-1 0 0 0,1 1 0 0 0,-1 0 0 0 0,1-1-1 0 0,0 0 1 0 0,-1 0 0 0 0,1 0 0 0 0,0 0 0 0 0,8 2 0 0 0,-2-3 17 0 0,0 1 0 0 0,1-1 1 0 0,-1-1-1 0 0,0 0 1 0 0,1 0-1 0 0,-1-1 0 0 0,0 0 1 0 0,14-4-1 0 0,9-3 97 0 0,35-15 0 0 0,-36 11-85 0 0,-1-1 1 0 0,0-2 0 0 0,-1-1-1 0 0,0-1 1 0 0,-2-1-1 0 0,37-32 1 0 0,-44 32 47 0 0,-2-1 1 0 0,0-1-1 0 0,-1 0 1 0 0,-1-2-1 0 0,-1 0 1 0 0,-1-1-1 0 0,-1 0 1 0 0,17-38-1 0 0,-25 47-78 0 0,-1 0-1 0 0,-1-1 1 0 0,0 1-1 0 0,0-1 1 0 0,-1 1-1 0 0,-1-1 1 0 0,-1 0-1 0 0,0 0 1 0 0,-2-21-1 0 0,1 30-53 0 0,-1 1-1 0 0,0-1 1 0 0,0 0-1 0 0,-1 1 1 0 0,0-1 0 0 0,1 1-1 0 0,-2-1 1 0 0,1 1-1 0 0,-1 0 1 0 0,1 0 0 0 0,-2 0-1 0 0,1 0 1 0 0,0 1-1 0 0,-1-1 1 0 0,0 1-1 0 0,0 0 1 0 0,0 0 0 0 0,0 0-1 0 0,-1 1 1 0 0,0 0-1 0 0,1-1 1 0 0,-1 1 0 0 0,0 1-1 0 0,-1-1 1 0 0,1 1-1 0 0,0 0 1 0 0,-10-2 0 0 0,2 1-12 0 0,0 2 1 0 0,0-1-1 0 0,0 1 1 0 0,0 1-1 0 0,0 1 1 0 0,-1 0-1 0 0,1 0 1 0 0,-13 4-1 0 0,-13 4 25 0 0,-50 18 0 0 0,48-12 8 0 0,0 2 0 0 0,1 2 0 0 0,1 1 0 0 0,-72 50 0 0 0,85-50-26 0 0,1 1 1 0 0,1 2 0 0 0,1 0-1 0 0,0 1 1 0 0,2 1 0 0 0,1 1 0 0 0,-22 39-1 0 0,16-20 2 0 0,3 0 0 0 0,-26 69-1 0 0,42-95 5 0 0,1 0 1 0 0,1 0-1 0 0,1 1 0 0 0,1-1 0 0 0,1 1 0 0 0,0 0 0 0 0,1-1 0 0 0,1 1 0 0 0,4 27 1 0 0,-2-38-6 0 0,0 0 0 0 0,1-1 0 0 0,0 1 0 0 0,0-1 0 0 0,1 0 1 0 0,0 0-1 0 0,0 0 0 0 0,1 0 0 0 0,0-1 0 0 0,0 0 1 0 0,1 0-1 0 0,-1 0 0 0 0,2-1 0 0 0,-1 0 0 0 0,11 8 0 0 0,10 5 12 0 0,0-2-1 0 0,1-1 1 0 0,31 13-1 0 0,43 25 43 0 0,-82-41-43 0 0,-1 1 0 0 0,-1 0-1 0 0,0 2 1 0 0,-1 0 0 0 0,-1 0-1 0 0,23 32 1 0 0,-29-34-12 0 0,0 2-1 0 0,-2-1 1 0 0,0 1 0 0 0,-1 0-1 0 0,0 1 1 0 0,-1-1 0 0 0,-1 1-1 0 0,-1 1 1 0 0,4 23 0 0 0,-5-9 114 0 0,-2 0 0 0 0,-1 0 0 0 0,-1 1 0 0 0,-2-2 0 0 0,-1 1 0 0 0,-2 0 0 0 0,-15 49 0 0 0,8-39 131 0 0,-3-1 0 0 0,-1 0 0 0 0,-3-2 0 0 0,-1 0 0 0 0,-26 36 0 0 0,29-49-83 0 0,-1-1 1 0 0,-1-1-1 0 0,-1-1 1 0 0,-1-1-1 0 0,-37 29 1 0 0,44-40-134 0 0,-1 0 0 0 0,0-2 0 0 0,-1 0 1 0 0,1 0-1 0 0,-2-2 0 0 0,1 0 0 0 0,-1-1 1 0 0,0-1-1 0 0,-1 0 0 0 0,-26 2 0 0 0,6-4-32 0 0,1-3-1 0 0,-1 0 0 0 0,1-3 1 0 0,-53-10-1 0 0,-147-48-42 0 0,201 49 33 0 0,0-2 1 0 0,0-2 0 0 0,2-1 0 0 0,0-1 0 0 0,-45-33-1 0 0,58 34 4 0 0,0-1 0 0 0,1-1 0 0 0,1 0 0 0 0,1-2 0 0 0,0 0-1 0 0,2-2 1 0 0,0 0 0 0 0,-17-33 0 0 0,19 26-6 0 0,1-1 1 0 0,1 0-1 0 0,2-1 0 0 0,1 0 0 0 0,2-1 1 0 0,1 0-1 0 0,1-1 0 0 0,2 1 1 0 0,2-1-1 0 0,2-45 0 0 0,1 55 3 0 0,2 0-1 0 0,1 0 1 0 0,1 0 0 0 0,1 0-1 0 0,1 1 1 0 0,14-34 0 0 0,-13 40 7 0 0,1 0 0 0 0,1 1 0 0 0,0 0 0 0 0,2 0 0 0 0,-1 1 0 0 0,2 1 0 0 0,0 0 1 0 0,28-24-1 0 0,-33 33-1 0 0,-1 0 0 0 0,0 1 0 0 0,1-1 0 0 0,0 2 0 0 0,0-1 0 0 0,0 1 0 0 0,14-3 0 0 0,-19 5 0 0 0,0 1-1 0 0,0 0 0 0 0,0 0 1 0 0,0 0-1 0 0,0 0 0 0 0,0 0 1 0 0,0 0-1 0 0,0 1 1 0 0,0 0-1 0 0,0-1 0 0 0,0 1 1 0 0,0 0-1 0 0,0 1 0 0 0,-1-1 1 0 0,1 0-1 0 0,0 1 0 0 0,-1 0 1 0 0,1-1-1 0 0,-1 1 0 0 0,1 0 1 0 0,-1 0-1 0 0,0 1 1 0 0,0-1-1 0 0,3 5 0 0 0,0-1-2 0 0,0 1 0 0 0,-1 0 0 0 0,0 1 0 0 0,0-1 0 0 0,-1 1 1 0 0,0 0-1 0 0,3 12 0 0 0,-2 1 11 0 0,-1 0 0 0 0,-1 0 0 0 0,-1 0 0 0 0,0 0 0 0 0,-2 0 1 0 0,-5 36-1 0 0,-5 1 15 0 0,-20 64 1 0 0,14-70-16 0 0,-3-1 0 0 0,-26 51 0 0 0,-61 91 12 0 0,-73 80 86 0 0,177-268-435 0 0,2-5 116 0 0,0 1 0 0 0,0 0 0 0 0,0 0 0 0 0,0 0 0 0 0,1 1 1 0 0,-1-1-1 0 0,0 0 0 0 0,0 0 0 0 0,1 0 0 0 0,-1 0 0 0 0,1 1 1 0 0,-1-1-1 0 0,1 0 0 0 0,0 1 0 0 0,-1-1 0 0 0,1 0 0 0 0,0 1 1 0 0,0-1-1 0 0,0 0 0 0 0,0 1 0 0 0,0-1 0 0 0,0 1 0 0 0,0-1 1 0 0,1 3-1 0 0,0-4-27 0 0,0 1 0 0 0,0-1 1 0 0,-1 1-1 0 0,1-1 0 0 0,0 0 0 0 0,0 1 1 0 0,0-1-1 0 0,0 0 0 0 0,0 1 0 0 0,0-1 1 0 0,-1 0-1 0 0,1 0 0 0 0,0 0 1 0 0,0 0-1 0 0,0 0 0 0 0,2 0 0 0 0,30 0-8915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4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289 912 2052 0 0,'-1'-4'641'0'0,"0"1"1"0"0,0-1-1 0 0,0 1 0 0 0,0 0 1 0 0,0 0-1 0 0,-1-1 0 0 0,0 1 0 0 0,1 0 1 0 0,-1 0-1 0 0,-3-2 0 0 0,4 4-215 0 0,-14 0 444 0 0,9 4-782 0 0,2 0 1 0 0,-1 0-1 0 0,0 0 0 0 0,0 1 1 0 0,1 0-1 0 0,0 0 1 0 0,0 0-1 0 0,0 0 1 0 0,0 1-1 0 0,-4 7 1 0 0,-31 57 519 0 0,29-50-411 0 0,-77 165 990 0 0,71-144-869 0 0,2 1-1 0 0,-14 73 0 0 0,25-101-205 0 0,1 0 0 0 0,1 0 0 0 0,0 0 0 0 0,1 0 0 0 0,0 0-1 0 0,1 0 1 0 0,3 14 0 0 0,-4-24-80 0 0,1 0-1 0 0,0 0 1 0 0,0 0-1 0 0,0 0 0 0 0,0-1 1 0 0,1 1-1 0 0,-1 0 1 0 0,1 0-1 0 0,-1-1 0 0 0,1 1 1 0 0,0-1-1 0 0,0 1 1 0 0,0-1-1 0 0,0 0 0 0 0,1 0 1 0 0,-1 0-1 0 0,1 0 1 0 0,-1 0-1 0 0,1-1 0 0 0,-1 1 1 0 0,1-1-1 0 0,0 0 1 0 0,0 1-1 0 0,0-1 0 0 0,0 0 1 0 0,0-1-1 0 0,0 1 1 0 0,0-1-1 0 0,0 1 0 0 0,0-1 1 0 0,0 0-1 0 0,0 0 1 0 0,0 0-1 0 0,0 0 0 0 0,3-1 1 0 0,5-1-18 0 0,-1-1 1 0 0,1 1-1 0 0,-1-2 0 0 0,0 1 1 0 0,0-1-1 0 0,0-1 0 0 0,-1 0 1 0 0,0 0-1 0 0,0-1 0 0 0,0 0 1 0 0,0 0-1 0 0,-1-1 0 0 0,0-1 1 0 0,-1 1-1 0 0,1-1 0 0 0,11-17 1 0 0,-5 5-23 0 0,-1-1 0 0 0,0 0 1 0 0,-2-1-1 0 0,-1 0 0 0 0,0-1 1 0 0,8-30-1 0 0,-10 23 8 0 0,-1 0 0 0 0,-2 0-1 0 0,-1-1 1 0 0,-1 1 0 0 0,-2-47 0 0 0,-1 61-2 0 0,-2 1 0 0 0,0-1-1 0 0,0 1 1 0 0,-2 0 0 0 0,0 0 0 0 0,0 0-1 0 0,-2 0 1 0 0,0 1 0 0 0,0 0 0 0 0,-1 0-1 0 0,-1 0 1 0 0,-16-21 0 0 0,21 32 0 0 0,0-1 0 0 0,0 1-1 0 0,0 0 1 0 0,-1 0 0 0 0,1 0 0 0 0,-1 0 0 0 0,1 1 0 0 0,-1-1 0 0 0,0 1-1 0 0,0 0 1 0 0,0 0 0 0 0,0 1 0 0 0,0-1 0 0 0,-1 1 0 0 0,1 0-1 0 0,0 0 1 0 0,-1 0 0 0 0,1 0 0 0 0,-1 1 0 0 0,-8 0 0 0 0,7 1 1 0 0,0 0 1 0 0,1 1-1 0 0,-1-1 1 0 0,0 1-1 0 0,1 1 1 0 0,-1-1-1 0 0,1 1 1 0 0,0-1-1 0 0,0 2 1 0 0,0-1-1 0 0,0 0 1 0 0,0 1-1 0 0,1 0 1 0 0,0 0-1 0 0,-6 7 1 0 0,-2 4-1 0 0,1 0 0 0 0,0 1 0 0 0,1 0 0 0 0,1 1 0 0 0,0 0 0 0 0,2 0 0 0 0,0 1 0 0 0,1 0 0 0 0,0 0 0 0 0,-4 30 0 0 0,8-34 6 0 0,0 1 0 0 0,1-1 0 0 0,1 1 0 0 0,0-1 0 0 0,1 1 0 0 0,0-1 0 0 0,1 0 0 0 0,1 1 0 0 0,0-1 0 0 0,1 0 0 0 0,0-1 0 0 0,2 1 0 0 0,-1-1 0 0 0,12 19 0 0 0,-13-26 3 0 0,0 0 0 0 0,0-1 0 0 0,1 1-1 0 0,0-1 1 0 0,0 0 0 0 0,1 0 0 0 0,-1-1 0 0 0,1 0-1 0 0,0 0 1 0 0,0 0 0 0 0,13 5 0 0 0,-9-5-8 0 0,0 0 1 0 0,0-1-1 0 0,0-1 0 0 0,1 0 1 0 0,-1 0-1 0 0,1-1 1 0 0,15-1-1 0 0,-5-1-8 0 0,0-1 0 0 0,1-1-1 0 0,-1-1 1 0 0,0-1 0 0 0,0 0-1 0 0,-1-2 1 0 0,30-13 0 0 0,-22 5-1 0 0,-1 0 1 0 0,0-2-1 0 0,-1 0 0 0 0,-1-2 1 0 0,-1-1-1 0 0,0-1 1 0 0,-2-1-1 0 0,23-29 0 0 0,-17 15-42 0 0,-2-1 0 0 0,-1-2 0 0 0,-2 0 0 0 0,-2-1 0 0 0,17-46 0 0 0,0-20-153 0 0,-5-1 0 0 0,-4-1-1 0 0,23-181 1 0 0,-44 215 132 0 0,-2-81 1 0 0,-6 155 71 0 0,1-1 0 0 0,-1 1 0 0 0,0 0 0 0 0,0 0 0 0 0,0-1 0 0 0,0 1 0 0 0,0 0 0 0 0,0 0 0 0 0,0-1 0 0 0,0 1 0 0 0,0 0 0 0 0,0 0 0 0 0,0-1 0 0 0,0 1 0 0 0,0 0 0 0 0,0-1 0 0 0,0 1 0 0 0,0 0 0 0 0,0 0 0 0 0,0-1 0 0 0,0 1 0 0 0,0 0 0 0 0,0 0 0 0 0,0-1 0 0 0,0 1 0 0 0,-1 0 0 0 0,1 0 0 0 0,0-1 0 0 0,0 1 0 0 0,0 0 0 0 0,0 0 0 0 0,-1 0 0 0 0,1 0 0 0 0,0-1 0 0 0,0 1 0 0 0,-1 0 0 0 0,1 0 1 0 0,0 0-1 0 0,0 0 0 0 0,-1 0 0 0 0,1-1 0 0 0,0 1 0 0 0,0 0 0 0 0,-1 0 0 0 0,1 0 0 0 0,-11 12 7 0 0,-8 26 11 0 0,-74 213 656 0 0,-70 300 1 0 0,160-537-648 0 0,-60 286 424 0 0,57-260-393 0 0,2 0 0 0 0,2 0 0 0 0,2 0 0 0 0,1 1 0 0 0,11 62 0 0 0,-11-93-38 0 0,1 0 0 0 0,1-1 0 0 0,0 1 0 0 0,0-1 0 0 0,1 0 0 0 0,0 1 0 0 0,1-2 0 0 0,0 1 0 0 0,11 14 0 0 0,-12-19-14 0 0,-1 0 0 0 0,1 0 0 0 0,0-1 0 0 0,0 0 0 0 0,0 0 0 0 0,1 0 0 0 0,-1 0 0 0 0,1-1 0 0 0,0 0 1 0 0,0 0-1 0 0,0 0 0 0 0,0 0 0 0 0,0-1 0 0 0,0 0 0 0 0,0 0 0 0 0,0 0 0 0 0,0-1 0 0 0,1 1 0 0 0,-1-1 1 0 0,6-1-1 0 0,0 0-12 0 0,-1-1 0 0 0,0 0 1 0 0,0 0-1 0 0,0-1 0 0 0,0 0 1 0 0,0-1-1 0 0,-1 0 0 0 0,15-8 1 0 0,-10 2-54 0 0,0 1-1 0 0,0-2 1 0 0,-1 1 0 0 0,20-23 0 0 0,-10 5-42 0 0,0-1-1 0 0,-2-2 1 0 0,-1 0 0 0 0,17-37-1 0 0,-16 25 74 0 0,-3-2 0 0 0,-1 0 0 0 0,-3-1-1 0 0,-1 0 1 0 0,7-59 0 0 0,-19 100 28 0 0,1-11 10 0 0,-3 14-8 0 0,-5 10-9 0 0,2 0 8 0 0,0 1 1 0 0,1-1 0 0 0,0 1 0 0 0,-3 17 0 0 0,-1-2 7 0 0,-39 164 229 0 0,42-164-200 0 0,1 1-1 0 0,1 0 1 0 0,1 0-1 0 0,1-1 0 0 0,6 45 1 0 0,-5-64-28 0 0,0 1 1 0 0,1 0-1 0 0,-1 0 0 0 0,1-1 0 0 0,0 1 1 0 0,1-1-1 0 0,-1 0 0 0 0,1 0 1 0 0,0 0-1 0 0,1 0 0 0 0,-1 0 1 0 0,1 0-1 0 0,0-1 0 0 0,0 0 0 0 0,0 0 1 0 0,0 0-1 0 0,1 0 0 0 0,0-1 1 0 0,6 4-1 0 0,-5-4-11 0 0,-1-1 0 0 0,1 1 0 0 0,0-2 0 0 0,0 1 0 0 0,0-1 0 0 0,0 0 0 0 0,0 0 0 0 0,0 0 0 0 0,0-1 0 0 0,0 0 0 0 0,0 0 0 0 0,1-1 0 0 0,-1 0 0 0 0,0 0 0 0 0,0 0 0 0 0,0-1 0 0 0,-1 1 0 0 0,10-5 0 0 0,-2-1-106 0 0,0 0 0 0 0,-1-1-1 0 0,0 0 1 0 0,0-1 0 0 0,-1 0-1 0 0,0-1 1 0 0,0 0 0 0 0,-1-1-1 0 0,-1 0 1 0 0,0 0 0 0 0,13-22-1 0 0,-5 4-73 0 0,-1-1-1 0 0,-1-1 1 0 0,20-63-1 0 0,-26 63 154 0 0,-1-1 1 0 0,-1 0-1 0 0,-2 0 0 0 0,2-56 0 0 0,-7 87 28 0 0,0 0-1 0 0,0 0 0 0 0,1 0 1 0 0,-1 0-1 0 0,0-1 0 0 0,0 1 1 0 0,-1 0-1 0 0,1 0 0 0 0,0 0 1 0 0,0 0-1 0 0,0 0 0 0 0,-1 0 1 0 0,1 0-1 0 0,-1 0 0 0 0,1 0 1 0 0,0 0-1 0 0,-1 0 0 0 0,-1-1 1 0 0,2 2-1 0 0,-1 0 0 0 0,0 0 0 0 0,1 0 0 0 0,-1 1 0 0 0,1-1-1 0 0,-1 0 1 0 0,1 1 0 0 0,-1-1 0 0 0,1 0 0 0 0,-1 1 0 0 0,1-1 0 0 0,-1 0 0 0 0,1 1 0 0 0,0-1 0 0 0,-1 1 0 0 0,1-1 0 0 0,-1 1 0 0 0,1-1 0 0 0,0 1 0 0 0,-1-1 0 0 0,1 1 0 0 0,0 0 0 0 0,-19 40 37 0 0,-2 30 354 0 0,3 0 0 0 0,3 1 1 0 0,-7 88-1 0 0,21-149-368 0 0,1 0 0 0 0,0-1 0 0 0,1 1 0 0 0,0 0 0 0 0,0 0 0 0 0,1-1 0 0 0,1 1 0 0 0,5 14 0 0 0,-7-21-14 0 0,1 0 0 0 0,0 0 0 0 0,1 0 0 0 0,-1 0 0 0 0,1 0 0 0 0,-1-1 0 0 0,1 1 0 0 0,0-1 0 0 0,0 0-1 0 0,1 0 1 0 0,-1 0 0 0 0,1 0 0 0 0,-1 0 0 0 0,1-1 0 0 0,0 0 0 0 0,0 0 0 0 0,0 0 0 0 0,0 0 0 0 0,0 0 0 0 0,1-1 0 0 0,-1 0 0 0 0,8 1 0 0 0,1 0-34 0 0,0-1 0 0 0,0-1 1 0 0,0 0-1 0 0,1 0 0 0 0,-1-2 1 0 0,-1 0-1 0 0,1 0 0 0 0,23-8 0 0 0,-18 3-171 0 0,0 0-1 0 0,-1-1 0 0 0,0-1 0 0 0,-1-1 0 0 0,23-17 0 0 0,-11 4-196 0 0,-2-1-1 0 0,-1-1 1 0 0,0-1-1 0 0,-2-2 1 0 0,-2 0 0 0 0,20-32-1 0 0,2-14-75 0 0,-3-1 0 0 0,-4-2-1 0 0,44-134 1 0 0,-45 90 24 0 0,36-226 0 0 0,-63 295 664 0 0,-2 1 1 0 0,-3-1-1 0 0,-2 0 1 0 0,-10-92-1 0 0,8 142-204 0 0,1 0 0 0 0,0 0 0 0 0,-1 0-1 0 0,1 0 1 0 0,-1 0 0 0 0,0 0 0 0 0,0 0-1 0 0,0 0 1 0 0,0 0 0 0 0,0 0 0 0 0,0 0-1 0 0,0 1 1 0 0,0-1 0 0 0,-1 1 0 0 0,-2-3-1 0 0,0 5-35 0 0,-2 5 19 0 0,0 1 0 0 0,0 0 0 0 0,1 0 0 0 0,0 0 0 0 0,0 1 0 0 0,-6 14 0 0 0,-21 56 239 0 0,24-56-121 0 0,-41 119 769 0 0,-30 149 0 0 0,-12 151-90 0 0,76-365-730 0 0,10-46-18 0 0,-29 170 223 0 0,29-160-203 0 0,2 0-1 0 0,2-1 1 0 0,5 43 0 0 0,-4-75-80 0 0,1-1 1 0 0,0 1-1 0 0,1 0 1 0 0,0-1-1 0 0,0 1 1 0 0,0-1-1 0 0,1 1 1 0 0,-1-1-1 0 0,2 0 1 0 0,-1 0-1 0 0,1 0 1 0 0,0-1-1 0 0,0 1 0 0 0,7 6 1 0 0,-8-9-60 0 0,1 0 1 0 0,-1-1-1 0 0,1 0 0 0 0,-1 1 1 0 0,1-1-1 0 0,0 0 1 0 0,0-1-1 0 0,0 1 1 0 0,0-1-1 0 0,1 0 0 0 0,-1 0 1 0 0,0 0-1 0 0,0 0 1 0 0,1-1-1 0 0,-1 1 0 0 0,0-1 1 0 0,1-1-1 0 0,-1 1 1 0 0,0 0-1 0 0,1-1 0 0 0,-1 0 1 0 0,0 0-1 0 0,8-3 1 0 0,2-2-178 0 0,-1 0 0 0 0,1-1 0 0 0,-2-1 0 0 0,1 0 0 0 0,-1-1 0 0 0,0 0 0 0 0,0-1 0 0 0,-1 0 1 0 0,-1 0-1 0 0,13-17 0 0 0,10-16-289 0 0,40-69 1 0 0,-31 40 497 0 0,46-111-1 0 0,-61 114 1785 0 0,34-134 0 0 0,-59 184-1254 0 0,-8 24-118 0 0,-13 30 16 0 0,18-34-379 0 0,-16 38 382 0 0,1 0 0 0 0,-16 61 0 0 0,-11 86 296 0 0,36-148-526 0 0,-4 55-1 0 0,10-80-125 0 0,1 1 0 0 0,0-1 0 0 0,1 1-1 0 0,1-1 1 0 0,0 1 0 0 0,1-1 0 0 0,6 21 0 0 0,-7-30-33 0 0,-1-1 0 0 0,1 1 0 0 0,0-1 0 0 0,0 1 0 0 0,1-1 0 0 0,-1 0-1 0 0,0 1 1 0 0,1-1 0 0 0,0-1 0 0 0,0 1 0 0 0,0 0 0 0 0,0-1 0 0 0,0 1 0 0 0,1-1 0 0 0,-1 0 0 0 0,7 3 0 0 0,-4-3-89 0 0,0 0 0 0 0,0-1 1 0 0,0 1-1 0 0,0-1 0 0 0,1 0 1 0 0,-1-1-1 0 0,0 0 0 0 0,1 0 0 0 0,10-1 1 0 0,-3-1-217 0 0,0-1 0 0 0,0-1 1 0 0,0 0-1 0 0,0-1 0 0 0,-1 0 1 0 0,0-1-1 0 0,0 0 0 0 0,18-13 1 0 0,-9 3-103 0 0,-1-1 1 0 0,-1-2 0 0 0,0 0 0 0 0,-2-1 0 0 0,0 0 0 0 0,28-45 0 0 0,-26 32 653 0 0,-1-2-1 0 0,-2 0 1 0 0,-1-1-1 0 0,12-45 1 0 0,-21 50 274 0 0,-7 29-310 0 0,-10 11 355 0 0,-10 36 251 0 0,1 2-1 0 0,3 0 1 0 0,-12 56-1 0 0,23-84-660 0 0,3-12-101 0 0,-24 108 711 0 0,24-101-687 0 0,1-1 1 0 0,0 1-1 0 0,0-1 0 0 0,1 1 0 0 0,1-1 0 0 0,4 23 1 0 0,-4-33-71 0 0,-1-1 1 0 0,1 1-1 0 0,0 0 1 0 0,0 0-1 0 0,0 0 1 0 0,1-1-1 0 0,-1 1 1 0 0,1-1-1 0 0,-1 1 1 0 0,1-1-1 0 0,0 1 1 0 0,0-1-1 0 0,0 0 1 0 0,0 0-1 0 0,0 0 1 0 0,0 0-1 0 0,1 0 1 0 0,-1-1-1 0 0,1 1 1 0 0,-1-1-1 0 0,1 1 1 0 0,0-1-1 0 0,-1 0 1 0 0,1 0-1 0 0,0 0 1 0 0,0 0-1 0 0,0-1 1 0 0,0 1-1 0 0,0-1 1 0 0,-1 0-1 0 0,1 0 1 0 0,0 0-1 0 0,5 0 1 0 0,0-1-9 0 0,-1 0 1 0 0,1-1-1 0 0,-1 0 1 0 0,1 0-1 0 0,-1-1 1 0 0,0 1-1 0 0,0-2 1 0 0,0 1-1 0 0,-1-1 0 0 0,1 0 1 0 0,11-10-1 0 0,-3 0-59 0 0,-1-1 0 0 0,0 0 0 0 0,-2-1 0 0 0,0-1 0 0 0,0 0 0 0 0,-2 0 1 0 0,16-36-1 0 0,-11 15-152 0 0,-1 0 1 0 0,16-79 0 0 0,-26 95 169 0 0,-1-1 1 0 0,0 1-1 0 0,-2-1 1 0 0,-2-26 0 0 0,1 39 32 0 0,-1 0 0 0 0,-1 0 0 0 0,0 0 0 0 0,0 0 0 0 0,-1 0 0 0 0,0 0 0 0 0,-1 0 0 0 0,0 1 0 0 0,-1 0 0 0 0,1 0 0 0 0,-10-12 0 0 0,12 18 5 0 0,0 1-1 0 0,0-1 1 0 0,0 1 0 0 0,-1-1-1 0 0,1 1 1 0 0,-1 0 0 0 0,0 0-1 0 0,0 0 1 0 0,1 0 0 0 0,-1 0-1 0 0,-1 1 1 0 0,1-1 0 0 0,0 1-1 0 0,0 0 1 0 0,0 0 0 0 0,-1 0-1 0 0,1 0 1 0 0,-6 0 0 0 0,4 1-2 0 0,0 1 1 0 0,0-1-1 0 0,0 1 1 0 0,0 0-1 0 0,0 0 1 0 0,0 1 0 0 0,1-1-1 0 0,-1 1 1 0 0,0 0-1 0 0,1 0 1 0 0,-7 4-1 0 0,-4 5 4 0 0,0 1-1 0 0,1 0 1 0 0,0 0-1 0 0,1 1 1 0 0,-19 25-1 0 0,9-8 21 0 0,2 1 1 0 0,1 1-1 0 0,1 1 0 0 0,-21 51 1 0 0,29-55 4 0 0,1 0 1 0 0,1 0 0 0 0,2 1 0 0 0,1 0 0 0 0,1 1 0 0 0,0 30 0 0 0,4-53-5 0 0,1 1 0 0 0,1-1 0 0 0,-1 1 0 0 0,1-1 0 0 0,1 0 0 0 0,0 1 1 0 0,0-1-1 0 0,0 0 0 0 0,1 0 0 0 0,5 10 0 0 0,-6-14-17 0 0,1 0 1 0 0,0 0-1 0 0,0 0 1 0 0,0-1-1 0 0,0 1 0 0 0,1-1 1 0 0,-1 0-1 0 0,1 0 1 0 0,0 0-1 0 0,0 0 0 0 0,0-1 1 0 0,0 1-1 0 0,0-1 1 0 0,1 0-1 0 0,-1 0 1 0 0,0-1-1 0 0,1 1 0 0 0,0-1 1 0 0,7 1-1 0 0,1 0-45 0 0,0-1 0 0 0,0-1-1 0 0,-1 0 1 0 0,1-1 0 0 0,0 0 0 0 0,0 0-1 0 0,-1-2 1 0 0,19-5 0 0 0,-13 2-174 0 0,-1-1 0 0 0,0-1 0 0 0,0 0 0 0 0,-1-1 0 0 0,20-15 0 0 0,-9 3-201 0 0,0-2 1 0 0,-2-1 0 0 0,-1-1-1 0 0,-1-1 1 0 0,37-54-1 0 0,-40 50 523 0 0,-2-1-1 0 0,-1 0 0 0 0,-2-2 1 0 0,-1 0-1 0 0,-2-1 0 0 0,14-60 1 0 0,-50 224 1230 0 0,-37 179 385 0 0,44-228-777 0 0,16-79-770 0 0,12-19-62 0 0,47-126-120 0 0,-5 8-96 0 0,-31 91 58 0 0,1 1 1 0 0,48-65-1 0 0,-56 88 33 0 0,1 1-1 0 0,0 1 0 0 0,2 1 1 0 0,0 0-1 0 0,1 2 1 0 0,0 0-1 0 0,27-16 0 0 0,-42 29 9 0 0,-1 0-1 0 0,1 1 1 0 0,-1-1-1 0 0,1 1 1 0 0,0-1-1 0 0,0 1 1 0 0,-1 0-1 0 0,1 0 1 0 0,0 1-1 0 0,0-1 1 0 0,0 1-1 0 0,0 0 1 0 0,0 0-1 0 0,0 0 1 0 0,0 1-1 0 0,5 0 1 0 0,-7 0 26 0 0,1 0-1 0 0,-1 0 1 0 0,0 0 0 0 0,0 1 0 0 0,0-1 0 0 0,0 1-1 0 0,0-1 1 0 0,0 1 0 0 0,0-1 0 0 0,0 1 0 0 0,0 0 0 0 0,-1 0-1 0 0,1 0 1 0 0,-1 0 0 0 0,0 0 0 0 0,1 0 0 0 0,-1 1 0 0 0,0-1-1 0 0,0 0 1 0 0,0 1 0 0 0,-1-1 0 0 0,1 1 0 0 0,-1-1 0 0 0,1 1-1 0 0,-1-1 1 0 0,0 5 0 0 0,1 9 195 0 0,-1-1 0 0 0,0 1-1 0 0,-2-1 1 0 0,0 0 0 0 0,-4 19 0 0 0,-27 75 548 0 0,8-32-311 0 0,8-22-197 0 0,10-35-142 0 0,0 0 1 0 0,2 0-1 0 0,0 1 0 0 0,2 0 0 0 0,-2 21 1 0 0,5-41-107 0 0,0 0 0 0 0,0 0 0 0 0,0 0 0 0 0,0 0 0 0 0,1 0 0 0 0,-1 0 1 0 0,0 0-1 0 0,1 0 0 0 0,-1-1 0 0 0,0 1 0 0 0,1 0 0 0 0,-1 0 0 0 0,1 0 0 0 0,-1 0 0 0 0,1-1 1 0 0,-1 1-1 0 0,1 0 0 0 0,0-1 0 0 0,-1 1 0 0 0,1 0 0 0 0,0-1 0 0 0,0 1 0 0 0,-1-1 1 0 0,1 1-1 0 0,0-1 0 0 0,0 0 0 0 0,0 1 0 0 0,0-1 0 0 0,0 0 0 0 0,0 1 0 0 0,-1-1 1 0 0,1 0-1 0 0,0 0 0 0 0,0 0 0 0 0,0 0 0 0 0,0 0 0 0 0,0 0 0 0 0,0 0 0 0 0,0 0 1 0 0,0 0-1 0 0,2-1 0 0 0,3 0 3 0 0,0 0 1 0 0,0 0-1 0 0,0-1 0 0 0,9-4 1 0 0,-3 0-211 0 0,0 0-1 0 0,0-1 1 0 0,-1-1 0 0 0,0 0 0 0 0,0 0 0 0 0,12-13 0 0 0,-1-1-1937 0 0,30-41 1 0 0,-39 44-625 0 0,0 0-1 0 0,15-32 1 0 0,-14 22-2965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48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2836 0 0,'-100'-11'11468'0'0,"97"10"-10993"0"0,-8 0 270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4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1 304 0 0,'-134'50'15237'0'0,"132"-50"-14564"0"0,19 4 663 0 0,127-16-2557 0 0,6-4-4724 0 0,-120 13 3988 0 0,40-7-4066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49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139 815 392 0 0,'-5'-80'8531'0'0,"5"78"-8264"0"0,-14 28 655 0 0,-4 17-351 0 0,-44 106 551 0 0,53-123-952 0 0,1 0 0 0 0,1 1 1 0 0,-6 49-1 0 0,13-71-112 0 0,-1 0 0 0 0,1-1-1 0 0,0 1 1 0 0,1 0 0 0 0,-1 0-1 0 0,1 0 1 0 0,0 0 0 0 0,0-1-1 0 0,0 1 1 0 0,1 0-1 0 0,-1-1 1 0 0,6 9 0 0 0,-5-11-38 0 0,-1 1-1 0 0,1-1 1 0 0,1 1 0 0 0,-1-1 0 0 0,0 0 0 0 0,1 0-1 0 0,-1 0 1 0 0,1 0 0 0 0,-1-1 0 0 0,1 1 0 0 0,0-1 0 0 0,0 1-1 0 0,0-1 1 0 0,0 0 0 0 0,0 0 0 0 0,0 0 0 0 0,0-1-1 0 0,0 1 1 0 0,0-1 0 0 0,6 1 0 0 0,2-1-12 0 0,-1 0 0 0 0,1-1 0 0 0,0 0 0 0 0,-1-1 0 0 0,1 0 0 0 0,-1-1 0 0 0,1 0 0 0 0,-1 0-1 0 0,18-10 1 0 0,-14 5-7 0 0,0 0 0 0 0,-1-1 0 0 0,0-1-1 0 0,0 0 1 0 0,-2 0 0 0 0,13-14 0 0 0,-4 0-6 0 0,-2 0 1 0 0,0-1 0 0 0,-1-1-1 0 0,-2-1 1 0 0,-1 0 0 0 0,16-42 0 0 0,-18 35 21 0 0,-1 0 0 0 0,-2 0 0 0 0,5-40 0 0 0,-11 53-38 0 0,-1-1 0 0 0,-1 1 0 0 0,-1 0 0 0 0,-1-1-1 0 0,-1 1 1 0 0,-6-32 0 0 0,6 46 13 0 0,0 0-1 0 0,-1 0 1 0 0,1 0-1 0 0,-1 0 1 0 0,-1 1-1 0 0,1-1 1 0 0,-1 1-1 0 0,0 0 1 0 0,-1 0-1 0 0,1 0 1 0 0,-9-8-1 0 0,9 12 8 0 0,1-1 0 0 0,0 0 0 0 0,-1 1 0 0 0,0-1 0 0 0,0 1 0 0 0,1 0 0 0 0,-1 0 0 0 0,0 1-1 0 0,-1-1 1 0 0,1 1 0 0 0,0 0 0 0 0,0 0 0 0 0,-1 0 0 0 0,1 1 0 0 0,0-1 0 0 0,-1 1 0 0 0,1 0 0 0 0,0 0 0 0 0,-1 1 0 0 0,-6 1 0 0 0,0 1 13 0 0,-1 1 0 0 0,1 1 1 0 0,0-1-1 0 0,0 2 1 0 0,0 0-1 0 0,1 0 1 0 0,0 1-1 0 0,0 0 0 0 0,1 0 1 0 0,-16 18-1 0 0,6-5-7 0 0,1 2 0 0 0,1 0-1 0 0,-24 39 1 0 0,22-28 6 0 0,2 1 1 0 0,1 0-1 0 0,1 1 1 0 0,-11 41-1 0 0,22-62 0 0 0,1 1 0 0 0,0-1 1 0 0,1 1-1 0 0,0-1 0 0 0,1 1 0 0 0,1 0 0 0 0,0-1 1 0 0,1 1-1 0 0,0 0 0 0 0,2-1 0 0 0,-1 0 0 0 0,2 1 1 0 0,8 22-1 0 0,-9-30 6 0 0,1 0 0 0 0,-1-1 1 0 0,1 1-1 0 0,1-1 0 0 0,-1 0 0 0 0,1 0 1 0 0,0 0-1 0 0,0-1 0 0 0,1 0 0 0 0,-1 0 0 0 0,1 0 1 0 0,0-1-1 0 0,1 0 0 0 0,9 5 0 0 0,-6-4-2 0 0,1-2 0 0 0,0 1-1 0 0,-1-1 1 0 0,1-1 0 0 0,0 0-1 0 0,0 0 1 0 0,1-1 0 0 0,20-1-1 0 0,2-3-11 0 0,0-2-1 0 0,-1-1 1 0 0,1-1-1 0 0,-1-2 1 0 0,43-19-1 0 0,-37 12-5 0 0,-2-2-1 0 0,0-2 1 0 0,-1-1-1 0 0,-1-2 1 0 0,-1-1-1 0 0,-2-2 1 0 0,0-1-1 0 0,-2-1 1 0 0,-1-2-1 0 0,-1-1 1 0 0,38-56-1 0 0,-33 38-40 0 0,-2-2 0 0 0,-3-1-1 0 0,-2-2 1 0 0,-2 0 0 0 0,-3-1-1 0 0,-2-2 1 0 0,18-91 0 0 0,-33 125 30 0 0,0 0 0 0 0,-1 0 0 0 0,-1-1 0 0 0,-1 1 0 0 0,-1-1 0 0 0,-7-44 0 0 0,7 67 18 0 0,0-1 1 0 0,0 1-1 0 0,0 0 0 0 0,-1-1 0 0 0,1 1 1 0 0,0 0-1 0 0,-1 0 0 0 0,1-1 0 0 0,-1 1 0 0 0,0 0 1 0 0,1 0-1 0 0,-1 0 0 0 0,0 0 0 0 0,0 0 0 0 0,1 0 1 0 0,-1 0-1 0 0,0 0 0 0 0,0 0 0 0 0,0 0 1 0 0,0 0-1 0 0,-1 0 0 0 0,1 1 0 0 0,0-1 0 0 0,0 0 1 0 0,-2 0-1 0 0,2 1 1 0 0,-1 0 0 0 0,0 0 0 0 0,0 0 1 0 0,1 1-1 0 0,-1-1 0 0 0,0 0 0 0 0,0 1 0 0 0,1-1 1 0 0,-1 1-1 0 0,1 0 0 0 0,-1-1 0 0 0,0 1 0 0 0,1 0 1 0 0,-1 0-1 0 0,1 0 0 0 0,-2 2 0 0 0,-6 4 23 0 0,1 1-1 0 0,-1 1 1 0 0,2-1 0 0 0,-11 16-1 0 0,-7 14 50 0 0,2 2 1 0 0,2 0-1 0 0,-19 51 0 0 0,-37 134 56 0 0,77-224-133 0 0,-88 311 1424 0 0,-75 517 0 0 0,154-773-1303 0 0,-109 585 1061 0 0,106-596-1083 0 0,-28 69 0 0 0,33-98-73 0 0,0-1 0 0 0,-1 1 0 0 0,-1-2 0 0 0,0 1 0 0 0,-2-1 0 0 0,1 0 0 0 0,-21 19 0 0 0,27-29-16 0 0,1-2 0 0 0,0 1-1 0 0,-1 0 1 0 0,0-1-1 0 0,0 1 1 0 0,0-1-1 0 0,0 0 1 0 0,0-1-1 0 0,0 1 1 0 0,0-1 0 0 0,0 1-1 0 0,-1-1 1 0 0,1 0-1 0 0,0-1 1 0 0,-1 1-1 0 0,1-1 1 0 0,-1 0 0 0 0,1 0-1 0 0,-1 0 1 0 0,1-1-1 0 0,0 0 1 0 0,-1 1-1 0 0,1-1 1 0 0,0-1-1 0 0,-7-2 1 0 0,4 1 13 0 0,1-1 0 0 0,0 1-1 0 0,0-1 1 0 0,1 0 0 0 0,-1-1 0 0 0,1 1 0 0 0,0-1-1 0 0,0 0 1 0 0,0-1 0 0 0,1 1 0 0 0,0-1 0 0 0,0 0-1 0 0,0 0 1 0 0,1 0 0 0 0,-5-12 0 0 0,3 3-18 0 0,1 0 0 0 0,1-1 0 0 0,0 1 0 0 0,1-1-1 0 0,0 0 1 0 0,1 0 0 0 0,1 0 0 0 0,1 1 0 0 0,0-1 0 0 0,1 0 0 0 0,6-23 0 0 0,3-3-16 0 0,3 1 1 0 0,35-78-1 0 0,-28 78 10 0 0,1 2 0 0 0,2 0 0 0 0,2 1-1 0 0,1 2 1 0 0,2 1 0 0 0,2 1 0 0 0,54-48 0 0 0,-47 51-42 0 0,1 1 1 0 0,2 2-1 0 0,1 2 1 0 0,0 2-1 0 0,2 1 0 0 0,87-30 1 0 0,-104 44-951 0 0,32-5 0 0 0,-29 9-2324 0 0,2 2-3805 0 0,-17 1 2499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5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725 763 748 0 0,'-11'-4'1774'0'0,"-1"1"692"0"0,1-1 0 0 0,-17-9 0 0 0,27 12-2412 0 0,1 1 0 0 0,-1-1 0 0 0,1 1-1 0 0,-1-1 1 0 0,1 1 0 0 0,-1-1 0 0 0,1 1 0 0 0,-1-1-1 0 0,1 0 1 0 0,-1 1 0 0 0,1-1 0 0 0,0 0 0 0 0,-1 0-1 0 0,1 1 1 0 0,0-1 0 0 0,0 0 0 0 0,-1 0 0 0 0,1 1-1 0 0,0-1 1 0 0,0 0 0 0 0,0 0 0 0 0,0 1 0 0 0,0-1-1 0 0,0 0 1 0 0,0 0 0 0 0,0 0 0 0 0,1 1 0 0 0,-1-1-1 0 0,0 0 1 0 0,0 0 0 0 0,1 1 0 0 0,-1-1 0 0 0,1-1-1 0 0,13-20 484 0 0,4 2-351 0 0,2 0-1 0 0,0 2 0 0 0,28-20 1 0 0,29-26-37 0 0,-55 43-142 0 0,-1-2 1 0 0,-1 0 0 0 0,-1-1 0 0 0,-2-1 0 0 0,0-1 0 0 0,-1 0-1 0 0,-2-1 1 0 0,-1-1 0 0 0,-1 0 0 0 0,-1-1 0 0 0,12-53 0 0 0,-19 61 2 0 0,1-35 1 0 0,-4 48-11 0 0,-1 1-1 0 0,-1-1 1 0 0,0 1-1 0 0,0 0 1 0 0,0-1-1 0 0,-1 1 1 0 0,0 0-1 0 0,-3-9 1 0 0,4 15 1 0 0,1 0 0 0 0,0 0 0 0 0,-1 0 0 0 0,1 0 0 0 0,-1 0 0 0 0,0 0-1 0 0,1 0 1 0 0,-1 0 0 0 0,0 1 0 0 0,1-1 0 0 0,-1 0 0 0 0,0 0 0 0 0,0 1 0 0 0,0-1 0 0 0,1 0 0 0 0,-1 1 0 0 0,0-1 0 0 0,0 1 0 0 0,0-1 0 0 0,0 1 0 0 0,0-1 0 0 0,0 1-1 0 0,0 0 1 0 0,0 0 0 0 0,-2-1 0 0 0,1 2-4 0 0,0-1 0 0 0,0 0 0 0 0,0 1 0 0 0,0-1-1 0 0,0 1 1 0 0,0 0 0 0 0,0 0 0 0 0,0 0 0 0 0,0-1 0 0 0,1 2-1 0 0,-1-1 1 0 0,-2 2 0 0 0,-4 5-15 0 0,0-1 1 0 0,0 1-1 0 0,-12 18 1 0 0,-5 11 43 0 0,2 1 1 0 0,-23 52 0 0 0,-28 87 184 0 0,50-119-132 0 0,-159 477 610 0 0,14-37 638 0 0,151-454-1130 0 0,-32 59 0 0 0,42-88-135 0 0,-1-1 1 0 0,-1 0 0 0 0,0-1-1 0 0,-1 1 1 0 0,0-2 0 0 0,-1 0 0 0 0,-19 15-1 0 0,28-25-51 0 0,-1 1-1 0 0,1-1 1 0 0,0 0-1 0 0,-1 0 1 0 0,0 0-1 0 0,1-1 0 0 0,-1 1 1 0 0,0-1-1 0 0,0 0 1 0 0,0 0-1 0 0,0 0 1 0 0,0-1-1 0 0,0 1 1 0 0,0-1-1 0 0,0 0 1 0 0,-6-1-1 0 0,4 0-8 0 0,1 0 1 0 0,0-1-1 0 0,0 0 0 0 0,0 0 0 0 0,0 0 0 0 0,1 0 1 0 0,-1-1-1 0 0,1 0 0 0 0,-1 0 0 0 0,1 0 1 0 0,-5-5-1 0 0,-1-2-16 0 0,0-1-1 0 0,0 0 1 0 0,2-1 0 0 0,-1 0 0 0 0,2 0 0 0 0,-1-1 0 0 0,2 0 0 0 0,-7-16 0 0 0,5 6 2 0 0,1-1 0 0 0,0 0 1 0 0,2-1-1 0 0,1 1 1 0 0,1-1-1 0 0,1 1 1 0 0,1-1-1 0 0,1 0 1 0 0,2 0-1 0 0,0 0 0 0 0,1 1 1 0 0,13-45-1 0 0,-9 47 10 0 0,0 1 0 0 0,2 0-1 0 0,0 0 1 0 0,2 1-1 0 0,0 0 1 0 0,1 1 0 0 0,1 0-1 0 0,1 1 1 0 0,0 1-1 0 0,2 0 1 0 0,0 1 0 0 0,0 1-1 0 0,2 0 1 0 0,23-15-1 0 0,-34 25 2 0 0,0 1-1 0 0,0 0 0 0 0,1 0 0 0 0,0 1 0 0 0,-1 0 0 0 0,1 0 0 0 0,0 1 0 0 0,1 0 0 0 0,-1 1 0 0 0,10-2 1 0 0,-13 3 0 0 0,-1 0 0 0 0,1 0 0 0 0,0 1 1 0 0,-1 0-1 0 0,1-1 0 0 0,0 2 0 0 0,-1-1 1 0 0,1 0-1 0 0,-1 1 0 0 0,1 0 0 0 0,-1 0 1 0 0,0 0-1 0 0,0 0 0 0 0,0 1 0 0 0,0 0 1 0 0,0 0-1 0 0,-1 0 0 0 0,1 0 0 0 0,3 5 0 0 0,1 1 6 0 0,-1 1-1 0 0,0 1 0 0 0,-1-1 0 0 0,0 1 0 0 0,-1 0 0 0 0,6 16 0 0 0,19 74 22 0 0,-6-15-2 0 0,-16-63-20 0 0,-4-8 16 0 0,1 0 0 0 0,0-1 0 0 0,2 0 0 0 0,14 26 0 0 0,-18-37-12 0 0,0 1 0 0 0,-1-1 0 0 0,1 0-1 0 0,0 0 1 0 0,1 0 0 0 0,-1 0 0 0 0,0-1-1 0 0,1 1 1 0 0,0-1 0 0 0,-1 0-1 0 0,1 0 1 0 0,0 0 0 0 0,0 0 0 0 0,0-1-1 0 0,0 0 1 0 0,1 0 0 0 0,-1 0 0 0 0,0 0-1 0 0,1 0 1 0 0,-1-1 0 0 0,0 0-1 0 0,6 0 1 0 0,1-2-7 0 0,1 1 0 0 0,-1-2 0 0 0,0 0 0 0 0,0 0 0 0 0,0-1 0 0 0,0 0 0 0 0,-1-1 0 0 0,0 0 0 0 0,0 0 0 0 0,0-1 0 0 0,0-1 0 0 0,12-10 0 0 0,3-6 0 0 0,0-1 1 0 0,41-50-1 0 0,-10 1-49 0 0,-4-3 0 0 0,-3-1 1 0 0,-3-3-1 0 0,-3-2 0 0 0,-5-1 1 0 0,47-148-1 0 0,-48 87-77 0 0,-36 143 125 0 0,-1 1 0 0 0,0-1-1 0 0,0 1 1 0 0,0-1 0 0 0,0 1 0 0 0,1 0 0 0 0,-1-1-1 0 0,0 1 1 0 0,0-1 0 0 0,0 1 0 0 0,0-1-1 0 0,0 1 1 0 0,0-1 0 0 0,0 1 0 0 0,0 0-1 0 0,-1-1 1 0 0,1 1 0 0 0,0-1 0 0 0,0 1 0 0 0,0-1-1 0 0,0 1 1 0 0,0 0 0 0 0,-1-1 0 0 0,1 1-1 0 0,0-1 1 0 0,0 1 0 0 0,-1 0 0 0 0,0-1-1 0 0,-9 7 13 0 0,-11 20 19 0 0,-19 49 105 0 0,-37 99-1 0 0,-16 86-19 0 0,35-83 142 0 0,-54 275 1 0 0,98-342-71 0 0,13-99-166 0 0,1 1 0 0 0,0-1 0 0 0,1 0 0 0 0,0 0 0 0 0,1 0 0 0 0,0 0 0 0 0,7 20 0 0 0,-8-29-16 0 0,0 1 1 0 0,0-1 0 0 0,1 1-1 0 0,-1-1 1 0 0,1 0 0 0 0,-1 0-1 0 0,1 0 1 0 0,-1 0 0 0 0,1 0-1 0 0,0 0 1 0 0,0 0 0 0 0,0 0-1 0 0,0-1 1 0 0,1 1 0 0 0,-1-1-1 0 0,0 1 1 0 0,1-1 0 0 0,2 1 0 0 0,-1-1-20 0 0,0 0 1 0 0,0 0 0 0 0,0-1 0 0 0,0 1 0 0 0,0-1 0 0 0,0 0 0 0 0,0 0 0 0 0,0-1 0 0 0,0 1 0 0 0,7-3 0 0 0,2-1-142 0 0,-1 0 0 0 0,0-1 0 0 0,0 0 0 0 0,0-1 0 0 0,-1-1 0 0 0,14-10 0 0 0,-5 1-182 0 0,-1 0 0 0 0,-1-2 0 0 0,0 0 0 0 0,-2-2 0 0 0,29-40 0 0 0,56-116-684 0 0,-80 131 1066 0 0,-1 0 1 0 0,-2-2-1 0 0,-2 0 0 0 0,-3-1 1 0 0,9-55-1 0 0,-22 103-40 0 0,0-1-1 0 0,1 1 1 0 0,-1-1-1 0 0,0 0 1 0 0,0 1 0 0 0,0-1-1 0 0,0 0 1 0 0,0 1 0 0 0,0-1-1 0 0,0 0 1 0 0,0 1-1 0 0,0-1 1 0 0,0 0 0 0 0,-1 1-1 0 0,1-1 1 0 0,0 0 0 0 0,0 1-1 0 0,-1-2 1 0 0,-7 4 97 0 0,-10 19-28 0 0,5 2 108 0 0,0 2 0 0 0,1 0 1 0 0,-12 39-1 0 0,-15 82 679 0 0,35-127-769 0 0,0 0 1 0 0,2 0-1 0 0,-1 33 0 0 0,3-43-61 0 0,1-1 0 0 0,-1 1 0 0 0,2 0 1 0 0,-1-1-1 0 0,1 1 0 0 0,0-1 0 0 0,1 1 0 0 0,0-1 0 0 0,0 0 1 0 0,6 10-1 0 0,-6-15-24 0 0,-1 1 0 0 0,1-1-1 0 0,0 0 1 0 0,0-1 0 0 0,0 1 0 0 0,0 0 0 0 0,0-1 0 0 0,0 0-1 0 0,1 1 1 0 0,0-1 0 0 0,-1-1 0 0 0,1 1 0 0 0,0 0 0 0 0,0-1-1 0 0,-1 0 1 0 0,1 0 0 0 0,0 0 0 0 0,0 0 0 0 0,0-1 0 0 0,1 0 0 0 0,-1 0-1 0 0,0 0 1 0 0,0 0 0 0 0,0 0 0 0 0,6-2 0 0 0,-3 0-10 0 0,1 1 0 0 0,-1-1 1 0 0,0 0-1 0 0,0-1 0 0 0,-1 0 1 0 0,1 0-1 0 0,-1 0 0 0 0,1-1 1 0 0,-1 0-1 0 0,0 0 0 0 0,0-1 1 0 0,-1 0-1 0 0,8-7 1 0 0,-3-1-12 0 0,-1-1 0 0 0,0 0 1 0 0,-1-1-1 0 0,-1 0 1 0 0,0 0-1 0 0,-1-1 0 0 0,0 1 1 0 0,-1-1-1 0 0,-1-1 1 0 0,3-24-1 0 0,-4 14 5 0 0,-1 0 0 0 0,-1 0-1 0 0,-1 0 1 0 0,-2 0 0 0 0,-7-46-1 0 0,7 64 11 0 0,0 0-1 0 0,-1 0 1 0 0,0 0-1 0 0,0 0 0 0 0,-1 0 1 0 0,0 1-1 0 0,-1 0 1 0 0,0 0-1 0 0,-9-13 0 0 0,11 19 0 0 0,1-1-1 0 0,0 1 1 0 0,-1 0-1 0 0,0-1 0 0 0,1 1 1 0 0,-1 0-1 0 0,0 1 1 0 0,0-1-1 0 0,0 0 0 0 0,0 1 1 0 0,0 0-1 0 0,-1-1 1 0 0,1 1-1 0 0,0 0 0 0 0,-1 1 1 0 0,1-1-1 0 0,0 1 1 0 0,-1-1-1 0 0,1 1 0 0 0,-1 0 1 0 0,1 1-1 0 0,0-1 1 0 0,-1 0-1 0 0,1 1 0 0 0,-1 0 1 0 0,1 0-1 0 0,0 0 1 0 0,0 0-1 0 0,-5 2 0 0 0,1 1 0 0 0,1 0-1 0 0,0 0 1 0 0,-1 1-1 0 0,1 0 1 0 0,1 0-1 0 0,-1 0 1 0 0,1 1-1 0 0,0 0 1 0 0,0 0-1 0 0,0 0 1 0 0,1 0-1 0 0,0 1 1 0 0,0 0-1 0 0,1 0 1 0 0,0 0-1 0 0,0 0 0 0 0,1 0 1 0 0,0 0-1 0 0,0 1 1 0 0,0 0-1 0 0,1-1 1 0 0,0 12-1 0 0,0-12 6 0 0,1 0-1 0 0,1 0 0 0 0,-1 0 0 0 0,1 0 1 0 0,0 0-1 0 0,1-1 0 0 0,0 1 1 0 0,0 0-1 0 0,0-1 0 0 0,1 1 0 0 0,3 6 1 0 0,-3-8-5 0 0,0-1 1 0 0,0 0 0 0 0,0 0-1 0 0,0 0 1 0 0,1 0 0 0 0,0 0-1 0 0,0-1 1 0 0,0 1-1 0 0,0-1 1 0 0,0 0 0 0 0,1-1-1 0 0,-1 1 1 0 0,1-1 0 0 0,0 0-1 0 0,9 3 1 0 0,-7-3-12 0 0,0-1 0 0 0,0 0 0 0 0,1 0 1 0 0,-1 0-1 0 0,0-1 0 0 0,0 0 0 0 0,1-1 0 0 0,-1 1 1 0 0,0-1-1 0 0,0-1 0 0 0,0 0 0 0 0,0 0 1 0 0,0 0-1 0 0,0-1 0 0 0,-1 1 0 0 0,1-2 0 0 0,-1 1 1 0 0,11-8-1 0 0,7-7-142 0 0,-1-1 0 0 0,-2-1 0 0 0,28-31 0 0 0,1-1 8 0 0,-34 37 103 0 0,-6 4-5 0 0,1 1-1 0 0,0 1 0 0 0,18-13 0 0 0,-28 22 47 0 0,0 0 1 0 0,0-1-1 0 0,0 1 0 0 0,0 0 1 0 0,0-1-1 0 0,0 1 0 0 0,0 0 1 0 0,0 0-1 0 0,0 0 0 0 0,0 0 1 0 0,0 0-1 0 0,0 0 0 0 0,0 0 1 0 0,0 0-1 0 0,0 0 0 0 0,0 0 1 0 0,0 1-1 0 0,0-1 0 0 0,-1 0 0 0 0,1 1 1 0 0,0-1-1 0 0,0 1 0 0 0,0-1 1 0 0,0 1-1 0 0,0-1 0 0 0,0 1 1 0 0,-1-1-1 0 0,1 1 0 0 0,0 0 1 0 0,-1 0-1 0 0,1-1 0 0 0,0 1 1 0 0,-1 0-1 0 0,1 1 0 0 0,14 28-11 0 0,-10-14 29 0 0,-1 1 0 0 0,0 0-1 0 0,-2 0 1 0 0,0 0 0 0 0,-1 31-1 0 0,-2-8 34 0 0,-10 54-1 0 0,10-88-43 0 0,-1 10 71 0 0,-1-1-1 0 0,0 1 0 0 0,-1 0 0 0 0,-1-1 1 0 0,-10 24-1 0 0,8-31-72 0 0,3-15-6 0 0,4-13-6 0 0,3 1-2 0 0,1 1-1 0 0,0 0 0 0 0,2 0 0 0 0,0 0 0 0 0,1 1 0 0 0,1 0 0 0 0,0 0 0 0 0,1 1 1 0 0,1 0-1 0 0,1 0 0 0 0,0 1 0 0 0,1 1 0 0 0,0 0 0 0 0,1 0 0 0 0,19-14 0 0 0,-26 23 11 0 0,1 0 0 0 0,0 1-1 0 0,0-1 1 0 0,0 1-1 0 0,0 1 1 0 0,1-1 0 0 0,10-2-1 0 0,-15 5 1 0 0,0 1 1 0 0,0-1-1 0 0,-1 1 0 0 0,1-1 0 0 0,0 1 0 0 0,0 0 0 0 0,0 0 0 0 0,-1 1 1 0 0,1-1-1 0 0,0 1 0 0 0,0-1 0 0 0,-1 1 0 0 0,1 0 0 0 0,0 0 0 0 0,-1 0 1 0 0,1 0-1 0 0,-1 0 0 0 0,1 1 0 0 0,-1-1 0 0 0,0 1 0 0 0,0-1 1 0 0,1 1-1 0 0,-1 0 0 0 0,0 0 0 0 0,2 3 0 0 0,2 3 7 0 0,-1 0 0 0 0,0 1 0 0 0,0 0-1 0 0,-1 0 1 0 0,0 0 0 0 0,0 0 0 0 0,-1 1 0 0 0,0-1-1 0 0,-1 1 1 0 0,0 0 0 0 0,-1 0 0 0 0,0 0 0 0 0,0 12 0 0 0,-1-5 34 0 0,-1 0 0 0 0,0-1 0 0 0,-1 1 0 0 0,-1 0 0 0 0,-1-1 0 0 0,-11 32 0 0 0,5-31 45 0 0,6-15-90 0 0,3-12-30 0 0,3-3 21 0 0,0 1-1 0 0,2 0 0 0 0,-1 0 1 0 0,8-17-1 0 0,26-49-36 0 0,-33 71 48 0 0,12-25-16 0 0,1 2 0 0 0,2 0 0 0 0,38-45-1 0 0,-46 62 13 0 0,0 2 0 0 0,0-1 0 0 0,1 1 0 0 0,1 1 0 0 0,0 0 0 0 0,0 1 0 0 0,1 0 0 0 0,0 1 0 0 0,0 0 0 0 0,17-5-1 0 0,-29 12 9 0 0,0 1 0 0 0,0-1 0 0 0,0 1 0 0 0,0-1 0 0 0,0 1 0 0 0,0 0 0 0 0,0 0 0 0 0,0-1 0 0 0,0 1 0 0 0,0 1-1 0 0,0-1 1 0 0,0 0 0 0 0,0 0 0 0 0,0 1 0 0 0,0-1 0 0 0,0 1 0 0 0,0 0 0 0 0,0 0 0 0 0,3 1 0 0 0,-3 0 5 0 0,0 0-1 0 0,0 0 1 0 0,0 0 0 0 0,0 0 0 0 0,0 1 0 0 0,0-1 0 0 0,-1 0 0 0 0,1 1 0 0 0,-1-1 0 0 0,0 1 0 0 0,1-1 0 0 0,0 5 0 0 0,1 3 20 0 0,-1 0 0 0 0,0 0 0 0 0,-1 0 1 0 0,0 0-1 0 0,0 0 0 0 0,-2 14 0 0 0,-4 15 132 0 0,-2 0 1 0 0,-2-1-1 0 0,-1 0 0 0 0,-17 38 0 0 0,-11 43 71 0 0,37-116-229 0 0,1-1-1 0 0,-1 1 1 0 0,1-1 0 0 0,-1 1 0 0 0,1-1 0 0 0,0 1 0 0 0,0-1 0 0 0,0 1 0 0 0,0-1 0 0 0,1 1 0 0 0,-1-1 0 0 0,1 1 0 0 0,0-1 0 0 0,-1 1 0 0 0,1-1 0 0 0,2 5 0 0 0,-2-6-22 0 0,0 0 1 0 0,0 0-1 0 0,1 0 1 0 0,-1 0-1 0 0,0 0 1 0 0,0 0 0 0 0,1-1-1 0 0,-1 1 1 0 0,0 0-1 0 0,1 0 1 0 0,-1-1-1 0 0,1 1 1 0 0,-1-1 0 0 0,1 0-1 0 0,-1 1 1 0 0,1-1-1 0 0,-1 0 1 0 0,1 0-1 0 0,-1 0 1 0 0,1 0 0 0 0,1 0-1 0 0,33-6-618 0 0,-21 0 440 0 0,0-1-1 0 0,0 0 0 0 0,0-1 0 0 0,-1-1 0 0 0,0 0 0 0 0,-1-1 0 0 0,0 0 0 0 0,0-1 0 0 0,-1-1 0 0 0,-1 0 1 0 0,15-18-1 0 0,-6 3 126 0 0,-1-1 1 0 0,-1-1 0 0 0,-1-1 0 0 0,20-51 0 0 0,-17 31 627 0 0,-19 48-379 0 0,-2 3-169 0 0,0-1 0 0 0,0 1 0 0 0,0-1 0 0 0,1 1 0 0 0,-1 0 0 0 0,0 0 0 0 0,1-1 0 0 0,-1 1 0 0 0,0 0 0 0 0,1 0 0 0 0,-1 0 0 0 0,1 0 0 0 0,-1 0 0 0 0,1-1 0 0 0,0 1 0 0 0,-1 0 0 0 0,1 0 0 0 0,0 2 0 0 0,-7 21 159 0 0,6-22-122 0 0,-6 26 319 0 0,-19 91 646 0 0,24-107-922 0 0,1 0 0 0 0,1 1-1 0 0,-1-1 1 0 0,2 0 0 0 0,0 0 0 0 0,0 0-1 0 0,6 22 1 0 0,-6-31-53 0 0,0 0 0 0 0,1 0 0 0 0,-1-1 0 0 0,0 1 0 0 0,1 0 0 0 0,0 0 0 0 0,0-1 1 0 0,0 1-1 0 0,0-1 0 0 0,0 0 0 0 0,0 1 0 0 0,0-1 0 0 0,1 0 0 0 0,-1 0 0 0 0,1-1 0 0 0,3 3 0 0 0,-1-1-2 0 0,0-1 0 0 0,1 0 0 0 0,-1-1 0 0 0,0 1 0 0 0,0-1 0 0 0,1 0 0 0 0,-1 0 0 0 0,12-1 0 0 0,-8 0-15 0 0,1 0 0 0 0,-1-1 0 0 0,1-1 1 0 0,0 0-1 0 0,-1 0 0 0 0,0-1 0 0 0,0 0 0 0 0,0 0 1 0 0,0-1-1 0 0,13-7 0 0 0,-9 1-15 0 0,-1 0 0 0 0,-1 0 0 0 0,0-1 1 0 0,0 0-1 0 0,-1-1 0 0 0,0 0 0 0 0,-1 0 0 0 0,0-1 0 0 0,-1-1 0 0 0,7-16 1 0 0,-8 14-8 0 0,0-1 1 0 0,-1 1 0 0 0,-1-1 0 0 0,0 0-1 0 0,-2-1 1 0 0,0 1 0 0 0,-1-1 0 0 0,0-30-1 0 0,-2 41 5 0 0,-1-1-1 0 0,0 1 1 0 0,0 0-1 0 0,0 0 1 0 0,-1 0-1 0 0,-1 0 1 0 0,1 0-1 0 0,-1 0 0 0 0,0 1 1 0 0,0-1-1 0 0,-1 1 1 0 0,0 0-1 0 0,0 0 1 0 0,0 0-1 0 0,-1 1 1 0 0,0-1-1 0 0,0 1 1 0 0,0 0-1 0 0,-1 0 1 0 0,0 1-1 0 0,0 0 1 0 0,0 0-1 0 0,0 0 1 0 0,-13-4-1 0 0,10 4 2 0 0,-1 1 0 0 0,0 0 0 0 0,1 0 0 0 0,-1 1 0 0 0,0 1 0 0 0,0 0 0 0 0,-1 0 0 0 0,1 1-1 0 0,0 0 1 0 0,0 1 0 0 0,0 0 0 0 0,0 0 0 0 0,0 1 0 0 0,0 1 0 0 0,1-1 0 0 0,-1 2 0 0 0,-14 6 0 0 0,12-4 9 0 0,1 1 0 0 0,0 0 1 0 0,0 1-1 0 0,0 0 0 0 0,1 1 0 0 0,0 0 0 0 0,1 1 1 0 0,0 0-1 0 0,0 0 0 0 0,-7 13 0 0 0,13-19-236 0 0,0 1 0 0 0,0 1 0 0 0,0-1 0 0 0,1 0 0 0 0,-1 1 0 0 0,1-1 0 0 0,1 1 1 0 0,-1-1-1 0 0,1 1 0 0 0,0 0 0 0 0,0 0 0 0 0,1-1 0 0 0,0 1 0 0 0,0 0 0 0 0,0 0 0 0 0,1 0 0 0 0,-1 0 0 0 0,2-1 0 0 0,-1 1 0 0 0,0 0 0 0 0,1-1 0 0 0,0 1 0 0 0,1-1 0 0 0,-1 1 0 0 0,6 7 0 0 0,-5-9-513 0 0,1 1 0 0 0,0-1 0 0 0,0 0-1 0 0,0 0 1 0 0,1-1 0 0 0,-1 1 0 0 0,10 5 0 0 0,4 0-2512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5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781 351 1012 0 0,'1'-9'981'0'0,"1"0"-1"0"0,-1-1 1 0 0,-1 1 0 0 0,1 0-1 0 0,-2 0 1 0 0,-1-11 0 0 0,2 15-755 0 0,-1 0 1 0 0,-1 0-1 0 0,1 0 1 0 0,-1 1-1 0 0,0-1 1 0 0,0 0-1 0 0,0 1 1 0 0,-1-1-1 0 0,1 1 1 0 0,-1 0-1 0 0,0 0 1 0 0,-6-6-1 0 0,8 9-200 0 0,-1-1 0 0 0,1 1-1 0 0,-1 0 1 0 0,0 0 0 0 0,1 0 0 0 0,-1 0 0 0 0,0 1-1 0 0,0-1 1 0 0,0 0 0 0 0,0 1 0 0 0,1-1 0 0 0,-1 1-1 0 0,0-1 1 0 0,0 1 0 0 0,0 0 0 0 0,0 0-1 0 0,0 0 1 0 0,0 0 0 0 0,0 0 0 0 0,0 1 0 0 0,0-1-1 0 0,0 0 1 0 0,0 1 0 0 0,0 0 0 0 0,0-1 0 0 0,1 1-1 0 0,-1 0 1 0 0,-3 2 0 0 0,-4 2 37 0 0,0 1 1 0 0,1 0-1 0 0,-16 14 1 0 0,22-18-37 0 0,-16 15 117 0 0,1 2 0 0 0,1 0 0 0 0,0 1 0 0 0,1 1 0 0 0,2 0 1 0 0,0 0-1 0 0,1 2 0 0 0,1 0 0 0 0,-13 42 0 0 0,21-55-87 0 0,0-1 0 0 0,1 1 0 0 0,0 0 0 0 0,1 0 0 0 0,-1 13 0 0 0,2-21-42 0 0,0 0-1 0 0,0 1 1 0 0,0-1 0 0 0,1 0-1 0 0,-1 0 1 0 0,0 0 0 0 0,1 0-1 0 0,0 0 1 0 0,-1 0 0 0 0,1 0 0 0 0,0 0-1 0 0,0 0 1 0 0,0 0 0 0 0,0 0-1 0 0,0 0 1 0 0,1 0 0 0 0,-1-1-1 0 0,0 1 1 0 0,1 0 0 0 0,-1-1 0 0 0,1 1-1 0 0,0-1 1 0 0,-1 0 0 0 0,1 0-1 0 0,0 1 1 0 0,0-1 0 0 0,0 0-1 0 0,0-1 1 0 0,0 1 0 0 0,0 0 0 0 0,0 0-1 0 0,4 0 1 0 0,-1-1-7 0 0,0 1-1 0 0,1-1 1 0 0,-1 0-1 0 0,0 0 1 0 0,1-1-1 0 0,-1 1 1 0 0,0-1-1 0 0,1 0 1 0 0,-1-1-1 0 0,0 1 1 0 0,9-5 0 0 0,-5 2-4 0 0,-1-1 0 0 0,1-1 0 0 0,-1 1 0 0 0,0-1 0 0 0,13-13 0 0 0,0-3-16 0 0,-1-2 1 0 0,-1 0-1 0 0,18-31 1 0 0,-15 17-5 0 0,30-71 1 0 0,-14 26 2 0 0,-44 95-24 0 0,-84 178 1036 0 0,45-77 614 0 0,-41 167 1 0 0,-1 125 305 0 0,77-348-1693 0 0,-38 178 507 0 0,35-185-536 0 0,-2-1 0 0 0,-35 77 0 0 0,41-108-86 0 0,-1 0 0 0 0,0 0 0 0 0,-2-1 0 0 0,0-1 0 0 0,-1 0 0 0 0,0 0 0 0 0,-1-1 0 0 0,-19 14 0 0 0,27-24-63 0 0,-1 0 0 0 0,0 0 1 0 0,-1-1-1 0 0,1 0 0 0 0,-1 0 1 0 0,1-1-1 0 0,-1 0 0 0 0,0-1 1 0 0,-16 4-1 0 0,18-6-29 0 0,0 1-1 0 0,0-1 1 0 0,-1 0 0 0 0,1-1 0 0 0,0 1-1 0 0,0-1 1 0 0,0-1 0 0 0,0 1 0 0 0,0-1-1 0 0,0 0 1 0 0,0 0 0 0 0,1-1 0 0 0,-1 1-1 0 0,-9-7 1 0 0,8 4-16 0 0,0 0 1 0 0,1-1-1 0 0,-1 1 0 0 0,1-1 1 0 0,0-1-1 0 0,1 1 0 0 0,0-1 1 0 0,0 0-1 0 0,0 0 0 0 0,1 0 1 0 0,-5-11-1 0 0,4 5-6 0 0,1 1 0 0 0,0-1 0 0 0,1 0 0 0 0,0 0 0 0 0,1 0 0 0 0,-1-23 0 0 0,3 9-9 0 0,2 1 0 0 0,0-1 1 0 0,2 1-1 0 0,1 0 0 0 0,1 0 1 0 0,16-44-1 0 0,-3 25 3 0 0,2 1-1 0 0,2 1 1 0 0,2 1 0 0 0,1 1 0 0 0,3 2 0 0 0,1 0 0 0 0,1 2-1 0 0,61-54 1 0 0,26-9-108 0 0,181-116-1 0 0,-64 49-392 0 0,-92 47 311 0 0,-124 101 168 0 0,0-2-1 0 0,-1 0 1 0 0,-1-1 0 0 0,24-41 0 0 0,-35 52 0 0 0,-1 0-1 0 0,0 0 1 0 0,-1 0 0 0 0,0-1-1 0 0,2-12 1 0 0,-5 19 11 0 0,0 0 0 0 0,-1 0 0 0 0,1 0 0 0 0,-1 0 0 0 0,0 0 0 0 0,0 0 0 0 0,-1 0 0 0 0,0 0 0 0 0,1 0 0 0 0,-2 0 1 0 0,1 0-1 0 0,0 0 0 0 0,-1 1 0 0 0,-4-8 0 0 0,6 10 13 0 0,-1 1 1 0 0,0 0-1 0 0,1 0 1 0 0,-1 0-1 0 0,0 0 1 0 0,0 0-1 0 0,0 1 1 0 0,0-1-1 0 0,0 0 1 0 0,0 0-1 0 0,0 0 1 0 0,0 1-1 0 0,0-1 1 0 0,0 1-1 0 0,0-1 1 0 0,-1 1 0 0 0,1-1-1 0 0,0 1 1 0 0,0 0-1 0 0,0-1 1 0 0,-3 1-1 0 0,1 0 1 0 0,1 0-1 0 0,-1 1 1 0 0,0-1 0 0 0,1 1-1 0 0,-1-1 1 0 0,1 1 0 0 0,-1 0-1 0 0,1 0 1 0 0,0 0-1 0 0,-3 2 1 0 0,-4 2 11 0 0,1 0 0 0 0,1 1 0 0 0,-1 0 0 0 0,-11 12 0 0 0,8-4 4 0 0,0-1 1 0 0,1 2-1 0 0,0-1 0 0 0,1 2 0 0 0,1-1 0 0 0,1 1 0 0 0,-9 23 0 0 0,7-10-24 0 0,1 1 0 0 0,1 0 0 0 0,-4 43-1 0 0,10-59 19 0 0,0-1 0 0 0,1 1-1 0 0,1-1 1 0 0,0 1-1 0 0,1 0 1 0 0,0-1 0 0 0,8 26-1 0 0,-8-35-7 0 0,-1 1-1 0 0,1-1 1 0 0,0 1-1 0 0,0-1 1 0 0,1 1-1 0 0,-1-1 0 0 0,1 0 1 0 0,0 0-1 0 0,0 0 1 0 0,0-1-1 0 0,0 1 1 0 0,1-1-1 0 0,-1 0 1 0 0,1 0-1 0 0,0 0 0 0 0,0 0 1 0 0,0 0-1 0 0,1-1 1 0 0,-1 0-1 0 0,1 0 1 0 0,-1 0-1 0 0,1-1 0 0 0,-1 1 1 0 0,8 0-1 0 0,-6-1-59 0 0,1-1-1 0 0,-1-1 1 0 0,0 1-1 0 0,0-1 0 0 0,0 0 1 0 0,0 0-1 0 0,0-1 1 0 0,0 0-1 0 0,-1 0 0 0 0,1 0 1 0 0,0-1-1 0 0,-1 1 1 0 0,0-1-1 0 0,1-1 1 0 0,-1 1-1 0 0,0-1 0 0 0,-1 0 1 0 0,1 0-1 0 0,7-9 1 0 0,4-6-201 0 0,-1-1 1 0 0,-1 0-1 0 0,17-32 1 0 0,-27 44 225 0 0,89-183-663 0 0,-35 68 454 0 0,-58 122 246 0 0,0 1 0 0 0,0 0 1 0 0,0 0-1 0 0,0-1 0 0 0,0 1 1 0 0,0 0-1 0 0,0-1 0 0 0,0 1 1 0 0,0 0-1 0 0,0 0 0 0 0,0-1 0 0 0,0 1 1 0 0,0 0-1 0 0,1 0 0 0 0,-1-1 1 0 0,0 1-1 0 0,0 0 0 0 0,0 0 1 0 0,1-1-1 0 0,-1 1 0 0 0,0 0 1 0 0,0 0-1 0 0,0 0 0 0 0,1 0 1 0 0,-1-1-1 0 0,0 1 0 0 0,0 0 1 0 0,1 0-1 0 0,-1 0 0 0 0,0 0 0 0 0,0 0 1 0 0,1 0-1 0 0,-1 0 0 0 0,0 0 1 0 0,1 0-1 0 0,-1 0 0 0 0,0 0 1 0 0,0 0-1 0 0,1 0 0 0 0,-1 0 1 0 0,0 0-1 0 0,1 0 0 0 0,3 14-8 0 0,-2 24 22 0 0,-9 34 51 0 0,-31 135 1 0 0,23-140-14 0 0,-6 33 198 0 0,21-98-182 0 0,2-3-64 0 0,5-7-6 0 0,0 0-1 0 0,0 0 1 0 0,0 0 0 0 0,-1-1-1 0 0,0 0 1 0 0,-1 0 0 0 0,7-16-1 0 0,10-14-12 0 0,-21 37 16 0 0,105-152-111 0 0,-91 135 89 0 0,1 0 1 0 0,1 1-1 0 0,1 1 0 0 0,0 1 1 0 0,33-22-1 0 0,-49 36 21 0 0,0 1-1 0 0,0-1 1 0 0,0 1 0 0 0,1-1-1 0 0,-1 1 1 0 0,0 0-1 0 0,1 0 1 0 0,-1 0 0 0 0,1 0-1 0 0,-1 1 1 0 0,1-1 0 0 0,-1 1-1 0 0,1-1 1 0 0,-1 1-1 0 0,1 0 1 0 0,0 0 0 0 0,-1 0-1 0 0,4 1 1 0 0,-5 0 4 0 0,0-1 0 0 0,0 1-1 0 0,0 0 1 0 0,0 0 0 0 0,0-1 0 0 0,0 1-1 0 0,-1 0 1 0 0,1 0 0 0 0,0 0 0 0 0,0 0-1 0 0,-1 0 1 0 0,1 0 0 0 0,-1 0 0 0 0,1 0 0 0 0,-1 0-1 0 0,0 0 1 0 0,1 1 0 0 0,-1-1 0 0 0,0 0-1 0 0,0 0 1 0 0,1 0 0 0 0,-1 3 0 0 0,0 26 3 0 0,-7 7 20 0 0,-1-2 0 0 0,-23 63 0 0 0,16-55 26 0 0,-10 49-1 0 0,24-89-43 0 0,0 0 0 0 0,1 1 0 0 0,-1-1-1 0 0,1 0 1 0 0,0 1 0 0 0,0-1-1 0 0,0 0 1 0 0,0 1 0 0 0,1-1 0 0 0,-1 0-1 0 0,1 1 1 0 0,0-1 0 0 0,1 3 0 0 0,-1-4-5 0 0,0-1 1 0 0,0 1 0 0 0,0-1 0 0 0,1 0 0 0 0,-1 0-1 0 0,0 1 1 0 0,1-1 0 0 0,-1 0 0 0 0,1 0-1 0 0,-1 0 1 0 0,1-1 0 0 0,-1 1 0 0 0,1 0 0 0 0,0 0-1 0 0,-1-1 1 0 0,1 1 0 0 0,0-1 0 0 0,0 0 0 0 0,-1 0-1 0 0,1 1 1 0 0,0-1 0 0 0,0 0 0 0 0,-1 0-1 0 0,1 0 1 0 0,2-1 0 0 0,5 0-6 0 0,-1 0 1 0 0,1-1-1 0 0,-1 0 1 0 0,0-1-1 0 0,1 1 1 0 0,-1-2-1 0 0,-1 1 0 0 0,1-1 1 0 0,0 0-1 0 0,10-8 1 0 0,0-2-11 0 0,-1 1-1 0 0,29-32 1 0 0,-23 20-2 0 0,-1-1 1 0 0,-1-1-1 0 0,-1-1 0 0 0,-2-1 1 0 0,-1-1-1 0 0,-1 0 1 0 0,-1-1-1 0 0,-2-1 0 0 0,-2 0 1 0 0,11-44-1 0 0,-21 71 12 0 0,1-1-1 0 0,-2 1 1 0 0,1-1 0 0 0,0 0-1 0 0,-1 0 1 0 0,0 1 0 0 0,-1-1-1 0 0,1 0 1 0 0,-1 1 0 0 0,0-1-1 0 0,-3-8 1 0 0,3 13 4 0 0,1 0 0 0 0,-1 0-1 0 0,1 0 1 0 0,-1 0 0 0 0,0 0 0 0 0,1 1 0 0 0,-1-1-1 0 0,0 0 1 0 0,0 0 0 0 0,0 1 0 0 0,0-1-1 0 0,0 0 1 0 0,0 1 0 0 0,0-1 0 0 0,0 1 0 0 0,0-1-1 0 0,0 1 1 0 0,0 0 0 0 0,0-1 0 0 0,0 1 0 0 0,0 0-1 0 0,0 0 1 0 0,-2 0 0 0 0,1 0-1 0 0,0 0 0 0 0,-1 1 0 0 0,1-1 0 0 0,0 1 0 0 0,0 0 0 0 0,-1-1 0 0 0,1 1 0 0 0,0 0 0 0 0,0 1 0 0 0,-3 1-1 0 0,-2 2-1 0 0,0 1-1 0 0,0 0 1 0 0,0 0-1 0 0,-8 11 1 0 0,-1 5 12 0 0,1 0-1 0 0,1 1 1 0 0,1 0 0 0 0,1 1 0 0 0,1 1-1 0 0,1 0 1 0 0,2 0 0 0 0,0 1-1 0 0,2 0 1 0 0,0 0 0 0 0,2 1 0 0 0,-1 34-1 0 0,5-56-25 0 0,0-1 0 0 0,0 0 0 0 0,0 0 0 0 0,1 0-1 0 0,0 0 1 0 0,-1 0 0 0 0,2 0 0 0 0,-1 0 0 0 0,0 0-1 0 0,1 0 1 0 0,0 0 0 0 0,0-1 0 0 0,0 1 0 0 0,0-1-1 0 0,0 1 1 0 0,1-1 0 0 0,0 0 0 0 0,0 0 0 0 0,6 6 0 0 0,-3-6-136 0 0,0 1 1 0 0,0-1 0 0 0,0 0 0 0 0,1 0-1 0 0,-1 0 1 0 0,1-1 0 0 0,0 0-1 0 0,-1-1 1 0 0,1 1 0 0 0,0-1 0 0 0,8 0-1 0 0,2-1-186 0 0,0 0 1 0 0,0-1-1 0 0,0-1 0 0 0,-1 0 0 0 0,1-2 0 0 0,0 0 0 0 0,-1 0 0 0 0,0-2 0 0 0,0 0 0 0 0,-1 0 0 0 0,1-2 0 0 0,-1 0 0 0 0,-1-1 0 0 0,25-19 0 0 0,-17 11 264 0 0,-1-2 1 0 0,-1-1-1 0 0,-1 0 1 0 0,0-2 0 0 0,-2 0-1 0 0,0-1 1 0 0,-2 0-1 0 0,15-31 1 0 0,-23 41 271 0 0,0 0 0 0 0,-1-1 1 0 0,-1 1-1 0 0,-1-1 0 0 0,0 0 1 0 0,0 0-1 0 0,2-29 0 0 0,-23 58-162 0 0,-1 16 313 0 0,2 1 0 0 0,1 0-1 0 0,-16 51 1 0 0,14-37-44 0 0,12-32-222 0 0,0 0 0 0 0,0 1 1 0 0,2-1-1 0 0,0 1 1 0 0,0 0-1 0 0,1 0 1 0 0,1 0-1 0 0,1 20 1 0 0,1-33-68 0 0,0 0-1 0 0,-1 1 1 0 0,1-1 0 0 0,0 0 0 0 0,0 0 0 0 0,0 0 0 0 0,1 0 0 0 0,-1 0 0 0 0,0 0-1 0 0,1 0 1 0 0,-1 0 0 0 0,1 0 0 0 0,0 0 0 0 0,0-1 0 0 0,-1 1 0 0 0,1-1-1 0 0,0 1 1 0 0,0-1 0 0 0,1 0 0 0 0,-1 0 0 0 0,0 0 0 0 0,0 0 0 0 0,0 0 0 0 0,1 0-1 0 0,-1-1 1 0 0,0 1 0 0 0,1-1 0 0 0,2 1 0 0 0,0-1-1 0 0,1 1 1 0 0,-1-1-1 0 0,1 0 0 0 0,-1 0 1 0 0,1 0-1 0 0,-1-1 0 0 0,0 0 1 0 0,1 0-1 0 0,-1-1 0 0 0,0 1 1 0 0,10-5-1 0 0,-4-1-13 0 0,0 0 1 0 0,-1-1-1 0 0,0 0 0 0 0,0-1 1 0 0,-1 0-1 0 0,0-1 0 0 0,0 0 0 0 0,-1 0 1 0 0,-1 0-1 0 0,1-1 0 0 0,-2 0 1 0 0,0-1-1 0 0,0 0 0 0 0,4-13 1 0 0,2-7-4 0 0,-3-1 0 0 0,0 1-1 0 0,-2-1 1 0 0,3-44 0 0 0,-8 57 7 0 0,-1-1 0 0 0,-1 1 0 0 0,0-1 0 0 0,-5-25 0 0 0,4 38-6 0 0,-1 1-1 0 0,1 0 0 0 0,-1 0 0 0 0,-1 0 0 0 0,1 0 1 0 0,-1 1-1 0 0,0-1 0 0 0,-1 1 0 0 0,1-1 1 0 0,-1 1-1 0 0,-1 0 0 0 0,1 1 0 0 0,-1-1 1 0 0,0 1-1 0 0,-8-7 0 0 0,10 10-1 0 0,-1 0 1 0 0,0 0-1 0 0,0 0 0 0 0,0 0 1 0 0,0 1-1 0 0,0 0 0 0 0,0 0 1 0 0,0 0-1 0 0,0 0 0 0 0,-1 1 0 0 0,1-1 1 0 0,0 1-1 0 0,0 0 0 0 0,-1 0 1 0 0,1 1-1 0 0,0 0 0 0 0,0-1 1 0 0,0 1-1 0 0,0 0 0 0 0,-1 1 1 0 0,2-1-1 0 0,-1 1 0 0 0,0 0 0 0 0,-7 4 1 0 0,-2 2-5 0 0,0 1 0 0 0,0 0 1 0 0,0 1-1 0 0,2 1 0 0 0,-16 16 1 0 0,15-13 8 0 0,0 0 1 0 0,2 0 0 0 0,0 1 0 0 0,0 1-1 0 0,2 0 1 0 0,-10 24 0 0 0,14-30-2 0 0,0-1 1 0 0,2 1-1 0 0,-1-1 1 0 0,1 1-1 0 0,0 0 1 0 0,1 0-1 0 0,0 0 0 0 0,1 0 1 0 0,0 0-1 0 0,1 0 1 0 0,0 0-1 0 0,0 0 1 0 0,4 12-1 0 0,-4-17-47 0 0,1 1 1 0 0,1-1-1 0 0,-1 0 1 0 0,1 0-1 0 0,0 0 0 0 0,0 0 1 0 0,0 0-1 0 0,1-1 1 0 0,-1 1-1 0 0,1-1 0 0 0,0 0 1 0 0,0 0-1 0 0,1-1 1 0 0,5 5-1 0 0,-3-4-106 0 0,0 0 0 0 0,0-1 0 0 0,1 0 0 0 0,-1 0 0 0 0,1-1 0 0 0,0 0 0 0 0,0 0 0 0 0,-1-1 0 0 0,12 1 0 0 0,-3-1-84 0 0,0-1 1 0 0,0-1-1 0 0,0-1 1 0 0,0 0-1 0 0,0-1 0 0 0,0-1 1 0 0,-1 0-1 0 0,1-1 1 0 0,23-12-1 0 0,-9 0 164 0 0,-1-1 0 0 0,0-2 0 0 0,-2 0 1 0 0,0-2-1 0 0,-2-1 0 0 0,0-1 0 0 0,-2-2 0 0 0,0 0 0 0 0,28-43 0 0 0,18-43 1811 0 0,-68 110-1619 0 0,-8 21-24 0 0,-46 100 107 0 0,23-55 169 0 0,2 2-1 0 0,-32 120 0 0 0,59-182-356 0 0,0-1-1 0 0,0 0 1 0 0,1 1 0 0 0,-1-1-1 0 0,1 1 1 0 0,0-1-1 0 0,0 1 1 0 0,0-1 0 0 0,1 1-1 0 0,-1-1 1 0 0,1 1-1 0 0,0-1 1 0 0,0 0 0 0 0,0 1-1 0 0,0-1 1 0 0,1 0-1 0 0,-1 0 1 0 0,1 0 0 0 0,0 0-1 0 0,0 0 1 0 0,3 3-1 0 0,-2-2-5 0 0,1-1-1 0 0,0-1 0 0 0,0 1 0 0 0,0-1 0 0 0,0 1 0 0 0,0-1 0 0 0,1 0 0 0 0,-1 0 0 0 0,1-1 0 0 0,-1 0 0 0 0,1 1 1 0 0,0-2-1 0 0,0 1 0 0 0,-1 0 0 0 0,8-1 0 0 0,0 0-16 0 0,1 0 0 0 0,-1-1 0 0 0,1 0 0 0 0,-1-1 0 0 0,1 0 0 0 0,-1-1 0 0 0,0-1 0 0 0,0 0 0 0 0,-1 0 0 0 0,14-8 0 0 0,-9 3-9 0 0,0-1 0 0 0,0-1 1 0 0,-1-1-1 0 0,0 0 0 0 0,-1 0 0 0 0,13-17 1 0 0,1-5-2 0 0,-1-1 0 0 0,-3-1 1 0 0,0-1-1 0 0,-3-2 0 0 0,19-43 1 0 0,-2-19-1 0 0,-12 32 62 0 0,-20 47-87 0 0,-15 38 14 0 0,-145 336 80 0 0,147-337-32 0 0,-19 53 7 0 0,24-62-9 0 0,1 0 1 0 0,-1 1-1 0 0,1-1 1 0 0,0 1-1 0 0,1 0 1 0 0,-1-1-1 0 0,1 1 1 0 0,1 7 0 0 0,0-12-13 0 0,-1-1 1 0 0,1 0-1 0 0,-1 1 1 0 0,1-1-1 0 0,-1 0 1 0 0,1 1-1 0 0,0-1 1 0 0,0 0 0 0 0,0 0-1 0 0,0 0 1 0 0,0 0-1 0 0,0 0 1 0 0,0 0-1 0 0,0 0 1 0 0,0 0-1 0 0,0 0 1 0 0,0 0 0 0 0,1-1-1 0 0,-1 1 1 0 0,0 0-1 0 0,1-1 1 0 0,-1 1-1 0 0,0-1 1 0 0,1 0-1 0 0,1 1 1 0 0,1 0 2 0 0,1 0 1 0 0,0-1-1 0 0,0 1 1 0 0,0-1-1 0 0,9-1 1 0 0,7-2-14 0 0,0-2 0 0 0,0 0 0 0 0,0-2 1 0 0,0 0-1 0 0,-1-1 0 0 0,0-1 0 0 0,-1-1 0 0 0,0-1 1 0 0,27-20-1 0 0,2-6-10 0 0,-2-2 1 0 0,48-52-1 0 0,-57 55 37 0 0,-2-2 1 0 0,-2-2-1 0 0,-1-1 1 0 0,38-68 0 0 0,-68 106-31 0 0,0-1-1 0 0,0 0 1 0 0,-1 0 0 0 0,1 0 0 0 0,-1 0 0 0 0,0 0 0 0 0,0-5 0 0 0,-1 8 11 0 0,0 0-1 0 0,1-1 0 0 0,-1 1 1 0 0,-1-1-1 0 0,1 1 0 0 0,0-1 1 0 0,0 1-1 0 0,-1-1 1 0 0,1 1-1 0 0,0-1 0 0 0,-1 1 1 0 0,0 0-1 0 0,1-1 0 0 0,-1 1 1 0 0,0 0-1 0 0,1-1 0 0 0,-1 1 1 0 0,0 0-1 0 0,0 0 1 0 0,-2-2-1 0 0,1 2 1 0 0,1 1-1 0 0,-1-1 1 0 0,1 1 0 0 0,-1 0-1 0 0,1-1 1 0 0,-1 1 0 0 0,1 0-1 0 0,-1 0 1 0 0,1 0 0 0 0,-1 0-1 0 0,1 0 1 0 0,-1 1 0 0 0,1-1-1 0 0,-1 0 1 0 0,1 1 0 0 0,-1-1-1 0 0,1 1 1 0 0,0-1 0 0 0,-1 1-1 0 0,-1 1 1 0 0,-27 16-45 0 0,22-12 36 0 0,0 1 0 0 0,0 0 1 0 0,1 1-1 0 0,0-1 0 0 0,0 1 0 0 0,1 1 1 0 0,0-1-1 0 0,0 1 0 0 0,1 0 1 0 0,0 1-1 0 0,-3 10 0 0 0,5-13 14 0 0,2 0-1 0 0,-1 0 1 0 0,1 0-1 0 0,0 0 1 0 0,0 0-1 0 0,1 0 0 0 0,0 0 1 0 0,0 0-1 0 0,1 0 1 0 0,-1 0-1 0 0,2 0 1 0 0,-1 0-1 0 0,1 0 1 0 0,0-1-1 0 0,0 1 1 0 0,1 0-1 0 0,4 7 1 0 0,3 2 223 0 0,0-1-1 0 0,1 0 1 0 0,23 23 0 0 0,-24-28-18 0 0,0 2-1 0 0,0-1 1 0 0,-1 1 0 0 0,0 0-1 0 0,-1 1 1 0 0,10 22-1 0 0,-17-33-93 0 0,0 1-1 0 0,0 0 0 0 0,0 0 1 0 0,-1 0-1 0 0,1 0 0 0 0,-1 0 1 0 0,0 0-1 0 0,0 0 0 0 0,0 1 1 0 0,0-1-1 0 0,-1 0 0 0 0,1 0 1 0 0,-1 0-1 0 0,0 0 0 0 0,-1 4 1 0 0,-1-2 13 0 0,1 0 0 0 0,0-1-1 0 0,-1 0 1 0 0,0 1 0 0 0,0-1 0 0 0,-1 0 0 0 0,1 0 0 0 0,-8 5 0 0 0,4-3-36 0 0,-1 0 0 0 0,-1 0 0 0 0,1-1 0 0 0,-1 0 0 0 0,0-1-1 0 0,0 0 1 0 0,0 0 0 0 0,0-1 0 0 0,-14 3 0 0 0,15-5-51 0 0,-1 1 0 0 0,0-1-1 0 0,1-1 1 0 0,-1 0 0 0 0,0 0-1 0 0,-15-3 1 0 0,21 3-234 0 0,0-1 0 0 0,-1 0 0 0 0,1 0 0 0 0,0-1 0 0 0,0 1 0 0 0,0 0 0 0 0,0-1 0 0 0,1 0 0 0 0,-1 0 0 0 0,0 1 0 0 0,1-2 0 0 0,-1 1 0 0 0,1 0 0 0 0,0 0 0 0 0,-1-1 0 0 0,1 0 0 0 0,0 1 0 0 0,1-1 0 0 0,-1 0 0 0 0,0 0 0 0 0,-1-4 0 0 0,-7-31-6665 0 0,6 15-36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7:5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769 365 1264 0 0,'0'0'4450'0'0,"-3"0"-3833"0"0,-15 6 822 0 0,17-5-1250 0 0,-14 19 370 0 0,12-15-464 0 0,2-4-38 0 0,0 0 0 0 0,0 0 1 0 0,0 0-1 0 0,1 0 0 0 0,-1 0 0 0 0,0 0 0 0 0,1 1 0 0 0,-1-1 0 0 0,0 0 0 0 0,1 0 1 0 0,0 1-1 0 0,-1-1 0 0 0,1 0 0 0 0,0 1 0 0 0,-1-1 0 0 0,1 0 0 0 0,0 1 0 0 0,0-1 1 0 0,0 0-1 0 0,0 1 0 0 0,1-1 0 0 0,-1 0 0 0 0,0 2 0 0 0,1-2 177 0 0,2-1 26 0 0,6-2-153 0 0,0 0-1 0 0,0-1 1 0 0,-1 0 0 0 0,1 0 0 0 0,-1-1 0 0 0,1 0 0 0 0,-1 0 0 0 0,0-1 0 0 0,14-11-1 0 0,-10 6-64 0 0,0-1 0 0 0,0 0 0 0 0,-1 0 0 0 0,-1-1 0 0 0,11-16 0 0 0,-11 12 11 0 0,0 0 1 0 0,-2-1-1 0 0,0 1 1 0 0,0-2-1 0 0,7-27 1 0 0,-13 37-31 0 0,0 0 0 0 0,0-1 0 0 0,-1 1 0 0 0,0-1 0 0 0,-1 1 0 0 0,0-1 0 0 0,0 1 1 0 0,0-1-1 0 0,-1 0 0 0 0,-1 1 0 0 0,0 0 0 0 0,0-1 0 0 0,0 1 0 0 0,-5-11 0 0 0,6 17-21 0 0,-1-1 0 0 0,1 1 0 0 0,0 0 0 0 0,-1 0 0 0 0,1 0 0 0 0,-1 0 0 0 0,0 0 1 0 0,1 0-1 0 0,-1 1 0 0 0,0-1 0 0 0,0 0 0 0 0,0 1 0 0 0,-1 0 0 0 0,1-1 0 0 0,0 1 0 0 0,0 0 0 0 0,-1 0 0 0 0,1 0 0 0 0,-3 0 0 0 0,0 0-5 0 0,1 1 1 0 0,-1-1-1 0 0,0 1 0 0 0,1 0 0 0 0,-1 1 1 0 0,0-1-1 0 0,1 1 0 0 0,-1 0 1 0 0,-7 2-1 0 0,-6 4-2 0 0,0 1 0 0 0,0 0 0 0 0,-30 21 0 0 0,46-27 10 0 0,-42 26 51 0 0,3 2 1 0 0,0 2 0 0 0,2 2-1 0 0,2 1 1 0 0,-46 55 0 0 0,74-79-41 0 0,1 1 0 0 0,0 0-1 0 0,1 0 1 0 0,0 1 0 0 0,1 0 0 0 0,0 0 0 0 0,1 1 0 0 0,0 0-1 0 0,2-1 1 0 0,-4 19 0 0 0,6-26-15 0 0,1-1 0 0 0,-1 1 0 0 0,1-1 0 0 0,0 1 0 0 0,0-1 0 0 0,1 1-1 0 0,0-1 1 0 0,0 1 0 0 0,0-1 0 0 0,0 1 0 0 0,1-1 0 0 0,0 0 0 0 0,0 0 0 0 0,1 0 0 0 0,-1 0 0 0 0,1 0-1 0 0,0-1 1 0 0,0 1 0 0 0,1-1 0 0 0,-1 0 0 0 0,1 0 0 0 0,0 0 0 0 0,0 0 0 0 0,0 0 0 0 0,1-1 0 0 0,-1 0-1 0 0,1 0 1 0 0,0 0 0 0 0,6 2 0 0 0,2 0 20 0 0,1 0 0 0 0,0-1 0 0 0,0-1 0 0 0,0 0 0 0 0,1-1 0 0 0,-1-1 0 0 0,1 0 0 0 0,-1-1 0 0 0,1 0 0 0 0,-1-1 0 0 0,0-1 0 0 0,1 0 0 0 0,-1-1 0 0 0,0-1 0 0 0,23-8 0 0 0,-31 10-23 0 0,-1-1 0 0 0,0 1 0 0 0,0-1 0 0 0,-1 0-1 0 0,1 0 1 0 0,0-1 0 0 0,-1 1 0 0 0,0-1 0 0 0,0 0-1 0 0,0 0 1 0 0,-1 0 0 0 0,1-1 0 0 0,-1 1 0 0 0,0-1 0 0 0,0 0-1 0 0,0 0 1 0 0,-1 0 0 0 0,2-6 0 0 0,-3 10 1 0 0,-1 0 0 0 0,0 0 0 0 0,0 0 0 0 0,0 0 0 0 0,0 0 0 0 0,0 0 0 0 0,0 0 0 0 0,0 0 0 0 0,0 0 0 0 0,0 0 0 0 0,0 0 0 0 0,-1 1 0 0 0,1-1 0 0 0,0 0 0 0 0,-1 0 0 0 0,1 0 0 0 0,0 0 0 0 0,-1 0 0 0 0,1 0 0 0 0,-1 1 0 0 0,0-1 0 0 0,1 0 0 0 0,-1 0 0 0 0,1 1 0 0 0,-1-1 0 0 0,0 1 0 0 0,0-1 0 0 0,1 0 0 0 0,-1 1 0 0 0,0-1 0 0 0,0 1 0 0 0,0 0 0 0 0,0-1 0 0 0,0 1 0 0 0,0 0 0 0 0,1-1 0 0 0,-1 1 0 0 0,-2 0 0 0 0,-30-3-29 0 0,17 5 33 0 0,1 0 0 0 0,0 1 0 0 0,0 0 0 0 0,0 1 1 0 0,0 1-1 0 0,1 1 0 0 0,0 0 0 0 0,-22 13 1 0 0,-4 5 13 0 0,-55 44 1 0 0,34-19-7 0 0,2 3 1 0 0,-74 83 0 0 0,105-102 10 0 0,1 1 1 0 0,2 2-1 0 0,1 1 1 0 0,1 0-1 0 0,-32 77 1 0 0,51-102 3 0 0,0-1 1 0 0,0 1 0 0 0,1 0-1 0 0,0 0 1 0 0,1 0 0 0 0,1 1-1 0 0,-1 19 1 0 0,3-28-22 0 0,-1 1 0 0 0,0-1-1 0 0,1 0 1 0 0,0 1 0 0 0,0-1 0 0 0,1 0 0 0 0,-1 0 0 0 0,1 0 0 0 0,0 0-1 0 0,0 0 1 0 0,0 0 0 0 0,0-1 0 0 0,1 1 0 0 0,-1 0 0 0 0,1-1 0 0 0,0 0-1 0 0,0 0 1 0 0,1 0 0 0 0,-1 0 0 0 0,0 0 0 0 0,1-1 0 0 0,0 1 0 0 0,-1-1-1 0 0,7 3 1 0 0,2-1-10 0 0,-1 0 0 0 0,1-1 0 0 0,-1 0 0 0 0,1-1-1 0 0,0 0 1 0 0,22 1 0 0 0,73-7-56 0 0,-48-2 43 0 0,0-3 0 0 0,0-2 0 0 0,-1-3 1 0 0,-1-2-1 0 0,76-32 0 0 0,-87 28 4 0 0,-2-3 0 0 0,0-1 1 0 0,-1-2-1 0 0,-1-2 0 0 0,-2-2 0 0 0,64-60 1 0 0,-84 68 2 0 0,0 0 0 0 0,-1-1 1 0 0,24-40-1 0 0,-33 45 11 0 0,0 1 0 0 0,-2-2 1 0 0,0 0-1 0 0,-1 0 0 0 0,0 0 0 0 0,3-22 0 0 0,-9 38 0 0 0,-1 1 0 0 0,1-1 0 0 0,0 1 0 0 0,-1-1 0 0 0,0 0 0 0 0,0 1-1 0 0,1-1 1 0 0,-2 0 0 0 0,1 1 0 0 0,0-1 0 0 0,0 0 0 0 0,-1 1 0 0 0,0-1 0 0 0,1 0-1 0 0,-1 1 1 0 0,0-1 0 0 0,0 1 0 0 0,0 0 0 0 0,-1-1 0 0 0,1 1 0 0 0,-1 0 0 0 0,-1-3 0 0 0,1 4-1 0 0,1 0 0 0 0,0 1 1 0 0,-1-1-1 0 0,1 1 1 0 0,-1-1-1 0 0,1 1 1 0 0,0-1-1 0 0,-1 1 1 0 0,1 0-1 0 0,-1 0 1 0 0,1 0-1 0 0,-1 0 1 0 0,1 0-1 0 0,-1 0 1 0 0,1 0-1 0 0,-1 0 0 0 0,1 1 1 0 0,-1-1-1 0 0,-1 1 1 0 0,-27 11-15 0 0,26-10 14 0 0,-15 7-3 0 0,1 1 0 0 0,1 1 1 0 0,-29 23-1 0 0,-45 48 2 0 0,74-66 2 0 0,-1 0-1 0 0,-17 17 10 0 0,-35 42 0 0 0,62-66-4 0 0,0 1-1 0 0,1 1 1 0 0,0-1 0 0 0,1 1-1 0 0,0 0 1 0 0,0 1 0 0 0,2-1-1 0 0,-1 1 1 0 0,-4 19 0 0 0,9-28-2 0 0,-1 0 1 0 0,1 0 0 0 0,-1 0 0 0 0,1 0-1 0 0,0 0 1 0 0,0 0 0 0 0,0 0 0 0 0,0 0-1 0 0,1 0 1 0 0,-1 0 0 0 0,1 0 0 0 0,0-1-1 0 0,0 1 1 0 0,0 0 0 0 0,0 0 0 0 0,0-1-1 0 0,1 1 1 0 0,-1 0 0 0 0,1-1 0 0 0,0 1-1 0 0,0-1 1 0 0,0 0 0 0 0,0 0 0 0 0,0 0-1 0 0,0 0 1 0 0,0 0 0 0 0,1 0 0 0 0,4 3-1 0 0,-1-3 5 0 0,0 0 0 0 0,-1 0-1 0 0,1 0 1 0 0,0 0-1 0 0,0-1 1 0 0,0 0 0 0 0,1 0-1 0 0,-1-1 1 0 0,0 0-1 0 0,0 0 1 0 0,0 0 0 0 0,0-1-1 0 0,8-1 1 0 0,-3-1-8 0 0,1-1-1 0 0,-1 0 1 0 0,-1 0-1 0 0,1-1 1 0 0,-1-1 0 0 0,1 1-1 0 0,-2-2 1 0 0,1 1-1 0 0,-1-1 1 0 0,0-1 0 0 0,0 0-1 0 0,-1 0 1 0 0,0-1-1 0 0,7-9 1 0 0,11-17-6 0 0,-2-1 0 0 0,27-55 0 0 0,-41 72 12 0 0,11-30 35 0 0,-20 47-58 0 0,-2 6 7 0 0,1-1 14 0 0,-1 1 0 0 0,-1 0-1 0 0,1 0 1 0 0,0 0 0 0 0,-1-1 0 0 0,0 1 0 0 0,-2 3 0 0 0,-6 13 0 0 0,-32 84 123 0 0,-165 435 1580 0 0,112-247-1348 0 0,-66 174 243 0 0,113-337-392 0 0,47-126-208 0 0,1-3-38 0 0,0 0 22 0 0,1 1 0 0 0,-1-1 0 0 0,0 0 0 0 0,0 0 0 0 0,0 0-1 0 0,1 1 1 0 0,-1-1 0 0 0,0 0 0 0 0,0 0 0 0 0,1 0 0 0 0,-1 1 0 0 0,0-1 0 0 0,0 0 0 0 0,1 0 0 0 0,-1 0-1 0 0,0 0 1 0 0,1 0 0 0 0,-1 0 0 0 0,0 0 0 0 0,1 0 0 0 0,-1 0 0 0 0,0 0 0 0 0,1 0 0 0 0,-1 0 0 0 0,0 0-1 0 0,0 0 1 0 0,1 0 0 0 0,-1 0 0 0 0,0 0 0 0 0,1 0 0 0 0,-1 0 0 0 0,0 0 0 0 0,1 0 0 0 0,-1-1-1 0 0,0 1 1 0 0,0 0 0 0 0,1 0 0 0 0,-1 0 0 0 0,0-1 0 0 0,0 1 0 0 0,1 0 0 0 0,-1 0 0 0 0,0 0 0 0 0,0-1-1 0 0,0 1 1 0 0,16-10-572 0 0,-16 10 559 0 0,40-40-1880 0 0,-2-2 0 0 0,-1-1 0 0 0,37-58 0 0 0,-67 90 1552 0 0,29-39-1926 0 0,2-8-481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1395 908 0 0,'0'0'67'0'0,"90"-195"4314"0"0,-68 141-2072 0 0,25-95 0 0 0,-43 131-1722 0 0,3-31-1 0 0,-7 43-488 0 0,0 0 0 0 0,0 0-1 0 0,0 0 1 0 0,0-1 0 0 0,-1 1-1 0 0,0 0 1 0 0,-1 0 0 0 0,-2-8-1 0 0,3 13-94 0 0,1 1 0 0 0,0-1 0 0 0,0 1 0 0 0,-1-1 1 0 0,1 1-1 0 0,-1 0 0 0 0,1-1 0 0 0,0 1 0 0 0,-1-1 0 0 0,1 1 0 0 0,-1 0 0 0 0,1 0 0 0 0,-1-1 0 0 0,1 1 0 0 0,-1 0 0 0 0,1 0 0 0 0,-1 0 0 0 0,1-1 0 0 0,-1 1 0 0 0,1 0 0 0 0,-1 0 0 0 0,1 0 0 0 0,-1 0 0 0 0,0 0 0 0 0,1 0 0 0 0,-1 0 0 0 0,1 0 0 0 0,-1 0 0 0 0,1 0 0 0 0,-1 1 0 0 0,1-1 0 0 0,-1 0 0 0 0,1 0 0 0 0,-1 0 0 0 0,1 1 0 0 0,-1-1 0 0 0,1 0 0 0 0,-1 1 0 0 0,1-1 0 0 0,-1 0 0 0 0,1 1 0 0 0,-1-1 0 0 0,-18 16 23 0 0,7-2-13 0 0,1 0-1 0 0,0 0 0 0 0,1 1 0 0 0,0 0 1 0 0,1 1-1 0 0,-6 16 0 0 0,-36 104 178 0 0,44-111-133 0 0,0 1 0 0 0,2-1 0 0 0,0 1 0 0 0,2 0 1 0 0,1 0-1 0 0,1 1 0 0 0,3 31 0 0 0,-1-53-45 0 0,-1 1 0 0 0,2-1 1 0 0,-1 0-1 0 0,0 1 1 0 0,1-1-1 0 0,0 0 1 0 0,0 0-1 0 0,1 0 1 0 0,-1 0-1 0 0,1-1 1 0 0,0 1-1 0 0,7 8 1 0 0,-7-10-12 0 0,1 0 1 0 0,-1-1 0 0 0,0 1-1 0 0,1-1 1 0 0,0 1-1 0 0,-1-1 1 0 0,1 0 0 0 0,0 0-1 0 0,0-1 1 0 0,0 1 0 0 0,1-1-1 0 0,-1 0 1 0 0,0 0 0 0 0,0-1-1 0 0,1 1 1 0 0,7-1 0 0 0,1-1-42 0 0,-1 0 1 0 0,0-1 0 0 0,0 0 0 0 0,0-1-1 0 0,0-1 1 0 0,0 0 0 0 0,-1 0 0 0 0,1-1 0 0 0,-1-1-1 0 0,0 0 1 0 0,-1 0 0 0 0,0-1 0 0 0,0-1-1 0 0,0 1 1 0 0,11-13 0 0 0,12-14-109 0 0,-2-1 0 0 0,43-62 1 0 0,-29 27 51 0 0,47-97 1 0 0,-78 141 73 0 0,35-86 825 0 0,-39 86-659 0 0,-10 25-95 0 0,-8 25 5 0 0,-14 35-12 0 0,-36 113 27 0 0,49-139 17 0 0,1 1 0 0 0,2-1 0 0 0,-3 44 1 0 0,9-73-113 0 0,-1 0 1 0 0,1 0-1 0 0,0 1 1 0 0,0-1-1 0 0,1 0 1 0 0,-1 0-1 0 0,1 0 1 0 0,0 0-1 0 0,0 0 1 0 0,0 0-1 0 0,1 0 1 0 0,-1 0-1 0 0,1-1 1 0 0,0 1-1 0 0,0 0 1 0 0,0-1-1 0 0,1 0 1 0 0,-1 1-1 0 0,1-1 1 0 0,0 0-1 0 0,0 0 1 0 0,0-1-1 0 0,0 1 1 0 0,0 0-1 0 0,1-1 1 0 0,-1 0-1 0 0,1 0 1 0 0,-1 0-1 0 0,1 0 1 0 0,0-1 0 0 0,0 1-1 0 0,0-1 1 0 0,0 0-1 0 0,0 0 1 0 0,0-1-1 0 0,0 1 1 0 0,0-1-1 0 0,0 0 1 0 0,6 0-1 0 0,10-1-400 0 0,1-1 0 0 0,-2-1 0 0 0,1 0 0 0 0,0-2 0 0 0,-1 0 0 0 0,0-1 0 0 0,0-1 0 0 0,22-12 0 0 0,-3-1-220 0 0,-2-1 1 0 0,64-49-1 0 0,-69 45 961 0 0,-2-1 0 0 0,49-55 1 0 0,-67 68 68 0 0,-1 0 0 0 0,0-1 0 0 0,-1-1 0 0 0,0 1 0 0 0,-1-1 0 0 0,-1-1 1 0 0,0 0-1 0 0,-2 0 0 0 0,6-18 0 0 0,-10 30-318 0 0,-1 1 0 0 0,1 0 0 0 0,0-1 0 0 0,-1 1 0 0 0,0-1 0 0 0,1 1 0 0 0,-2-1 0 0 0,1 0 0 0 0,0 1 0 0 0,-1-1 1 0 0,1 1-1 0 0,-1 0 0 0 0,0-1 0 0 0,0 1 0 0 0,0 0 0 0 0,-1-1 0 0 0,-2-4 0 0 0,3 8-59 0 0,0-1 0 0 0,0 1 0 0 0,-1-1 0 0 0,1 1 0 0 0,0-1 0 0 0,-1 1 0 0 0,1 0 1 0 0,0 0-1 0 0,-1 0 0 0 0,1-1 0 0 0,0 1 0 0 0,-1 0 0 0 0,1 1 0 0 0,0-1 0 0 0,-1 0 0 0 0,1 0 0 0 0,0 1 1 0 0,-1-1-1 0 0,1 0 0 0 0,0 1 0 0 0,0-1 0 0 0,-1 1 0 0 0,1 0 0 0 0,-2 1 0 0 0,1-1-10 0 0,-12 6 16 0 0,0 1 0 0 0,0 0 0 0 0,1 1 0 0 0,0 1-1 0 0,0 0 1 0 0,-21 23 0 0 0,9-4 8 0 0,-39 55-1 0 0,47-58 8 0 0,-20 39 0 0 0,32-56 11 0 0,1 1 0 0 0,0-1 0 0 0,1 1 0 0 0,0 0 0 0 0,1 0-1 0 0,-1 0 1 0 0,2 1 0 0 0,-1 10 0 0 0,2-19-26 0 0,0 0 1 0 0,0 0-1 0 0,0 0 0 0 0,0 1 0 0 0,0-1 0 0 0,1-1 1 0 0,-1 1-1 0 0,1 0 0 0 0,-1 0 0 0 0,1 0 0 0 0,0 0 0 0 0,-1 0 1 0 0,1 0-1 0 0,0-1 0 0 0,0 1 0 0 0,1 0 0 0 0,-1-1 1 0 0,0 1-1 0 0,0-1 0 0 0,1 1 0 0 0,2 1 0 0 0,-2-1-10 0 0,1-1 0 0 0,-1 0-1 0 0,1 0 1 0 0,-1-1 0 0 0,1 1-1 0 0,0 0 1 0 0,-1-1 0 0 0,1 1-1 0 0,0-1 1 0 0,-1 0 0 0 0,1 0-1 0 0,0 0 1 0 0,-1 0 0 0 0,4-1-1 0 0,3-1-11 0 0,0 0-1 0 0,0-1 0 0 0,-1 0 1 0 0,0 0-1 0 0,1 0 0 0 0,-1-1 0 0 0,-1-1 1 0 0,15-9-1 0 0,-6-1-14 0 0,0 0 0 0 0,0-1 0 0 0,-2 0 0 0 0,23-35 0 0 0,41-82-58 0 0,-56 92 79 0 0,-9 22-33 0 0,-11 18 3 0 0,-5 14 61 0 0,-12 38-14 0 0,-22 73 58 0 0,31-101-18 0 0,2 0-1 0 0,1 1 1 0 0,-1 33 0 0 0,4-55-46 0 0,0 1 1 0 0,0-1 0 0 0,0 0-1 0 0,0 0 1 0 0,1 0 0 0 0,-1 0 0 0 0,1 0-1 0 0,-1 0 1 0 0,1 0 0 0 0,0 0-1 0 0,0 0 1 0 0,0 0 0 0 0,0 0 0 0 0,0 0-1 0 0,0 0 1 0 0,1-1 0 0 0,-1 1-1 0 0,0 0 1 0 0,1-1 0 0 0,-1 1 0 0 0,1-1-1 0 0,0 0 1 0 0,-1 1 0 0 0,1-1-1 0 0,0 0 1 0 0,0 0 0 0 0,0 0-1 0 0,0 0 1 0 0,0-1 0 0 0,0 1 0 0 0,0-1-1 0 0,0 1 1 0 0,0-1 0 0 0,0 1-1 0 0,1-1 1 0 0,-1 0 0 0 0,0 0 0 0 0,4-1-1 0 0,5 1-1 0 0,0-1-1 0 0,0 0 1 0 0,-1-1-1 0 0,1-1 0 0 0,0 0 1 0 0,14-6-1 0 0,1-3-9 0 0,0-1 0 0 0,-1-1-1 0 0,0-2 1 0 0,-2 0 0 0 0,1-2-1 0 0,-2-1 1 0 0,-1 0 0 0 0,0-1-1 0 0,-2-2 1 0 0,19-24 0 0 0,12-24 1 0 0,-2-2 0 0 0,38-81 0 0 0,-47 79-93 0 0,-5-1 1 0 0,-2-2 0 0 0,-4-1 0 0 0,28-123 0 0 0,-50 169 57 0 0,-2 0 0 0 0,-1-1 0 0 0,-2 1-1 0 0,-1 0 1 0 0,-8-61 0 0 0,8 92 37 0 0,0 1 0 0 0,0-1-1 0 0,0 1 1 0 0,0-1 0 0 0,0 1 0 0 0,0 0-1 0 0,0-1 1 0 0,0 1 0 0 0,0-1 0 0 0,-1 1 0 0 0,1-1-1 0 0,0 1 1 0 0,0 0 0 0 0,-1-1 0 0 0,1 1-1 0 0,0-1 1 0 0,0 1 0 0 0,-1 0 0 0 0,1-1-1 0 0,0 1 1 0 0,-1 0 0 0 0,1-1 0 0 0,-1 1-1 0 0,1 0 1 0 0,0 0 0 0 0,-1 0 0 0 0,1-1-1 0 0,-1 1 1 0 0,1 0 0 0 0,-1 0 0 0 0,1 0-1 0 0,-1 0 1 0 0,1 0 0 0 0,-1 0 0 0 0,1 0-1 0 0,0-1 1 0 0,-1 2 0 0 0,1-1 0 0 0,-1 0-1 0 0,1 0 1 0 0,-1 0 0 0 0,1 0 0 0 0,-1 0-1 0 0,1 0 1 0 0,-1 0 0 0 0,1 1 0 0 0,0-1-1 0 0,-1 0 1 0 0,1 0 0 0 0,-1 0 0 0 0,1 1-1 0 0,0-1 1 0 0,-1 0 0 0 0,0 1 0 0 0,-19 18 27 0 0,-4 17 37 0 0,1 2 0 0 0,2 1 0 0 0,-30 76 0 0 0,28-60 1 0 0,-19 49 27 0 0,5 3 0 0 0,-45 207 1 0 0,81-312-92 0 0,-23 142 76 0 0,21-120-43 0 0,2 1-1 0 0,0-1 0 0 0,6 48 1 0 0,-4-66-42 0 0,0 0 1 0 0,0 0 0 0 0,1-1 0 0 0,-1 1 0 0 0,1 0 0 0 0,1-1 0 0 0,-1 1 0 0 0,1-1-1 0 0,0 0 1 0 0,0 0 0 0 0,1 0 0 0 0,0 0 0 0 0,-1-1 0 0 0,2 1 0 0 0,-1-1-1 0 0,0 0 1 0 0,1 0 0 0 0,0-1 0 0 0,0 1 0 0 0,0-1 0 0 0,0 0 0 0 0,6 2 0 0 0,-2-1-118 0 0,1-1 1 0 0,0 0-1 0 0,1 0 1 0 0,-1-1-1 0 0,0-1 0 0 0,1 0 1 0 0,-1 0-1 0 0,1-1 1 0 0,-1 0-1 0 0,1-1 1 0 0,19-4-1 0 0,-13 1 3 0 0,0-1 0 0 0,-1-1-1 0 0,1-1 1 0 0,-1 0-1 0 0,0-1 1 0 0,-1-1-1 0 0,0 0 1 0 0,-1-1-1 0 0,0 0 1 0 0,0-2-1 0 0,-1 1 1 0 0,0-2-1 0 0,15-19 1 0 0,-4 1 297 0 0,0-1 0 0 0,-3-2 0 0 0,-1 0-1 0 0,30-69 1 0 0,-33 57 738 0 0,-3-1-1 0 0,10-51 0 0 0,-22 86-798 0 0,-1 9 7 0 0,-14 14-85 0 0,8-5-31 0 0,1 1 0 0 0,-1 0 1 0 0,1 1-1 0 0,1-1 0 0 0,-1 1 1 0 0,-4 15-1 0 0,-4 9 16 0 0,-2-1 9 0 0,1 0-1 0 0,2 2 1 0 0,1-1 0 0 0,2 2-1 0 0,1-1 1 0 0,1 1 0 0 0,-1 60-1 0 0,7-90-26 0 0,0 1-1 0 0,0 0 0 0 0,0-1 0 0 0,1 1 1 0 0,0-1-1 0 0,0 1 0 0 0,0-1 1 0 0,0 1-1 0 0,1-1 0 0 0,0 0 0 0 0,0 0 1 0 0,0 0-1 0 0,0 0 0 0 0,1 0 1 0 0,-1 0-1 0 0,1 0 0 0 0,0-1 0 0 0,0 1 1 0 0,0-1-1 0 0,1 0 0 0 0,-1 0 1 0 0,1 0-1 0 0,0-1 0 0 0,0 1 0 0 0,0-1 1 0 0,0 0-1 0 0,0 0 0 0 0,0 0 1 0 0,0-1-1 0 0,1 1 0 0 0,-1-1 0 0 0,7 1 1 0 0,-1 0-30 0 0,1-1-1 0 0,0-1 1 0 0,0 1 0 0 0,0-2 0 0 0,0 1 0 0 0,0-2-1 0 0,0 1 1 0 0,-1-1 0 0 0,1-1 0 0 0,-1 0 0 0 0,1-1 0 0 0,16-7-1 0 0,-11 2-16 0 0,-1-1 0 0 0,0 0-1 0 0,0-1 1 0 0,-1 0 0 0 0,-1-1-1 0 0,0-1 1 0 0,-1 0-1 0 0,15-20 1 0 0,-6 3 330 0 0,-2 0 0 0 0,-1-1 1 0 0,16-41-1 0 0,-23 50-90 0 0,-10 21-200 0 0,-2 2-7 0 0,-5 13-13 0 0,-8 20 59 0 0,0 1 0 0 0,3 1 0 0 0,1 0 0 0 0,1 1 0 0 0,-7 71 0 0 0,16-105-30 0 0,0 0-1 0 0,-1-1 1 0 0,1 1-1 0 0,0 0 1 0 0,0 0-1 0 0,0 0 0 0 0,1-1 1 0 0,-1 1-1 0 0,1 0 1 0 0,0 0-1 0 0,-1-1 1 0 0,1 1-1 0 0,0-1 1 0 0,1 1-1 0 0,-1-1 1 0 0,0 1-1 0 0,1-1 1 0 0,-1 1-1 0 0,1-1 1 0 0,0 0-1 0 0,0 0 1 0 0,0 0-1 0 0,0 0 1 0 0,0 0-1 0 0,0-1 1 0 0,0 1-1 0 0,1-1 1 0 0,-1 1-1 0 0,1-1 1 0 0,-1 0-1 0 0,1 0 0 0 0,-1 0 1 0 0,1 0-1 0 0,0 0 1 0 0,-1 0-1 0 0,1-1 1 0 0,0 1-1 0 0,0-1 1 0 0,-1 0-1 0 0,1 0 1 0 0,0 0-1 0 0,4-1 1 0 0,0 0-1 0 0,1 0 0 0 0,-1-1 0 0 0,1 0 0 0 0,-1 0 1 0 0,0-1-1 0 0,0 0 0 0 0,0 0 0 0 0,0-1 0 0 0,-1 1 1 0 0,1-2-1 0 0,-1 1 0 0 0,0-1 0 0 0,0 1 0 0 0,0-2 0 0 0,-1 1 1 0 0,0-1-1 0 0,6-7 0 0 0,3-5 9 0 0,-1-2 0 0 0,-1 1-1 0 0,0-2 1 0 0,11-27 0 0 0,-9 17-13 0 0,-2-1-1 0 0,-1 1 0 0 0,-1-2 1 0 0,-2 0-1 0 0,-2 0 1 0 0,6-67-1 0 0,-12 92-2 0 0,0 1 0 0 0,-1 0 0 0 0,0-1-1 0 0,0 1 1 0 0,0 0 0 0 0,-1-1 0 0 0,0 1 0 0 0,-4-9-1 0 0,5 14 1 0 0,0 0 0 0 0,-1 0-1 0 0,1 0 1 0 0,0 1-1 0 0,0-1 1 0 0,-1 0 0 0 0,1 0-1 0 0,-1 1 1 0 0,0-1-1 0 0,1 1 1 0 0,-1 0 0 0 0,0-1-1 0 0,0 1 1 0 0,0 0-1 0 0,0 0 1 0 0,0 0 0 0 0,0 0-1 0 0,0 0 1 0 0,0 1-1 0 0,-1-1 1 0 0,1 1 0 0 0,0-1-1 0 0,0 1 1 0 0,-1 0-1 0 0,1 0 1 0 0,0 0 0 0 0,0 0-1 0 0,-1 0 1 0 0,1 1 0 0 0,-4 0-1 0 0,-2 1-1 0 0,0 1-1 0 0,1-1 0 0 0,-1 2 1 0 0,1-1-1 0 0,0 1 0 0 0,0 0 1 0 0,0 1-1 0 0,1-1 1 0 0,-1 1-1 0 0,-7 8 0 0 0,-3 5-15 0 0,0 0-1 0 0,-15 22 0 0 0,7-6 33 0 0,2 1 1 0 0,-22 45-1 0 0,35-60 6 0 0,1 1 1 0 0,1 0 0 0 0,1 0 0 0 0,0 1 0 0 0,-5 38 0 0 0,12-54-15 0 0,-1 0 1 0 0,1 0-1 0 0,0 1 0 0 0,0-1 0 0 0,0 0 0 0 0,1 0 1 0 0,0 0-1 0 0,0 0 0 0 0,1 0 0 0 0,-1 0 0 0 0,1-1 1 0 0,1 1-1 0 0,-1 0 0 0 0,1-1 0 0 0,0 0 0 0 0,0 1 1 0 0,0-1-1 0 0,1 0 0 0 0,0-1 0 0 0,0 1 1 0 0,0-1-1 0 0,1 0 0 0 0,-1 0 0 0 0,1 0 0 0 0,0 0 1 0 0,0-1-1 0 0,0 0 0 0 0,1 0 0 0 0,-1 0 0 0 0,1-1 1 0 0,11 4-1 0 0,-8-3-5 0 0,0-1 1 0 0,0 0 0 0 0,0-1-1 0 0,0 1 1 0 0,1-2 0 0 0,-1 1-1 0 0,0-1 1 0 0,1-1 0 0 0,-1 0 0 0 0,14-3-1 0 0,-9 1-3 0 0,-1-1 0 0 0,1-1 1 0 0,-1 0-1 0 0,-1-1 0 0 0,1-1 0 0 0,15-9 0 0 0,0-5-8 0 0,0-2 0 0 0,-2 0 0 0 0,0-2 0 0 0,37-46 0 0 0,142-215-87 0 0,-196 273 94 0 0,-4 5-17 0 0,16-17-142 0 0,-20 23 137 0 0,6 13 1 0 0,-6-5 20 0 0,0 0 0 0 0,-1 0 0 0 0,0 1 0 0 0,0-1-1 0 0,-1 0 1 0 0,0 1 0 0 0,0-1 0 0 0,0 0 0 0 0,-4 11 0 0 0,-94 303 195 0 0,80-272 11 0 0,18-47-154 0 0,5-22-66 0 0,0 10 8 0 0,0 0-1 0 0,1-1 0 0 0,0 2 1 0 0,1-1-1 0 0,8-11 1 0 0,39-49-88 0 0,-47 63 98 0 0,29-34-17 0 0,1 0 0 0 0,2 3 0 0 0,1 1 0 0 0,3 1 0 0 0,45-30 0 0 0,-82 63 4 0 0,1 1 0 0 0,-1 0 0 0 0,1 0 0 0 0,-1 0 0 0 0,1 0 1 0 0,0 1-1 0 0,0 0 0 0 0,0 0 0 0 0,0 1 0 0 0,1 0 0 0 0,-1 0 0 0 0,0 0 1 0 0,9 0-1 0 0,-14 2 14 0 0,1-1 0 0 0,-1 1 0 0 0,0-1 0 0 0,1 1 0 0 0,-1-1 0 0 0,0 1 0 0 0,0 0 0 0 0,1 0 0 0 0,-1-1 0 0 0,0 1 1 0 0,0 0-1 0 0,0 0 0 0 0,0 0 0 0 0,0 0 0 0 0,0 0 0 0 0,0 1 0 0 0,0-1 0 0 0,-1 0 0 0 0,1 0 0 0 0,0 1 0 0 0,-1-1 0 0 0,1 0 0 0 0,-1 1 0 0 0,1-1 0 0 0,-1 2 1 0 0,6 33-19 0 0,-6-15 21 0 0,-2-1 0 0 0,0 1-1 0 0,-2-1 1 0 0,0 0 0 0 0,-9 26 0 0 0,3-11 14 0 0,-3 11-7 0 0,6-26 26 0 0,2-1 1 0 0,0 2-1 0 0,1-1 0 0 0,-1 28 1 0 0,5-47-35 0 0,0 1 0 0 0,0-1 1 0 0,0 1-1 0 0,0-1 0 0 0,1 1 1 0 0,-1-1-1 0 0,0 1 0 0 0,1-1 0 0 0,-1 0 1 0 0,1 1-1 0 0,-1-1 0 0 0,1 0 1 0 0,0 0-1 0 0,0 1 0 0 0,-1-1 1 0 0,1 0-1 0 0,0 0 0 0 0,0 0 0 0 0,0 0 1 0 0,0 0-1 0 0,1 0 0 0 0,-1 0 1 0 0,0 0-1 0 0,0 0 0 0 0,0-1 0 0 0,1 1 1 0 0,-1 0-1 0 0,0-1 0 0 0,1 1 1 0 0,-1-1-1 0 0,1 0 0 0 0,-1 1 1 0 0,0-1-1 0 0,1 0 0 0 0,-1 0 0 0 0,1 0 1 0 0,-1 0-1 0 0,2 0 0 0 0,5 0-8 0 0,-1-1 0 0 0,0 1 0 0 0,0-2-1 0 0,0 1 1 0 0,0-1 0 0 0,8-3 0 0 0,4-3-5 0 0,-1 0 1 0 0,0-2 0 0 0,0 0 0 0 0,-1-1 0 0 0,0-1-1 0 0,25-24 1 0 0,0-4 14 0 0,38-49 0 0 0,23-43-25 0 0,-90 112 171 0 0,-1 1 1 0 0,-1-2-1 0 0,0 1 0 0 0,-2-1 1 0 0,8-27-1 0 0,-16 46-140 0 0,0 0-1 0 0,-1 0 1 0 0,1 0 0 0 0,-1 0-1 0 0,0 0 1 0 0,0 0-1 0 0,0-1 1 0 0,0 1 0 0 0,0 0-1 0 0,0 0 1 0 0,0 0 0 0 0,-1-3-1 0 0,0 4-1 0 0,1 1 0 0 0,0-1 0 0 0,-1 0 0 0 0,1 0 0 0 0,-1 1 0 0 0,1-1 0 0 0,-1 0 0 0 0,0 1 0 0 0,1-1 0 0 0,-1 1 0 0 0,1-1 0 0 0,-1 0-1 0 0,0 1 1 0 0,0 0 0 0 0,1-1 0 0 0,-1 1 0 0 0,0-1 0 0 0,0 1 0 0 0,1 0 0 0 0,-1-1 0 0 0,-1 1 0 0 0,-2 0 9 0 0,0 0 0 0 0,0 0-1 0 0,0 0 1 0 0,0 0 0 0 0,0 1 0 0 0,0-1 0 0 0,0 1-1 0 0,0 0 1 0 0,0 0 0 0 0,-7 4 0 0 0,5-2-23 0 0,0 0 1 0 0,1 1-1 0 0,-1 0 1 0 0,1 0-1 0 0,0 0 0 0 0,0 0 1 0 0,-5 7-1 0 0,-14 10-20 0 0,23-19 27 0 0,0-1-1 0 0,-1 1 1 0 0,1 0 0 0 0,0 0-1 0 0,0-1 1 0 0,0 1 0 0 0,0 0-1 0 0,1 0 1 0 0,-1 0 0 0 0,1 0-1 0 0,-1 0 1 0 0,1 0 0 0 0,-1 0-1 0 0,1 0 1 0 0,0 0-1 0 0,0 0 1 0 0,0 0 0 0 0,0 0-1 0 0,0 0 1 0 0,1 0 0 0 0,-1 0-1 0 0,1 0 1 0 0,-1 0 0 0 0,1 0-1 0 0,0 0 1 0 0,0 2 0 0 0,4 2 9 0 0,0 1 0 0 0,1-1 0 0 0,0-1 0 0 0,-1 1 0 0 0,2-1 1 0 0,-1 0-1 0 0,0-1 0 0 0,10 6 0 0 0,-5-3-12 0 0,0 0 0 0 0,15 15-1 0 0,-21-17 63 0 0,0 0 0 0 0,1 1 1 0 0,-2-1-1 0 0,1 2 0 0 0,-1-1 0 0 0,0 0 0 0 0,0 1 0 0 0,0-1 0 0 0,-1 1 0 0 0,0 0 1 0 0,-1 1-1 0 0,1-1 0 0 0,-1 0 0 0 0,-1 1 0 0 0,1-1 0 0 0,-1 1 0 0 0,-1-1 1 0 0,1 1-1 0 0,-1-1 0 0 0,-1 1 0 0 0,1-1 0 0 0,-1 1 0 0 0,-1-1 0 0 0,1 1 0 0 0,-1-1 1 0 0,-1 0-1 0 0,1 1 0 0 0,-1-1 0 0 0,0-1 0 0 0,-1 1 0 0 0,-8 11 0 0 0,5-7 132 0 0,-2-1-1 0 0,1 0 1 0 0,-2 0-1 0 0,1-1 1 0 0,-1-1-1 0 0,-1 0 0 0 0,1 0 1 0 0,-1-1-1 0 0,-1 0 1 0 0,1 0-1 0 0,-1-2 1 0 0,0 1-1 0 0,0-2 0 0 0,-1 0 1 0 0,-15 4-1 0 0,23-8-182 0 0,-1 1 0 0 0,1-1 0 0 0,-1 1 0 0 0,1-2 0 0 0,-1 1 0 0 0,1-1 0 0 0,-1 1 0 0 0,1-1 0 0 0,0-1 0 0 0,-1 1 0 0 0,1-1 0 0 0,0 0 0 0 0,0 0-1 0 0,0-1 1 0 0,-8-4 0 0 0,7 2-507 0 0,0 0 0 0 0,0 0 0 0 0,0-1 0 0 0,1 0 0 0 0,-1 0 0 0 0,-5-9 0 0 0,-8-14-2703 0 0,-6-9-3705 0 0,13 22 1431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22 1656 0 0,'-22'-16'12235'0'0,"18"11"-10875"0"0,3 4-1295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1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0 968 0 0,'-30'4'2491'0'0,"12"-2"-669"0"0,1 1-1 0 0,-29 8 0 0 0,44-10-1282 0 0,5 0-359 0 0,13 1-61 0 0,0 0-1 0 0,0-1 1 0 0,0-1-1 0 0,30-3 1 0 0,5 0-630 0 0,99-4-4259 0 0,-93 2 2220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5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1237 585 536 0 0,'0'0'1267'0'0,"-1"-4"186"0"0,0 0 0 0 0,-1 0 1 0 0,1 0-1 0 0,-1 0 0 0 0,-3-6 0 0 0,0 14-1363 0 0,0 0-1 0 0,0 0 0 0 0,0 0 0 0 0,1 1 1 0 0,0-1-1 0 0,0 1 0 0 0,0 0 0 0 0,0 0 1 0 0,-4 9-1 0 0,-6 6 48 0 0,-94 121 378 0 0,-152 153 0 0 0,210-245-459 0 0,-1-2 1 0 0,-3-3-1 0 0,-1-2 1 0 0,-2-3-1 0 0,-2-2 1 0 0,-77 36-1 0 0,120-66-43 0 0,0-1 0 0 0,0 0 0 0 0,-1-1 0 0 0,1 0 0 0 0,-1-2 0 0 0,-1 0 0 0 0,-28 1 0 0 0,39-4-15 0 0,1 0-1 0 0,0 0 0 0 0,-1-1 0 0 0,1 0 0 0 0,0 0 0 0 0,-1-1 0 0 0,1 0 0 0 0,0 0 1 0 0,0 0-1 0 0,0-1 0 0 0,1 1 0 0 0,-1-1 0 0 0,0-1 0 0 0,1 1 0 0 0,0-1 0 0 0,0 0 1 0 0,0 0-1 0 0,1-1 0 0 0,-1 1 0 0 0,1-1 0 0 0,0 0 0 0 0,0 0 0 0 0,-5-10 1 0 0,3 1-9 0 0,0 1 1 0 0,1-1-1 0 0,1 0 1 0 0,0 0 0 0 0,1-1-1 0 0,1 1 1 0 0,0-1 0 0 0,1 1-1 0 0,0-1 1 0 0,1 0-1 0 0,1 1 1 0 0,0-1 0 0 0,1 1-1 0 0,6-23 1 0 0,-5 24 6 0 0,1 1 1 0 0,0-1-1 0 0,1 0 1 0 0,0 1-1 0 0,1 0 1 0 0,0 1-1 0 0,1-1 1 0 0,0 1-1 0 0,1 0 1 0 0,0 1-1 0 0,1 0 1 0 0,0 0-1 0 0,1 1 1 0 0,0 0-1 0 0,0 0 1 0 0,14-7-1 0 0,-19 13 2 0 0,0 0-1 0 0,0 1 1 0 0,0 0-1 0 0,0 0 1 0 0,0 0-1 0 0,1 1 1 0 0,-1-1-1 0 0,1 2 1 0 0,-1-1-1 0 0,1 0 1 0 0,-1 1-1 0 0,1 0 1 0 0,-1 0-1 0 0,1 1 1 0 0,7 1-1 0 0,-5 0 4 0 0,-1 0 0 0 0,1 1 0 0 0,-1 0-1 0 0,0 1 1 0 0,0-1 0 0 0,-1 1 0 0 0,1 1 0 0 0,-1-1 0 0 0,12 11-1 0 0,-5-1 34 0 0,0 1-1 0 0,-1 0 0 0 0,0 0 0 0 0,-1 1 0 0 0,-1 1 0 0 0,-1 0 1 0 0,0 0-1 0 0,6 21 0 0 0,57 213 388 0 0,-12-32-315 0 0,-47-183-92 0 0,2 0-1 0 0,0 0 1 0 0,40 61 0 0 0,-49-86-8 0 0,1-1 1 0 0,1 0-1 0 0,0 0 0 0 0,0-1 1 0 0,1 0-1 0 0,0 0 0 0 0,1-1 1 0 0,-1 0-1 0 0,2-1 0 0 0,-1 0 1 0 0,1-1-1 0 0,0 0 0 0 0,0 0 1 0 0,1-1-1 0 0,0-1 0 0 0,-1 0 1 0 0,2-1-1 0 0,-1 0 1 0 0,0-1-1 0 0,0 0 0 0 0,1-1 1 0 0,14 0-1 0 0,-1-2 4 0 0,0-2 0 0 0,0 0 1 0 0,0-2-1 0 0,-1-1 0 0 0,0-1 0 0 0,0-1 0 0 0,38-17 1 0 0,-32 9 1 0 0,-1-1 1 0 0,-1-2-1 0 0,-1 0 1 0 0,0-2 0 0 0,30-29-1 0 0,-19 9-13 0 0,-1-1 0 0 0,-3-1 0 0 0,-1-2 0 0 0,-3-1 0 0 0,-1-2-1 0 0,45-101 1 0 0,-35 56 19 0 0,-5-2 0 0 0,27-115 0 0 0,-49 150 48 0 0,-2 0-1 0 0,-3-1 1 0 0,-3 1 0 0 0,-4-119 0 0 0,-4 150-71 0 0,0 0-1 0 0,-2 0 1 0 0,-2 0 0 0 0,0 1-1 0 0,-2 0 1 0 0,-1 0 0 0 0,-1 1-1 0 0,-24-43 1 0 0,25 55 1 0 0,0 0 1 0 0,0 0-1 0 0,-2 1 1 0 0,1 1-1 0 0,-2-1 1 0 0,0 2-1 0 0,0 0 1 0 0,-1 1-1 0 0,-1 0 1 0 0,0 1-1 0 0,0 0 1 0 0,-1 2-1 0 0,0 0 1 0 0,-1 0-1 0 0,-20-5 1 0 0,18 8 9 0 0,0 1 1 0 0,-1 0-1 0 0,1 2 0 0 0,-1 0 1 0 0,1 1-1 0 0,-1 2 0 0 0,0-1 1 0 0,-37 8-1 0 0,33-2 2 0 0,0 0 0 0 0,0 1-1 0 0,1 2 1 0 0,0 0 0 0 0,1 2-1 0 0,-40 24 1 0 0,42-20 3 0 0,-1 0 1 0 0,2 1-1 0 0,0 1 0 0 0,1 0 0 0 0,1 2 0 0 0,-26 34 1 0 0,31-36 2 0 0,2 1 1 0 0,0 0-1 0 0,0 0 1 0 0,2 1-1 0 0,0 0 1 0 0,2 1 0 0 0,0-1-1 0 0,-5 32 1 0 0,9-41-7 0 0,1 0 1 0 0,0 0-1 0 0,1 1 1 0 0,1-1-1 0 0,-1 0 1 0 0,1 1-1 0 0,1-1 1 0 0,0 0-1 0 0,0 0 1 0 0,1 0 0 0 0,1 0-1 0 0,-1-1 1 0 0,2 1-1 0 0,-1-1 1 0 0,1 0-1 0 0,6 8 1 0 0,-3-7 1 0 0,0 0 1 0 0,1-1-1 0 0,0 0 0 0 0,1 0 1 0 0,-1-1-1 0 0,2-1 1 0 0,-1 1-1 0 0,1-2 1 0 0,0 1-1 0 0,0-2 0 0 0,1 1 1 0 0,19 5-1 0 0,-10-5 13 0 0,0-1-1 0 0,0-1 1 0 0,1 0-1 0 0,-1-2 0 0 0,1-1 1 0 0,29-1-1 0 0,-20-3-211 0 0,0-1 0 0 0,0-1 0 0 0,53-16-1 0 0,-69 16-474 0 0,13-3-5436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1380 0 0,'43'-74'8551'0'0,"-41"72"-8374"0"0,-1 0 0 0 0,1 0 1 0 0,-1 0-1 0 0,1 0 0 0 0,0 0 0 0 0,0 1 1 0 0,0-1-1 0 0,4-2 0 0 0,-6 3-150 0 0,1 1-1 0 0,-1-1 1 0 0,1 1-1 0 0,0-1 1 0 0,-1 1-1 0 0,1 0 1 0 0,0-1-1 0 0,-1 1 1 0 0,1 0 0 0 0,0 0-1 0 0,-1-1 1 0 0,1 1-1 0 0,0 0 1 0 0,-1 0-1 0 0,1 0 1 0 0,0 0-1 0 0,-1 0 1 0 0,1 0-1 0 0,0 0 1 0 0,0 0 0 0 0,-1 0-1 0 0,1 0 1 0 0,0 1-1 0 0,-1-1 1 0 0,1 0-1 0 0,0 0 1 0 0,-1 1-1 0 0,1-1 1 0 0,0 0 0 0 0,-1 1-1 0 0,1-1 1 0 0,-1 1-1 0 0,1-1 1 0 0,-1 0-1 0 0,2 2 1 0 0,5 10 99 0 0,-1 1 0 0 0,0-1-1 0 0,0 1 1 0 0,-2 1 0 0 0,1-1 0 0 0,-2 1 0 0 0,3 16 0 0 0,-1 5 80 0 0,0 64 1 0 0,-4-82 56 0 0,-2-1 0 0 0,0 1 0 0 0,-1 0 0 0 0,-1-1 0 0 0,0 0 0 0 0,-1 1 0 0 0,-11 28-1 0 0,14-44-217 0 0,1 0-1 0 0,-1 0 0 0 0,1 0 0 0 0,-1 0 1 0 0,1 0-1 0 0,-1 0 0 0 0,0 0 0 0 0,0 0 1 0 0,1 0-1 0 0,-1-1 0 0 0,0 1 0 0 0,0 0 1 0 0,0 0-1 0 0,0-1 0 0 0,0 1 0 0 0,0 0 1 0 0,-1 0-1 0 0,1-1-25 0 0,0 0-1 0 0,1 0 1 0 0,-1 0 0 0 0,1 0-1 0 0,-1 0 1 0 0,1 0 0 0 0,-1 0 0 0 0,1-1-1 0 0,-1 1 1 0 0,1 0 0 0 0,-1 0 0 0 0,1 0-1 0 0,-1-1 1 0 0,1 1 0 0 0,-1 0-1 0 0,1-1 1 0 0,-1 1 0 0 0,1 0 0 0 0,0-1-1 0 0,-1 1 1 0 0,1 0 0 0 0,0-1 0 0 0,-1 1-1 0 0,1-1 1 0 0,-1 0 0 0 0,0-1 2 0 0,0-1-1 0 0,-1 1 1 0 0,1-1 0 0 0,0 0 0 0 0,0 1 0 0 0,1-1 0 0 0,-1 0-1 0 0,1 0 1 0 0,-1 0 0 0 0,1 1 0 0 0,0-1 0 0 0,0-3 0 0 0,3-14-20 0 0,1 1 1 0 0,0 0 0 0 0,2 1 0 0 0,0-1 0 0 0,1 1 0 0 0,1 0 0 0 0,1 1-1 0 0,0 0 1 0 0,20-27 0 0 0,-11 22-9 0 0,0 0 0 0 0,2 2 1 0 0,0 0-1 0 0,1 1 0 0 0,1 1 0 0 0,25-16 0 0 0,-42 30-180 0 0,1 1 0 0 0,0-1 0 0 0,0 1 0 0 0,1 0 0 0 0,-1 1 0 0 0,1 0 0 0 0,-1 0 0 0 0,1 0 0 0 0,0 0 0 0 0,0 1 0 0 0,0 0 0 0 0,7 1 0 0 0,-13 0-159 0 0,0 0 0 0 0,0 0 0 0 0,0 1 0 0 0,-1-1 0 0 0,1 1 0 0 0,0-1 0 0 0,0 1 0 0 0,0-1 0 0 0,0 1 0 0 0,6 8-3113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1492 0 0,'0'0'9088'0'0,"-8"7"-6015"0"0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1260 1204 0 0,'-4'14'2823'0'0,"3"-13"-2640"0"0,1 1 0 0 0,-1-1 0 0 0,1 1-1 0 0,0-1 1 0 0,-1 1 0 0 0,1 0 0 0 0,0-1 0 0 0,0 1 0 0 0,0-1-1 0 0,0 1 1 0 0,0-1 0 0 0,0 1 0 0 0,0 0 0 0 0,1-1-1 0 0,-1 1 1 0 0,1-1 0 0 0,-1 1 0 0 0,1-1 0 0 0,-1 1 0 0 0,1-1-1 0 0,0 0 1 0 0,0 1 0 0 0,-1-1 0 0 0,1 0 0 0 0,0 1 0 0 0,0-1-1 0 0,1 0 1 0 0,-1 0 0 0 0,0 0 0 0 0,0 0 0 0 0,2 1 0 0 0,-1-1 207 0 0,2-1-210 0 0,0 0-1 0 0,0 0 0 0 0,0-1 0 0 0,0 1 0 0 0,-1-1 1 0 0,6-1-1 0 0,-8 1-128 0 0,7-2 91 0 0,0 0-1 0 0,0-1 1 0 0,0 0 0 0 0,0-1-1 0 0,-1 0 1 0 0,0 0-1 0 0,0-1 1 0 0,0 1-1 0 0,11-14 1 0 0,4-6 41 0 0,22-35 0 0 0,-2-4-157 0 0,-3-2 1 0 0,37-84-1 0 0,45-148-50 0 0,-53 127 73 0 0,-59 149-51 0 0,6-19 6 0 0,3 1-1 0 0,43-72 0 0 0,-43 91-44 0 0,-18 20 39 0 0,1 1-1 0 0,0-1 1 0 0,-1 0 0 0 0,1 1-1 0 0,0-1 1 0 0,0 0-1 0 0,-1 1 1 0 0,1-1 0 0 0,0 1-1 0 0,0 0 1 0 0,0-1 0 0 0,0 1-1 0 0,0 0 1 0 0,0-1-1 0 0,0 1 1 0 0,0 0 0 0 0,-1 0-1 0 0,1 0 1 0 0,0 0 0 0 0,0 0-1 0 0,0 0 1 0 0,0 0-1 0 0,0 0 1 0 0,0 0 0 0 0,0 0-1 0 0,0 0 1 0 0,1 1 0 0 0,3 3-2 0 0,-1-1 0 0 0,0 1 1 0 0,0 0-1 0 0,-1 0 0 0 0,1 0 1 0 0,-1 1-1 0 0,0-1 0 0 0,0 1 1 0 0,0 0-1 0 0,-1 0 0 0 0,0 0 1 0 0,1 0-1 0 0,1 8 1 0 0,3 14-18 0 0,6 36 1 0 0,-11-56 22 0 0,29 272 101 0 0,-20 3 85 0 0,-4-57-170 0 0,-5-166-16 0 0,-2-28 14 0 0,1 0 1 0 0,2 1-1 0 0,1-1 0 0 0,10 39 0 0 0,-13-67 31 0 0,0 1 1 0 0,1 0-1 0 0,-1-1 0 0 0,1 1 0 0 0,0 0 1 0 0,0-1-1 0 0,3 5 0 0 0,-3-7 18 0 0,-1 0-1 0 0,0 1 1 0 0,1-1 0 0 0,-1 0 0 0 0,1 0-1 0 0,0 0 1 0 0,-1 0 0 0 0,1 0 0 0 0,0 0-1 0 0,0 0 1 0 0,-1-1 0 0 0,1 1 0 0 0,0-1-1 0 0,0 1 1 0 0,3-1 0 0 0,-3 0-31 0 0,0 0 1 0 0,0 0-1 0 0,0-1 0 0 0,-1 1 1 0 0,1 0-1 0 0,0-1 1 0 0,-1 0-1 0 0,1 1 1 0 0,0-1-1 0 0,-1 0 0 0 0,1 0 1 0 0,-1 0-1 0 0,1 0 1 0 0,-1 0-1 0 0,3-2 1 0 0,15-19 187 0 0,0-6-148 0 0,-1-2 1 0 0,-1 0-1 0 0,-2-1 0 0 0,-1 0 1 0 0,18-65-1 0 0,26-170-106 0 0,-56 255 35 0 0,28-191-28 0 0,-17 105 20 0 0,3 0 0 0 0,37-120 0 0 0,-46 197-4 0 0,1 1 0 0 0,0 1-1 0 0,2 0 1 0 0,0 0 0 0 0,1 0 0 0 0,0 1 0 0 0,2 1 0 0 0,0 0 0 0 0,16-14-1 0 0,-22 22 6 0 0,1 1 0 0 0,0 0 0 0 0,0 1 0 0 0,1 0 0 0 0,0 1 0 0 0,0-1 0 0 0,1 2-1 0 0,-1-1 1 0 0,1 1 0 0 0,0 1 0 0 0,0 0 0 0 0,0 0 0 0 0,0 1 0 0 0,1 0-1 0 0,-1 1 1 0 0,1 0 0 0 0,-1 0 0 0 0,1 1 0 0 0,13 2 0 0 0,-19-1 7 0 0,1 0 0 0 0,0 1 0 0 0,-1-1 0 0 0,1 1 0 0 0,-1 0 0 0 0,0 0 0 0 0,1 1 0 0 0,-1-1 0 0 0,0 1 0 0 0,-1 1-1 0 0,1-1 1 0 0,0 0 0 0 0,-1 1 0 0 0,0 0 0 0 0,4 5 0 0 0,-3-3-6 0 0,-1 0 0 0 0,0 0 0 0 0,-1 1 1 0 0,1-1-1 0 0,-1 1 0 0 0,-1 0 0 0 0,1 0 0 0 0,-1 0 0 0 0,0 0 0 0 0,1 11 0 0 0,-1-2-360 0 0,-1 0 0 0 0,-1 1-1 0 0,0-1 1 0 0,-3 19 0 0 0,-1-10-2288 0 0,-11 42-1 0 0,7-41-243 0 0,-1 1-755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1512 0 0,'-2'1'730'0'0,"0"0"0"0"0,0 0 0 0 0,0 0 1 0 0,-1 0-1 0 0,1 0 0 0 0,1 1 0 0 0,-1-1 0 0 0,0 1 0 0 0,-1 1 730 0 0,-1 0-729 0 0,2 1-392 0 0,0-1 0 0 0,0 0 0 0 0,0 1 1 0 0,0-1-1 0 0,0 1 0 0 0,-1 3 1 0 0,0 7-845 0 0,0-1 0 0 0,-3 28 0 0 0,4-24 1322 0 0,2-15-814 0 0,-4 17 45 0 0,2 1 0 0 0,0-1-1 0 0,1 0 1 0 0,2 1 0 0 0,3 33-1 0 0,-4-52-37 0 0,1 0-1 0 0,-1 0 1 0 0,1 0-1 0 0,-1 0 1 0 0,1 0-1 0 0,-1 0 1 0 0,1 0-1 0 0,-1 0 1 0 0,1 0-1 0 0,0 0 1 0 0,-1 0-1 0 0,1-1 1 0 0,0 1-1 0 0,0 0 1 0 0,0 0-1 0 0,0-1 1 0 0,0 1-1 0 0,0-1 1 0 0,0 1-1 0 0,0-1 1 0 0,0 1-1 0 0,0-1 1 0 0,0 1-1 0 0,0-1 1 0 0,0 0-1 0 0,0 0 1 0 0,0 1-1 0 0,0-1 1 0 0,0 0-1 0 0,1 0 1 0 0,-1 0-1 0 0,0 0 1 0 0,0-1-1 0 0,0 1 1 0 0,2 0-1 0 0,1-1-5 0 0,0 0-1 0 0,0 0 1 0 0,0 0 0 0 0,0 0-1 0 0,0-1 1 0 0,0 0 0 0 0,7-4-1 0 0,1-3-986 0 0,-1-1 0 0 0,0 0 0 0 0,0-1 0 0 0,-1 0-1 0 0,0-1 1 0 0,9-15 0 0 0,-5 4-2342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0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43 2084 0 0,'-49'-32'7424'0'0,"47"30"-7121"0"0,2 2-274 0 0,0 0 0 0 0,-1-1 0 0 0,1 1 0 0 0,-1-1 0 0 0,1 1 1 0 0,-1 0-1 0 0,1 0 0 0 0,-1-1 0 0 0,1 1 0 0 0,-1 0 0 0 0,1 0 0 0 0,-1-1 0 0 0,1 1 0 0 0,-1 0 1 0 0,1 0-1 0 0,-1 0 0 0 0,1 0 0 0 0,-1 0 0 0 0,0 0 0 0 0,1 0 0 0 0,-1 0 0 0 0,1 0 0 0 0,-1 0 1 0 0,1 0-1 0 0,-1 0 0 0 0,0 1 0 0 0,0-1-17 0 0,1 0 0 0 0,-1 0 0 0 0,1 0 0 0 0,-1 0 1 0 0,1 0-1 0 0,-1 0 0 0 0,1 0 0 0 0,0 0 0 0 0,-1 1 0 0 0,1-1 0 0 0,-1 0 0 0 0,1 0 1 0 0,-1 0-1 0 0,1 1 0 0 0,-1-1 0 0 0,1 0 0 0 0,0 1 0 0 0,-1-1 0 0 0,1 0 0 0 0,0 1 1 0 0,-1-1-1 0 0,1 0 0 0 0,0 1 0 0 0,-1-1 0 0 0,1 1 0 0 0,0-1 0 0 0,0 0 1 0 0,-1 1-1 0 0,1-1 0 0 0,0 1 0 0 0,0-1 0 0 0,0 1 0 0 0,0-1 0 0 0,0 1 0 0 0,0-1 1 0 0,0 2-1 0 0,0-2-4 0 0,0 1 0 0 0,1 0 1 0 0,-1-1-1 0 0,0 1 0 0 0,1 0 0 0 0,-1-1 1 0 0,1 1-1 0 0,-1 0 0 0 0,1-1 1 0 0,-1 1-1 0 0,1-1 0 0 0,0 1 1 0 0,-1-1-1 0 0,1 1 0 0 0,-1-1 0 0 0,1 0 1 0 0,0 1-1 0 0,0-1 0 0 0,-1 0 1 0 0,1 0-1 0 0,0 1 0 0 0,0-1 0 0 0,-1 0 1 0 0,1 0-1 0 0,0 0 0 0 0,0 0 1 0 0,-1 0-1 0 0,1 0 0 0 0,0 0 1 0 0,0 0-1 0 0,0 0 0 0 0,-1 0 0 0 0,2-1 1 0 0,1 1 13 0 0,2-4 13 0 0,-4 4-34 0 0,-1 0 1 0 0,1 0 0 0 0,-1 0-1 0 0,1 0 1 0 0,-1-1 0 0 0,1 1-1 0 0,-1 0 1 0 0,1 0-1 0 0,-1-1 1 0 0,1 1 0 0 0,-1 0-1 0 0,1-1 1 0 0,-1 1-1 0 0,1-1 1 0 0,-1 1 0 0 0,0-1-1 0 0,1 1 1 0 0,-1-1 0 0 0,0 1-1 0 0,1-1 1 0 0,-1 0-1 0 0,2-12-426 0 0,-3 11-768 0 0,-1 7 177 0 0,4 5-2117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0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197 487 1348 0 0,'-11'2'11823'0'0,"24"-7"-11739"0"0,0-1 1 0 0,0-1 0 0 0,-1 0-1 0 0,0-1 1 0 0,0 0 0 0 0,-1-1-1 0 0,0 0 1 0 0,-1 0 0 0 0,0-1-1 0 0,0-1 1 0 0,-1 0 0 0 0,0 0-1 0 0,-1-1 1 0 0,0 0 0 0 0,-1 0-1 0 0,-1-1 1 0 0,0 0 0 0 0,5-14-1 0 0,0-7-90 0 0,-2 0-1 0 0,-1 0 0 0 0,-2-1 1 0 0,-1 0-1 0 0,-2 0 0 0 0,-1-43 1 0 0,-2 77 5 0 0,0 1 0 0 0,0 0 0 0 0,0 0 0 0 0,0 0 0 0 0,-1-1 0 0 0,1 1 0 0 0,0 0 0 0 0,0 0 0 0 0,0 0 0 0 0,0 0 0 0 0,0-1 0 0 0,-1 1 0 0 0,1 0 0 0 0,0 0 0 0 0,0 0 0 0 0,0 0 0 0 0,-1 0 0 0 0,1 0 0 0 0,0 0 0 0 0,0-1 0 0 0,0 1 0 0 0,-1 0 0 0 0,1 0 0 0 0,0 0 0 0 0,0 0 1 0 0,0 0-1 0 0,-1 0 0 0 0,1 0 0 0 0,0 0 0 0 0,0 0 0 0 0,-1 0 0 0 0,1 0 0 0 0,0 0 0 0 0,0 0 0 0 0,0 0 0 0 0,-1 0 0 0 0,1 1 0 0 0,0-1 0 0 0,0 0 0 0 0,0 0 0 0 0,-1 0 0 0 0,1 0 0 0 0,0 0 0 0 0,0 0 0 0 0,0 1 0 0 0,0-1 0 0 0,-1 0 0 0 0,1 0 0 0 0,0 0 0 0 0,0 0 0 0 0,0 1 0 0 0,0-1 0 0 0,0 0 0 0 0,-1 0 0 0 0,-10 9-15 0 0,11-9 16 0 0,-10 16-23 0 0,1 0 0 0 0,0 1 1 0 0,1 0-1 0 0,1 1 0 0 0,-7 28 1 0 0,11-36 30 0 0,-174 703 282 0 0,172-685-281 0 0,0 1 17 0 0,-1-1 1 0 0,-1 0-1 0 0,-17 43 0 0 0,23-68-18 0 0,0-1-1 0 0,-1 1 1 0 0,1-1 0 0 0,0 0-1 0 0,-1 1 1 0 0,1-1-1 0 0,-1 0 1 0 0,0 0-1 0 0,0 0 1 0 0,0-1-1 0 0,0 1 1 0 0,0 0-1 0 0,0-1 1 0 0,0 1 0 0 0,0-1-1 0 0,-1 1 1 0 0,1-1-1 0 0,-5 1 1 0 0,6-2-7 0 0,0 0 1 0 0,-1 0 0 0 0,1 0-1 0 0,0 0 1 0 0,-1 0 0 0 0,1-1-1 0 0,0 1 1 0 0,0 0-1 0 0,-1-1 1 0 0,1 1 0 0 0,0-1-1 0 0,0 0 1 0 0,-1 1 0 0 0,1-1-1 0 0,0 0 1 0 0,0 0-1 0 0,0 0 1 0 0,0 0 0 0 0,0 0-1 0 0,0 0 1 0 0,1 0 0 0 0,-2-1-1 0 0,-16-24 16 0 0,13 17-15 0 0,1 0 1 0 0,0-1-1 0 0,0 1 1 0 0,1-1-1 0 0,0 0 1 0 0,0 0-1 0 0,1 0 1 0 0,1 0-1 0 0,-1 0 1 0 0,2-1-1 0 0,0 1 1 0 0,0 0-1 0 0,1-1 1 0 0,0 1-1 0 0,0 0 1 0 0,1 0-1 0 0,1 0 1 0 0,0 0-1 0 0,7-17 1 0 0,-4 14-11 0 0,1 0 0 0 0,0 1 1 0 0,1 0-1 0 0,0 0 1 0 0,1 0-1 0 0,1 1 0 0 0,0 0 1 0 0,0 1-1 0 0,1 0 1 0 0,0 1-1 0 0,1 0 0 0 0,0 1 1 0 0,18-10-1 0 0,-8 7 1 0 0,0 1-1 0 0,33-11 1 0 0,-46 18 6 0 0,-1 1 0 0 0,0 0 0 0 0,0 1 0 0 0,1 0 1 0 0,-1 0-1 0 0,0 1 0 0 0,1 0 0 0 0,-1 0 0 0 0,1 1 1 0 0,14 3-1 0 0,-21-3 1 0 0,1 0 0 0 0,0 0 1 0 0,0 0-1 0 0,-1 0 1 0 0,1 1-1 0 0,-1-1 0 0 0,1 1 1 0 0,-1-1-1 0 0,0 1 0 0 0,1 0 1 0 0,-1 0-1 0 0,0 0 0 0 0,0 0 1 0 0,0 1-1 0 0,-1-1 1 0 0,4 5-1 0 0,-3-2 4 0 0,0 0 0 0 0,0 0 1 0 0,0 0-1 0 0,-1 0 0 0 0,0 1 0 0 0,0-1 0 0 0,0 0 0 0 0,-1 9 1 0 0,-1 6 7 0 0,0 0-1 0 0,-2 0 1 0 0,-9 35 0 0 0,-5-1 3 0 0,12-42 1 0 0,1 1-1 0 0,0 0 0 0 0,1-1 1 0 0,0 2-1 0 0,1-1 0 0 0,0 0 1 0 0,1 18-1 0 0,1-29-35 0 0,1 0 0 0 0,0 0 0 0 0,-1 0 0 0 0,1 0 0 0 0,0 0 0 0 0,0 0 0 0 0,0 0 0 0 0,0 0 0 0 0,1 0 0 0 0,-1 0-1 0 0,0 0 1 0 0,1-1 0 0 0,-1 1 0 0 0,1 0 0 0 0,0-1 0 0 0,-1 0 0 0 0,1 1 0 0 0,0-1 0 0 0,0 0 0 0 0,0 0 0 0 0,0 0 0 0 0,0 0 0 0 0,0 0 0 0 0,0 0 0 0 0,0-1 0 0 0,1 1 0 0 0,-1-1-1 0 0,0 1 1 0 0,4-1 0 0 0,5 1-257 0 0,0 0-1 0 0,0 0 0 0 0,0-1 1 0 0,19-3-1 0 0,-9-1 25 0 0,-1 0 0 0 0,0-1 0 0 0,-1-1 0 0 0,1-1 0 0 0,-1-1 1 0 0,0-1-1 0 0,-1 0 0 0 0,19-13 0 0 0,-23 12 287 0 0,-1 1 0 0 0,0-2 1 0 0,0 0-1 0 0,-1 0 0 0 0,0-2 0 0 0,-1 1 1 0 0,-1-1-1 0 0,0-1 0 0 0,-1 1 0 0 0,11-23 0 0 0,-17 29 93 0 0,0 0-1 0 0,-1-1 0 0 0,0 1 1 0 0,0-1-1 0 0,0 1 0 0 0,-1-1 1 0 0,-1 0-1 0 0,1 1 0 0 0,-1-1 1 0 0,0 0-1 0 0,-3-14 1 0 0,3 21-124 0 0,-1 1 0 0 0,1-1 0 0 0,-1 0 0 0 0,1 0 0 0 0,-1 1 1 0 0,1-1-1 0 0,-1 0 0 0 0,1 1 0 0 0,-1-1 0 0 0,0 0 0 0 0,1 1 1 0 0,-1-1-1 0 0,0 1 0 0 0,0-1 0 0 0,1 1 0 0 0,-1-1 0 0 0,0 1 1 0 0,0 0-1 0 0,0-1 0 0 0,1 1 0 0 0,-1 0 0 0 0,0 0 0 0 0,0 0 1 0 0,-1-1-1 0 0,-19 1 53 0 0,16 1-52 0 0,-1 0 0 0 0,0 1 1 0 0,1 0-1 0 0,-1 0 0 0 0,1 0 1 0 0,0 1-1 0 0,0 0 0 0 0,0 0 1 0 0,0 0-1 0 0,0 1 0 0 0,0-1 0 0 0,-3 5 1 0 0,-9 9 26 0 0,-22 29-1 0 0,35-41-29 0 0,-6 7-13 0 0,1 1-1 0 0,1 1 1 0 0,0 0 0 0 0,1 0 0 0 0,-8 23 0 0 0,12-30 24 0 0,1 0 1 0 0,0 0 0 0 0,0 0-1 0 0,1 1 1 0 0,-1-1 0 0 0,2 1-1 0 0,-1 0 1 0 0,1-1 0 0 0,0 1-1 0 0,1-1 1 0 0,0 1 0 0 0,0-1-1 0 0,3 13 1 0 0,-3-18-1 0 0,0 1-1 0 0,1-1 1 0 0,-1 1-1 0 0,0-1 1 0 0,1 0 0 0 0,-1 1-1 0 0,1-1 1 0 0,0 0 0 0 0,-1 0-1 0 0,1 0 1 0 0,0 0 0 0 0,0-1-1 0 0,1 1 1 0 0,-1 0-1 0 0,0-1 1 0 0,0 0 0 0 0,1 1-1 0 0,-1-1 1 0 0,1 0 0 0 0,-1 0-1 0 0,1 0 1 0 0,-1-1 0 0 0,1 1-1 0 0,0-1 1 0 0,-1 1-1 0 0,5-1 1 0 0,-2 0-4 0 0,0 0-1 0 0,0-1 1 0 0,0 0-1 0 0,-1 0 1 0 0,1 0-1 0 0,0 0 1 0 0,-1-1-1 0 0,1 0 1 0 0,-1 0 0 0 0,1 0-1 0 0,-1 0 1 0 0,0-1-1 0 0,0 0 1 0 0,5-4-1 0 0,-1 0 1 0 0,0-1 0 0 0,0-1 1 0 0,-1 1-1 0 0,-1-1 0 0 0,0 0 0 0 0,0-1 0 0 0,6-13 0 0 0,27-77 0 0 0,-29 70-2 0 0,5-23-50 0 0,-24 85 38 0 0,2 1 0 0 0,0-1 0 0 0,3 1 0 0 0,-2 47 0 0 0,6-77 19 0 0,0 0 1 0 0,1-1-1 0 0,-1 1 1 0 0,0 0-1 0 0,1-1 1 0 0,0 1-1 0 0,-1 0 0 0 0,1-1 1 0 0,0 1-1 0 0,1-1 1 0 0,-1 1-1 0 0,0-1 1 0 0,1 0-1 0 0,-1 1 0 0 0,1-1 1 0 0,-1 0-1 0 0,1 0 1 0 0,0 0-1 0 0,0 0 1 0 0,0-1-1 0 0,0 1 0 0 0,1 0 1 0 0,-1-1-1 0 0,4 3 1 0 0,-2-3-5 0 0,0 0 0 0 0,0 0 0 0 0,0-1 0 0 0,0 1 0 0 0,1-1 0 0 0,-1 0 0 0 0,0 0 0 0 0,0 0 0 0 0,0 0 0 0 0,0-1 0 0 0,0 0 0 0 0,0 0 0 0 0,0 0 0 0 0,0 0 0 0 0,0 0 0 0 0,4-3 0 0 0,5-3 0 0 0,0 0 1 0 0,0-1 0 0 0,0-1 0 0 0,-1 0 0 0 0,0 0 0 0 0,-1-1-1 0 0,0-1 1 0 0,-1 0 0 0 0,0-1 0 0 0,-1 1 0 0 0,13-22 0 0 0,-11 15-20 0 0,-1 0 0 0 0,-1-1 0 0 0,0 0 0 0 0,-2-1 0 0 0,0 0 0 0 0,-1 0 0 0 0,6-37 0 0 0,-11 41-7 0 0,0 0 1 0 0,-1-1 0 0 0,-1-16 0 0 0,0 24 9 0 0,0 1 0 0 0,-1 0 0 0 0,0 0 0 0 0,0 0 0 0 0,0 0 0 0 0,-1 1 0 0 0,-6-13 0 0 0,8 19 7 0 0,1 0 0 0 0,-1 0 0 0 0,0 0 0 0 0,1 0 0 0 0,-1 0 0 0 0,0 1 0 0 0,1-1 0 0 0,-1 0 0 0 0,0 0 0 0 0,0 1 0 0 0,0-1 0 0 0,0 1 0 0 0,0-1 0 0 0,0 1 0 0 0,0-1 0 0 0,0 1 0 0 0,0 0 0 0 0,0-1 0 0 0,0 1 0 0 0,0 0 0 0 0,0 0 0 0 0,0 0-1 0 0,0-1 1 0 0,0 1 0 0 0,0 0 0 0 0,0 0 0 0 0,0 1 0 0 0,0-1 0 0 0,0 0 0 0 0,0 0 0 0 0,0 0 0 0 0,0 1 0 0 0,0-1 0 0 0,0 1 0 0 0,0-1 0 0 0,0 1 0 0 0,0-1 0 0 0,0 1 0 0 0,0-1 0 0 0,0 1 0 0 0,1 0 0 0 0,-2 1 0 0 0,-2 1 4 0 0,0 0 0 0 0,1 0 0 0 0,0 1 0 0 0,0-1 0 0 0,0 1 0 0 0,0 0 0 0 0,-4 8 0 0 0,5-9 1 0 0,0 1 0 0 0,1 0 0 0 0,-1 0 1 0 0,1 0-1 0 0,0 0 0 0 0,0 0 0 0 0,1 0 1 0 0,-1 1-1 0 0,1-1 0 0 0,0 0 0 0 0,0 0 1 0 0,0 0-1 0 0,1 1 0 0 0,-1-1 0 0 0,1 0 1 0 0,0 0-1 0 0,0 0 0 0 0,0 0 0 0 0,1 0 1 0 0,0 0-1 0 0,-1-1 0 0 0,1 1 0 0 0,1 0 1 0 0,-1-1-1 0 0,0 1 0 0 0,1-1 0 0 0,0 0 1 0 0,0 0-1 0 0,0 0 0 0 0,0 0 0 0 0,0-1 1 0 0,7 5-1 0 0,4 2 6 0 0,1 0 0 0 0,0-1 0 0 0,1-1 0 0 0,0-1 0 0 0,0 0 0 0 0,28 6 0 0 0,-30-8-11 0 0,0-2 0 0 0,1 1 1 0 0,-1-2-1 0 0,1 0 0 0 0,0-1 1 0 0,-1 0-1 0 0,1-1 0 0 0,26-5 1 0 0,-36 5-4 0 0,1-1-1 0 0,-1 0 1 0 0,1 0 0 0 0,-1 0-1 0 0,0-1 1 0 0,1 1 0 0 0,-1-1-1 0 0,-1-1 1 0 0,1 1 0 0 0,0-1 0 0 0,-1 1-1 0 0,0-1 1 0 0,1 0 0 0 0,-2-1-1 0 0,1 1 1 0 0,0-1 0 0 0,-1 0-1 0 0,0 0 1 0 0,0 0 0 0 0,0 0 0 0 0,-1 0-1 0 0,0-1 1 0 0,0 1 0 0 0,2-10-1 0 0,-2 7-15 0 0,6-30 27 0 0,-8 35-7 0 0,1 0-1 0 0,-1 1 0 0 0,0-1 0 0 0,0 1 0 0 0,0-1 0 0 0,-1 0 0 0 0,1 1 0 0 0,0-1 1 0 0,-1 1-1 0 0,0-1 0 0 0,1 0 0 0 0,-2-2 0 0 0,-2 0 3 0 0,4 4-3 0 0,-1 1-1 0 0,0-1 0 0 0,0 1 1 0 0,1 0-1 0 0,-1-1 1 0 0,0 1-1 0 0,0 0 0 0 0,1 0 1 0 0,-1 0-1 0 0,0-1 0 0 0,0 1 1 0 0,1 0-1 0 0,-1 0 1 0 0,0 0-1 0 0,0 0 0 0 0,0 0 1 0 0,1 1-1 0 0,-1-1 0 0 0,0 0 1 0 0,0 0-1 0 0,1 0 1 0 0,-1 1-1 0 0,0-1 0 0 0,0 0 1 0 0,1 1-1 0 0,-1-1 1 0 0,0 0-1 0 0,1 1 0 0 0,-1-1 1 0 0,0 1-1 0 0,1-1 0 0 0,-1 1 1 0 0,1 0-1 0 0,-1 0 1 0 0,-23 19 26 0 0,5 1-8 0 0,1 0-1 0 0,1 1 1 0 0,1 0-1 0 0,1 1 1 0 0,1 1-1 0 0,1 1 1 0 0,1 0 0 0 0,2 0-1 0 0,0 1 1 0 0,-10 43-1 0 0,19-63-3 0 0,0-1 0 0 0,1 1 0 0 0,-1 0 0 0 0,1-1 0 0 0,0 1-1 0 0,0 0 1 0 0,1 0 0 0 0,-1-1 0 0 0,1 1 0 0 0,1 0 0 0 0,-1-1-1 0 0,1 1 1 0 0,2 5 0 0 0,-2-8-1 0 0,1 1 0 0 0,-1 0 0 0 0,0 0 0 0 0,1-1 0 0 0,0 0 0 0 0,0 1 0 0 0,0-1 0 0 0,0 0 0 0 0,1-1 0 0 0,-1 1-1 0 0,1 0 1 0 0,-1-1 0 0 0,1 0 0 0 0,0 0 0 0 0,0 0 0 0 0,0 0 0 0 0,8 2 0 0 0,0-1-8 0 0,1 0 1 0 0,0-1-1 0 0,-1 0 0 0 0,1-1 0 0 0,0-1 1 0 0,0 1-1 0 0,0-2 0 0 0,0 0 0 0 0,0-1 1 0 0,0 0-1 0 0,-1-1 0 0 0,1 0 0 0 0,-1-1 1 0 0,13-6-1 0 0,-11 4-6 0 0,-1-1 1 0 0,0-1-1 0 0,-1 0 1 0 0,0-1-1 0 0,0 0 0 0 0,0-1 1 0 0,-2 0-1 0 0,1-1 1 0 0,-1 0-1 0 0,-1 0 1 0 0,0-1-1 0 0,8-13 0 0 0,-6 4 9 0 0,0 0-1 0 0,-1 0 0 0 0,-1-1 0 0 0,-1 0 1 0 0,-1 0-1 0 0,0-1 0 0 0,-2 0 1 0 0,-1 0-1 0 0,-1 0 0 0 0,0-44 0 0 0,-3 65 1 0 0,0 1-8 0 0,-1 1 0 0 0,1 0 0 0 0,-1-1 0 0 0,1 1 0 0 0,-1 0 0 0 0,1-1 0 0 0,0 1 0 0 0,-1 0 0 0 0,1 0 0 0 0,-1-1 0 0 0,1 1 0 0 0,-1 0 0 0 0,0 0 0 0 0,1 0 0 0 0,-1 0 0 0 0,1 0 0 0 0,-1 0 0 0 0,0 0 0 0 0,-6 7 7 0 0,-1 1 0 0 0,1-1 0 0 0,1 2 1 0 0,0-1-1 0 0,0 1 0 0 0,0 0 0 0 0,1 0 1 0 0,1 0-1 0 0,-7 19 0 0 0,3-7 3 0 0,2 2 1 0 0,0-1-1 0 0,-3 34 0 0 0,8-49 10 0 0,0 0 0 0 0,1 0 0 0 0,0 0 0 0 0,0 0 0 0 0,1 0 1 0 0,-1 0-1 0 0,2 0 0 0 0,-1 0 0 0 0,3 8 0 0 0,-2-12 0 0 0,-1 1-1 0 0,1-1 1 0 0,0 0 0 0 0,0 0 0 0 0,1 1-1 0 0,-1-1 1 0 0,1-1 0 0 0,-1 1 0 0 0,1 0-1 0 0,0-1 1 0 0,0 1 0 0 0,0-1-1 0 0,0 0 1 0 0,1 0 0 0 0,-1 0 0 0 0,1 0-1 0 0,6 2 1 0 0,-3-2-37 0 0,0 0-1 0 0,-1 0 1 0 0,1-1 0 0 0,0 0-1 0 0,0 0 1 0 0,0-1 0 0 0,-1 1-1 0 0,1-2 1 0 0,0 1 0 0 0,0-1-1 0 0,0 0 1 0 0,0 0-1 0 0,-1-1 1 0 0,11-3 0 0 0,-9 1-1085 0 0,1 1 1 0 0,-1-1 0 0 0,-1-1 0 0 0,1 0-1 0 0,-1 0 1 0 0,10-8 0 0 0,-5 0-4274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89 1156 0 0,'-14'-14'2296'0'0,"4"2"-448"0"0,0 4-347 0 0,0-2-285 0 0,1 1-212 0 0,1 1-236 0 0,1 3-176 0 0,2-2-108 0 0,-2 0 200 0 0,-3-1-372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81 757 836 0 0,'0'0'2182'0'0,"-16"-2"1735"0"0,-15 2 2899 0 0,26-1-6369 0 0,-2 0 159 0 0,17-5 73 0 0,38-13-326 0 0,0-3 1 0 0,75-47-1 0 0,-102 55-334 0 0,-1-1 0 0 0,0-1-1 0 0,-1-1 1 0 0,-1 0-1 0 0,0-2 1 0 0,-1 0 0 0 0,25-37-1 0 0,-27 29 2 0 0,0 0-1 0 0,-1 0 1 0 0,-2-1-1 0 0,16-53 0 0 0,-23 63-15 0 0,-1-1-1 0 0,-1 0 1 0 0,0 0-1 0 0,-2 0 1 0 0,0 0-1 0 0,-1 0 0 0 0,-1 0 1 0 0,-5-35-1 0 0,4 48-10 0 0,1-1 0 0 0,-1 1 0 0 0,-1 0 0 0 0,-4-10 0 0 0,6 14 3 0 0,0 0 0 0 0,-1 0 1 0 0,1 0-1 0 0,0 0 0 0 0,-1 0 0 0 0,1 1 0 0 0,-1-1 0 0 0,0 0 0 0 0,1 1 0 0 0,-1 0 0 0 0,0-1 0 0 0,0 1 1 0 0,0 0-1 0 0,0 0 0 0 0,-4-2 0 0 0,4 3 1 0 0,-1 0-1 0 0,1 0 1 0 0,-1 0 0 0 0,1 0-1 0 0,-1 0 1 0 0,1 1 0 0 0,-1-1 0 0 0,1 1-1 0 0,-1 0 1 0 0,1-1 0 0 0,0 1-1 0 0,-1 0 1 0 0,1 1 0 0 0,0-1 0 0 0,0 0-1 0 0,0 0 1 0 0,0 1 0 0 0,-3 2-1 0 0,-3 3-9 0 0,0 0 1 0 0,-12 15-1 0 0,2 2 2 0 0,1 0 0 0 0,2 1 0 0 0,0 1 0 0 0,2 0 0 0 0,-16 43 0 0 0,5 1 5 0 0,-14 75 0 0 0,21-57 62 0 0,-9 109-1 0 0,11 92 9 0 0,-4 25 14 0 0,18-298-57 0 0,1-10-1 0 0,0-1-1 0 0,0 0 1 0 0,-1 1 0 0 0,0-1-1 0 0,0 1 1 0 0,0-1 0 0 0,-1 0-1 0 0,1 0 1 0 0,-1 1 0 0 0,-1-1-1 0 0,1-1 1 0 0,-5 8 0 0 0,6-11-16 0 0,1 0 0 0 0,-1 0 0 0 0,0 0 0 0 0,0-1 0 0 0,1 1 0 0 0,-1 0 0 0 0,0-1 0 0 0,0 1 0 0 0,0 0 0 0 0,0-1 0 0 0,0 0 1 0 0,0 1-1 0 0,0-1 0 0 0,0 1 0 0 0,0-1 0 0 0,0 0 0 0 0,0 0 0 0 0,0 1 0 0 0,0-1 0 0 0,0 0 0 0 0,0 0 0 0 0,0 0 0 0 0,0 0 0 0 0,0 0 1 0 0,-1-1-1 0 0,-1 0 0 0 0,1 1 0 0 0,0-1 1 0 0,0-1-1 0 0,0 1 1 0 0,0 0-1 0 0,0 0 0 0 0,0-1 1 0 0,0 1-1 0 0,0-1 0 0 0,-2-3 1 0 0,-3-3 7 0 0,1 0 0 0 0,0 0 0 0 0,-8-19 0 0 0,6 12-5 0 0,2 0 0 0 0,0-1 0 0 0,1 0 0 0 0,1 0 0 0 0,0 0 0 0 0,1-1 0 0 0,1 1 0 0 0,0-1 1 0 0,2 1-1 0 0,0-1 0 0 0,0 0 0 0 0,2 1 0 0 0,0-1 0 0 0,6-22 0 0 0,-3 19-19 0 0,2 1-1 0 0,0 1 1 0 0,1-1-1 0 0,0 1 0 0 0,2 0 1 0 0,0 1-1 0 0,1 1 1 0 0,1-1-1 0 0,0 2 1 0 0,1-1-1 0 0,26-22 1 0 0,-16 19-3 0 0,1 0 0 0 0,1 1 1 0 0,1 2-1 0 0,0 0 0 0 0,1 2 1 0 0,0 1-1 0 0,1 1 0 0 0,1 2 1 0 0,0 1-1 0 0,0 1 0 0 0,1 1 1 0 0,38-4-1 0 0,-63 11 9 0 0,1 0 1 0 0,0-1 0 0 0,0 2-1 0 0,-1-1 1 0 0,1 1-1 0 0,0 0 1 0 0,-1 0-1 0 0,1 0 1 0 0,9 4 0 0 0,-13-4 6 0 0,-1 0 0 0 0,1 0 0 0 0,-1-1 0 0 0,1 1 1 0 0,-1 0-1 0 0,0 0 0 0 0,1 0 0 0 0,-1 1 1 0 0,0-1-1 0 0,0 0 0 0 0,1 0 0 0 0,-1 1 1 0 0,0-1-1 0 0,0 1 0 0 0,-1-1 0 0 0,1 1 1 0 0,0-1-1 0 0,0 1 0 0 0,-1-1 0 0 0,1 1 0 0 0,-1 0 1 0 0,1-1-1 0 0,-1 1 0 0 0,0 0 0 0 0,0 0 1 0 0,0-1-1 0 0,0 1 0 0 0,0 0 0 0 0,0-1 1 0 0,0 1-1 0 0,0 0 0 0 0,-1 0 0 0 0,1-1 0 0 0,-1 1 1 0 0,0 2-1 0 0,-3 6 9 0 0,-1 0 1 0 0,0 0 0 0 0,-1-1-1 0 0,0 1 1 0 0,-1-1-1 0 0,1 0 1 0 0,-2-1-1 0 0,1 0 1 0 0,-1 0-1 0 0,0-1 1 0 0,-1 0-1 0 0,0 0 1 0 0,-10 6-1 0 0,-13 6 11 0 0,0-1 1 0 0,-54 20-1 0 0,65-30 16 0 0,0 0 0 0 0,0-2 0 0 0,0-1 0 0 0,-35 5 0 0 0,54-10-36 0 0,0 0 0 0 0,0 0 0 0 0,-1 0 0 0 0,1-1 1 0 0,0 1-1 0 0,0-1 0 0 0,-1 0 0 0 0,1 0 0 0 0,0 1 0 0 0,0-1 0 0 0,0-1 0 0 0,0 1 1 0 0,0 0-1 0 0,0 0 0 0 0,1-1 0 0 0,-1 1 0 0 0,0-1 0 0 0,1 1 0 0 0,-1-1 0 0 0,1 0 0 0 0,-1 0 1 0 0,1 0-1 0 0,0 1 0 0 0,-2-4 0 0 0,3 4-4 0 0,-1-1-1 0 0,0 1 1 0 0,0-1-1 0 0,1 1 1 0 0,-1-1 0 0 0,1 1-1 0 0,-1-1 1 0 0,1 1-1 0 0,0-1 1 0 0,-1 0 0 0 0,1 1-1 0 0,0-1 1 0 0,0 1-1 0 0,0-1 1 0 0,0 0 0 0 0,1 1-1 0 0,-1-1 1 0 0,0 0-1 0 0,1 1 1 0 0,-1-1 0 0 0,1 1-1 0 0,-1-1 1 0 0,1 1-1 0 0,0-1 1 0 0,0 1 0 0 0,0-1-1 0 0,0 1 1 0 0,0 0-1 0 0,0 0 1 0 0,0-1 0 0 0,0 1-1 0 0,0 0 1 0 0,0 0-1 0 0,1 0 1 0 0,-1 0 0 0 0,0 0-1 0 0,1 0 1 0 0,-1 1-1 0 0,1-1 1 0 0,-1 0 0 0 0,3 0-1 0 0,-1 0-6 0 0,-2 1 8 0 0,1 0 0 0 0,0 0 1 0 0,0 1-1 0 0,-1-1 1 0 0,1 0-1 0 0,0 0 1 0 0,-1 1-1 0 0,1-1 0 0 0,0 1 1 0 0,2 1-1 0 0,2 1 0 0 0,-1 1-1 0 0,1 0 1 0 0,-1 0-1 0 0,0 0 1 0 0,0 1 0 0 0,0 0-1 0 0,0 0 1 0 0,-1 0-1 0 0,0 0 1 0 0,0 1-1 0 0,0 0 1 0 0,2 6-1 0 0,6 12-10 0 0,15 46 0 0 0,-9-21 14 0 0,-9-27 12 0 0,0 0 0 0 0,2 0 1 0 0,16 24-1 0 0,-22-39-57 0 0,1 0 1 0 0,-1 0-1 0 0,1-1 1 0 0,1 0-1 0 0,-1 0 1 0 0,1-1-1 0 0,0 1 1 0 0,0-1-1 0 0,1-1 1 0 0,-1 0-1 0 0,1 0 1 0 0,11 4-1 0 0,-9-4-36 0 0,0-1-1 0 0,1-1 0 0 0,-1 1 1 0 0,0-2-1 0 0,1 1 0 0 0,-1-2 1 0 0,1 1-1 0 0,0-1 0 0 0,-1-1 1 0 0,1 0-1 0 0,-1 0 0 0 0,0-1 1 0 0,1-1-1 0 0,-1 0 1 0 0,0 0-1 0 0,0-1 0 0 0,12-6 1 0 0,-4 0 53 0 0,-1-1 0 0 0,0-1 0 0 0,-1 0 0 0 0,-1-1 0 0 0,0-1 0 0 0,0 0 0 0 0,-2-1 0 0 0,14-19 0 0 0,2-4-4 0 0,34-56 0 0 0,-56 82 72 0 0,-1 0-1 0 0,0-1 1 0 0,-1 0 0 0 0,0 0-1 0 0,-1 0 1 0 0,0 0-1 0 0,-1-1 1 0 0,-1 1-1 0 0,2-23 1 0 0,-4 33-26 0 0,0 0 0 0 0,0 0 0 0 0,-1 1 1 0 0,1-1-1 0 0,0 1 0 0 0,-1-1 0 0 0,1 0 0 0 0,-1 1 0 0 0,0-1 0 0 0,0 1 1 0 0,0-1-1 0 0,0 1 0 0 0,-1 0 0 0 0,1-1 0 0 0,-1 1 0 0 0,1 0 0 0 0,-4-3 1 0 0,4 4-13 0 0,-1 0 0 0 0,0 0 0 0 0,1 0 0 0 0,-1 0 0 0 0,0 0 0 0 0,0 1 0 0 0,0-1 0 0 0,0 0 0 0 0,0 1 0 0 0,0-1 1 0 0,0 1-1 0 0,0 0 0 0 0,0 0 0 0 0,0 0 0 0 0,0 0 0 0 0,0 0 0 0 0,0 0 0 0 0,0 1 0 0 0,0-1 0 0 0,0 0 0 0 0,0 1 1 0 0,0 0-1 0 0,-2 1 0 0 0,-7 2 4 0 0,1 1 1 0 0,0 1-1 0 0,1 0 1 0 0,-1 0 0 0 0,1 1-1 0 0,1 0 1 0 0,-14 13-1 0 0,-49 63 21 0 0,61-70-26 0 0,-16 21 5 0 0,-42 71 0 0 0,56-83 7 0 0,1 1 1 0 0,2 0 0 0 0,0 1-1 0 0,-10 40 1 0 0,18-59 4 0 0,1 0 0 0 0,0 0-1 0 0,-1 0 1 0 0,2 0 0 0 0,-1 0 0 0 0,0 0 0 0 0,1-1-1 0 0,0 1 1 0 0,0 0 0 0 0,2 6 0 0 0,-2-10-10 0 0,-1 1 0 0 0,1-1 0 0 0,0 1 0 0 0,0 0 0 0 0,-1-1 0 0 0,1 1 0 0 0,0-1 0 0 0,0 0 1 0 0,0 1-1 0 0,1-1 0 0 0,-1 0 0 0 0,0 0 0 0 0,0 0 0 0 0,1 1 0 0 0,-1-1 0 0 0,1-1 0 0 0,-1 1 1 0 0,1 0-1 0 0,-1 0 0 0 0,1 0 0 0 0,-1-1 0 0 0,1 1 0 0 0,0-1 0 0 0,-1 1 0 0 0,1-1 0 0 0,0 0 1 0 0,-1 0-1 0 0,1 0 0 0 0,0 0 0 0 0,0 0 0 0 0,-1 0 0 0 0,1 0 0 0 0,0 0 0 0 0,1-1 1 0 0,6-2 2 0 0,0 0 1 0 0,-1 0-1 0 0,0-1 1 0 0,1 0-1 0 0,-1-1 1 0 0,-1 1-1 0 0,1-2 1 0 0,-1 1 0 0 0,12-12-1 0 0,8-10 13 0 0,25-33 0 0 0,-13 14-2 0 0,-8 11-16 0 0,46-53-16 0 0,-77 87 7 0 0,1 0-1 0 0,0 0 1 0 0,-1 0 0 0 0,1 0-1 0 0,0 0 1 0 0,0 0 0 0 0,-1 1-1 0 0,1-1 1 0 0,0 0-1 0 0,0 1 1 0 0,0-1 0 0 0,0 0-1 0 0,0 1 1 0 0,0-1-1 0 0,0 1 1 0 0,0-1 0 0 0,0 1-1 0 0,0 0 1 0 0,1-1 0 0 0,-1 1-1 0 0,2 0 1 0 0,-2 0 0 0 0,0 0-1 0 0,0 1 1 0 0,0-1 0 0 0,-1 1 0 0 0,1-1 0 0 0,0 1 0 0 0,0-1-1 0 0,0 1 1 0 0,0-1 0 0 0,0 1 0 0 0,0 0 0 0 0,-1-1 0 0 0,1 1-1 0 0,0 0 1 0 0,-1 0 0 0 0,1-1 0 0 0,0 1 0 0 0,0 2 0 0 0,1 1-2 0 0,1 1 1 0 0,-1 0-1 0 0,0 0 1 0 0,-1 0 0 0 0,1 0-1 0 0,-1 1 1 0 0,1 9 0 0 0,-1 59-12 0 0,-1-37 54 0 0,7 56-1 0 0,-6-91-29 0 0,-1-1 1 0 0,0 1-1 0 0,1-1 0 0 0,-1 0 0 0 0,1 1 0 0 0,-1-1 1 0 0,1 1-1 0 0,-1-1 0 0 0,1 0 0 0 0,0 0 0 0 0,0 1 1 0 0,0-1-1 0 0,0 0 0 0 0,0 0 0 0 0,0 0 0 0 0,0 0 1 0 0,0 0-1 0 0,0 0 0 0 0,0 0 0 0 0,1 0 0 0 0,-1-1 1 0 0,0 1-1 0 0,1 0 0 0 0,-1-1 0 0 0,0 1 0 0 0,1-1 1 0 0,-1 1-1 0 0,1-1 0 0 0,-1 0 0 0 0,1 1 0 0 0,-1-1 0 0 0,1 0 1 0 0,-1 0-1 0 0,1 0 0 0 0,-1 0 0 0 0,2-1 1 0 0,4 0 1 0 0,1 0 0 0 0,-1-1 0 0 0,0 0 1 0 0,0 0-1 0 0,0 0 0 0 0,7-5 1 0 0,0-1-538 0 0,0 0 0 0 0,0-1 0 0 0,-1 0 0 0 0,0-1 0 0 0,17-19 0 0 0,26-31-6588 0 0,-39 39 2816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80 696 228 0 0,'-2'-23'12722'0'0,"3"14"-11931"0"0,85-63-340 0 0,-64 55-421 0 0,0 0 0 0 0,-1-2 1 0 0,35-39-1 0 0,-34 29-24 0 0,-1-1 1 0 0,-1-1 0 0 0,-2 0-1 0 0,-1-2 1 0 0,-2 0 0 0 0,-1 0-1 0 0,-1-2 1 0 0,-2 1 0 0 0,10-60-1 0 0,-4 5-35 0 0,-17 89 28 0 0,0 0 1 0 0,0 0-1 0 0,0-1 0 0 0,0 1 0 0 0,0 0 1 0 0,0 0-1 0 0,0-1 0 0 0,1 1 0 0 0,-1 0 1 0 0,0 0-1 0 0,0-1 0 0 0,0 1 0 0 0,0 0 1 0 0,0 0-1 0 0,-1-1 0 0 0,1 1 0 0 0,0 0 1 0 0,0 0-1 0 0,0-1 0 0 0,0 1 0 0 0,0 0 1 0 0,0 0-1 0 0,0 0 0 0 0,0-1 0 0 0,0 1 1 0 0,-1 0-1 0 0,1 0 0 0 0,0 0 1 0 0,0-1-1 0 0,0 1 0 0 0,-1 0 0 0 0,1 0 1 0 0,0 0-1 0 0,0 0 0 0 0,0-1 0 0 0,-1 1 1 0 0,1 0-1 0 0,0 0 0 0 0,0 0 0 0 0,0 0 1 0 0,-1 0-1 0 0,1 0 0 0 0,0 0 0 0 0,0 0 1 0 0,-1 0-1 0 0,1 0 0 0 0,0 0 0 0 0,0 0 1 0 0,-1 0-1 0 0,1 0 0 0 0,0 0 1 0 0,0 0-1 0 0,-1 0 0 0 0,1 0 0 0 0,-11 4-9 0 0,11-4 10 0 0,-4 3 0 0 0,0 1-1 0 0,0-1 1 0 0,0 1-1 0 0,1 0 0 0 0,0 0 1 0 0,0 0-1 0 0,0 0 1 0 0,0 0-1 0 0,1 1 0 0 0,-1-1 1 0 0,1 1-1 0 0,-2 7 1 0 0,-4 5-5 0 0,-18 40-24 0 0,-35 110-1 0 0,-2 67 73 0 0,44-159-3 0 0,-46 201 88 0 0,-48 173 46 0 0,58-291-914 0 0,51-152-375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690 632 848 0 0,'45'-66'7190'0'0,"8"-10"-969"0"0,-52 74-5935 0 0,-3 3-177 0 0,-32 21 80 0 0,2 1 0 0 0,-30 28 1 0 0,-26 19 15 0 0,-2-6-38 0 0,-237 158 192 0 0,272-188-311 0 0,-33 19 1299 0 0,86-52-1148 0 0,-7-8 168 0 0,10 3-356 0 0,0 0-1 0 0,0 1 1 0 0,0-1-1 0 0,0 0 1 0 0,0 0-1 0 0,1 1 1 0 0,0-1-1 0 0,0 1 1 0 0,0 0-1 0 0,0-1 1 0 0,0 1-1 0 0,1 0 1 0 0,-1 0-1 0 0,1 0 1 0 0,0 1-1 0 0,0-1 0 0 0,0 1 1 0 0,0-1-1 0 0,0 1 1 0 0,0 0-1 0 0,1 0 1 0 0,-1 0-1 0 0,1 1 1 0 0,4-2-1 0 0,-7 3-13 0 0,1 0-1 0 0,0 0 0 0 0,-1 0 1 0 0,1 0-1 0 0,0 0 1 0 0,-1 1-1 0 0,1-1 0 0 0,0 0 1 0 0,-1 1-1 0 0,1-1 0 0 0,-1 1 1 0 0,1 0-1 0 0,0 0 0 0 0,-1-1 1 0 0,0 1-1 0 0,3 2 1 0 0,19 18-13 0 0,-10-5 32 0 0,-1 1 0 0 0,-1 0-1 0 0,-1 1 1 0 0,-1 0 0 0 0,0 1 0 0 0,7 23-1 0 0,6 11 6 0 0,-3-9-13 0 0,-4-8-2 0 0,2 0 0 0 0,1-2 0 0 0,29 43 0 0 0,-41-68-7 0 0,0-1 0 0 0,1 0 1 0 0,0-1-1 0 0,0 1 0 0 0,1-1 1 0 0,0-1-1 0 0,0 0 0 0 0,0 0 1 0 0,1 0-1 0 0,0-1 0 0 0,0 0 1 0 0,1-1-1 0 0,-1 0 0 0 0,1-1 1 0 0,0 1-1 0 0,-1-2 0 0 0,18 3 1 0 0,-19-5-56 0 0,-1 0 0 0 0,1-1 1 0 0,-1 1-1 0 0,0-2 1 0 0,1 1-1 0 0,-1-1 0 0 0,0 0 1 0 0,0 0-1 0 0,0-1 0 0 0,0 0 1 0 0,-1-1-1 0 0,1 1 1 0 0,-1-1-1 0 0,0 0 0 0 0,0-1 1 0 0,0 1-1 0 0,0-1 1 0 0,7-10-1 0 0,3-2-154 0 0,-1-1 0 0 0,0-1 0 0 0,-2-1 0 0 0,17-32 0 0 0,-14 16 156 0 0,-1-1 0 0 0,-2-1 0 0 0,-2 0 1 0 0,-1 0-1 0 0,7-58 0 0 0,-12 58 141 0 0,-5 35-100 0 0,-8 21-8 0 0,-3 16 43 0 0,1 1-1 0 0,2 0 1 0 0,1 0 0 0 0,2 1-1 0 0,1 0 1 0 0,3 71 0 0 0,1-101-10 0 0,1-1 0 0 0,0 0-1 0 0,0 1 1 0 0,0-1 0 0 0,0 0 0 0 0,1 1 0 0 0,0-1 0 0 0,0 0 0 0 0,0 0 0 0 0,1 0 0 0 0,-1-1-1 0 0,1 1 1 0 0,0-1 0 0 0,1 1 0 0 0,-1-1 0 0 0,1 0 0 0 0,0 0 0 0 0,0-1 0 0 0,0 1 0 0 0,0-1-1 0 0,1 0 1 0 0,-1 0 0 0 0,1 0 0 0 0,0 0 0 0 0,0-1 0 0 0,0 0 0 0 0,0 0 0 0 0,0-1 0 0 0,1 1 0 0 0,-1-1-1 0 0,0 0 1 0 0,1 0 0 0 0,-1-1 0 0 0,1 0 0 0 0,8 0 0 0 0,-7-1-6 0 0,-1 1 1 0 0,1-1-1 0 0,0-1 1 0 0,-1 1-1 0 0,1-1 1 0 0,-1 0-1 0 0,0-1 1 0 0,1 0-1 0 0,-1 0 0 0 0,0 0 1 0 0,9-8-1 0 0,-6 5 1 0 0,-1-1-1 0 0,-1-1 0 0 0,1 0 1 0 0,-1 0-1 0 0,-1 0 0 0 0,10-17 1 0 0,0-5-19 0 0,-2 0 0 0 0,-1-2 1 0 0,14-50-1 0 0,-16 41-58 0 0,9-74 0 0 0,-20 113 37 0 0,-12 13-55 0 0,7-4 92 0 0,0 0-1 0 0,1 0 0 0 0,0 0 0 0 0,1 0 0 0 0,-1 0 0 0 0,2 1 0 0 0,-1-1 0 0 0,-2 11 0 0 0,3-9 1 0 0,-9 27 2 0 0,-9 53 1 0 0,18-77 3 0 0,1 0 1 0 0,0 0 0 0 0,1 0-1 0 0,0 0 1 0 0,1 0 0 0 0,0 0-1 0 0,1 0 1 0 0,5 19 0 0 0,-6-28-4 0 0,0 0 1 0 0,0-1-1 0 0,0 1 1 0 0,1-1 0 0 0,-1 1-1 0 0,0-1 1 0 0,1 0-1 0 0,0 1 1 0 0,-1-1 0 0 0,1 0-1 0 0,0 0 1 0 0,0 0-1 0 0,0-1 1 0 0,1 1 0 0 0,-1 0-1 0 0,0-1 1 0 0,1 1-1 0 0,3 1 1 0 0,-2-2 2 0 0,0 0 0 0 0,0 0-1 0 0,1 0 1 0 0,-1 0 0 0 0,1-1 0 0 0,-1 1-1 0 0,0-1 1 0 0,1 0 0 0 0,-1-1-1 0 0,8 0 1 0 0,0-2 10 0 0,0 0 1 0 0,0-1-1 0 0,-1 0 0 0 0,1-1 0 0 0,-1 0 0 0 0,0-1 1 0 0,15-10-1 0 0,0-4-18 0 0,0-2 0 0 0,-2-1 0 0 0,-1-1 0 0 0,0-1 0 0 0,-2-1 0 0 0,-1 0 0 0 0,30-54 0 0 0,-13 12-50 0 0,-4-2 0 0 0,30-90 1 0 0,-39 90 19 0 0,29-145 1 0 0,-46 175 14 0 0,-3 0-1 0 0,-1 0 1 0 0,-2 0-1 0 0,-1-1 1 0 0,-8-50-1 0 0,5 74-4 0 0,-8-30-1 0 0,9 42 15 0 0,1 1-1 0 0,-1-1 1 0 0,0 1 0 0 0,0-1-1 0 0,-1 1 1 0 0,1 0-1 0 0,-1 0 1 0 0,0 0 0 0 0,0 0-1 0 0,-6-5 1 0 0,8 8 5 0 0,0 0-1 0 0,0 1 1 0 0,-1-1 0 0 0,1 1-1 0 0,0 0 1 0 0,0-1 0 0 0,0 1-1 0 0,-1 0 1 0 0,1 0 0 0 0,0 0-1 0 0,0 0 1 0 0,-1 0 0 0 0,1 0-1 0 0,0 0 1 0 0,0 0 0 0 0,0 0-1 0 0,-1 1 1 0 0,1-1 0 0 0,0 0-1 0 0,0 1 1 0 0,0-1 0 0 0,0 1-1 0 0,-1-1 1 0 0,1 1 0 0 0,0 0-1 0 0,0-1 1 0 0,0 1 0 0 0,0 0-1 0 0,-1 1 1 0 0,-2 2 3 0 0,-1 0 0 0 0,1 0 0 0 0,0 0 0 0 0,-5 8 1 0 0,-6 12 3 0 0,1 0 0 0 0,1 1 0 0 0,-19 52 0 0 0,-16 85 29 0 0,36-117-16 0 0,-65 286 292 0 0,65-256-229 0 0,3 1 0 0 0,2 111-1 0 0,7-168-57 0 0,1 0 0 0 0,1 0 0 0 0,1 0-1 0 0,0-1 1 0 0,2 1 0 0 0,0-1 0 0 0,13 29-1 0 0,-15-40-13 0 0,0-1 0 0 0,1 0 0 0 0,0 0 0 0 0,0 0 0 0 0,0 0 0 0 0,1-1 0 0 0,0 1 0 0 0,0-1 0 0 0,0 0-1 0 0,1-1 1 0 0,-1 1 0 0 0,1-1 0 0 0,0 0 0 0 0,1-1 0 0 0,-1 1 0 0 0,1-1 0 0 0,-1 0 0 0 0,1-1 0 0 0,0 0 0 0 0,0 0-1 0 0,0 0 1 0 0,15 0 0 0 0,-13-1-4 0 0,0-1 0 0 0,0 0 0 0 0,1-1-1 0 0,-1 0 1 0 0,0-1 0 0 0,0 0 0 0 0,0 0 0 0 0,0-1-1 0 0,12-5 1 0 0,-7 2 3 0 0,-1-2-1 0 0,0 1 1 0 0,0-2-1 0 0,-1 0 1 0 0,14-12 0 0 0,2-6-14 0 0,-2-2 1 0 0,-1 0-1 0 0,35-55 1 0 0,-42 55-17 0 0,0-1 0 0 0,-2 0 1 0 0,13-36-1 0 0,-23 52 14 0 0,-1-1-1 0 0,-1 0 1 0 0,0 0 0 0 0,-1-1-1 0 0,-1 1 1 0 0,0-1 0 0 0,-1 0-1 0 0,0 1 1 0 0,-3-18 0 0 0,2 31 3 0 0,0 0 1 0 0,0 1-1 0 0,0-1 1 0 0,-1 0 0 0 0,1 0-1 0 0,-1 0 1 0 0,1 0-1 0 0,-1 0 1 0 0,0 1 0 0 0,0-1-1 0 0,0 0 1 0 0,0 1-1 0 0,0-1 1 0 0,0 1 0 0 0,0-1-1 0 0,0 1 1 0 0,-1-1-1 0 0,1 1 1 0 0,-1 0 0 0 0,1-1-1 0 0,-1 1 1 0 0,-1-1-1 0 0,1 2 2 0 0,0-1 0 0 0,0 0 0 0 0,-1 1 0 0 0,1 0 0 0 0,0 0 0 0 0,-1-1-1 0 0,1 1 1 0 0,0 0 0 0 0,0 1 0 0 0,-1-1 0 0 0,1 0 0 0 0,0 1 0 0 0,0-1 0 0 0,-1 1-1 0 0,-2 1 1 0 0,-2 1-1 0 0,0 1 0 0 0,1-1 0 0 0,-1 1 1 0 0,1 0-1 0 0,0 0 0 0 0,1 1 0 0 0,-1 0 0 0 0,1 0 0 0 0,0 0 0 0 0,-7 10 0 0 0,9-10 6 0 0,0 0 1 0 0,1 0-1 0 0,-1 0 1 0 0,1 0-1 0 0,1 0 1 0 0,-1 1-1 0 0,1-1 1 0 0,0 1-1 0 0,0-1 0 0 0,0 1 1 0 0,1-1-1 0 0,0 1 1 0 0,0 0-1 0 0,1-1 1 0 0,-1 1-1 0 0,1-1 1 0 0,0 1-1 0 0,1-1 0 0 0,-1 1 1 0 0,5 8-1 0 0,4 8 10 0 0,1-1-1 0 0,1-1 0 0 0,26 33 1 0 0,-3-3-38 0 0,-28-39 33 0 0,2 3-26 0 0,0 1 0 0 0,0 0-1 0 0,8 24 1 0 0,-15-35 36 0 0,-1 0-1 0 0,0 0 1 0 0,0 0-1 0 0,0 0 1 0 0,0 0-1 0 0,-1 0 1 0 0,0 0-1 0 0,0 0 1 0 0,0 0-1 0 0,0 0 1 0 0,0 0-1 0 0,-1 0 1 0 0,0 0-1 0 0,0 0 0 0 0,0 0 1 0 0,0 0-1 0 0,-1 0 1 0 0,1 0-1 0 0,-1-1 1 0 0,-3 5-1 0 0,-2 1 105 0 0,0 0 0 0 0,-1-1 0 0 0,0 0-1 0 0,-1 0 1 0 0,0-1 0 0 0,0 0-1 0 0,-1-1 1 0 0,1 0 0 0 0,-1 0 0 0 0,-1-1-1 0 0,1-1 1 0 0,-1 0 0 0 0,0 0 0 0 0,0-1-1 0 0,0 0 1 0 0,0-1 0 0 0,0 0-1 0 0,-15 0 1 0 0,25-2-117 0 0,0 1 1 0 0,0-1-1 0 0,0 0 0 0 0,1 0 0 0 0,-1 0 0 0 0,0 0 0 0 0,0 0 1 0 0,0-1-1 0 0,0 1 0 0 0,1 0 0 0 0,-1 0 0 0 0,0 0 1 0 0,0-1-1 0 0,0 1 0 0 0,1 0 0 0 0,-1-1 0 0 0,0 1 1 0 0,1-1-1 0 0,-1 1 0 0 0,0-1 0 0 0,1 1 0 0 0,-1-1 0 0 0,0 0 1 0 0,1 1-1 0 0,-1-1 0 0 0,1 1 0 0 0,-1-2 0 0 0,1 0-3 0 0,-1 1 0 0 0,1-1-1 0 0,0 1 1 0 0,1-1-1 0 0,-1 1 1 0 0,0-1-1 0 0,0 1 1 0 0,1-1 0 0 0,-1 1-1 0 0,1-1 1 0 0,-1 1-1 0 0,1-1 1 0 0,-1 1-1 0 0,1 0 1 0 0,0 0 0 0 0,1-3-1 0 0,11-12-12 0 0,1 0 0 0 0,0 1 0 0 0,1 0 0 0 0,1 1-1 0 0,25-18 1 0 0,-18 13-26 0 0,86-70-336 0 0,115-124-1 0 0,-175 160 251 0 0,-3-2-1 0 0,-2-1 1 0 0,-3-3-1 0 0,43-82 0 0 0,-71 117 105 0 0,-2-1 0 0 0,-1 0-1 0 0,-1-1 1 0 0,8-39-1 0 0,-13 46 14 0 0,-2 0 0 0 0,0 1-1 0 0,-1-1 1 0 0,-1 0-1 0 0,-1 0 1 0 0,0 1 0 0 0,-6-26-1 0 0,7 43 4 0 0,0 0 0 0 0,0 0 0 0 0,0 0-1 0 0,0 0 1 0 0,-1 0 0 0 0,1 0 0 0 0,0 0-1 0 0,-1 0 1 0 0,1 0 0 0 0,0 1 0 0 0,-1-1-1 0 0,0 0 1 0 0,1 0 0 0 0,-1 0 0 0 0,1 0-1 0 0,-1 1 1 0 0,0-1 0 0 0,1 0 0 0 0,-1 1-1 0 0,0-1 1 0 0,0 0 0 0 0,0 1 0 0 0,0-1-1 0 0,-1 0 1 0 0,1 1-1 0 0,-1 0 1 0 0,1 0-1 0 0,0 0 1 0 0,0 0-1 0 0,-1 1 0 0 0,1-1 1 0 0,0 0-1 0 0,0 1 1 0 0,0-1-1 0 0,-1 1 0 0 0,1-1 1 0 0,0 1-1 0 0,0-1 1 0 0,0 1-1 0 0,0 0 0 0 0,-2 1 1 0 0,-2 3-4 0 0,-1 0 0 0 0,1 1 0 0 0,0-1 0 0 0,1 1 0 0 0,-5 7 0 0 0,-13 26-8 0 0,2 1 0 0 0,-27 76 0 0 0,-13 89 45 0 0,38-118 1 0 0,5 2 0 0 0,3 0 1 0 0,4 1-1 0 0,3 146 0 0 0,19-120 206 0 0,-13-116-236 0 0,1 1 0 0 0,0 0 0 0 0,0-1 0 0 0,0 1 0 0 0,1-1 0 0 0,-1 1-1 0 0,0 0 1 0 0,0-1 0 0 0,0 1 0 0 0,0-1 0 0 0,1 1 0 0 0,-1-1 0 0 0,0 1 0 0 0,0 0 0 0 0,1-1 0 0 0,-1 1 0 0 0,0-1 0 0 0,1 0 0 0 0,-1 1 0 0 0,1-1 0 0 0,-1 1 0 0 0,1-1 0 0 0,-1 1 0 0 0,0-1 0 0 0,1 0 0 0 0,0 1 0 0 0,-1-1 0 0 0,1 0 0 0 0,-1 0-1 0 0,1 1 1 0 0,-1-1 0 0 0,1 0 0 0 0,-1 0 0 0 0,1 0 0 0 0,0 0 0 0 0,0 0 0 0 0,1 0 0 0 0,-1 0 1 0 0,0 0-1 0 0,1 0 0 0 0,-1 0 0 0 0,0 0 0 0 0,0-1 1 0 0,1 1-1 0 0,-1 0 0 0 0,0-1 0 0 0,0 1 0 0 0,0-1 1 0 0,1 0-1 0 0,-1 1 0 0 0,0-1 0 0 0,2-1 0 0 0,7-12 8 0 0,0 0 0 0 0,0 0 0 0 0,-1 0 0 0 0,-1-1 0 0 0,9-23-1 0 0,-11 27 0 0 0,10-24-21 0 0,57-115-38 0 0,-57 121 28 0 0,2 1 0 0 0,0 1 1 0 0,23-26-1 0 0,-35 47 11 0 0,-1 0 0 0 0,1 0 0 0 0,1 1 0 0 0,-1-1 0 0 0,0 1 0 0 0,1 1 1 0 0,0-1-1 0 0,0 1 0 0 0,12-4 0 0 0,-17 7 8 0 0,1 0 0 0 0,-1 1 1 0 0,1-1-1 0 0,0 1 0 0 0,-1-1 1 0 0,1 1-1 0 0,0 0 0 0 0,-1 0 1 0 0,1 0-1 0 0,0 0 0 0 0,-1 1 1 0 0,1-1-1 0 0,-1 1 0 0 0,1 0 1 0 0,0-1-1 0 0,-1 1 0 0 0,1 0 0 0 0,-1 1 1 0 0,0-1-1 0 0,1 0 0 0 0,-1 1 1 0 0,0-1-1 0 0,0 1 0 0 0,0 0 1 0 0,0-1-1 0 0,0 1 0 0 0,0 0 1 0 0,-1 0-1 0 0,1 1 0 0 0,0-1 0 0 0,-1 0 1 0 0,2 4-1 0 0,1 2 6 0 0,-1-1 0 0 0,0 1 0 0 0,0 0-1 0 0,0 1 1 0 0,-1-1 0 0 0,-1 0 0 0 0,1 1 0 0 0,-1-1-1 0 0,-1 10 1 0 0,0 11 21 0 0,-4 38-1 0 0,-18 65-28 0 0,3-17 2 0 0,15-95 1 0 0,0 10 70 0 0,4-29-62 0 0,0 1-1 0 0,1-1 0 0 0,-1 0 0 0 0,0 0 0 0 0,1 1 0 0 0,-1-1 0 0 0,0 0 0 0 0,1 0 1 0 0,0 1-1 0 0,-1-1 0 0 0,1 0 0 0 0,0 0 0 0 0,-1 0 0 0 0,1 0 0 0 0,0 0 1 0 0,0 0-1 0 0,0 0 0 0 0,0 0 0 0 0,0 0 0 0 0,1 0 0 0 0,0 0-3 0 0,-1-1-1 0 0,0 0 0 0 0,0 1 1 0 0,1-1-1 0 0,-1 0 1 0 0,0 1-1 0 0,1-1 1 0 0,-1 0-1 0 0,0 0 1 0 0,0 0-1 0 0,1 0 0 0 0,-1-1 1 0 0,0 1-1 0 0,1 0 1 0 0,-1-1-1 0 0,0 1 1 0 0,2-1-1 0 0,22-10 20 0 0,-22 9-15 0 0,12-6 3 0 0,-1-2 1 0 0,0 1-1 0 0,0-2 0 0 0,-1 0 1 0 0,-1 0-1 0 0,0-1 0 0 0,0-1 1 0 0,10-15-1 0 0,1-4-10 0 0,-1-1-1 0 0,24-49 1 0 0,-33 54-15 0 0,-1 1 0 0 0,13-45 1 0 0,-21 58 7 0 0,-1 0 1 0 0,0 0 0 0 0,-1 0 0 0 0,-1 0 0 0 0,-1 0 0 0 0,0 0 0 0 0,-2-23-1 0 0,1 35 5 0 0,1 0 0 0 0,0 1 0 0 0,0-1-1 0 0,-1 1 1 0 0,1-1 0 0 0,-1 1-1 0 0,1-1 1 0 0,-1 1 0 0 0,0-1 0 0 0,0 1-1 0 0,0-1 1 0 0,1 1 0 0 0,-1 0 0 0 0,0-1-1 0 0,-1 1 1 0 0,1 0 0 0 0,0 0-1 0 0,0 0 1 0 0,0 0 0 0 0,-1 0 0 0 0,1 0-1 0 0,-1 0 1 0 0,1 1 0 0 0,0-1-1 0 0,-3-1 1 0 0,2 2 0 0 0,1 0 0 0 0,0-1 1 0 0,-1 1-1 0 0,1 0 0 0 0,-1 0 0 0 0,1 0 0 0 0,-1 0 0 0 0,1 0 1 0 0,0 0-1 0 0,-1 0 0 0 0,1 0 0 0 0,-1 0 0 0 0,1 1 0 0 0,0-1 0 0 0,-1 1 1 0 0,1-1-1 0 0,0 1 0 0 0,-1 0 0 0 0,1-1 0 0 0,0 1 0 0 0,0 0 1 0 0,0 0-1 0 0,0 0 0 0 0,-2 1 0 0 0,0 1 2 0 0,1-2 1 0 0,0 1 1 0 0,0-1-1 0 0,0 1 0 0 0,0-1 0 0 0,0 1 0 0 0,1 0 1 0 0,-1 0-1 0 0,1 0 0 0 0,-1 0 0 0 0,1 0 0 0 0,0 1 1 0 0,-1-1-1 0 0,1 0 0 0 0,0 1 0 0 0,0-1 1 0 0,1 0-1 0 0,-1 1 0 0 0,1-1 0 0 0,-1 1 0 0 0,1-1 1 0 0,0 1-1 0 0,-1-1 0 0 0,1 1 0 0 0,1 0 1 0 0,-1-1-1 0 0,0 1 0 0 0,1-1 0 0 0,-1 1 0 0 0,2 2 1 0 0,0-1 0 0 0,0 1 0 0 0,0-1 1 0 0,0 0-1 0 0,1 1 0 0 0,0-1 1 0 0,0 0-1 0 0,0-1 1 0 0,0 1-1 0 0,0 0 0 0 0,1-1 1 0 0,0 0-1 0 0,4 4 0 0 0,8 1 3 0 0,0-1-1 0 0,0 0 1 0 0,1 0-1 0 0,0-2 1 0 0,0 0 0 0 0,0-1-1 0 0,33 3 1 0 0,23 6 5 0 0,-58-9-20 0 0,-12-4 8 0 0,-1 0 1 0 0,1 1 0 0 0,-1-1 0 0 0,1 1-1 0 0,-1 0 1 0 0,0 0 0 0 0,1 0 0 0 0,-1 0-1 0 0,2 1 1 0 0,-3-1 2 0 0,-1 0-1 0 0,1 0 1 0 0,-1-1-1 0 0,0 1 1 0 0,1 0 0 0 0,-1 0-1 0 0,0-1 1 0 0,0 1-1 0 0,0 0 1 0 0,1 0-1 0 0,-1 0 1 0 0,0 0 0 0 0,0-1-1 0 0,0 1 1 0 0,0 0-1 0 0,-1 0 1 0 0,1 0-1 0 0,0 0 1 0 0,0-1 0 0 0,0 1-1 0 0,-1 0 1 0 0,1 0-1 0 0,0-1 1 0 0,-1 1-1 0 0,1 0 1 0 0,0 0 0 0 0,-1-1-1 0 0,1 1 1 0 0,-1 0-1 0 0,0 0 1 0 0,-56 80 0 0 0,45-65-5 0 0,0 0 1 0 0,0 0-1 0 0,2 1 0 0 0,0 0 0 0 0,1 1 1 0 0,-12 33-1 0 0,21-50 5 0 0,-1 1-1 0 0,1 0 1 0 0,0 0-1 0 0,-1 0 1 0 0,1-1 0 0 0,0 1-1 0 0,0 0 1 0 0,0 0-1 0 0,1 0 1 0 0,-1 0 0 0 0,0-1-1 0 0,1 1 1 0 0,-1 0-1 0 0,1 0 1 0 0,0-1-1 0 0,-1 1 1 0 0,1 0 0 0 0,0-1-1 0 0,0 1 1 0 0,2 2-1 0 0,-1-1 3 0 0,1-1 0 0 0,0 1 0 0 0,0 0 0 0 0,0-1 0 0 0,0 0 0 0 0,1 0-1 0 0,-1 0 1 0 0,1 0 0 0 0,4 2 0 0 0,3 0 4 0 0,0 0 0 0 0,1-1-1 0 0,0-1 1 0 0,-1 1 0 0 0,21 0-1 0 0,-16-3 0 0 0,0-1-1 0 0,-1 0 0 0 0,1-2 1 0 0,0 1-1 0 0,0-2 0 0 0,-1 0 0 0 0,0-1 1 0 0,0 0-1 0 0,0-1 0 0 0,-1-1 0 0 0,0 0 1 0 0,0-1-1 0 0,0-1 0 0 0,-1 0 1 0 0,-1-1-1 0 0,1 0 0 0 0,14-16 0 0 0,-5 1-14 0 0,0-1 0 0 0,-2-1 0 0 0,-1-1-1 0 0,-1 0 1 0 0,-1-2 0 0 0,-2 1-1 0 0,15-41 1 0 0,-26 60-2 0 0,0 0 0 0 0,-1-1 0 0 0,0 1 0 0 0,0-1 0 0 0,-1 0 0 0 0,-1 0 0 0 0,1 0 0 0 0,-2-17 0 0 0,0 27 9 0 0,0 0 0 0 0,0 1 0 0 0,0-1 0 0 0,0 0 0 0 0,0 0 0 0 0,0 1 0 0 0,0-1 0 0 0,0 0 0 0 0,-1 1 0 0 0,1-1 0 0 0,0 0 0 0 0,0 1 0 0 0,-1-1 0 0 0,1 1 0 0 0,0-1-1 0 0,-1 0 1 0 0,1 1 0 0 0,-1-1 0 0 0,1 1 0 0 0,-1-1 0 0 0,1 1 0 0 0,-1-1 0 0 0,1 1 0 0 0,-1 0 0 0 0,1-1 0 0 0,-1 1 0 0 0,1-1 0 0 0,-1 1 0 0 0,0 0 0 0 0,1 0 0 0 0,-1-1-1 0 0,0 1 1 0 0,1 0 0 0 0,-1 0 0 0 0,0 0 0 0 0,1 0 0 0 0,-1 0 0 0 0,0 0 0 0 0,0 0 0 0 0,1 0 0 0 0,-1 0 0 0 0,0 0 0 0 0,1 0 0 0 0,-1 0 0 0 0,0 0 0 0 0,1 1 0 0 0,-1-1-1 0 0,0 0 1 0 0,1 1 0 0 0,-1-1 0 0 0,1 0 0 0 0,-1 1 0 0 0,0-1 0 0 0,1 1 0 0 0,-1-1 0 0 0,0 1 0 0 0,-4 3-4 0 0,0 0-1 0 0,-1 1 1 0 0,2 0 0 0 0,-6 5-1 0 0,-10 17 18 0 0,1 0-1 0 0,1 1 1 0 0,2 1-1 0 0,1 1 1 0 0,1 1 0 0 0,-14 44-1 0 0,23-62-9 0 0,1 0 0 0 0,1 0 0 0 0,0 1 0 0 0,1-1-1 0 0,0 1 1 0 0,0 14 0 0 0,2-24 4 0 0,0 0 0 0 0,1 0 0 0 0,-1 0-1 0 0,1-1 1 0 0,-1 1 0 0 0,1 0 0 0 0,1 0 0 0 0,-1 0-1 0 0,0-1 1 0 0,1 1 0 0 0,0-1 0 0 0,-1 1 0 0 0,1-1 0 0 0,1 0-1 0 0,-1 1 1 0 0,0-1 0 0 0,1 0 0 0 0,0-1 0 0 0,0 1 0 0 0,0 0-1 0 0,0-1 1 0 0,0 1 0 0 0,0-1 0 0 0,0 0 0 0 0,5 2-1 0 0,4 0 3 0 0,0 0 0 0 0,1-1-1 0 0,-1 0 1 0 0,1-1-1 0 0,-1 0 1 0 0,1-1-1 0 0,-1-1 1 0 0,1 0-1 0 0,0-1 1 0 0,-1 0-1 0 0,1 0 1 0 0,22-7-1 0 0,-4-1-1 0 0,-1-1 0 0 0,0-1 0 0 0,54-29 0 0 0,-48 20-4 0 0,0-2 1 0 0,-2-1-1 0 0,53-47 0 0 0,-69 53-10 0 0,-1 0 0 0 0,-1-2-1 0 0,0 0 1 0 0,-1 0 0 0 0,-1-2-1 0 0,-1 0 1 0 0,16-34 0 0 0,-25 45 3 0 0,-1 0 0 0 0,0 1 0 0 0,0-1 0 0 0,-1-1 0 0 0,0 1 0 0 0,0-19 0 0 0,-2 22-2 0 0,0 1 1 0 0,0-1-1 0 0,-1 1 0 0 0,0 0 0 0 0,0-1 0 0 0,-1 1 0 0 0,0 0 0 0 0,0 0 0 0 0,0 0 0 0 0,-1 0 0 0 0,0 0 0 0 0,-4-6 0 0 0,7 11 5 0 0,-1 0 1 0 0,1 0-1 0 0,-1 0 0 0 0,0 0 1 0 0,0 0-1 0 0,1 0 0 0 0,-1 0 1 0 0,0 1-1 0 0,0-1 0 0 0,0 0 1 0 0,0 0-1 0 0,0 1 0 0 0,0-1 1 0 0,0 0-1 0 0,0 1 0 0 0,0-1 1 0 0,0 1-1 0 0,0 0 0 0 0,0-1 1 0 0,0 1-1 0 0,0 0 0 0 0,-1-1 1 0 0,1 1-1 0 0,0 0 0 0 0,0 0 1 0 0,0 0-1 0 0,0 0 0 0 0,-1 0 0 0 0,1 1 1 0 0,0-1-1 0 0,0 0 0 0 0,0 0 1 0 0,0 1-1 0 0,0-1 0 0 0,0 1 1 0 0,0-1-1 0 0,-1 1 0 0 0,1-1 1 0 0,0 1-1 0 0,1 0 0 0 0,-1-1 1 0 0,0 1-1 0 0,0 0 0 0 0,-1 1 1 0 0,-1 1 0 0 0,0 0 1 0 0,1 0-1 0 0,0 0 1 0 0,-1 0-1 0 0,1 1 1 0 0,0-1-1 0 0,0 1 1 0 0,1 0 0 0 0,-1-1-1 0 0,1 1 1 0 0,-2 7-1 0 0,2-3 8 0 0,1 0 0 0 0,0 0 0 0 0,0 1 0 0 0,1-1 0 0 0,0 0 0 0 0,0 0-1 0 0,4 11 1 0 0,21 57 32 0 0,-11-36-27 0 0,0 1-1 0 0,-5-17-12 0 0,-1 1-1 0 0,-1 1 1 0 0,-1 0-1 0 0,-2 0 0 0 0,5 48 1 0 0,-10-68 3 0 0,0-1 0 0 0,0 0 0 0 0,-1 0-1 0 0,0 1 1 0 0,0-1 0 0 0,0 0 0 0 0,-1 0 0 0 0,0 0 0 0 0,1 0 0 0 0,-2 0 0 0 0,1 0 0 0 0,-1 0 0 0 0,1-1 0 0 0,-2 1-1 0 0,1-1 1 0 0,-4 5 0 0 0,1-4 1 0 0,0 0-1 0 0,0 0 0 0 0,0-1 0 0 0,-1 0 0 0 0,0 0 1 0 0,0 0-1 0 0,0-1 0 0 0,0 0 0 0 0,0 0 0 0 0,-8 2 0 0 0,-8-1 7 0 0,1 0-1 0 0,-1-1 0 0 0,0-1 0 0 0,1-1 0 0 0,-1-1 0 0 0,-36-5 0 0 0,58 4-7 0 0,-9 1 9 0 0,0-1 0 0 0,1-1 0 0 0,-1 0 0 0 0,1 0-1 0 0,0-1 1 0 0,-1 0 0 0 0,-12-7 0 0 0,22 10-9 0 0,0 0 0 0 0,-1-1 0 0 0,1 1 0 0 0,-1-1 0 0 0,1 1 0 0 0,0-1 0 0 0,-1 0 0 0 0,1 1 0 0 0,0-1 0 0 0,0 1 1 0 0,-1-1-1 0 0,1 1 0 0 0,0-1 0 0 0,0 0 0 0 0,0 1 0 0 0,0-1 0 0 0,0 0 0 0 0,0 1 0 0 0,0-1 0 0 0,0 1 0 0 0,0-1 0 0 0,0 0 0 0 0,0 1 0 0 0,0-1 0 0 0,0 1 0 0 0,1-1 0 0 0,-1 0 0 0 0,0 1 0 0 0,0-1 0 0 0,1 0 0 0 0,10-17 3 0 0,4 4-6 0 0,1 1-1 0 0,0 1 1 0 0,1 0 0 0 0,32-15-1 0 0,-14 7-64 0 0,378-252-1769 0 0,-295 183 1190 0 0,141-138-1 0 0,-227 195 582 0 0,-1-1 0 0 0,-1-2 0 0 0,-2-1 0 0 0,-2-1 0 0 0,41-78 0 0 0,-57 94 51 0 0,0-1 0 0 0,-2 0 0 0 0,0-1 0 0 0,-2 1 0 0 0,-1-1 0 0 0,0-1 0 0 0,-2 1 0 0 0,0-1 0 0 0,-2 1 1 0 0,-1-1-1 0 0,0 1 0 0 0,-2-1 0 0 0,-5-26 0 0 0,6 44 7 0 0,-1 0 1 0 0,1 0-1 0 0,-1 0 1 0 0,0 0-1 0 0,-1 0 1 0 0,0 0-1 0 0,0 1 1 0 0,0 0-1 0 0,-5-8 1 0 0,6 12 5 0 0,1-1 0 0 0,-1 0 0 0 0,0 1 0 0 0,1 0 0 0 0,-1-1 0 0 0,0 1-1 0 0,0 0 1 0 0,0 0 0 0 0,0 0 0 0 0,0 0 0 0 0,-1 0 0 0 0,1 0 0 0 0,0 1 0 0 0,0-1 0 0 0,0 1 0 0 0,-1-1 0 0 0,1 1 0 0 0,0 0 0 0 0,-1 0 0 0 0,1 0 0 0 0,0 0 0 0 0,-1 0-1 0 0,1 1 1 0 0,0-1 0 0 0,0 1 0 0 0,0-1 0 0 0,-1 1 0 0 0,-2 1 0 0 0,-8 4 6 0 0,1 1 1 0 0,-1 0-1 0 0,1 0 0 0 0,0 1 0 0 0,1 1 0 0 0,0 0 1 0 0,0 1-1 0 0,1 0 0 0 0,-9 11 0 0 0,-14 19 19 0 0,-29 49 0 0 0,53-75-22 0 0,-37 59 26 0 0,-71 150 0 0 0,93-167-11 0 0,2 2 1 0 0,3 1-1 0 0,-17 89 1 0 0,31-117 1 0 0,1 1 1 0 0,2-1-1 0 0,1 1 0 0 0,1 0 1 0 0,2-1-1 0 0,1 1 0 0 0,2-1 1 0 0,15 58-1 0 0,-14-73-7 0 0,0 0 0 0 0,1-1 0 0 0,0 1 0 0 0,1-1 1 0 0,1-1-1 0 0,0 0 0 0 0,21 24 0 0 0,-20-28-5 0 0,-1-1 1 0 0,1 0-1 0 0,1-1 0 0 0,-1 0 1 0 0,1-1-1 0 0,1 0 1 0 0,-1-1-1 0 0,1 0 0 0 0,0-1 1 0 0,1 0-1 0 0,13 3 0 0 0,-20-7-4 0 0,0 1 0 0 0,1-1-1 0 0,-1-1 1 0 0,0 1-1 0 0,1-1 1 0 0,-1 0-1 0 0,0 0 1 0 0,1-1-1 0 0,-1 0 1 0 0,0 0 0 0 0,1 0-1 0 0,6-4 1 0 0,-4 2 2 0 0,0-1 0 0 0,-1-1 0 0 0,1 1 0 0 0,-1-2 0 0 0,0 1 0 0 0,-1-1 0 0 0,10-9 0 0 0,3-6-30 0 0,-2-1-1 0 0,0 0 1 0 0,-2-1 0 0 0,21-38 0 0 0,27-59-459 0 0,-6-2 0 0 0,-5-3 1 0 0,52-183-1 0 0,-45 54 238 0 0,-51 199 135 0 0,-3 1-1 0 0,-2-95 0 0 0,-4 133 78 0 0,0 10 29 0 0,0 0-1 0 0,0 0 0 0 0,0 0 1 0 0,-1-1-1 0 0,0 1 0 0 0,-1 0 0 0 0,1 0 1 0 0,-3-6-1 0 0,4 12 9 0 0,-1-1 0 0 0,1 1-1 0 0,-1-1 1 0 0,1 1 0 0 0,0-1 0 0 0,-1 1 0 0 0,1-1 0 0 0,-1 1-1 0 0,1 0 1 0 0,-1-1 0 0 0,1 1 0 0 0,-1 0 0 0 0,1-1 0 0 0,-1 1-1 0 0,0 0 1 0 0,1-1 0 0 0,-1 1 0 0 0,1 0 0 0 0,-1 0 0 0 0,0 0-1 0 0,1 0 1 0 0,-1 0 0 0 0,0 0 0 0 0,1 0 0 0 0,-1 0 0 0 0,1 0-1 0 0,-1 0 1 0 0,0 0 0 0 0,1 0 0 0 0,-1 0 0 0 0,0 0 0 0 0,1 1-1 0 0,-1-1 1 0 0,1 0 0 0 0,-1 0 0 0 0,1 1 0 0 0,-1-1 0 0 0,0 1-1 0 0,-21 16 53 0 0,10-1-25 0 0,0 0-1 0 0,1 1 1 0 0,0 0-1 0 0,-8 20 1 0 0,-30 77-15 0 0,46-104-11 0 0,-51 128 334 0 0,6 3-1 0 0,-39 188 1 0 0,80-285-179 0 0,1 0 0 0 0,0 64-1 0 0,6-88-100 0 0,1 0-1 0 0,0 0 1 0 0,2 0-1 0 0,1 0 1 0 0,0 0 0 0 0,1-1-1 0 0,14 33 1 0 0,-17-49-48 0 0,-1 0 0 0 0,1 0 1 0 0,-1 0-1 0 0,1 0 0 0 0,0 0 1 0 0,0-1-1 0 0,0 1 0 0 0,0-1 0 0 0,0 1 1 0 0,1-1-1 0 0,-1 0 0 0 0,1 0 1 0 0,0 0-1 0 0,-1 0 0 0 0,1-1 0 0 0,0 1 1 0 0,5 1-1 0 0,-4-2-2 0 0,0 0-1 0 0,0-1 1 0 0,0 1-1 0 0,0-1 1 0 0,0 0 0 0 0,0 0-1 0 0,0-1 1 0 0,0 1 0 0 0,0-1-1 0 0,-1 0 1 0 0,1 0-1 0 0,6-2 1 0 0,8-5-1 0 0,-2-1 0 0 0,1 0 0 0 0,-1-1 0 0 0,27-23 0 0 0,-31 24-8 0 0,31-25-25 0 0,-5 4-19 0 0,0 1 1 0 0,70-38-1 0 0,-106 66 45 0 0,-1 0 0 0 0,1 1 0 0 0,-1-1 0 0 0,1 0-1 0 0,-1 1 1 0 0,1-1 0 0 0,-1 1 0 0 0,1 0 0 0 0,0-1 0 0 0,-1 1-1 0 0,1 0 1 0 0,-1 0 0 0 0,1 0 0 0 0,0 0 0 0 0,-1 0 0 0 0,1 0-1 0 0,0 1 1 0 0,-1-1 0 0 0,1 1 0 0 0,-1-1 0 0 0,1 1 0 0 0,2 0 0 0 0,-3 1 4 0 0,1 0 1 0 0,0-1-1 0 0,0 1 1 0 0,0 0-1 0 0,-1 0 1 0 0,1 0-1 0 0,-1 0 1 0 0,0 0-1 0 0,1 0 1 0 0,-1 0-1 0 0,0 0 1 0 0,0 1-1 0 0,0 2 1 0 0,2 6 19 0 0,0 0 1 0 0,-1 1 0 0 0,-1-1 0 0 0,1 23-1 0 0,-3 2 11 0 0,0-21-22 0 0,1 1 0 0 0,0 0 0 0 0,1-1-1 0 0,0 1 1 0 0,6 19 0 0 0,-6-31-186 0 0,0-1 0 0 0,1 0 0 0 0,-1 1 0 0 0,1-1 0 0 0,0 0 1 0 0,0 0-1 0 0,0-1 0 0 0,0 1 0 0 0,0 0 0 0 0,1-1 0 0 0,0 1 0 0 0,-1-1 0 0 0,1 0 0 0 0,0 1 0 0 0,0-1 0 0 0,0-1 0 0 0,0 1 0 0 0,0 0 0 0 0,0-1 0 0 0,1 0 1 0 0,-1 1-1 0 0,0-1 0 0 0,1-1 0 0 0,-1 1 0 0 0,1 0 0 0 0,6-1 0 0 0,-4 1 19 0 0,1-1 1 0 0,-1 0-1 0 0,1-1 0 0 0,-1 0 1 0 0,1 0-1 0 0,-1 0 0 0 0,0-1 1 0 0,1 0-1 0 0,-1 0 0 0 0,0 0 1 0 0,0-1-1 0 0,0 0 1 0 0,9-7-1 0 0,2-4 147 0 0,0 0 0 0 0,-2-2 0 0 0,0 0 1 0 0,22-31-1 0 0,44-78 1171 0 0,-67 102-846 0 0,-1 2 287 0 0,15-36 0 0 0,-25 51-488 0 0,-1-1 0 0 0,0 1 1 0 0,0-1-1 0 0,0 0 0 0 0,-1 0 1 0 0,1 0-1 0 0,-2 0 0 0 0,1 0 1 0 0,-1 0-1 0 0,-1-7 0 0 0,1 13-106 0 0,0 0 0 0 0,-1 0 1 0 0,1 0-1 0 0,0 0 0 0 0,-1 0 0 0 0,1 0 0 0 0,-1 0 0 0 0,0 1 0 0 0,1-1 0 0 0,-1 0 1 0 0,0 0-1 0 0,1 0 0 0 0,-1 1 0 0 0,0-1 0 0 0,0 0 0 0 0,0 1 0 0 0,0-1 1 0 0,0 1-1 0 0,1-1 0 0 0,-1 1 0 0 0,0-1 0 0 0,0 1 0 0 0,0 0 0 0 0,0-1 0 0 0,0 1 1 0 0,0 0-1 0 0,-2 0 0 0 0,-26 0 150 0 0,19 2-111 0 0,1 1 0 0 0,0 0 0 0 0,0 0 1 0 0,0 1-1 0 0,0 0 0 0 0,1 1 0 0 0,-1 0 1 0 0,1 0-1 0 0,-10 10 0 0 0,-5 4 201 0 0,-33 38 0 0 0,41-40-128 0 0,1 0 0 0 0,-18 30 0 0 0,26-39-65 0 0,2 1 0 0 0,-1 0-1 0 0,1 1 1 0 0,1-1 0 0 0,-1 1 0 0 0,1-1 0 0 0,-2 21-1 0 0,4-29-45 0 0,1 1-1 0 0,0-1 1 0 0,0 1-1 0 0,0 0 1 0 0,0-1-1 0 0,0 1 1 0 0,0-1-1 0 0,0 1 1 0 0,1-1-1 0 0,-1 1 1 0 0,0-1-1 0 0,1 1 1 0 0,-1-1-1 0 0,1 1 1 0 0,0-1-1 0 0,-1 1 1 0 0,1-1-1 0 0,0 0 1 0 0,0 1-1 0 0,0-1 1 0 0,0 0-1 0 0,0 0 1 0 0,0 0-1 0 0,0 0 1 0 0,1 0-1 0 0,-1 0 1 0 0,0 0-1 0 0,1 0 1 0 0,-1 0-1 0 0,0 0 1 0 0,1-1-1 0 0,-1 1 1 0 0,1-1-1 0 0,-1 1 1 0 0,1-1-1 0 0,-1 1 1 0 0,1-1-1 0 0,-1 0 1 0 0,1 0-1 0 0,0 0 1 0 0,2 0-1 0 0,5 0 3 0 0,0-1 0 0 0,-1 0 0 0 0,1-1 0 0 0,0 0 0 0 0,-1 0 0 0 0,11-4 0 0 0,29-13-23 0 0,-16 6-17 0 0,51-14 1 0 0,-80 27 21 0 0,0 0-3 0 0,11 2 20 0 0,-3 7 14 0 0,-7-3 33 0 0,-1 0 0 0 0,0 0 1 0 0,0 1-1 0 0,0-1 0 0 0,-1 1 0 0 0,0 0 1 0 0,-1 0-1 0 0,2 13 0 0 0,9 29 290 0 0,-10-45-324 0 0,0 0 0 0 0,0-1-1 0 0,1 1 1 0 0,-1 0 0 0 0,1-1 0 0 0,0 0 0 0 0,0 0 0 0 0,0 0 0 0 0,0 0 0 0 0,1 0-1 0 0,-1 0 1 0 0,1-1 0 0 0,-1 0 0 0 0,1 1 0 0 0,0-2 0 0 0,0 1 0 0 0,0 0 0 0 0,0-1-1 0 0,0 1 1 0 0,1-1 0 0 0,6 1 0 0 0,-6-2-289 0 0,0 1 0 0 0,0-1 0 0 0,1 0 0 0 0,-1 0 0 0 0,0-1 0 0 0,0 1 0 0 0,0-1 0 0 0,6-2 0 0 0,-7 2-414 0 0,-1 0 1 0 0,1-1 0 0 0,-1 0-1 0 0,1 1 1 0 0,-1-1 0 0 0,1 0 0 0 0,-1-1-1 0 0,0 1 1 0 0,0-1 0 0 0,0 1-1 0 0,2-4 1 0 0,4-6-3921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1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30 596 0 0,'-284'-30'10718'0'0,"269"31"-9400"0"0,28 4-949 0 0,25 6-210 0 0,102 12-1014 0 0,-45-17-4683 0 0,-55-6 1175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1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1199 754 932 0 0,'13'-25'1104'0'0,"1"0"-1"0"0,1 1 1 0 0,1 1 0 0 0,1 1 0 0 0,22-23-1 0 0,-11 14-479 0 0,26-42-1 0 0,-44 57-337 0 0,-1 0-1 0 0,-1-1 1 0 0,0 0-1 0 0,-1 0 0 0 0,-1-1 1 0 0,-1 1-1 0 0,5-30 0 0 0,-10 46-256 0 0,1 0 0 0 0,-1-1-1 0 0,0 1 1 0 0,0-1 0 0 0,0 1-1 0 0,0 0 1 0 0,0-1 0 0 0,0 1-1 0 0,0-1 1 0 0,0 1 0 0 0,-1-1-1 0 0,1 1 1 0 0,0 0 0 0 0,-2-3-1 0 0,2 3-19 0 0,-1 1-1 0 0,1 0 1 0 0,0-1 0 0 0,-1 1-1 0 0,1 0 1 0 0,-1-1 0 0 0,1 1-1 0 0,0 0 1 0 0,-1 0-1 0 0,1-1 1 0 0,-1 1 0 0 0,1 0-1 0 0,-1 0 1 0 0,1 0-1 0 0,-1 0 1 0 0,1 0 0 0 0,-1 0-1 0 0,0-1 1 0 0,1 1-1 0 0,-1 0 1 0 0,1 1 0 0 0,-1-1-1 0 0,1 0 1 0 0,-1 0-1 0 0,1 0 1 0 0,-1 0 0 0 0,-3 1 14 0 0,1 1 0 0 0,-1-1 0 0 0,1 1 1 0 0,-1 0-1 0 0,1 0 0 0 0,0 0 0 0 0,0 0 1 0 0,-4 5-1 0 0,-8 7 60 0 0,2 2 1 0 0,0-1 0 0 0,1 1 0 0 0,-17 30-1 0 0,-33 76 241 0 0,48-91-249 0 0,-138 314 487 0 0,-81 162 216 0 0,70-230-307 0 0,129-229-357 0 0,-1-1 0 0 0,-3-1 0 0 0,-62 58 0 0 0,87-92-85 0 0,-1-1 0 0 0,0 0-1 0 0,-1-1 1 0 0,0 0 0 0 0,0-2 0 0 0,-1 1-1 0 0,0-2 1 0 0,-23 8 0 0 0,31-13-11 0 0,1 0 0 0 0,-1 0 0 0 0,0-1 0 0 0,-1 0 0 0 0,1-1 0 0 0,0 1 0 0 0,0-2 0 0 0,0 1 0 0 0,0-1 0 0 0,0 0 0 0 0,0-1 0 0 0,0 1 0 0 0,0-2 0 0 0,0 1 0 0 0,1-1 0 0 0,-1 0 0 0 0,1-1 0 0 0,0 0 0 0 0,0 0 0 0 0,-9-7 0 0 0,2-1-9 0 0,0-1 0 0 0,2-1 0 0 0,-1 0 1 0 0,2 0-1 0 0,0-1 0 0 0,1-1 0 0 0,0 1 0 0 0,1-2 1 0 0,1 1-1 0 0,0-1 0 0 0,2-1 0 0 0,0 1 0 0 0,-5-23 1 0 0,3-1-29 0 0,1-1 1 0 0,2 0-1 0 0,1 0 0 0 0,5-72 1 0 0,4 52 12 0 0,3 0 0 0 0,2 1 0 0 0,3 0 0 0 0,3 1 1 0 0,2 1-1 0 0,3 1 0 0 0,44-89 0 0 0,-26 76-16 0 0,2 2 0 0 0,4 2 0 0 0,2 2 1 0 0,3 1-1 0 0,80-76 0 0 0,-54 67-6 0 0,128-96 0 0 0,-157 136 26 0 0,1 2 1 0 0,1 3 0 0 0,2 1 0 0 0,79-29 0 0 0,-112 50-2 0 0,-1 0 1 0 0,2 1 0 0 0,-1 2-1 0 0,0-1 1 0 0,1 2 0 0 0,-1 1-1 0 0,1 0 1 0 0,0 1 0 0 0,32 4-1 0 0,-40-2 3 0 0,0 1-1 0 0,0 0 1 0 0,0 1 0 0 0,0 0-1 0 0,-1 0 1 0 0,0 1-1 0 0,0 0 1 0 0,0 1 0 0 0,0 0-1 0 0,-1 1 1 0 0,0 0-1 0 0,0 1 1 0 0,-1-1 0 0 0,0 1-1 0 0,-1 1 1 0 0,1 0-1 0 0,6 11 1 0 0,-5-6 14 0 0,-1 1 0 0 0,0 0 0 0 0,-2 0 0 0 0,0 0 0 0 0,0 1-1 0 0,-1 0 1 0 0,3 23 0 0 0,-4-14 74 0 0,-2 0 0 0 0,0 1 0 0 0,-2-1 0 0 0,-4 31 0 0 0,-7 15 201 0 0,-3 0 0 0 0,-32 96 0 0 0,-146 350 1466 0 0,14-45-592 0 0,161-419-1092 0 0,2 0 0 0 0,2 1 1 0 0,-11 102-1 0 0,23-152-61 0 0,1 0-1 0 0,0-1 1 0 0,0 1-1 0 0,1 0 1 0 0,-1-1 0 0 0,1 1-1 0 0,-1-1 1 0 0,1 1-1 0 0,0 0 1 0 0,1-1-1 0 0,-1 0 1 0 0,0 1-1 0 0,1-1 1 0 0,0 0 0 0 0,3 5-1 0 0,-3-6-2 0 0,0 0-1 0 0,1 0 1 0 0,-1 0 0 0 0,0-1-1 0 0,0 1 1 0 0,1-1 0 0 0,-1 0-1 0 0,1 0 1 0 0,-1 0 0 0 0,1 0-1 0 0,0 0 1 0 0,-1 0 0 0 0,1 0-1 0 0,0-1 1 0 0,0 0 0 0 0,-1 1-1 0 0,1-1 1 0 0,0 0 0 0 0,0 0-1 0 0,2-1 1 0 0,4 0 2 0 0,1-1 0 0 0,-1 0 0 0 0,0-1 1 0 0,-1 0-1 0 0,1 0 0 0 0,0-1 0 0 0,-1 0 0 0 0,0-1 1 0 0,0 1-1 0 0,0-1 0 0 0,0-1 0 0 0,-1 0 1 0 0,8-7-1 0 0,3-6-150 0 0,-1 0 1 0 0,0 0 0 0 0,20-32 0 0 0,-28 36-367 0 0,-1-1-1 0 0,0 1 1 0 0,-1-1 0 0 0,0-1 0 0 0,-2 1 0 0 0,5-19-1 0 0,-7 20-1589 0 0,0-1 0 0 0,-1 1 0 0 0,0-31 0 0 0,-5 20-3484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113 107 2440 0 0,'-100'-2'7990'0'0,"87"4"-7297"0"0,16 2-64 0 0,17 2-304 0 0,74-1-2346 0 0,156-13 1 0 0,-179 4 779 0 0,195-22-2290 0 0,-93-10 6642 0 0,-157 30-1857 0 0,0 0 1 0 0,-1-1 0 0 0,22-12 0 0 0,-36 18-1023 0 0,21-8 835 0 0,-25 15-933 0 0,0-1 1 0 0,0 0-1 0 0,0 0 0 0 0,-1 0 1 0 0,1 0-1 0 0,-1 0 0 0 0,0-1 0 0 0,-9 8 1 0 0,-44 29 553 0 0,23-18-413 0 0,33-22-261 0 0,-1 2-4 0 0,1-3-9 0 0,1 0-1 0 0,0 0 0 0 0,0 0 1 0 0,0 0-1 0 0,0 0 0 0 0,-1 0 1 0 0,1 0-1 0 0,0 1 0 0 0,0-1 1 0 0,0 0-1 0 0,0 0 0 0 0,0 0 1 0 0,-1 0-1 0 0,1 0 0 0 0,0 1 1 0 0,0-1-1 0 0,0 0 0 0 0,0 0 1 0 0,0 0-1 0 0,0 0 0 0 0,0 1 1 0 0,0-1-1 0 0,-1 0 0 0 0,1 0 1 0 0,0 0-1 0 0,0 0 0 0 0,0 1 1 0 0,0-1-1 0 0,0 0 0 0 0,0 0 1 0 0,0 0-1 0 0,0 1 0 0 0,0-1 1 0 0,0 0-1 0 0,1 0 0 0 0,5 7-4 0 0,-3-5 6 0 0,-1-1-1 0 0,1 1 1 0 0,0-1 0 0 0,0 1 0 0 0,0-1 0 0 0,0 0 0 0 0,0 0 0 0 0,0 0 0 0 0,0 0-1 0 0,5 0 1 0 0,-1 0-3 0 0,17 8 0 0 0,0 0 1 0 0,-1 2-1 0 0,34 20 0 0 0,-45-23 9 0 0,1 0 0 0 0,-1 2 0 0 0,-1-1 1 0 0,0 1-1 0 0,0 1 0 0 0,-1 0 0 0 0,11 15 0 0 0,-18-21 53 0 0,0-1 0 0 0,0 1 0 0 0,-1 0 0 0 0,0-1 0 0 0,1 1-1 0 0,-2 0 1 0 0,1 0 0 0 0,-1 1 0 0 0,1-1 0 0 0,-1 0 0 0 0,-1 0 0 0 0,1 1 0 0 0,-1-1 0 0 0,0 0 0 0 0,0 1-1 0 0,-1-1 1 0 0,1 0 0 0 0,-1 1 0 0 0,0-1 0 0 0,-1 0 0 0 0,-1 6 0 0 0,-1-3 38 0 0,0-1 0 0 0,0 0 1 0 0,0 0-1 0 0,-1 0 0 0 0,0 0 0 0 0,0-1 1 0 0,0 0-1 0 0,-1 0 0 0 0,0-1 1 0 0,0 1-1 0 0,-1-1 0 0 0,1 0 0 0 0,-10 4 1 0 0,6-3-4 0 0,0 0 1 0 0,-1-1-1 0 0,1-1 0 0 0,-1 0 1 0 0,0 0-1 0 0,0-1 1 0 0,-1 0-1 0 0,1-1 1 0 0,0 0-1 0 0,-1-1 1 0 0,-14 0-1 0 0,25-1-95 0 0,0 0 1 0 0,0 0-1 0 0,0 0 0 0 0,-1 0 1 0 0,1 0-1 0 0,0 0 0 0 0,0-1 0 0 0,0 1 1 0 0,0 0-1 0 0,0-1 0 0 0,0 1 1 0 0,-1-1-1 0 0,1 1 0 0 0,0-1 1 0 0,0 1-1 0 0,1-1 0 0 0,-1 0 1 0 0,0 0-1 0 0,0 1 0 0 0,0-1 0 0 0,0 0 1 0 0,0 0-1 0 0,1 0 0 0 0,-1 0 1 0 0,0 0-1 0 0,1 0 0 0 0,-1 0 1 0 0,1 0-1 0 0,-1 0 0 0 0,1 0 1 0 0,0 0-1 0 0,-1 0 0 0 0,1 0 0 0 0,0-1 1 0 0,0 1-1 0 0,0 0 0 0 0,0 0 1 0 0,0 0-1 0 0,0 0 0 0 0,0-1 1 0 0,0 1-1 0 0,0 0 0 0 0,0 0 0 0 0,1 0 1 0 0,-1 0-1 0 0,0 0 0 0 0,1 0 1 0 0,0-2-1 0 0,1-3-45 0 0,1 1 1 0 0,0-1-1 0 0,-1 1 0 0 0,2 0 0 0 0,-1 0 1 0 0,1 0-1 0 0,5-6 0 0 0,3-1-460 0 0,2 1 1 0 0,-1 1-1 0 0,2 0 1 0 0,-1 1-1 0 0,1 0 0 0 0,1 1 1 0 0,29-11-1 0 0,9 2-1236 0 0,58-12-1 0 0,-38 11 789 0 0,-6 0 266 0 0,80-35 1 0 0,-117 40 923 0 0,-1-1 1 0 0,-1-2 0 0 0,0-1 0 0 0,46-38 0 0 0,-68 49-53 0 0,0 0-1 0 0,0-1 1 0 0,0 0-1 0 0,-1-1 0 0 0,0 0 1 0 0,-1 0-1 0 0,8-14 1 0 0,-13 21-157 0 0,0 0 1 0 0,1 0-1 0 0,-1 0 0 0 0,0 0 1 0 0,0 0-1 0 0,0 0 1 0 0,0 0-1 0 0,0 0 1 0 0,0-1-1 0 0,-1 1 0 0 0,1 0 1 0 0,0 0-1 0 0,0 0 1 0 0,-1 0-1 0 0,1 0 1 0 0,-1 0-1 0 0,1 0 1 0 0,-1 0-1 0 0,1 0 0 0 0,-1 0 1 0 0,1 0-1 0 0,-1 1 1 0 0,0-1-1 0 0,0 0 1 0 0,1 0-1 0 0,-1 0 0 0 0,0 1 1 0 0,0-1-1 0 0,0 1 1 0 0,0-1-1 0 0,0 0 1 0 0,0 1-1 0 0,0 0 0 0 0,0-1 1 0 0,0 1-1 0 0,0 0 1 0 0,0-1-1 0 0,0 1 1 0 0,0 0-1 0 0,0 0 0 0 0,0 0 1 0 0,-1 0-1 0 0,1 0 1 0 0,0 0-1 0 0,0 0 1 0 0,0 0-1 0 0,0 0 0 0 0,0 1 1 0 0,0-1-1 0 0,0 0 1 0 0,0 1-1 0 0,0-1 1 0 0,0 1-1 0 0,-1 0 1 0 0,-5 2 19 0 0,1 1 0 0 0,-1 1 0 0 0,1-1 0 0 0,0 1 0 0 0,0 0 0 0 0,1 0 1 0 0,-1 1-1 0 0,1 0 0 0 0,1 0 0 0 0,-1 0 0 0 0,1 0 0 0 0,0 1 1 0 0,0-1-1 0 0,1 1 0 0 0,0 0 0 0 0,0 0 0 0 0,-3 13 0 0 0,3-10 9 0 0,1 1 1 0 0,1 0-1 0 0,0 0 0 0 0,0 0 0 0 0,1 0 0 0 0,0 0 0 0 0,1 0 0 0 0,0 0 0 0 0,1 0 0 0 0,0-1 0 0 0,1 1 1 0 0,4 10-1 0 0,11 24 134 0 0,-10-30-11 0 0,-2 1 0 0 0,0 0 1 0 0,0 1-1 0 0,-2-1 0 0 0,0 1 1 0 0,3 29-1 0 0,-7-41-103 0 0,0-1 0 0 0,-1 0 0 0 0,1 1 0 0 0,-1-1 0 0 0,0 0 1 0 0,0 1-1 0 0,-1-1 0 0 0,1 0 0 0 0,-1 0 0 0 0,0 0 0 0 0,0 0 0 0 0,0 0 0 0 0,-1-1 0 0 0,1 1 0 0 0,-1-1 0 0 0,0 1 0 0 0,0-1 0 0 0,0 0 0 0 0,-1 0 0 0 0,1 0 0 0 0,-6 3 0 0 0,-1 0 84 0 0,0-1 0 0 0,-1 1-1 0 0,0-2 1 0 0,0 1 0 0 0,0-2-1 0 0,-18 5 1 0 0,23-8-133 0 0,0 0 0 0 0,0 0 0 0 0,0 0 0 0 0,1-1 0 0 0,-1 0 0 0 0,0 0 0 0 0,1 0 0 0 0,-1-1 0 0 0,0 0 0 0 0,1 0 0 0 0,0 0 0 0 0,0-1-1 0 0,-8-4 1 0 0,11 6-54 0 0,0 0 0 0 0,1 0-1 0 0,-1-1 1 0 0,0 1 0 0 0,0-1-1 0 0,1 1 1 0 0,-1-1-1 0 0,1 0 1 0 0,-1 1 0 0 0,1-1-1 0 0,-1 0 1 0 0,1 0-1 0 0,0 0 1 0 0,0 0 0 0 0,0 0-1 0 0,0 0 1 0 0,1-1 0 0 0,-1 1-1 0 0,1 0 1 0 0,-1 0-1 0 0,1 0 1 0 0,-1-1 0 0 0,1 1-1 0 0,0 0 1 0 0,0-1-1 0 0,1 1 1 0 0,-1 0 0 0 0,0 0-1 0 0,1-1 1 0 0,-1 1 0 0 0,1 0-1 0 0,-1 0 1 0 0,1 0-1 0 0,0 0 1 0 0,0 0 0 0 0,0 0-1 0 0,1 0 1 0 0,-1 0-1 0 0,3-3 1 0 0,1-3-859 0 0,1 1 0 0 0,1 0 0 0 0,-1 1 0 0 0,1-1 0 0 0,1 1 0 0 0,-1 1 0 0 0,1-1 0 0 0,10-5 0 0 0,-3 4-2486 0 0,0 0-1283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87 1848 0 0,'6'-19'4966'0'0,"-1"1"-1"0"0,6-32 2844 0 0,-13 52-7387 0 0,-2 2-258 0 0,1 1 0 0 0,0-1-1 0 0,-1 1 1 0 0,2 0 0 0 0,-1 0 0 0 0,0 1 0 0 0,1-1 0 0 0,-2 7 0 0 0,-12 51 507 0 0,11-40-534 0 0,-3 11 86 0 0,-4 40 1 0 0,11-59-190 0 0,0-1 0 0 0,1 1 0 0 0,0 0-1 0 0,2 0 1 0 0,3 20 0 0 0,-5-33-53 0 0,1-1 0 0 0,-1 1 0 0 0,1 0-1 0 0,-1-1 1 0 0,1 1 0 0 0,0 0 0 0 0,0-1-1 0 0,0 1 1 0 0,0-1 0 0 0,0 1 0 0 0,0-1-1 0 0,0 0 1 0 0,0 1 0 0 0,0-1 0 0 0,1 0 0 0 0,-1 0-1 0 0,1 0 1 0 0,-1 0 0 0 0,1 0 0 0 0,-1 0-1 0 0,1 0 1 0 0,-1-1 0 0 0,1 1 0 0 0,0 0-1 0 0,-1-1 1 0 0,1 1 0 0 0,0-1 0 0 0,0 0-1 0 0,-1 0 1 0 0,1 1 0 0 0,0-1 0 0 0,0 0-1 0 0,0 0 1 0 0,-1-1 0 0 0,1 1 0 0 0,2-1-1 0 0,3 0-316 0 0,0-1 0 0 0,-1 0 0 0 0,1 0 0 0 0,-1-1 0 0 0,0 1 0 0 0,0-2 0 0 0,0 1 0 0 0,7-5-1 0 0,-2-1-993 0 0,0-1 0 0 0,-1 1-1 0 0,0-2 1 0 0,-1 1 0 0 0,0-2-1 0 0,0 1 1 0 0,-1-1 0 0 0,10-21-1 0 0,-3 4-3498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3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82 1272 0 0,'-12'-14'1928'0'0,"2"2"-328"0"0,0 2-319 0 0,0 0-241 0 0,0 2-208 0 0,1-1-160 0 0,1 4-132 0 0,-1-2 160 0 0,-6 0-68 0 0,-6 9-644 0 0,15 8-924 0 0,1 4-2832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13 1288 0 0,'27'3'13439'0'0,"-35"-4"-13676"0"0,6 1 302 0 0,-1 0 0 0 0,1 0-1 0 0,-1 0 1 0 0,1 1 0 0 0,-1-1 0 0 0,1 1 0 0 0,-1-1 0 0 0,1 1-1 0 0,0 0 1 0 0,-4 2 0 0 0,1-1 34 0 0,-7 3-23 0 0,0 0 1 0 0,1 1-1 0 0,-14 10 0 0 0,20-13-64 0 0,1 1 0 0 0,0-1 0 0 0,-1 1 0 0 0,2-1 0 0 0,-1 1 0 0 0,0 1 0 0 0,1-1 0 0 0,0 0 0 0 0,0 1 0 0 0,-5 8 0 0 0,8-11-8 0 0,-1 0 1 0 0,1-1-1 0 0,0 1 1 0 0,-1 0-1 0 0,1 0 1 0 0,0 0-1 0 0,0 0 1 0 0,0 0-1 0 0,1 0 0 0 0,-1-1 1 0 0,0 1-1 0 0,1 0 1 0 0,-1 0-1 0 0,1 0 1 0 0,-1 0-1 0 0,1-1 1 0 0,0 1-1 0 0,0 0 1 0 0,0-1-1 0 0,0 1 1 0 0,0-1-1 0 0,0 1 1 0 0,0-1-1 0 0,2 2 1 0 0,4 4 11 0 0,0 0 1 0 0,1 0-1 0 0,11 7 1 0 0,-7-6-10 0 0,133 88 106 0 0,-109-70-41 0 0,29 23-197 0 0,-60-45 230 0 0,0 0 0 0 0,0 1 0 0 0,-1 0 0 0 0,0 1 0 0 0,0-1 0 0 0,0 0 0 0 0,0 1 0 0 0,-1 0 0 0 0,3 7 0 0 0,-5-11-47 0 0,0-1 0 0 0,-1 1-1 0 0,0-1 1 0 0,1 1 0 0 0,-1 0-1 0 0,0 0 1 0 0,0-1 0 0 0,0 1-1 0 0,0 0 1 0 0,0-1 0 0 0,0 1-1 0 0,0 0 1 0 0,-1-1 0 0 0,1 1-1 0 0,-1 0 1 0 0,1-1 0 0 0,-1 1 0 0 0,1-1-1 0 0,-3 4 1 0 0,1-3 18 0 0,0 1-1 0 0,0-1 1 0 0,0 1 0 0 0,-1-1 0 0 0,1 0-1 0 0,-1 0 1 0 0,1 0 0 0 0,-1 0 0 0 0,-5 2-1 0 0,-2 1 71 0 0,-1-1 0 0 0,0 0 1 0 0,1 0-1 0 0,-22 2 0 0 0,-1-2-23 0 0,-1-1 0 0 0,1-3 0 0 0,-1 0 0 0 0,-60-10 0 0 0,93 10-132 0 0,0 0 1 0 0,0 0 0 0 0,0 0 0 0 0,0 0 0 0 0,0 0 0 0 0,0 0 0 0 0,0-1 0 0 0,0 1 0 0 0,0 0 0 0 0,0 0 0 0 0,0-1 0 0 0,0 1 0 0 0,1-1 0 0 0,-1 1 0 0 0,0-1 0 0 0,0 1 0 0 0,1-1 0 0 0,-1 0 0 0 0,0 1 0 0 0,0-1 0 0 0,1 0 0 0 0,-1 0 0 0 0,1 1 0 0 0,-1-1 0 0 0,0-1 0 0 0,1 1-35 0 0,0 0 0 0 0,0 0 0 0 0,0-1 1 0 0,0 1-1 0 0,0 0 0 0 0,1 0 0 0 0,-1 0 0 0 0,0 0 1 0 0,1 0-1 0 0,-1 0 0 0 0,1 0 0 0 0,-1 0 0 0 0,1-1 1 0 0,-1 2-1 0 0,1-1 0 0 0,0 0 0 0 0,0-1 0 0 0,6-5-412 0 0,-1 0 0 0 0,1 0 0 0 0,11-8 0 0 0,-17 15 448 0 0,35-28-1464 0 0,395-327-9659 0 0,-375 301 8651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5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418 242 828 0 0,'3'-11'590'0'0,"5"-14"974"0"0,-2 0 1 0 0,5-35-1 0 0,-10 53-1310 0 0,0 1 0 0 0,-1 0 0 0 0,0 0-1 0 0,0 0 1 0 0,0 0 0 0 0,-1 0 0 0 0,0 0-1 0 0,0 0 1 0 0,-1 0 0 0 0,1 0 0 0 0,-1 0-1 0 0,-1 0 1 0 0,1 1 0 0 0,-1-1 0 0 0,-6-10 0 0 0,8 15-221 0 0,0 0 1 0 0,0 0-1 0 0,0 0 1 0 0,0 0-1 0 0,-1 0 1 0 0,1 0 0 0 0,0 0-1 0 0,0 0 1 0 0,-1 0-1 0 0,1 0 1 0 0,0 1-1 0 0,-1-1 1 0 0,1 0 0 0 0,-1 1-1 0 0,1-1 1 0 0,-1 1-1 0 0,1 0 1 0 0,-1 0-1 0 0,1-1 1 0 0,-1 1-1 0 0,-2 0 1 0 0,1 1-1 0 0,1-1-1 0 0,-1 1 1 0 0,0 0-1 0 0,1 0 1 0 0,-1 0-1 0 0,0 0 1 0 0,1 1-1 0 0,0-1 1 0 0,-1 1 0 0 0,1-1-1 0 0,-3 3 1 0 0,-5 5 80 0 0,1 1 0 0 0,0 0 1 0 0,-15 22-1 0 0,22-29-71 0 0,-14 21 130 0 0,1 1 0 0 0,1 1 1 0 0,-14 36-1 0 0,-24 87 518 0 0,-9 56 768 0 0,-42 252 0 0 0,101-449-1445 0 0,-3 18 61 0 0,1 1 1 0 0,2-1-1 0 0,0 1 1 0 0,3 35 0 0 0,-1-56-78 0 0,1 1 1 0 0,0 0 0 0 0,1 0-1 0 0,-1-1 1 0 0,1 1 0 0 0,1-1-1 0 0,-1 1 1 0 0,1-1 0 0 0,0 0 0 0 0,1 0-1 0 0,-1 0 1 0 0,1-1 0 0 0,0 1-1 0 0,1-1 1 0 0,-1 0 0 0 0,1 0-1 0 0,0-1 1 0 0,0 1 0 0 0,1-1-1 0 0,-1 0 1 0 0,1 0 0 0 0,7 3-1 0 0,1-1-268 0 0,1 0-1 0 0,0-1 0 0 0,1-1 1 0 0,-1 0-1 0 0,1-1 0 0 0,-1-1 1 0 0,1 0-1 0 0,0-1 0 0 0,0-1 0 0 0,0 0 1 0 0,-1-2-1 0 0,22-3 0 0 0,-15 1-11 0 0,0-1 0 0 0,0-2 0 0 0,-1 0 0 0 0,1-1 0 0 0,-2-1 0 0 0,1-1 0 0 0,-2 0 0 0 0,21-15 0 0 0,-26 14 235 0 0,0 0 0 0 0,-1-1 0 0 0,0-1 1 0 0,-1 0-1 0 0,0 0 0 0 0,12-21 0 0 0,-18 25 233 0 0,0 1 1 0 0,-1-1-1 0 0,-1-1 0 0 0,0 1 0 0 0,0-1 0 0 0,0 1 0 0 0,-1-1 1 0 0,-1 0-1 0 0,0 0 0 0 0,0 0 0 0 0,-1-1 0 0 0,0-13 0 0 0,-1 19-71 0 0,0 0 0 0 0,0 0 0 0 0,-1 0 0 0 0,0 1 0 0 0,0-1 0 0 0,0 0-1 0 0,-1 1 1 0 0,1-1 0 0 0,-1 0 0 0 0,0 1 0 0 0,0 0 0 0 0,-1-1-1 0 0,1 1 1 0 0,-1 0 0 0 0,0 0 0 0 0,0 1 0 0 0,0-1 0 0 0,-1 1 0 0 0,1-1-1 0 0,-1 1 1 0 0,0 0 0 0 0,0 0 0 0 0,-4-2 0 0 0,5 4-85 0 0,0 0 0 0 0,1 1 0 0 0,-1-1 1 0 0,0 1-1 0 0,0-1 0 0 0,1 1 0 0 0,-1 0 0 0 0,0 0 0 0 0,0 0 1 0 0,0 0-1 0 0,0 1 0 0 0,1-1 0 0 0,-1 1 0 0 0,0-1 1 0 0,1 1-1 0 0,-6 2 0 0 0,0 1 36 0 0,-1 0-1 0 0,2 0 1 0 0,-14 10-1 0 0,7-3-11 0 0,2 0-1 0 0,-1 0 1 0 0,1 2 0 0 0,1-1-1 0 0,0 1 1 0 0,1 1-1 0 0,0 0 1 0 0,1 1-1 0 0,1-1 1 0 0,0 2-1 0 0,1-1 1 0 0,1 1-1 0 0,0 0 1 0 0,1 0-1 0 0,1 1 1 0 0,-2 18-1 0 0,5-32-43 0 0,1 0 1 0 0,-1 1-1 0 0,1-1 0 0 0,0 0 0 0 0,0 0 1 0 0,1 1-1 0 0,-1-1 0 0 0,1 0 0 0 0,-1 0 1 0 0,1 0-1 0 0,0 0 0 0 0,0 0 1 0 0,0 0-1 0 0,1 0 0 0 0,-1 0 0 0 0,1 0 1 0 0,0 0-1 0 0,-1-1 0 0 0,1 1 0 0 0,1-1 1 0 0,-1 1-1 0 0,0-1 0 0 0,0 0 0 0 0,1 0 1 0 0,-1 0-1 0 0,1 0 0 0 0,0 0 0 0 0,5 2 1 0 0,-4-2 2 0 0,1-1 0 0 0,0 1 0 0 0,-1-1 0 0 0,1-1 0 0 0,0 1 0 0 0,0-1 0 0 0,0 1 1 0 0,0-1-1 0 0,-1-1 0 0 0,1 1 0 0 0,0-1 0 0 0,0 1 0 0 0,-1-2 0 0 0,1 1 0 0 0,0 0 0 0 0,-1-1 1 0 0,1 0-1 0 0,-1 0 0 0 0,5-3 0 0 0,5-4-25 0 0,0-1 0 0 0,-1 0 0 0 0,0-1 0 0 0,0-1 1 0 0,-1 0-1 0 0,19-26 0 0 0,51-88-97 0 0,-78 120 109 0 0,-1 1-58 0 0,-1 3 54 0 0,8-8-154 0 0,-9 9 124 0 0,-3 37 15 0 0,-7 14 38 0 0,3-25 3 0 0,2 1 0 0 0,-2 40 1 0 0,6-64-33 0 0,0-1 0 0 0,0 0 0 0 0,0 0 0 0 0,0 0 0 0 0,0 1 0 0 0,0-1 0 0 0,0 0 0 0 0,0 0 0 0 0,0 0 1 0 0,1 1-1 0 0,-1-1 0 0 0,1 0 0 0 0,-1 0 0 0 0,1 0 0 0 0,-1 0 0 0 0,1 0 0 0 0,0 0 0 0 0,-1 0 1 0 0,1 0-1 0 0,0 0 0 0 0,0 0 0 0 0,0 0 0 0 0,-1 0 0 0 0,1 0 0 0 0,0-1 0 0 0,0 1 0 0 0,0 0 0 0 0,1-1 1 0 0,-1 1-1 0 0,0-1 0 0 0,0 1 0 0 0,2 0 0 0 0,-1-1-24 0 0,0 0 0 0 0,0 0 0 0 0,-1 0 0 0 0,1-1 0 0 0,0 1 0 0 0,0 0-1 0 0,0-1 1 0 0,-1 1 0 0 0,1-1 0 0 0,0 1 0 0 0,0-1 0 0 0,-1 0 0 0 0,1 0 0 0 0,-1 0 0 0 0,1 0 0 0 0,-1 0 0 0 0,1 0 0 0 0,-1 0 0 0 0,1-1 0 0 0,0-1-1 0 0,14-16-183 0 0,-1-2-1 0 0,-1 0 1 0 0,11-23-1 0 0,-9 16 133 0 0,22-31 1 0 0,-32 51 75 0 0,0 0 12 0 0,0 0 0 0 0,0 0 1 0 0,1 0-1 0 0,0 1 0 0 0,0 0 1 0 0,1 0-1 0 0,-1 0 0 0 0,2 1 1 0 0,16-9-1 0 0,-23 14 7 0 0,0 0-1 0 0,0 0 1 0 0,0 0 0 0 0,0 1-1 0 0,0-1 1 0 0,1 1 0 0 0,-1-1-1 0 0,0 1 1 0 0,0 0-1 0 0,1 0 1 0 0,-1 0 0 0 0,0 0-1 0 0,1 0 1 0 0,-1 1 0 0 0,0-1-1 0 0,0 1 1 0 0,0-1 0 0 0,1 1-1 0 0,-1 0 1 0 0,0 0 0 0 0,0 0-1 0 0,0 0 1 0 0,0 0 0 0 0,0 0-1 0 0,-1 1 1 0 0,1-1-1 0 0,0 1 1 0 0,0-1 0 0 0,-1 1-1 0 0,1 0 1 0 0,1 3 0 0 0,7 7 100 0 0,-2 0 1 0 0,0 1 0 0 0,0-1 0 0 0,-1 2-1 0 0,6 17 1 0 0,22 73 236 0 0,-34-102-342 0 0,2 8 61 0 0,0 0 0 0 0,-1 0-1 0 0,0 0 1 0 0,0 0 0 0 0,-1 0 0 0 0,0 1 0 0 0,-1-1 0 0 0,-1 16 0 0 0,0-26-58 0 0,1 1 1 0 0,0 0 0 0 0,-1-1 0 0 0,1 1 0 0 0,-1 0 0 0 0,1-1-1 0 0,-1 1 1 0 0,1-1 0 0 0,-1 1 0 0 0,1-1 0 0 0,-1 1 0 0 0,1-1-1 0 0,-1 1 1 0 0,0-1 0 0 0,1 0 0 0 0,-1 1 0 0 0,0-1 0 0 0,1 0 0 0 0,-1 0-1 0 0,0 1 1 0 0,0-1 0 0 0,1 0 0 0 0,-1 0 0 0 0,0 0 0 0 0,1 0-1 0 0,-1 0 1 0 0,0 0 0 0 0,0 0 0 0 0,1 0 0 0 0,-1 0 0 0 0,0 0-1 0 0,0 0 1 0 0,1-1 0 0 0,-1 1 0 0 0,0 0 0 0 0,1-1 0 0 0,-1 1 0 0 0,0 0-1 0 0,1-1 1 0 0,-1 1 0 0 0,0-1 0 0 0,1 1 0 0 0,-1-1 0 0 0,1 1-1 0 0,-1-1 1 0 0,1 1 0 0 0,-1-1 0 0 0,1 1 0 0 0,-1-2 0 0 0,-2-4-3 0 0,0 0 0 0 0,1 0 1 0 0,-1 0-1 0 0,1 0 0 0 0,1-1 1 0 0,-1 1-1 0 0,1-1 0 0 0,0 1 1 0 0,0-1-1 0 0,1 1 0 0 0,0-1 1 0 0,2-12-1 0 0,-1 9-17 0 0,2-1 1 0 0,0 1-1 0 0,0-1 1 0 0,1 1-1 0 0,0 0 1 0 0,0 1-1 0 0,9-14 1 0 0,-3 7-18 0 0,1 1-1 0 0,1 0 1 0 0,0 1 0 0 0,1 0-1 0 0,1 1 1 0 0,0 0 0 0 0,0 1-1 0 0,32-19 1 0 0,-31 23 18 0 0,-1 0 0 0 0,1 2 0 0 0,17-6 0 0 0,-26 10 3 0 0,-1 0 1 0 0,0 1 0 0 0,1 0 0 0 0,-1 0-1 0 0,1 0 1 0 0,0 1 0 0 0,-1 0 0 0 0,1 0-1 0 0,-1 1 1 0 0,1-1 0 0 0,-1 1 0 0 0,10 3 0 0 0,-12-3 8 0 0,0 1 0 0 0,0 0 0 0 0,0-1 0 0 0,-1 1 0 0 0,1 0 0 0 0,-1 1 0 0 0,0-1 0 0 0,1 0 0 0 0,-1 1 0 0 0,0-1 1 0 0,0 1-1 0 0,-1 0 0 0 0,1-1 0 0 0,0 1 0 0 0,-1 0 0 0 0,0 0 0 0 0,0 0 0 0 0,1 0 0 0 0,-2 0 0 0 0,1 0 0 0 0,0 1 1 0 0,-1-1-1 0 0,0 0 0 0 0,1 0 0 0 0,-1 5 0 0 0,-1 10 43 0 0,1 0 0 0 0,-2-1-1 0 0,-5 24 1 0 0,5-30-34 0 0,-10 42 32 0 0,8-36-17 0 0,0 0-1 0 0,1 0 1 0 0,-2 29 0 0 0,5-44-18 0 0,0 1-1 0 0,0-1 1 0 0,0 0 0 0 0,1 1 0 0 0,-1-1 0 0 0,1 1 0 0 0,-1-1 0 0 0,1 0 0 0 0,0 0 0 0 0,0 1 0 0 0,0-1 0 0 0,0 0 0 0 0,0 0 0 0 0,0 0 0 0 0,1 0 0 0 0,-1 0 0 0 0,1 0 0 0 0,-1-1 0 0 0,4 4 0 0 0,-2-3-2 0 0,1 0 0 0 0,-1 0 0 0 0,0-1 0 0 0,1 1 0 0 0,-1-1 0 0 0,1 0 0 0 0,-1 0 0 0 0,1 0 0 0 0,0 0 0 0 0,-1-1 0 0 0,7 1 0 0 0,-1-1-4 0 0,-1 0 1 0 0,0 0-1 0 0,0-1 1 0 0,0-1-1 0 0,1 1 0 0 0,-1-1 1 0 0,0 0-1 0 0,-1-1 0 0 0,1 0 1 0 0,14-8-1 0 0,-2-4-16 0 0,0 0 0 0 0,-1-2 0 0 0,-1 0 0 0 0,-1-1 0 0 0,0 0 0 0 0,-1-2 0 0 0,-1 0 0 0 0,18-32 0 0 0,7-23-158 0 0,35-91 0 0 0,-51 108 117 0 0,54-137-67 0 0,-65 157 128 0 0,-2-1 0 0 0,-2 0 0 0 0,6-47 0 0 0,-14 79-5 0 0,0 1 1 0 0,-1 0 0 0 0,0 0 0 0 0,0 0 0 0 0,-1-1 0 0 0,1 1 0 0 0,-1 0 0 0 0,-3-9 0 0 0,4 15-1 0 0,0-1 1 0 0,-1 1-1 0 0,1-1 1 0 0,-1 1 0 0 0,1-1-1 0 0,0 1 1 0 0,-1 0-1 0 0,1-1 1 0 0,-1 1-1 0 0,1 0 1 0 0,-1-1 0 0 0,1 1-1 0 0,-1 0 1 0 0,1 0-1 0 0,-1 0 1 0 0,0-1-1 0 0,1 1 1 0 0,-1 0-1 0 0,1 0 1 0 0,-1 0 0 0 0,1 0-1 0 0,-1 0 1 0 0,0 0-1 0 0,1 0 1 0 0,-1 0-1 0 0,1 0 1 0 0,-1 0-1 0 0,1 0 1 0 0,-1 1 0 0 0,0-1-1 0 0,1 0 1 0 0,-1 0-1 0 0,1 0 1 0 0,-1 1-1 0 0,1-1 1 0 0,-1 0-1 0 0,1 1 1 0 0,-1-1 0 0 0,0 1-1 0 0,-20 15-15 0 0,8 1 37 0 0,1 0 1 0 0,1 0 0 0 0,1 1-1 0 0,0 0 1 0 0,-10 28 0 0 0,-29 104 686 0 0,41-122-483 0 0,-57 238 1804 0 0,56-212-1636 0 0,3 1 0 0 0,1 107 1 0 0,5-155-354 0 0,1 0 0 0 0,0-1 0 0 0,0 1 0 0 0,0 0 1 0 0,1-1-1 0 0,0 1 0 0 0,0-1 0 0 0,0 0 0 0 0,1 0 0 0 0,0 0 1 0 0,0 0-1 0 0,7 8 0 0 0,-8-11-31 0 0,0 0-1 0 0,1-1 1 0 0,0 0 0 0 0,-1 0-1 0 0,1 0 1 0 0,0 0-1 0 0,0 0 1 0 0,0 0 0 0 0,0-1-1 0 0,0 1 1 0 0,1-1 0 0 0,-1 0-1 0 0,0 0 1 0 0,1 0-1 0 0,-1 0 1 0 0,1-1 0 0 0,-1 1-1 0 0,1-1 1 0 0,-1 0 0 0 0,1 0-1 0 0,-1 0 1 0 0,0-1-1 0 0,1 1 1 0 0,-1-1 0 0 0,7-2-1 0 0,2-1-435 0 0,0 0-1 0 0,-1-1 1 0 0,1 0-1 0 0,-1-1 1 0 0,0 0-1 0 0,-1-1 1 0 0,0 0-1 0 0,0-1 1 0 0,13-12-1 0 0,-11 7-1672 0 0,0 0-1 0 0,-1 0 1 0 0,14-23-1 0 0,-9 9-4087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5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84 1428 0 0,'-85'-28'12525'0'0,"130"19"-11125"0"0,90-5-461 0 0,-17 2-1390 0 0,-42 0-2792 0 0,-50 4-2455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5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20 1320 0 0,'-181'0'12222'0'0,"177"0"-11001"0"0,8 0-945 0 0,180-9-656 0 0,-94 7-1420 0 0,41-4-3807 0 0,-65 3 759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823 307 96 0 0,'-11'-72'11025'0'0,"11"70"-10673"0"0,-1 4-214 0 0,-1 17 237 0 0,-36 222 2524 0 0,-54 93-1202 0 0,63-251-1184 0 0,-78 153 0 0 0,97-216-298 0 0,-2-1-1 0 0,-1 0 1 0 0,0 0-1 0 0,-1-2 1 0 0,-1 0-1 0 0,-1 0 1 0 0,-32 26-1 0 0,40-38-168 0 0,1 1 0 0 0,0-1 1 0 0,-1-1-1 0 0,0 1 0 0 0,0-2 0 0 0,0 1 0 0 0,-1-1 0 0 0,1 0 1 0 0,-1-1-1 0 0,0 1 0 0 0,0-2 0 0 0,1 1 0 0 0,-1-2 0 0 0,0 1 1 0 0,0-1-1 0 0,0 0 0 0 0,0-1 0 0 0,0 0 0 0 0,0 0 0 0 0,0-1 1 0 0,0 0-1 0 0,-13-6 0 0 0,10 3 1 0 0,1-1 0 0 0,-1 0-1 0 0,2 0 1 0 0,-1-1 0 0 0,1-1 0 0 0,0 0 0 0 0,0 0 0 0 0,1-1-1 0 0,0 0 1 0 0,1-1 0 0 0,0 1 0 0 0,1-2 0 0 0,-9-14-1 0 0,7 9-26 0 0,2 0-1 0 0,0-1 0 0 0,1 0 1 0 0,1 0-1 0 0,0 0 0 0 0,1-1 1 0 0,1 0-1 0 0,-1-34 0 0 0,4 15-19 0 0,2 0-1 0 0,2 0 1 0 0,1 0-1 0 0,2 1 1 0 0,1 0-1 0 0,2 0 1 0 0,1 1-1 0 0,2 0 1 0 0,23-42-1 0 0,-9 26-19 0 0,2 1-1 0 0,2 1 1 0 0,3 2-1 0 0,2 1 1 0 0,48-49-1 0 0,-47 59 17 0 0,1 2 0 0 0,2 2 0 0 0,62-40-1 0 0,-69 52-3 0 0,2 1-1 0 0,0 2 1 0 0,1 1-1 0 0,0 2 1 0 0,42-10-1 0 0,-65 21-5 0 0,0 0 0 0 0,0 1 0 0 0,1 1 0 0 0,-1 0 0 0 0,0 0 0 0 0,1 1 0 0 0,-1 1 0 0 0,0 1 0 0 0,19 3 1 0 0,-23-2 5 0 0,0 0 1 0 0,0 0 0 0 0,0 1 0 0 0,-1 0-1 0 0,1 1 1 0 0,-1-1 0 0 0,0 2 0 0 0,0-1 0 0 0,-1 1-1 0 0,1 0 1 0 0,-1 1 0 0 0,-1 0 0 0 0,12 14 0 0 0,-9-8 4 0 0,0 0 1 0 0,-1 0-1 0 0,-1 1 1 0 0,0 0 0 0 0,-1 0-1 0 0,0 1 1 0 0,-1-1-1 0 0,-1 1 1 0 0,5 25 0 0 0,-8-27 5 0 0,0 0 1 0 0,-1 1 0 0 0,0-1-1 0 0,-1 0 1 0 0,-1 1 0 0 0,0-1-1 0 0,0 0 1 0 0,-1 0 0 0 0,-1 0-1 0 0,0-1 1 0 0,-10 20 0 0 0,3-12 4 0 0,-1 0 0 0 0,0-1 0 0 0,-2 0 1 0 0,0-1-1 0 0,-1-1 0 0 0,-1 0 0 0 0,0-1 1 0 0,-1-1-1 0 0,-1 0 0 0 0,-1-2 0 0 0,-24 15 1 0 0,7-8 20 0 0,0-2-1 0 0,0-2 1 0 0,-2-1 0 0 0,0-2 0 0 0,-63 13 0 0 0,11-1-1507 0 0,88-24 948 0 0,-2 9-1580 0 0,7-5 1499 0 0,1 1 0 0 0,0-1 0 0 0,0-1 1 0 0,0 1-1 0 0,1 0 0 0 0,0-1 0 0 0,8 6 0 0 0,44 28-2682 0 0,-50-34 2650 0 0,14 9-1868 0 0,0 2-704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2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0 759 1036 0 0,'0'0'4869'0'0,"4"-10"-646"0"0,-4 5-3789 0 0,0 0 1 0 0,1 1-1 0 0,-1-1 0 0 0,1 1 0 0 0,0-1 0 0 0,1 1 0 0 0,-1 0 0 0 0,1-1 1 0 0,4-6-1 0 0,-4 6-283 0 0,1 1 0 0 0,1-1 0 0 0,-1 1 0 0 0,1 0 0 0 0,-1 0 0 0 0,1 0 0 0 0,0 1 0 0 0,1-1 0 0 0,-1 1 0 0 0,1 0 0 0 0,-1 0 0 0 0,1 1 0 0 0,9-4 0 0 0,-9 3-115 0 0,0 2 1 0 0,0-1-1 0 0,0 0 0 0 0,1 1 0 0 0,-1 0 1 0 0,0 1-1 0 0,1-1 0 0 0,-1 1 0 0 0,1 0 0 0 0,-1 0 1 0 0,0 0-1 0 0,1 1 0 0 0,-1 0 0 0 0,0 0 1 0 0,1 0-1 0 0,-1 1 0 0 0,0 0 0 0 0,0 0 1 0 0,0 0-1 0 0,-1 0 0 0 0,1 1 0 0 0,0 0 0 0 0,-1 0 1 0 0,1 0-1 0 0,-1 1 0 0 0,0-1 0 0 0,0 1 1 0 0,-1 0-1 0 0,1 0 0 0 0,-1 0 0 0 0,0 1 1 0 0,0-1-1 0 0,0 1 0 0 0,2 6 0 0 0,0-2-1 0 0,-1 1-1 0 0,0 0 1 0 0,0 0-1 0 0,-1 0 1 0 0,-1 0-1 0 0,0 0 0 0 0,0 1 1 0 0,-1-1-1 0 0,0 0 1 0 0,-1 1-1 0 0,-1 12 1 0 0,0-15 32 0 0,0 0 1 0 0,0-1-1 0 0,-1 1 1 0 0,0-1-1 0 0,0 0 0 0 0,-1 0 1 0 0,0 0-1 0 0,0 0 1 0 0,-1 0-1 0 0,0-1 1 0 0,0 1-1 0 0,-1-1 1 0 0,1 0-1 0 0,-1 0 1 0 0,-12 10-1 0 0,16-15 50 0 0,0-1-111 0 0,1 1-1 0 0,0-1 1 0 0,0 0-1 0 0,0 0 0 0 0,-1 1 1 0 0,1-1-1 0 0,0 0 0 0 0,-1 0 1 0 0,1 0-1 0 0,0 1 0 0 0,0-1 1 0 0,-1 0-1 0 0,1 0 0 0 0,0 0 1 0 0,-1 0-1 0 0,1 0 1 0 0,0 1-1 0 0,-1-1 0 0 0,1 0 1 0 0,0 0-1 0 0,-1 0 0 0 0,1 0 1 0 0,0 0-1 0 0,-1 0 0 0 0,1 0 1 0 0,0 0-1 0 0,-1 0 0 0 0,1-1 1 0 0,0 1-1 0 0,-1 0 1 0 0,1 0-1 0 0,0 0 0 0 0,-1 0 1 0 0,1 0-1 0 0,0-1 0 0 0,-1 1 1 0 0,1 0-1 0 0,0 0 0 0 0,0 0 1 0 0,-1-1-1 0 0,1 1 0 0 0,0 0 1 0 0,0 0-1 0 0,-1-1 1 0 0,1 1-1 0 0,0 0 0 0 0,0-1 1 0 0,0 1-1 0 0,0 0 0 0 0,-1-1 1 0 0,1 1-1 0 0,0 0 0 0 0,0-1 1 0 0,-4-17 102 0 0,5 12-97 0 0,0 1 0 0 0,0-1 0 0 0,1 1 0 0 0,0 0 0 0 0,0-1 0 0 0,0 1-1 0 0,0 0 1 0 0,6-8 0 0 0,27-35 50 0 0,-33 46-61 0 0,13-16-12 0 0,1 0 0 0 0,1 1-1 0 0,0 1 1 0 0,1 1 0 0 0,1 0 0 0 0,0 1 0 0 0,1 1 0 0 0,1 2 0 0 0,0-1 0 0 0,0 2 0 0 0,29-9 0 0 0,-46 17 7 0 0,22-1-54 0 0,-23 3 56 0 0,-1 0 1 0 0,0 0-1 0 0,1 0 1 0 0,-1 0-1 0 0,1 1 1 0 0,-1-1-1 0 0,1 1 1 0 0,-1-1-1 0 0,0 1 1 0 0,1 0-1 0 0,-1 0 0 0 0,0 0 1 0 0,0 0-1 0 0,0 0 1 0 0,0 1-1 0 0,0-1 1 0 0,0 1-1 0 0,0-1 1 0 0,0 1-1 0 0,0 0 1 0 0,-1-1-1 0 0,1 1 1 0 0,1 3-1 0 0,-1-1 1 0 0,1 1 0 0 0,-1-1-1 0 0,-1 1 1 0 0,1 0 0 0 0,-1 0-1 0 0,1 0 1 0 0,-1 0 0 0 0,-1 0-1 0 0,1 0 1 0 0,-1 9 0 0 0,-1 11 3 0 0,-1-1 0 0 0,-9 36 0 0 0,6-35-2 0 0,1 1-1 0 0,-2 39 1 0 0,7-64 6 0 0,-1 1 0 0 0,0 0-1 0 0,0-1 1 0 0,1 1 0 0 0,-1 0-1 0 0,1-1 1 0 0,-1 1 0 0 0,1-1 0 0 0,0 1-1 0 0,0-1 1 0 0,-1 1 0 0 0,1-1 0 0 0,0 0-1 0 0,0 1 1 0 0,0-1 0 0 0,1 0-1 0 0,-1 0 1 0 0,0 0 0 0 0,0 0 0 0 0,1 0-1 0 0,-1 0 1 0 0,0 0 0 0 0,1 0-1 0 0,-1 0 1 0 0,1-1 0 0 0,-1 1 0 0 0,1-1-1 0 0,0 1 1 0 0,-1-1 0 0 0,1 1 0 0 0,0-1-1 0 0,-1 0 1 0 0,1 0 0 0 0,-1 0-1 0 0,3 0 1 0 0,4 0 4 0 0,0-1 1 0 0,0 0-1 0 0,0 0 0 0 0,0-1 0 0 0,0 0 0 0 0,-1 0 1 0 0,1 0-1 0 0,-1-1 0 0 0,1-1 0 0 0,-1 1 0 0 0,0-1 0 0 0,7-5 1 0 0,-4 1 1 0 0,-1 1 0 0 0,0-2 0 0 0,0 1 0 0 0,-1-1 0 0 0,0 0 0 0 0,0-1 0 0 0,9-16 0 0 0,-8 11-12 0 0,-2 0 0 0 0,1 0 0 0 0,-2-1 0 0 0,0 0 1 0 0,-1 0-1 0 0,-1 0 0 0 0,0-1 0 0 0,-1 1 0 0 0,-1-1 0 0 0,0 0 0 0 0,-2-34 1 0 0,-1 43-7 0 0,0 1 0 0 0,-1-1 0 0 0,0 0 0 0 0,0 1 0 0 0,-1-1 0 0 0,1 1 0 0 0,-6-9 0 0 0,6 13 4 0 0,1 0-1 0 0,-1 0 1 0 0,0 1-1 0 0,0-1 1 0 0,0 0 0 0 0,0 1-1 0 0,0 0 1 0 0,-1-1 0 0 0,1 1-1 0 0,-1 0 1 0 0,0 0-1 0 0,1 1 1 0 0,-1-1 0 0 0,0 0-1 0 0,0 1 1 0 0,0 0-1 0 0,0 0 1 0 0,0 0 0 0 0,0 0-1 0 0,0 0 1 0 0,-4 0 0 0 0,4 0 1 0 0,-1 1 1 0 0,1 0-1 0 0,-1-1 1 0 0,1 1 0 0 0,0 0-1 0 0,-1 1 1 0 0,1-1-1 0 0,-1 1 1 0 0,1-1 0 0 0,0 1-1 0 0,0 0 1 0 0,-1 0 0 0 0,1 1-1 0 0,0-1 1 0 0,0 1-1 0 0,0-1 1 0 0,0 1 0 0 0,1 0-1 0 0,-1 0 1 0 0,0 0-1 0 0,1 0 1 0 0,-1 1 0 0 0,1-1-1 0 0,0 1 1 0 0,0 0 0 0 0,-3 4-1 0 0,4-6 3 0 0,1 0 0 0 0,-1 0 0 0 0,1 0-1 0 0,0 0 1 0 0,0 0 0 0 0,0 0 0 0 0,-1 0 0 0 0,1 0-1 0 0,0 0 1 0 0,0 0 0 0 0,0 0 0 0 0,1 0 0 0 0,-1 0-1 0 0,0 0 1 0 0,0 0 0 0 0,0 0 0 0 0,1 0 0 0 0,-1 0-1 0 0,1 0 1 0 0,-1 0 0 0 0,1 0 0 0 0,-1 0 0 0 0,1 0-1 0 0,-1-1 1 0 0,1 1 0 0 0,0 0 0 0 0,-1 0 0 0 0,1-1-1 0 0,0 1 1 0 0,0 0 0 0 0,-1-1 0 0 0,1 1 0 0 0,0-1 0 0 0,0 1-1 0 0,0-1 1 0 0,1 1 0 0 0,3 2 3 0 0,0-1 0 0 0,0 0 1 0 0,0 0-1 0 0,0 0 0 0 0,7 1 0 0 0,16 2-1 0 0,0-3 0 0 0,-1 0 0 0 0,1-1-1 0 0,0-2 1 0 0,49-7 0 0 0,-37 1-11 0 0,0-2 1 0 0,-1-2-1 0 0,51-21 0 0 0,-69 23-5 0 0,0-1-1 0 0,-1-1 0 0 0,-1-1 0 0 0,1-1 0 0 0,-2 0 1 0 0,0-2-1 0 0,0 0 0 0 0,-2-1 0 0 0,0 0 0 0 0,-1-2 0 0 0,0 1 1 0 0,-1-2-1 0 0,-2 0 0 0 0,0-1 0 0 0,0 0 0 0 0,-2 0 0 0 0,-1-1 1 0 0,10-31-1 0 0,-9 16-22 0 0,0-1 0 0 0,-3 1 0 0 0,6-62 0 0 0,-13 97 32 0 0,0 0 0 0 0,0 0-1 0 0,1 0 1 0 0,-1 0-1 0 0,0 0 1 0 0,0 0-1 0 0,0 0 1 0 0,0 0 0 0 0,0 0-1 0 0,-1 0 1 0 0,1 0-1 0 0,0 0 1 0 0,0 0-1 0 0,-1 0 1 0 0,1 0 0 0 0,0 0-1 0 0,-1 1 1 0 0,1-1-1 0 0,-1 0 1 0 0,1 0-1 0 0,-1 0 1 0 0,0 0 0 0 0,0 0-1 0 0,0 0 1 0 0,0 1 0 0 0,0 0 0 0 0,0 0 0 0 0,0 0 0 0 0,0 0 1 0 0,0 0-1 0 0,1 0 0 0 0,-1 0 0 0 0,0 0 0 0 0,0 1 0 0 0,0-1 0 0 0,0 0 0 0 0,0 0 0 0 0,1 1 0 0 0,-1-1 0 0 0,0 1 0 0 0,0-1 0 0 0,0 0 1 0 0,1 1-1 0 0,-2 0 0 0 0,-4 4-6 0 0,1-1 0 0 0,-1 1 0 0 0,1 0 0 0 0,0 0 0 0 0,-6 10 0 0 0,-8 16 44 0 0,1 0 0 0 0,2 2 0 0 0,1 0 0 0 0,-17 55-1 0 0,-24 147 1025 0 0,11 130 681 0 0,35 2-1028 0 0,23-15-370 0 0,-6-274-258 0 0,5-1 1 0 0,31 114-1 0 0,-38-171 47 0 0,0-1-1 0 0,2 1 1 0 0,1-1-1 0 0,0-1 1 0 0,1 0-1 0 0,15 23 1 0 0,-23-40-121 0 0,0 0 1 0 0,-1 0-1 0 0,1 0 0 0 0,0 0 1 0 0,0 0-1 0 0,0 0 0 0 0,0 0 1 0 0,0 0-1 0 0,0-1 1 0 0,0 1-1 0 0,0 0 0 0 0,0-1 1 0 0,0 1-1 0 0,1-1 0 0 0,-1 1 1 0 0,0-1-1 0 0,0 0 0 0 0,0 1 1 0 0,1-1-1 0 0,-1 0 1 0 0,0 0-1 0 0,0 0 0 0 0,1 0 1 0 0,-1 0-1 0 0,0 0 0 0 0,0 0 1 0 0,1 0-1 0 0,-1-1 0 0 0,0 1 1 0 0,0 0-1 0 0,1-1 1 0 0,-1 1-1 0 0,0-1 0 0 0,0 1 1 0 0,0-1-1 0 0,0 0 0 0 0,0 1 1 0 0,0-1-1 0 0,0 0 0 0 0,0 0 1 0 0,1-1-1 0 0,1-1-10 0 0,1-1 0 0 0,-1 0 0 0 0,0 1 0 0 0,0-1 0 0 0,-1 0 0 0 0,1-1 0 0 0,-1 1 0 0 0,0 0 0 0 0,2-6 0 0 0,3-13 6 0 0,-1-1-1 0 0,-2 0 0 0 0,0 0 0 0 0,-1 0 1 0 0,-2-1-1 0 0,0 1 0 0 0,-2 0 0 0 0,0-1 1 0 0,-2 1-1 0 0,-11-46 0 0 0,6 42 6 0 0,-2 0 0 0 0,-1 0 0 0 0,0 2 0 0 0,-3-1 0 0 0,0 1 0 0 0,-1 1-1 0 0,-1 1 1 0 0,-35-39 0 0 0,-23-14-13 0 0,44 49 0 0 0,2-1 0 0 0,-26-36 0 0 0,52 62-15 0 0,0 0 0 0 0,0-1-1 0 0,0 1 1 0 0,0-1-1 0 0,1 1 1 0 0,0-1 0 0 0,-1 0-1 0 0,1 1 1 0 0,1-1 0 0 0,-1 0-1 0 0,0 0 1 0 0,1 0 0 0 0,0 0-1 0 0,0-6 1 0 0,1 3-62 0 0,1 1 1 0 0,-1-1 0 0 0,1 0-1 0 0,0 1 1 0 0,0-1-1 0 0,1 1 1 0 0,5-11-1 0 0,3 1-108 0 0,0-1-1 0 0,2 2 0 0 0,-1-1 0 0 0,27-23 0 0 0,-12 16 84 0 0,1 0-1 0 0,1 3 0 0 0,1 0 1 0 0,0 2-1 0 0,39-17 0 0 0,173-60-56 0 0,-58 26 68 0 0,-159 58 99 0 0,52-23-23 0 0,-68 29 13 0 0,0 0 0 0 0,0-1 0 0 0,0 0 1 0 0,-1 0-1 0 0,13-14 0 0 0,-16 15 1 0 0,-3 3 0 0 0,0 0 0 0 0,0 0 0 0 0,-1 0 0 0 0,1 0 0 0 0,-1 0 0 0 0,0-1 0 0 0,1 1 0 0 0,-1 0 0 0 0,0-1 0 0 0,0 1 0 0 0,0-1 0 0 0,-1 1 0 0 0,1-1 0 0 0,-1 0 0 0 0,1 1 0 0 0,-1-1 0 0 0,0-3 0 0 0,0 3-6 0 0,0-1 1 0 0,0 0 0 0 0,0 1 0 0 0,0-1-1 0 0,-1 0 1 0 0,1 1 0 0 0,-1-1 0 0 0,0 1-1 0 0,0-1 1 0 0,-1 1 0 0 0,1 0 0 0 0,-1-1-1 0 0,1 1 1 0 0,-1 0 0 0 0,0 0 0 0 0,0 0-1 0 0,0 0 1 0 0,-1 0 0 0 0,1 1 0 0 0,-1-1-1 0 0,0 1 1 0 0,1-1 0 0 0,-1 1 0 0 0,0 0-1 0 0,-6-3 1 0 0,4 3-2 0 0,0-1 1 0 0,0 1-1 0 0,0 0 1 0 0,-1 0-1 0 0,1 1 1 0 0,0 0-1 0 0,0 0 1 0 0,-1 0-1 0 0,1 0 1 0 0,-1 1-1 0 0,1 0 0 0 0,-1 0 1 0 0,1 1-1 0 0,-1-1 1 0 0,1 1-1 0 0,-9 3 1 0 0,2 1-1 0 0,1 0 0 0 0,0 1 0 0 0,1 0 0 0 0,-1 1 0 0 0,1 0 0 0 0,0 1 0 0 0,1 0 0 0 0,0 1 0 0 0,0 0 0 0 0,1 0 0 0 0,0 1 0 0 0,0-1 0 0 0,1 2 0 0 0,1-1 0 0 0,0 1 0 0 0,-8 20 0 0 0,6-12 9 0 0,1 0 1 0 0,1 0-1 0 0,1 1 0 0 0,0-1 0 0 0,2 1 0 0 0,0 0 0 0 0,1 0 1 0 0,2 0-1 0 0,1 34 0 0 0,0-48 6 0 0,0 1 0 0 0,0-1-1 0 0,1 0 1 0 0,-1 1 0 0 0,1-1 0 0 0,1 0 0 0 0,-1 0 0 0 0,1 0-1 0 0,0 0 1 0 0,0-1 0 0 0,1 1 0 0 0,0-1 0 0 0,0 0-1 0 0,0 0 1 0 0,6 5 0 0 0,-4-5 2 0 0,1 0 0 0 0,0 0 0 0 0,0-1 0 0 0,0 0 0 0 0,0 0-1 0 0,1-1 1 0 0,-1 0 0 0 0,1 0 0 0 0,0-1 0 0 0,14 2 0 0 0,-2-1 4 0 0,0-2 0 0 0,0-1 0 0 0,0 0 0 0 0,0-1 0 0 0,0-1-1 0 0,0-1 1 0 0,0-1 0 0 0,-1-1 0 0 0,20-7 0 0 0,-7-1-7 0 0,0-1 0 0 0,-1-2-1 0 0,0-1 1 0 0,-1-1-1 0 0,-1-2 1 0 0,-1-1-1 0 0,-1-1 1 0 0,-1-1 0 0 0,-1-2-1 0 0,-1 0 1 0 0,-1-2-1 0 0,-1 0 1 0 0,-2-1 0 0 0,-1-2-1 0 0,-1 0 1 0 0,-1 0-1 0 0,13-36 1 0 0,-27 59-10 0 0,0 0 1 0 0,-1 0-1 0 0,0-1 0 0 0,0 1 0 0 0,0 0 1 0 0,-1-1-1 0 0,0 1 0 0 0,-1-1 1 0 0,0 1-1 0 0,0-1 0 0 0,0 1 0 0 0,-1-1 1 0 0,0 1-1 0 0,-2-8 0 0 0,2 14 3 0 0,1 0 0 0 0,-1 0 0 0 0,1 0 0 0 0,-1 0 0 0 0,0-1-1 0 0,0 1 1 0 0,0 0 0 0 0,1 1 0 0 0,-1-1 0 0 0,0 0 0 0 0,0 0 0 0 0,0 0-1 0 0,0 0 1 0 0,-1 1 0 0 0,1-1 0 0 0,0 0 0 0 0,0 1 0 0 0,0-1 0 0 0,0 1-1 0 0,-1 0 1 0 0,1-1 0 0 0,0 1 0 0 0,0 0 0 0 0,-1 0 0 0 0,1-1 0 0 0,0 1-1 0 0,-1 0 1 0 0,1 0 0 0 0,0 1 0 0 0,-1-1 0 0 0,1 0 0 0 0,0 0-1 0 0,0 1 1 0 0,-1-1 0 0 0,1 0 0 0 0,0 1 0 0 0,0-1 0 0 0,0 1 0 0 0,0 0-1 0 0,-2 1 1 0 0,1-1 3 0 0,1 1-1 0 0,-1 0 0 0 0,1 0 1 0 0,0 0-1 0 0,0 0 1 0 0,0 0-1 0 0,0 0 0 0 0,0 1 1 0 0,1-1-1 0 0,-1 0 1 0 0,0 0-1 0 0,1 1 0 0 0,0-1 1 0 0,-1 0-1 0 0,1 1 1 0 0,1 3-1 0 0,-1-2 4 0 0,2 0 0 0 0,-1 0 0 0 0,0 0 1 0 0,1 0-1 0 0,0 0 0 0 0,0 0 0 0 0,0 0 0 0 0,0-1 0 0 0,1 1 0 0 0,-1-1 1 0 0,1 0-1 0 0,5 6 0 0 0,5 2-4 0 0,26 19 1 0 0,-24-19-1 0 0,52 36 10 0 0,43 35 19 0 0,-95-69-24 0 0,-1 1 1 0 0,0 0-1 0 0,-1 0 0 0 0,22 33 1 0 0,-33-44-4 0 0,1 1 0 0 0,-1 0 0 0 0,0 0 0 0 0,0 0 0 0 0,0 1 0 0 0,-1-1 0 0 0,0 0 0 0 0,1 1 0 0 0,-2-1 0 0 0,1 1 0 0 0,0 0 0 0 0,-1-1 0 0 0,0 1 0 0 0,0-1 0 0 0,0 6 0 0 0,-1-7 0 0 0,0 0 0 0 0,0 0 0 0 0,-1 0 0 0 0,1 0 0 0 0,0 0 0 0 0,-1 0 0 0 0,0 0 0 0 0,0 0 0 0 0,0-1 0 0 0,0 1 0 0 0,0 0 0 0 0,0-1 0 0 0,-1 0 0 0 0,1 0 0 0 0,-1 0 0 0 0,1 0 0 0 0,-1 0 0 0 0,0 0 0 0 0,0 0 0 0 0,0-1 0 0 0,-3 2 0 0 0,-5 1 10 0 0,0 1 1 0 0,0-2 0 0 0,0 1 0 0 0,0-2-1 0 0,0 1 1 0 0,-1-1 0 0 0,1-1 0 0 0,-1 0-1 0 0,1-1 1 0 0,-1 0 0 0 0,1-1 0 0 0,-1 0-1 0 0,1-1 1 0 0,-18-4 0 0 0,27 5-9 0 0,0 0 0 0 0,0 1 0 0 0,0-1 0 0 0,0 0 0 0 0,0 0 0 0 0,0 0 0 0 0,0 0 0 0 0,0-1 0 0 0,0 1 0 0 0,0 0 0 0 0,1-1 0 0 0,-1 1 0 0 0,0-1 0 0 0,1 0 0 0 0,0 1 0 0 0,-1-1 0 0 0,1 0 0 0 0,0 0 0 0 0,0 0 0 0 0,0 0 0 0 0,0 0 1 0 0,-1-3-1 0 0,2 2-1 0 0,0 0 1 0 0,0 0 0 0 0,0 0-1 0 0,0 0 1 0 0,0 0 0 0 0,1 0 0 0 0,-1 0-1 0 0,1 0 1 0 0,0 0 0 0 0,0 0-1 0 0,0 0 1 0 0,0 0 0 0 0,1 0 0 0 0,1-2-1 0 0,6-9-4 0 0,0 1-1 0 0,1 0 1 0 0,1 0-1 0 0,21-19 1 0 0,199-153-71 0 0,1-3 20 0 0,-229 186 51 0 0,24-26 8 0 0,-26 27-12 0 0,1-1-1 0 0,0 0 1 0 0,-1 0 0 0 0,1 0-1 0 0,-1 0 1 0 0,0-1 0 0 0,0 1-1 0 0,0 0 1 0 0,0 0-1 0 0,0-1 1 0 0,0 1 0 0 0,0-4-1 0 0,-1 6 7 0 0,0 0 0 0 0,0-1 0 0 0,0 1 0 0 0,0 0-1 0 0,0 0 1 0 0,0 0 0 0 0,0-1 0 0 0,0 1 0 0 0,0 0-1 0 0,0 0 1 0 0,0 0 0 0 0,0-1 0 0 0,-1 1 0 0 0,1 0-1 0 0,0 0 1 0 0,0 0 0 0 0,0 0 0 0 0,0-1 0 0 0,0 1-1 0 0,0 0 1 0 0,0 0 0 0 0,-1 0 0 0 0,1 0 0 0 0,0 0-1 0 0,0-1 1 0 0,0 1 0 0 0,0 0 0 0 0,-1 0 0 0 0,1 0-1 0 0,0 0 1 0 0,0 0 0 0 0,0 0 0 0 0,-1 0 0 0 0,1 0-1 0 0,0 0 1 0 0,0 0 0 0 0,0 0 0 0 0,-1 0 0 0 0,1 0-1 0 0,-11 3-38 0 0,-6 8 8 0 0,13-8 28 0 0,0 0 1 0 0,1 0-1 0 0,0 1 0 0 0,-1 0 0 0 0,1-1 0 0 0,0 1 0 0 0,1 1 0 0 0,-1-1 0 0 0,1 0 1 0 0,0 0-1 0 0,0 1 0 0 0,0 0 0 0 0,0-1 0 0 0,1 1 0 0 0,-2 7 0 0 0,3-5 3 0 0,0-1 1 0 0,0 1-1 0 0,0 0 0 0 0,1-1 0 0 0,0 1 0 0 0,0-1 0 0 0,0 1 0 0 0,1-1 1 0 0,0 1-1 0 0,4 7 0 0 0,3 4 14 0 0,1-1 0 0 0,1 1 0 0 0,0-1 0 0 0,2-1 0 0 0,0 0 0 0 0,19 17 0 0 0,30 27 16 0 0,35 37-56 0 0,-95-96 31 0 0,0 1-1 0 0,0 0 1 0 0,-1 0 0 0 0,1-1 0 0 0,-1 1 0 0 0,1 0 0 0 0,-1 0 0 0 0,0 1 0 0 0,1-1-1 0 0,-1 0 1 0 0,0 0 0 0 0,-1 1 0 0 0,1-1 0 0 0,0 0 0 0 0,-1 1 0 0 0,1-1 0 0 0,-1 1-1 0 0,0-1 1 0 0,0 1 0 0 0,0-1 0 0 0,0 1 0 0 0,0-1 0 0 0,0 1 0 0 0,-1-1 0 0 0,1 0 0 0 0,-1 1-1 0 0,1-1 1 0 0,-1 0 0 0 0,0 1 0 0 0,0-1 0 0 0,0 0 0 0 0,-1 0 0 0 0,1 0 0 0 0,0 0-1 0 0,-1 0 1 0 0,1 0 0 0 0,-1 0 0 0 0,0 0 0 0 0,0 0 0 0 0,0-1 0 0 0,0 1 0 0 0,-2 1-1 0 0,-8 5 46 0 0,0-1 0 0 0,-1 1 0 0 0,0-2 0 0 0,0 0 0 0 0,-26 8 0 0 0,-3-3 95 0 0,-53 7-1 0 0,79-15-59 0 0,15-3-78 0 0,0 1 0 0 0,0-1-1 0 0,-1 0 1 0 0,1 0 0 0 0,0 1 0 0 0,-1-1-1 0 0,1 0 1 0 0,0 0 0 0 0,-1 0-1 0 0,1 0 1 0 0,0-1 0 0 0,0 1 0 0 0,-1 0-1 0 0,1-1 1 0 0,0 1 0 0 0,0 0 0 0 0,-1-1-1 0 0,-1 0 1 0 0,3 0-5 0 0,0 0-1 0 0,0 1 0 0 0,0-1 1 0 0,-1 1-1 0 0,1-1 0 0 0,0 0 1 0 0,0 1-1 0 0,0-1 1 0 0,0 1-1 0 0,0-1 0 0 0,0 0 1 0 0,0 1-1 0 0,1-1 1 0 0,-1 0-1 0 0,0 1 0 0 0,0-1 1 0 0,0 1-1 0 0,1-1 0 0 0,-1 1 1 0 0,0-1-1 0 0,0 1 1 0 0,1-1-1 0 0,-1 1 0 0 0,0-1 1 0 0,1 1-1 0 0,0-1 1 0 0,4-5-30 0 0,0 0 0 0 0,0 1 0 0 0,1 0 0 0 0,8-7 0 0 0,33-18-337 0 0,2 3 0 0 0,54-23 0 0 0,-8 4 21 0 0,-52 24 227 0 0,7-2 1 0 0,-1-2 0 0 0,-1-2 0 0 0,69-55 0 0 0,-109 76 109 0 0,0-2 0 0 0,0 1 1 0 0,-1-1-1 0 0,0 0 0 0 0,10-16 0 0 0,-16 21 12 0 0,0-3-1 0 0,0 7-4 0 0,-1-1 1 0 0,0 1-1 0 0,0 0 0 0 0,0 0 0 0 0,0-1 1 0 0,0 1-1 0 0,0-1 0 0 0,0 1 1 0 0,1 0-1 0 0,-1-1 0 0 0,0 1 1 0 0,0 0-1 0 0,0-1 0 0 0,0 1 1 0 0,-1 0-1 0 0,1-1 0 0 0,0 1 1 0 0,0 0-1 0 0,0-1 0 0 0,0 1 1 0 0,0 0-1 0 0,0-1 0 0 0,0 1 1 0 0,-1 0-1 0 0,1-1 0 0 0,0 1 1 0 0,0 0-1 0 0,0 0 0 0 0,-1-1 1 0 0,1 1-1 0 0,0 0 0 0 0,-1 0 1 0 0,1-1-1 0 0,0 1 0 0 0,0 0 1 0 0,-1 0-1 0 0,1 0 0 0 0,0-1 1 0 0,-1 1-1 0 0,1 0 0 0 0,-1 0 1 0 0,-17 6 14 0 0,-17 21-2 0 0,23-15 55 0 0,0 0 0 0 0,1 1-1 0 0,0 1 1 0 0,1 0 0 0 0,0 0 0 0 0,1 1 0 0 0,1 0 0 0 0,0 0 0 0 0,1 1 0 0 0,1 0 0 0 0,1 1-1 0 0,-5 19 1 0 0,9-31-23 0 0,0 1 0 0 0,1-1 0 0 0,-1 1 0 0 0,1-1 0 0 0,0 1 0 0 0,1-1 0 0 0,-1 1 0 0 0,1-1 0 0 0,0 1 0 0 0,1-1 0 0 0,-1 0 0 0 0,1 0 0 0 0,0 0 0 0 0,5 10 0 0 0,-3-10-20 0 0,0 1 1 0 0,1-1-1 0 0,-1 0 0 0 0,1-1 1 0 0,0 1-1 0 0,0-1 0 0 0,1 0 1 0 0,-1 0-1 0 0,1 0 0 0 0,0-1 0 0 0,10 5 1 0 0,4 0-7 0 0,1-1 1 0 0,-1 0 0 0 0,1-2 0 0 0,0 0-1 0 0,1-1 1 0 0,-1-1 0 0 0,1-2 0 0 0,-1 0-1 0 0,1-1 1 0 0,27-3 0 0 0,-37 1-5 0 0,0 0 0 0 0,-1-1 1 0 0,1 0-1 0 0,-1-1 0 0 0,0 0 0 0 0,0-1 1 0 0,0 0-1 0 0,19-13 0 0 0,-23 13-10 0 0,-1-1 0 0 0,1 0 1 0 0,-1 0-1 0 0,0 0 0 0 0,0-1 0 0 0,-1 0 0 0 0,0 0 0 0 0,0 0 0 0 0,-1-1 0 0 0,1 1 0 0 0,-2-1 0 0 0,1 0 1 0 0,2-11-1 0 0,-3 10-8 0 0,0-1 0 0 0,-1 1 0 0 0,-1-1 0 0 0,1 0 0 0 0,-1 1-1 0 0,-1-1 1 0 0,0 0 0 0 0,0 0 0 0 0,-1 0 0 0 0,-1 1 0 0 0,-3-17 0 0 0,2 18 0 0 0,0 0 1 0 0,-1 0-1 0 0,0 0 0 0 0,0 0 0 0 0,0 0 0 0 0,-1 1 0 0 0,-1 0 1 0 0,1 0-1 0 0,-1 1 0 0 0,0-1 0 0 0,0 1 0 0 0,-1 0 1 0 0,-10-6-1 0 0,4 4 0 0 0,0 0 1 0 0,-1 1 0 0 0,0 1-1 0 0,0 0 1 0 0,0 0-1 0 0,-1 2 1 0 0,0 0 0 0 0,0 1-1 0 0,0 0 1 0 0,0 1 0 0 0,0 1-1 0 0,-22 0 1 0 0,23 2-1 0 0,0 0 0 0 0,0 0 1 0 0,0 1-1 0 0,0 1 0 0 0,0 0 0 0 0,1 1 0 0 0,0 1 1 0 0,-1 0-1 0 0,2 0 0 0 0,-1 1 0 0 0,1 1 1 0 0,-1 0-1 0 0,-18 16 0 0 0,29-21 5 0 0,-1 0 1 0 0,0 1-1 0 0,1 0 0 0 0,0 0 0 0 0,-1-1 1 0 0,1 1-1 0 0,0 0 0 0 0,1 1 0 0 0,-1-1 1 0 0,0 0-1 0 0,1 1 0 0 0,0-1 0 0 0,0 0 1 0 0,0 1-1 0 0,-1 6 0 0 0,2-7 2 0 0,0 0 0 0 0,0 0 0 0 0,0 0 0 0 0,1 0 0 0 0,-1-1 0 0 0,1 1 0 0 0,0 0 0 0 0,0 0 0 0 0,0-1 0 0 0,0 1 0 0 0,0-1 0 0 0,1 1 0 0 0,-1-1 0 0 0,1 1 0 0 0,-1-1 0 0 0,1 0 0 0 0,0 0 0 0 0,0 0 0 0 0,0 0 0 0 0,3 3 0 0 0,8 3-3 0 0,-1 1 1 0 0,1-2-1 0 0,0 0 1 0 0,1 0-1 0 0,-1-1 1 0 0,1-1-1 0 0,0 0 1 0 0,1-1-1 0 0,-1-1 1 0 0,1 0-1 0 0,0-1 1 0 0,18 1 0 0 0,-10-2-3 0 0,0-2 1 0 0,0 0 0 0 0,1-1 0 0 0,-1-1 0 0 0,0-1 0 0 0,-1-1 0 0 0,26-10 0 0 0,-29 7-4 0 0,1 0 0 0 0,-1-2 0 0 0,-1 0 0 0 0,18-13 0 0 0,62-55-21 0 0,-61 47-34 0 0,55-36 0 0 0,-91 66 58 0 0,1 0 1 0 0,0 0-1 0 0,0 0 1 0 0,0 0-1 0 0,0 0 1 0 0,-1 0-1 0 0,1 0 0 0 0,0 1 1 0 0,0-1-1 0 0,1 1 1 0 0,-1-1-1 0 0,0 1 1 0 0,0 0-1 0 0,0 0 0 0 0,0 0 1 0 0,0 0-1 0 0,0 0 1 0 0,0 0-1 0 0,0 1 1 0 0,0-1-1 0 0,0 1 0 0 0,0-1 1 0 0,0 1-1 0 0,0 0 1 0 0,0 0-1 0 0,0-1 0 0 0,0 2 1 0 0,2 1-1 0 0,0 0 22 0 0,-1 0 0 0 0,-1 0 0 0 0,1 1 0 0 0,0 0 0 0 0,-1-1 0 0 0,0 1 0 0 0,0 0 0 0 0,0 0 0 0 0,0 0 0 0 0,0 0 0 0 0,-1 1-1 0 0,2 6 1 0 0,5 31 292 0 0,-2 1-1 0 0,-2-1 1 0 0,-2 80-1 0 0,-3-107-172 0 0,0 0 0 0 0,-1 0 0 0 0,-4 17 0 0 0,4-27 6 0 0,1 0 0 0 0,-1 0 0 0 0,0 0 1 0 0,0 0-1 0 0,0 0 0 0 0,-1-1 0 0 0,1 1 0 0 0,-1-1 0 0 0,0 0 0 0 0,-1 1 0 0 0,1-1 0 0 0,-5 4 0 0 0,7-7-85 0 0,0 0-1 0 0,0 0 1 0 0,-1 0-1 0 0,1-1 1 0 0,0 1 0 0 0,0 0-1 0 0,0-1 1 0 0,0 1-1 0 0,-1 0 1 0 0,1-1 0 0 0,0 0-1 0 0,-1 1 1 0 0,1-1-1 0 0,0 0 1 0 0,-1 1 0 0 0,1-1-1 0 0,0 0 1 0 0,-1 0-1 0 0,1 0 1 0 0,0 0-1 0 0,-1-1 1 0 0,1 1 0 0 0,0 0-1 0 0,-1-1 1 0 0,1 1-1 0 0,0 0 1 0 0,-1-1 0 0 0,1 0-1 0 0,0 1 1 0 0,0-1-1 0 0,0 0 1 0 0,-1 1 0 0 0,1-1-1 0 0,0 0 1 0 0,0 0-1 0 0,-1-2 1 0 0,0 1-16 0 0,0-1 0 0 0,0 1 1 0 0,1-1-1 0 0,-1 1 0 0 0,1-1 1 0 0,-1 0-1 0 0,1 0 0 0 0,0 0 0 0 0,0 1 1 0 0,1-1-1 0 0,-1 0 0 0 0,0 0 0 0 0,1 0 1 0 0,0-5-1 0 0,1-3-9 0 0,1 1 1 0 0,0-1-1 0 0,1 1 0 0 0,0-1 0 0 0,1 1 1 0 0,0 0-1 0 0,0 1 0 0 0,1-1 1 0 0,1 1-1 0 0,-1 0 0 0 0,8-9 0 0 0,9-9 22 0 0,0 1 1 0 0,30-25-1 0 0,-22 24-28 0 0,1 2 0 0 0,1 1-1 0 0,63-35 1 0 0,-30 25-670 0 0,80-29 1 0 0,-5 18-2791 0 0,-93 32-953 0 0,0 1-4578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66 896 0 0,'0'-2'399'0'0,"0"-1"-1"0"0,1 1 1 0 0,-1 0 0 0 0,0 0-1 0 0,0-1 1 0 0,-1 1 0 0 0,1 0-1 0 0,0 0 1 0 0,-1 0 0 0 0,1 0-1 0 0,-1-1 1 0 0,0 1-1 0 0,0 0 1 0 0,0 0 0 0 0,0 0-1 0 0,-1-2 1 0 0,0 2-188 0 0,0 0-1 0 0,1 1 1 0 0,-1-1-1 0 0,0 0 1 0 0,0 0-1 0 0,0 1 1 0 0,-1 0-1 0 0,1-1 1 0 0,0 1-1 0 0,0 0 1 0 0,-1 0-1 0 0,-2-1 1 0 0,-1 0-122 0 0,-1 1 1 0 0,1 0-1 0 0,-1 0 1 0 0,1 0-1 0 0,-1 1 1 0 0,1 0-1 0 0,-1 0 1 0 0,0 1 0 0 0,-12 2-1 0 0,3 2-32 0 0,0 0 0 0 0,0 1 0 0 0,1 1 0 0 0,0 1 0 0 0,0 0 0 0 0,1 1 0 0 0,-24 18 0 0 0,-85 86 27 0 0,110-99-79 0 0,-40 40 65 0 0,3 1 0 0 0,2 3 1 0 0,3 2-1 0 0,-57 98 0 0 0,94-143 3 0 0,1 0 0 0 0,0 1 0 0 0,1 0 0 0 0,0 0 0 0 0,1 1 0 0 0,1 0 0 0 0,-2 18 0 0 0,5-29 5 0 0,1 0 0 0 0,-1 0 1 0 0,1 0-1 0 0,1-1 0 0 0,-1 1 1 0 0,1 0-1 0 0,0 0 0 0 0,0-1 1 0 0,1 1-1 0 0,0 0 0 0 0,0-1 1 0 0,0 0-1 0 0,0 1 1 0 0,1-1-1 0 0,0 0 0 0 0,0 0 1 0 0,1-1-1 0 0,-1 1 0 0 0,1 0 1 0 0,0-1-1 0 0,0 0 0 0 0,0 0 1 0 0,1 0-1 0 0,5 3 0 0 0,3 0 58 0 0,0 0 0 0 0,1-1-1 0 0,-1 0 1 0 0,1-2-1 0 0,0 1 1 0 0,1-2-1 0 0,-1 0 1 0 0,1 0 0 0 0,27 0-1 0 0,2-2 254 0 0,-1-3 1 0 0,43-6-1 0 0,-79 6-1233 0 0,0 0-1 0 0,0 0 1 0 0,0 0 0 0 0,-1 0 0 0 0,1-1 0 0 0,9-6-1 0 0,1 1-3431 0 0,-2 0-401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2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707 109 2448 0 0,'4'-11'6145'0'0,"-9"18"-3651"0"0,-17 34-2682 0 0,11-19 909 0 0,-52 89 629 0 0,-100 132-1 0 0,118-186-1059 0 0,-2-2 0 0 0,-2-2 0 0 0,-101 84 0 0 0,146-133-199 0 0,-1 0 0 0 0,0 0 0 0 0,0-1 0 0 0,0 0-1 0 0,0 0 1 0 0,0 0 0 0 0,-1 0 0 0 0,0-1-1 0 0,1 0 1 0 0,-1 0 0 0 0,0-1 0 0 0,0 1-1 0 0,-6-1 1 0 0,10-1-82 0 0,0 0 1 0 0,0 0-1 0 0,0-1 0 0 0,0 1 0 0 0,1-1 1 0 0,-1 1-1 0 0,0-1 0 0 0,0 0 0 0 0,1 1 0 0 0,-1-1 1 0 0,0 0-1 0 0,1 0 0 0 0,-1 0 0 0 0,1-1 1 0 0,-1 1-1 0 0,1 0 0 0 0,0 0 0 0 0,0-1 0 0 0,-1 1 1 0 0,1-1-1 0 0,0 1 0 0 0,-1-4 0 0 0,-2-2 6 0 0,1 0 1 0 0,0 0-1 0 0,-4-14 0 0 0,5 13-7 0 0,-5-19-5 0 0,3 1 0 0 0,0-1 0 0 0,1 0 1 0 0,2-48-1 0 0,1 74-8 0 0,0-1 1 0 0,0 0-1 0 0,0 1 1 0 0,1-1-1 0 0,-1 0 1 0 0,0 1-1 0 0,1-1 1 0 0,-1 0-1 0 0,1 1 1 0 0,-1-1-1 0 0,1 1 1 0 0,0-1-1 0 0,0 1 1 0 0,0-1-1 0 0,0 1 1 0 0,0 0-1 0 0,0-1 1 0 0,0 1-1 0 0,0 0 0 0 0,0 0 1 0 0,1 0-1 0 0,0-1 1 0 0,0 1-28 0 0,18 2-19 0 0,-11 2 38 0 0,0 2-1 0 0,0-1 1 0 0,0 1 0 0 0,0 0-1 0 0,-1 1 1 0 0,0 0-1 0 0,0 0 1 0 0,9 10-1 0 0,59 67 7 0 0,-60-64 13 0 0,3 2 14 0 0,1 0-1 0 0,1-2 0 0 0,0 0 1 0 0,1-2-1 0 0,1 0 1 0 0,1-1-1 0 0,0-2 1 0 0,1 0-1 0 0,0-2 0 0 0,33 11 1 0 0,-42-18-10 0 0,0 0-1 0 0,0-1 1 0 0,1-1 0 0 0,0 0 0 0 0,-1-1 0 0 0,1-1 0 0 0,0-1-1 0 0,0-1 1 0 0,0 0 0 0 0,0-1 0 0 0,-1 0 0 0 0,1-2-1 0 0,-1 0 1 0 0,1 0 0 0 0,-1-2 0 0 0,-1 0 0 0 0,1-1-1 0 0,18-11 1 0 0,-12 3-7 0 0,0-1 0 0 0,-1-1-1 0 0,-1 0 1 0 0,-1-2 0 0 0,0 0-1 0 0,-1-1 1 0 0,-2-1 0 0 0,0 0-1 0 0,-1-1 1 0 0,-1-1-1 0 0,21-47 1 0 0,-22 39 11 0 0,-2-1 0 0 0,-1 0 0 0 0,-1-1 0 0 0,-2 0 0 0 0,-1 0-1 0 0,-2-1 1 0 0,-1 0 0 0 0,-1 1 0 0 0,-4-36 0 0 0,0 50-3 0 0,0 0-1 0 0,-2 0 1 0 0,0 0 0 0 0,-11-30 0 0 0,12 41-11 0 0,0-1 1 0 0,-2 0 0 0 0,1 1 0 0 0,-1 0-1 0 0,0 0 1 0 0,0 0 0 0 0,-1 1 0 0 0,0-1-1 0 0,-1 1 1 0 0,1 1 0 0 0,-12-10 0 0 0,12 13-3 0 0,1 1 0 0 0,-1-1 0 0 0,1 1-1 0 0,-1 0 1 0 0,0 0 0 0 0,1 1 0 0 0,-1-1 0 0 0,0 1 0 0 0,0 1 0 0 0,0-1 0 0 0,0 1 0 0 0,0 0 0 0 0,0 0 0 0 0,-1 1 0 0 0,2 0 0 0 0,-1 0 0 0 0,0 0 0 0 0,0 1 0 0 0,0 0 0 0 0,-7 3 0 0 0,-8 4-11 0 0,1 1 0 0 0,0 0 0 0 0,1 1 0 0 0,-21 17 0 0 0,10-5-13 0 0,0 0 0 0 0,2 2 0 0 0,-30 35 0 0 0,45-45 18 0 0,2 0 0 0 0,-1 0 0 0 0,2 1 0 0 0,0 0 0 0 0,1 1 0 0 0,1 0 0 0 0,0 1 0 0 0,-6 23 0 0 0,12-36 11 0 0,1 0 0 0 0,0 0 0 0 0,0 1 1 0 0,1-1-1 0 0,-1 0 0 0 0,1 1 0 0 0,0-1 1 0 0,0 0-1 0 0,1 1 0 0 0,0-1 0 0 0,0 0 1 0 0,0 0-1 0 0,1 1 0 0 0,-1-1 0 0 0,5 9 1 0 0,-2-8 3 0 0,0-1 1 0 0,0 0-1 0 0,0 1 1 0 0,0-1 0 0 0,1-1-1 0 0,0 1 1 0 0,0-1-1 0 0,0 0 1 0 0,0 0-1 0 0,1 0 1 0 0,7 3 0 0 0,5 1-12 0 0,0 0 0 0 0,1-2 1 0 0,-1 0-1 0 0,1-1 1 0 0,0-1-1 0 0,1-1 1 0 0,32 1-1 0 0,-10-2-195 0 0,0-3 0 0 0,0-2-1 0 0,-1-1 1 0 0,1-2 0 0 0,-1-2 0 0 0,50-16-1 0 0,-61 14 128 0 0,-1-2 0 0 0,-1 0-1 0 0,0-2 1 0 0,-1-1-1 0 0,-1-2 1 0 0,0 0 0 0 0,-1-1-1 0 0,-1-2 1 0 0,24-24-1 0 0,-8-1 182 0 0,38-58 0 0 0,-46 60 285 0 0,-31 42-349 0 0,-1 4-14 0 0,-6 10 9 0 0,-12 27 77 0 0,10-22 55 0 0,-281 524 3237 0 0,244-463-3230 0 0,-40 62 2150 0 0,83-140-1741 0 0,0-3-318 0 0,1 2-266 0 0,1-1 1 0 0,0 1 0 0 0,0 0 0 0 0,0 0-1 0 0,-1 0 1 0 0,1 0 0 0 0,0 0 0 0 0,0 0-1 0 0,0 0 1 0 0,0 0 0 0 0,-1-1 0 0 0,1 1-1 0 0,0 0 1 0 0,0 0 0 0 0,0 0-1 0 0,0 0 1 0 0,-1-1 0 0 0,1 1 0 0 0,0 0-1 0 0,0 0 1 0 0,0 0 0 0 0,0 0 0 0 0,0-1-1 0 0,0 1 1 0 0,0 0 0 0 0,0 0 0 0 0,0 0-1 0 0,0-1 1 0 0,0 1 0 0 0,0 0 0 0 0,0 0-1 0 0,0-1 1 0 0,0 1 0 0 0,0 0 0 0 0,0 0-1 0 0,0 0 1 0 0,0-1 0 0 0,0 1-1 0 0,4-26 101 0 0,1 0 0 0 0,1 1-1 0 0,1 0 1 0 0,13-30 0 0 0,50-97-1 0 0,-70 152-104 0 0,32-64-65 0 0,4 1 1 0 0,49-66 0 0 0,-60 96-15 0 0,2 0 0 0 0,1 2 0 0 0,1 1 0 0 0,2 2 0 0 0,38-29 0 0 0,-67 56 69 0 0,0-1 0 0 0,0 1-1 0 0,0-1 1 0 0,1 1 0 0 0,-1 0 0 0 0,0 0 0 0 0,0 0-1 0 0,1 0 1 0 0,-1 0 0 0 0,0 1 0 0 0,1-1-1 0 0,-1 1 1 0 0,1-1 0 0 0,-1 1 0 0 0,1 0 0 0 0,-1 0-1 0 0,1 0 1 0 0,-1 0 0 0 0,1 1 0 0 0,-1-1 0 0 0,1 1-1 0 0,2 0 1 0 0,-2 1 6 0 0,0 0 0 0 0,0 0 0 0 0,0 0 0 0 0,-1 0-1 0 0,1 0 1 0 0,-1 0 0 0 0,0 1 0 0 0,1-1 0 0 0,-1 1 0 0 0,0 0 0 0 0,-1-1-1 0 0,1 1 1 0 0,0 0 0 0 0,-1 0 0 0 0,0 0 0 0 0,2 5 0 0 0,2 7 6 0 0,-1 1 0 0 0,-1 0 0 0 0,0 0 0 0 0,-1 0 0 0 0,-1 0 0 0 0,0 0 1 0 0,-1 1-1 0 0,-4 29 0 0 0,-6 10 17 0 0,-19 65 1 0 0,16-69-20 0 0,-2 2 38 0 0,7-29-1 0 0,1 0-1 0 0,2 0 1 0 0,0 1 0 0 0,2 0 0 0 0,-1 47-1 0 0,4-71-25 0 0,0 0 0 0 0,0 0 0 0 0,0 0 0 0 0,1 0 0 0 0,-1 0 0 0 0,1 0 0 0 0,-1 0 0 0 0,1-1 0 0 0,0 1 0 0 0,0 0 0 0 0,0 0-1 0 0,0 0 1 0 0,0-1 0 0 0,0 1 0 0 0,0 0 0 0 0,0-1 0 0 0,1 0 0 0 0,-1 1 0 0 0,1-1 0 0 0,2 2 0 0 0,-2-1 2 0 0,1-1 1 0 0,0 0-1 0 0,-1 0 1 0 0,1 0 0 0 0,0-1-1 0 0,0 1 1 0 0,-1-1 0 0 0,1 1-1 0 0,0-1 1 0 0,0 0-1 0 0,0 0 1 0 0,-1 0 0 0 0,4-1-1 0 0,4-1-81 0 0,0 0-1 0 0,-1-1 1 0 0,0 0-1 0 0,1 0 0 0 0,-1-1 1 0 0,0-1-1 0 0,11-6 1 0 0,-9 3-796 0 0,-1 0 0 0 0,1 0 0 0 0,-2-1 0 0 0,1 0 1 0 0,13-17-1 0 0,-17 18-1013 0 0,0-1-1 0 0,-1 1 1 0 0,0-1 0 0 0,6-14-1 0 0,-4 4-4051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2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6 1940 0 0,'-4'0'862'0'0,"-58"7"7041"0"0,40-2-3826 0 0,32-5-3846 0 0,95-5-584 0 0,-36-2-3992 0 0,-49 5 1979 0 0,15-1-3179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3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36 528 0 0,'-9'2'992'0'0,"-26"6"10799"0"0,23-5-8679 0 0,4 0-272 0 0,33-7-2594 0 0,79-16-3126 0 0,-35 0-5695 0 0,-49 12 2925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26 1340 0 0,'6'-25'14773'0'0,"-6"43"-14023"0"0,0 1 0 0 0,-1 0 0 0 0,-1 0-1 0 0,0-1 1 0 0,-10 33 0 0 0,9-37-574 0 0,-21 83 208 0 0,-5 0 0 0 0,-65 146 0 0 0,87-226-398 0 0,-25 61-49 0 0,30-70-334 0 0,0-1-1 0 0,0 0 0 0 0,1 0 1 0 0,0 1-1 0 0,0-1 1 0 0,1 1-1 0 0,-1-1 1 0 0,3 14-1 0 0,-1-18-46 0 0,-1 0 0 0 0,1 0-1 0 0,0 0 1 0 0,0 0 0 0 0,1 0 0 0 0,-1 0 0 0 0,0 0-1 0 0,5 5 1 0 0,11 6-5210 0 0,-3-7-575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3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73 233 1696 0 0,'30'-95'15819'0'0,"-47"115"-15509"0"0,5 3 27 0 0,2 1 1 0 0,1 1-1 0 0,-8 33 1 0 0,14-47-213 0 0,1 0 1 0 0,0 1-1 0 0,1-1 0 0 0,0 1 1 0 0,0-1-1 0 0,2 1 0 0 0,-1 0 1 0 0,2-1-1 0 0,4 22 1 0 0,-5-29-77 0 0,0-1 0 0 0,1 0 0 0 0,-1 1 0 0 0,1-1 0 0 0,-1 0 0 0 0,1 0 0 0 0,0 0 1 0 0,0 0-1 0 0,1 0 0 0 0,-1-1 0 0 0,1 1 0 0 0,-1-1 0 0 0,1 1 0 0 0,0-1 0 0 0,0 0 0 0 0,5 3 1 0 0,-3-3-10 0 0,-1 0 1 0 0,1 0 0 0 0,0-1-1 0 0,0 0 1 0 0,0 0 0 0 0,0 0-1 0 0,0 0 1 0 0,0-1 0 0 0,0 0 0 0 0,0 0-1 0 0,5-1 1 0 0,-1 0-3 0 0,1-1 0 0 0,0 0 0 0 0,-1-1 1 0 0,1 0-1 0 0,-1 0 0 0 0,0-1 0 0 0,0 0 0 0 0,0-1 1 0 0,-1 0-1 0 0,0 0 0 0 0,14-12 0 0 0,-14 8-31 0 0,0 1 0 0 0,-1-1 0 0 0,0-1 0 0 0,-1 1 0 0 0,0-1 0 0 0,0-1 0 0 0,-1 1 0 0 0,0-1 0 0 0,-1 1 0 0 0,0-1 0 0 0,-1-1 0 0 0,0 1 0 0 0,-1 0 0 0 0,0-1 0 0 0,-1 1 0 0 0,0-1 0 0 0,-1 0 0 0 0,0 1 0 0 0,-1-1 0 0 0,0 1 0 0 0,-4-17 0 0 0,3 18-7 0 0,-1 1 0 0 0,1 0 0 0 0,-1 0-1 0 0,-1 0 1 0 0,0 0 0 0 0,0 1 0 0 0,-1-1 0 0 0,0 1-1 0 0,0 0 1 0 0,-1 1 0 0 0,0-1 0 0 0,0 1-1 0 0,-1 0 1 0 0,0 1 0 0 0,0-1 0 0 0,0 2-1 0 0,-1-1 1 0 0,0 1 0 0 0,0 0 0 0 0,-1 0-1 0 0,1 1 1 0 0,-1 0 0 0 0,0 1 0 0 0,0 0 0 0 0,0 0-1 0 0,-14-2 1 0 0,13 4-146 0 0,0 0-1 0 0,1 1 1 0 0,-1 0-1 0 0,0 1 1 0 0,0 0 0 0 0,1 0-1 0 0,-11 3 1 0 0,16-3-189 0 0,1 0 0 0 0,-1 0 0 0 0,0 0 1 0 0,1 1-1 0 0,0-1 0 0 0,-1 1 0 0 0,1 0 1 0 0,0 0-1 0 0,0 0 0 0 0,0 0 0 0 0,0 1 1 0 0,0-1-1 0 0,0 1 0 0 0,1 0 0 0 0,-1-1 0 0 0,1 1 1 0 0,0 1-1 0 0,0-1 0 0 0,0 0 0 0 0,-3 7 1 0 0,5 3-4365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119 206 976 0 0,'10'-46'8506'0'0,"-7"27"-6009"0"0,1 0 0 0 0,1 1 0 0 0,1-1 0 0 0,11-23 0 0 0,-14 38-2437 0 0,-1 1 1 0 0,1 0-1 0 0,0 0 0 0 0,0 0 1 0 0,0 0-1 0 0,0 0 1 0 0,1 1-1 0 0,-1-1 1 0 0,1 1-1 0 0,0 0 0 0 0,-1 0 1 0 0,1 1-1 0 0,0-1 1 0 0,0 1-1 0 0,0 0 1 0 0,0 0-1 0 0,0 0 0 0 0,0 0 1 0 0,9 0-1 0 0,-12 1-52 0 0,4 0 2 0 0,1 0 0 0 0,0 0 0 0 0,-1 1-1 0 0,1-1 1 0 0,-1 1 0 0 0,1 1 0 0 0,-1-1-1 0 0,0 1 1 0 0,0 0 0 0 0,1 0-1 0 0,-1 0 1 0 0,0 1 0 0 0,-1 0 0 0 0,1 0-1 0 0,0 0 1 0 0,-1 0 0 0 0,0 1 0 0 0,0 0-1 0 0,0 0 1 0 0,0 0 0 0 0,3 5-1 0 0,-3-3 9 0 0,-1 0-1 0 0,1 0 1 0 0,-2 0-1 0 0,1 0 1 0 0,-1 0-1 0 0,0 1 0 0 0,0-1 1 0 0,0 1-1 0 0,-1-1 1 0 0,0 1-1 0 0,-1-1 0 0 0,1 13 1 0 0,-2-9 5 0 0,-1 1 0 0 0,1-1 0 0 0,-2 0 1 0 0,1 0-1 0 0,-2 0 0 0 0,1 0 0 0 0,-8 13 0 0 0,-3 3 39 0 0,-1-2 0 0 0,-2 0 0 0 0,0-1-1 0 0,-39 40 1 0 0,-175 156 314 0 0,231-219-352 0 0,0 0 0 0 0,-1 0 0 0 0,1 1 0 0 0,0-1 0 0 0,-1 0 0 0 0,1 0 0 0 0,0 1 0 0 0,0-1 0 0 0,-1 0 0 0 0,1 0 0 0 0,0 1 0 0 0,0-1 0 0 0,-1 0 0 0 0,1 1-1 0 0,0-1 1 0 0,0 0 0 0 0,0 1 0 0 0,0-1 0 0 0,-1 0 0 0 0,1 1 0 0 0,0-1 0 0 0,0 0 0 0 0,0 1 0 0 0,0-1 0 0 0,0 1 0 0 0,0-1 0 0 0,0 0 0 0 0,0 1 0 0 0,0-1 0 0 0,0 0 0 0 0,0 1 0 0 0,0-1 0 0 0,0 1-1 0 0,1-1 1 0 0,12 6 379 0 0,19-3-131 0 0,29-6 16 0 0,-1-3-1 0 0,71-16 1 0 0,-80 12-184 0 0,139-31 173 0 0,-40 8-124 0 0,-89 18-2413 0 0,-52 12-1067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2 197 1680 0 0,'0'-3'315'0'0,"-1"0"-1"0"0,1 0 1 0 0,0 0-1 0 0,0-1 1 0 0,0 1-1 0 0,0 0 1 0 0,1 0-1 0 0,-1 0 1 0 0,1 0-1 0 0,0-1 1 0 0,-1 1-1 0 0,2 0 1 0 0,-1 0-1 0 0,0 0 1 0 0,1 1-1 0 0,-1-1 1 0 0,1 0-1 0 0,0 0 1 0 0,0 1 0 0 0,0-1-1 0 0,0 1 1 0 0,0 0-1 0 0,0 0 1 0 0,4-3-1 0 0,0 0-197 0 0,0 1 0 0 0,0 0 0 0 0,0 1 1 0 0,0-1-1 0 0,0 1 0 0 0,1 0 0 0 0,-1 1 0 0 0,1-1 0 0 0,12-1 0 0 0,-16 3-110 0 0,0 1 0 0 0,0 0 0 0 0,0 0 0 0 0,0 0 0 0 0,0 0 0 0 0,0 0-1 0 0,0 1 1 0 0,0-1 0 0 0,0 1 0 0 0,0 0 0 0 0,0 0 0 0 0,-1 0 0 0 0,1 0 0 0 0,0 1 0 0 0,0-1-1 0 0,-1 1 1 0 0,1-1 0 0 0,-1 1 0 0 0,1 0 0 0 0,-1 0 0 0 0,0 0 0 0 0,0 0 0 0 0,0 0 0 0 0,0 1-1 0 0,0-1 1 0 0,-1 1 0 0 0,1-1 0 0 0,-1 1 0 0 0,1 0 0 0 0,-1 0 0 0 0,0-1 0 0 0,1 4-1 0 0,1 3-3 0 0,0 1-1 0 0,-1-1 0 0 0,0 0 0 0 0,-1 1 1 0 0,1-1-1 0 0,-2 1 0 0 0,0-1 0 0 0,-1 17 1 0 0,-3-3 51 0 0,-1-1 1 0 0,-1 1 0 0 0,-1-1 0 0 0,0 0-1 0 0,-2 0 1 0 0,-1-1 0 0 0,0 0 0 0 0,-2-1-1 0 0,0 0 1 0 0,-23 26 0 0 0,31-40 35 0 0,1-2 106 0 0,0 1 0 0 0,-1-1 0 0 0,1-1 1 0 0,-1 1-1 0 0,1 0 0 0 0,-1-1 0 0 0,-5 3 0 0 0,7-5-29 0 0,-2-2 52 0 0,4 1-214 0 0,0 0 0 0 0,-1 0 1 0 0,1 0-1 0 0,0 0 0 0 0,-1 0 0 0 0,1 0 0 0 0,0 0 0 0 0,-1 0 0 0 0,1 0 0 0 0,0 0 0 0 0,0 0 0 0 0,-1 0 1 0 0,1 0-1 0 0,0 0 0 0 0,-1 0 0 0 0,1-1 0 0 0,0 1 0 0 0,0 0 0 0 0,-1 0 0 0 0,1 0 0 0 0,0 0 1 0 0,0-1-1 0 0,0 1 0 0 0,-1 0 0 0 0,1 0 0 0 0,0 0 0 0 0,0-1 0 0 0,0 1 0 0 0,-1 0 0 0 0,1 0 0 0 0,0-1 1 0 0,-1-6 6 0 0,0 1 1 0 0,1 0 0 0 0,0-1 0 0 0,0 1 0 0 0,1-1 0 0 0,0 1-1 0 0,0 0 1 0 0,0-1 0 0 0,4-8 0 0 0,23-60-48 0 0,-25 67 37 0 0,11-22-3 0 0,0 0 0 0 0,2 1 0 0 0,2 0 1 0 0,0 2-1 0 0,2 0 0 0 0,1 1 0 0 0,0 1 0 0 0,2 1 1 0 0,1 1-1 0 0,1 1 0 0 0,1 1 0 0 0,37-22 0 0 0,-57 39-5 0 0,0 1-1 0 0,0 0 1 0 0,0 0 0 0 0,1 1-1 0 0,-1 0 1 0 0,1 0 0 0 0,-1 1-1 0 0,1-1 1 0 0,0 2-1 0 0,-1-1 1 0 0,1 1 0 0 0,13 0-1 0 0,-17 1 6 0 0,0-1-1 0 0,0 1 1 0 0,0 0-1 0 0,0 0 1 0 0,-1 0-1 0 0,1 0 1 0 0,0 0-1 0 0,-1 1 1 0 0,1-1-1 0 0,0 1 1 0 0,-1 0-1 0 0,0-1 1 0 0,1 1-1 0 0,-1 0 0 0 0,0 1 1 0 0,0-1-1 0 0,0 0 1 0 0,0 1-1 0 0,-1-1 1 0 0,1 1-1 0 0,-1-1 1 0 0,1 1-1 0 0,-1 0 1 0 0,0-1-1 0 0,0 1 1 0 0,0 0-1 0 0,0 0 1 0 0,-1 0-1 0 0,1 0 1 0 0,-1 6-1 0 0,1 6-2 0 0,-1 1 0 0 0,0-1 0 0 0,-1 1 0 0 0,-1-1 0 0 0,-1 0 0 0 0,0 1 0 0 0,-6 14 0 0 0,-43 104 43 0 0,37-99 8 0 0,11-24-20 0 0,-1-2-7 0 0,1 0-1 0 0,0 1 1 0 0,1-1 0 0 0,1 1-1 0 0,-1 0 1 0 0,-1 14-1 0 0,4-23-15 0 0,0 0 1 0 0,1 0-1 0 0,-1-1 0 0 0,0 1 0 0 0,0 0 1 0 0,0 0-1 0 0,1 0 0 0 0,-1 0 0 0 0,0-1 0 0 0,1 1 1 0 0,-1 0-1 0 0,1 0 0 0 0,-1-1 0 0 0,1 1 0 0 0,-1 0 1 0 0,1-1-1 0 0,-1 1 0 0 0,1-1 0 0 0,0 1 0 0 0,-1 0 1 0 0,1-1-1 0 0,0 1 0 0 0,0-1 0 0 0,-1 0 0 0 0,1 1 1 0 0,0-1-1 0 0,0 0 0 0 0,0 1 0 0 0,-1-1 0 0 0,1 0 1 0 0,0 0-1 0 0,0 0 0 0 0,0 0 0 0 0,0 0 0 0 0,0 0 1 0 0,1 0-1 0 0,30-4 5 0 0,-31 4-4 0 0,12-3-5 0 0,-1-2 0 0 0,1 1 1 0 0,-1-2-1 0 0,0 1 0 0 0,-1-2 0 0 0,1 1 1 0 0,13-12-1 0 0,4-5 0 0 0,36-37 0 0 0,-32 23 78 0 0,-1-2-1 0 0,34-53 0 0 0,-39 54-31 0 0,-1-2 242 0 0,-26 39-315 0 0,0 4-7 0 0,-7 21 34 0 0,-2 0 0 0 0,0 0 0 0 0,-15 24 0 0 0,-8 22 16 0 0,16-22-7 0 0,15-45 14 0 0,1 1 0 0 0,-1 0 1 0 0,1 0-1 0 0,-1 0 0 0 0,1-1 1 0 0,0 1-1 0 0,1 0 0 0 0,-1 0 1 0 0,1 0-1 0 0,0 3 0 0 0,1-5-6 0 0,-1-1-1 0 0,0 0 0 0 0,1 0 1 0 0,-1 0-1 0 0,1 0 0 0 0,-1 0 1 0 0,1 0-1 0 0,-1 0 1 0 0,1 0-1 0 0,0-1 0 0 0,-1 1 1 0 0,1-1-1 0 0,0 1 0 0 0,-1-1 1 0 0,1 1-1 0 0,0-1 0 0 0,0 0 1 0 0,3 0-1 0 0,6-2-246 0 0,0 1 0 0 0,0-2-1 0 0,1 1 1 0 0,-2-2 0 0 0,1 1 0 0 0,0-1-1 0 0,12-8 1 0 0,-12 7-1129 0 0,-2-1 1 0 0,1-1-1 0 0,0 0 0 0 0,10-10 1 0 0,-1-1-2817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62 2072 0 0,'-63'-33'6188'0'0,"0"6"-3525"0"0,61 26-2688 0 0,1 1 0 0 0,-1 0 0 0 0,1 0 0 0 0,-1-1-1 0 0,1 1 1 0 0,-1 0 0 0 0,1 0 0 0 0,0 0 0 0 0,-1 1 0 0 0,1-1 0 0 0,-1 0 0 0 0,-1 1 0 0 0,3-1-73 0 0,-1 0-1 0 0,1 0 1 0 0,0 0 0 0 0,-1 1 0 0 0,1-1 0 0 0,0 0 0 0 0,0 0-1 0 0,-1 0 1 0 0,1 1 0 0 0,0-1 0 0 0,0 0 0 0 0,-1 0 0 0 0,1 1-1 0 0,0-1 1 0 0,0 0 0 0 0,0 0 0 0 0,-1 1 0 0 0,1-1 0 0 0,0 0 0 0 0,0 1-1 0 0,0-1 1 0 0,0 0 0 0 0,0 0 0 0 0,0 1 0 0 0,0-1 0 0 0,0 0-1 0 0,0 1 1 0 0,0-1 0 0 0,0 0 0 0 0,0 1 0 0 0,0-1 0 0 0,0 0-1 0 0,0 1 1 0 0,0-1 0 0 0,0 0 0 0 0,0 1 0 0 0,0-1 0 0 0,0 0-1 0 0,0 1 1 0 0,1-1 0 0 0,-1 0 0 0 0,0 0 0 0 0,0 1 0 0 0,0-1 0 0 0,0 0-1 0 0,1 0 1 0 0,-1 1 0 0 0,0-1 0 0 0,0 0 0 0 0,1 0 0 0 0,-1 0-1 0 0,0 1 1 0 0,1-1 0 0 0,-1 0 0 0 0,0 0 0 0 0,9 9-2598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8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144 269 1288 0 0,'2'4'752'0'0,"-1"-1"0"0"0,1 0 0 0 0,-1-1 0 0 0,1 1 0 0 0,0 0 0 0 0,0 0 0 0 0,1-1 0 0 0,-1 0 0 0 0,0 1 0 0 0,1-1 0 0 0,-1 0 0 0 0,1 0 0 0 0,4 3 0 0 0,-5-5-181 0 0,2 0-71 0 0,14-1-309 0 0,0-1 1 0 0,0-2 0 0 0,0 1 0 0 0,0-2-1 0 0,-1-1 1 0 0,1 0 0 0 0,-1-1 0 0 0,-1 0 0 0 0,0-2-1 0 0,0 0 1 0 0,0-1 0 0 0,-1 0 0 0 0,25-24-1 0 0,-32 26-173 0 0,-1 0-1 0 0,-1 0 0 0 0,0-1 0 0 0,0 0 1 0 0,-1 0-1 0 0,0 0 0 0 0,0 0 0 0 0,-1-1 0 0 0,0 0 1 0 0,-1 0-1 0 0,0 0 0 0 0,-1-1 0 0 0,0 1 0 0 0,0 0 1 0 0,-1-1-1 0 0,-1-20 0 0 0,0 30-19 0 0,0 1 0 0 0,0-1 0 0 0,0 1-1 0 0,0-1 1 0 0,0 1 0 0 0,-1-1 0 0 0,1 1 0 0 0,0-1-1 0 0,0 0 1 0 0,0 1 0 0 0,-1-1 0 0 0,1 1 0 0 0,0 0 0 0 0,-1-1-1 0 0,1 1 1 0 0,0-1 0 0 0,-1 1 0 0 0,1-1 0 0 0,-1 1-1 0 0,1 0 1 0 0,-1-1 0 0 0,1 1 0 0 0,-1 0 0 0 0,1 0 0 0 0,-1-1-1 0 0,1 1 1 0 0,-1 0 0 0 0,1 0 0 0 0,-1 0 0 0 0,1-1-1 0 0,-1 1 1 0 0,1 0 0 0 0,-1 0 0 0 0,0 0 0 0 0,1 0 0 0 0,-1 0-1 0 0,1 0 1 0 0,-1 0 0 0 0,1 0 0 0 0,-2 1 0 0 0,0-1-8 0 0,0 1 1 0 0,0-1-1 0 0,0 1 1 0 0,0 0 0 0 0,0 0-1 0 0,0-1 1 0 0,0 1 0 0 0,0 1-1 0 0,-2 1 1 0 0,-8 8-20 0 0,0 1 0 0 0,2 0 0 0 0,-1 1 0 0 0,2 0 0 0 0,-10 15 0 0 0,-36 75-66 0 0,51-96 88 0 0,-183 415-88 0 0,104-227 248 0 0,23-61 169 0 0,59-132-264 0 0,-4 0 17 0 0,0-1-23 0 0,3-12-17 0 0,5 0-38 0 0,-1 0 0 0 0,1 0 0 0 0,1 0-1 0 0,0 0 1 0 0,1 1 0 0 0,0 0-1 0 0,0 0 1 0 0,1 0 0 0 0,8-11-1 0 0,5-3-8 0 0,1 0 0 0 0,28-26-1 0 0,-26 29 2 0 0,2 2 0 0 0,45-31 0 0 0,-56 42-2 0 0,-1 1 1 0 0,1 1-1 0 0,1 0 0 0 0,-1 0 0 0 0,1 1 0 0 0,0 1 0 0 0,26-5 0 0 0,-37 9 11 0 0,0-1 0 0 0,0 1 0 0 0,0 0 0 0 0,0 0 1 0 0,0 0-1 0 0,0 0 0 0 0,0 0 0 0 0,0 1 0 0 0,1-1 0 0 0,-1 1 0 0 0,-1 0 1 0 0,1 0-1 0 0,0 0 0 0 0,0 0 0 0 0,0 1 0 0 0,0-1 0 0 0,-1 1 0 0 0,1-1 1 0 0,-1 1-1 0 0,1 0 0 0 0,-1 0 0 0 0,0 0 0 0 0,0 1 0 0 0,0-1 0 0 0,0 0 1 0 0,0 1-1 0 0,0-1 0 0 0,0 1 0 0 0,-1 0 0 0 0,0-1 0 0 0,1 1 0 0 0,-1 0 1 0 0,0 0-1 0 0,0 0 0 0 0,-1 0 0 0 0,2 4 0 0 0,-1 4 6 0 0,0 0 1 0 0,0 1-1 0 0,-1-1 0 0 0,0 0 0 0 0,-1 1 0 0 0,-1-1 1 0 0,1 0-1 0 0,-5 14 0 0 0,-24 62 16 0 0,19-61-15 0 0,2 0 0 0 0,-9 44 0 0 0,18-68-6 0 0,-1-1 1 0 0,1 1 0 0 0,0 0-1 0 0,0-1 1 0 0,0 1-1 0 0,0 0 1 0 0,0 0 0 0 0,0-1-1 0 0,0 1 1 0 0,1 0-1 0 0,-1 0 1 0 0,1-1 0 0 0,-1 1-1 0 0,1-1 1 0 0,0 1-1 0 0,0 0 1 0 0,-1-1 0 0 0,1 1-1 0 0,0-1 1 0 0,3 3-1 0 0,-2-2 0 0 0,0-1-1 0 0,0 1 0 0 0,1 0 1 0 0,-1-1-1 0 0,1 0 0 0 0,-1 0 0 0 0,1 1 1 0 0,-1-2-1 0 0,1 1 0 0 0,0 0 1 0 0,5 0-1 0 0,3 1-6 0 0,0-2 0 0 0,0 0 0 0 0,0 0 0 0 0,0-1 0 0 0,17-3 0 0 0,-1-2-45 0 0,0-1-1 0 0,-1-2 1 0 0,0-1 0 0 0,0 0-1 0 0,-1-2 1 0 0,47-30 0 0 0,-42 21 12 0 0,-1-1 0 0 0,-1-2 0 0 0,-1 0 0 0 0,43-53 0 0 0,-63 69 38 0 0,-1 0 0 0 0,-1 0 1 0 0,1-1-1 0 0,-1 1 0 0 0,-1-1 0 0 0,0 0 1 0 0,0-1-1 0 0,0 1 0 0 0,-2-1 0 0 0,1 0 1 0 0,1-11-1 0 0,-4 20 2 0 0,0 0 0 0 0,0-1 0 0 0,0 1 0 0 0,0 0 0 0 0,-1 0 1 0 0,1 0-1 0 0,0 0 0 0 0,-1 0 0 0 0,1 0 0 0 0,0 0 0 0 0,-1 0 0 0 0,1 1 0 0 0,-1-1 1 0 0,0 0-1 0 0,1 0 0 0 0,-1 0 0 0 0,0 0 0 0 0,1 1 0 0 0,-1-1 0 0 0,0 0 1 0 0,0 0-1 0 0,0 1 0 0 0,0-1 0 0 0,1 1 0 0 0,-1-1 0 0 0,0 1 0 0 0,0-1 0 0 0,0 1 1 0 0,0 0-1 0 0,0-1 0 0 0,0 1 0 0 0,0 0 0 0 0,0 0 0 0 0,0 0 0 0 0,-1 0 1 0 0,1 0-1 0 0,0 0 0 0 0,-1 0 0 0 0,-4 0-2 0 0,0 1 0 0 0,0-1 0 0 0,1 1 0 0 0,-10 3-1 0 0,2 1-1 0 0,0 0 0 0 0,0 1 0 0 0,0 0-1 0 0,1 1 1 0 0,-23 17 0 0 0,-50 49 10 0 0,74-63-3 0 0,-6 6 6 0 0,0 0 0 0 0,2 1 1 0 0,0 1-1 0 0,1 1 0 0 0,0 0 0 0 0,-19 38 1 0 0,32-54-1 0 0,0-1 1 0 0,0 1-1 0 0,0-1 0 0 0,0 1 1 0 0,1 0-1 0 0,-1 0 1 0 0,1-1-1 0 0,0 1 0 0 0,-1 0 1 0 0,2 5-1 0 0,-1-7 1 0 0,0 0 0 0 0,1 1 0 0 0,-1-1-1 0 0,1 0 1 0 0,-1 0 0 0 0,1 0 0 0 0,0 0 0 0 0,-1 0-1 0 0,1 0 1 0 0,0 0 0 0 0,0 0 0 0 0,0 0 0 0 0,0 0-1 0 0,-1 0 1 0 0,1-1 0 0 0,0 1 0 0 0,1 0 0 0 0,-1-1 0 0 0,0 1-1 0 0,0 0 1 0 0,0-1 0 0 0,0 1 0 0 0,0-1 0 0 0,1 0-1 0 0,-1 1 1 0 0,0-1 0 0 0,0 0 0 0 0,1 0 0 0 0,0 0-1 0 0,8 1 4 0 0,-1-1-1 0 0,1 0 0 0 0,0 0 0 0 0,-1-1 0 0 0,1-1 0 0 0,0 1 0 0 0,-1-2 1 0 0,0 1-1 0 0,1-1 0 0 0,-1-1 0 0 0,0 1 0 0 0,-1-2 0 0 0,1 1 0 0 0,-1-1 0 0 0,0 0 1 0 0,0-1-1 0 0,0 0 0 0 0,9-9 0 0 0,7-9-60 0 0,0-2 0 0 0,-2 0-1 0 0,36-55 1 0 0,-30 40-147 0 0,-27 40 155 0 0,-2 10-105 0 0,-1-1 132 0 0,0 1 1 0 0,0-1-1 0 0,-1 1 1 0 0,0-1 0 0 0,-6 12-1 0 0,-1 6 29 0 0,1-4-21 0 0,1 0-1 0 0,2 1 1 0 0,0 0 0 0 0,1 1 0 0 0,-2 36 0 0 0,7-58 14 0 0,0 0 0 0 0,0 0 0 0 0,0 0 0 0 0,0 0 1 0 0,1 0-1 0 0,-1 0 0 0 0,1 0 0 0 0,-1 0 0 0 0,1 0 0 0 0,0 0 0 0 0,0-1 0 0 0,0 1 1 0 0,0 0-1 0 0,0 0 0 0 0,0-1 0 0 0,0 1 0 0 0,0-1 0 0 0,1 1 0 0 0,-1-1 0 0 0,2 2 0 0 0,0-1 5 0 0,0 0 0 0 0,0-1 0 0 0,1 1 0 0 0,-1-1 0 0 0,0 0 0 0 0,0 0 0 0 0,1 0 0 0 0,-1 0 0 0 0,1 0 0 0 0,5 0 0 0 0,6-1 13 0 0,0-1 0 0 0,-1 0 0 0 0,1-1 0 0 0,20-5 0 0 0,-16 2-55 0 0,-1 0-1 0 0,0-1 0 0 0,0-2 0 0 0,-1 1 0 0 0,0-2 0 0 0,0 0 0 0 0,-1-1 1 0 0,0-1-1 0 0,26-23 0 0 0,-32 25-6 0 0,0-1-1 0 0,-1 0 1 0 0,0-1 0 0 0,-1 0-1 0 0,0 0 1 0 0,-1-1 0 0 0,0 0 0 0 0,0 0-1 0 0,-1-1 1 0 0,-1 1 0 0 0,0-1 0 0 0,-1 0-1 0 0,-1-1 1 0 0,3-19 0 0 0,-5 26 29 0 0,0 0 0 0 0,-1-1 1 0 0,0 1-1 0 0,0-1 1 0 0,-1 1-1 0 0,0-1 0 0 0,-3-10 1 0 0,3 16 3 0 0,1 0 1 0 0,-1 0 0 0 0,0-1-1 0 0,0 1 1 0 0,0 0 0 0 0,0 0-1 0 0,-1 0 1 0 0,1 0-1 0 0,-1 1 1 0 0,1-1 0 0 0,-1 0-1 0 0,1 1 1 0 0,-1-1 0 0 0,0 1-1 0 0,0-1 1 0 0,0 1 0 0 0,0 0-1 0 0,0-1 1 0 0,0 1 0 0 0,0 0-1 0 0,0 1 1 0 0,-1-1-1 0 0,1 0 1 0 0,0 1 0 0 0,0-1-1 0 0,-4 0 1 0 0,3 1 2 0 0,0 0 0 0 0,1 1 0 0 0,-1-1 0 0 0,0 0 1 0 0,0 1-1 0 0,1-1 0 0 0,-1 1 0 0 0,1 0 0 0 0,-1 0 0 0 0,0 0 0 0 0,1 0 0 0 0,0 0 1 0 0,-1 1-1 0 0,1-1 0 0 0,0 1 0 0 0,-1 0 0 0 0,1-1 0 0 0,0 1 0 0 0,0 0 0 0 0,1 0 0 0 0,-1 0 1 0 0,0 1-1 0 0,1-1 0 0 0,-1 0 0 0 0,1 1 0 0 0,0-1 0 0 0,-2 4 0 0 0,3-5 4 0 0,-1 0-1 0 0,1 0 0 0 0,0 0 1 0 0,-1-1-1 0 0,1 1 0 0 0,0 0 1 0 0,0 0-1 0 0,0 0 0 0 0,0 0 1 0 0,0 0-1 0 0,0 0 0 0 0,0 0 1 0 0,0 0-1 0 0,0 0 0 0 0,0 0 1 0 0,1 0-1 0 0,-1 0 0 0 0,0 0 1 0 0,1-1-1 0 0,-1 1 0 0 0,0 0 1 0 0,1 0-1 0 0,-1 0 0 0 0,1 0 1 0 0,0-1-1 0 0,-1 1 0 0 0,1 0 1 0 0,-1-1-1 0 0,1 1 0 0 0,0 0 1 0 0,0-1-1 0 0,-1 1 0 0 0,3 0 1 0 0,25 13 52 0 0,-17-11-37 0 0,0-1 1 0 0,0 0-1 0 0,0-1 1 0 0,0 0 0 0 0,0 0-1 0 0,0-1 1 0 0,1-1-1 0 0,11-1 1 0 0,9-4 7 0 0,46-12 0 0 0,-57 11-18 0 0,1 0 1 0 0,-1-2-1 0 0,-1 0 0 0 0,0-1 0 0 0,0-1 0 0 0,-1-1 0 0 0,23-19 0 0 0,-25 20-31 0 0,-27 22-19 0 0,-8 9 15 0 0,-78 117 411 0 0,84-117-305 0 0,1 1 1 0 0,1 1 0 0 0,1 0 0 0 0,-13 45-1 0 0,21-64-65 0 0,0-1-1 0 0,1 0 1 0 0,-1 0-1 0 0,1 1 0 0 0,0-1 1 0 0,0 0-1 0 0,-1 1 0 0 0,2-1 1 0 0,-1 0-1 0 0,0 1 1 0 0,0-1-1 0 0,1 0 0 0 0,-1 1 1 0 0,1-1-1 0 0,0 0 0 0 0,-1 0 1 0 0,1 0-1 0 0,0 1 1 0 0,0-1-1 0 0,1 0 0 0 0,-1 0 1 0 0,0-1-1 0 0,1 1 0 0 0,-1 0 1 0 0,3 2-1 0 0,0-1 4 0 0,0-1-1 0 0,0 0 0 0 0,0-1 1 0 0,0 1-1 0 0,0 0 1 0 0,0-1-1 0 0,0 0 0 0 0,1 0 1 0 0,-1-1-1 0 0,0 1 1 0 0,1-1-1 0 0,7 0 0 0 0,7 0-27 0 0,0-2 0 0 0,-1 0-1 0 0,1-1 1 0 0,-1-1-1 0 0,0 0 1 0 0,0-2 0 0 0,0 0-1 0 0,0-1 1 0 0,-1-1 0 0 0,0 0-1 0 0,-1-1 1 0 0,18-14-1 0 0,-16 10-3 0 0,-1 0 1 0 0,-1-2-1 0 0,-1 0 0 0 0,0-1 0 0 0,-1 0 0 0 0,0-1 0 0 0,-2-1 1 0 0,0 0-1 0 0,-1-1 0 0 0,12-25 0 0 0,-19 35 14 0 0,0 0 0 0 0,-1 0 0 0 0,0 0 0 0 0,0 0 0 0 0,-1 0 0 0 0,2-19 0 0 0,-4 27-9 0 0,-1 0 9 0 0,1 0-1 0 0,-1 1 0 0 0,0-1 1 0 0,1 1-1 0 0,-1-1 0 0 0,0 1 0 0 0,0 0 1 0 0,0-1-1 0 0,1 1 0 0 0,-1 0 1 0 0,0 0-1 0 0,0-1 0 0 0,0 1 1 0 0,0 0-1 0 0,-1 0 0 0 0,-5 3 47 0 0,0 1 1 0 0,1 0-1 0 0,0 1 0 0 0,0-1 0 0 0,0 1 1 0 0,0 0-1 0 0,1 1 0 0 0,-8 9 0 0 0,-35 55 628 0 0,28-40-517 0 0,9-12-9 0 0,0 1-1 0 0,1 0 1 0 0,1 0 0 0 0,1 1-1 0 0,0 0 1 0 0,1 0 0 0 0,-5 35-1 0 0,11-53-135 0 0,1-1 0 0 0,0 1 0 0 0,-1 0 0 0 0,1 0 0 0 0,0 0 0 0 0,0 0-1 0 0,0 0 1 0 0,1 0 0 0 0,-1 0 0 0 0,0 0 0 0 0,1 0 0 0 0,-1-1 0 0 0,1 1 0 0 0,0 0-1 0 0,0 0 1 0 0,0-1 0 0 0,-1 1 0 0 0,2 0 0 0 0,-1-1 0 0 0,0 1 0 0 0,0-1-1 0 0,0 1 1 0 0,1-1 0 0 0,-1 1 0 0 0,1-1 0 0 0,-1 0 0 0 0,1 0 0 0 0,-1 0 0 0 0,1 0-1 0 0,0 0 1 0 0,-1 0 0 0 0,1 0 0 0 0,0-1 0 0 0,0 1 0 0 0,0-1 0 0 0,-1 1-1 0 0,4 0 1 0 0,3 0-189 0 0,-1-1-1 0 0,1 1 1 0 0,-1-1 0 0 0,1-1-1 0 0,-1 1 1 0 0,1-1-1 0 0,-1 0 1 0 0,10-4-1 0 0,-9 3-784 0 0,0-1 0 0 0,0 0 0 0 0,11-7 1 0 0,7-8-4349 0 0,-10 4-347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3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70 1788 0 0,'-15'-11'2040'0'0,"3"2"-552"0"0,2 1-231 0 0,0-1-377 0 0,-1 2-20 0 0,5 1-284 0 0,-3 0-20 0 0,2 0 124 0 0,-3-1-436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1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1106 1516 0 0,'12'19'6337'0'0,"-6"-17"-5983"0"0,1-1-1 0 0,-1 0 1 0 0,0-1 0 0 0,1 1-1 0 0,-1-1 1 0 0,0-1-1 0 0,1 1 1 0 0,-1-1-1 0 0,0 0 1 0 0,1 0-1 0 0,6-3 1 0 0,15-6-31 0 0,29-13 1 0 0,-40 16-99 0 0,52-24-96 0 0,-2-2 1 0 0,-1-3 0 0 0,-2-3-1 0 0,63-51 1 0 0,-80 52-125 0 0,-2-2 0 0 0,-2-2 0 0 0,-2-2 0 0 0,-1-2 0 0 0,51-78 1 0 0,26-78 139 0 0,-102 171-128 0 0,-2 0 0 0 0,-1-1 0 0 0,-1 0 0 0 0,11-63 0 0 0,-20 89-35 0 0,-1-1 1 0 0,0 0-1 0 0,-1 0 0 0 0,1 0 0 0 0,-1 0 0 0 0,-1 0 1 0 0,1 0-1 0 0,-1 0 0 0 0,-1 0 0 0 0,-2-10 0 0 0,4 17 17 0 0,-1-1 0 0 0,0 0-1 0 0,0 0 1 0 0,1 1 0 0 0,-1-1-1 0 0,0 0 1 0 0,0 1 0 0 0,0-1-1 0 0,0 1 1 0 0,1-1 0 0 0,-1 1 0 0 0,0-1-1 0 0,0 1 1 0 0,0 0 0 0 0,0-1-1 0 0,0 1 1 0 0,0 0 0 0 0,0 0-1 0 0,0 0 1 0 0,0 0 0 0 0,0 0-1 0 0,-1 0 1 0 0,1 0 0 0 0,0 0-1 0 0,0 0 1 0 0,0 0 0 0 0,0 1 0 0 0,0-1-1 0 0,0 0 1 0 0,0 1 0 0 0,-1 0-1 0 0,-2 0-5 0 0,-1 1-1 0 0,1 0 0 0 0,-1 0 1 0 0,1 1-1 0 0,-7 4 0 0 0,0 3-25 0 0,0 0 1 0 0,0 1-1 0 0,1 1 0 0 0,0 0 0 0 0,1 0 1 0 0,-13 25-1 0 0,-39 89-51 0 0,54-110 71 0 0,-150 396-57 0 0,110-280 144 0 0,-52 122 36 0 0,73-191 1198 0 0,20-56-759 0 0,1-9-106 0 0,0-13-133 0 0,6-1-278 0 0,1-1 0 0 0,0 1-1 0 0,1-1 1 0 0,1 1-1 0 0,0 0 1 0 0,2 0-1 0 0,0 1 1 0 0,7-16 0 0 0,6-4-47 0 0,0 1 0 0 0,31-39 0 0 0,-28 44 8 0 0,1 2-1 0 0,1 0 0 0 0,2 1 1 0 0,1 2-1 0 0,38-27 0 0 0,-43 35-5 0 0,0 2 0 0 0,1 0-1 0 0,1 2 1 0 0,1 1 0 0 0,-1 0 0 0 0,2 2 0 0 0,47-11-1 0 0,-63 18 7 0 0,-1 1 0 0 0,1 0 0 0 0,-1 1 0 0 0,1 0 0 0 0,0 1 0 0 0,14 2 0 0 0,-18-2 5 0 0,-1 0-1 0 0,0 0 0 0 0,0 1 0 0 0,0 0 0 0 0,0 0 0 0 0,0 1 0 0 0,0-1 0 0 0,0 1 0 0 0,-1 0 0 0 0,1 0 1 0 0,-1 1-1 0 0,7 6 0 0 0,-9-9 4 0 0,-1 1 0 0 0,0 0 1 0 0,0-1-1 0 0,0 1 0 0 0,0 0 0 0 0,0 0 1 0 0,0 0-1 0 0,0-1 0 0 0,0 1 0 0 0,-1 0 1 0 0,1 0-1 0 0,-1 0 0 0 0,0 0 0 0 0,1 0 1 0 0,-1 0-1 0 0,0 0 0 0 0,0 4 0 0 0,-1-2 2 0 0,0 0-1 0 0,0-1 0 0 0,0 1 0 0 0,0 0 0 0 0,0-1 0 0 0,-1 1 0 0 0,0-1 0 0 0,-3 7 0 0 0,-2-1 5 0 0,-1 0-1 0 0,1 0 0 0 0,-1-1 1 0 0,-1 0-1 0 0,-10 9 1 0 0,-5-1 15 0 0,1-1 0 0 0,-2 0 0 0 0,0-2 0 0 0,-1-1 0 0 0,0-1 0 0 0,0-2 0 0 0,-1 0 0 0 0,-1-2 0 0 0,1-1 0 0 0,-40 4 0 0 0,34-10 57 0 0,19-3-49 0 0,1 0-104 0 0,12 6 28 0 0,4 4 11 0 0,4 3 33 0 0,-2 0 0 0 0,1 0 0 0 0,-2 1 1 0 0,1 0-1 0 0,-1 0 0 0 0,3 16 0 0 0,12 77 9 0 0,-13-61-6 0 0,-4-27-120 0 0,1 0-1 0 0,1 0 1 0 0,1-1-1 0 0,0 0 1 0 0,0 1-1 0 0,12 19 1 0 0,-13-29 59 0 0,0 0 0 0 0,1 0 0 0 0,-1 0 0 0 0,1 0 0 0 0,0-1 0 0 0,1 0 0 0 0,-1 0 0 0 0,1-1 1 0 0,0 1-1 0 0,0-1 0 0 0,0 0 0 0 0,1-1 0 0 0,-1 0 0 0 0,1 0 0 0 0,0 0 0 0 0,10 2 0 0 0,-9-3-54 0 0,1 0 0 0 0,-1-1 0 0 0,1 0 0 0 0,-1 0 0 0 0,1-1 0 0 0,0 0 0 0 0,-1-1 0 0 0,1 0 0 0 0,-1 0 0 0 0,12-3 0 0 0,-8 0 62 0 0,1-1 1 0 0,-1 0-1 0 0,0-1 1 0 0,0 0 0 0 0,0 0-1 0 0,10-9 1 0 0,2-4 28 0 0,-1-1-1 0 0,0-1 1 0 0,-2-1 0 0 0,-1-1-1 0 0,19-26 1 0 0,-28 34 138 0 0,0-1 0 0 0,-1 0 0 0 0,0 0 0 0 0,-2-1-1 0 0,0-1 1 0 0,0 1 0 0 0,-2-1 0 0 0,0 0 0 0 0,-1-1 0 0 0,2-19 0 0 0,-7 36-105 0 0,0 0 0 0 0,0 0 0 0 0,0 0 0 0 0,0 0 1 0 0,0 1-1 0 0,0-1 0 0 0,-1 0 0 0 0,1 0 1 0 0,-1 0-1 0 0,-1-2 0 0 0,2 3-8 0 0,0 1 0 0 0,-1-1 0 0 0,1 0 1 0 0,-1 1-1 0 0,1-1 0 0 0,0 1 0 0 0,-1-1 0 0 0,0 1 1 0 0,1-1-1 0 0,-1 1 0 0 0,1 0 0 0 0,-1-1 0 0 0,0 1 1 0 0,1 0-1 0 0,-1-1 0 0 0,1 1 0 0 0,-1 0 0 0 0,0 0 0 0 0,0 0 1 0 0,1-1-1 0 0,-1 1 0 0 0,0 0 0 0 0,1 0 0 0 0,-1 0 1 0 0,0 0-1 0 0,1 0 0 0 0,-1 0 0 0 0,0 0 0 0 0,0 1 1 0 0,1-1-1 0 0,-1 0 0 0 0,0 0 0 0 0,0 1 0 0 0,-9 3 11 0 0,1 1-1 0 0,-1 0 1 0 0,2 0-1 0 0,-1 1 0 0 0,0 0 1 0 0,1 0-1 0 0,0 1 1 0 0,1 0-1 0 0,0 1 1 0 0,-10 12-1 0 0,-6 10 17 0 0,-29 51 0 0 0,44-67-44 0 0,1-1 0 0 0,1 1 1 0 0,-9 27-1 0 0,13-37 28 0 0,1 0 0 0 0,0 1 0 0 0,0-1 1 0 0,0 0-1 0 0,1 1 0 0 0,-1-1 0 0 0,1 1 1 0 0,0-1-1 0 0,1 1 0 0 0,-1-1 1 0 0,1 1-1 0 0,0-1 0 0 0,0 1 0 0 0,0-1 1 0 0,0 0-1 0 0,1 0 0 0 0,3 6 0 0 0,-4-8-2 0 0,1 0-1 0 0,-1-1 1 0 0,1 1-1 0 0,0-1 0 0 0,-1 1 1 0 0,1-1-1 0 0,0 0 0 0 0,0 0 1 0 0,0 1-1 0 0,0-1 1 0 0,0-1-1 0 0,0 1 0 0 0,0 0 1 0 0,1 0-1 0 0,-1-1 1 0 0,0 1-1 0 0,0-1 0 0 0,1 0 1 0 0,-1 0-1 0 0,0 0 1 0 0,0 0-1 0 0,1 0 0 0 0,-1 0 1 0 0,0-1-1 0 0,0 1 1 0 0,0-1-1 0 0,1 1 0 0 0,1-2 1 0 0,3 0 5 0 0,0-1 0 0 0,-1 1 0 0 0,1-1 0 0 0,-1-1 0 0 0,0 1 1 0 0,0-1-1 0 0,0 0 0 0 0,5-6 0 0 0,8-10-32 0 0,-1 0 0 0 0,-2-2 0 0 0,0 0 0 0 0,-1-1 1 0 0,21-44-1 0 0,-26 50-104 0 0,-7 15 41 0 0,-4 12 88 0 0,-4 11 51 0 0,-8 45-116 0 0,12-60 74 0 0,1-1-1 0 0,0 1 1 0 0,0 0 0 0 0,0 0-1 0 0,1 0 1 0 0,-1-1-1 0 0,1 1 1 0 0,1 0 0 0 0,1 5-1 0 0,-2-9-6 0 0,0 0-1 0 0,0-1 0 0 0,1 1 1 0 0,-1-1-1 0 0,0 1 0 0 0,1-1 1 0 0,-1 1-1 0 0,0-1 0 0 0,1 0 1 0 0,0 0-1 0 0,-1 0 0 0 0,1 0 1 0 0,0 0-1 0 0,0 0 0 0 0,-1 0 0 0 0,1 0 1 0 0,0-1-1 0 0,0 1 0 0 0,0-1 1 0 0,0 1-1 0 0,2-1 0 0 0,3 1 11 0 0,-1 0 0 0 0,1-1 0 0 0,0 0 0 0 0,12-1 0 0 0,0-3 11 0 0,0 0-1 0 0,1-1 1 0 0,-2 0 0 0 0,1-2 0 0 0,-1 0 0 0 0,0-1 0 0 0,32-20 0 0 0,-27 12-25 0 0,-1 0 1 0 0,0-2 0 0 0,-1 0 0 0 0,-1-2-1 0 0,18-22 1 0 0,-7 2-19 0 0,-2-2-1 0 0,-1-1 1 0 0,-3-2-1 0 0,-1 0 1 0 0,30-83-1 0 0,27-133 67 0 0,-70 211-52 0 0,-2-1 1 0 0,-2-1 0 0 0,0-66 0 0 0,-7 110-25 0 0,0 0 1 0 0,-1 0 0 0 0,-2-13 0 0 0,3 19 12 0 0,-1 0 1 0 0,0 0 0 0 0,1 0-1 0 0,-1 0 1 0 0,0 0 0 0 0,0 0-1 0 0,0 0 1 0 0,0 0-1 0 0,0 1 1 0 0,0-1 0 0 0,-1 0-1 0 0,1 1 1 0 0,-1-1 0 0 0,1 1-1 0 0,-1 0 1 0 0,1-1 0 0 0,-1 1-1 0 0,-2-1 1 0 0,3 2 6 0 0,0-1 0 0 0,0 1 0 0 0,0 0 0 0 0,0 0 0 0 0,0 0-1 0 0,0 0 1 0 0,0 0 0 0 0,0 1 0 0 0,0-1 0 0 0,-1 0 0 0 0,1 0 0 0 0,0 1 0 0 0,1-1-1 0 0,-1 0 1 0 0,0 1 0 0 0,0-1 0 0 0,0 1 0 0 0,0 0 0 0 0,-1 0 0 0 0,0 0-2 0 0,-4 4-6 0 0,0 0 0 0 0,1 1-1 0 0,-1 0 1 0 0,1-1 0 0 0,0 2-1 0 0,0-1 1 0 0,1 1 0 0 0,0-1-1 0 0,0 1 1 0 0,-3 10-1 0 0,4-12 8 0 0,-17 38-35 0 0,2 0 0 0 0,-21 75 1 0 0,-10 97 408 0 0,34-144 3 0 0,-85 455 1112 0 0,100-525-1468 0 0,-5 17 167 0 0,5-17-180 0 0,0-1 1 0 0,0 0 0 0 0,0 0 0 0 0,0 1 0 0 0,0-1-1 0 0,0 0 1 0 0,0 0 0 0 0,0 1 0 0 0,-1-1 0 0 0,1 0-1 0 0,0 0 1 0 0,0 0 0 0 0,0 1 0 0 0,0-1 0 0 0,-1 0-1 0 0,1 0 1 0 0,0 0 0 0 0,0 0 0 0 0,0 1 0 0 0,-1-1 0 0 0,1 0-1 0 0,0 0 1 0 0,0 0 0 0 0,0 0 0 0 0,-1 0 0 0 0,1 0-1 0 0,0 0 1 0 0,0 0 0 0 0,-1 0 0 0 0,1 1 0 0 0,0-1-1 0 0,0 0 1 0 0,-1 0 0 0 0,1 0 0 0 0,0-1 0 0 0,0 1-1 0 0,-1 0 1 0 0,1 0 0 0 0,0 0 0 0 0,0 0 0 0 0,-1 0 0 0 0,1 0-1 0 0,0 0 1 0 0,0 0 0 0 0,-1 0 0 0 0,1-1 0 0 0,0 1-1 0 0,0 0 1 0 0,-1 0 0 0 0,1-1-3 0 0,0 0 0 0 0,0 0 0 0 0,0 0 1 0 0,0-1-1 0 0,0 1 0 0 0,0 0 0 0 0,0 0 0 0 0,0 0 0 0 0,0 0 0 0 0,1 0 0 0 0,-1 0 1 0 0,0 0-1 0 0,2-2 0 0 0,-2 3 0 0 0,5-18 15 0 0,1 0 1 0 0,0 0-1 0 0,2 1 0 0 0,10-18 0 0 0,42-62-46 0 0,-55 89 25 0 0,34-50-21 0 0,90-100-1 0 0,-98 125 18 0 0,3 2-1 0 0,0 1 0 0 0,75-49 0 0 0,-96 71-15 0 0,1 1 0 0 0,0 0 0 0 0,0 1 0 0 0,26-7 0 0 0,-38 12 19 0 0,-1 1 1 0 0,1-1-1 0 0,0 1 1 0 0,-1 0-1 0 0,1 0 1 0 0,0 0 0 0 0,-1 0-1 0 0,1 0 1 0 0,0 0-1 0 0,-1 0 1 0 0,1 0-1 0 0,0 1 1 0 0,-1-1 0 0 0,1 1-1 0 0,0-1 1 0 0,-1 1-1 0 0,1 0 1 0 0,-1 0-1 0 0,1-1 1 0 0,-1 1 0 0 0,1 0-1 0 0,-1 0 1 0 0,0 0-1 0 0,1 1 1 0 0,-1-1-1 0 0,0 0 1 0 0,0 0-1 0 0,0 1 1 0 0,0-1 0 0 0,0 1-1 0 0,0-1 1 0 0,0 1-1 0 0,-1-1 1 0 0,2 2-1 0 0,-1 2 3 0 0,0-1 0 0 0,0 0 0 0 0,0 0 0 0 0,0 1-1 0 0,0-1 1 0 0,-1 0 0 0 0,0 1 0 0 0,0-1-1 0 0,0 1 1 0 0,0-1 0 0 0,-2 6 0 0 0,0-2 6 0 0,-1 1 0 0 0,-1-1 0 0 0,0 0 0 0 0,0-1 0 0 0,0 1 0 0 0,-1-1 0 0 0,0 1 0 0 0,0-1 0 0 0,-1-1 0 0 0,-10 11 0 0 0,-5 2 8 0 0,-46 31 0 0 0,40-32 15 0 0,-1-2 0 0 0,-1-1-1 0 0,0-1 1 0 0,-1-1 0 0 0,-39 10-1 0 0,66-22-20 0 0,0 0-1 0 0,0 0 1 0 0,0-1-1 0 0,0 1 1 0 0,0-1-1 0 0,0 0 1 0 0,0 1-1 0 0,0-1 1 0 0,-1-1-1 0 0,1 1 1 0 0,0 0-1 0 0,0-1 1 0 0,0 1-1 0 0,0-1 1 0 0,0 0-1 0 0,0 0 1 0 0,1 0-1 0 0,-1-1 1 0 0,-3-1-1 0 0,4 2-10 0 0,0-1 0 0 0,1 1-1 0 0,-1-1 1 0 0,0 0 0 0 0,1 0-1 0 0,-1 0 1 0 0,1 0-1 0 0,0 0 1 0 0,0 0 0 0 0,0 0-1 0 0,-1-3 1 0 0,3 2-103 0 0,5 12 34 0 0,3 13 57 0 0,-1-1-1 0 0,-1 1 0 0 0,-1 0 1 0 0,4 29-1 0 0,-4-19 41 0 0,12 39 0 0 0,-14-60-22 0 0,1-1 0 0 0,-1 1 0 0 0,1-1 0 0 0,1 0 1 0 0,0 0-1 0 0,1-1 0 0 0,10 13 0 0 0,0-5 2 0 0,0-1-1 0 0,1-1 1 0 0,0-1 0 0 0,1 0-1 0 0,1-1 1 0 0,30 14 0 0 0,-22-14-137 0 0,1-1 1 0 0,1-2 0 0 0,-1 0-1 0 0,43 7 1 0 0,-60-15-7 0 0,1 0 0 0 0,-1-1-1 0 0,1-1 1 0 0,-1 1 0 0 0,1-2 0 0 0,-1 0 0 0 0,1-1 0 0 0,18-4-1 0 0,-24 4 104 0 0,1-1 0 0 0,-1 0-1 0 0,1 0 1 0 0,-1-1-1 0 0,0 0 1 0 0,-1 0-1 0 0,1-1 1 0 0,-1 1 0 0 0,1-1-1 0 0,-1-1 1 0 0,-1 1-1 0 0,1-1 1 0 0,-1 0-1 0 0,6-10 1 0 0,3-7 2 0 0,-1-1 0 0 0,-1 0 0 0 0,-1-1-1 0 0,13-45 1 0 0,16-109 740 0 0,-31 135-367 0 0,-8 42-356 0 0,-3 3-15 0 0,1 1 30 0 0,-1-1 0 0 0,1 1 1 0 0,0 0-1 0 0,0 0 0 0 0,0-1 0 0 0,0 1 0 0 0,0 0 0 0 0,0 0 1 0 0,0 0-1 0 0,0 3 0 0 0,-1 0-4 0 0,-16 39 33 0 0,3 2-1 0 0,-17 75 1 0 0,30-109-28 0 0,0-7 12 0 0,1 0-1 0 0,0 0 0 0 0,1 1 0 0 0,-1-1 0 0 0,1 0 0 0 0,0 1 0 0 0,1-1 0 0 0,-1 0 0 0 0,1 0 0 0 0,0 1 0 0 0,3 7 0 0 0,-3-11-1 0 0,0 1 0 0 0,0-1 1 0 0,0 1-1 0 0,1-1 0 0 0,-1 0 1 0 0,1 0-1 0 0,0 0 0 0 0,0 0 1 0 0,0 0-1 0 0,0 0 0 0 0,0 0 1 0 0,0 0-1 0 0,0-1 0 0 0,0 1 1 0 0,1-1-1 0 0,-1 0 0 0 0,1 0 1 0 0,-1 0-1 0 0,1 0 0 0 0,-1 0 1 0 0,1 0-1 0 0,0-1 0 0 0,4 1 1 0 0,1 0-1 0 0,-1 0 0 0 0,1-1 0 0 0,0 0 0 0 0,-1-1 0 0 0,1 0 0 0 0,0 0 0 0 0,-1 0 0 0 0,0-1 1 0 0,1 0-1 0 0,12-6 0 0 0,-9 3-6 0 0,0-1 0 0 0,-1-1 0 0 0,0 1 0 0 0,0-2 0 0 0,0 1-1 0 0,8-10 1 0 0,7-10-19 0 0,-2-1 0 0 0,-1-1 0 0 0,27-45 0 0 0,-12 5-11 0 0,3-3-168 0 0,-38 70 152 0 0,-18 19-70 0 0,3 4 152 0 0,0 1 0 0 0,1-1 0 0 0,2 2 0 0 0,0 0 0 0 0,1 0 0 0 0,2 1 0 0 0,-8 38 0 0 0,14-60-4 0 0,1 1 1 0 0,0-1 0 0 0,-1 1 0 0 0,1 0 0 0 0,0-1-1 0 0,0 1 1 0 0,0-1 0 0 0,1 1 0 0 0,-1 0 0 0 0,1-1-1 0 0,-1 1 1 0 0,1-1 0 0 0,0 1 0 0 0,0-1 0 0 0,0 0-1 0 0,0 1 1 0 0,0-1 0 0 0,1 0 0 0 0,-1 0 0 0 0,1 0-1 0 0,-1 0 1 0 0,1 0 0 0 0,0 0 0 0 0,0 0 0 0 0,0 0-1 0 0,0-1 1 0 0,0 1 0 0 0,0-1 0 0 0,0 1 0 0 0,1-1 0 0 0,-1 0-1 0 0,0 0 1 0 0,1 0 0 0 0,-1 0 0 0 0,1-1 0 0 0,-1 1-1 0 0,1-1 1 0 0,4 1 0 0 0,5 0 33 0 0,0 0 1 0 0,-1-2-1 0 0,1 1 1 0 0,0-1-1 0 0,-1-1 1 0 0,1 0 0 0 0,16-6-1 0 0,-3-1-47 0 0,0-1-1 0 0,0-1 1 0 0,-1-1-1 0 0,0-2 1 0 0,-1 0-1 0 0,-1-1 1 0 0,-1-2-1 0 0,0 0 1 0 0,-1-1-1 0 0,-1-1 1 0 0,29-35 0 0 0,-14 8 23 0 0,-1-1 0 0 0,-3-2 0 0 0,-2 0 1 0 0,33-82-1 0 0,6-58-58 0 0,-59 161 9 0 0,-2 0 0 0 0,-1 0 0 0 0,-1-1 0 0 0,0-55 0 0 0,-4 78-3 0 0,-1 1 0 0 0,0-1-1 0 0,1 1 1 0 0,-2 0-1 0 0,1 0 1 0 0,0-1-1 0 0,-1 1 1 0 0,0 0 0 0 0,0 0-1 0 0,-1 1 1 0 0,-5-10-1 0 0,6 12 4 0 0,1 1 1 0 0,-1-1-1 0 0,1 1 0 0 0,-1-1 1 0 0,1 1-1 0 0,-1 0 0 0 0,0 0 0 0 0,0 0 1 0 0,1 0-1 0 0,-1 0 0 0 0,0 0 0 0 0,0 0 1 0 0,0 1-1 0 0,0-1 0 0 0,0 1 1 0 0,0-1-1 0 0,0 1 0 0 0,0 0 0 0 0,-1 0 1 0 0,1 0-1 0 0,0 0 0 0 0,0 0 0 0 0,0 0 1 0 0,0 1-1 0 0,0-1 0 0 0,0 1 0 0 0,0-1 1 0 0,0 1-1 0 0,0 0 0 0 0,0 0 1 0 0,0 0-1 0 0,1 0 0 0 0,-4 2 0 0 0,-7 5-6 0 0,0 0 0 0 0,0 1 0 0 0,1 1 0 0 0,1 0 0 0 0,0 0 0 0 0,0 1 0 0 0,1 0 0 0 0,0 1 0 0 0,-13 23 0 0 0,1 4 10 0 0,-30 80 0 0 0,29-60 379 0 0,2 1 0 0 0,3 0 1 0 0,3 2-1 0 0,2 0 1 0 0,-5 89-1 0 0,16-142-349 0 0,1-1-1 0 0,0 1 1 0 0,1 0 0 0 0,0-1 0 0 0,0 1-1 0 0,1-1 1 0 0,0 0 0 0 0,1 1-1 0 0,0-1 1 0 0,0 0 0 0 0,0 0 0 0 0,1-1-1 0 0,0 1 1 0 0,1-1 0 0 0,0 0-1 0 0,0 0 1 0 0,0 0 0 0 0,1-1 0 0 0,0 0-1 0 0,0 0 1 0 0,1 0 0 0 0,-1-1-1 0 0,1 0 1 0 0,1 0 0 0 0,-1-1 0 0 0,9 4-1 0 0,11 4-299 0 0,0-1 0 0 0,1-2-1 0 0,1-1 1 0 0,0-1 0 0 0,45 4 0 0 0,1-8-3304 0 0,0-8-3439 0 0,-37-1-445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729 708 872 0 0,'3'-4'775'0'0,"0"-1"-1"0"0,-1 1 1 0 0,0-1-1 0 0,0 0 0 0 0,0 1 1 0 0,0-1-1 0 0,1-8 1 0 0,-3 11-637 0 0,1 0 0 0 0,-1-1 0 0 0,0 1 1 0 0,0 0-1 0 0,0-1 0 0 0,0 1 0 0 0,0 0 1 0 0,0 0-1 0 0,0-1 0 0 0,-1 1 0 0 0,1 0 0 0 0,-1-1 1 0 0,0 1-1 0 0,0 0 0 0 0,0 0 0 0 0,0 0 0 0 0,0 0 1 0 0,0 0-1 0 0,0 0 0 0 0,-3-2 0 0 0,1 1-107 0 0,1 1-1 0 0,-1-1 1 0 0,0 1-1 0 0,-1 0 1 0 0,1 1-1 0 0,0-1 1 0 0,0 0-1 0 0,-1 1 1 0 0,1 0-1 0 0,-1-1 1 0 0,1 1-1 0 0,-1 1 1 0 0,1-1-1 0 0,-1 1 1 0 0,0-1-1 0 0,1 1 1 0 0,-1 0-1 0 0,0 0 1 0 0,1 0-1 0 0,-1 1 1 0 0,0 0-1 0 0,1-1 1 0 0,-1 1-1 0 0,-6 3 1 0 0,-8 4 1 0 0,0 0 0 0 0,1 1 1 0 0,0 1-1 0 0,0 1 0 0 0,1 0 0 0 0,-19 18 0 0 0,5-1 4 0 0,1 2 0 0 0,-24 32 0 0 0,35-40 21 0 0,-18 31 1 0 0,31-46-18 0 0,2 0-1 0 0,-1 0 1 0 0,1 0 0 0 0,0 0-1 0 0,1 0 1 0 0,-1 0 0 0 0,1 1-1 0 0,1-1 1 0 0,-2 15 0 0 0,3-20-26 0 0,0-1 1 0 0,0 1 0 0 0,0-1-1 0 0,1 1 1 0 0,-1-1-1 0 0,0 1 1 0 0,1-1 0 0 0,-1 0-1 0 0,1 1 1 0 0,-1-1-1 0 0,1 0 1 0 0,0 1 0 0 0,0-1-1 0 0,-1 0 1 0 0,1 0-1 0 0,0 1 1 0 0,0-1-1 0 0,0 0 1 0 0,0 0 0 0 0,0 0-1 0 0,1 0 1 0 0,-1 0-1 0 0,0-1 1 0 0,0 1 0 0 0,1 0-1 0 0,-1 0 1 0 0,0-1-1 0 0,1 1 1 0 0,-1-1 0 0 0,1 1-1 0 0,2-1 1 0 0,1 1 1 0 0,0 0-1 0 0,1-1 1 0 0,-1 1 0 0 0,1-1 0 0 0,-1-1 0 0 0,1 1-1 0 0,7-3 1 0 0,2 0-25 0 0,0-2-1 0 0,-1 0 1 0 0,1 0-1 0 0,-1-1 1 0 0,-1-1-1 0 0,1-1 1 0 0,-1 0-1 0 0,22-17 1 0 0,-19 11 17 0 0,-1 0-1 0 0,-1-1 1 0 0,0 0 0 0 0,0-1 0 0 0,21-35 0 0 0,6-16 154 0 0,-40 65-191 0 0,-3 4 16 0 0,-1 0 10 0 0,1-1 0 0 0,-1 1 0 0 0,1 0 0 0 0,0 0-1 0 0,0 1 1 0 0,0-1 0 0 0,0 0 0 0 0,0 1 0 0 0,0-1 0 0 0,1 1 0 0 0,-3 4 0 0 0,1-2-5 0 0,-14 24 87 0 0,1 1-1 0 0,2 0 1 0 0,-14 41 0 0 0,28-69-28 0 0,-1 0-1 0 0,1 0 1 0 0,0 0-1 0 0,-1 0 1 0 0,1-1-1 0 0,0 1 1 0 0,0 0-1 0 0,0 0 1 0 0,0 0-1 0 0,0 0 1 0 0,1 0-1 0 0,-1 0 1 0 0,1 2-1 0 0,0-3-25 0 0,-1 0-1 0 0,0 0 0 0 0,1-1 0 0 0,-1 1 0 0 0,1 0 1 0 0,-1 0-1 0 0,1 0 0 0 0,0 0 0 0 0,-1-1 0 0 0,1 1 0 0 0,0 0 1 0 0,-1-1-1 0 0,1 1 0 0 0,0 0 0 0 0,0-1 0 0 0,0 1 0 0 0,-1-1 1 0 0,1 1-1 0 0,0-1 0 0 0,0 0 0 0 0,0 1 0 0 0,0-1 0 0 0,0 0 1 0 0,0 0-1 0 0,0 0 0 0 0,0 1 0 0 0,1-1 0 0 0,12-1 65 0 0,0-1 0 0 0,-1 0 0 0 0,0-1 0 0 0,1 0 0 0 0,-1-1 0 0 0,0-1 0 0 0,-1 0 0 0 0,1-1 0 0 0,-1 0 0 0 0,0-1 0 0 0,-1 0 0 0 0,0-1 0 0 0,12-9 0 0 0,3-5-32 0 0,-1-2 1 0 0,-1 0 0 0 0,-1-1 0 0 0,23-34-1 0 0,-26 29-29 0 0,-1-1-1 0 0,-2-1 0 0 0,-2 0 1 0 0,-1-2-1 0 0,-1 1 0 0 0,-2-2 0 0 0,-1 1 1 0 0,-2-1-1 0 0,-1-1 0 0 0,-2 1 1 0 0,-2-1-1 0 0,0-44 0 0 0,-4 64-30 0 0,0-1 0 0 0,-1 1-1 0 0,0-1 1 0 0,-1 1 0 0 0,-1 0-1 0 0,-1 0 1 0 0,0 0 0 0 0,-8-15-1 0 0,10 24 1 0 0,-1 1-1 0 0,0-1 1 0 0,0 1-1 0 0,-1 0 0 0 0,0 0 1 0 0,0 0-1 0 0,0 0 0 0 0,0 1 1 0 0,-1 0-1 0 0,0 0 0 0 0,0 1 1 0 0,-1 0-1 0 0,1 0 0 0 0,-1 0 1 0 0,0 1-1 0 0,0 0 0 0 0,0 0 1 0 0,0 0-1 0 0,-12-1 0 0 0,4 2 4 0 0,0 0-1 0 0,0 2 0 0 0,1 0 0 0 0,-1 0 0 0 0,0 1 1 0 0,1 1-1 0 0,-1 1 0 0 0,1 0 0 0 0,-1 1 1 0 0,1 0-1 0 0,-22 11 0 0 0,2 1-26 0 0,0 2 0 0 0,0 1 0 0 0,-39 32 0 0 0,20-10-14 0 0,2 2 0 0 0,2 2 1 0 0,2 2-1 0 0,2 3 0 0 0,-47 67 0 0 0,62-74 34 0 0,3 0 0 0 0,1 2 0 0 0,2 1 0 0 0,3 1 0 0 0,1 1 0 0 0,2 1 0 0 0,-14 67 0 0 0,27-91 4 0 0,1-1 0 0 0,1 1 0 0 0,1 45 0 0 0,2-62 9 0 0,1 0-1 0 0,-1 0 1 0 0,2 0 0 0 0,-1 0 0 0 0,1 0-1 0 0,0 0 1 0 0,1 0 0 0 0,0 0 0 0 0,0-1-1 0 0,0 0 1 0 0,1 1 0 0 0,0-1 0 0 0,1-1-1 0 0,-1 1 1 0 0,9 8 0 0 0,-7-10 6 0 0,1 0 0 0 0,-1-1-1 0 0,1 0 1 0 0,0 0 0 0 0,0 0 0 0 0,0-1 0 0 0,1 0 0 0 0,-1-1 0 0 0,1 0 0 0 0,-1 0 0 0 0,1 0-1 0 0,0-1 1 0 0,9 0 0 0 0,6 0-281 0 0,-1 0 0 0 0,1-2 0 0 0,30-5 0 0 0,-3-4-3310 0 0,60-18 0 0 0,-66 15-1304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882 303 1536 0 0,'3'-6'774'0'0,"1"0"-1"0"0,-1-1 1 0 0,0 1-1 0 0,0-1 1 0 0,-1 0-1 0 0,0 0 1 0 0,0 0-1 0 0,-1 0 1 0 0,0 0-1 0 0,0-1 1 0 0,0-12-1 0 0,-1 17-698 0 0,-1 0 0 0 0,1 0 0 0 0,-1 0 1 0 0,1 1-1 0 0,-1-1 0 0 0,0 0 0 0 0,0 0 0 0 0,0 1 0 0 0,0-1 0 0 0,-1 1 0 0 0,1-1 0 0 0,-1 1 1 0 0,1-1-1 0 0,-1 1 0 0 0,0 0 0 0 0,0 0 0 0 0,0 0 0 0 0,0 0 0 0 0,0 0 0 0 0,-1 0 0 0 0,1 1 0 0 0,-1-1 1 0 0,1 1-1 0 0,-1-1 0 0 0,1 1 0 0 0,-1 0 0 0 0,0 0 0 0 0,1 0 0 0 0,-1 1 0 0 0,0-1 0 0 0,0 1 0 0 0,-4-1 1 0 0,-3 1-48 0 0,1 0 0 0 0,-1 0 0 0 0,1 1 0 0 0,-1 0 1 0 0,1 1-1 0 0,-1 0 0 0 0,1 1 0 0 0,0 0 0 0 0,0 0 1 0 0,0 1-1 0 0,-16 9 0 0 0,4 0-18 0 0,0 0 1 0 0,1 2-1 0 0,-26 24 1 0 0,44-37-12 0 0,-76 76 42 0 0,71-70-30 0 0,1 0 1 0 0,-1 1 0 0 0,2 0 0 0 0,-1 0 0 0 0,1 0-1 0 0,0 1 1 0 0,1 0 0 0 0,-4 13 0 0 0,8-21 2 0 0,-1 0 0 0 0,0 0 1 0 0,1 0-1 0 0,0 0 1 0 0,-1 1-1 0 0,1-1 0 0 0,0 0 1 0 0,0 1-1 0 0,0-1 1 0 0,1 0-1 0 0,-1 0 0 0 0,0 1 1 0 0,1-1-1 0 0,-1 0 0 0 0,1 0 1 0 0,0 0-1 0 0,0 0 1 0 0,0 0-1 0 0,0 0 0 0 0,0 0 1 0 0,0 0-1 0 0,1 0 1 0 0,-1 0-1 0 0,1-1 0 0 0,-1 1 1 0 0,3 1-1 0 0,-1 0 4 0 0,1-1 0 0 0,0 0-1 0 0,0 0 1 0 0,0-1 0 0 0,0 1-1 0 0,0-1 1 0 0,0 0 0 0 0,0 0 0 0 0,0 0-1 0 0,0 0 1 0 0,1-1 0 0 0,7 0-1 0 0,3 0 3 0 0,-1-1 0 0 0,1-1-1 0 0,0 0 1 0 0,-1-1-1 0 0,0-1 1 0 0,0 0-1 0 0,0-1 1 0 0,14-6 0 0 0,-6-1 0 0 0,-1 0 0 0 0,0-1-1 0 0,38-31 1 0 0,24-25-148 0 0,-81 68 92 0 0,6 7-24 0 0,-8-6 60 0 0,1 1 0 0 0,-1-1 0 0 0,0 0 1 0 0,1 1-1 0 0,-1-1 0 0 0,1 0 0 0 0,-1 1 0 0 0,1-1 0 0 0,-1 1 0 0 0,0-1 0 0 0,1 1 0 0 0,-1-1 0 0 0,0 1 0 0 0,0-1 0 0 0,1 1 0 0 0,-1-1 1 0 0,0 1-1 0 0,0-1 0 0 0,0 1 0 0 0,0 0 0 0 0,1-1 0 0 0,-1 1 0 0 0,0-1 0 0 0,0 1 0 0 0,0-1 0 0 0,-1 2 0 0 0,1 18 39 0 0,-2 0-1 0 0,-1 0 0 0 0,0 0 1 0 0,-12 36-1 0 0,8-32 49 0 0,-39 138 768 0 0,-8-3 0 0 0,-7-2 0 0 0,-116 213 0 0 0,161-340-726 0 0,-1 0 0 0 0,-2-2-1 0 0,0 0 1 0 0,-2-1 0 0 0,-1-1 0 0 0,-34 30 0 0 0,47-47 24 0 0,0-2-1 0 0,-1 1 1 0 0,0-1-1 0 0,-1-1 1 0 0,1 0 0 0 0,-1 0-1 0 0,0-1 1 0 0,-1-1-1 0 0,1 0 1 0 0,-1 0-1 0 0,0-1 1 0 0,0-1-1 0 0,0 0 1 0 0,0 0 0 0 0,0-1-1 0 0,-1-1 1 0 0,1 0-1 0 0,0-1 1 0 0,0 0-1 0 0,-22-5 1 0 0,27 4-58 0 0,0 0-1 0 0,0 0 1 0 0,0-1-1 0 0,1 0 1 0 0,-1 0-1 0 0,1 0 1 0 0,0-1-1 0 0,0 0 1 0 0,0 0 0 0 0,0-1-1 0 0,-8-7 1 0 0,10 7-64 0 0,1 0 0 0 0,-1 0 0 0 0,1 0 0 0 0,0 0 0 0 0,0 0 0 0 0,1-1 0 0 0,0 1 0 0 0,0-1 0 0 0,0 0 0 0 0,0 1 1 0 0,1-1-1 0 0,0 0 0 0 0,0 0 0 0 0,0-9 0 0 0,2-1-2 0 0,0-1 0 0 0,1 1 1 0 0,0 0-1 0 0,1 0 0 0 0,1 0 0 0 0,1 0 0 0 0,0 1 1 0 0,10-20-1 0 0,3 0-59 0 0,1 0 0 0 0,30-40 0 0 0,-6 17-99 0 0,4 2-1 0 0,1 2 1 0 0,3 3 0 0 0,2 1 0 0 0,96-68 0 0 0,321-175-1954 0 0,-174 118 179 0 0,-137 67 1345 0 0,-135 89 484 0 0,-1 0-1 0 0,-1-2 1 0 0,-1-1 0 0 0,25-31 0 0 0,-38 42 51 0 0,-1 0 1 0 0,0-1-1 0 0,0 1 1 0 0,7-20-1 0 0,-14 30 19 0 0,0 0 0 0 0,1 0 0 0 0,-1 0 0 0 0,0 1 0 0 0,1-1 0 0 0,-1 0 0 0 0,0 0 0 0 0,0 0-1 0 0,0 0 1 0 0,0 0 0 0 0,0 0 0 0 0,0 0 0 0 0,0 1 0 0 0,0-1 0 0 0,0 0 0 0 0,0 0 0 0 0,0 0 0 0 0,0 0 0 0 0,-1 0 0 0 0,1 0 0 0 0,0 1 0 0 0,-1-2 0 0 0,0 2 1 0 0,0-1-1 0 0,1 1 1 0 0,-1 0 0 0 0,1-1 0 0 0,-1 1 0 0 0,0 0-1 0 0,1 0 1 0 0,-1 0 0 0 0,0 0 0 0 0,1-1 0 0 0,-1 1 0 0 0,0 0-1 0 0,0 0 1 0 0,1 0 0 0 0,-1 1 0 0 0,0-1 0 0 0,1 0 0 0 0,-1 0-1 0 0,0 0 1 0 0,1 0 0 0 0,-2 1 0 0 0,-3 1-12 0 0,0 0 0 0 0,1 0 0 0 0,-1 1 0 0 0,0-1 0 0 0,-5 6 0 0 0,-10 9-9 0 0,1 1 1 0 0,2 2-1 0 0,0-1 1 0 0,-22 34-1 0 0,-49 94 16 0 0,77-126 6 0 0,-23 44 81 0 0,3 3 0 0 0,-44 141 0 0 0,74-209-67 0 0,1 1-1 0 0,-1 0 1 0 0,1 0 0 0 0,0 0 0 0 0,0 0 0 0 0,-1-1 0 0 0,1 1-1 0 0,0 0 1 0 0,0 0 0 0 0,0 0 0 0 0,0 0 0 0 0,0 0 0 0 0,0 0 0 0 0,0 0-1 0 0,0-1 1 0 0,0 1 0 0 0,0 0 0 0 0,1 0 0 0 0,-1 0 0 0 0,0 0 0 0 0,1 0-1 0 0,-1-1 1 0 0,1 2 0 0 0,0-2-5 0 0,-1 0 0 0 0,1 1-1 0 0,0-1 1 0 0,-1 0 0 0 0,1 0 0 0 0,0 0 0 0 0,0 0-1 0 0,-1 0 1 0 0,1 0 0 0 0,0 0 0 0 0,-1 0-1 0 0,1 0 1 0 0,0-1 0 0 0,0 1 0 0 0,-1 0-1 0 0,1 0 1 0 0,0 0 0 0 0,-1-1 0 0 0,1 1 0 0 0,-1-1-1 0 0,2 1 1 0 0,5-5 16 0 0,0 1 1 0 0,-1-1-1 0 0,10-8 0 0 0,8-12-8 0 0,-1-1 0 0 0,21-32 0 0 0,-3 4-4 0 0,-16 23-46 0 0,1 2 1 0 0,38-33 0 0 0,-52 52 23 0 0,0 1-1 0 0,0 0 1 0 0,1 0 0 0 0,-1 2-1 0 0,2-1 1 0 0,-1 2 0 0 0,1 0 0 0 0,0 1-1 0 0,16-5 1 0 0,-26 9 4 0 0,0 1 0 0 0,0-1 0 0 0,0 0 0 0 0,0 1 0 0 0,0 0 1 0 0,0 0-1 0 0,0 0 0 0 0,-1 0 0 0 0,1 1 0 0 0,0-1 0 0 0,0 1 0 0 0,0 0 0 0 0,0 1 0 0 0,-1-1 0 0 0,1 0 1 0 0,0 1-1 0 0,-1 0 0 0 0,1 0 0 0 0,-1 0 0 0 0,0 0 0 0 0,0 1 0 0 0,0-1 0 0 0,0 1 0 0 0,0 0 0 0 0,3 3 0 0 0,-2 1 6 0 0,0-1-1 0 0,0 1 0 0 0,0 0 0 0 0,-1 0 0 0 0,0 0 1 0 0,-1 0-1 0 0,1 1 0 0 0,-1-1 0 0 0,-1 1 0 0 0,1 0 0 0 0,-1 15 1 0 0,-1-5 31 0 0,-1 0 0 0 0,-1-1 1 0 0,-1 1-1 0 0,-1 0 0 0 0,0-1 1 0 0,-1 1-1 0 0,-14 29 0 0 0,11-35 67 0 0,0-12-49 0 0,7-1-46 0 0,0 0 0 0 0,1 1 0 0 0,-1-1 0 0 0,1 0 0 0 0,-1 0 0 0 0,1 1 0 0 0,-1-1 0 0 0,1 0 0 0 0,-1 0 0 0 0,1 0 0 0 0,0 1 0 0 0,-1-1 0 0 0,1 0 0 0 0,0 0 0 0 0,0 0 0 0 0,0 0-1 0 0,0 0 1 0 0,0 0 0 0 0,0-1 0 0 0,2-10-2 0 0,1 1-1 0 0,1 0 0 0 0,0 0 1 0 0,0 0-1 0 0,1 0 1 0 0,1 1-1 0 0,-1-1 0 0 0,14-16 1 0 0,1 2-11 0 0,1 1 0 0 0,24-21 0 0 0,-30 31-13 0 0,0 0 0 0 0,1 2 0 0 0,0 0 0 0 0,1 0 0 0 0,1 2 0 0 0,0 0 0 0 0,0 1 0 0 0,1 1 0 0 0,27-8 0 0 0,-45 15 23 0 0,1 1 0 0 0,0-1-1 0 0,-1 1 1 0 0,1-1 0 0 0,0 1 0 0 0,-1 0-1 0 0,1 0 1 0 0,0 0 0 0 0,-1 0-1 0 0,1 0 1 0 0,0 0 0 0 0,-1 0 0 0 0,1 0-1 0 0,0 1 1 0 0,-1-1 0 0 0,1 0-1 0 0,0 1 1 0 0,-1 0 0 0 0,1-1 0 0 0,-1 1-1 0 0,1 0 1 0 0,-1 0 0 0 0,1 0-1 0 0,-1 0 1 0 0,0 0 0 0 0,1 0 0 0 0,-1 0-1 0 0,0 0 1 0 0,0 1 0 0 0,0-1-1 0 0,0 0 1 0 0,0 1 0 0 0,0-1 0 0 0,0 1-1 0 0,0-1 1 0 0,-1 1 0 0 0,1-1-1 0 0,0 4 1 0 0,0 1 5 0 0,0 0 0 0 0,0-1-1 0 0,-1 1 1 0 0,0 0 0 0 0,0 0-1 0 0,0 0 1 0 0,-1 0 0 0 0,0 0 0 0 0,-2 9-1 0 0,-7 14 42 0 0,-2 0 0 0 0,-21 41-1 0 0,18-41-7 0 0,1 1-1 0 0,-9 32 1 0 0,22-61-31 0 0,1 1 1 0 0,-1-1-1 0 0,1 1 1 0 0,0-1 0 0 0,-1 1-1 0 0,1 0 1 0 0,0-1-1 0 0,0 1 1 0 0,0-1-1 0 0,0 1 1 0 0,0 0-1 0 0,1-1 1 0 0,-1 1 0 0 0,0-1-1 0 0,1 1 1 0 0,-1-1-1 0 0,1 1 1 0 0,0-1-1 0 0,-1 1 1 0 0,1-1 0 0 0,2 3-1 0 0,-2-3-11 0 0,1 1-1 0 0,0 0 0 0 0,0-1 1 0 0,1 1-1 0 0,-1-1 1 0 0,0 1-1 0 0,0-1 1 0 0,1 0-1 0 0,-1 0 1 0 0,0 0-1 0 0,1 0 0 0 0,3 0 1 0 0,3 1-88 0 0,1-1 0 0 0,-1 0 0 0 0,1-1 0 0 0,0 1 0 0 0,0-2 1 0 0,9-1-1 0 0,12-4-57 0 0,-1-1 0 0 0,0-1 0 0 0,0-2 0 0 0,-1-1 0 0 0,-1-1 1 0 0,0-1-1 0 0,27-18 0 0 0,-18 7 92 0 0,0-2 0 0 0,-2-1 0 0 0,0-2 0 0 0,37-41 0 0 0,2-19 29 0 0,-65 76 62 0 0,0 0 1 0 0,-1-1 0 0 0,-1 0 0 0 0,0-1 0 0 0,6-16 0 0 0,-12 27-20 0 0,0 0-1 0 0,0 1 1 0 0,-1-1 0 0 0,1 0 0 0 0,-1 0 0 0 0,0 0 0 0 0,0-3-1 0 0,0 5-11 0 0,0 1 0 0 0,0 0 0 0 0,-1-1 1 0 0,1 1-1 0 0,0-1 0 0 0,-1 1 0 0 0,1 0 0 0 0,-1-1 0 0 0,0 1 0 0 0,1 0 0 0 0,-1 0 0 0 0,0-1 0 0 0,0 1 0 0 0,1 0 0 0 0,-1 0 0 0 0,0 0 0 0 0,0 0 0 0 0,0 0 0 0 0,-1 0 0 0 0,-1-1 0 0 0,-10-2 4 0 0,4 4-5 0 0,-1 1 0 0 0,1 0 0 0 0,-1 0-1 0 0,1 1 1 0 0,0 0 0 0 0,0 1 0 0 0,0 0 0 0 0,0 0 0 0 0,0 1-1 0 0,0 0 1 0 0,1 0 0 0 0,-13 10 0 0 0,-13 10 14 0 0,-47 42-1 0 0,75-61-8 0 0,-24 23 6 0 0,-40 45 0 0 0,56-56 26 0 0,1 0 0 0 0,0 1 0 0 0,2 0 0 0 0,-15 31 0 0 0,25-46-23 0 0,0-1-1 0 0,0 0 1 0 0,0 1 0 0 0,0-1 0 0 0,1 0 0 0 0,-1 1 0 0 0,1-1-1 0 0,0 1 1 0 0,-1-1 0 0 0,1 0 0 0 0,0 1 0 0 0,1-1-1 0 0,-1 1 1 0 0,0-1 0 0 0,1 1 0 0 0,-1-1 0 0 0,1 0-1 0 0,0 1 1 0 0,0-1 0 0 0,0 0 0 0 0,1 3 0 0 0,0-3-3 0 0,0 1 1 0 0,0-1-1 0 0,0 0 1 0 0,0 0-1 0 0,0-1 1 0 0,0 1-1 0 0,0 0 1 0 0,1-1-1 0 0,-1 1 1 0 0,1-1-1 0 0,-1 0 1 0 0,1 0-1 0 0,0 0 0 0 0,-1 0 1 0 0,1 0-1 0 0,0 0 1 0 0,0-1-1 0 0,3 1 1 0 0,5 0-7 0 0,-1-1 1 0 0,1-1-1 0 0,0 1 0 0 0,-1-1 1 0 0,1-1-1 0 0,0 0 0 0 0,-1-1 1 0 0,0 0-1 0 0,0 0 0 0 0,0-1 1 0 0,0 0-1 0 0,0-1 0 0 0,-1 0 1 0 0,10-8-1 0 0,2-2-3 0 0,-1 0 0 0 0,-1-2 0 0 0,0 0-1 0 0,29-37 1 0 0,25-30-197 0 0,-72 83 159 0 0,-14 29-26 0 0,9-21 63 0 0,-53 91 140 0 0,51-86-118 0 0,1 0-1 0 0,0 0 1 0 0,1 1 0 0 0,0-1-1 0 0,1 1 1 0 0,-2 18 0 0 0,5-30-14 0 0,-1 1 1 0 0,1-1 0 0 0,0 1-1 0 0,1 0 1 0 0,-1-1 0 0 0,0 1-1 0 0,0-1 1 0 0,1 1 0 0 0,-1 0 0 0 0,1-1-1 0 0,-1 1 1 0 0,1-1 0 0 0,0 0-1 0 0,-1 1 1 0 0,1-1 0 0 0,0 1-1 0 0,0-1 1 0 0,0 0 0 0 0,0 0 0 0 0,0 0-1 0 0,2 2 1 0 0,0-1 1 0 0,0 0 1 0 0,0 0 0 0 0,0-1-1 0 0,0 1 1 0 0,0-1-1 0 0,1 0 1 0 0,-1 0-1 0 0,0 0 1 0 0,6 1-1 0 0,3 0 15 0 0,1-1 0 0 0,-1-1 0 0 0,1 0 0 0 0,17-2 0 0 0,-12-1-18 0 0,0 0 1 0 0,0-2-1 0 0,0 0 0 0 0,-1-1 0 0 0,1 0 0 0 0,-2-2 1 0 0,1 0-1 0 0,-1-1 0 0 0,0 0 0 0 0,-1-2 0 0 0,0 0 1 0 0,-1 0-1 0 0,0-1 0 0 0,0-1 0 0 0,21-27 0 0 0,-17 16-12 0 0,0-1 0 0 0,-2-1 0 0 0,-1 0 0 0 0,-2-1-1 0 0,0 0 1 0 0,-2-1 0 0 0,0-1 0 0 0,-2 0 0 0 0,5-30 0 0 0,-13 55 2 0 0,0 1 0 0 0,-1-1-1 0 0,1 0 1 0 0,-1 0 0 0 0,0 1 0 0 0,0-1 0 0 0,0 0 0 0 0,0 0 0 0 0,0 0 0 0 0,-2-5 0 0 0,1 7-1 0 0,-1 2 1 0 0,1 0 1 0 0,-1 1 0 0 0,0-1 0 0 0,1 0 0 0 0,-1 1-1 0 0,0-1 1 0 0,1 1 0 0 0,-1-1 0 0 0,1 1 0 0 0,-1 0-1 0 0,1 0 1 0 0,-1 0 0 0 0,1 0 0 0 0,0 0 0 0 0,-1 0-1 0 0,1 0 1 0 0,0 0 0 0 0,0 0 0 0 0,-2 2 0 0 0,-22 32 38 0 0,16-22 30 0 0,-18 27 281 0 0,1 0-1 0 0,3 2 0 0 0,-24 57 1 0 0,45-96-318 0 0,1 1 0 0 0,0 0 0 0 0,0-1 1 0 0,0 1-1 0 0,0 0 0 0 0,0 0 0 0 0,1-1 1 0 0,-1 1-1 0 0,1 0 0 0 0,0 0 0 0 0,0 0 1 0 0,1 0-1 0 0,-1 0 0 0 0,1-1 0 0 0,2 8 0 0 0,-2-8-16 0 0,0-1 0 0 0,1 1 0 0 0,-1-1-1 0 0,1 0 1 0 0,0 0 0 0 0,0 0 0 0 0,0 0-1 0 0,0 0 1 0 0,0 0 0 0 0,0 0 0 0 0,0-1-1 0 0,0 1 1 0 0,1-1 0 0 0,-1 0 0 0 0,1 0-1 0 0,-1 1 1 0 0,1-2 0 0 0,-1 1-1 0 0,1 0 1 0 0,0 0 0 0 0,-1-1 0 0 0,1 1-1 0 0,3-1 1 0 0,4 1-256 0 0,0-1 0 0 0,0 0 0 0 0,0-1 0 0 0,0 0 0 0 0,0-1-1 0 0,0 0 1 0 0,-1 0 0 0 0,17-6 0 0 0,-15 3-1551 0 0,0 0-1 0 0,0 0 1 0 0,-1-1 0 0 0,11-7-1 0 0,-2-2-4857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106 100 1656 0 0,'-22'-22'3446'0'0,"-3"-3"-86"0"0,-32-27 0 0 0,56 51-3592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93 1864 0 0,'-13'-87'16228'0'0,"13"87"-16195"0"0,0 0 1 0 0,0 0 0 0 0,0 0-1 0 0,0-1 1 0 0,0 1 0 0 0,0 0 0 0 0,0 0-1 0 0,0 0 1 0 0,0-1 0 0 0,0 1-1 0 0,0 0 1 0 0,0 0 0 0 0,0-1-1 0 0,0 1 1 0 0,0 0 0 0 0,0 0-1 0 0,0 0 1 0 0,-1-1 0 0 0,1 1 0 0 0,0 0-1 0 0,0 0 1 0 0,0 0 0 0 0,0 0-1 0 0,0-1 1 0 0,0 1 0 0 0,-1 0-1 0 0,1 0 1 0 0,0 0 0 0 0,0 0 0 0 0,0 0-1 0 0,0 0 1 0 0,-1-1 0 0 0,1 1-1 0 0,0 0 1 0 0,0 0 0 0 0,-1 0-1 0 0,-5 7 262 0 0,-4 15-376 0 0,9-20 175 0 0,-83 229 2246 0 0,28-74-1123 0 0,24-72-711 0 0,-94 271 479 0 0,121-339-990 0 0,-2 4 206 0 0,-6 38-1 0 0,13-58-225 0 0,0 0 0 0 0,0 1 0 0 0,0-1 0 0 0,0 0 0 0 0,0 1 0 0 0,0-1 0 0 0,1 0 0 0 0,-1 1 0 0 0,1-1 0 0 0,-1 0 0 0 0,1 0 0 0 0,-1 1 0 0 0,1-1 0 0 0,-1 0 0 0 0,1 0 0 0 0,0 0 0 0 0,0 0 0 0 0,0 0 0 0 0,0 0 0 0 0,0 0 0 0 0,0 0 0 0 0,0 0 0 0 0,0 0 0 0 0,0 0-1 0 0,0-1 1 0 0,0 1 0 0 0,0 0 0 0 0,1-1 0 0 0,-1 1 0 0 0,0-1 0 0 0,0 0 0 0 0,1 1 0 0 0,-1-1 0 0 0,0 0 0 0 0,1 0 0 0 0,2 1 0 0 0,3-1-651 0 0,0 1 1 0 0,1-1-1 0 0,-1 0 1 0 0,1-1-1 0 0,7-1 1 0 0,-10 2 143 0 0,43-10-8749 0 0,-29 4 1387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5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1172 0 0,'7'-25'19469'0'0,"-1"12"-20243"0"0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7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183 128 1324 0 0,'67'-108'11341'0'0,"-58"89"-9485"0"0,-10 19-1841 0 0,1 0 0 0 0,-1 0 0 0 0,0 0 0 0 0,0 0 0 0 0,0 0 0 0 0,1 0 0 0 0,-1 0 0 0 0,0 0 0 0 0,0 0 0 0 0,1 0 0 0 0,-1 0 0 0 0,0 1 0 0 0,0-1 0 0 0,1 0 0 0 0,-1 0 0 0 0,0 1 1 0 0,1-1-1 0 0,-1 1 0 0 0,0-1 0 0 0,0 1 0 0 0,-6 3 2 0 0,0 0 1 0 0,1 1-1 0 0,-1 0 0 0 0,1 0 1 0 0,0 1-1 0 0,0 0 1 0 0,1 0-1 0 0,-8 11 1 0 0,-2 1-5 0 0,-7 8 7 0 0,2 0 1 0 0,1 1-1 0 0,1 1 0 0 0,1 1 0 0 0,2 0 0 0 0,1 1 0 0 0,-19 57 0 0 0,32-82-1 0 0,-1 0 0 0 0,1 0 1 0 0,0 0-1 0 0,0 0 0 0 0,1 0 0 0 0,-1 1 0 0 0,1-1 1 0 0,1 0-1 0 0,-1 1 0 0 0,1-1 0 0 0,-1 0 0 0 0,1 0 1 0 0,1 0-1 0 0,-1 0 0 0 0,1 0 0 0 0,0 0 0 0 0,0 0 1 0 0,0 0-1 0 0,4 4 0 0 0,-3-4-1 0 0,1-1-1 0 0,0 1 1 0 0,1-1 0 0 0,-1 0-1 0 0,1 0 1 0 0,-1-1 0 0 0,1 1-1 0 0,0-1 1 0 0,0 0 0 0 0,1 0-1 0 0,-1-1 1 0 0,1 0 0 0 0,-1 0-1 0 0,1 0 1 0 0,0 0-1 0 0,8 0 1 0 0,0 0-15 0 0,-1-1-1 0 0,1 0 1 0 0,0-1 0 0 0,0-1-1 0 0,-1 0 1 0 0,1-1-1 0 0,0 0 1 0 0,-1-1 0 0 0,0-1-1 0 0,0 0 1 0 0,0-1-1 0 0,0 0 1 0 0,0-1 0 0 0,-1 0-1 0 0,0-1 1 0 0,13-10-1 0 0,2-4 17 0 0,-1-1 0 0 0,-1-1-1 0 0,-1-1 1 0 0,0-1 0 0 0,25-37-1 0 0,-11 8 612 0 0,-37 53-594 0 0,-21 15 6 0 0,8-2-17 0 0,0 0 0 0 0,2 1 0 0 0,-1 0 0 0 0,2 1 1 0 0,0 0-1 0 0,1 1 0 0 0,0-1 0 0 0,1 2 0 0 0,0-1 1 0 0,-7 29-1 0 0,14-42 13 0 0,0 0 1 0 0,-1 0-1 0 0,1 0 0 0 0,0 0 1 0 0,0 0-1 0 0,0-1 1 0 0,1 1-1 0 0,-1 0 0 0 0,0 0 1 0 0,1 0-1 0 0,-1 0 0 0 0,1-1 1 0 0,0 1-1 0 0,-1 0 1 0 0,1-1-1 0 0,0 1 0 0 0,0 0 1 0 0,0-1-1 0 0,2 3 0 0 0,0-1 6 0 0,0-1 0 0 0,-1 0-1 0 0,1 0 1 0 0,0 0 0 0 0,0 0-1 0 0,0-1 1 0 0,0 1 0 0 0,0-1-1 0 0,0 0 1 0 0,4 1 0 0 0,5 1 60 0 0,-1-1 1 0 0,1 0-1 0 0,0-1 1 0 0,0 0-1 0 0,12-2 1 0 0,-11 0-51 0 0,1 0 1 0 0,0-2 0 0 0,0 0-1 0 0,-1 0 1 0 0,0-1 0 0 0,0-1 0 0 0,0 0-1 0 0,0-1 1 0 0,-1 0 0 0 0,0-1-1 0 0,0 0 1 0 0,0-1 0 0 0,-1-1-1 0 0,19-18 1 0 0,-21 19-48 0 0,-1-2 1 0 0,0 1 0 0 0,-1-1-1 0 0,0 0 1 0 0,0-1-1 0 0,-1 1 1 0 0,-1-1-1 0 0,1-1 1 0 0,-2 1-1 0 0,0-1 1 0 0,0 1-1 0 0,-1-1 1 0 0,0 0-1 0 0,-1-1 1 0 0,-1 1-1 0 0,0 0 1 0 0,0-13-1 0 0,-1 20-9 0 0,-1 0 0 0 0,1 0-1 0 0,-1 1 1 0 0,0-1 0 0 0,0 0 0 0 0,0 1-1 0 0,-1-1 1 0 0,1 1 0 0 0,-1-1 0 0 0,0 1-1 0 0,-1 0 1 0 0,1 0 0 0 0,-1 0 0 0 0,0 0-1 0 0,0 0 1 0 0,0 0 0 0 0,0 1-1 0 0,0-1 1 0 0,-1 1 0 0 0,0 0 0 0 0,0 0-1 0 0,0 1 1 0 0,0-1 0 0 0,0 1 0 0 0,-7-3-1 0 0,2 2-4 0 0,0 0 1 0 0,0 1-1 0 0,0 0 0 0 0,0 1 0 0 0,-1-1 0 0 0,1 2 0 0 0,0 0 0 0 0,-1 0 0 0 0,1 0 0 0 0,0 1 0 0 0,-1 1 0 0 0,-11 3 0 0 0,0 1-3 0 0,1 0-1 0 0,0 2 0 0 0,0 1 0 0 0,-26 15 0 0 0,35-18 7 0 0,1 0-1 0 0,1 1 0 0 0,-1 1 0 0 0,1 0 0 0 0,0 0 1 0 0,0 0-1 0 0,1 1 0 0 0,1 0 0 0 0,-10 16 0 0 0,15-24 6 0 0,1 1 0 0 0,0 0 0 0 0,1-1 0 0 0,-1 1 0 0 0,0 0-1 0 0,1 0 1 0 0,-1 0 0 0 0,1-1 0 0 0,-1 1 0 0 0,1 0 0 0 0,0 0-1 0 0,0 0 1 0 0,-1 0 0 0 0,2 0 0 0 0,-1 0 0 0 0,0 0 0 0 0,0 0-1 0 0,0 0 1 0 0,1-1 0 0 0,-1 1 0 0 0,1 0 0 0 0,1 3 0 0 0,0-2-1 0 0,0-1 1 0 0,0 1 0 0 0,0 0 0 0 0,1-1 0 0 0,-1 0 0 0 0,1 0-1 0 0,-1 1 1 0 0,1-1 0 0 0,0-1 0 0 0,0 1 0 0 0,6 3-1 0 0,3-1 1 0 0,0 1 1 0 0,0-1-1 0 0,0-1 0 0 0,1-1 0 0 0,22 3 0 0 0,-7-4-1 0 0,0-1 0 0 0,0-2 0 0 0,0-1 0 0 0,0-1 0 0 0,-1-1 1 0 0,33-11-1 0 0,153-66-9 0 0,6-1-351 0 0,-218 82 354 0 0,1 1-1 0 0,-1-1 1 0 0,1 1-1 0 0,-1-1 1 0 0,1 1-1 0 0,-1 0 1 0 0,1 0-1 0 0,-1 0 1 0 0,1 0 0 0 0,-1 0-1 0 0,1 0 1 0 0,-1 0-1 0 0,0 1 1 0 0,1-1-1 0 0,-1 0 1 0 0,1 1-1 0 0,-1-1 1 0 0,1 1-1 0 0,-1-1 1 0 0,0 1-1 0 0,1 0 1 0 0,-1 0-1 0 0,2 1 1 0 0,-2-1 0 0 0,0 1 0 0 0,1 0 0 0 0,-1 0 1 0 0,0 0-1 0 0,0 0 0 0 0,0 0 0 0 0,-1 0 1 0 0,1 0-1 0 0,0 0 0 0 0,-1 0 0 0 0,1 1 1 0 0,-1-1-1 0 0,1 4 0 0 0,-1 6-3 0 0,-1 1-1 0 0,0-1 1 0 0,0 0 0 0 0,-4 14-1 0 0,4-24 9 0 0,0 6 5 0 0,-5 21 23 0 0,-1 0 1 0 0,-1 0-1 0 0,-18 43 1 0 0,11-41 782 0 0,14-30-701 0 0,1-1-98 0 0,-1 0 1 0 0,1 1-1 0 0,0-1 0 0 0,0 0 1 0 0,-1 0-1 0 0,1 1 0 0 0,0-1 1 0 0,-1 0-1 0 0,1 0 0 0 0,0 1 1 0 0,-1-1-1 0 0,1 0 0 0 0,0 0 0 0 0,-1 0 1 0 0,1 0-1 0 0,0 0 0 0 0,-1 0 1 0 0,1 1-1 0 0,0-1 0 0 0,-1 0 1 0 0,1 0-1 0 0,-1 0 0 0 0,1 0 1 0 0,0 0-1 0 0,-1 0 0 0 0,1-1 0 0 0,0 1 1 0 0,-1 0-1 0 0,1 0 0 0 0,-1 0 1 0 0,1 0-1 0 0,0 0 0 0 0,-1 0 1 0 0,1-1-1 0 0,0 1 0 0 0,0 0 1 0 0,-1 0-1 0 0,1 0 0 0 0,0-1 0 0 0,-1 1 1 0 0,1 0-1 0 0,0-1 0 0 0,0 1 1 0 0,-1 0-1 0 0,1-1 0 0 0,0 1 1 0 0,0 0-1 0 0,0-1 0 0 0,-1 0 1 0 0,1-4 3 0 0,0-1 1 0 0,1 0 0 0 0,0 0-1 0 0,0 0 1 0 0,0 0 0 0 0,0 0-1 0 0,1 1 1 0 0,0-1 0 0 0,0 1-1 0 0,1-1 1 0 0,-1 1 0 0 0,1 0-1 0 0,0 0 1 0 0,5-5 0 0 0,9-13-24 0 0,31-32 0 0 0,-39 46 9 0 0,21-22-21 0 0,59-49 0 0 0,-71 66-12 0 0,1 2-1 0 0,0 0 0 0 0,1 1 0 0 0,0 0 0 0 0,26-8 1 0 0,-42 17 18 0 0,0 1 1 0 0,1 0 0 0 0,-1 0-1 0 0,1 0 1 0 0,-1 0 0 0 0,1 1-1 0 0,-1 0 1 0 0,1 0 0 0 0,-1 0 0 0 0,1 0-1 0 0,-1 1 1 0 0,1 0 0 0 0,-1 0-1 0 0,1 0 1 0 0,4 2 0 0 0,-6-1 6 0 0,0-1 0 0 0,0 1 0 0 0,-1 0 1 0 0,1 0-1 0 0,-1-1 0 0 0,1 2 0 0 0,-1-1 0 0 0,0 0 1 0 0,1 0-1 0 0,-1 1 0 0 0,-1-1 0 0 0,1 1 0 0 0,0 0 0 0 0,-1-1 1 0 0,1 1-1 0 0,-1 0 0 0 0,0 0 0 0 0,0 0 0 0 0,0 0 1 0 0,0 0-1 0 0,0 0 0 0 0,0 5 0 0 0,-1 1 3 0 0,1 0 0 0 0,-1 0-1 0 0,-1 0 1 0 0,1 1 0 0 0,-2-1-1 0 0,1 0 1 0 0,-1 0 0 0 0,-1-1 0 0 0,-6 17-1 0 0,-3 1 64 0 0,-27 43 0 0 0,16-31 157 0 0,16-32 1518 0 0,11-17-1249 0 0,27-27-484 0 0,2 3 0 0 0,1 1 1 0 0,2 1-1 0 0,1 2 0 0 0,2 1 1 0 0,0 2-1 0 0,77-39 0 0 0,-113 65-8 0 0,0 0 0 0 0,0 1-1 0 0,0-1 1 0 0,0 1-1 0 0,0 0 1 0 0,1 0 0 0 0,-1 0-1 0 0,0 0 1 0 0,1 1-1 0 0,-1-1 1 0 0,1 1 0 0 0,-1 0-1 0 0,1 0 1 0 0,-1 0-1 0 0,0 0 1 0 0,1 1-1 0 0,5 1 1 0 0,-7-1 3 0 0,-1-1 0 0 0,1 1 0 0 0,-1 0 0 0 0,1 0 0 0 0,-1 1 0 0 0,1-1 0 0 0,-1 0 0 0 0,0 0 0 0 0,1 1 0 0 0,-1-1 0 0 0,0 1-1 0 0,0-1 1 0 0,0 1 0 0 0,0-1 0 0 0,0 1 0 0 0,-1 0 0 0 0,2 2 0 0 0,7 29-12 0 0,-8-10 36 0 0,-1-1 0 0 0,-1 1 0 0 0,-1 0 1 0 0,-9 39-1 0 0,6-31 25 0 0,-11 50 433 0 0,16-79-197 0 0,2 2-103 0 0,-2-4-172 0 0,0 0 0 0 0,0 1 0 0 0,0-1 0 0 0,0 0 0 0 0,0 0-1 0 0,0 1 1 0 0,0-1 0 0 0,0 0 0 0 0,0 0 0 0 0,0 1 0 0 0,0-1 0 0 0,0 0 0 0 0,0 0 0 0 0,0 0 0 0 0,1 1 0 0 0,-1-1 0 0 0,0 0 0 0 0,0 0 0 0 0,0 0 0 0 0,0 1 0 0 0,0-1 0 0 0,1 0-1 0 0,-1 0 1 0 0,0 0 0 0 0,0 0 0 0 0,0 1 0 0 0,1-1 0 0 0,-1 0 0 0 0,0 0 0 0 0,0 0 0 0 0,1 0 0 0 0,-1 0 0 0 0,0 0 0 0 0,0 0 0 0 0,0 0 0 0 0,1 0 0 0 0,-1 0 0 0 0,0 0 0 0 0,1 0 0 0 0,10 0 42 0 0,-1-2 1 0 0,1 1-1 0 0,-1-1 1 0 0,1-1 0 0 0,-1 0-1 0 0,0-1 1 0 0,0 0-1 0 0,16-8 1 0 0,78-53-2512 0 0,-71 43-45 0 0,31-22-7143 0 0,-43 28 2452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38:4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3500 0 0,'11'4'15564'0'0,"-8"-6"-15347"0"0,-1-1 0 0 0,0 1 0 0 0,0-1 0 0 0,0 0 0 0 0,0 1 0 0 0,-1-1 0 0 0,1 0 0 0 0,-1 0 0 0 0,1 0 0 0 0,-1-1 0 0 0,0 1 0 0 0,0-4-1 0 0,4-18-3666 0 0,-2 1-4252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86 1104 0 0,'0'0'2343'0'0,"21"-14"3144"0"0,-20 13-5328 0 0,0-1 0 0 0,-1 1 1 0 0,1-1-1 0 0,-1 0 0 0 0,0 1 0 0 0,1-1 0 0 0,-1 0 0 0 0,0 0 0 0 0,0 1 0 0 0,0-1 1 0 0,0 0-1 0 0,0 0 0 0 0,0 1 0 0 0,0-1 0 0 0,-1 0 0 0 0,1 1 0 0 0,-1-1 0 0 0,1 0 1 0 0,-1 1-1 0 0,0-1 0 0 0,0 0 0 0 0,0-1 0 0 0,-1 1-72 0 0,0 0 0 0 0,-1 0 1 0 0,1 0-1 0 0,0 0 0 0 0,-1 0 0 0 0,1 0 0 0 0,-1 1 0 0 0,1-1 0 0 0,-1 1 1 0 0,0 0-1 0 0,-5-2 0 0 0,1 0-71 0 0,0 1 0 0 0,-1 1-1 0 0,1-1 1 0 0,-1 1 0 0 0,1 1 0 0 0,-1 0 0 0 0,0 0-1 0 0,1 0 1 0 0,-10 2 0 0 0,0 3 23 0 0,1 1-1 0 0,-1 0 1 0 0,1 1 0 0 0,1 1-1 0 0,-1 0 1 0 0,1 2 0 0 0,1-1-1 0 0,0 2 1 0 0,0 0 0 0 0,-17 18-1 0 0,16-13-32 0 0,0 0-1 0 0,2 1 0 0 0,0 0 0 0 0,0 1 0 0 0,2 1 0 0 0,1 0 1 0 0,0 0-1 0 0,-7 22 0 0 0,15-37-3 0 0,1 0-1 0 0,-1 1 1 0 0,1-1 0 0 0,1 0-1 0 0,-1 0 1 0 0,0 0 0 0 0,1 1-1 0 0,0-1 1 0 0,0 0 0 0 0,0 1 0 0 0,1-1-1 0 0,0 0 1 0 0,-1 0 0 0 0,1 0-1 0 0,1 1 1 0 0,-1-1 0 0 0,4 7-1 0 0,-3-8 4 0 0,0 0 0 0 0,0-1-1 0 0,1 1 1 0 0,-1-1 0 0 0,0 1-1 0 0,1-1 1 0 0,0 0 0 0 0,-1 0-1 0 0,1 0 1 0 0,0 0 0 0 0,0-1-1 0 0,0 1 1 0 0,0-1 0 0 0,1 1 0 0 0,-1-1-1 0 0,0 0 1 0 0,1-1 0 0 0,-1 1-1 0 0,0 0 1 0 0,1-1 0 0 0,-1 0-1 0 0,6 0 1 0 0,2 0 1 0 0,1-1 1 0 0,-1 0-1 0 0,0 0 1 0 0,1-2-1 0 0,-1 1 1 0 0,0-1-1 0 0,-1-1 1 0 0,1 0-1 0 0,-1 0 0 0 0,1-1 1 0 0,-1-1-1 0 0,0 1 1 0 0,-1-2-1 0 0,0 1 1 0 0,0-1-1 0 0,0-1 1 0 0,-1 1-1 0 0,0-1 0 0 0,0-1 1 0 0,6-10-1 0 0,2-5 14 0 0,-2-1 0 0 0,0-1 0 0 0,-2 0-1 0 0,-1 0 1 0 0,8-33 0 0 0,-5 18 273 0 0,-14 40-250 0 0,6 15 90 0 0,-4 18 42 0 0,-3 43-1 0 0,1 33-24 0 0,2-80-183 0 0,0-5-1434 0 0,6 38 0 0 0,-6-55 366 0 0,0 1-1 0 0,0 0 1 0 0,1-1-1 0 0,0 1 0 0 0,6 10 1 0 0,-1-7-2549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91 360 0 0,'46'-90'18604'0'0,"-45"90"-18546"0"0,-1 1-1 0 0,1-1 1 0 0,-1 0-1 0 0,0 1 1 0 0,1-1 0 0 0,-1 0-1 0 0,1 1 1 0 0,-1-1-1 0 0,0 1 1 0 0,1-1-1 0 0,-1 1 1 0 0,0-1-1 0 0,1 1 1 0 0,-1-1-1 0 0,0 1 1 0 0,0-1-1 0 0,1 2 1 0 0,-13 70 876 0 0,-4 40-1442 0 0,15-95-1444 0 0,1 0 1 0 0,2 24-1 0 0,-1-36 512 0 0,1 1 1 0 0,-1 0 0 0 0,1-1-1 0 0,3 8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3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42 2224 0 0,'7'-19'5448'0'0,"3"-4"4361"0"0,-11 40-8901 0 0,-13 72 799 0 0,-5 60-799 0 0,18-128-3871 0 0,1-1 0 0 0,5 37-1 0 0,-3-47-1035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4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18 125 1492 0 0,'-1'-2'369'0'0,"-1"1"-1"0"0,1 0 1 0 0,0 0-1 0 0,-1 0 1 0 0,1-1 0 0 0,0 1-1 0 0,0 0 1 0 0,0-1-1 0 0,0 1 1 0 0,0-1 0 0 0,0 0-1 0 0,1 1 1 0 0,-1-1-1 0 0,0 0 1 0 0,1 1 0 0 0,-1-1-1 0 0,1-2 1 0 0,-1 2-216 0 0,1 0 1 0 0,1 0-1 0 0,-1 0 0 0 0,0 0 1 0 0,0-1-1 0 0,1 1 0 0 0,-1 0 1 0 0,1 0-1 0 0,-1 0 1 0 0,1 1-1 0 0,0-1 0 0 0,0 0 1 0 0,2-3-1 0 0,-2 3-124 0 0,1-1 0 0 0,0 1 0 0 0,0 0 0 0 0,0-1 1 0 0,1 1-1 0 0,-1 0 0 0 0,0 0 0 0 0,1 1 0 0 0,-1-1 0 0 0,1 0 0 0 0,0 1 0 0 0,-1 0 0 0 0,1-1 0 0 0,0 1 0 0 0,0 0 0 0 0,0 0 0 0 0,0 1 0 0 0,0-1 0 0 0,0 1 1 0 0,0-1-1 0 0,5 1 0 0 0,-1 1-6 0 0,-1-1 1 0 0,0 2-1 0 0,1-1 1 0 0,-1 0 0 0 0,0 1-1 0 0,0 0 1 0 0,0 1-1 0 0,0-1 1 0 0,0 1-1 0 0,-1 0 1 0 0,1 1 0 0 0,-1-1-1 0 0,0 1 1 0 0,8 8-1 0 0,-10-9-7 0 0,1 1 1 0 0,-1 0-1 0 0,0 0 0 0 0,-1 0 0 0 0,1 1 0 0 0,-1-1 0 0 0,0 1 0 0 0,0-1 1 0 0,0 1-1 0 0,0 0 0 0 0,-1 0 0 0 0,0 0 0 0 0,0-1 0 0 0,0 1 1 0 0,-1 0-1 0 0,0 0 0 0 0,0 0 0 0 0,0 0 0 0 0,0 0 0 0 0,-2 9 0 0 0,-3 4 29 0 0,0 0 1 0 0,-2 0-1 0 0,0-1 0 0 0,0 1 0 0 0,-2-2 0 0 0,-15 24 0 0 0,-8 13 1018 0 0,32-52-792 0 0,1-3-243 0 0,0-1 0 0 0,1 1 0 0 0,-1-1 0 0 0,1 1 0 0 0,0-1 0 0 0,0 1 0 0 0,0 0 0 0 0,3-3 0 0 0,3-3 21 0 0,93-102 155 0 0,-67 77-200 0 0,-2-2 1 0 0,41-56 0 0 0,-25 14 2955 0 0,-47 76-2749 0 0,-18 18-192 0 0,9-6-13 0 0,0 0 1 0 0,1 0-1 0 0,0 1 0 0 0,1 1 1 0 0,1-1-1 0 0,0 1 0 0 0,0-1 1 0 0,1 1-1 0 0,1 1 0 0 0,-3 24 1 0 0,5-28 1 0 0,0 0 0 0 0,1-1 0 0 0,0 1 0 0 0,1 0 0 0 0,0 0 1 0 0,0 0-1 0 0,1 0 0 0 0,1 0 0 0 0,-1-1 0 0 0,1 1 0 0 0,1-1 0 0 0,0 0 1 0 0,0 0-1 0 0,1 0 0 0 0,8 10 0 0 0,-10-15-81 0 0,1 0 0 0 0,0 0 1 0 0,0 0-1 0 0,0 0 0 0 0,0-1 0 0 0,1 0 0 0 0,-1 0 1 0 0,1 0-1 0 0,0-1 0 0 0,0 1 0 0 0,0-1 0 0 0,6 1 1 0 0,-1 0-1407 0 0,-1-1 0 0 0,1 0 0 0 0,0-1 0 0 0,-1 0 0 0 0,20-1 0 0 0,-12-1-3462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2216 0 0,'15'-34'18474'0'0,"-10"45"-18354"0"0,-3 13 163 0 0,0 1 1 0 0,-2-1 0 0 0,-1 1-1 0 0,-6 43 1 0 0,0 1-133 0 0,5-40-1332 0 0,4 40 0 0 0,8-6-8886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6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73 656 0 0,'-14'-4'12680'0'0,"118"-16"-11071"0"0,-63 15-1682 0 0,68-13-698 0 0,-40 2-4318 0 0,-56 11 2178 0 0,-1 0-786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12 760 0 0,'-24'-10'8149'0'0,"23"9"-8086"0"0,0 1 0 0 0,0 0 0 0 0,0 0 0 0 0,0 0-1 0 0,0 0 1 0 0,0 0 0 0 0,0 0 0 0 0,0 0 0 0 0,0 0-1 0 0,0 0 1 0 0,0 1 0 0 0,0-1 0 0 0,0 0 0 0 0,1 0-1 0 0,-1 1 1 0 0,0-1 0 0 0,0 1 0 0 0,0-1 0 0 0,0 1-1 0 0,0-1 1 0 0,0 1 0 0 0,1 0 0 0 0,-1-1 0 0 0,0 1-1 0 0,1 0 1 0 0,-1 0 0 0 0,0-1 0 0 0,1 1-1 0 0,-1 0 1 0 0,1 0 0 0 0,-1 0 0 0 0,1 0 0 0 0,-1 0-1 0 0,1 0 1 0 0,0 0 0 0 0,0 0 0 0 0,-1-1 0 0 0,1 1-1 0 0,0 0 1 0 0,0 2 0 0 0,-2 8-62 0 0,1-1-1 0 0,0 1 1 0 0,1 13-1 0 0,0-5 276 0 0,-8 102 51 0 0,1 1-718 0 0,5-42-4898 0 0,2-64 1284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63 2068 0 0,'2'-3'889'0'0,"0"-1"-1"0"0,0 1 0 0 0,0 0 1 0 0,0-1-1 0 0,0 1 1 0 0,-1-1-1 0 0,0 0 0 0 0,0 0 1 0 0,0 1-1 0 0,0-1 0 0 0,0 0 1 0 0,-1-6-1 0 0,0 9-383 0 0,0 0-482 0 0,0 1-1 0 0,0-1 1 0 0,0 1 0 0 0,0 0 0 0 0,0-1-1 0 0,0 1 1 0 0,0 0 0 0 0,0-1 0 0 0,0 1-1 0 0,0 0 1 0 0,-1-1 0 0 0,1 1-1 0 0,0 0 1 0 0,0-1 0 0 0,0 1 0 0 0,-1 0-1 0 0,1 0 1 0 0,0-1 0 0 0,0 1 0 0 0,-1 0-1 0 0,1 0 1 0 0,0-1 0 0 0,-1 1 0 0 0,1 0-1 0 0,0 0 1 0 0,-1 0 0 0 0,1 0-1 0 0,0 0 1 0 0,-1-1 0 0 0,1 1 0 0 0,0 0-1 0 0,-1 0 1 0 0,1 0 0 0 0,0 0 0 0 0,-1 0-1 0 0,1 0 1 0 0,-1 0 0 0 0,1 0-1 0 0,0 0 1 0 0,-1 0 0 0 0,1 0 0 0 0,0 1-1 0 0,-1-1 1 0 0,1 0 0 0 0,0 0 0 0 0,-1 0-1 0 0,1 0 1 0 0,-20 6 286 0 0,0 10-292 0 0,1 0-1 0 0,1 2 1 0 0,0 0-1 0 0,1 1 1 0 0,1 0-1 0 0,1 2 1 0 0,0 0 0 0 0,2 0-1 0 0,0 1 1 0 0,2 1-1 0 0,-10 26 1 0 0,18-41 1 0 0,1 0 1 0 0,0 0-1 0 0,0 0 1 0 0,1 0-1 0 0,-1 15 1 0 0,2-20-20 0 0,0-1 1 0 0,0 0-1 0 0,0 0 1 0 0,0 1-1 0 0,0-1 1 0 0,1 0-1 0 0,-1 0 1 0 0,1 1-1 0 0,-1-1 1 0 0,1 0-1 0 0,0 0 1 0 0,0 0-1 0 0,0 0 1 0 0,0 0 0 0 0,0 0-1 0 0,1 0 1 0 0,-1 0-1 0 0,0-1 1 0 0,1 1-1 0 0,0 0 1 0 0,-1-1-1 0 0,1 1 1 0 0,0-1-1 0 0,0 0 1 0 0,0 1-1 0 0,2 0 1 0 0,8 0 10 0 0,-6-2-6 0 0,0-1 0 0 0,0 1 0 0 0,0-1 0 0 0,0 0 0 0 0,0-1 0 0 0,0 1 0 0 0,0-1-1 0 0,-1-1 1 0 0,1 1 0 0 0,-1-1 0 0 0,1 0 0 0 0,-1 0 0 0 0,0 0 0 0 0,0-1 0 0 0,0 0 0 0 0,-1 0 0 0 0,1 0 0 0 0,-1 0 0 0 0,7-9 0 0 0,-2 1 26 0 0,-1-1 0 0 0,1 0 0 0 0,-2 0 0 0 0,0 0 0 0 0,0-1 0 0 0,-2 0 0 0 0,5-15 0 0 0,26-68 924 0 0,-35 95-966 0 0,-1 2 13 0 0,0 0 1 0 0,0-1-1 0 0,0 1 0 0 0,0-1 1 0 0,0 1-1 0 0,0 0 1 0 0,0-1-1 0 0,0 1 1 0 0,0 0-1 0 0,1-1 1 0 0,-1 1-1 0 0,0 0 1 0 0,0-1-1 0 0,0 1 1 0 0,0 0-1 0 0,1-1 1 0 0,-1 1-1 0 0,0 0 1 0 0,0 0-1 0 0,1-1 1 0 0,-1 1-1 0 0,0 0 1 0 0,0 0-1 0 0,1-1 1 0 0,-1 1-1 0 0,1 0 1 0 0,1 3-14 0 0,0 1 1 0 0,0-1 0 0 0,-1 1 0 0 0,1 0-1 0 0,-1-1 1 0 0,0 1 0 0 0,0 0 0 0 0,0 0-1 0 0,0 0 1 0 0,0 7 0 0 0,0 48 97 0 0,-2-41-71 0 0,1 34-8 0 0,1 69-1912 0 0,1-103-943 0 0,0 0 1 0 0,7 24-1 0 0,-4-28-1414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7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48 952 0 0,'24'-44'14527'0'0,"-21"42"-13230"0"0,1 1 101 0 0,-1 10-964 0 0,-2 29 108 0 0,-1-1 1 0 0,-11 71-1 0 0,2-38-534 0 0,8-55-708 0 0,-3 39-2451 0 0,6-21-4963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77 112 0 0,'1'-4'890'0'0,"0"0"-1"0"0,0 1 1 0 0,0-1 0 0 0,0 0-1 0 0,1 1 1 0 0,0 0-1 0 0,0-1 1 0 0,0 1 0 0 0,3-5-1 0 0,-2 5-590 0 0,0 0 0 0 0,0 1-1 0 0,0-1 1 0 0,0 0 0 0 0,0 1-1 0 0,1 0 1 0 0,-1 0 0 0 0,5-2-1 0 0,-3 1-245 0 0,1 1 0 0 0,-1 1-1 0 0,1-1 1 0 0,0 1 0 0 0,0 0 0 0 0,0 0-1 0 0,0 0 1 0 0,0 1 0 0 0,0 0 0 0 0,0 0-1 0 0,11 2 1 0 0,-15-1-32 0 0,0-1 0 0 0,0 1 0 0 0,-1 0 0 0 0,1-1 0 0 0,-1 1 0 0 0,1 0 0 0 0,0 0 0 0 0,-1 0-1 0 0,0 0 1 0 0,1 0 0 0 0,-1 0 0 0 0,0 1 0 0 0,1-1 0 0 0,-1 0 0 0 0,0 1 0 0 0,0-1 0 0 0,0 1 0 0 0,0-1 0 0 0,0 1 0 0 0,0 0-1 0 0,-1-1 1 0 0,1 1 0 0 0,-1 0 0 0 0,1-1 0 0 0,0 4 0 0 0,0 2 141 0 0,0-1-1 0 0,0 0 0 0 0,-1 1 1 0 0,0-1-1 0 0,-1 10 1 0 0,-2 2 236 0 0,-2 1 1 0 0,0 0-1 0 0,0-1 1 0 0,-13 26-1 0 0,10-26-197 0 0,1 0 0 0 0,1 0-1 0 0,-8 38 1 0 0,14-56-194 0 0,0 1-1 0 0,0 0 1 0 0,0 0 0 0 0,0-1-1 0 0,0 1 1 0 0,0 0 0 0 0,0 0 0 0 0,0 0-1 0 0,1-1 1 0 0,-1 1 0 0 0,0 0-1 0 0,0 0 1 0 0,1-1 0 0 0,-1 1-1 0 0,1 0 1 0 0,-1-1 0 0 0,0 1 0 0 0,1 0-1 0 0,-1-1 1 0 0,1 1 0 0 0,-1-1-1 0 0,1 1 1 0 0,0-1 0 0 0,-1 1-1 0 0,1-1 1 0 0,0 1 0 0 0,-1-1 0 0 0,1 1-1 0 0,0-1 1 0 0,-1 0 0 0 0,1 0-1 0 0,0 1 1 0 0,0-1 0 0 0,-1 0 0 0 0,1 0-1 0 0,0 0 1 0 0,0 0 0 0 0,0 0-1 0 0,-1 0 1 0 0,1 0 0 0 0,0 0-1 0 0,0 0 1 0 0,0 0 0 0 0,1-1 0 0 0,36-6-676 0 0,-38 7 664 0 0,31-11-4203 0 0,47-21-1 0 0,-44 14-1235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8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55 150 1872 0 0,'-48'-37'9433'0'0,"47"36"-9392"0"0,1 1 0 0 0,-1-1 0 0 0,1 1 0 0 0,-1-1 0 0 0,1 1 0 0 0,-1-1 0 0 0,1 1 0 0 0,0-1 0 0 0,-1 0 0 0 0,1 1 0 0 0,0-1 0 0 0,-1 0 0 0 0,1 1 0 0 0,0-1 0 0 0,0 0 0 0 0,0 1 0 0 0,-1-1 0 0 0,1 0 0 0 0,0 1 0 0 0,0-1 0 0 0,0 0 0 0 0,0 0 0 0 0,0 1 0 0 0,0-1 0 0 0,1 0 0 0 0,-1 1 0 0 0,0-1 0 0 0,0 0 1 0 0,0 1-1 0 0,1-1 0 0 0,-1 0 0 0 0,0 1 0 0 0,1-1 0 0 0,-1 0 0 0 0,1 1 0 0 0,-1-1 0 0 0,0 1 0 0 0,1-1 0 0 0,-1 1 0 0 0,1-1 0 0 0,0 1 0 0 0,-1-1 0 0 0,1 1 0 0 0,-1 0 0 0 0,1-1 0 0 0,0 1 0 0 0,-1 0 0 0 0,1-1 0 0 0,0 1 0 0 0,-1 0 0 0 0,1 0 0 0 0,1-1 0 0 0,3-1 2 0 0,-1 1 0 0 0,1-1 0 0 0,0 1 0 0 0,-1 0 0 0 0,1 0 0 0 0,5 0 0 0 0,-5 1-19 0 0,-1 0 0 0 0,1 0 0 0 0,-1 0 0 0 0,1 1 0 0 0,-1 0 1 0 0,1 0-1 0 0,-1 0 0 0 0,1 0 0 0 0,-1 1 0 0 0,0 0 0 0 0,0-1 0 0 0,0 2 0 0 0,0-1 0 0 0,0 0 0 0 0,0 1 0 0 0,-1 0 1 0 0,1 0-1 0 0,-1 0 0 0 0,1 0 0 0 0,-1 0 0 0 0,0 1 0 0 0,-1-1 0 0 0,1 1 0 0 0,-1 0 0 0 0,1 0 0 0 0,-1 0 1 0 0,0 0-1 0 0,0 0 0 0 0,-1 0 0 0 0,1 1 0 0 0,-1-1 0 0 0,0 1 0 0 0,0-1 0 0 0,0 8 0 0 0,-2-1 56 0 0,0-1-1 0 0,0 0 0 0 0,-1 0 0 0 0,0 0 1 0 0,-1 0-1 0 0,0 0 0 0 0,-1-1 0 0 0,-5 11 1 0 0,-1-1 125 0 0,-1 0 1 0 0,-24 31 0 0 0,16-28 1419 0 0,18-22-1428 0 0,1 0-178 0 0,-1-1 1 0 0,1 1-1 0 0,0-1 0 0 0,-1 0 0 0 0,1 1 0 0 0,0-1 1 0 0,0 1-1 0 0,0-1 0 0 0,0 0 0 0 0,0 1 0 0 0,-1-1 1 0 0,1 0-1 0 0,0 1 0 0 0,0-1 0 0 0,0 0 0 0 0,1 1 1 0 0,-1-1-1 0 0,0-1 0 0 0,11-15 18 0 0,0 1 1 0 0,2 0-1 0 0,0 1 1 0 0,0 0-1 0 0,1 1 1 0 0,21-16-1 0 0,4-6 123 0 0,-28 25-127 0 0,71-72 143 0 0,-69 69-145 0 0,-1-1 0 0 0,0-1 0 0 0,17-33 0 0 0,-21 30-82 0 0,-8 14 5 0 0,-9 12 29 0 0,-2 4-20 0 0,1 1 0 0 0,1 0 0 0 0,0 1 0 0 0,1 0 0 0 0,0 1 0 0 0,-12 28 0 0 0,15-30 33 0 0,1 0 0 0 0,0 1 1 0 0,1-1-1 0 0,0 1 0 0 0,1 0 0 0 0,1-1 0 0 0,0 1 1 0 0,0 0-1 0 0,2 14 0 0 0,0-22-35 0 0,0-1-1 0 0,0 0 0 0 0,0 0 1 0 0,0 1-1 0 0,1-1 1 0 0,-1 0-1 0 0,1 0 1 0 0,0 0-1 0 0,0-1 1 0 0,1 1-1 0 0,-1 0 1 0 0,1-1-1 0 0,0 1 1 0 0,-1-1-1 0 0,2 0 1 0 0,-1 0-1 0 0,0 0 1 0 0,1-1-1 0 0,-1 1 1 0 0,1-1-1 0 0,0 0 1 0 0,-1 0-1 0 0,1 0 1 0 0,6 2-1 0 0,1 0-1153 0 0,1-1 0 0 0,0 0 0 0 0,0-1 0 0 0,1-1 0 0 0,-1 1 0 0 0,0-2 0 0 0,19-1 0 0 0,2-1-4356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8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36 1896 0 0,'-10'-9'6821'0'0,"-7"-6"-1190"0"0,11 7-3260 0 0,6 8-2353 0 0,0 0 1 0 0,0 0 0 0 0,0 0-1 0 0,0 0 1 0 0,0 0-1 0 0,0 0 1 0 0,1 0 0 0 0,-1 0-1 0 0,0 0 1 0 0,0 0-1 0 0,0 0 1 0 0,0 0 0 0 0,0 0-1 0 0,0 0 1 0 0,0 0-1 0 0,0-1 1 0 0,0 1-1 0 0,0 0 1 0 0,0 0 0 0 0,0 0-1 0 0,0 0 1 0 0,0 0-1 0 0,0 0 1 0 0,1 0 0 0 0,-1 0-1 0 0,0 0 1 0 0,0 0-1 0 0,0 0 1 0 0,0 0 0 0 0,0 0-1 0 0,0-1 1 0 0,0 1-1 0 0,0 0 1 0 0,0 0-1 0 0,0 0 1 0 0,0 0 0 0 0,0 0-1 0 0,0 0 1 0 0,0 0-1 0 0,0 0 1 0 0,0 0 0 0 0,0 0-1 0 0,0 0 1 0 0,0-1-1 0 0,0 1 1 0 0,-1 0 0 0 0,1 0-1 0 0,0 0 1 0 0,0 0-1 0 0,0 0 1 0 0,0 0 0 0 0,0 0-1 0 0,0 0 1 0 0,0 0-1 0 0,0 0 1 0 0,14 3 274 0 0,18 12-204 0 0,-29-13-76 0 0,1 1 0 0 0,0-1 1 0 0,-1 1-1 0 0,0 0 0 0 0,1 0 1 0 0,-1 0-1 0 0,0 0 1 0 0,-1 0-1 0 0,1 1 0 0 0,0 0 1 0 0,-1-1-1 0 0,0 1 0 0 0,0 0 1 0 0,0 0-1 0 0,-1 0 0 0 0,1 0 1 0 0,1 6-1 0 0,-3-5 48 0 0,1 0 1 0 0,-1 0-1 0 0,0 0 1 0 0,-1 1-1 0 0,1-1 0 0 0,-1 0 1 0 0,0 0-1 0 0,0 0 1 0 0,-1 0-1 0 0,1-1 1 0 0,-1 1-1 0 0,0 0 0 0 0,0-1 1 0 0,-5 8-1 0 0,-15 22 494 0 0,-2-1-1 0 0,-1-2 1 0 0,-38 38-1 0 0,62-68-543 0 0,0 0 0 0 0,0 0-1 0 0,0 0 1 0 0,0 0 0 0 0,0 0 0 0 0,0 0-1 0 0,0 0 1 0 0,1 1 0 0 0,-1-1 0 0 0,0 0-1 0 0,1 1 1 0 0,-1-1 0 0 0,0 3-1 0 0,1-4-6 0 0,0 1 0 0 0,0-1 0 0 0,0 0 0 0 0,0 1 0 0 0,1-1 0 0 0,-1 1 0 0 0,0-1 0 0 0,0 1 0 0 0,0-1 0 0 0,0 1 0 0 0,1-1 0 0 0,-1 0 0 0 0,0 1 0 0 0,0-1 0 0 0,1 0 0 0 0,-1 1 0 0 0,0-1 0 0 0,0 0 0 0 0,1 1 0 0 0,-1-1 0 0 0,0 0 0 0 0,1 1 0 0 0,-1-1 0 0 0,1 0 0 0 0,-1 0 0 0 0,0 0 0 0 0,1 1 0 0 0,2 0-17 0 0,1 0 0 0 0,-1-1 1 0 0,0 1-1 0 0,0-1 0 0 0,0 0 0 0 0,1 1 1 0 0,-1-1-1 0 0,0-1 0 0 0,6 0 0 0 0,50-11-2999 0 0,88-31-1 0 0,-52 13-3341 0 0,-32 12-518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93 2772 0 0,'-81'14'10223'0'0,"79"-14"-9741"0"0,-7 1 1075 0 0,21 1-1040 0 0,42-8-3 0 0,-1-2 0 0 0,76-23 0 0 0,-86 20-789 0 0,36-12-2754 0 0,-30 2-3423 0 0,-32 11 1519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1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 1668 0 0,'-3'0'2137'0'0,"-25"-3"2717"0"0,25 3-3835 0 0,0 0-229 0 0,1 0-633 0 0,1 0 0 0 0,-1 0 0 0 0,0 0 0 0 0,1 1 0 0 0,-1-1 0 0 0,1 1 0 0 0,-1-1 0 0 0,0 1 0 0 0,1-1 0 0 0,0 1 0 0 0,-1 0 0 0 0,1 0 0 0 0,-1 0 0 0 0,1 0 0 0 0,0 0 0 0 0,-1 0 0 0 0,-1 2 0 0 0,1 0 82 0 0,-1 0 0 0 0,1 1 0 0 0,0-1-1 0 0,0 0 1 0 0,1 1 0 0 0,-1 0-1 0 0,-1 5 1 0 0,-2 9 373 0 0,2 0-1 0 0,-3 30 1 0 0,3-22-353 0 0,-2 15 125 0 0,1-1 1 0 0,5 72 0 0 0,5-47-3113 0 0,6-3-4562 0 0,-7-45 1260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1 392 0 0,'0'0'3626'0'0,"-17"10"2143"0"0,51-14-10220 0 0,-19-1 1519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4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2020 0 0,'7'8'5276'0'0,"-4"-4"-4727"0"0,-2-2-352 0 0,0 0-1 0 0,0-1 0 0 0,1 1 0 0 0,-1 0 0 0 0,1-1 0 0 0,-1 1 1 0 0,1-1-1 0 0,0 1 0 0 0,0-1 0 0 0,-1 0 0 0 0,1 0 0 0 0,0 0 0 0 0,0 0 1 0 0,2 1-1 0 0,4-1-1248 0 0,0 0 1 0 0,0-1-1 0 0,-1 0 1 0 0,11-1 0 0 0,-3 0-2076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4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2484 0 0,'88'16'13444'0'0,"-87"-15"-12924"0"0,19 2 1018 0 0,12-5-2399 0 0,21-12-6376 0 0,-40 10 5002 0 0,14-5-3014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3456 0 0,'3'1'2458'0'0,"23"7"5172"0"0,1-5-4181 0 0,-20-4-4352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5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39 612 0 0,'-2'10'14151'0'0,"5"-9"-14109"0"0,0 0-1 0 0,0 0 1 0 0,0 0 0 0 0,0 0 0 0 0,0-1 0 0 0,0 1-1 0 0,0-1 1 0 0,0 0 0 0 0,0 1 0 0 0,0-1 0 0 0,4-1 0 0 0,44-5 99 0 0,-34 3-48 0 0,114-13 203 0 0,-8 2-683 0 0,-41 1-3401 0 0,-69 10 45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 1444 0 0,'-33'-12'15087'0'0,"32"12"-15045"0"0,0 1 0 0 0,0-1 1 0 0,0 0-1 0 0,0 1 0 0 0,0-1 0 0 0,0 1 1 0 0,0 0-1 0 0,0-1 0 0 0,0 1 1 0 0,0 0-1 0 0,0-1 0 0 0,0 1 0 0 0,0 0 1 0 0,1 0-1 0 0,-1 0 0 0 0,0 0 1 0 0,1 0-1 0 0,-1 0 0 0 0,0 0 0 0 0,1 0 1 0 0,-1 0-1 0 0,1 0 0 0 0,0 0 0 0 0,-1 0 1 0 0,1 0-1 0 0,0 0 0 0 0,-1 0 1 0 0,1 0-1 0 0,0 1 0 0 0,0-1 0 0 0,0 1 1 0 0,-11 69 199 0 0,3 1 1 0 0,2 113-1 0 0,6-173-1433 0 0,1 1 0 0 0,5 20-1 0 0,-5-29 176 0 0,0 1-1 0 0,1-1 0 0 0,-1 0 0 0 0,1 0 0 0 0,0 0 0 0 0,4 6 0 0 0,5 4-4498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6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86 316 0 0,'26'-65'12503'0'0,"-26"64"-12427"0"0,1 1-1 0 0,-1-1 0 0 0,0 1 1 0 0,1-1-1 0 0,-1 1 1 0 0,0 0-1 0 0,0-1 1 0 0,1 1-1 0 0,-1-1 0 0 0,0 0 1 0 0,0 1-1 0 0,0-1 1 0 0,0 1-1 0 0,1-1 0 0 0,-1 1 1 0 0,0-1-1 0 0,0 1 1 0 0,0-1-1 0 0,0 1 1 0 0,0-1-1 0 0,-1 0 0 0 0,1 1 1 0 0,0-1-1 0 0,0 1 1 0 0,0-1-1 0 0,0 1 0 0 0,-1-1 1 0 0,1 1-1 0 0,0-1 1 0 0,0 1-1 0 0,-1-1 1 0 0,1 1-1 0 0,0-1 0 0 0,-1 1 1 0 0,0-1-1 0 0,0 1-33 0 0,1-1 1 0 0,-1 1-1 0 0,0 0 0 0 0,0 0 1 0 0,0 0-1 0 0,0 0 0 0 0,1 0 0 0 0,-1 0 1 0 0,0 0-1 0 0,0 0 0 0 0,0 0 0 0 0,0 0 1 0 0,0 0-1 0 0,1 1 0 0 0,-1-1 0 0 0,0 0 1 0 0,-1 1-1 0 0,-13 7 107 0 0,1 1 0 0 0,1 0-1 0 0,-1 1 1 0 0,-20 20 0 0 0,-41 53 14 0 0,70-77-142 0 0,-36 50 62 0 0,38-51-77 0 0,0 0 0 0 0,0 0 0 0 0,1 0 0 0 0,0 0-1 0 0,0 0 1 0 0,0 0 0 0 0,1 1 0 0 0,0-1 0 0 0,0 0-1 0 0,0 7 1 0 0,1-10-6 0 0,-1-1-1 0 0,1 0 1 0 0,1 0-1 0 0,-1 0 1 0 0,0 0-1 0 0,0 0 1 0 0,0 0-1 0 0,0 0 1 0 0,1 0-1 0 0,-1 0 1 0 0,0 0-1 0 0,1-1 0 0 0,-1 1 1 0 0,1 0-1 0 0,-1 0 1 0 0,1 0-1 0 0,0 0 1 0 0,-1 0-1 0 0,1-1 1 0 0,0 1-1 0 0,0 0 1 0 0,-1-1-1 0 0,1 1 1 0 0,0 0-1 0 0,1 0 1 0 0,0 0-1 0 0,0-1 0 0 0,0 1 1 0 0,0-1-1 0 0,0 1 1 0 0,0-1-1 0 0,0 0 0 0 0,0 0 1 0 0,0 0-1 0 0,1 0 0 0 0,-1 0 1 0 0,4-1-1 0 0,0 0 1 0 0,1-1 1 0 0,-1 0-1 0 0,1 0 0 0 0,-1-1 1 0 0,0 1-1 0 0,0-1 0 0 0,6-5 1 0 0,3-3-56 0 0,-2-1 0 0 0,0 0 0 0 0,0-1 0 0 0,17-23 0 0 0,37-64 1696 0 0,-44 68-768 0 0,-22 30-960 0 0,8 16 29 0 0,-9 128 1207 0 0,0-11-2649 0 0,1-110-3257 0 0,9 42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6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1308 0 0,'15'-56'15871'0'0,"-15"56"-15752"0"0,0-1 0 0 0,0 1 0 0 0,0-1 0 0 0,0 1-1 0 0,0 0 1 0 0,0-1 0 0 0,1 1 0 0 0,-1-1 0 0 0,0 1 0 0 0,0 0 0 0 0,0-1 0 0 0,0 1 0 0 0,1 0 0 0 0,-1-1-1 0 0,0 1 1 0 0,0 0 0 0 0,0-1 0 0 0,1 1 0 0 0,-1 0 0 0 0,0-1 0 0 0,1 1 0 0 0,-1 0 0 0 0,1-1 0 0 0,1 4-21 0 0,0 0 0 0 0,-1 0 0 0 0,1 0 1 0 0,-1 0-1 0 0,1 0 0 0 0,-1 0 1 0 0,0 0-1 0 0,0 0 0 0 0,-1 1 1 0 0,1-1-1 0 0,-1 0 0 0 0,1 5 1 0 0,0 50 436 0 0,-1-40-379 0 0,-2 32-165 0 0,2 46-1091 0 0,4-65-2927 0 0,3-3-3313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6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2672 0 0,'7'-19'7378'0'0,"0"0"-3526"0"0,-6 18-3295 0 0,3-3 478 0 0,0 1-317 0 0,3 10-411 0 0,-3 3-204 0 0,0 0 0 0 0,-1-1 0 0 0,0 1 0 0 0,-1 1 0 0 0,0-1 0 0 0,0 0 0 0 0,0 12 0 0 0,-3 75 142 0 0,-1-37 101 0 0,2-58-252 0 0,-1 8 526 0 0,0-17-613 0 0,0 0 0 0 0,1 0 0 0 0,-1 0 0 0 0,2 0 0 0 0,-1 0 0 0 0,1 0 0 0 0,0 0 0 0 0,0 0 0 0 0,0 0 0 0 0,1 0 0 0 0,1 0 0 0 0,2-6 0 0 0,5-11-17 0 0,26-44 1 0 0,-30 59 2 0 0,0-1 0 0 0,1 1 1 0 0,0 0-1 0 0,0 0 1 0 0,1 1-1 0 0,0 0 0 0 0,1 1 1 0 0,0 0-1 0 0,0 0 1 0 0,0 0-1 0 0,1 1 0 0 0,11-5 1 0 0,-17 10 5 0 0,-1 0 1 0 0,1 1-1 0 0,0-1 1 0 0,0 1-1 0 0,0-1 0 0 0,0 1 1 0 0,0 0-1 0 0,-1 1 1 0 0,1-1-1 0 0,0 1 1 0 0,0-1-1 0 0,0 1 1 0 0,-1 0-1 0 0,1 1 0 0 0,0-1 1 0 0,-1 1-1 0 0,1-1 1 0 0,-1 1-1 0 0,1 0 1 0 0,-1 1-1 0 0,0-1 1 0 0,0 0-1 0 0,0 1 1 0 0,0 0-1 0 0,-1-1 0 0 0,3 5 1 0 0,2 0 15 0 0,-1 1 0 0 0,0 1 1 0 0,0-1-1 0 0,-1 1 0 0 0,0 0 1 0 0,0 0-1 0 0,-1 1 0 0 0,4 13 0 0 0,-4-4 66 0 0,-1 0-1 0 0,1 23 0 0 0,2 9-4866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7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32 143 640 0 0,'-15'-48'9018'0'0,"-1"1"-2463"0"0,16 47-6520 0 0,0-1-1 0 0,-1 0 0 0 0,1 0 1 0 0,0 1-1 0 0,0-1 0 0 0,0 0 1 0 0,0 0-1 0 0,0 1 0 0 0,0-1 0 0 0,1 0 1 0 0,-1 0-1 0 0,0 1 0 0 0,0-1 1 0 0,1 0-1 0 0,-1 1 0 0 0,0-1 0 0 0,1 0 1 0 0,-1 1-1 0 0,0-1 0 0 0,1 0 1 0 0,-1 1-1 0 0,1-1 0 0 0,-1 1 1 0 0,1-1-1 0 0,-1 1 0 0 0,1-1 0 0 0,0 1 1 0 0,-1-1-1 0 0,1 1 0 0 0,-1 0 1 0 0,1-1-1 0 0,0 1 0 0 0,-1 0 0 0 0,1-1 1 0 0,0 1-1 0 0,0 0 0 0 0,-1 0 1 0 0,1 0-1 0 0,0 0 0 0 0,0 0 1 0 0,-1 0-1 0 0,1 0 0 0 0,1 0 0 0 0,29 0 126 0 0,-30 0-154 0 0,8 2 24 0 0,1 0-1 0 0,-1 0 1 0 0,0 0 0 0 0,0 1 0 0 0,1 1 0 0 0,-2 0 0 0 0,1 0 0 0 0,0 0 0 0 0,-1 1 0 0 0,0 1 0 0 0,0-1 0 0 0,-1 1 0 0 0,1 0 0 0 0,-1 1 0 0 0,-1 0-1 0 0,9 10 1 0 0,-11-11 45 0 0,0 0 0 0 0,0 0 0 0 0,-1 1 0 0 0,0-1 0 0 0,0 0-1 0 0,0 1 1 0 0,-1 0 0 0 0,0 0 0 0 0,0 0 0 0 0,-1 0 0 0 0,0 0 0 0 0,0 0-1 0 0,-1 0 1 0 0,1 0 0 0 0,-2 0 0 0 0,1 0 0 0 0,-1 0 0 0 0,0 0-1 0 0,0 0 1 0 0,-1 0 0 0 0,0 0 0 0 0,-4 10 0 0 0,-29 52 992 0 0,34-67-548 0 0,1-6-508 0 0,1 0-1 0 0,0 1 1 0 0,0-1 0 0 0,0 0-1 0 0,0 1 1 0 0,0-1 0 0 0,1 1 0 0 0,-1-1-1 0 0,5-5 1 0 0,23-33-13 0 0,-14 22-83 0 0,73-94 90 0 0,-16 20 29 0 0,-43 58-218 0 0,-28 35 57 0 0,-19 19-25 0 0,7-2 155 0 0,1-1 1 0 0,1 2-1 0 0,1-1 1 0 0,0 1-1 0 0,1 0 1 0 0,1 0-1 0 0,-6 31 0 0 0,9-38-27 0 0,2 0 0 0 0,-1 0-1 0 0,1-1 1 0 0,1 1-1 0 0,0 0 1 0 0,0 0 0 0 0,1 0-1 0 0,1 0 1 0 0,-1-1 0 0 0,1 1-1 0 0,1 0 1 0 0,0-1-1 0 0,0 0 1 0 0,1 1 0 0 0,9 15-1 0 0,-10-21-330 0 0,0 0-1 0 0,0 0 0 0 0,1 0 1 0 0,0-1-1 0 0,0 1 0 0 0,0-1 1 0 0,0 0-1 0 0,0 0 1 0 0,0 0-1 0 0,1-1 0 0 0,5 3 1 0 0,-3-2-1585 0 0,1 0 1 0 0,-1-1 0 0 0,13 2 0 0 0,-1 0-4570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30 2336 0 0,'9'-24'11637'0'0,"-9"24"-11578"0"0,0 0 0 0 0,0 0 0 0 0,0-1 0 0 0,0 1 0 0 0,0 0 0 0 0,0 0-1 0 0,0-1 1 0 0,0 1 0 0 0,0 0 0 0 0,0 0 0 0 0,1 0 0 0 0,-1-1 0 0 0,0 1 0 0 0,0 0 0 0 0,0 0 0 0 0,0-1 0 0 0,0 1 0 0 0,0 0 0 0 0,1 0 0 0 0,-1 0 0 0 0,0 0 0 0 0,0-1 0 0 0,0 1 0 0 0,1 0 0 0 0,-1 0 0 0 0,0 0 0 0 0,0 0 0 0 0,0 0 0 0 0,1 0 0 0 0,-1 0 0 0 0,0-1 0 0 0,0 1 0 0 0,1 0 0 0 0,-1 0 0 0 0,0 0 0 0 0,0 0 0 0 0,1 0 0 0 0,-1 0 0 0 0,0 0 0 0 0,0 0 0 0 0,0 0 0 0 0,1 0 0 0 0,-1 0 0 0 0,0 1 0 0 0,0-1 0 0 0,1 0 0 0 0,-1 0 0 0 0,0 0 0 0 0,0 0 0 0 0,1 0 0 0 0,-1 0 0 0 0,0 0 0 0 0,0 1 0 0 0,7 17 846 0 0,0 26-254 0 0,-5-18-100 0 0,-3 0 0 0 0,0 0 0 0 0,-1 0 0 0 0,-9 39 0 0 0,1-7 127 0 0,3-25 148 0 0,1-21 118 0 0,6-12-920 0 0,0 0-1 0 0,0 0 1 0 0,0 0 0 0 0,0 0 0 0 0,-1 0-1 0 0,1 0 1 0 0,0 0 0 0 0,0 0-1 0 0,0 0 1 0 0,0 0 0 0 0,-1 0 0 0 0,1 0-1 0 0,0 0 1 0 0,0 0 0 0 0,0 0-1 0 0,0 0 1 0 0,0 0 0 0 0,-1 0 0 0 0,1 0-1 0 0,0 0 1 0 0,0 0 0 0 0,0 0 0 0 0,0-1-1 0 0,0 1 1 0 0,0 0 0 0 0,-1 0-1 0 0,1 0 1 0 0,0 0 0 0 0,0 0 0 0 0,0 0-1 0 0,0-1 1 0 0,0 1 0 0 0,0 0-1 0 0,0 0 1 0 0,0 0 0 0 0,0 0 0 0 0,0 0-1 0 0,0-1 1 0 0,0 1 0 0 0,0 0-1 0 0,0 0 1 0 0,0 0 0 0 0,0 0 0 0 0,0-1-1 0 0,0 1 1 0 0,0 0 0 0 0,0 0 0 0 0,0 0-1 0 0,0 0 1 0 0,0 0 0 0 0,0-1-1 0 0,0 1 1 0 0,0 0 0 0 0,0 0 0 0 0,0 0-1 0 0,0-1 1 0 0,0-2-3 0 0,0-1 0 0 0,0 1-1 0 0,1-1 1 0 0,-1 1 0 0 0,1-1 0 0 0,0 1 0 0 0,0-1 0 0 0,0 1 0 0 0,3-6-1 0 0,15-30 2 0 0,-17 37-18 0 0,3-7-19 0 0,0 1 0 0 0,1 0 0 0 0,0 0 0 0 0,0 1 1 0 0,12-12-1 0 0,-14 16 11 0 0,0 0 1 0 0,0 0 0 0 0,0 0 0 0 0,0 0 0 0 0,0 1-1 0 0,1 0 1 0 0,-1 0 0 0 0,1 0 0 0 0,0 0-1 0 0,0 1 1 0 0,-1 0 0 0 0,8-1 0 0 0,-8 2 0 0 0,-1 0 1 0 0,1 1 0 0 0,-1-1 0 0 0,0 1-1 0 0,1 0 1 0 0,-1 0 0 0 0,0 0 0 0 0,1 0-1 0 0,-1 1 1 0 0,0 0 0 0 0,0-1 0 0 0,0 1-1 0 0,0 0 1 0 0,-1 0 0 0 0,1 0-1 0 0,0 1 1 0 0,-1-1 0 0 0,0 1 0 0 0,1-1-1 0 0,1 5 1 0 0,2 0-41 0 0,0 1 0 0 0,-1 1 1 0 0,0-1-1 0 0,-1 1 0 0 0,6 15 0 0 0,-7-16-1020 0 0,0 1 1 0 0,1-1-1 0 0,8 15 1 0 0,-10-20-256 0 0,0 1 1 0 0,1-1 0 0 0,0 0-1 0 0,0 0 1 0 0,0 0 0 0 0,4 3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94 136 0 0,'0'-3'3600'0'0,"5"-47"8262"0"0,-5 48-11213 0 0,12-13 1157 0 0,-8 13-1733 0 0,0 0 1 0 0,0 1-1 0 0,0 0 0 0 0,0 0 1 0 0,0 0-1 0 0,0 1 1 0 0,0-1-1 0 0,0 1 0 0 0,0 0 1 0 0,6 1-1 0 0,7-1 93 0 0,177-12-774 0 0,-121 9-8850 0 0,-58 2 2902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8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16 2084 0 0,'-98'45'9740'0'0,"97"-45"-9631"0"0,1 0-1 0 0,-1 0 0 0 0,0 1 1 0 0,0-1-1 0 0,0 0 1 0 0,1 1-1 0 0,-1-1 0 0 0,0 0 1 0 0,1 1-1 0 0,-1-1 0 0 0,0 1 1 0 0,1-1-1 0 0,-1 1 0 0 0,0 0 1 0 0,1-1-1 0 0,-1 1 1 0 0,1 0-1 0 0,-1-1 0 0 0,1 1 1 0 0,0 0-1 0 0,-1 1 0 0 0,1-2-54 0 0,0 1 0 0 0,1-1 0 0 0,-1 0-1 0 0,0 1 1 0 0,0-1 0 0 0,1 1 0 0 0,-1-1 0 0 0,1 1-1 0 0,-1-1 1 0 0,0 0 0 0 0,1 1 0 0 0,-1-1-1 0 0,1 0 1 0 0,-1 1 0 0 0,1-1 0 0 0,-1 0 0 0 0,1 0-1 0 0,-1 0 1 0 0,1 1 0 0 0,-1-1 0 0 0,1 0-1 0 0,0 0 1 0 0,31 5 688 0 0,-1-7-967 0 0,0-2-1 0 0,-1 0 0 0 0,1-2 1 0 0,30-11-1 0 0,-33 9-982 0 0,67-19-4922 0 0,-42 11 813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339 151 296 0 0,'15'-17'9748'0'0,"-11"9"-8530"0"0,3-4 3912 0 0,-23 24-3263 0 0,-28 38-28 0 0,1 1 0 0 0,3 3 0 0 0,-51 90 0 0 0,76-119-1532 0 0,1 0 1 0 0,0 1-1 0 0,2 1 1 0 0,2 0-1 0 0,-13 44 1 0 0,23-70-289 0 0,-1 0 0 0 0,1 0 0 0 0,0 1 0 0 0,0-1 0 0 0,-1 1 0 0 0,1-1 0 0 0,0 0 0 0 0,0 1 0 0 0,0-1 0 0 0,0 1 0 0 0,0-1 0 0 0,1 0 1 0 0,-1 1-1 0 0,0-1 0 0 0,1 0 0 0 0,-1 1 0 0 0,1-1 0 0 0,-1 0 0 0 0,1 0 0 0 0,0 1 0 0 0,-1-1 0 0 0,1 0 0 0 0,0 0 0 0 0,0 0 0 0 0,0 0 0 0 0,0 0 0 0 0,0 0 0 0 0,0 0 0 0 0,0 0 0 0 0,0 0 0 0 0,0-1 1 0 0,0 1-1 0 0,1 0 0 0 0,-1-1 0 0 0,0 1 0 0 0,1-1 0 0 0,-1 1 0 0 0,0-1 0 0 0,1 1 0 0 0,-1-1 0 0 0,0 0 0 0 0,1 0 0 0 0,-1 0 0 0 0,1 0 0 0 0,-1 0 0 0 0,2 0 0 0 0,5-1 24 0 0,1 1-1 0 0,-1-2 0 0 0,0 1 1 0 0,1-1-1 0 0,-1 0 1 0 0,10-5-1 0 0,11-6-14 0 0,-1-1-1 0 0,0-1 1 0 0,-1-2-1 0 0,-1 0 1 0 0,0-2 0 0 0,23-23-1 0 0,-10 5 65 0 0,-1-2-1 0 0,54-72 0 0 0,-74 86 49 0 0,-1 0 0 0 0,21-44-1 0 0,-33 60-47 0 0,-1-1 0 0 0,0 1 0 0 0,-1-1 0 0 0,0 0 0 0 0,-1 0 0 0 0,0 0 0 0 0,0 0 0 0 0,-1 0 0 0 0,0 0 0 0 0,-1-1 0 0 0,-1-13 0 0 0,0 21-78 0 0,0 0 1 0 0,1-1-1 0 0,-1 1 1 0 0,-1 0-1 0 0,1 0 0 0 0,0 0 1 0 0,-1 0-1 0 0,1 0 0 0 0,-1 0 1 0 0,0 0-1 0 0,0 1 0 0 0,0-1 1 0 0,0 1-1 0 0,-1-1 0 0 0,-4-3 1 0 0,2 3-7 0 0,0 0 1 0 0,0 0 0 0 0,0 0-1 0 0,0 1 1 0 0,-1 0 0 0 0,1 0-1 0 0,-1 0 1 0 0,-8-1-1 0 0,-2 1-156 0 0,1 0-1 0 0,0 2 1 0 0,0 0 0 0 0,-1 0-1 0 0,1 2 1 0 0,-17 3-1 0 0,-4 3-1302 0 0,1 2 1 0 0,0 1-1 0 0,-47 22 0 0 0,-93 59-11513 0 0,174-92 12866 0 0,-52 30-8543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2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263 144 968 0 0,'-5'-31'7867'0'0,"3"18"-6767"0"0,-7-38 1478 0 0,8 47-2492 0 0,0 1-1 0 0,0-1 1 0 0,-1 1 0 0 0,0-1 0 0 0,1 1 0 0 0,-1 0 0 0 0,-1 0 0 0 0,1 0 0 0 0,0 0-1 0 0,-1 0 1 0 0,-3-3 0 0 0,4 5-75 0 0,1 0 1 0 0,-1 0-1 0 0,0 0 0 0 0,0 1 0 0 0,0-1 0 0 0,0 0 0 0 0,0 1 0 0 0,1 0 0 0 0,-1 0 1 0 0,0-1-1 0 0,0 1 0 0 0,0 0 0 0 0,0 0 0 0 0,0 1 0 0 0,0-1 0 0 0,-2 1 1 0 0,-30 9 38 0 0,22-2-40 0 0,0 1 1 0 0,1-1-1 0 0,0 2 0 0 0,0-1 0 0 0,1 2 0 0 0,1-1 1 0 0,0 1-1 0 0,0 1 0 0 0,1-1 0 0 0,1 1 0 0 0,0 1 0 0 0,0 0 1 0 0,1 0-1 0 0,1 0 0 0 0,0 0 0 0 0,1 1 0 0 0,-4 19 1 0 0,8-29-2 0 0,-1 0 0 0 0,1 0 0 0 0,-1 0 1 0 0,1 0-1 0 0,0 1 0 0 0,1-1 0 0 0,-1 0 1 0 0,1 0-1 0 0,0 0 0 0 0,0 0 0 0 0,0 0 1 0 0,0 0-1 0 0,1-1 0 0 0,-1 1 0 0 0,1 0 1 0 0,0-1-1 0 0,0 1 0 0 0,1-1 0 0 0,4 6 1 0 0,-5-6-11 0 0,1-1 0 0 0,0 0 0 0 0,0 0 0 0 0,1 0 0 0 0,-1 0 0 0 0,0 0 1 0 0,1-1-1 0 0,-1 0 0 0 0,1 1 0 0 0,-1-1 0 0 0,1 0 0 0 0,-1-1 0 0 0,1 1 1 0 0,0-1-1 0 0,-1 1 0 0 0,1-1 0 0 0,0 0 0 0 0,0 0 0 0 0,-1-1 0 0 0,1 1 0 0 0,6-3 1 0 0,0 1-9 0 0,-2-1 1 0 0,1 0-1 0 0,0-1 1 0 0,0 0 0 0 0,-1 0-1 0 0,0-1 1 0 0,0 0-1 0 0,0 0 1 0 0,-1-1-1 0 0,1 0 1 0 0,-1 0 0 0 0,-1-1-1 0 0,1 1 1 0 0,-1-2-1 0 0,7-10 1 0 0,-2 0 17 0 0,-1 0 0 0 0,-1 0-1 0 0,-1-1 1 0 0,0 0 0 0 0,-2 0 0 0 0,5-21 0 0 0,5-22 1276 0 0,-16 60-1034 0 0,2 21-86 0 0,-12 99 162 0 0,7-69-257 0 0,1-7 164 0 0,4 72 0 0 0,0-94-700 0 0,1-1 0 0 0,1 0 0 0 0,0 0 0 0 0,1 0-1 0 0,16 35 1 0 0,-19-49-291 0 0,1 0-1 0 0,0 0 1 0 0,0-1 0 0 0,0 1-1 0 0,1-1 1 0 0,0 1-1 0 0,-1-1 1 0 0,7 5 0 0 0,5 3-3852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0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7 158 1904 0 0,'-4'-48'7543'0'0,"3"39"-6487"0"0,0-1 0 0 0,0 0 0 0 0,1 0 0 0 0,1 0 0 0 0,-1 0 0 0 0,4-13 1 0 0,-4 21-996 0 0,1 0 0 0 0,0 1 1 0 0,0-1-1 0 0,1 0 1 0 0,-1 0-1 0 0,0 0 1 0 0,1 1-1 0 0,-1-1 1 0 0,1 1-1 0 0,-1-1 1 0 0,1 1-1 0 0,0 0 1 0 0,-1-1-1 0 0,1 1 0 0 0,3-1 1 0 0,-3 1 6 0 0,17 2 54 0 0,-16 0-115 0 0,0 0-1 0 0,-1 0 1 0 0,1 1 0 0 0,-1 0-1 0 0,1-1 1 0 0,-1 1 0 0 0,0 0-1 0 0,0 0 1 0 0,0 0 0 0 0,0 0 0 0 0,0 1-1 0 0,0-1 1 0 0,0 1 0 0 0,-1-1-1 0 0,1 1 1 0 0,1 5 0 0 0,-1-3 1 0 0,0 0 1 0 0,-1 1 0 0 0,0 0 0 0 0,0-1 0 0 0,-1 1-1 0 0,0-1 1 0 0,0 1 0 0 0,-1 8 0 0 0,-2 7 51 0 0,-1 1 0 0 0,-2-1 0 0 0,-11 32 0 0 0,16-51-54 0 0,-23 62 652 0 0,23-62-571 0 0,1-1-48 0 0,0-1-22 0 0,-1 1 0 0 0,1-1 0 0 0,0 1 0 0 0,0-1 1 0 0,-1 1-1 0 0,1-1 0 0 0,0 1 0 0 0,0 0 0 0 0,0-1 0 0 0,0 1 0 0 0,0-1 0 0 0,0 1 0 0 0,0-1 0 0 0,0 1 0 0 0,0-1 0 0 0,0 1 0 0 0,0-1 0 0 0,0 1 0 0 0,1 0 0 0 0,-1-1 0 0 0,0 1 0 0 0,0-1 0 0 0,0 1 0 0 0,1-1 0 0 0,-1 1 0 0 0,0-1 0 0 0,1 0 0 0 0,-1 1 0 0 0,0-1 0 0 0,1 1 0 0 0,-1-1 0 0 0,1 0 0 0 0,-1 1 0 0 0,1-1 0 0 0,22-1-26 0 0,0-1 0 0 0,0-1-1 0 0,0-1 1 0 0,24-8-1 0 0,24-10-3049 0 0,-3-3-5342 0 0,-41 15 2480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25 1584 0 0,'-11'-24'22815'0'0,"11"24"-22746"0"0,-5 14 1204 0 0,-1 27-1972 0 0,4-31 1164 0 0,-9 56-638 0 0,-10 68-283 0 0,20-117-2532 0 0,1 1 1 0 0,3 34-1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1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45 1408 0 0,'-2'-1'324'0'0,"1"1"-1"0"0,-1-1 1 0 0,1 0 0 0 0,-1 0-1 0 0,1 0 1 0 0,-1 0-1 0 0,1 0 1 0 0,0 0 0 0 0,-1-1-1 0 0,1 1 1 0 0,0 0 0 0 0,0-1-1 0 0,0 1 1 0 0,0 0-1 0 0,0-1 1 0 0,0 1 0 0 0,1-1-1 0 0,-1 0 1 0 0,0 1 0 0 0,1-1-1 0 0,-1 0 1 0 0,1 1-1 0 0,0-1 1 0 0,-1 0 0 0 0,1-2-1 0 0,1 3-266 0 0,0 1 0 0 0,0-1 0 0 0,1 0-1 0 0,-1 0 1 0 0,0 1 0 0 0,0-1 0 0 0,1 1 0 0 0,-1-1-1 0 0,0 1 1 0 0,1-1 0 0 0,-1 1 0 0 0,1 0 0 0 0,-1 0 0 0 0,0 0-1 0 0,1 0 1 0 0,-1 0 0 0 0,1 0 0 0 0,-1 0 0 0 0,3 1-1 0 0,1 0-35 0 0,0 1-1 0 0,-1 0 1 0 0,1 0 0 0 0,0 0-1 0 0,-1 0 1 0 0,0 1-1 0 0,1 0 1 0 0,-1 0-1 0 0,0 0 1 0 0,0 0 0 0 0,-1 1-1 0 0,1-1 1 0 0,-1 1-1 0 0,0 0 1 0 0,0 0-1 0 0,0 0 1 0 0,0 1 0 0 0,-1-1-1 0 0,1 1 1 0 0,-1-1-1 0 0,0 1 1 0 0,-1 0-1 0 0,1 0 1 0 0,-1 0 0 0 0,0 0-1 0 0,0 0 1 0 0,-1 0-1 0 0,1 0 1 0 0,-1 0-1 0 0,0 0 1 0 0,-1 0 0 0 0,1 0-1 0 0,-3 8 1 0 0,-1 5 173 0 0,-1-2 1 0 0,-1 1-1 0 0,0-1 0 0 0,-1 0 1 0 0,-1 0-1 0 0,-1 0 1 0 0,0-1-1 0 0,-1-1 0 0 0,-14 18 1 0 0,12-16 786 0 0,11-14-773 0 0,-1 1 0 0 0,0 0 0 0 0,0 0 0 0 0,0-1 0 0 0,-1 1 0 0 0,-4 3 0 0 0,6-5-100 0 0,2-3-84 0 0,0-1-1 0 0,0 1 0 0 0,0 0 0 0 0,0 0 0 0 0,0 0 0 0 0,1 0 1 0 0,-1 0-1 0 0,1 0 0 0 0,-1 0 0 0 0,1 0 0 0 0,2-2 0 0 0,2-2 13 0 0,50-56 31 0 0,-30 35-70 0 0,-1-2 0 0 0,-1-1 0 0 0,20-33 0 0 0,-40 52-31 0 0,-10 14 5 0 0,-9 12 20 0 0,7-3 25 0 0,0 0 1 0 0,0 0 0 0 0,1 1 0 0 0,1 0-1 0 0,0 1 1 0 0,1-1 0 0 0,0 1 0 0 0,1 0-1 0 0,-3 24 1 0 0,6-32-12 0 0,1 1 1 0 0,0 0-1 0 0,0 0 0 0 0,0 0 0 0 0,1 0 0 0 0,0 0 1 0 0,1 0-1 0 0,-1 0 0 0 0,1 0 0 0 0,1-1 1 0 0,-1 1-1 0 0,1-1 0 0 0,0 1 0 0 0,1-1 1 0 0,-1 0-1 0 0,1-1 0 0 0,0 1 0 0 0,1 0 0 0 0,-1-1 1 0 0,1 0-1 0 0,9 7 0 0 0,-6-6-360 0 0,0 0 1 0 0,1-1-1 0 0,-1 0 0 0 0,1 0 0 0 0,0-1 1 0 0,0 0-1 0 0,13 4 0 0 0,-11-5-1288 0 0,0-1 0 0 0,0 0 1 0 0,18 1-1 0 0,-4-3-3270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1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32 1460 0 0,'17'-32'19663'0'0,"-17"48"-18853"0"0,-4 21-1052 0 0,-3 3 109 0 0,-13 80-1517 0 0,18-97-3276 0 0,0 34 0 0 0,5-35-2726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1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13 121 436 0 0,'-10'-10'15667'0'0,"8"7"-14671"0"0,10-1-910 0 0,0-1 0 0 0,1 2 0 0 0,0-1 0 0 0,-1 1 1 0 0,1 0-1 0 0,17-2 0 0 0,-1-1-12 0 0,7-2-326 0 0,63-20-1748 0 0,-81 23-509 0 0,0-1-1 0 0,17-10 1 0 0,-16 5-3083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1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 2392 0 0,'-10'-6'5777'0'0,"9"6"-5687"0"0,1-1 0 0 0,-1 1 1 0 0,1 0-1 0 0,-1-1 1 0 0,0 1-1 0 0,1 0 0 0 0,-1-1 1 0 0,1 1-1 0 0,-1 0 0 0 0,0 0 1 0 0,1 0-1 0 0,-1 0 1 0 0,0 0-1 0 0,0-1 0 0 0,1 1 1 0 0,-1 0-1 0 0,0 1 0 0 0,1-1 1 0 0,-1 0-1 0 0,0 0 0 0 0,1 0 1 0 0,-1 0-1 0 0,0 0 1 0 0,1 1-1 0 0,-1-1 0 0 0,1 0 1 0 0,-1 1-1 0 0,0-1 0 0 0,1 0 1 0 0,-1 1-1 0 0,1-1 0 0 0,-1 1 1 0 0,1-1-1 0 0,-1 1 1 0 0,1-1-1 0 0,-1 1 0 0 0,1-1 1 0 0,0 1-1 0 0,-1-1 0 0 0,1 1 1 0 0,0 0-1 0 0,-1-1 1 0 0,1 1-1 0 0,0 0 0 0 0,-1 0 1 0 0,0 5 75 0 0,0 0 0 0 0,0 0 0 0 0,0 0 1 0 0,1 10-1 0 0,0-4 378 0 0,-2 166 1191 0 0,3-151-2009 0 0,2 0 1 0 0,1 0-1 0 0,1-1 0 0 0,14 42 0 0 0,-17-62-464 0 0,1 0-1 0 0,-1 0 1 0 0,1-1-1 0 0,0 1 1 0 0,1-1-1 0 0,-1 0 1 0 0,1 0-1 0 0,5 5 1 0 0,5 3-4279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2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231 120 4 0 0,'6'-27'4064'0'0,"-4"23"-3329"0"0,0-1 0 0 0,-1 0 0 0 0,0 1 0 0 0,0-1 0 0 0,0 0 1 0 0,0 0-1 0 0,-1 0 0 0 0,0 0 0 0 0,0 0 0 0 0,0 0 0 0 0,-1 0 0 0 0,0 1 0 0 0,0-1 0 0 0,0 0 0 0 0,-3-8 0 0 0,4 13-701 0 0,-1-1 0 0 0,1 1-1 0 0,-1-1 1 0 0,1 0-1 0 0,-1 1 1 0 0,1-1 0 0 0,-1 1-1 0 0,1 0 1 0 0,-1-1 0 0 0,0 1-1 0 0,1-1 1 0 0,-1 1-1 0 0,0 0 1 0 0,1-1 0 0 0,-1 1-1 0 0,0 0 1 0 0,1 0-1 0 0,-1 0 1 0 0,0 0 0 0 0,0-1-1 0 0,1 1 1 0 0,-1 0-1 0 0,0 0 1 0 0,1 0 0 0 0,-1 0-1 0 0,0 1 1 0 0,-1-1-1 0 0,-19 6 237 0 0,11-1-214 0 0,-1 1 1 0 0,1 0-1 0 0,1 1 1 0 0,-1 0-1 0 0,1 0 1 0 0,0 1-1 0 0,-8 9 1 0 0,-4 6 0 0 0,-25 38 0 0 0,39-51-40 0 0,1 0 0 0 0,0 1 0 0 0,1-1 0 0 0,0 1-1 0 0,0 0 1 0 0,-4 21 0 0 0,8-28-12 0 0,1-1 0 0 0,-1 1 0 0 0,1 0 0 0 0,0-1 0 0 0,0 1-1 0 0,0 0 1 0 0,0-1 0 0 0,1 1 0 0 0,-1-1 0 0 0,1 1 0 0 0,2 5 0 0 0,-2-7-5 0 0,0 0 1 0 0,0 0-1 0 0,0 0 1 0 0,1 0-1 0 0,-1 0 1 0 0,1 0-1 0 0,0 0 1 0 0,-1-1-1 0 0,1 1 1 0 0,0-1-1 0 0,0 1 1 0 0,0-1-1 0 0,0 0 0 0 0,0 1 1 0 0,0-1-1 0 0,0 0 1 0 0,1 0-1 0 0,-1-1 1 0 0,3 2-1 0 0,1-1-6 0 0,-1 0 0 0 0,1 0 0 0 0,0 0 0 0 0,0-1 0 0 0,0 0 0 0 0,0 0 1 0 0,-1 0-1 0 0,1-1 0 0 0,0 0 0 0 0,0 0 0 0 0,-1 0 0 0 0,1-1 0 0 0,-1 0 0 0 0,1 0 0 0 0,-1 0 0 0 0,0-1 0 0 0,1 0 0 0 0,-1 0 0 0 0,-1 0 0 0 0,1 0 0 0 0,0-1 0 0 0,-1 0 0 0 0,0 0 0 0 0,0 0 0 0 0,5-7 0 0 0,2-2 238 0 0,-1-1 0 0 0,-1-1 0 0 0,0 0-1 0 0,-1 0 1 0 0,0-1 0 0 0,-2 1 0 0 0,8-24 0 0 0,-1-3 829 0 0,-12 40-1058 0 0,-1 5 0 0 0,1 10-2 0 0,0 1-1 0 0,-1-1 1 0 0,-1 1-1 0 0,-3 21 0 0 0,-2 17-40 0 0,6-22-1386 0 0,6 57-1 0 0,-2-65-2932 0 0,8 32-1 0 0,-5-37-2185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1 135 200 0 0,'3'-6'1562'0'0,"0"0"-1"0"0,-1 0 1 0 0,0 0-1 0 0,0-1 1 0 0,0 1-1 0 0,0-7 1 0 0,-1 9-1294 0 0,-1-1 1 0 0,1 1-1 0 0,0 0 0 0 0,0 0 1 0 0,0 0-1 0 0,1 0 1 0 0,-1 1-1 0 0,1-1 0 0 0,0 0 1 0 0,0 0-1 0 0,0 1 0 0 0,1 0 1 0 0,-1-1-1 0 0,1 1 0 0 0,0 0 1 0 0,0 0-1 0 0,0 0 0 0 0,0 1 1 0 0,5-4-1 0 0,-6 5-252 0 0,0 0-1 0 0,0-1 1 0 0,0 1 0 0 0,0 0-1 0 0,0 0 1 0 0,1 1-1 0 0,-1-1 1 0 0,0 0 0 0 0,0 1-1 0 0,1-1 1 0 0,-1 1-1 0 0,1 0 1 0 0,-1 0 0 0 0,0 0-1 0 0,1 0 1 0 0,-1 0-1 0 0,0 1 1 0 0,1-1-1 0 0,-1 1 1 0 0,0-1 0 0 0,1 1-1 0 0,3 2 1 0 0,-4-3-9 0 0,0 1-1 0 0,0 0 1 0 0,0 1-1 0 0,-1-1 1 0 0,1 0 0 0 0,0 0-1 0 0,-1 1 1 0 0,1-1 0 0 0,-1 1-1 0 0,1-1 1 0 0,-1 1 0 0 0,0 0-1 0 0,1 0 1 0 0,-1 0-1 0 0,0-1 1 0 0,0 1 0 0 0,0 0-1 0 0,-1 0 1 0 0,1 0 0 0 0,0 0-1 0 0,-1 0 1 0 0,1 1 0 0 0,-1-1-1 0 0,0 0 1 0 0,0 0-1 0 0,0 3 1 0 0,0 3 43 0 0,0-1 0 0 0,0 1 0 0 0,-1 0-1 0 0,0-1 1 0 0,-4 13 0 0 0,-35 102 817 0 0,30-87-568 0 0,9-33-223 0 0,1-2-65 0 0,0 1-1 0 0,0 0 1 0 0,0-1-1 0 0,0 1 1 0 0,0-1-1 0 0,0 1 1 0 0,1-1-1 0 0,-1 1 1 0 0,0-1-1 0 0,0 1 1 0 0,0-1-1 0 0,1 1 1 0 0,-1-1 0 0 0,0 1-1 0 0,1-1 1 0 0,-1 1-1 0 0,0-1 1 0 0,1 0-1 0 0,-1 1 1 0 0,1-1-1 0 0,-1 0 1 0 0,1 1-1 0 0,-1-1 1 0 0,0 0-1 0 0,1 1 1 0 0,-1-1-1 0 0,1 0 1 0 0,-1 0 0 0 0,1 0-1 0 0,1 1 1 0 0,22-1 140 0 0,29-14-504 0 0,-49 13 235 0 0,59-22-2865 0 0,-21 5-3033 0 0,-14 5-1165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2568 0 0,'-11'-14'9855'0'0,"8"9"-8447"0"0,6 6-1376 0 0,1-1 0 0 0,-1 1 0 0 0,1 0 0 0 0,-1 1 0 0 0,1-1 0 0 0,-1 1 0 0 0,0-1-1 0 0,0 1 1 0 0,0 0 0 0 0,0 0 0 0 0,0 0 0 0 0,0 0 0 0 0,0 1 0 0 0,-1-1 0 0 0,1 1 0 0 0,-1 0 0 0 0,0 0 0 0 0,1 0-1 0 0,-1 0 1 0 0,-1 0 0 0 0,1 0 0 0 0,0 0 0 0 0,-1 1 0 0 0,0-1 0 0 0,2 6 0 0 0,-1-1 231 0 0,0-1 1 0 0,-1 0 0 0 0,0 1 0 0 0,-1-1-1 0 0,1 0 1 0 0,-1 1 0 0 0,-1-1 0 0 0,1 1-1 0 0,-1-1 1 0 0,-1 0 0 0 0,-3 14 0 0 0,-40 87 1895 0 0,26-65-1808 0 0,19-43-347 0 0,0 0 0 0 0,0 1 0 0 0,0-1 0 0 0,0 0 0 0 0,0 1 1 0 0,0-1-1 0 0,0 0 0 0 0,0 1 0 0 0,0-1 0 0 0,0 0 0 0 0,0 1 0 0 0,0-1 0 0 0,0 0 1 0 0,0 1-1 0 0,0-1 0 0 0,0 0 0 0 0,0 1 0 0 0,1-1 0 0 0,-1 0 0 0 0,0 1 0 0 0,0-1 1 0 0,0 0-1 0 0,1 0 0 0 0,-1 1 0 0 0,0-1 0 0 0,0 0 0 0 0,1 0 0 0 0,-1 1 0 0 0,0-1 1 0 0,0 0-1 0 0,1 0 0 0 0,-1 0 0 0 0,0 0 0 0 0,1 1 0 0 0,-1-1 0 0 0,1 0 0 0 0,13 4 103 0 0,-1-4-103 0 0,1 0 0 0 0,0-1 0 0 0,-1 0 0 0 0,25-6 0 0 0,57-20-1123 0 0,-49 13-59 0 0,46-16-2473 0 0,-30 6-1596 0 0,-8 2-1769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57 652 0 0,'-38'-34'11260'0'0,"25"19"-8339"0"0,13 14-2899 0 0,1 1 0 0 0,-1-1 0 0 0,0 1 0 0 0,1-1 1 0 0,0 1-1 0 0,-1-1 0 0 0,1 1 0 0 0,-1 0 0 0 0,1-1 0 0 0,-1 1 1 0 0,1 0-1 0 0,0-1 0 0 0,-1 1 0 0 0,1 0 0 0 0,0 0 0 0 0,-1-1 1 0 0,1 1-1 0 0,0 0 0 0 0,0 0 0 0 0,-1 0 0 0 0,1 0 1 0 0,0 0-1 0 0,-1 0 0 0 0,1 0 0 0 0,0 0 0 0 0,0 0 0 0 0,-1 0 1 0 0,1 1-1 0 0,0-1 0 0 0,-1 0 0 0 0,1 0 0 0 0,0 1 0 0 0,-1-1 1 0 0,2 1-1 0 0,8 3 40 0 0,-1 1 0 0 0,1 0 0 0 0,-1 1 0 0 0,0 0 0 0 0,0 0 0 0 0,-1 1 0 0 0,0 0 1 0 0,0 0-1 0 0,-1 1 0 0 0,11 13 0 0 0,-15-16-10 0 0,1-1 1 0 0,-1 1 0 0 0,0 0-1 0 0,-1 0 1 0 0,1 0-1 0 0,-1 1 1 0 0,0-1-1 0 0,-1 0 1 0 0,1 1-1 0 0,-1 0 1 0 0,0-1-1 0 0,0 1 1 0 0,-1 0-1 0 0,0-1 1 0 0,0 1-1 0 0,0 0 1 0 0,0-1-1 0 0,-1 1 1 0 0,0 0 0 0 0,0-1-1 0 0,-5 11 1 0 0,-2 4 139 0 0,-2-1 1 0 0,-1-1 0 0 0,0 0-1 0 0,-16 19 1 0 0,26-36-80 0 0,16-6-57 0 0,7-7-55 0 0,-1 0 0 0 0,-1-2 0 0 0,0 0 1 0 0,32-30-1 0 0,-17 13-4 0 0,-31 29 16 0 0,56-52-43 0 0,-53 47 184 0 0,-1 0 0 0 0,0 0 0 0 0,0 0 0 0 0,-1-1 0 0 0,0 0 0 0 0,5-12 0 0 0,-9 20-149 0 0,-1 0 0 0 0,0-1 1 0 0,0 1-1 0 0,0 0 0 0 0,1-1 0 0 0,-1 1 0 0 0,0 0 0 0 0,0-1 0 0 0,0 1 0 0 0,0 0 0 0 0,0-1 0 0 0,0 1 0 0 0,0 0 0 0 0,0-1 0 0 0,0 1 0 0 0,0-1 0 0 0,0 1 0 0 0,0 0 0 0 0,0-1 0 0 0,0 1 0 0 0,0 0 0 0 0,0-1 0 0 0,0 1 0 0 0,0 0 0 0 0,0-1 0 0 0,0 1 0 0 0,-1 0 0 0 0,1-1 0 0 0,0 1 0 0 0,0 0 0 0 0,0-1 0 0 0,-1 1 0 0 0,1 0 0 0 0,0 0 0 0 0,0-1 0 0 0,-1 1 0 0 0,1 0 0 0 0,0 0 0 0 0,-1 0 0 0 0,1-1 0 0 0,0 1 0 0 0,-1 0 0 0 0,1 0 0 0 0,0 0 0 0 0,-1 0 0 0 0,1 0 0 0 0,0 0 0 0 0,-1 0 0 0 0,1 0 0 0 0,0-1 0 0 0,-1 1 0 0 0,1 0 0 0 0,0 1 0 0 0,-1-1 0 0 0,-17 3 71 0 0,11 0-71 0 0,1 1 0 0 0,0 0 1 0 0,0 0-1 0 0,0 1 0 0 0,1 0 1 0 0,-1 0-1 0 0,1 0 0 0 0,0 0 1 0 0,0 1-1 0 0,1 0 0 0 0,0 0 1 0 0,0 0-1 0 0,0 1 0 0 0,-2 6 1 0 0,0 0 9 0 0,1-1 0 0 0,1 1 0 0 0,0 0 1 0 0,1 0-1 0 0,0 0 0 0 0,-2 24 1 0 0,5-31-2 0 0,0 0 1 0 0,0 0-1 0 0,0 0 1 0 0,1 0-1 0 0,0 0 1 0 0,0 0-1 0 0,1 0 1 0 0,-1 0-1 0 0,1 0 1 0 0,1 0-1 0 0,-1-1 1 0 0,5 7-1 0 0,-5-8-193 0 0,0-1 0 0 0,1 0 0 0 0,-1 0 0 0 0,1 0 0 0 0,0 0 0 0 0,0-1 0 0 0,0 1 0 0 0,1-1 0 0 0,-1 0-1 0 0,1 1 1 0 0,-1-2 0 0 0,1 1 0 0 0,0 0 0 0 0,-1-1 0 0 0,1 1 0 0 0,0-1 0 0 0,0 0 0 0 0,0-1 0 0 0,6 1 0 0 0,52-1-7975 0 0,-38-1 1922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3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36 1968 0 0,'-2'-10'8561'0'0,"2"10"-8561"0"0,-1-2 455 0 0,1 1-1 0 0,-1 0 1 0 0,1 0-1 0 0,0-1 1 0 0,0 1 0 0 0,-1 0-1 0 0,1-1 1 0 0,0 1-1 0 0,0 0 1 0 0,0-1 0 0 0,0 1-1 0 0,1-2 1 0 0,5-3-280 0 0,-5 5 13 0 0,3 1-36 0 0,1 1-117 0 0,0-1 0 0 0,0 0 1 0 0,-1 1-1 0 0,1 0 0 0 0,0 0 1 0 0,0 0-1 0 0,0 1 0 0 0,-1 0 1 0 0,1 0-1 0 0,-1 0 0 0 0,1 0 1 0 0,-1 1-1 0 0,0 0 1 0 0,6 4-1 0 0,-8-5 62 0 0,0 0-1 0 0,1 1 1 0 0,-1-1-1 0 0,0 1 1 0 0,0 0 0 0 0,-1-1-1 0 0,1 1 1 0 0,-1 0 0 0 0,1 0-1 0 0,-1 0 1 0 0,0 0-1 0 0,0 0 1 0 0,0 0 0 0 0,0 1-1 0 0,-1-1 1 0 0,1 0 0 0 0,-1 0-1 0 0,0 1 1 0 0,0-1 0 0 0,0 0-1 0 0,0 0 1 0 0,-1 1-1 0 0,-1 4 1 0 0,-3 7 446 0 0,-1 0 0 0 0,-1-1-1 0 0,0 0 1 0 0,-1 0 0 0 0,0-1-1 0 0,-2 0 1 0 0,-15 17 0 0 0,-10 18 351 0 0,34-48-892 0 0,1 1-1 0 0,0-1 1 0 0,0 0 0 0 0,0 0-1 0 0,0 1 1 0 0,0-1 0 0 0,0 0-1 0 0,0 0 1 0 0,0 1 0 0 0,-1-1 0 0 0,1 0-1 0 0,0 0 1 0 0,0 1 0 0 0,0-1-1 0 0,0 0 1 0 0,0 0 0 0 0,0 1-1 0 0,0-1 1 0 0,1 0 0 0 0,-1 1-1 0 0,0-1 1 0 0,0 0 0 0 0,0 0 0 0 0,0 1-1 0 0,0-1 1 0 0,0 0 0 0 0,0 0-1 0 0,1 0 1 0 0,-1 1 0 0 0,0-1-1 0 0,0 0 1 0 0,0 0 0 0 0,0 0-1 0 0,1 1 1 0 0,-1-1 0 0 0,0 0 0 0 0,0 0-1 0 0,1 0 1 0 0,-1 0 0 0 0,0 0-1 0 0,0 1 1 0 0,1-1 0 0 0,-1 0-1 0 0,0 0 1 0 0,0 0 0 0 0,1 0-1 0 0,-1 0 1 0 0,0 0 0 0 0,0 0 0 0 0,1 0-1 0 0,11 1-70 0 0,10-2-551 0 0,-1-1 0 0 0,0-1 0 0 0,32-10 1 0 0,-14 4-569 0 0,211-50-10918 0 0,-169 37 5227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4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40 104 3152 0 0,'-15'-2'10993'0'0,"-9"-1"-4209"0"0,24 3-6771 0 0,0 0 0 0 0,0 0-1 0 0,0 0 1 0 0,0 0 0 0 0,0 0 0 0 0,0 0-1 0 0,0 0 1 0 0,0 0 0 0 0,0 0 0 0 0,0 0-1 0 0,0 0 1 0 0,0 0 0 0 0,0-1 0 0 0,0 1-1 0 0,0 0 1 0 0,0 0 0 0 0,0 0 0 0 0,-1 0-1 0 0,1 0 1 0 0,0 0 0 0 0,0 0 0 0 0,0 0-1 0 0,0 0 1 0 0,0 0 0 0 0,0 0 0 0 0,0 0-1 0 0,0-1 1 0 0,0 1 0 0 0,0 0 0 0 0,0 0 0 0 0,0 0-1 0 0,0 0 1 0 0,0 0 0 0 0,1 0 0 0 0,-1 0-1 0 0,0 0 1 0 0,0 0 0 0 0,0 0 0 0 0,0 0-1 0 0,0 0 1 0 0,0-1 0 0 0,0 1 0 0 0,0 0-1 0 0,0 0 1 0 0,0 0 0 0 0,0 0 0 0 0,0 0-1 0 0,0 0 1 0 0,0 0 0 0 0,0 0 0 0 0,0 0-1 0 0,0 0 1 0 0,1 0 0 0 0,-1 0 0 0 0,0 0-1 0 0,0 0 1 0 0,0 0 0 0 0,0 0 0 0 0,0 0-1 0 0,0 0 1 0 0,0 0 0 0 0,0 0 0 0 0,0 0-1 0 0,16-6-65 0 0,89-21 377 0 0,-21 6-1845 0 0,-2-4-3619 0 0,-50 8-1474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46 908 0 0,'-23'-18'7591'0'0,"17"14"-5274"0"0,1 0-1 0 0,-1 0 1 0 0,0 0-1 0 0,-9-3 1160 0 0,14 7-3291 0 0,0-1 0 0 0,0 1 0 0 0,0-1 0 0 0,0 1 0 0 0,0-1 0 0 0,0 1 0 0 0,0 0 0 0 0,0-1 0 0 0,-1 1 0 0 0,1 0 0 0 0,0 0 0 0 0,0 0 0 0 0,0 0 0 0 0,0 0 0 0 0,-1 0 0 0 0,1 0 0 0 0,0 0 0 0 0,0 1-1 0 0,0-1 1 0 0,0 0 0 0 0,-2 1 0 0 0,-1 7 74 0 0,0 0 0 0 0,1 0 0 0 0,0 0-1 0 0,1 0 1 0 0,0 0 0 0 0,0 1 0 0 0,-1 9 0 0 0,-2 65 371 0 0,5-57-543 0 0,1 135 340 0 0,1-137-1090 0 0,8 33 0 0 0,-6-42-553 0 0,0-1 0 0 0,1 0 0 0 0,8 18 0 0 0,3-6-2135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4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39 2084 0 0,'-16'-4'6894'0'0,"0"-4"-2780"0"0,12 6-3538 0 0,0 0 0 0 0,0 0 0 0 0,1 1 0 0 0,-1-1 0 0 0,0 1 0 0 0,0 0 0 0 0,-9-1 0 0 0,33 1-4057 0 0,37-5-1 0 0,-43 4 821 0 0,9-3-3011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30 356 0 0,'15'-4'3320'0'0,"23"-6"10967"0"0,-33 9-14309 0 0,1 0 1 0 0,-1 0-1 0 0,1 0 1 0 0,10 0-1 0 0,-11 1-472 0 0,81-7-8556 0 0,-54 4 3143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5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2196 0 0,'51'-3'12508'0'0,"-4"1"-5409"0"0,-45 2-6481 0 0,30-7-199 0 0,-18 5-1195 0 0,37-7-3869 0 0,-17 3-3049 0 0,-11 1 373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5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82 704 0 0,'-2'-1'2578'0'0,"-47"-13"9027"0"0,40 11-10239 0 0,201-18-917 0 0,-71 9-1672 0 0,-2-5-3683 0 0,-94 11 1472 0 0,-3-2-1301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16 832 0 0,'-5'-4'3678'0'0,"-14"-7"2172"0"0,18 11-5697 0 0,0 0-1 0 0,0 0 1 0 0,0 0 0 0 0,0 0 0 0 0,0 0 0 0 0,1 0 0 0 0,-1 0-1 0 0,0 0 1 0 0,0 0 0 0 0,0 0 0 0 0,0 0 0 0 0,1 0-1 0 0,-1 1 1 0 0,0-1 0 0 0,0 0 0 0 0,0 1 0 0 0,1-1 0 0 0,-1 0-1 0 0,0 1 1 0 0,0-1 0 0 0,1 1 0 0 0,-2 0 0 0 0,1 1-42 0 0,-1 1 1 0 0,1-1-1 0 0,0 0 1 0 0,-1 1-1 0 0,1-1 0 0 0,1 1 1 0 0,-1 0-1 0 0,0-1 1 0 0,0 1-1 0 0,1 0 1 0 0,-1 4-1 0 0,0 2 206 0 0,-15 67 452 0 0,-7 115 1 0 0,22-172-2071 0 0,3 36 0 0 0,8-7-5090 0 0,-3-29 720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6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231 107 1872 0 0,'0'-3'683'0'0,"4"-46"8331"0"0,-5 46-8689 0 0,1 0-1 0 0,0 0 0 0 0,0 0 0 0 0,-1 1 0 0 0,0-1 0 0 0,1 0 0 0 0,-1 0 0 0 0,0 1 0 0 0,0-1 0 0 0,-1 0 0 0 0,1 1 1 0 0,0-1-1 0 0,-1 1 0 0 0,-3-4 0 0 0,4 5-277 0 0,0-1-1 0 0,-1 1 1 0 0,1 0 0 0 0,-1 0 0 0 0,0 1-1 0 0,1-1 1 0 0,-1 0 0 0 0,0 0 0 0 0,0 1-1 0 0,1-1 1 0 0,-1 1 0 0 0,0 0 0 0 0,0-1-1 0 0,0 1 1 0 0,1 0 0 0 0,-1 0 0 0 0,0 0-1 0 0,0 0 1 0 0,0 1 0 0 0,1-1 0 0 0,-1 0-1 0 0,0 1 1 0 0,0-1 0 0 0,0 1 0 0 0,1 0-1 0 0,-1-1 1 0 0,-2 3 0 0 0,-4 1-15 0 0,1 0-1 0 0,0 1 1 0 0,0 0 0 0 0,-11 11 0 0 0,1 0 31 0 0,1 1 0 0 0,1 0 0 0 0,-20 30 0 0 0,30-39-82 0 0,0-1 0 0 0,1 1 0 0 0,0 0 0 0 0,0 0 0 0 0,1 0 1 0 0,0 0-1 0 0,1 1 0 0 0,0-1 0 0 0,0 1 0 0 0,1 0 0 0 0,0-1 0 0 0,0 15 1 0 0,1-21 3 0 0,0 1 1 0 0,0-1 0 0 0,1 0-1 0 0,-1 0 1 0 0,0 0 0 0 0,1 0 0 0 0,0 0-1 0 0,-1-1 1 0 0,1 1 0 0 0,0 0-1 0 0,0 0 1 0 0,0 0 0 0 0,0-1 0 0 0,1 1-1 0 0,-1 0 1 0 0,0-1 0 0 0,1 1-1 0 0,-1-1 1 0 0,1 0 0 0 0,-1 1 0 0 0,1-1-1 0 0,0 0 1 0 0,-1 0 0 0 0,1 0-1 0 0,0 0 1 0 0,0 0 0 0 0,0 0 0 0 0,0-1-1 0 0,0 1 1 0 0,0-1 0 0 0,0 1-1 0 0,3-1 1 0 0,1 1 7 0 0,-1-1 0 0 0,1 0 0 0 0,-1-1 0 0 0,0 0-1 0 0,1 0 1 0 0,-1 0 0 0 0,0 0 0 0 0,0-1 0 0 0,0 1 0 0 0,0-1 0 0 0,0-1 0 0 0,5-2 0 0 0,-3 0-3 0 0,1 0 0 0 0,-1 0 0 0 0,0-1 0 0 0,-1 0 0 0 0,0 0 0 0 0,0-1 0 0 0,6-7 0 0 0,31-55 883 0 0,-14 21 1595 0 0,-25 41-2236 0 0,2-3-34 0 0,-6 10-197 0 0,0 0 0 0 0,1 1 0 0 0,-1-1 0 0 0,0 0 0 0 0,1 1 0 0 0,-1-1 0 0 0,0 0-1 0 0,0 1 1 0 0,1-1 0 0 0,-1 0 0 0 0,0 1 0 0 0,0-1 0 0 0,0 0 0 0 0,0 1 0 0 0,0-1 0 0 0,1 1-1 0 0,-1-1 1 0 0,0 0 0 0 0,0 1 0 0 0,0-1 0 0 0,0 1 0 0 0,0-1 0 0 0,0 0 0 0 0,0 1 0 0 0,0-1 0 0 0,0 1-1 0 0,-1-1 1 0 0,1 0 0 0 0,0 1 0 0 0,0-1 0 0 0,0 1 0 0 0,-8 98 217 0 0,4-73-915 0 0,2 0-1 0 0,0 1 1 0 0,2-1 0 0 0,3 27 0 0 0,-2-47 166 0 0,6 26-3256 0 0,2-12-1788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6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63 2368 0 0,'19'-37'10595'0'0,"-18"34"-10389"0"0,1 1 0 0 0,0 0 0 0 0,-1 0-1 0 0,1 0 1 0 0,0 0 0 0 0,0 0 0 0 0,0 1 0 0 0,1-1-1 0 0,-1 1 1 0 0,0-1 0 0 0,1 1 0 0 0,3-2 0 0 0,-4 2-85 0 0,2 1-32 0 0,-1 0-73 0 0,0 1 0 0 0,1-1 1 0 0,-1 1-1 0 0,0-1 0 0 0,0 1 1 0 0,0 0-1 0 0,0 0 0 0 0,4 2 1 0 0,-6-2-10 0 0,1 0-1 0 0,-1-1 1 0 0,1 1 0 0 0,-1 0 0 0 0,0 0 0 0 0,0 0 0 0 0,1 0-1 0 0,-1 0 1 0 0,0 1 0 0 0,0-1 0 0 0,0 0 0 0 0,0 0 0 0 0,0 1-1 0 0,-1-1 1 0 0,1 0 0 0 0,0 1 0 0 0,-1-1 0 0 0,1 1 0 0 0,-1-1-1 0 0,1 1 1 0 0,0 2 0 0 0,-1 4 197 0 0,0 0-1 0 0,-1 0 1 0 0,0 0-1 0 0,0-1 1 0 0,-1 1 0 0 0,0 0-1 0 0,0-1 1 0 0,0 1-1 0 0,-1-1 1 0 0,-5 9-1 0 0,-6 10 818 0 0,-25 33-1 0 0,17-25-495 0 0,14-22-395 0 0,7-11-115 0 0,0 0 0 0 0,0 1 1 0 0,0-1-1 0 0,0 0 0 0 0,0 1 0 0 0,0-1 1 0 0,1 1-1 0 0,-1-1 0 0 0,0 1 0 0 0,1-1 1 0 0,-1 1-1 0 0,1-1 0 0 0,0 1 0 0 0,-1 0 1 0 0,1-1-1 0 0,0 1 0 0 0,0-1 0 0 0,0 3 1 0 0,1-3-12 0 0,-1 0 0 0 0,0 0 1 0 0,1 0-1 0 0,-1-1 0 0 0,1 1 1 0 0,-1 0-1 0 0,1-1 0 0 0,0 1 1 0 0,-1 0-1 0 0,1-1 0 0 0,0 1 1 0 0,-1-1-1 0 0,1 1 0 0 0,0-1 1 0 0,-1 1-1 0 0,1-1 0 0 0,0 0 1 0 0,0 1-1 0 0,0-1 1 0 0,-1 0-1 0 0,1 0 0 0 0,0 1 1 0 0,0-1-1 0 0,0 0 0 0 0,1 0 1 0 0,26 1-188 0 0,-25-1 116 0 0,15 0-904 0 0,-1-2 0 0 0,0 0 0 0 0,27-7-1 0 0,18-9-6520 0 0,-25 4 39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7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35 2384 0 0,'-11'-20'10801'0'0,"10"17"-10358"0"0,-5-8 2722 0 0,8 19-3359 0 0,3 20 483 0 0,-1 0-1 0 0,-2 1 1 0 0,0 0 0 0 0,-2-1 0 0 0,-1 1 0 0 0,-2-1-1 0 0,-8 43 1 0 0,10-62-57 0 0,-4 20 876 0 0,3-23-175 0 0,0-16 305 0 0,3 4-1229 0 0,-1 1-1 0 0,2 0 1 0 0,-1 0 0 0 0,1-1-1 0 0,-1 1 1 0 0,1 0 0 0 0,1 0 0 0 0,-1 0-1 0 0,1 1 1 0 0,0-1 0 0 0,4-5-1 0 0,-3 3 16 0 0,6-6-49 0 0,0 0 1 0 0,1 1-1 0 0,0 0 1 0 0,1 1-1 0 0,0 0 0 0 0,1 1 1 0 0,0 0-1 0 0,1 1 1 0 0,0 0-1 0 0,0 1 0 0 0,1 1 1 0 0,16-6-1 0 0,-27 12 17 0 0,-1 1 0 0 0,1-1 0 0 0,0 1 0 0 0,0 0 0 0 0,0 0 0 0 0,0 0 0 0 0,0 0 0 0 0,0 1 0 0 0,0-1 0 0 0,-1 1 0 0 0,1 0 0 0 0,0 0 0 0 0,0 1 0 0 0,-1-1 0 0 0,1 1-1 0 0,-1 0 1 0 0,1 0 0 0 0,4 4 0 0 0,-5-3 23 0 0,0 0-1 0 0,0 0 0 0 0,0 0 1 0 0,-1 0-1 0 0,0 1 1 0 0,0-1-1 0 0,0 1 0 0 0,0 0 1 0 0,0 0-1 0 0,-1-1 0 0 0,1 1 1 0 0,-1 0-1 0 0,0 0 0 0 0,0 5 1 0 0,1 5 51 0 0,-1 0 0 0 0,-3 26-1 0 0,2-28-1852 0 0,-1 1 0 0 0,3 24 1 0 0,0-25-1464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7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2760 0 0,'2'-52'11088'0'0,"1"32"-9063"0"0,-3 19-1982 0 0,0 1 0 0 0,1-1 0 0 0,-1 0 0 0 0,1 0-1 0 0,-1 1 1 0 0,1-1 0 0 0,0 0 0 0 0,-1 1 0 0 0,1-1-1 0 0,0 0 1 0 0,-1 1 0 0 0,1-1 0 0 0,0 1 0 0 0,0-1-1 0 0,-1 1 1 0 0,1-1 0 0 0,0 1 0 0 0,0 0 0 0 0,0 0-1 0 0,0-1 1 0 0,0 1 0 0 0,-1 0 0 0 0,1 0 0 0 0,0 0-1 0 0,0 0 1 0 0,0 0 0 0 0,1 0 0 0 0,25 1 215 0 0,-19 0-237 0 0,-1 1 0 0 0,1 0 0 0 0,-1 0 0 0 0,1 1 0 0 0,-1 0 0 0 0,0 0 0 0 0,0 0 0 0 0,0 1 0 0 0,0 0 0 0 0,0 1 0 0 0,-1 0 0 0 0,0 0-1 0 0,0 0 1 0 0,-1 1 0 0 0,1-1 0 0 0,-1 1 0 0 0,7 11 0 0 0,-9-13-2 0 0,0 1 0 0 0,0 1-1 0 0,-1-1 1 0 0,1 0 0 0 0,-1 1 0 0 0,0-1-1 0 0,-1 1 1 0 0,1-1 0 0 0,-1 1 0 0 0,0 0-1 0 0,-1 0 1 0 0,1 0 0 0 0,-1-1 0 0 0,0 1-1 0 0,-1 0 1 0 0,1 0 0 0 0,-1 0 0 0 0,0 0-1 0 0,-1-1 1 0 0,1 1 0 0 0,-1-1-1 0 0,0 1 1 0 0,-5 8 0 0 0,-2-1 46 0 0,0 0-1 0 0,-1 0 1 0 0,0-1-1 0 0,-1 0 1 0 0,-1-1 0 0 0,1-1-1 0 0,-2 0 1 0 0,1 0-1 0 0,-17 9 1 0 0,27-18-5 0 0,-1-6-37 0 0,3 5-23 0 0,-1 0-1 0 0,1 0 1 0 0,0 0 0 0 0,0-1 0 0 0,0 1 0 0 0,-1 0 0 0 0,1 0 0 0 0,0 0 0 0 0,0-1 0 0 0,0 1 0 0 0,0 0 0 0 0,-1 0 0 0 0,1 0-1 0 0,0-1 1 0 0,0 1 0 0 0,0 0 0 0 0,0 0 0 0 0,0-1 0 0 0,0 1 0 0 0,0 0 0 0 0,0 0 0 0 0,0-1 0 0 0,0 1 0 0 0,0 0 0 0 0,0 0 0 0 0,0-1-1 0 0,0 1 1 0 0,0 0 0 0 0,0 0 0 0 0,0-1 0 0 0,0 1 0 0 0,0 0 0 0 0,0 0 0 0 0,0-1 0 0 0,0 1 0 0 0,0 0 0 0 0,1 0 0 0 0,-1-1 0 0 0,0 1-1 0 0,0 0 1 0 0,0 0 0 0 0,0 0 0 0 0,1-1 0 0 0,-1 1 0 0 0,0 0 0 0 0,0 0 0 0 0,0 0 0 0 0,1-1 0 0 0,23-24-25 0 0,0 1 1 0 0,2 1-1 0 0,41-28 1 0 0,-12 9-6 0 0,3-4 32 0 0,113-98 294 0 0,-170 142-256 0 0,-3 2-41 0 0,-2 2 2 0 0,0-1 1 0 0,0 1-1 0 0,-1 0 0 0 0,2 0 0 0 0,-1 0 1 0 0,0 0-1 0 0,0 1 0 0 0,1 0 0 0 0,-1 0 1 0 0,1 0-1 0 0,0 0 0 0 0,0 0 0 0 0,0 0 1 0 0,-4 7-1 0 0,-3 4 6 0 0,0 1 1 0 0,-11 23-1 0 0,12-20 10 0 0,1 0 0 0 0,1 0 0 0 0,-6 27 0 0 0,11-37-11 0 0,0-1 1 0 0,1 1-1 0 0,0-1 1 0 0,1 1-1 0 0,-1-1 0 0 0,1 1 1 0 0,1-1-1 0 0,0 1 1 0 0,0-1-1 0 0,0 1 0 0 0,1-1 1 0 0,2 8-1 0 0,-2-11-188 0 0,1-1 1 0 0,-1 1-1 0 0,1-1 0 0 0,0 1 1 0 0,0-1-1 0 0,0 0 0 0 0,0 0 1 0 0,0 0-1 0 0,1 0 0 0 0,0-1 1 0 0,-1 0-1 0 0,1 1 0 0 0,0-1 1 0 0,0 0-1 0 0,7 2 0 0 0,3 1-1782 0 0,0-1 0 0 0,0-1 0 0 0,19 3 0 0 0,-3-2-4152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8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40 3192 0 0,'-2'-12'6749'0'0,"2"11"-6528"0"0,0-20 4563 0 0,2 15-2612 0 0,3 16-2122 0 0,-1 4 98 0 0,-1 0 1 0 0,0-1 0 0 0,-1 1 0 0 0,0 0 0 0 0,-1 0 0 0 0,-1 1 0 0 0,0-1 0 0 0,-1 0 0 0 0,-1 0 0 0 0,0 0 0 0 0,0 0-1 0 0,-2-1 1 0 0,0 1 0 0 0,-5 13 0 0 0,-11 10 1514 0 0,19-35-1098 0 0,-3-4-433 0 0,3 2-130 0 0,1 0 1 0 0,0 0 0 0 0,0 0 0 0 0,-1 0 0 0 0,1 0 0 0 0,0 0 0 0 0,-1 0 0 0 0,1 0 0 0 0,0 0 0 0 0,-1 0 0 0 0,1 0 0 0 0,0 0 0 0 0,0 0 0 0 0,-1 0 0 0 0,1 0 0 0 0,0 0 0 0 0,0-1 0 0 0,-1 1 0 0 0,1 0 0 0 0,0 0 0 0 0,0 0 0 0 0,-1 0 0 0 0,1-1 0 0 0,0 1 0 0 0,0 0 0 0 0,0 0 0 0 0,-1-1-1 0 0,1 1 1 0 0,0 0 0 0 0,0 0 0 0 0,0-1 0 0 0,0-3 6 0 0,0-1 0 0 0,0 1 0 0 0,1 0 0 0 0,0-1 0 0 0,0 1 0 0 0,0 0 0 0 0,1-1 0 0 0,-1 1 0 0 0,1 0 0 0 0,0 0 0 0 0,0 0 0 0 0,0 1 0 0 0,0-1 0 0 0,1 0 0 0 0,0 1 0 0 0,0 0 0 0 0,0-1 0 0 0,6-4 0 0 0,1-1-16 0 0,1 0 1 0 0,0 0-1 0 0,0 1 1 0 0,23-12-1 0 0,-24 15-26 0 0,-1 1 0 0 0,1 1 0 0 0,0-1 0 0 0,-1 1 0 0 0,1 1 0 0 0,1 0 0 0 0,-1 1 0 0 0,0 0 0 0 0,20 0 0 0 0,-28 1 27 0 0,1 0 0 0 0,0 1 0 0 0,0-1 0 0 0,-1 1 1 0 0,1-1-1 0 0,0 1 0 0 0,-1 0 0 0 0,1 0 0 0 0,-1 0 1 0 0,1 0-1 0 0,-1 1 0 0 0,0-1 0 0 0,1 1 0 0 0,-1-1 1 0 0,0 1-1 0 0,0 0 0 0 0,0 0 0 0 0,0 0 0 0 0,0 0 1 0 0,-1 0-1 0 0,1 0 0 0 0,-1 0 0 0 0,1 1 0 0 0,1 3 1 0 0,0 3 30 0 0,0 0 1 0 0,-1 0-1 0 0,0 1 1 0 0,0-1 0 0 0,0 16-1 0 0,-2-17-568 0 0,1 1-1 0 0,0-1 1 0 0,1 0-1 0 0,0 1 0 0 0,3 8 1 0 0,-4-15 33 0 0,0 0 1 0 0,0 0-1 0 0,1 0 1 0 0,-1 0-1 0 0,1-1 1 0 0,0 1 0 0 0,-1 0-1 0 0,1-1 1 0 0,0 1-1 0 0,0-1 1 0 0,0 0-1 0 0,0 0 1 0 0,0 0-1 0 0,0 0 1 0 0,1 0-1 0 0,-1 0 1 0 0,0 0 0 0 0,5 0-1 0 0,8 3-5816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8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2212 0 0,'25'-63'13824'0'0,"-17"42"-10065"0"0,-8 19-3636 0 0,0 0-1 0 0,0 0 0 0 0,1-1 0 0 0,0 1 0 0 0,-1 0 0 0 0,1 0 1 0 0,0 0-1 0 0,0 1 0 0 0,0-1 0 0 0,0 0 0 0 0,0 0 0 0 0,0 0 0 0 0,1 1 1 0 0,-1-1-1 0 0,0 1 0 0 0,1-1 0 0 0,0 1 0 0 0,-1-1 0 0 0,1 1 1 0 0,0 0-1 0 0,-1 0 0 0 0,1 0 0 0 0,0 0 0 0 0,3-1 0 0 0,18-3-145 0 0,0 1 0 0 0,0 1-1 0 0,1 1 1 0 0,22 1-1 0 0,17 1-4039 0 0,-15 1-3837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2556 0 0,'-31'11'5254'0'0,"18"-6"-2677"0"0,0 0 1 0 0,0 0 0 0 0,-19 12-1 0 0,30-16-2228 0 0,2 0 24 0 0,0 0-359 0 0,0-1 0 0 0,-1 0 0 0 0,1 0-1 0 0,0 1 1 0 0,0-1 0 0 0,0 0 0 0 0,0 0 0 0 0,0 1-1 0 0,0-1 1 0 0,0 0 0 0 0,0 1 0 0 0,0-1 0 0 0,0 0-1 0 0,0 0 1 0 0,0 1 0 0 0,0-1 0 0 0,0 0 0 0 0,0 0-1 0 0,0 1 1 0 0,0-1 0 0 0,0 0 0 0 0,0 1 0 0 0,0-1-1 0 0,0 0 1 0 0,1 0 0 0 0,-1 1 0 0 0,0-1 0 0 0,0 0-1 0 0,11 4 89 0 0,-1-1 0 0 0,0 0 0 0 0,1-1 0 0 0,-1 0 0 0 0,1-1 0 0 0,20 0 0 0 0,70-7-1352 0 0,-71 3 346 0 0,15-1-3388 0 0,47-10 0 0 0,-39 1-2522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3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79 2340 0 0,'-1'-3'2840'0'0,"-4"-46"11084"0"0,5 48-13846 0 0,0 1 0 0 0,0 0 0 0 0,-1 0 0 0 0,1-1 0 0 0,0 1 0 0 0,0 0 0 0 0,0 0 0 0 0,-1-1 1 0 0,1 1-1 0 0,0 0 0 0 0,0 0 0 0 0,0-1 0 0 0,0 1 0 0 0,0 0 0 0 0,0-1 0 0 0,0 1 0 0 0,-1 0 0 0 0,1-1 0 0 0,0 1 0 0 0,0 0 1 0 0,0-1-1 0 0,0 1 0 0 0,0 0 0 0 0,0-1 0 0 0,1 1 0 0 0,-1 0 0 0 0,0-1 0 0 0,0 1 0 0 0,0 0 0 0 0,0-1 0 0 0,0-7 1395 0 0,0 8-1465 0 0,-1 0-1 0 0,1 0 0 0 0,0 0 0 0 0,-1 0 0 0 0,1 0 0 0 0,-1 0 0 0 0,1 0 0 0 0,0 0 0 0 0,-1 0 0 0 0,1 0 0 0 0,0 0 1 0 0,-1 0-1 0 0,1 0 0 0 0,0 0 0 0 0,0 0 0 0 0,-1 1 0 0 0,1-1 0 0 0,0 0 0 0 0,-1 0 0 0 0,1 0 0 0 0,0 0 0 0 0,0 1 0 0 0,-1-1 1 0 0,1 0-1 0 0,0 0 0 0 0,0 1 0 0 0,-1-1 0 0 0,1 0 0 0 0,0 1 0 0 0,-12 11-15 0 0,2 0 1 0 0,-1 1-1 0 0,1 1 0 0 0,-14 25 0 0 0,-1 2-60 0 0,9-18 91 0 0,1 0 0 0 0,1 2 0 0 0,1 0-1 0 0,2 0 1 0 0,0 1 0 0 0,2 0 0 0 0,-11 48 0 0 0,19-70 5 0 0,0 0 0 0 0,1 1 0 0 0,-1-1 0 0 0,1 0 0 0 0,0 0 0 0 0,0 0 0 0 0,1 1 0 0 0,-1-1 0 0 0,1 0 0 0 0,0 0 0 0 0,0 0 0 0 0,1 0 0 0 0,-1 0 0 0 0,1 0 0 0 0,-1 0 0 0 0,1 0 0 0 0,1-1 0 0 0,-1 1 0 0 0,0-1 0 0 0,1 1 0 0 0,0-1 0 0 0,0 0 0 0 0,0 0 0 0 0,0 0 0 0 0,0-1 0 0 0,0 1 0 0 0,1-1 0 0 0,-1 1 0 0 0,1-1 0 0 0,0 0 0 0 0,0-1 0 0 0,0 1 0 0 0,0-1 0 0 0,0 1 0 0 0,0-1 0 0 0,5 0 0 0 0,2 1 40 0 0,-1 0 0 0 0,1-1 0 0 0,-1 0 0 0 0,1-1 0 0 0,-1-1 0 0 0,1 0 0 0 0,0 0 0 0 0,-1-1 0 0 0,18-5 0 0 0,-14 3 22 0 0,1-2-1 0 0,-1 0 0 0 0,-1-1 1 0 0,1 0-1 0 0,-1-1 0 0 0,16-13 1 0 0,-13 8 190 0 0,-1 0-1 0 0,0-1 1 0 0,-1-1 0 0 0,-1-1 0 0 0,0 0-1 0 0,-1 0 1 0 0,-1-1 0 0 0,-1-1 0 0 0,0 0 0 0 0,11-28-1 0 0,-18 36-176 0 0,0 1-1 0 0,-1-1 0 0 0,0 0 1 0 0,-1 1-1 0 0,0-1 1 0 0,0 0-1 0 0,-1 0 0 0 0,0 0 1 0 0,-1 0-1 0 0,0 0 0 0 0,-1 1 1 0 0,0-1-1 0 0,0 0 0 0 0,-4-9 1 0 0,4 14-139 0 0,0 0 1 0 0,-1 0 0 0 0,1 0-1 0 0,-1 0 1 0 0,0 0-1 0 0,-1 1 1 0 0,1-1-1 0 0,-1 1 1 0 0,0 0-1 0 0,0 0 1 0 0,0 0 0 0 0,0 1-1 0 0,-1-1 1 0 0,1 1-1 0 0,-1 0 1 0 0,0 1-1 0 0,0-1 1 0 0,0 1 0 0 0,0 0-1 0 0,0 0 1 0 0,-1 0-1 0 0,1 1 1 0 0,-1 0-1 0 0,1 0 1 0 0,-1 0-1 0 0,-5 0 1 0 0,-1 1-585 0 0,0 1 0 0 0,1 0 1 0 0,-1 1-1 0 0,0 0 0 0 0,1 1 0 0 0,-1 0 0 0 0,-19 8 1 0 0,-21 15-3655 0 0,5 4-3468 0 0,18-10-2164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1128 0 0,'15'-18'8481'0'0,"-13"15"-7624"0"0,11-10 2290 0 0,-8 15-2926 0 0,-3 12-1142 0 0,-3-7-300 0 0,1 0 0 0 0,-1 0 1 0 0,-1 0-1 0 0,-2 11 1 0 0,-3 3-3186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0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2576 0 0,'0'3'2072'0'0,"-7"43"8527"0"0,3-25-9357 0 0,3-7-3658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1 180 0 0,'-2'16'13334'0'0,"1"-8"-13916"0"0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1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267 155 1860 0 0,'2'-11'1790'0'0,"0"-2"196"0"0,0-1-1 0 0,0 0 0 0 0,-1-17 0 0 0,-2 27-1754 0 0,1 0 0 0 0,-1 0 0 0 0,1 0 0 0 0,-1 0 0 0 0,0 0 0 0 0,-1 0 0 0 0,1 0 0 0 0,-1 1 0 0 0,1-1 0 0 0,-1 0 0 0 0,0 1 0 0 0,-1-1 0 0 0,1 1 0 0 0,-1 0 0 0 0,-3-4 0 0 0,5 6-207 0 0,-1 0 0 0 0,0 0 0 0 0,0 0 0 0 0,0 0 0 0 0,0 0 0 0 0,0 0-1 0 0,0 1 1 0 0,0-1 0 0 0,0 1 0 0 0,0 0 0 0 0,0-1 0 0 0,0 1 0 0 0,0 0-1 0 0,0 0 1 0 0,0 0 0 0 0,0 1 0 0 0,0-1 0 0 0,0 0 0 0 0,0 1 0 0 0,0-1-1 0 0,0 1 1 0 0,-2 1 0 0 0,-6 1-7 0 0,1 2 0 0 0,0-1 0 0 0,1 1 1 0 0,-1 1-1 0 0,1-1 0 0 0,0 1 0 0 0,1 1 0 0 0,-12 12 0 0 0,4-3-5 0 0,0 1 0 0 0,-20 34-1 0 0,26-37 3 0 0,2-1-1 0 0,0 2 1 0 0,0-1-1 0 0,-5 20 0 0 0,10-30-10 0 0,1 0 0 0 0,0-1-1 0 0,0 1 1 0 0,1 0-1 0 0,-1-1 1 0 0,1 1-1 0 0,0 0 1 0 0,-1 0-1 0 0,2-1 1 0 0,-1 1-1 0 0,0 0 1 0 0,1 0 0 0 0,0-1-1 0 0,0 1 1 0 0,0 0-1 0 0,0-1 1 0 0,0 1-1 0 0,1-1 1 0 0,-1 1-1 0 0,1-1 1 0 0,0 0-1 0 0,0 0 1 0 0,5 5-1 0 0,-3-5-12 0 0,0 0 0 0 0,0-1 0 0 0,0 0 0 0 0,0 1 0 0 0,0-2 0 0 0,0 1 0 0 0,1 0 0 0 0,-1-1 0 0 0,0 0 0 0 0,1 0 0 0 0,0 0 0 0 0,-1-1 0 0 0,1 1 0 0 0,-1-1 0 0 0,1 0 0 0 0,0-1 0 0 0,-1 1 0 0 0,1-1 0 0 0,-1 0 0 0 0,1 0 0 0 0,-1 0 0 0 0,1 0 0 0 0,4-3 0 0 0,0 0-12 0 0,0 0-1 0 0,0 0 1 0 0,-1 0-1 0 0,0-1 1 0 0,0-1-1 0 0,0 1 1 0 0,0-1 0 0 0,-1-1-1 0 0,0 1 1 0 0,7-9-1 0 0,-4-1 30 0 0,0 0-1 0 0,-1 0 1 0 0,-1-1-1 0 0,0 0 1 0 0,7-23 0 0 0,-4 8 294 0 0,6-17 726 0 0,-17 47-993 0 0,1 0-28 0 0,1-3-20 0 0,-1 3 7 0 0,-3 29 15 0 0,-5 36 0 0 0,-1 2 48 0 0,5-33-123 0 0,0 1-272 0 0,1 42-1 0 0,3-64-834 0 0,0 1 0 0 0,1-1 0 0 0,0 1 0 0 0,5 11 0 0 0,-2-11-2214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2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2124 0 0,'24'-69'10983'0'0,"-23"67"-10597"0"0,3-5 420 0 0,-2 12-758 0 0,0 0 0 0 0,0-1 0 0 0,-1 1 0 0 0,1 0-1 0 0,-1 0 1 0 0,-1 1 0 0 0,1-1 0 0 0,-1 0 0 0 0,0 8-1 0 0,-4 51 86 0 0,3-57-98 0 0,-16 117 2334 0 0,17-124-2363 0 0,-1-1 1 0 0,1 1-1 0 0,-1 0 0 0 0,1-1 0 0 0,0 1 0 0 0,-1 0 0 0 0,1-1 0 0 0,0 1 1 0 0,-1 0-1 0 0,1-1 0 0 0,0 1 0 0 0,-1-1 0 0 0,1 1 0 0 0,0 0 1 0 0,0-1-1 0 0,0 1 0 0 0,-1-1 0 0 0,1 1 0 0 0,0-1 0 0 0,0 1 0 0 0,0-1 1 0 0,0 1-1 0 0,0-1 0 0 0,0 1 0 0 0,0-1 0 0 0,0 1 0 0 0,0-1 0 0 0,0 1 1 0 0,0-1-1 0 0,0 1 0 0 0,0-1 0 0 0,1 0 0 0 0,2-19 58 0 0,-3 19-59 0 0,3-7-12 0 0,-1 0 0 0 0,1 0 0 0 0,0 0 0 0 0,0 1 0 0 0,1-1 0 0 0,0 1 0 0 0,1 0 0 0 0,-1 0 0 0 0,1 1 0 0 0,0 0 0 0 0,1-1 1 0 0,0 2-1 0 0,0-1 0 0 0,0 1 0 0 0,1-1 0 0 0,-1 2 0 0 0,1-1 0 0 0,0 1 0 0 0,1 0 0 0 0,13-5 0 0 0,-18 8-4 0 0,1 0 0 0 0,0 0 0 0 0,0 1-1 0 0,0-1 1 0 0,0 1 0 0 0,1 0 0 0 0,-1 0 0 0 0,0 0 0 0 0,0 0-1 0 0,0 1 1 0 0,0 0 0 0 0,0 0 0 0 0,0 0 0 0 0,-1 0-1 0 0,1 1 1 0 0,0-1 0 0 0,0 1 0 0 0,-1 0 0 0 0,1 0-1 0 0,-1 0 1 0 0,0 1 0 0 0,0-1 0 0 0,1 1 0 0 0,-2 0-1 0 0,1 0 1 0 0,0 0 0 0 0,3 4 0 0 0,-1 1 28 0 0,0 0 0 0 0,0 0-1 0 0,-1 0 1 0 0,0 1 0 0 0,-1-1 0 0 0,0 1 0 0 0,0 0 0 0 0,-1 0 0 0 0,0 0-1 0 0,1 16 1 0 0,2 39 490 0 0,-5-62 110 0 0,1-3-611 0 0,0 1 0 0 0,0-1 1 0 0,0 1-1 0 0,-1-1 0 0 0,1 1 0 0 0,0-1 1 0 0,0 0-1 0 0,-1 1 0 0 0,1-1 1 0 0,0 0-1 0 0,-1 1 0 0 0,1-1 0 0 0,0 0 1 0 0,-1 0-1 0 0,1 0 0 0 0,-1 0 1 0 0,0 1-1 0 0,1-1 0 0 0,-1 0 1 0 0,0 0-1 0 0,1-2 0 0 0,3-5 10 0 0,4-7-18 0 0,1 1 0 0 0,0 0-1 0 0,1 0 1 0 0,1 1-1 0 0,0 1 1 0 0,0-1-1 0 0,27-19 1 0 0,-36 30-11 0 0,1 1-1 0 0,-1-1 0 0 0,0 1 1 0 0,1 0-1 0 0,0 0 1 0 0,-1 0-1 0 0,1 0 1 0 0,0 0-1 0 0,-1 1 1 0 0,5-1-1 0 0,-6 1 11 0 0,1 0-1 0 0,0 0 1 0 0,0 0-1 0 0,-1 1 1 0 0,1-1-1 0 0,0 1 1 0 0,-1-1-1 0 0,1 1 1 0 0,-1 0-1 0 0,1 0 1 0 0,0 0-1 0 0,-1-1 1 0 0,2 3-1 0 0,-1-2 5 0 0,0 1-1 0 0,0 0 1 0 0,-1 0-1 0 0,1 0 1 0 0,-1 0-1 0 0,1 0 1 0 0,-1 0-1 0 0,0 0 1 0 0,0 0-1 0 0,0 1 1 0 0,0-1-1 0 0,0 0 1 0 0,0 1-1 0 0,0 3 1 0 0,3 36-821 0 0,-4-33 153 0 0,3 29-2695 0 0,-1-14-2029 0 0,0-10-346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33 3156 0 0,'18'-20'11862'0'0,"-2"7"-6719"0"0,-16 13-5122 0 0,0 0 0 0 0,0 0 0 0 0,1 0 0 0 0,-1 0 0 0 0,0 0 0 0 0,0 0 0 0 0,0 0 0 0 0,0 0 0 0 0,0 0 0 0 0,1 0 0 0 0,-1 0 0 0 0,0 0 0 0 0,0 0 0 0 0,0 0 0 0 0,0 0 0 0 0,1 0 0 0 0,-1 0 0 0 0,0 0 0 0 0,0 0 0 0 0,0 0 0 0 0,0 0 0 0 0,0 1 0 0 0,1-1 0 0 0,-1 0 0 0 0,0 0 0 0 0,0 0 0 0 0,0 0 0 0 0,0 0 0 0 0,0 0 0 0 0,0 0 0 0 0,1 1 0 0 0,-1-1 0 0 0,0 0 0 0 0,0 0 0 0 0,0 0 0 0 0,0 0 0 0 0,0 0 0 0 0,0 1 0 0 0,0-1 0 0 0,0 16 354 0 0,-36 180 911 0 0,22-120-2456 0 0,10-51-2793 0 0,0 2-4934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2176 0 0,'1'-6'973'0'0,"0"1"0"0"0,0-1 0 0 0,0 0 0 0 0,1 0-1 0 0,0 1 1 0 0,4-8 0 0 0,-4 8-555 0 0,1 1-1 0 0,-1 1 0 0 0,1-1 1 0 0,0 0-1 0 0,0 0 0 0 0,0 1 1 0 0,7-6-1 0 0,-6 7-344 0 0,-1-1 1 0 0,0 1-1 0 0,1 0 0 0 0,-1 1 0 0 0,1-1 0 0 0,0 1 0 0 0,-1-1 1 0 0,1 1-1 0 0,0 0 0 0 0,0 1 0 0 0,0-1 0 0 0,0 1 1 0 0,0-1-1 0 0,0 1 0 0 0,0 0 0 0 0,0 1 0 0 0,0-1 1 0 0,0 1-1 0 0,0 0 0 0 0,-1-1 0 0 0,1 2 0 0 0,5 1 1 0 0,-2 0-27 0 0,0 0 1 0 0,-1 1 0 0 0,1-1 0 0 0,-1 1-1 0 0,0 1 1 0 0,0-1 0 0 0,-1 1 0 0 0,1 0 0 0 0,-1 0-1 0 0,0 0 1 0 0,-1 1 0 0 0,1 0 0 0 0,-1 0-1 0 0,0 0 1 0 0,-1 1 0 0 0,1-1 0 0 0,-1 1 0 0 0,-1 0-1 0 0,1 0 1 0 0,-1 0 0 0 0,2 12 0 0 0,-2-9 22 0 0,-1 1 1 0 0,0 0-1 0 0,0-1 1 0 0,-2 1-1 0 0,1 0 1 0 0,-1-1-1 0 0,-1 1 1 0 0,0-1-1 0 0,0 1 1 0 0,-1-1-1 0 0,0 0 1 0 0,-1 0-1 0 0,0 0 1 0 0,-8 13-1 0 0,1-4 56 0 0,8-12-47 0 0,-1 0 0 0 0,0-1 0 0 0,0 0 0 0 0,-6 7 0 0 0,9-11 48 0 0,1-7-128 0 0,1 1 1 0 0,-1-1-1 0 0,1 1 0 0 0,1-1 0 0 0,-1 1 1 0 0,1 0-1 0 0,-1 0 0 0 0,1 0 1 0 0,0 0-1 0 0,4-6 0 0 0,33-41-51 0 0,-20 27 33 0 0,33-42-34 0 0,81-118 180 0 0,-126 167 103 0 0,-7 16-227 0 0,0 1 0 0 0,-1 0 0 0 0,1 0 1 0 0,0 0-1 0 0,0 0 0 0 0,0-1 0 0 0,0 1 1 0 0,0 0-1 0 0,-1 0 0 0 0,1 0 1 0 0,0 0-1 0 0,0 0 0 0 0,0 0 0 0 0,0 0 1 0 0,-1 0-1 0 0,1-1 0 0 0,0 1 0 0 0,0 0 1 0 0,0 0-1 0 0,0 0 0 0 0,-1 0 0 0 0,1 0 1 0 0,0 0-1 0 0,0 0 0 0 0,0 0 1 0 0,-1 0-1 0 0,1 0 0 0 0,0 0 0 0 0,0 0 1 0 0,0 0-1 0 0,-1 0 0 0 0,1 0 0 0 0,0 1 1 0 0,0-1-1 0 0,0 0 0 0 0,0 0 0 0 0,-1 0 1 0 0,1 0-1 0 0,0 0 0 0 0,0 0 1 0 0,0 0-1 0 0,0 1 0 0 0,-4 1 12 0 0,0 0-1 0 0,0 1 1 0 0,0-1-1 0 0,1 1 0 0 0,-6 6 1 0 0,0 2 33 0 0,1 0 0 0 0,0 0 0 0 0,1 0 0 0 0,0 1 0 0 0,0 1 0 0 0,2-1 1 0 0,0 1-1 0 0,0 0 0 0 0,1 0 0 0 0,0 0 0 0 0,-2 18 0 0 0,5-21-10 0 0,0 0-1 0 0,0 0 0 0 0,1 0 1 0 0,0 0-1 0 0,0 0 1 0 0,1 0-1 0 0,1 0 1 0 0,0 0-1 0 0,0-1 0 0 0,1 1 1 0 0,0 0-1 0 0,0-1 1 0 0,1 0-1 0 0,1 0 0 0 0,0 0 1 0 0,7 11-1 0 0,-8-16-121 0 0,0 0 0 0 0,1 1 0 0 0,-1-1 0 0 0,1-1 0 0 0,0 1 0 0 0,0-1 0 0 0,1 1 0 0 0,-1-2 0 0 0,0 1-1 0 0,1-1 1 0 0,0 1 0 0 0,0-1 0 0 0,-1-1 0 0 0,1 1 0 0 0,11 0 0 0 0,-2 0-1428 0 0,0-2 0 0 0,0 1 1 0 0,-1-2-1 0 0,1 0 0 0 0,20-4 0 0 0,-5-2-4098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2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31 3380 0 0,'18'-22'11226'0'0,"-7"14"-8252"0"0,-11 10-2530 0 0,-2 22 201 0 0,-1 0-1 0 0,-1-1 1 0 0,-1 0-1 0 0,-8 25 1 0 0,-11 49-369 0 0,24-95-350 0 0,-9 71-1884 0 0,10-36-1317 0 0,7-2-3716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33 185 2532 0 0,'-31'-24'16673'0'0,"30"23"-16362"0"0,3 0-61 0 0,26-14-70 0 0,1 2 0 0 0,0 1 0 0 0,1 2 0 0 0,35-9 0 0 0,5-1-67 0 0,-11 2-232 0 0,59-21-4892 0 0,-95 26-1872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3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19 924 0 0,'-2'-1'2996'0'0,"-42"-17"11389"0"0,41 22-13786 0 0,2-4-579 0 0,1 0 1 0 0,0 0-1 0 0,-1 0 1 0 0,1 1-1 0 0,0-1 1 0 0,-1 0-1 0 0,1 0 0 0 0,0 0 1 0 0,-1 0-1 0 0,1 1 1 0 0,0-1-1 0 0,0 0 0 0 0,-1 0 1 0 0,1 0-1 0 0,0 1 1 0 0,0-1-1 0 0,-1 0 0 0 0,1 1 1 0 0,0-1-1 0 0,0 0 1 0 0,0 1-1 0 0,-1-1 1 0 0,1 0-1 0 0,0 1 0 0 0,0-1 1 0 0,0 0-1 0 0,0 1 1 0 0,0-1-1 0 0,0 1 0 0 0,-8 61 1391 0 0,0 85 1 0 0,4-52-1125 0 0,3-89-382 0 0,0 109-912 0 0,9-58-2563 0 0,-6-50 2157 0 0,0 1 0 0 0,0-1-1 0 0,1 0 1 0 0,0 0 0 0 0,5 6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368 185 172 0 0,'4'-13'2716'0'0,"0"0"1"0"0,-1-1-1 0 0,2-24 1 0 0,-4 31-2308 0 0,-1 0 1 0 0,0 1-1 0 0,-1-1 1 0 0,1 0-1 0 0,-1 1 0 0 0,-1-1 1 0 0,1 1-1 0 0,-1-1 1 0 0,0 1-1 0 0,-3-7 0 0 0,4 11-375 0 0,-1 0 0 0 0,1 0 0 0 0,0 1-1 0 0,0-1 1 0 0,-1 0 0 0 0,1 1-1 0 0,-1-1 1 0 0,0 1 0 0 0,1-1-1 0 0,-1 1 1 0 0,0 0 0 0 0,0 0 0 0 0,0 0-1 0 0,0 0 1 0 0,0 0 0 0 0,0 0-1 0 0,0 0 1 0 0,0 0 0 0 0,0 1-1 0 0,0 0 1 0 0,0-1 0 0 0,-1 1 0 0 0,1 0-1 0 0,0 0 1 0 0,0 0 0 0 0,0 0-1 0 0,-1 0 1 0 0,1 0 0 0 0,-2 1-1 0 0,-5 1-19 0 0,1 0-1 0 0,0 1 0 0 0,0 0 0 0 0,0 0 0 0 0,0 0 1 0 0,-9 7-1 0 0,-1 2 1 0 0,0 0 1 0 0,1 1-1 0 0,1 1 1 0 0,-24 27-1 0 0,10-7 11 0 0,-29 45 1 0 0,51-68-23 0 0,1 0 1 0 0,1 1 0 0 0,0 0-1 0 0,0 0 1 0 0,-3 14 0 0 0,8-22-1 0 0,-1 0 1 0 0,1 0 0 0 0,0 0-1 0 0,0 1 1 0 0,1-1 0 0 0,-1 0-1 0 0,1 1 1 0 0,0-1 0 0 0,0 1-1 0 0,1-1 1 0 0,-1 0 0 0 0,1 1-1 0 0,0-1 1 0 0,0 0 0 0 0,1 0-1 0 0,-1 0 1 0 0,1 0 0 0 0,0 0-1 0 0,2 4 1 0 0,-2-5-1 0 0,1-1 1 0 0,-1 0-1 0 0,0 0 0 0 0,1 0 1 0 0,0 0-1 0 0,0 0 0 0 0,-1 0 1 0 0,1-1-1 0 0,0 1 0 0 0,0-1 1 0 0,0 0-1 0 0,1 0 0 0 0,-1 0 1 0 0,0-1-1 0 0,0 1 0 0 0,0-1 1 0 0,1 1-1 0 0,-1-1 0 0 0,0 0 1 0 0,1 0-1 0 0,5-2 0 0 0,0 1-5 0 0,1 0 0 0 0,-1-1 0 0 0,0-1-1 0 0,0 0 1 0 0,0 0 0 0 0,12-6 0 0 0,-13 4-3 0 0,0 0 1 0 0,-1 0-1 0 0,1-1 0 0 0,-1 0 1 0 0,-1 0-1 0 0,1 0 0 0 0,-1-1 1 0 0,0 0-1 0 0,0-1 0 0 0,7-12 0 0 0,1-6 57 0 0,20-53 0 0 0,-25 56 53 0 0,-1-2 260 0 0,-3 12-195 0 0,-9 31-103 0 0,-5 20-313 0 0,1 1 0 0 0,1 0 0 0 0,3 0 0 0 0,1 0 0 0 0,3 55-1 0 0,1-88-276 0 0,0 0-1 0 0,0 0 0 0 0,1 0 0 0 0,2 8 0 0 0,9 8-5559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5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53 2684 0 0,'7'-19'6434'0'0,"6"-13"1698"0"0,-10 41-7877 0 0,1 16-14 0 0,-4 23 62 0 0,-11 70 0 0 0,9-103-152 0 0,-5 16 183 0 0,7-30-191 0 0,-1-1-140 0 0,1 0-1 0 0,-1 0 0 0 0,0-1 0 0 0,1 1 0 0 0,-1 0 0 0 0,1-1 0 0 0,-1 1 0 0 0,0-1 0 0 0,1 1 0 0 0,-1-1 1 0 0,1 1-1 0 0,-1-1 0 0 0,1 1 0 0 0,0-1 0 0 0,-1 1 0 0 0,1-1 0 0 0,-1 0 0 0 0,1 0 0 0 0,0-10-15 0 0,1 1 0 0 0,0 0 0 0 0,1 0 0 0 0,0 0 0 0 0,1 0 0 0 0,0 0 0 0 0,1 1 0 0 0,0-1 0 0 0,0 1 0 0 0,1 0 0 0 0,0 0 0 0 0,0 0 0 0 0,1 1 0 0 0,0 0 0 0 0,8-8 0 0 0,-10 12 0 0 0,1-1 1 0 0,-1 1-1 0 0,1 0 1 0 0,0 1-1 0 0,0-1 1 0 0,0 1-1 0 0,1 0 1 0 0,-1 0-1 0 0,1 0 0 0 0,0 1 1 0 0,-1 0-1 0 0,1 0 1 0 0,0 1-1 0 0,0-1 1 0 0,1 1-1 0 0,-1 0 1 0 0,0 1-1 0 0,0 0 0 0 0,0 0 1 0 0,0 0-1 0 0,0 1 1 0 0,1 0-1 0 0,-1 0 1 0 0,0 0-1 0 0,0 1 1 0 0,9 3-1 0 0,-9-3 21 0 0,0 1 0 0 0,0-1 1 0 0,-1 1-1 0 0,1 1 0 0 0,0-1 0 0 0,-1 1 1 0 0,0 0-1 0 0,0 0 0 0 0,0 0 0 0 0,-1 1 0 0 0,1-1 1 0 0,-1 1-1 0 0,0 0 0 0 0,0 1 0 0 0,-1-1 1 0 0,1 1-1 0 0,-1-1 0 0 0,-1 1 0 0 0,1 0 0 0 0,-1 0 1 0 0,0 0-1 0 0,0 0 0 0 0,-1 1 0 0 0,1-1 1 0 0,-1 1-1 0 0,0 8 0 0 0,-3 5 108 0 0,2-20-112 0 0,0 1 0 0 0,0-1-1 0 0,0 0 1 0 0,0 1 0 0 0,0-1-1 0 0,0 0 1 0 0,0 1 0 0 0,0-1-1 0 0,0 0 1 0 0,0 0 0 0 0,0 1-1 0 0,0-1 1 0 0,-1 0 0 0 0,1 1-1 0 0,0-1 1 0 0,0 0 0 0 0,0 0-1 0 0,0 1 1 0 0,0-1 0 0 0,0 0-1 0 0,-1 0 1 0 0,1 1 0 0 0,0-1-1 0 0,0 0 1 0 0,-1 0 0 0 0,1 1-1 0 0,0-1 1 0 0,0 0 0 0 0,0 0-1 0 0,-1 0 1 0 0,1 0 0 0 0,0 0-1 0 0,-1 1 1 0 0,1-1 0 0 0,0 0 0 0 0,0 0-1 0 0,-1 0 1 0 0,1 0 0 0 0,0 0-1 0 0,-1 0 1 0 0,1 0 0 0 0,0 0-1 0 0,-1 0 1 0 0,1 0 0 0 0,0 0-1 0 0,0 0 1 0 0,-1 0 0 0 0,1 0-1 0 0,0 0 1 0 0,-1 0 0 0 0,1 0-1 0 0,0-1 1 0 0,0 1 0 0 0,-1 0-1 0 0,1 0 1 0 0,0 0 0 0 0,0 0-1 0 0,-1-1 1 0 0,1 1 0 0 0,0 0-1 0 0,-1-1 1 0 0,1 0-3 0 0,0 0 0 0 0,-1 0-1 0 0,1 0 1 0 0,0-1 0 0 0,0 1-1 0 0,0 0 1 0 0,-1 0 0 0 0,1 0 0 0 0,0-1-1 0 0,1 1 1 0 0,-1 0 0 0 0,0 0-1 0 0,0-1 1 0 0,0 1 0 0 0,1 0 0 0 0,0-2-1 0 0,8-23 1 0 0,-8 24-5 0 0,4-9-10 0 0,0 0 1 0 0,1 0 0 0 0,0 1-1 0 0,1 0 1 0 0,0 0 0 0 0,0 1-1 0 0,1 0 1 0 0,0 0 0 0 0,1 1-1 0 0,0 0 1 0 0,0 0 0 0 0,1 1-1 0 0,0 1 1 0 0,0-1 0 0 0,1 1-1 0 0,0 1 1 0 0,14-5 0 0 0,-23 9 13 0 0,1 0 0 0 0,-1 0 1 0 0,1 0-1 0 0,0 0 1 0 0,0 1-1 0 0,-1 0 0 0 0,1-1 1 0 0,0 1-1 0 0,0 0 0 0 0,-1 0 1 0 0,1 1-1 0 0,0-1 1 0 0,0 0-1 0 0,-1 1 0 0 0,1 0 1 0 0,0-1-1 0 0,-1 1 0 0 0,1 0 1 0 0,0 1-1 0 0,-1-1 1 0 0,0 0-1 0 0,1 1 0 0 0,-1-1 1 0 0,0 1-1 0 0,0 0 0 0 0,1 0 1 0 0,-1-1-1 0 0,-1 2 1 0 0,1-1-1 0 0,0 0 0 0 0,0 0 1 0 0,-1 0-1 0 0,0 1 0 0 0,1-1 1 0 0,-1 1-1 0 0,0-1 1 0 0,0 1-1 0 0,0 0 0 0 0,1 4 1 0 0,1 9 30 0 0,-1 0 1 0 0,0 0 0 0 0,-1 0 0 0 0,0 0 0 0 0,-3 21 0 0 0,1-12-574 0 0,-1 11-1795 0 0,4-2-3500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2496 0 0,'19'-29'6331'0'0,"-17"24"-6042"0"0,0 0-1 0 0,1 1 0 0 0,0-1 1 0 0,0 1-1 0 0,0-1 0 0 0,0 1 1 0 0,1 0-1 0 0,0 0 0 0 0,0 1 1 0 0,0-1-1 0 0,0 1 1 0 0,0 0-1 0 0,1 0 0 0 0,-1 0 1 0 0,1 1-1 0 0,7-3 0 0 0,-12 4-283 0 0,3 0 30 0 0,0 0 0 0 0,0 1 1 0 0,0-1-1 0 0,0 0 1 0 0,0 1-1 0 0,0 0 1 0 0,0 0-1 0 0,0 0 1 0 0,0 0-1 0 0,0 0 1 0 0,0 0-1 0 0,0 1 0 0 0,0-1 1 0 0,3 2-1 0 0,-3 0 60 0 0,-1-1 0 0 0,0 1 0 0 0,0-1-1 0 0,0 1 1 0 0,0 0 0 0 0,0-1 0 0 0,0 1 0 0 0,0 0-1 0 0,-1 1 1 0 0,1-1 0 0 0,-1 0 0 0 0,1 0 0 0 0,-1 1-1 0 0,0-1 1 0 0,0 0 0 0 0,0 1 0 0 0,1 3 0 0 0,-1 0 125 0 0,0-1 1 0 0,-1 0 0 0 0,1 1 0 0 0,-1-1 0 0 0,-1 0 0 0 0,1 1 0 0 0,-1-1 0 0 0,-1 7 0 0 0,-3 6 361 0 0,-1 0 0 0 0,-1-1 1 0 0,0 0-1 0 0,-11 19 0 0 0,-72 113 1910 0 0,89-147-2422 0 0,2 0-4 0 0,-1-1-63 0 0,0-1-1 0 0,0 0 1 0 0,-1 0-1 0 0,1 0 1 0 0,0 1-1 0 0,0-1 1 0 0,0 0-1 0 0,0 0 1 0 0,0 0-1 0 0,0 1 1 0 0,0-1-1 0 0,0 0 1 0 0,0 0-1 0 0,0 0 0 0 0,0 1 1 0 0,0-1-1 0 0,1 0 1 0 0,-1 0-1 0 0,0 0 1 0 0,0 1-1 0 0,0-1 1 0 0,0 0-1 0 0,0 0 1 0 0,0 0-1 0 0,0 1 1 0 0,0-1-1 0 0,1 0 0 0 0,-1 0 1 0 0,0 0-1 0 0,0 0 1 0 0,0 0-1 0 0,0 0 1 0 0,1 1-1 0 0,-1-1 1 0 0,0 0-1 0 0,0 0 1 0 0,0 0-1 0 0,0 0 1 0 0,1 0-1 0 0,-1 0 0 0 0,0 0 1 0 0,0 0-1 0 0,0 0 1 0 0,1 0-1 0 0,-1 0 1 0 0,0 0-1 0 0,0 0 1 0 0,1 0-1 0 0,13-3-388 0 0,0 0-1 0 0,0-1 1 0 0,0-1-1 0 0,0-1 1 0 0,15-8-1 0 0,68-41-7278 0 0,-76 42 4724 0 0,22-14-5350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5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46 600 0 0,'-48'-38'9843'0'0,"47"37"-9352"0"0,1 0-453 0 0,0 1 1 0 0,0 0 0 0 0,1-1 0 0 0,-1 1 0 0 0,0-1-1 0 0,0 1 1 0 0,0 0 0 0 0,1 0 0 0 0,-1-1-1 0 0,0 1 1 0 0,1 0 0 0 0,-1-1 0 0 0,0 1 0 0 0,0 0-1 0 0,1 0 1 0 0,-1-1 0 0 0,0 1 0 0 0,1 0-1 0 0,-1 0 1 0 0,1 0 0 0 0,-1 0 0 0 0,0-1 0 0 0,1 1-1 0 0,0 0 1 0 0,8 2 84 0 0,1-1-1 0 0,-1 2 0 0 0,1-1 1 0 0,-1 1-1 0 0,0 1 1 0 0,0 0-1 0 0,0 0 1 0 0,0 0-1 0 0,-1 1 0 0 0,0 1 1 0 0,0-1-1 0 0,0 1 1 0 0,-1 1-1 0 0,0-1 1 0 0,0 1-1 0 0,0 1 0 0 0,9 13 1 0 0,-12-14 65 0 0,0 0 1 0 0,0 0-1 0 0,0 0 0 0 0,-1 1 0 0 0,0-1 1 0 0,0 1-1 0 0,-1 0 0 0 0,0 0 1 0 0,-1 0-1 0 0,1 0 0 0 0,-2 0 1 0 0,1 0-1 0 0,-1 0 0 0 0,0 0 1 0 0,-1 0-1 0 0,0 1 0 0 0,0-1 0 0 0,0 0 1 0 0,-1-1-1 0 0,-1 1 0 0 0,-5 14 1 0 0,-3-3 181 0 0,0 0 0 0 0,-1-1 0 0 0,-1 0 1 0 0,0-1-1 0 0,-2-1 0 0 0,-19 18 0 0 0,17-17 324 0 0,26-27-359 0 0,27-29-267 0 0,69-56-113 0 0,87-89-66 0 0,-161 152 56 0 0,-30 31 19 0 0,-23 11-128 0 0,5 8 145 0 0,0 1 1 0 0,1 0 0 0 0,0 1-1 0 0,-16 30 1 0 0,28-43 15 0 0,0-1 0 0 0,0 1-1 0 0,1 1 1 0 0,0-1 0 0 0,1 0 0 0 0,0 1-1 0 0,0-1 1 0 0,0 1 0 0 0,1 0 0 0 0,0 0 0 0 0,0-1-1 0 0,1 1 1 0 0,0 0 0 0 0,1 0 0 0 0,0 0 0 0 0,0-1-1 0 0,0 1 1 0 0,4 9 0 0 0,-3-12-227 0 0,0 0 0 0 0,1 0 0 0 0,0-1 0 0 0,0 1 0 0 0,0-1 0 0 0,1 1 0 0 0,-1-1 0 0 0,1 0 0 0 0,0-1 0 0 0,0 1 0 0 0,1-1 0 0 0,-1 1 0 0 0,6 2 0 0 0,-2-2-1459 0 0,-1 0 0 0 0,1 0 1 0 0,0-1-1 0 0,13 4 0 0 0,2-2-5617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6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54 1368 0 0,'-7'-8'4466'0'0,"-10"-15"4499"0"0,17 22-8905 0 0,0 1 1 0 0,-1-1 0 0 0,1 0 0 0 0,0 1 0 0 0,0-1 0 0 0,0 0 0 0 0,0 1 0 0 0,0-1 0 0 0,0 0 0 0 0,0 1 0 0 0,0-1 0 0 0,0 0 0 0 0,0 1 0 0 0,0-1 0 0 0,0 0 0 0 0,1 1 0 0 0,-1-1 0 0 0,0 0 0 0 0,0 1 0 0 0,1-1 0 0 0,-1 1 0 0 0,0-1 0 0 0,1 0 0 0 0,-1 1 0 0 0,1-1 0 0 0,-1 1 0 0 0,1-1 0 0 0,-1 1 0 0 0,1-1 0 0 0,-1 1 0 0 0,1 0 0 0 0,-1-1 0 0 0,1 1 0 0 0,1-1 0 0 0,-1 0 45 0 0,17 1 135 0 0,-16 1-202 0 0,1 0-1 0 0,-1 0 1 0 0,0 1-1 0 0,1-1 1 0 0,-1 1-1 0 0,0 0 1 0 0,0 0-1 0 0,0 0 1 0 0,0 0-1 0 0,-1 0 1 0 0,1 0-1 0 0,0 0 1 0 0,-1 0-1 0 0,1 1 1 0 0,-1-1-1 0 0,0 1 1 0 0,0-1-1 0 0,0 1 1 0 0,0-1-1 0 0,-1 1 1 0 0,1 0-1 0 0,0-1 1 0 0,-1 4-1 0 0,0-1 149 0 0,0 1 0 0 0,0-1-1 0 0,0 1 1 0 0,-1-1 0 0 0,0 1-1 0 0,0-1 1 0 0,0 0 0 0 0,-1 1-1 0 0,0-1 1 0 0,0 0 0 0 0,-5 8 0 0 0,-61 95 2450 0 0,27-45-1787 0 0,40-62-844 0 0,1-1 1 0 0,-1 0-1 0 0,1 1 1 0 0,0-1 0 0 0,-1 0-1 0 0,1 1 1 0 0,0-1-1 0 0,-1 1 1 0 0,1-1 0 0 0,0 1-1 0 0,0-1 1 0 0,-1 1-1 0 0,1-1 1 0 0,0 1 0 0 0,0-1-1 0 0,0 1 1 0 0,0-1-1 0 0,0 1 1 0 0,0-1 0 0 0,0 1-1 0 0,0-1 1 0 0,0 1-1 0 0,0-1 1 0 0,0 1 0 0 0,0-1-1 0 0,0 1 1 0 0,0-1-1 0 0,0 1 1 0 0,1-1 0 0 0,-1 1-1 0 0,0-1 1 0 0,0 1-1 0 0,1-1 1 0 0,-1 1 0 0 0,0-1-1 0 0,0 1 1 0 0,1-1-1 0 0,-1 0 1 0 0,1 1 0 0 0,-1-1-1 0 0,0 0 1 0 0,1 1-1 0 0,-1-1 1 0 0,1 0 0 0 0,-1 0-1 0 0,1 1 1 0 0,-1-1-1 0 0,0 0 1 0 0,1 0 0 0 0,-1 0-1 0 0,1 1 1 0 0,0-1-1 0 0,-1 0 1 0 0,1 0 0 0 0,0 0-1 0 0,30-1-34 0 0,-29 1-5 0 0,35-6-1330 0 0,0-2-1 0 0,43-14 1 0 0,-17 4-1638 0 0,-3 2-2730 0 0,1-5-3283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68 3572 0 0,'-158'-6'17543'0'0,"155"6"-17135"0"0,-12-2 206 0 0,11 2 72 0 0,67-12-301 0 0,53 3-311 0 0,8-1-2853 0 0,-44-5-4667 0 0,-61 8 3097 0 0,-4 1-1955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37 964 0 0,'-46'-36'15653'0'0,"45"36"-15563"0"0,1 0-1 0 0,-1 0 1 0 0,0 0 0 0 0,1 0 0 0 0,-1 0 0 0 0,0 1 0 0 0,1-1-1 0 0,-1 0 1 0 0,1 0 0 0 0,-1 1 0 0 0,0-1 0 0 0,1 0-1 0 0,-1 1 1 0 0,1-1 0 0 0,-1 0 0 0 0,1 1 0 0 0,-1-1-1 0 0,1 1 1 0 0,-2 0 0 0 0,-2 16 686 0 0,1 0 0 0 0,0 0 1 0 0,2 1-1 0 0,-1 25 0 0 0,8 76 109 0 0,-4-100-727 0 0,1 16-684 0 0,9 44 1 0 0,4-23-2849 0 0,-11-45 628 0 0,-1 0 0 0 0,12 17 0 0 0,-1-6-5524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55 1024 0 0,'-21'-19'12611'0'0,"14"12"-10290"0"0,7 6-1934 0 0,0 0-400 0 0,1 0-1 0 0,0 1 1 0 0,-1-1 0 0 0,1 0-1 0 0,0 1 1 0 0,0-1 0 0 0,0 1 0 0 0,0-1-1 0 0,-1 1 1 0 0,1-1 0 0 0,0 1-1 0 0,0 0 1 0 0,0-1 0 0 0,0 1 0 0 0,0 0-1 0 0,0 0 1 0 0,0 0 0 0 0,2 0 0 0 0,22-4-1334 0 0,-24 4 1206 0 0,66-9-7261 0 0,-36 3 2605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7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3232 0 0,'26'-2'11298'0'0,"-10"3"-9564"0"0,7 1-3313 0 0,22 2-2911 0 0,-21-5 1152 0 0,1-2-1115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3436 0 0,'49'4'10293'0'0,"-13"-1"-5376"0"0,-33-3-4432 0 0,23 2 847 0 0,-23-2-1190 0 0,12 0-496 0 0,1 0 0 0 0,25-4-1 0 0,32-11-10319 0 0,-47 7 4210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8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54 141 2616 0 0,'-21'2'7799'0'0,"13"0"-4577"0"0,-10 0 1742 0 0,12-3-3184 0 0,16-3-1931 0 0,166-41 831 0 0,-111 31-2802 0 0,86-30 0 0 0,-111 25-1323 0 0,-18-1-2629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34 1464 0 0,'-46'-34'13516'0'0,"42"36"-12703"0"0,3-2-773 0 0,1-1-1 0 0,-1 1 1 0 0,1 0 0 0 0,-1 0-1 0 0,1 0 1 0 0,-1 0 0 0 0,1 0-1 0 0,0 1 1 0 0,-1-1 0 0 0,1 0-1 0 0,-1 0 1 0 0,1 0 0 0 0,-1 0-1 0 0,1 0 1 0 0,-1 1 0 0 0,1-1-1 0 0,0 0 1 0 0,-1 0 0 0 0,1 0 0 0 0,-1 1-1 0 0,1-1 1 0 0,0 0 0 0 0,-1 1-1 0 0,1-1 1 0 0,0 0 0 0 0,-1 1-1 0 0,-18 57 1280 0 0,3 0-1 0 0,-15 96 0 0 0,14-58-1007 0 0,4-17-835 0 0,12-69-82 0 0,0-1 1 0 0,1 1-1 0 0,0-1 1 0 0,1 1-1 0 0,0-1 0 0 0,3 14 1 0 0,-3-21 124 0 0,0 1 0 0 0,0 0 0 0 0,0-1-1 0 0,0 1 1 0 0,1-1 0 0 0,-1 1 0 0 0,1-1 0 0 0,-1 1 0 0 0,1-1 0 0 0,0 0 0 0 0,0 0 0 0 0,0 0 0 0 0,0 0-1 0 0,0 0 1 0 0,1-1 0 0 0,-1 1 0 0 0,0-1 0 0 0,6 3 0 0 0,7 0-4341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8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88 2284 0 0,'3'-5'953'0'0,"0"-1"-1"0"0,0 1 0 0 0,0 0 1 0 0,-1-1-1 0 0,0 0 1 0 0,0 1-1 0 0,0-1 0 0 0,-1 0 1 0 0,0 0-1 0 0,0 0 1 0 0,-1 0-1 0 0,1-7 0 0 0,-2 12-914 0 0,1 1 0 0 0,0-1 0 0 0,-1 1 0 0 0,1-1 0 0 0,-1 1 0 0 0,1 0 0 0 0,-1-1 0 0 0,1 1 0 0 0,-1 0-1 0 0,1-1 1 0 0,-1 1 0 0 0,1 0 0 0 0,-1 0 0 0 0,1-1 0 0 0,-1 1 0 0 0,0 0 0 0 0,1 0 0 0 0,-1 0 0 0 0,1 0 0 0 0,-1 0-1 0 0,0 0 1 0 0,1 0 0 0 0,-1 0 0 0 0,1 0 0 0 0,-1 0 0 0 0,1 0 0 0 0,-1 0 0 0 0,0 0 0 0 0,1 1 0 0 0,-1-1 0 0 0,1 0 0 0 0,-1 0-1 0 0,1 1 1 0 0,-2-1 0 0 0,-20 9 573 0 0,8-1-397 0 0,1 1 0 0 0,0 0-1 0 0,0 0 1 0 0,0 2 0 0 0,2 0 0 0 0,-14 14 0 0 0,7-4-73 0 0,0 2 0 0 0,-24 39-1 0 0,41-61-133 0 0,-8 15 56 0 0,-14 31 1 0 0,22-44-49 0 0,-1 1 1 0 0,1 0 0 0 0,0-1 0 0 0,0 1 0 0 0,0 0-1 0 0,0 0 1 0 0,1-1 0 0 0,0 1 0 0 0,0 0 0 0 0,0 0-1 0 0,0 0 1 0 0,0 0 0 0 0,1-1 0 0 0,-1 1 0 0 0,3 6-1 0 0,-2-9-6 0 0,0 1-1 0 0,-1 0 1 0 0,1-1-1 0 0,0 1 0 0 0,0-1 1 0 0,1 1-1 0 0,-1-1 1 0 0,0 0-1 0 0,0 1 0 0 0,1-1 1 0 0,-1 0-1 0 0,1 0 0 0 0,-1 0 1 0 0,1 0-1 0 0,-1 0 1 0 0,1 0-1 0 0,0-1 0 0 0,-1 1 1 0 0,3 0-1 0 0,-1 0-2 0 0,1-1-1 0 0,-1 1 1 0 0,1-1 0 0 0,-1 0-1 0 0,1 0 1 0 0,-1 0-1 0 0,1-1 1 0 0,-1 1 0 0 0,6-2-1 0 0,-1-1 0 0 0,0 0-1 0 0,0 0 0 0 0,0-1 1 0 0,-1 1-1 0 0,1-2 0 0 0,-1 1 1 0 0,11-9-1 0 0,-7 1 10 0 0,-1 0 0 0 0,0 0-1 0 0,0-1 1 0 0,-1 0 0 0 0,-1-1 0 0 0,13-25-1 0 0,7-14 983 0 0,-7 12-224 0 0,-20 40-748 0 0,-11 115 185 0 0,5-76-1340 0 0,1 45-1 0 0,4-69-1351 0 0,1 0 0 0 0,1 1 0 0 0,5 22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2828 0 0,'18'-41'10004'0'0,"-14"25"-8260"0"0,-3 14-1161 0 0,-1 2-565 0 0,1 0 0 0 0,0 0 0 0 0,0 1 1 0 0,0-1-1 0 0,0 0 0 0 0,0 1 0 0 0,0-1 1 0 0,0 0-1 0 0,0 1 0 0 0,0-1 0 0 0,-1 1 0 0 0,1-1 1 0 0,0 1-1 0 0,0-1 0 0 0,-1 1 0 0 0,1 0 1 0 0,0-1-1 0 0,-1 1 0 0 0,1 0 0 0 0,-1 0 1 0 0,2 1-1 0 0,8 26 203 0 0,-7-16-150 0 0,-2 1 1 0 0,2 20-1 0 0,-4-13 339 0 0,-1-1-1 0 0,-8 37 0 0 0,10-55-355 0 0,0 0-1 0 0,0-1 1 0 0,0 1 0 0 0,-1 0-1 0 0,1 0 1 0 0,0 0 0 0 0,-1-1-1 0 0,1 1 1 0 0,0 0-1 0 0,-1 0 1 0 0,1-1 0 0 0,-1 1-1 0 0,1 0 1 0 0,-1-1 0 0 0,1 1-1 0 0,-1-1 1 0 0,-1 2 0 0 0,2-2-39 0 0,0 0 1 0 0,-1 0 0 0 0,1 0 0 0 0,-1 0-1 0 0,1 0 1 0 0,0 0 0 0 0,-1 0-1 0 0,1 0 1 0 0,0 0 0 0 0,-1 0-1 0 0,1 0 1 0 0,0 0 0 0 0,-1 0 0 0 0,1-1-1 0 0,0 1 1 0 0,-1 0 0 0 0,1 0-1 0 0,0 0 1 0 0,0-1 0 0 0,-1 1-1 0 0,1 0 1 0 0,0 0 0 0 0,0 0-1 0 0,-1-1 1 0 0,1 1 0 0 0,0 0 0 0 0,-1-1-1 0 0,0-1 0 0 0,0 1-1 0 0,0-1 0 0 0,0 0 1 0 0,0 1-1 0 0,1-1 1 0 0,-1 0-1 0 0,0 0 0 0 0,1 1 1 0 0,-1-1-1 0 0,1 0 1 0 0,0 0-1 0 0,0 0 0 0 0,-1-2 1 0 0,2-1-15 0 0,0 0 0 0 0,0 1 1 0 0,1-1-1 0 0,-1 1 0 0 0,1 0 1 0 0,0-1-1 0 0,0 1 0 0 0,0 0 1 0 0,1 0-1 0 0,-1 0 1 0 0,1 0-1 0 0,0 1 0 0 0,0-1 1 0 0,0 1-1 0 0,1 0 0 0 0,-1 0 1 0 0,1 0-1 0 0,0 0 0 0 0,4-2 1 0 0,1 0-27 0 0,1 0 0 0 0,-1 1 0 0 0,1 0 0 0 0,-1 0 0 0 0,1 1 0 0 0,0 1 0 0 0,18-3 0 0 0,-24 4 21 0 0,0 1 0 0 0,0 0 0 0 0,0 0 0 0 0,0 0 1 0 0,0 0-1 0 0,1 1 0 0 0,-1 0 0 0 0,0 0 0 0 0,0 0 0 0 0,0 0 0 0 0,-1 0 0 0 0,1 1 0 0 0,0 0 0 0 0,0 0 1 0 0,-1 0-1 0 0,1 0 0 0 0,-1 0 0 0 0,0 1 0 0 0,1 0 0 0 0,-1-1 0 0 0,-1 1 0 0 0,1 0 0 0 0,0 1 0 0 0,3 5 1 0 0,-1-1 57 0 0,0 0 0 0 0,-1 0 0 0 0,0 1 0 0 0,-1 0 0 0 0,0 0 0 0 0,0 0 0 0 0,-1 0 0 0 0,2 19 0 0 0,-2-6 81 0 0,-1-13 1918 0 0,2-25-818 0 0,-2 11-1300 0 0,0-2 80 0 0,1 1 0 0 0,0-1 1 0 0,0 0-1 0 0,1 1 0 0 0,0 0 0 0 0,0-1 0 0 0,0 1 1 0 0,1 0-1 0 0,0 1 0 0 0,0-1 0 0 0,1 1 0 0 0,-1 0 1 0 0,10-8-1 0 0,-1 2-39 0 0,1 0 1 0 0,0 2-1 0 0,0 0 1 0 0,20-10-1 0 0,-32 18 20 0 0,0 0-1 0 0,0 0 1 0 0,1 0 0 0 0,-1 0-1 0 0,0 0 1 0 0,1 0 0 0 0,-1 1-1 0 0,1-1 1 0 0,-1 1-1 0 0,1 0 1 0 0,-1-1 0 0 0,1 1-1 0 0,0 0 1 0 0,-1 1 0 0 0,1-1-1 0 0,-1 0 1 0 0,1 1 0 0 0,-1-1-1 0 0,1 1 1 0 0,-1 0 0 0 0,0 0-1 0 0,1 0 1 0 0,-1 0 0 0 0,0 0-1 0 0,0 1 1 0 0,0-1-1 0 0,0 1 1 0 0,0-1 0 0 0,0 1-1 0 0,0 0 1 0 0,2 2 0 0 0,0 1-2 0 0,-1-1 1 0 0,0 1-1 0 0,-1 0 1 0 0,1-1-1 0 0,-1 1 1 0 0,0 0-1 0 0,0 1 1 0 0,-1-1-1 0 0,0 0 1 0 0,0 0-1 0 0,0 1 1 0 0,0-1 0 0 0,-1 7-1 0 0,-5 46-2584 0 0,1-32-945 0 0,2-1-3500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49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93 772 0 0,'16'-49'12137'0'0,"-9"20"-8603"0"0,-6 28-3511 0 0,-1 1-1 0 0,0 0 1 0 0,0-1 0 0 0,0 1 0 0 0,0 0-1 0 0,1-1 1 0 0,-1 1 0 0 0,0 0 0 0 0,0-1 0 0 0,0 1-1 0 0,1 0 1 0 0,-1 0 0 0 0,0-1 0 0 0,1 1-1 0 0,-1 0 1 0 0,0 0 0 0 0,0 0 0 0 0,1-1 0 0 0,-1 1-1 0 0,0 0 1 0 0,1 0 0 0 0,-1 0 0 0 0,0 0-1 0 0,1 0 1 0 0,-1 0 0 0 0,1 0 0 0 0,-1 0 0 0 0,0 0-1 0 0,1 0 1 0 0,-1 0 0 0 0,0 0 0 0 0,1 0-1 0 0,-1 0 1 0 0,1 0 0 0 0,13 6 277 0 0,-9-1-245 0 0,-1-1 1 0 0,0 2 0 0 0,0-1-1 0 0,0 0 1 0 0,0 1-1 0 0,-1 0 1 0 0,0 0 0 0 0,0 0-1 0 0,0 0 1 0 0,-1 0 0 0 0,0 0-1 0 0,0 1 1 0 0,1 7 0 0 0,-1 1 92 0 0,0 0 1 0 0,-1 0 0 0 0,-1 0 0 0 0,-2 28-1 0 0,2-43-134 0 0,0 1 0 0 0,0 0 0 0 0,-1 0 0 0 0,1 0 0 0 0,0 0-1 0 0,0 0 1 0 0,-1 0 0 0 0,1-1 0 0 0,0 1 0 0 0,-1 0-1 0 0,1 0 1 0 0,-1 0 0 0 0,1-1 0 0 0,-1 1 0 0 0,0 0 0 0 0,1-1-1 0 0,-1 1 1 0 0,0 0 0 0 0,1-1 0 0 0,-1 1 0 0 0,0-1 0 0 0,0 1-1 0 0,1-1 1 0 0,-1 1 0 0 0,0-1 0 0 0,0 0 0 0 0,0 1 0 0 0,0-1-1 0 0,1 0 1 0 0,-1 0 0 0 0,0 0 0 0 0,0 1 0 0 0,0-1-1 0 0,0 0 1 0 0,0 0 0 0 0,0 0 0 0 0,-1-1 0 0 0,1 1-10 0 0,0-1 0 0 0,1 1 1 0 0,-1-1-1 0 0,0 0 0 0 0,1 1 1 0 0,-1-1-1 0 0,0 0 0 0 0,1 0 1 0 0,-1 1-1 0 0,1-1 0 0 0,-1 0 1 0 0,1 0-1 0 0,-1 0 0 0 0,1 0 0 0 0,0 0 1 0 0,-1 1-1 0 0,1-1 0 0 0,0 0 1 0 0,0 0-1 0 0,0 0 0 0 0,0 0 1 0 0,0 0-1 0 0,0 0 0 0 0,0 0 1 0 0,0-1-1 0 0,1-25-2 0 0,1 17-4 0 0,1 1-1 0 0,0 0 1 0 0,0 0-1 0 0,1 0 0 0 0,0 1 1 0 0,0-1-1 0 0,1 1 0 0 0,0 0 1 0 0,1 0-1 0 0,0 1 0 0 0,10-11 1 0 0,-10 12-5 0 0,0 0 1 0 0,1 0-1 0 0,0 0 0 0 0,0 1 1 0 0,0 0-1 0 0,0 0 1 0 0,1 1-1 0 0,0 0 0 0 0,0 0 1 0 0,0 1-1 0 0,0 0 1 0 0,13-2-1 0 0,-15 4-3 0 0,-2 0 5 0 0,1 1-1 0 0,0 0 0 0 0,-1 0 1 0 0,1 0-1 0 0,0 1 1 0 0,-1 0-1 0 0,1 0 1 0 0,-1 0-1 0 0,1 0 1 0 0,-1 0-1 0 0,9 5 0 0 0,-10-4 29 0 0,-1 0 0 0 0,1-1-1 0 0,-1 1 1 0 0,1 1 0 0 0,-1-1 0 0 0,0 0-1 0 0,0 1 1 0 0,0-1 0 0 0,0 1-1 0 0,-1-1 1 0 0,1 1 0 0 0,-1 0-1 0 0,3 4 1 0 0,-1 4-68 0 0,-1 0-1 0 0,0 0 1 0 0,-1 0-1 0 0,0 0 1 0 0,0 0 0 0 0,-1 0-1 0 0,-2 14 1 0 0,1 1-856 0 0,1-9-444 0 0,0 3-1419 0 0,0-6-2545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1060 0 0,'-1'-7'1355'0'0,"1"0"1"0"0,1-1-1 0 0,-1 1 0 0 0,2-1 0 0 0,-1 1 0 0 0,1 0 1 0 0,0 0-1 0 0,4-12 0 0 0,-4 16-1196 0 0,0 0 0 0 0,0 0 0 0 0,0 0 0 0 0,0 0 0 0 0,1 1-1 0 0,-1-1 1 0 0,1 1 0 0 0,0-1 0 0 0,-1 1 0 0 0,1 0 0 0 0,0 0 0 0 0,0 0 0 0 0,0 1 0 0 0,1-1 0 0 0,-1 1 0 0 0,0-1 0 0 0,1 1-1 0 0,-1 0 1 0 0,1 1 0 0 0,4-2 0 0 0,-2 2-103 0 0,1-1 1 0 0,0 1-1 0 0,0 0 0 0 0,-1 1 0 0 0,1 0 1 0 0,0 0-1 0 0,-1 0 0 0 0,1 1 0 0 0,-1-1 1 0 0,1 2-1 0 0,-1-1 0 0 0,0 1 0 0 0,0 0 0 0 0,0 0 1 0 0,0 1-1 0 0,0 0 0 0 0,-1 0 0 0 0,0 0 1 0 0,7 7-1 0 0,-8-8 5 0 0,-1 1 1 0 0,0-1 0 0 0,0 0-1 0 0,-1 1 1 0 0,1 0-1 0 0,-1 0 1 0 0,1 0 0 0 0,-1 0-1 0 0,-1 0 1 0 0,1 0 0 0 0,0 0-1 0 0,-1 1 1 0 0,0-1-1 0 0,0 0 1 0 0,0 1 0 0 0,-1-1-1 0 0,1 1 1 0 0,-1-1-1 0 0,0 1 1 0 0,-1 0 0 0 0,1-1-1 0 0,-1 1 1 0 0,0-1-1 0 0,0 0 1 0 0,0 1 0 0 0,0-1-1 0 0,-1 0 1 0 0,0 0 0 0 0,-3 7-1 0 0,-5 3 39 0 0,0-1-1 0 0,-1-1 1 0 0,-1 0-1 0 0,1 0 1 0 0,-2-1-1 0 0,0-1 1 0 0,0 0-1 0 0,-1 0 1 0 0,0-1-1 0 0,-18 7 1 0 0,29-14 50 0 0,14-17-125 0 0,0 4-52 0 0,1 0 0 0 0,21-16 1 0 0,0 1-5 0 0,8-10 53 0 0,-2-1-1 0 0,-2-2 1 0 0,-1-2-1 0 0,56-84 1 0 0,-88 118-1 0 0,-2 5-16 0 0,0-1-1 0 0,-1 1 1 0 0,1 0-1 0 0,-1-1 1 0 0,0 1-1 0 0,0-1 1 0 0,0 1-1 0 0,0-1 1 0 0,0 0 0 0 0,-1 0-1 0 0,1 1 1 0 0,-1-1-1 0 0,0 0 1 0 0,0-5-1 0 0,0 8-5 0 0,0 0 1 0 0,0 0-1 0 0,0-1 0 0 0,0 1 0 0 0,0 0 0 0 0,0 0 1 0 0,0 0-1 0 0,0-1 0 0 0,0 1 0 0 0,0 0 0 0 0,0 0 0 0 0,0 0 1 0 0,0 0-1 0 0,0-1 0 0 0,0 1 0 0 0,0 0 0 0 0,0 0 1 0 0,-1 0-1 0 0,1 0 0 0 0,0 0 0 0 0,0-1 0 0 0,0 1 1 0 0,0 0-1 0 0,0 0 0 0 0,0 0 0 0 0,-1 0 0 0 0,1 0 0 0 0,0 0 1 0 0,0 0-1 0 0,0-1 0 0 0,0 1 0 0 0,-1 0 0 0 0,1 0 1 0 0,0 0-1 0 0,0 0 0 0 0,0 0 0 0 0,0 0 0 0 0,-1 0 0 0 0,1 0 1 0 0,0 0-1 0 0,-10 3-16 0 0,-6 8-11 0 0,7-1 32 0 0,1 0 1 0 0,0 1-1 0 0,0 1 0 0 0,1-1 0 0 0,1 1 1 0 0,0 0-1 0 0,1 1 0 0 0,0-1 0 0 0,1 1 1 0 0,0 0-1 0 0,1 0 0 0 0,0 1 0 0 0,1-1 1 0 0,1 0-1 0 0,0 1 0 0 0,1-1 0 0 0,0 1 0 0 0,1-1 1 0 0,5 24-1 0 0,-5-32-133 0 0,1-1 0 0 0,0 0 0 0 0,-1 1 0 0 0,2-1 0 0 0,-1 0 0 0 0,0 0 0 0 0,1-1 0 0 0,0 1 0 0 0,0 0 0 0 0,0-1 0 0 0,0 0 0 0 0,1 1 0 0 0,-1-2 0 0 0,1 1 0 0 0,0 0 0 0 0,0-1 0 0 0,0 1 0 0 0,0-1 0 0 0,0 0 0 0 0,0 0 0 0 0,7 1 0 0 0,7 2-2212 0 0,0 0 1 0 0,0-2-1 0 0,34 3 0 0 0,-24-4-3984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62 80 0 0,'3'-16'7313'0'0,"0"-18"797"0"0,0 23-5829 0 0,-1 13-2226 0 0,-1 1 0 0 0,1 0 0 0 0,-1 0-1 0 0,0-1 1 0 0,0 1 0 0 0,0 0 0 0 0,-1 0 0 0 0,1 0-1 0 0,-1 0 1 0 0,1 0 0 0 0,-1 0 0 0 0,0 0 0 0 0,0 0-1 0 0,-1 0 1 0 0,1 0 0 0 0,0 0 0 0 0,-2 3 0 0 0,-12 55 854 0 0,14-61-907 0 0,-5 14 406 0 0,0 0 1 0 0,-1 0 0 0 0,-1-1-1 0 0,0 0 1 0 0,-1 0-1 0 0,-14 18 1 0 0,21-30-150 0 0,1-1-248 0 0,0 1 1 0 0,0-1 0 0 0,-1 0 0 0 0,1 0-1 0 0,0 1 1 0 0,0-1 0 0 0,0 0 0 0 0,-1 0-1 0 0,1 0 1 0 0,0 1 0 0 0,0-1-1 0 0,0 0 1 0 0,-1 0 0 0 0,1 0 0 0 0,0 0-1 0 0,-1 0 1 0 0,1 1 0 0 0,0-1 0 0 0,0 0-1 0 0,-1 0 1 0 0,1 0 0 0 0,0 0-1 0 0,0 0 1 0 0,-1 0 0 0 0,1 0 0 0 0,0 0-1 0 0,-1 0 1 0 0,1 0 0 0 0,0 0-1 0 0,0 0 1 0 0,-1 0 0 0 0,1 0 0 0 0,0-1-1 0 0,-1 1 1 0 0,1 0 0 0 0,0 0 0 0 0,0 0-1 0 0,-1 0 1 0 0,1 0 0 0 0,0-1-1 0 0,0 1 1 0 0,0 0 0 0 0,-1 0 0 0 0,1 0-1 0 0,0-1 1 0 0,0 1 0 0 0,0 0 0 0 0,-1 0-1 0 0,1-1 1 0 0,0 1 0 0 0,0 0-1 0 0,0 0 1 0 0,0-1 0 0 0,0 1 0 0 0,0 0-1 0 0,0 0 1 0 0,0-1 0 0 0,0 1-1 0 0,0 0 1 0 0,0-1 0 0 0,0 1 0 0 0,0 0-1 0 0,0 0 1 0 0,0-1 0 0 0,0 1 0 0 0,0 0-1 0 0,0-1 1 0 0,0 1 0 0 0,0 0-1 0 0,1-6 5 0 0,0 0-1 0 0,0 1 1 0 0,0-1-1 0 0,1 1 1 0 0,0-1-1 0 0,0 1 1 0 0,0 0-1 0 0,1 0 1 0 0,0 0-1 0 0,0 0 1 0 0,0 1-1 0 0,0-1 1 0 0,7-6-1 0 0,1-1 5 0 0,1 0-1 0 0,0 1 1 0 0,22-16-1 0 0,-21 19-47 0 0,0 0 0 0 0,0 1 0 0 0,1 0 0 0 0,0 1 1 0 0,0 1-1 0 0,1 0 0 0 0,-1 1 0 0 0,27-4 0 0 0,-34 7 3 0 0,0 0 0 0 0,1 1 1 0 0,-1 0-1 0 0,0 1 0 0 0,0-1 1 0 0,0 2-1 0 0,0-1 0 0 0,0 0 0 0 0,9 5 1 0 0,-12-4 13 0 0,0 0 0 0 0,1 0 0 0 0,-1 1 0 0 0,0-1 0 0 0,0 1-1 0 0,0 0 1 0 0,-1 0 0 0 0,1 1 0 0 0,-1-1 0 0 0,0 1 0 0 0,0 0 0 0 0,0 0 0 0 0,0 0 0 0 0,4 8 0 0 0,-5-7 25 0 0,0-1 1 0 0,-1 1-1 0 0,1-1 0 0 0,-1 1 0 0 0,0 0 0 0 0,0 0 1 0 0,0 0-1 0 0,-1-1 0 0 0,0 1 0 0 0,0 0 0 0 0,0 0 1 0 0,-1 6-1 0 0,-2 3-248 0 0,0 1-1 0 0,-10 22 1 0 0,7-19-655 0 0,-1 16-7141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0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1512 0 0,'7'-9'2928'0'0,"-1"0"-1"0"0,0 0 0 0 0,5-13 1 0 0,9-12 3267 0 0,-5 15-5001 0 0,-13 18-1162 0 0,0 0 1 0 0,0 0 0 0 0,-1 1 0 0 0,1-1 0 0 0,0 0 0 0 0,0 1-1 0 0,0-1 1 0 0,0 1 0 0 0,0 0 0 0 0,0 0 0 0 0,0 0 0 0 0,4 0-1 0 0,3 0 52 0 0,40-3-248 0 0,59 3 0 0 0,-55 4-3115 0 0,-2 0-4073 0 0,-33-3-406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89 616 0 0,'-57'23'12331'0'0,"17"-9"-6101"0"0,44-13-6060 0 0,26-2-168 0 0,-1-1-1 0 0,1-2 1 0 0,-1 0-1 0 0,42-13 1 0 0,-56 13-307 0 0,114-36-4379 0 0,-46 6-1389 0 0,-36 14 184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1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81 24 0 0,'21'-21'5767'0'0,"-17"19"-4823"0"0,0-1 0 0 0,-1 0-1 0 0,0-1 1 0 0,0 1-1 0 0,0 0 1 0 0,0-1-1 0 0,-1 0 1 0 0,4-5-1 0 0,-6 9-858 0 0,0-1-1 0 0,0 0 0 0 0,0 1 1 0 0,0-1-1 0 0,0 0 0 0 0,0 1 1 0 0,0-1-1 0 0,0 0 0 0 0,0 1 1 0 0,0-1-1 0 0,0 0 0 0 0,0 1 1 0 0,-1-1-1 0 0,1 0 0 0 0,0 1 1 0 0,0-1-1 0 0,-1 1 0 0 0,1-1 1 0 0,0 0-1 0 0,-1 1 0 0 0,1-1 1 0 0,-1 1-1 0 0,1-1 0 0 0,0 1 1 0 0,-1-1-1 0 0,1 1 0 0 0,-1-1 1 0 0,0 1-1 0 0,1 0 0 0 0,-2-1 1 0 0,1 0-2 0 0,-1 0-1 0 0,1 0 1 0 0,-1 0 0 0 0,1 1 0 0 0,-1-1 0 0 0,0 1 0 0 0,1-1 0 0 0,-1 1-1 0 0,0 0 1 0 0,0-1 0 0 0,1 1 0 0 0,-1 0 0 0 0,-3 0 0 0 0,-11 4-8 0 0,-1 0 0 0 0,1 0 0 0 0,0 2 1 0 0,1 0-1 0 0,-1 1 0 0 0,1 0 0 0 0,1 2 1 0 0,-1-1-1 0 0,1 2 0 0 0,1 0 1 0 0,-25 23-1 0 0,18-14-66 0 0,1 2 1 0 0,0 0-1 0 0,2 2 0 0 0,0 0 1 0 0,2 0-1 0 0,-20 40 0 0 0,28-49 34 0 0,1 0 0 0 0,1 0 0 0 0,0 0 0 0 0,1 1-1 0 0,1-1 1 0 0,0 1 0 0 0,1 0 0 0 0,0 20-1 0 0,2-27 16 0 0,0-1 1 0 0,1 1-1 0 0,0-1 0 0 0,1 1 0 0 0,0-1 0 0 0,0 0 0 0 0,0 0 0 0 0,1 0 0 0 0,0 0 0 0 0,0 0 0 0 0,1 0 1 0 0,0-1-1 0 0,0 1 0 0 0,1-1 0 0 0,-1 0 0 0 0,1-1 0 0 0,1 1 0 0 0,7 6 0 0 0,-2-4 53 0 0,0-1 1 0 0,0 0-1 0 0,0 0 0 0 0,1-1 0 0 0,0-1 1 0 0,1 0-1 0 0,-1 0 0 0 0,1-1 0 0 0,0-1 1 0 0,0 0-1 0 0,21 1 0 0 0,-18-3 307 0 0,-1 0 0 0 0,1-1 1 0 0,-1-1-1 0 0,1 0 0 0 0,-1-2 0 0 0,1 1 0 0 0,-1-2 0 0 0,0 0 1 0 0,23-10-1 0 0,-27 9-220 0 0,0-1 1 0 0,-1 0 0 0 0,0-1-1 0 0,0 0 1 0 0,0-1 0 0 0,-1 0-1 0 0,0 0 1 0 0,0-1-1 0 0,-1 0 1 0 0,0 0 0 0 0,9-15-1 0 0,-9 11-78 0 0,-1-2-1 0 0,0 1 1 0 0,0-1 0 0 0,-2 1-1 0 0,0-2 1 0 0,0 1-1 0 0,-1 0 1 0 0,2-22-1 0 0,-4 21-114 0 0,-1 0 0 0 0,-1 0 0 0 0,0 0 0 0 0,-1 0-1 0 0,0 0 1 0 0,-1 0 0 0 0,-1 0 0 0 0,-1 0-1 0 0,0 0 1 0 0,-1 1 0 0 0,-1 0 0 0 0,0 0-1 0 0,-1 0 1 0 0,-1 1 0 0 0,0 0 0 0 0,-1 0 0 0 0,0 1-1 0 0,-15-16 1 0 0,18 24-128 0 0,1 0-1 0 0,-1 1 1 0 0,0-1 0 0 0,0 1-1 0 0,-1 0 1 0 0,1 1-1 0 0,-1-1 1 0 0,0 1 0 0 0,0 1-1 0 0,0-1 1 0 0,0 1 0 0 0,0 0-1 0 0,0 1 1 0 0,-1 0-1 0 0,1 0 1 0 0,-1 1 0 0 0,1-1-1 0 0,-15 3 1 0 0,8-1-1174 0 0,-1 2-1 0 0,0 0 1 0 0,-17 6 0 0 0,-40 20-8801 0 0,44-16 551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4 656 0 0,'0'0'5649'0'0,"-14"-4"-9550"0"0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4 112 1264 0 0,'-3'-10'4138'0'0,"4"5"-3744"0"0,0 0 0 0 0,0 1 1 0 0,0-1-1 0 0,1 1 0 0 0,0 0 0 0 0,0-1 1 0 0,0 1-1 0 0,0 0 0 0 0,1 0 0 0 0,5-7 0 0 0,-4 6-256 0 0,1 1 0 0 0,0-1 0 0 0,0 1-1 0 0,0 0 1 0 0,0 1 0 0 0,0-1-1 0 0,1 1 1 0 0,-1 0 0 0 0,1 0 0 0 0,0 1-1 0 0,12-4 1 0 0,-16 6-129 0 0,1-1 1 0 0,-1 1-1 0 0,1 0 0 0 0,-1 0 0 0 0,1 0 0 0 0,-1 0 1 0 0,1 1-1 0 0,-1-1 0 0 0,1 1 0 0 0,-1 0 1 0 0,1-1-1 0 0,-1 1 0 0 0,0 0 0 0 0,1 0 1 0 0,-1 1-1 0 0,0-1 0 0 0,0 0 0 0 0,4 4 1 0 0,-1-1 19 0 0,1 1 0 0 0,-1 0 1 0 0,-1 1-1 0 0,9 10 1 0 0,-7-7 15 0 0,-1-1 0 0 0,-1 1 0 0 0,1 0-1 0 0,-2 0 1 0 0,1 0 0 0 0,-1 0 0 0 0,0 1 0 0 0,-1-1 0 0 0,2 17 0 0 0,-3-11-7 0 0,-1 0 0 0 0,-1-1 0 0 0,0 1 0 0 0,0-1 0 0 0,-8 27-1 0 0,-2-6 160 0 0,-1 0-1 0 0,-2-1 1 0 0,-1-1-1 0 0,-26 41 1 0 0,27-56 533 0 0,14-18-711 0 0,-1 0 0 0 0,1 1 1 0 0,-1-1-1 0 0,1 0 0 0 0,-1 1 1 0 0,1-1-1 0 0,-1 0 0 0 0,0 0 1 0 0,1 1-1 0 0,-1-1 0 0 0,1 0 1 0 0,-1 0-1 0 0,1 0 0 0 0,-1 0 1 0 0,0 0-1 0 0,1 0 0 0 0,-1 0 1 0 0,1 0-1 0 0,-1 0 0 0 0,0 0 1 0 0,1 0-1 0 0,-1 0 0 0 0,1 0 1 0 0,-1-1-1 0 0,0 1 0 0 0,0-2-9 0 0,1 0-1 0 0,-1 1 1 0 0,1-1 0 0 0,0 0-1 0 0,0 1 1 0 0,0-1-1 0 0,0 0 1 0 0,0 0-1 0 0,0 1 1 0 0,0-1-1 0 0,0 0 1 0 0,1 0-1 0 0,-1 1 1 0 0,1-1 0 0 0,1-2-1 0 0,-2 4-8 0 0,8-25 1 0 0,2 1 0 0 0,1 0 0 0 0,1 1 0 0 0,1 1 0 0 0,1 0 0 0 0,28-35 0 0 0,-20 32-29 0 0,1 1-1 0 0,1 0 0 0 0,1 2 0 0 0,50-35 0 0 0,-67 52 28 0 0,1 0 0 0 0,-1 0 0 0 0,1 1 0 0 0,0 0 0 0 0,0 0 0 0 0,1 1 0 0 0,-1 0 1 0 0,0 1-1 0 0,1 0 0 0 0,12-1 0 0 0,-18 3 5 0 0,0 0-1 0 0,0 1 1 0 0,-1-1 0 0 0,1 0 0 0 0,0 1 0 0 0,0 0 0 0 0,0 0 0 0 0,-1 0-1 0 0,1 1 1 0 0,-1-1 0 0 0,1 1 0 0 0,-1 0 0 0 0,1 0 0 0 0,-1 0-1 0 0,0 0 1 0 0,0 0 0 0 0,0 1 0 0 0,0 0 0 0 0,-1-1 0 0 0,1 1 0 0 0,-1 0-1 0 0,1 0 1 0 0,-1 1 0 0 0,0-1 0 0 0,0 0 0 0 0,0 1 0 0 0,-1-1 0 0 0,3 7-1 0 0,-1 0 11 0 0,-1-1 0 0 0,0 1 0 0 0,0 0 0 0 0,-1 0-1 0 0,0-1 1 0 0,0 1 0 0 0,-1 0 0 0 0,-2 16 0 0 0,0-11 56 0 0,-1 0 1 0 0,-1 1 0 0 0,0-1 0 0 0,-9 23-1 0 0,12-36-29 0 0,1-2-40 0 0,0 0 0 0 0,0 1 1 0 0,-1-1-1 0 0,1 0 0 0 0,0 0 0 0 0,0 1 1 0 0,0-1-1 0 0,0 0 0 0 0,0 0 1 0 0,-1 0-1 0 0,1 1 0 0 0,0-1 0 0 0,0 0 1 0 0,-1 0-1 0 0,1 0 0 0 0,0 0 1 0 0,0 1-1 0 0,0-1 0 0 0,-1 0 1 0 0,1 0-1 0 0,0 0 0 0 0,0 0 0 0 0,-1 0 1 0 0,1 0-1 0 0,0 0 0 0 0,-1 0 1 0 0,1 0-1 0 0,0 0 0 0 0,-1 0 0 0 0,2-7-1 0 0,0 0-1 0 0,0 0 1 0 0,1 0-1 0 0,0 0 0 0 0,0 1 1 0 0,0-1-1 0 0,1 0 1 0 0,6-9-1 0 0,35-54-31 0 0,-38 61 30 0 0,11-16-10 0 0,1 2 0 0 0,36-37 1 0 0,-46 52 10 0 0,2-1 1 0 0,-1 2 0 0 0,1-1 0 0 0,0 1 0 0 0,1 1 0 0 0,0-1 0 0 0,0 2 0 0 0,0 0 0 0 0,12-4-1 0 0,-21 8 16 0 0,0 1-1 0 0,0-1 0 0 0,-1 1 0 0 0,1-1 1 0 0,0 1-1 0 0,0 0 0 0 0,0 0 0 0 0,0 0 0 0 0,0 0 1 0 0,0 0-1 0 0,-1 0 0 0 0,1 1 0 0 0,0-1 1 0 0,0 1-1 0 0,0-1 0 0 0,0 1 0 0 0,-1 0 1 0 0,1-1-1 0 0,0 1 0 0 0,-1 0 0 0 0,1 0 1 0 0,-1 0-1 0 0,1 0 0 0 0,-1 1 0 0 0,1-1 0 0 0,-1 0 1 0 0,0 1-1 0 0,1-1 0 0 0,-1 1 0 0 0,0-1 1 0 0,0 1-1 0 0,0-1 0 0 0,0 1 0 0 0,-1 0 1 0 0,1-1-1 0 0,0 1 0 0 0,0 3 0 0 0,1 3 132 0 0,0-1-1 0 0,-1 1 0 0 0,0 0 1 0 0,0-1-1 0 0,-1 1 0 0 0,0 0 1 0 0,-1 12-1 0 0,-5 14 421 0 0,-17 55 0 0 0,15-64-434 0 0,1 0-1 0 0,1 0 1 0 0,1 0 0 0 0,-2 41-1 0 0,7-64-135 0 0,0 0 0 0 0,0 0 0 0 0,0-1-1 0 0,1 1 1 0 0,-1 0 0 0 0,0 0 0 0 0,1 0-1 0 0,-1-1 1 0 0,1 1 0 0 0,0 0 0 0 0,0-1-1 0 0,-1 1 1 0 0,1 0 0 0 0,0-1-1 0 0,1 1 1 0 0,-1-1 0 0 0,0 1 0 0 0,0-1-1 0 0,0 0 1 0 0,1 0 0 0 0,-1 1 0 0 0,1-1-1 0 0,-1 0 1 0 0,1 0 0 0 0,-1 0 0 0 0,1-1-1 0 0,0 1 1 0 0,-1 0 0 0 0,1 0 0 0 0,0-1-1 0 0,0 0 1 0 0,0 1 0 0 0,-1-1 0 0 0,3 1-1 0 0,7 0-438 0 0,0-1 0 0 0,0 0 0 0 0,0-1-1 0 0,18-2 1 0 0,-19 2-78 0 0,71-13-6198 0 0,-29 3-187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140 610 364 0 0,'-4'0'1808'0'0,"-3"1"-1310"0"0,0 0 0 0 0,1 1 1 0 0,-1-1-1 0 0,1 1 0 0 0,-1 1 0 0 0,1-1 0 0 0,0 1 0 0 0,0 0 0 0 0,0 1 1 0 0,1-1-1 0 0,-1 1 0 0 0,1 0 0 0 0,0 0 0 0 0,-5 6 0 0 0,6-6-349 0 0,0 0 0 0 0,0 1 1 0 0,1 0-1 0 0,-1-1 0 0 0,1 1 0 0 0,0 0 0 0 0,1 0 0 0 0,-1 1 0 0 0,1-1 0 0 0,0 1 0 0 0,0-1 0 0 0,1 1 1 0 0,0-1-1 0 0,0 1 0 0 0,0 0 0 0 0,1 0 0 0 0,-1-1 0 0 0,2 9 0 0 0,-1-13-120 0 0,0 1-1 0 0,0-1 1 0 0,0 0-1 0 0,1 1 1 0 0,-1-1-1 0 0,1 1 1 0 0,-1-1 0 0 0,1 1-1 0 0,-1-1 1 0 0,1 0-1 0 0,0 1 1 0 0,-1-1-1 0 0,1 0 1 0 0,0 0-1 0 0,0 0 1 0 0,0 1-1 0 0,0-1 1 0 0,0 0 0 0 0,0 0-1 0 0,1-1 1 0 0,-1 1-1 0 0,0 0 1 0 0,0 0-1 0 0,1 0 1 0 0,-1-1-1 0 0,0 1 1 0 0,1-1-1 0 0,-1 1 1 0 0,1-1 0 0 0,-1 1-1 0 0,1-1 1 0 0,-1 0-1 0 0,1 0 1 0 0,-1 0-1 0 0,1 0 1 0 0,-1 0-1 0 0,1 0 1 0 0,-1 0 0 0 0,1 0-1 0 0,-1-1 1 0 0,0 1-1 0 0,1-1 1 0 0,2 0-1 0 0,12-5 32 0 0,-1 0-1 0 0,0-1 1 0 0,0 0 0 0 0,-1-2-1 0 0,21-13 1 0 0,61-58 51 0 0,-67 51-106 0 0,-1 0 0 0 0,-1-2 0 0 0,-2-1 0 0 0,-2-2 0 0 0,0 0 0 0 0,27-57 0 0 0,-29 45-34 0 0,-2 0 1 0 0,-2-1-1 0 0,-2-1 1 0 0,17-97-1 0 0,-32 141 26 0 0,1 0 0 0 0,-1-1 0 0 0,0 1-1 0 0,0 0 1 0 0,0 0 0 0 0,-1-5 0 0 0,1 8 2 0 0,0 1 0 0 0,0-1 0 0 0,-1 1 0 0 0,1-1 1 0 0,0 0-1 0 0,0 1 0 0 0,-1-1 0 0 0,1 1 0 0 0,0-1 0 0 0,0 1 0 0 0,-1-1 0 0 0,1 1 0 0 0,-1 0 1 0 0,1-1-1 0 0,0 1 0 0 0,-1-1 0 0 0,1 1 0 0 0,-1 0 0 0 0,1-1 0 0 0,-2 1 0 0 0,2-1 1 0 0,-1 1-1 0 0,0 0 0 0 0,0 0 1 0 0,0 0-1 0 0,0 0 0 0 0,0 0 1 0 0,1 0-1 0 0,-1 1 1 0 0,0-1-1 0 0,0 0 0 0 0,0 0 1 0 0,1 1-1 0 0,-1-1 0 0 0,0 0 1 0 0,0 1-1 0 0,0-1 1 0 0,1 1-1 0 0,-1-1 0 0 0,0 1 1 0 0,-9 7 6 0 0,1-1-1 0 0,-1 2 1 0 0,2-1 0 0 0,-1 1 0 0 0,2 1 0 0 0,-1-1 0 0 0,-8 15 0 0 0,-39 78 137 0 0,52-95-125 0 0,-25 53 441 0 0,-27 83-1 0 0,44-110-357 0 0,2 1 1 0 0,2 0-1 0 0,1 1 1 0 0,-2 45-1 0 0,8-70-76 0 0,0 0-1 0 0,0 1 0 0 0,1-1 1 0 0,0 1-1 0 0,1-1 0 0 0,0 0 1 0 0,1 0-1 0 0,4 11 0 0 0,-6-17-14 0 0,1 0 0 0 0,0-1-1 0 0,0 1 1 0 0,0-1 0 0 0,1 0-1 0 0,-1 0 1 0 0,1 0 0 0 0,0 0-1 0 0,0 0 1 0 0,0 0 0 0 0,0-1-1 0 0,0 1 1 0 0,1-1 0 0 0,-1 0 0 0 0,1 0-1 0 0,-1 0 1 0 0,1-1 0 0 0,0 1-1 0 0,0-1 1 0 0,0 0 0 0 0,0 0-1 0 0,0 0 1 0 0,7 0 0 0 0,2-1-1 0 0,1 0-1 0 0,-1-1 1 0 0,1 0 0 0 0,-1-1 0 0 0,1-1 0 0 0,-1 0-1 0 0,0-1 1 0 0,0 0 0 0 0,-1-1 0 0 0,1 0-1 0 0,-1-1 1 0 0,0-1 0 0 0,-1 0 0 0 0,0 0 0 0 0,21-18-1 0 0,-17 12-9 0 0,0-1 0 0 0,-1 0-1 0 0,-1-1 1 0 0,0-1 0 0 0,-1 0-1 0 0,0-1 1 0 0,-2 0 0 0 0,0-1-1 0 0,-1 0 1 0 0,7-20 0 0 0,-10 22 331 0 0,-1 0 0 0 0,0 0 0 0 0,-2 0-1 0 0,4-29 1 0 0,-7 45-322 0 0,0 0 0 0 0,0-1 0 0 0,0 1 0 0 0,0 0 0 0 0,0 0 0 0 0,0 0 0 0 0,0-1 0 0 0,0 1 0 0 0,0 0 0 0 0,0 0 0 0 0,0 0 0 0 0,0-1 0 0 0,0 1-1 0 0,0 0 1 0 0,0 0 0 0 0,0 0 0 0 0,0-1 0 0 0,0 1 0 0 0,0 0 0 0 0,0 0 0 0 0,0 0 0 0 0,0 0 0 0 0,-1-1 0 0 0,1 1 0 0 0,0 0 0 0 0,0 0 0 0 0,0 0 0 0 0,0 0 0 0 0,0 0-1 0 0,-1-1 1 0 0,1 1 0 0 0,0 0 0 0 0,0 0 0 0 0,0 0 0 0 0,0 0 0 0 0,-1 0 0 0 0,1 0 0 0 0,0 0 0 0 0,0 0 0 0 0,0 0 0 0 0,-1-1 0 0 0,1 1 0 0 0,0 0 0 0 0,0 0 0 0 0,-1 0-1 0 0,-8 7 301 0 0,-7 14 171 0 0,5 3-232 0 0,1 0-1 0 0,2 1 1 0 0,0 0 0 0 0,2 0 0 0 0,1 0 0 0 0,0 1 0 0 0,2 0-1 0 0,1 43 1 0 0,2-65-231 0 0,0-1-1 0 0,0 1 1 0 0,1-1-1 0 0,-1 1 1 0 0,1-1-1 0 0,0 0 1 0 0,0 1-1 0 0,0-1 0 0 0,0 0 1 0 0,1 0-1 0 0,-1 0 1 0 0,1 0-1 0 0,0 0 1 0 0,0 0-1 0 0,0 0 1 0 0,0-1-1 0 0,0 1 1 0 0,1-1-1 0 0,-1 1 1 0 0,1-1-1 0 0,0 0 0 0 0,3 2 1 0 0,-1-2-55 0 0,0 0-1 0 0,0 0 1 0 0,0 0 0 0 0,0-1 0 0 0,0 0-1 0 0,1 0 1 0 0,-1 0 0 0 0,0-1 0 0 0,1 0-1 0 0,-1 0 1 0 0,0 0 0 0 0,1-1 0 0 0,9-2-1 0 0,-1 0-663 0 0,1 0 0 0 0,0-2 1 0 0,-1 0-1 0 0,0-1 0 0 0,0 0 0 0 0,18-12 0 0 0,-21 12-678 0 0,-1-1-1 0 0,-1-1 1 0 0,0 0-1 0 0,0 0 1 0 0,9-11-1 0 0,0-4-4084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71 1460 0 0,'-11'-15'3910'0'0,"0"0"0"0"0,-27-26 737 0 0,37 42-4687 0 0,1 0 0 0 0,-1-1 0 0 0,0 1 0 0 0,0 0 0 0 0,1 0 0 0 0,-1 0-1 0 0,0 0 1 0 0,1 0 0 0 0,-1 0 0 0 0,1 0 0 0 0,0 0 0 0 0,-1 0 0 0 0,1 0-1 0 0,0 0 1 0 0,-1 0 0 0 0,1 1 0 0 0,0-1 0 0 0,0 0 0 0 0,0 0 0 0 0,0 0 0 0 0,0 0-1 0 0,0 0 1 0 0,0 0 0 0 0,1 1 0 0 0,-1-1 0 0 0,0 0 0 0 0,1 0 0 0 0,-1 0 0 0 0,0 0-1 0 0,1 0 1 0 0,0 1 0 0 0,14 38-6162 0 0,-8-26 2165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7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 1992 0 0,'4'7'8568'0'0,"0"3"-6436"0"0,3 21 418 0 0,7 55-1 0 0,-13-72-2370 0 0,0 1 0 0 0,-1 0 0 0 0,-1-1 0 0 0,-1 1 0 0 0,0 0 0 0 0,-5 17 0 0 0,4-21-72 0 0,-1 0 1 0 0,0-1-1 0 0,0 0 1 0 0,-1 1-1 0 0,0-2 1 0 0,-13 19-1 0 0,17-26 17 0 0,-4-4-42 0 0,5 2-80 0 0,-1 0 0 0 0,1 0 0 0 0,0 0 0 0 0,-1 0 0 0 0,1 0 0 0 0,0 0-1 0 0,-1 0 1 0 0,1 0 0 0 0,0 0 0 0 0,-1-1 0 0 0,1 1 0 0 0,0 0 0 0 0,-1 0-1 0 0,1 0 1 0 0,0 0 0 0 0,-1 0 0 0 0,1-1 0 0 0,0 1 0 0 0,-1 0 0 0 0,1 0-1 0 0,0 0 1 0 0,0-1 0 0 0,-1 1 0 0 0,1 0 0 0 0,0-1 0 0 0,0 1 0 0 0,0 0-1 0 0,-1 0 1 0 0,1-1 0 0 0,0 1 0 0 0,0-1 0 0 0,-1-7 12 0 0,1 1-1 0 0,0-1 1 0 0,0 1 0 0 0,1 0-1 0 0,0-1 1 0 0,0 1 0 0 0,1-1-1 0 0,0 1 1 0 0,4-10 0 0 0,2-4 1 0 0,22-39 1 0 0,-17 36-48 0 0,34-43 0 0 0,-43 61 21 0 0,1 0-1 0 0,1 1 1 0 0,-1-1 0 0 0,1 1-1 0 0,0 0 1 0 0,0 0 0 0 0,1 1 0 0 0,-1 0-1 0 0,1 0 1 0 0,0 1 0 0 0,11-5 0 0 0,-15 7 9 0 0,0 0 0 0 0,1 0 1 0 0,-1 1-1 0 0,0-1 0 0 0,0 1 1 0 0,0 0-1 0 0,1 0 1 0 0,-1 0-1 0 0,0 0 0 0 0,0 1 1 0 0,0-1-1 0 0,0 1 0 0 0,0 0 1 0 0,1 0-1 0 0,-1 0 1 0 0,-1 0-1 0 0,1 0 0 0 0,4 3 1 0 0,-3-1 21 0 0,0 0 0 0 0,0 1 0 0 0,-1-1 0 0 0,1 1 0 0 0,-1 0 0 0 0,0 0 0 0 0,0 0 0 0 0,0 0 0 0 0,-1 0 0 0 0,4 8 0 0 0,1 6 102 0 0,-1-1-1 0 0,-1 1 1 0 0,-1 1 0 0 0,5 35 0 0 0,-4-12-13 0 0,-3-35-105 0 0,-1-1 24 0 0,0 0-1 0 0,1 0 1 0 0,-1 0 0 0 0,1 0 0 0 0,1 0-1 0 0,3 6 1 0 0,-5-10-21 0 0,0 0-1 0 0,0-1 1 0 0,1 1-1 0 0,-1-1 0 0 0,1 0 1 0 0,-1 1-1 0 0,1-1 1 0 0,-1 0-1 0 0,1 0 1 0 0,0 0-1 0 0,0 0 1 0 0,-1 0-1 0 0,1 0 1 0 0,0-1-1 0 0,0 1 1 0 0,0-1-1 0 0,0 1 1 0 0,0-1-1 0 0,0 0 1 0 0,0 1-1 0 0,0-1 1 0 0,0 0-1 0 0,0 0 0 0 0,2-1 1 0 0,9 0 5 0 0,-1-1 1 0 0,1-1-1 0 0,-1 0 1 0 0,0-1-1 0 0,0 0 0 0 0,0-1 1 0 0,-1 0-1 0 0,1-1 1 0 0,-1 0-1 0 0,0-1 1 0 0,-1 0-1 0 0,0-1 0 0 0,13-11 1 0 0,-2-2-7 0 0,-1 0-1 0 0,-1-1 1 0 0,0-1 0 0 0,24-41 0 0 0,-38 56-4 0 0,-1-1 0 0 0,0 1 0 0 0,-1-1 0 0 0,0 1 0 0 0,0-1 1 0 0,0 0-1 0 0,1-14 0 0 0,-4 22-3 0 0,0 1-1 0 0,0-1 1 0 0,0 1-1 0 0,0-1 1 0 0,1 1 0 0 0,-1-1-1 0 0,0 0 1 0 0,0 1 0 0 0,-1-1-1 0 0,1 1 1 0 0,0-1-1 0 0,0 1 1 0 0,0-1 0 0 0,0 0-1 0 0,0 1 1 0 0,-1-1-1 0 0,1 1 1 0 0,0-1 0 0 0,0 1-1 0 0,-1-1 1 0 0,1 1 0 0 0,0-1-1 0 0,-1 1 1 0 0,1 0-1 0 0,-1-1 1 0 0,1 1 0 0 0,0-1-1 0 0,-2 0 1 0 0,1 1 0 0 0,0 0 0 0 0,0 0 0 0 0,0 0 0 0 0,0 0-1 0 0,0 0 1 0 0,-1 0 0 0 0,1 0 0 0 0,0 0 0 0 0,0 0 0 0 0,0 0 0 0 0,0 0 0 0 0,0 1 0 0 0,-2 0 0 0 0,-30 16 14 0 0,22-8-11 0 0,0 0 0 0 0,0 1 1 0 0,1 0-1 0 0,1 0 0 0 0,0 1 0 0 0,0 1 1 0 0,1-1-1 0 0,0 2 0 0 0,1-1 0 0 0,1 1 1 0 0,0 0-1 0 0,0 0 0 0 0,2 0 0 0 0,-1 1 1 0 0,-3 25-1 0 0,8-37-17 0 0,-1 1 1 0 0,1 0-1 0 0,0 0 1 0 0,0 0-1 0 0,1 0 1 0 0,-1 0-1 0 0,1 0 1 0 0,-1-1-1 0 0,1 1 1 0 0,0 0-1 0 0,0-1 1 0 0,0 1-1 0 0,0 0 1 0 0,1-1-1 0 0,-1 1 1 0 0,1-1-1 0 0,2 3 1 0 0,-1-1-118 0 0,0-1 1 0 0,1 0-1 0 0,0 0 1 0 0,0 0-1 0 0,-1-1 1 0 0,2 1-1 0 0,-1-1 1 0 0,0 0-1 0 0,8 3 1 0 0,5 0-555 0 0,0-1-1 0 0,0-1 1 0 0,0 0-1 0 0,29 0 1 0 0,5-3-1333 0 0,-1-2 1 0 0,1-3 0 0 0,-1-1 0 0 0,55-15 0 0 0,-52 6-1991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8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334 211 2400 0 0,'5'-5'787'0'0,"-1"-1"0"0"0,-1 0 0 0 0,1 0-1 0 0,-1 0 1 0 0,0 0 0 0 0,0 0 0 0 0,-1-1 0 0 0,0 1-1 0 0,2-11 1 0 0,-3 13-572 0 0,-1 1 0 0 0,0 0-1 0 0,0 0 1 0 0,0 0 0 0 0,0-1-1 0 0,0 1 1 0 0,-1 0 0 0 0,0 0-1 0 0,1 0 1 0 0,-1 0 0 0 0,0 0-1 0 0,0 0 1 0 0,-1 0-1 0 0,1 0 1 0 0,-1 0 0 0 0,1 0-1 0 0,-1 1 1 0 0,0-1 0 0 0,0 1-1 0 0,0-1 1 0 0,-1 1 0 0 0,1 0-1 0 0,-3-2 1 0 0,1 1-149 0 0,1 1 0 0 0,-1 1-1 0 0,1-1 1 0 0,-1 0 0 0 0,0 1-1 0 0,0 0 1 0 0,0 0 0 0 0,0 0 0 0 0,0 1-1 0 0,0-1 1 0 0,0 1 0 0 0,0 0-1 0 0,0 0 1 0 0,0 0 0 0 0,0 0 0 0 0,0 1-1 0 0,0 0 1 0 0,0 0 0 0 0,0 0 0 0 0,0 0-1 0 0,-6 4 1 0 0,-3 0-11 0 0,0 1-1 0 0,0 1 1 0 0,1 0-1 0 0,-22 17 1 0 0,13-7-19 0 0,1 1 1 0 0,1 1-1 0 0,-25 31 0 0 0,37-41-25 0 0,0-1-1 0 0,1 2 1 0 0,1-1-1 0 0,-1 1 1 0 0,1 0-1 0 0,1 0 0 0 0,0 0 1 0 0,1 0-1 0 0,0 1 1 0 0,0 0-1 0 0,-1 14 1 0 0,3-23-3 0 0,1 1 0 0 0,0-1 0 0 0,0 1 0 0 0,0-1-1 0 0,1 0 1 0 0,-1 1 0 0 0,0-1 0 0 0,1 1 0 0 0,0-1 0 0 0,-1 0 0 0 0,1 0 0 0 0,0 1 0 0 0,0-1 0 0 0,0 0 0 0 0,0 0 0 0 0,1 0 0 0 0,-1 0 0 0 0,1 0 0 0 0,-1 0 0 0 0,3 2 0 0 0,-1-2 3 0 0,0 0-1 0 0,1 0 1 0 0,-1 0-1 0 0,0-1 1 0 0,0 0-1 0 0,1 1 1 0 0,-1-1-1 0 0,1 0 1 0 0,-1 0-1 0 0,1-1 1 0 0,-1 1 0 0 0,6-1-1 0 0,4 0 8 0 0,-1-1-1 0 0,1 0 0 0 0,-1 0 1 0 0,1-2-1 0 0,-1 1 1 0 0,23-10-1 0 0,-23 7-21 0 0,-1 0 0 0 0,1-1 0 0 0,-1-1-1 0 0,-1 0 1 0 0,1-1 0 0 0,-1 1 0 0 0,0-2-1 0 0,-1 0 1 0 0,15-18 0 0 0,-8 6 370 0 0,-2 0 0 0 0,0-1-1 0 0,20-45 1 0 0,-16 37 487 0 0,-13 28-646 0 0,-9 18-153 0 0,1-3-38 0 0,1 0 0 0 0,0 0 0 0 0,-1 17-1 0 0,1-10-5 0 0,2-20-10 0 0,-1 15 6 0 0,-1-1 0 0 0,2 1 0 0 0,0 0 0 0 0,4 26 0 0 0,-4-38-3 0 0,1 0 0 0 0,-1 0-1 0 0,1 0 1 0 0,0 0 0 0 0,1 0 0 0 0,-1 0 0 0 0,0 0 0 0 0,1 0-1 0 0,-1 0 1 0 0,1 0 0 0 0,0-1 0 0 0,0 1 0 0 0,0-1 0 0 0,1 1-1 0 0,-1-1 1 0 0,0 0 0 0 0,1 0 0 0 0,-1 0 0 0 0,1 0 0 0 0,0-1-1 0 0,0 1 1 0 0,0-1 0 0 0,0 1 0 0 0,0-1 0 0 0,0 0 0 0 0,0 0-1 0 0,6 1 1 0 0,1-1-6 0 0,1-1 0 0 0,-1 0 0 0 0,0 0 1 0 0,0-1-1 0 0,0 0 0 0 0,0-1 0 0 0,0 0 0 0 0,0 0 0 0 0,-1-1 0 0 0,1 0 0 0 0,-1-1 0 0 0,1 0 0 0 0,-1-1 0 0 0,-1 0 0 0 0,1 0 0 0 0,15-13 1 0 0,-11 7-1 0 0,0 0 0 0 0,-1-1 0 0 0,0-1 0 0 0,-1 0 0 0 0,0 0 0 0 0,-1-1 0 0 0,0 0 0 0 0,-2-1 0 0 0,9-19 1 0 0,-10 18-2 0 0,-1 0 0 0 0,0-1 1 0 0,-1 1-1 0 0,2-19 1 0 0,-6 28-3 0 0,0-1 0 0 0,-1 0 0 0 0,1 0 0 0 0,-2 0 0 0 0,1 0 1 0 0,-1 0-1 0 0,0 0 0 0 0,-1 0 0 0 0,0 0 0 0 0,-5-12 1 0 0,7 19 3 0 0,-1 1 1 0 0,1-1 0 0 0,-1 0-1 0 0,1 1 1 0 0,-1-1 0 0 0,1 1 0 0 0,-1 0-1 0 0,0-1 1 0 0,1 1 0 0 0,-1-1 0 0 0,0 1-1 0 0,0 0 1 0 0,1 0 0 0 0,-1-1-1 0 0,0 1 1 0 0,0 0 0 0 0,1 0 0 0 0,-1 0-1 0 0,0 0 1 0 0,0 0 0 0 0,1 0 0 0 0,-1 0-1 0 0,0 0 1 0 0,0 0 0 0 0,0 0-1 0 0,1 0 1 0 0,-1 0 0 0 0,-1 1 0 0 0,2-1 0 0 0,-3 0 9 0 0,2 4-27 0 0,3 6 13 0 0,0-7 8 0 0,0 0 1 0 0,0 0-1 0 0,0 0 0 0 0,0-1 1 0 0,0 1-1 0 0,1-1 1 0 0,-1 1-1 0 0,1-1 1 0 0,0 0-1 0 0,0 0 0 0 0,0 0 1 0 0,0 0-1 0 0,0-1 1 0 0,0 1-1 0 0,0-1 0 0 0,0 0 1 0 0,1 0-1 0 0,-1 0 1 0 0,1 0-1 0 0,4 0 0 0 0,2 1 7 0 0,109 16 16 0 0,-65-12-18 0 0,-52-5-6 0 0,0 8 9 0 0,-1-8-9 0 0,-1-1 0 0 0,0 0-1 0 0,0 1 1 0 0,0-1 0 0 0,0 1-1 0 0,0-1 1 0 0,0 0 0 0 0,0 1-1 0 0,1-1 1 0 0,-1 1 0 0 0,0-1-1 0 0,0 0 1 0 0,0 1 0 0 0,-1-1-1 0 0,1 0 1 0 0,0 1 0 0 0,0-1-1 0 0,0 1 1 0 0,0-1 0 0 0,0 0-1 0 0,0 1 1 0 0,0-1 0 0 0,-1 0-1 0 0,1 1 1 0 0,0-1 0 0 0,0 0-1 0 0,-1 1 1 0 0,1-1 0 0 0,0 0 0 0 0,-1 1-1 0 0,-49 61 181 0 0,35-45-64 0 0,1 0-1 0 0,1 1 0 0 0,0 1 1 0 0,1 0-1 0 0,-15 33 1 0 0,26-49-103 0 0,0 0 0 0 0,0 0 0 0 0,0 0 0 0 0,0 0 0 0 0,0 0 1 0 0,0 0-1 0 0,1 0 0 0 0,0 0 0 0 0,-1 0 0 0 0,1 0 0 0 0,0 0 0 0 0,1 0 1 0 0,-1 0-1 0 0,1 1 0 0 0,-1-1 0 0 0,1 0 0 0 0,0 0 0 0 0,0 0 1 0 0,0-1-1 0 0,0 1 0 0 0,1 0 0 0 0,-1 0 0 0 0,1-1 0 0 0,-1 1 0 0 0,4 3 1 0 0,0-2-29 0 0,-1 0-1 0 0,1-1 1 0 0,0 0 0 0 0,-1 0 0 0 0,1 0 0 0 0,0-1 0 0 0,1 0 0 0 0,-1 0 0 0 0,0 0 0 0 0,1 0 0 0 0,-1-1 0 0 0,1 0 0 0 0,8 1 0 0 0,18 0-1030 0 0,0-1 0 0 0,0-1 0 0 0,32-5 0 0 0,42-10-6376 0 0,-43 3-92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8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378 212 1668 0 0,'-55'-12'11237'0'0,"37"12"-10182"0"0,18 0-1034 0 0,-1 1 1 0 0,0 0-1 0 0,1 0 1 0 0,-1 0-1 0 0,1 0 1 0 0,-1 0-1 0 0,1 0 1 0 0,-1 0-1 0 0,1 0 1 0 0,0 0-1 0 0,0 0 0 0 0,-1 0 1 0 0,1 0-1 0 0,0 0 1 0 0,0 0-1 0 0,0 0 1 0 0,0 0-1 0 0,0 0 1 0 0,0 0-1 0 0,0 0 1 0 0,1 0-1 0 0,-1 0 1 0 0,0 0-1 0 0,1 0 0 0 0,-1 0 1 0 0,0 0-1 0 0,1 0 1 0 0,-1 0-1 0 0,1 0 1 0 0,-1-1-1 0 0,1 1 1 0 0,0 0-1 0 0,-1 0 1 0 0,1 0-1 0 0,0-1 1 0 0,0 1-1 0 0,-1 0 0 0 0,1-1 1 0 0,0 1-1 0 0,0-1 1 0 0,0 1-1 0 0,0-1 1 0 0,0 1-1 0 0,0-1 1 0 0,0 0-1 0 0,0 1 1 0 0,0-1-1 0 0,0 0 1 0 0,0 0-1 0 0,0 0 0 0 0,0 0 1 0 0,2 0-1 0 0,9 1 2 0 0,1-2 0 0 0,-1 1-1 0 0,0-2 1 0 0,0 0-1 0 0,0 0 1 0 0,0-1 0 0 0,0-1-1 0 0,0 0 1 0 0,-1 0 0 0 0,0-1-1 0 0,12-7 1 0 0,-19 10-10 0 0,1-1 0 0 0,-1 0 0 0 0,0 0-1 0 0,0-1 1 0 0,0 1 0 0 0,-1-1 0 0 0,1 0 0 0 0,-1 0 0 0 0,0 0 0 0 0,0 0 0 0 0,0-1 0 0 0,4-7 0 0 0,-6 8-9 0 0,0 0 0 0 0,0 0 0 0 0,0 0 0 0 0,-1 0 0 0 0,1 0 0 0 0,-1 0 0 0 0,0 0 0 0 0,0 0 0 0 0,0 0-1 0 0,-1 0 1 0 0,1 0 0 0 0,-1 1 0 0 0,0-1 0 0 0,0 0 0 0 0,-1 0 0 0 0,1 0 0 0 0,-1 1 0 0 0,-3-6 0 0 0,3 4-4 0 0,-1 1 0 0 0,1-1-1 0 0,-1 1 1 0 0,0 0 0 0 0,-1 0 0 0 0,1 0-1 0 0,-1 1 1 0 0,1-1 0 0 0,-1 1 0 0 0,0 0 0 0 0,-1 0-1 0 0,1 0 1 0 0,0 1 0 0 0,-1-1 0 0 0,-8-2-1 0 0,6 3 1 0 0,-1 0-1 0 0,1 1 0 0 0,-1-1 0 0 0,1 2 1 0 0,-1-1-1 0 0,1 1 0 0 0,-1 0 0 0 0,0 1 1 0 0,-12 2-1 0 0,1 2 0 0 0,1 0 1 0 0,-1 1-1 0 0,1 1 1 0 0,1 1-1 0 0,-1 0 1 0 0,1 2-1 0 0,-24 17 1 0 0,20-11 16 0 0,1 0 0 0 0,0 2 0 0 0,1 1 1 0 0,1 0-1 0 0,-26 37 0 0 0,37-46-9 0 0,0 1 0 0 0,0 0 0 0 0,1 1 0 0 0,1-1 0 0 0,0 1 0 0 0,0 0 0 0 0,1 0 0 0 0,1 0 0 0 0,0 1 0 0 0,1-1 0 0 0,0 1 0 0 0,1 0 0 0 0,0 22 0 0 0,2-30 5 0 0,0 0 1 0 0,0-1-1 0 0,0 1 0 0 0,1-1 0 0 0,-1 0 0 0 0,1 1 0 0 0,0-1 1 0 0,0 0-1 0 0,1 0 0 0 0,-1 0 0 0 0,1 0 0 0 0,0-1 1 0 0,0 1-1 0 0,0-1 0 0 0,1 0 0 0 0,-1 0 0 0 0,1 0 1 0 0,0 0-1 0 0,0 0 0 0 0,0-1 0 0 0,0 0 0 0 0,0 0 1 0 0,7 3-1 0 0,7 1-131 0 0,1 0 1 0 0,-1-1-1 0 0,1-1 1 0 0,25 3-1 0 0,-2-3-1822 0 0,1-2 0 0 0,0-2 1 0 0,42-5-1 0 0,-22-1-3384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399 180 460 0 0,'9'-10'1546'0'0,"-1"0"-1"0"0,0-1 1 0 0,0 0-1 0 0,-1 0 1 0 0,6-13 0 0 0,-11 21-1233 0 0,-1-1 0 0 0,1 0 1 0 0,-1 1-1 0 0,0-1 0 0 0,0 0 1 0 0,0 0-1 0 0,0 0 0 0 0,-1 0 1 0 0,1 0-1 0 0,-1 0 1 0 0,0 0-1 0 0,0 0 0 0 0,-1 0 1 0 0,1 0-1 0 0,-1 0 0 0 0,0 1 1 0 0,0-1-1 0 0,0 0 0 0 0,0 0 1 0 0,-4-5-1 0 0,4 7-264 0 0,0 1 0 0 0,0 0 1 0 0,0-1-1 0 0,0 1 0 0 0,-1 0 0 0 0,1 0 0 0 0,0 0 0 0 0,-1 0 0 0 0,1 0 1 0 0,-1 0-1 0 0,1 1 0 0 0,-1-1 0 0 0,0 0 0 0 0,1 1 0 0 0,-1-1 0 0 0,0 1 0 0 0,1 0 1 0 0,-1-1-1 0 0,0 1 0 0 0,1 0 0 0 0,-1 0 0 0 0,0 0 0 0 0,1 0 0 0 0,-1 0 1 0 0,0 1-1 0 0,0-1 0 0 0,1 1 0 0 0,-3 0 0 0 0,-6 2 45 0 0,0 0 1 0 0,1 1-1 0 0,-14 7 0 0 0,18-9-3 0 0,-21 12 91 0 0,1 1-1 0 0,1 1 1 0 0,-40 33-1 0 0,51-37-147 0 0,-1 1 0 0 0,2 0 1 0 0,-1 1-1 0 0,2 0 0 0 0,0 1 0 0 0,1 0 0 0 0,-10 20 0 0 0,19-34-27 0 0,0 1 1 0 0,0 0-1 0 0,0 0 1 0 0,1 0-1 0 0,-1 1 1 0 0,0-1-1 0 0,1 0 1 0 0,-1 0-1 0 0,1 0 1 0 0,0 0-1 0 0,0 0 1 0 0,0 1-1 0 0,0-1 0 0 0,0 0 1 0 0,0 0-1 0 0,1 0 1 0 0,-1 0-1 0 0,1 1 1 0 0,-1-1-1 0 0,1 0 1 0 0,1 3-1 0 0,0-3-1 0 0,0 0-1 0 0,0 0 0 0 0,0 1 1 0 0,0-2-1 0 0,0 1 0 0 0,0 0 1 0 0,1 0-1 0 0,-1-1 0 0 0,1 1 1 0 0,-1-1-1 0 0,1 0 0 0 0,0 0 1 0 0,-1 0-1 0 0,4 1 0 0 0,6 1-6 0 0,-1-1-1 0 0,0 0 1 0 0,1-1-1 0 0,0 0 1 0 0,-1-1-1 0 0,23-2 1 0 0,-20 0 4 0 0,0-1 1 0 0,0-1 0 0 0,0 0-1 0 0,0 0 1 0 0,-1-1-1 0 0,0-1 1 0 0,0 0-1 0 0,0-1 1 0 0,-1-1 0 0 0,0 0-1 0 0,0 0 1 0 0,-1-1-1 0 0,0-1 1 0 0,-1 1-1 0 0,0-2 1 0 0,0 0 0 0 0,-1 0-1 0 0,12-21 1 0 0,16-20 1227 0 0,-36 50-1047 0 0,-1 2-181 0 0,0 1 0 0 0,0-1 0 0 0,1 0 0 0 0,-1 0 0 0 0,0 0 0 0 0,0 0 0 0 0,1 1 0 0 0,-1-1 0 0 0,0 0 0 0 0,0 0 0 0 0,0 0 0 0 0,1 1 0 0 0,-1-1 0 0 0,0 0 0 0 0,0 0 0 0 0,0 1 0 0 0,0-1 0 0 0,0 0 0 0 0,0 1 0 0 0,0-1 0 0 0,0 0 0 0 0,1 0 0 0 0,-1 1 0 0 0,0-1 0 0 0,0 0 0 0 0,0 1 0 0 0,0-1 0 0 0,0 0 0 0 0,0 0 0 0 0,-1 1 0 0 0,1-1 0 0 0,0 0 0 0 0,0 1 0 0 0,0-1 0 0 0,0 0 0 0 0,0 1 0 0 0,-3 11 73 0 0,-122 362 3837 0 0,-125 200-1999 0 0,186-437-1682 0 0,-17 41-1441 0 0,81-177 1115 0 0,-1-1 0 0 0,1 1 0 0 0,0-1 0 0 0,0 1 0 0 0,-1-1 0 0 0,1 1 0 0 0,0 0 0 0 0,0-1 0 0 0,0 1 0 0 0,0-1 0 0 0,0 1 0 0 0,-1-1 0 0 0,1 1 0 0 0,0 0 0 0 0,0-1 0 0 0,1 1 0 0 0,-1-1 0 0 0,0 1 0 0 0,0 0 0 0 0,8 2-2649 0 0,15-11-2098 0 0,-7-3-721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7:59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2412 0 0,'11'-37'4124'0'0,"-6"18"-1912"0"0,0 0 0 0 0,2 1-1 0 0,16-35 747 0 0,-22 54-2862 0 0,-1-1 0 0 0,1 1 1 0 0,-1-1-1 0 0,1 1 0 0 0,-1 0 0 0 0,1-1 1 0 0,-1 1-1 0 0,1 0 0 0 0,-1-1 0 0 0,0 1 1 0 0,1 0-1 0 0,-1-1 0 0 0,0 1 0 0 0,1 0 1 0 0,-1 1-1 0 0,-2 26 632 0 0,-1-1-1 0 0,-2 1 1 0 0,-7 28 0 0 0,-8 46-190 0 0,17-80-468 0 0,0-8-15 0 0,1 0 1 0 0,1 0-1 0 0,1-1 0 0 0,1 26 1 0 0,-1-36-50 0 0,1-1-1 0 0,-1 1 1 0 0,1 0 0 0 0,-1-1 0 0 0,1 1-1 0 0,0-1 1 0 0,0 1 0 0 0,0-1 0 0 0,1 1-1 0 0,-1-1 1 0 0,0 0 0 0 0,1 0 0 0 0,0 0-1 0 0,-1 0 1 0 0,1 0 0 0 0,0 0 0 0 0,0 0-1 0 0,0 0 1 0 0,0-1 0 0 0,1 1 0 0 0,-1-1 0 0 0,0 1-1 0 0,0-1 1 0 0,1 0 0 0 0,-1 0 0 0 0,1 0-1 0 0,-1 0 1 0 0,1-1 0 0 0,0 1 0 0 0,4 0-1 0 0,0 0-10 0 0,0-1-1 0 0,0 0 0 0 0,1 0 1 0 0,-1-1-1 0 0,0 0 1 0 0,0 0-1 0 0,1 0 0 0 0,-1-1 1 0 0,0 0-1 0 0,13-6 0 0 0,-10 3 7 0 0,0-1 0 0 0,0 0-1 0 0,0-1 1 0 0,-1 0 0 0 0,0-1-1 0 0,9-9 1 0 0,7-11-15 0 0,-2 0-1 0 0,-1-2 1 0 0,22-40 0 0 0,-39 62 0 0 0,6-9 11 0 0,11-20-41 0 0,-22 36 41 0 0,-1 12 11 0 0,-1 0 1 0 0,0-1-1 0 0,0 1 1 0 0,-1-1 0 0 0,-1 1-1 0 0,0-1 1 0 0,-6 11-1 0 0,-6 18 19 0 0,10-23-9 0 0,-23 77-280 0 0,27-84-221 0 0,0 1-1 0 0,1 0 0 0 0,0 0 1 0 0,0 0-1 0 0,1 0 0 0 0,1 0 1 0 0,2 16-1 0 0,-1-21-46 0 0,-1-1-1 0 0,2 0 1 0 0,-1 1-1 0 0,0-1 1 0 0,1 0 0 0 0,0-1-1 0 0,0 1 1 0 0,0 0-1 0 0,0-1 1 0 0,1 0 0 0 0,-1 0-1 0 0,1 0 1 0 0,0 0-1 0 0,0 0 1 0 0,0-1 0 0 0,7 4-1 0 0,14 5-5495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1056 2292 0 0,'2'-8'986'0'0,"0"-1"-1"0"0,0 0 1 0 0,-1 1-1 0 0,0-1 1 0 0,-1 0-1 0 0,1 0 1 0 0,-2 0-1 0 0,1 0 1 0 0,-1 0-1 0 0,-1 1 1 0 0,0-1-1 0 0,0 0 1 0 0,-5-12-1 0 0,7 20-898 0 0,-1-1-1 0 0,0 1 0 0 0,0-1 0 0 0,0 1 1 0 0,0 0-1 0 0,0-1 0 0 0,0 1 0 0 0,0 0 1 0 0,0 0-1 0 0,-1 0 0 0 0,1 0 0 0 0,0 0 1 0 0,-1 0-1 0 0,1 0 0 0 0,-1 0 0 0 0,1 1 1 0 0,-1-1-1 0 0,1 0 0 0 0,-1 1 0 0 0,-2-1 1 0 0,1 1-39 0 0,0 0 0 0 0,0-1 1 0 0,0 2-1 0 0,0-1 0 0 0,0 0 1 0 0,0 1-1 0 0,0-1 0 0 0,0 1 1 0 0,0 0-1 0 0,-4 2 1 0 0,-2 1-14 0 0,0 1 1 0 0,0 0-1 0 0,0 0 1 0 0,0 1 0 0 0,-11 11-1 0 0,3-1 3 0 0,1 0 0 0 0,1 1 1 0 0,-19 27-1 0 0,28-36-25 0 0,1 1 1 0 0,-1 0 0 0 0,2 0 0 0 0,-1 1 0 0 0,1-1 0 0 0,1 1 0 0 0,-1 0-1 0 0,2 0 1 0 0,-3 18 0 0 0,4-26-13 0 0,1 0 1 0 0,0 0-1 0 0,0 0 0 0 0,0 0 0 0 0,1 0 1 0 0,-1 0-1 0 0,0-1 0 0 0,1 1 1 0 0,-1 0-1 0 0,1 0 0 0 0,-1 0 0 0 0,1-1 1 0 0,0 1-1 0 0,0 0 0 0 0,0-1 0 0 0,0 1 1 0 0,0-1-1 0 0,0 1 0 0 0,0-1 1 0 0,1 1-1 0 0,-1-1 0 0 0,1 0 0 0 0,-1 0 1 0 0,1 1-1 0 0,-1-1 0 0 0,1 0 1 0 0,-1 0-1 0 0,1-1 0 0 0,0 1 0 0 0,-1 0 1 0 0,1-1-1 0 0,0 1 0 0 0,0-1 0 0 0,0 1 1 0 0,0-1-1 0 0,3 1 0 0 0,3-1-41 0 0,0 0 0 0 0,0 0 0 0 0,0 0 0 0 0,0-1 0 0 0,0 0 0 0 0,0 0 0 0 0,12-5 0 0 0,-6 1-34 0 0,1-1 1 0 0,-1-1-1 0 0,-1 0 1 0 0,1-1-1 0 0,-1-1 1 0 0,0 0-1 0 0,-1-1 1 0 0,0 0-1 0 0,-1 0 1 0 0,13-16-1 0 0,-3 1 242 0 0,-2 0 0 0 0,-1-1 1 0 0,29-57-1 0 0,-36 65 114 0 0,-8 19-126 0 0,-3 9-66 0 0,-4 13 144 0 0,-1 1 1 0 0,-11 28 0 0 0,-1 8-40 0 0,13-46-141 0 0,1 1 1 0 0,0 0-1 0 0,1 0 0 0 0,1 29 0 0 0,1-41-63 0 0,0 0 0 0 0,0 0 0 0 0,0-1 0 0 0,1 1-1 0 0,-1 0 1 0 0,1 0 0 0 0,0-1 0 0 0,0 1-1 0 0,0 0 1 0 0,0-1 0 0 0,0 1 0 0 0,0-1-1 0 0,1 1 1 0 0,0-1 0 0 0,-1 0 0 0 0,1 1-1 0 0,0-1 1 0 0,0 0 0 0 0,0 0 0 0 0,0 0 0 0 0,0-1-1 0 0,1 1 1 0 0,-1 0 0 0 0,0-1 0 0 0,1 1-1 0 0,-1-1 1 0 0,1 0 0 0 0,0 0 0 0 0,-1 0-1 0 0,1 0 1 0 0,0-1 0 0 0,0 1 0 0 0,3 0-1 0 0,4-1-174 0 0,-1 0-1 0 0,1-1 0 0 0,0 1 0 0 0,-1-2 0 0 0,0 1 0 0 0,1-2 0 0 0,-1 1 0 0 0,0-1 1 0 0,0 0-1 0 0,0-1 0 0 0,0 0 0 0 0,-1-1 0 0 0,0 1 0 0 0,0-2 0 0 0,8-6 0 0 0,4-3-265 0 0,-1-2 0 0 0,0-1 1 0 0,-2 0-1 0 0,24-32 0 0 0,-11 8 123 0 0,-3-1 0 0 0,-2-2 0 0 0,-1 0 0 0 0,-3-2 0 0 0,-1 0 0 0 0,16-63 0 0 0,-12 17 783 0 0,-4 0 0 0 0,11-138 0 0 0,-19-55 5568 0 0,-26 302-5685 0 0,-2 29 624 0 0,3 0-1 0 0,-13 79 1 0 0,15-67-285 0 0,-50 290 2004 0 0,21-116-1941 0 0,28-168-669 0 0,2-15-487 0 0,2-1 0 0 0,-3 71 0 0 0,11-108-203 0 0,0 0 0 0 0,1 1-1 0 0,0-1 1 0 0,3 11 0 0 0,-3-17 162 0 0,0-1 1 0 0,0 0-1 0 0,1 0 1 0 0,-1 0-1 0 0,1 0 1 0 0,-1 0-1 0 0,1 0 0 0 0,0-1 1 0 0,0 1-1 0 0,0 0 1 0 0,0-1-1 0 0,1 0 0 0 0,-1 1 1 0 0,1-1-1 0 0,5 3 1 0 0,-6-4-35 0 0,0-1-1 0 0,0 1 1 0 0,1-1 0 0 0,-1 0 0 0 0,0 0 0 0 0,1 0-1 0 0,-1 0 1 0 0,0 0 0 0 0,1-1 0 0 0,-1 1 0 0 0,0-1-1 0 0,1 0 1 0 0,-1 1 0 0 0,0-1 0 0 0,0 0 0 0 0,0 0-1 0 0,4-3 1 0 0,7-4-3865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1 293 3676 0 0,'24'-39'3322'0'0,"-2"-1"0"0"0,19-46 0 0 0,-3 11 4588 0 0,-38 91-6913 0 0,-5 22-63 0 0,-1-9-481 0 0,-14 85 554 0 0,18-97-1018 0 0,1 0 0 0 0,0 1 1 0 0,1-1-1 0 0,4 26 0 0 0,-4-40-77 0 0,1 0 0 0 0,-1 1-1 0 0,1-1 1 0 0,0 0 0 0 0,0 0 0 0 0,0 0-1 0 0,0 0 1 0 0,1 0 0 0 0,-1 0 0 0 0,1 0-1 0 0,0-1 1 0 0,0 1 0 0 0,0-1 0 0 0,0 1-1 0 0,0-1 1 0 0,0 1 0 0 0,1-1 0 0 0,-1 0 0 0 0,1 0-1 0 0,-1 0 1 0 0,1-1 0 0 0,0 1 0 0 0,0-1-1 0 0,0 1 1 0 0,0-1 0 0 0,0 0 0 0 0,0 0-1 0 0,0 0 1 0 0,0-1 0 0 0,0 1 0 0 0,7 0 0 0 0,-3-1-64 0 0,1-1 0 0 0,0 0 0 0 0,-1 0 0 0 0,1 0 0 0 0,-1-1 0 0 0,0 0 0 0 0,1 0 0 0 0,-1-1 0 0 0,0 0 0 0 0,0 0 0 0 0,-1 0 0 0 0,11-8 0 0 0,-4 1 46 0 0,0 0 0 0 0,-1-1 1 0 0,0-1-1 0 0,17-21 0 0 0,34-58 282 0 0,-41 57 413 0 0,-17 26-342 0 0,-3 5-189 0 0,-1 0 0 0 0,0 1 0 0 0,1-1 1 0 0,0 0-1 0 0,-1 1 0 0 0,1 0 0 0 0,0-1 0 0 0,1 1 0 0 0,-1 0 0 0 0,0 0 1 0 0,4-3-1 0 0,-6 6-51 0 0,1-1 1 0 0,-1 0 0 0 0,1 0 0 0 0,-1 1-1 0 0,1-1 1 0 0,-1 0 0 0 0,1 1-1 0 0,-1-1 1 0 0,0 1 0 0 0,1-1 0 0 0,-1 0-1 0 0,0 1 1 0 0,1-1 0 0 0,-1 1-1 0 0,0-1 1 0 0,0 1 0 0 0,1-1 0 0 0,-1 1-1 0 0,0-1 1 0 0,0 1 0 0 0,0-1 0 0 0,0 1-1 0 0,0-1 1 0 0,0 1 0 0 0,0-1-1 0 0,0 1 1 0 0,0 0 0 0 0,3 18 138 0 0,-2 31 202 0 0,2 18-169 0 0,-2-61-144 0 0,0 0 1 0 0,0 0-1 0 0,1-1 1 0 0,0 1-1 0 0,0 0 0 0 0,0-1 1 0 0,5 9-1 0 0,-5-13-24 0 0,0 1-1 0 0,0 0 0 0 0,0-1 1 0 0,0 0-1 0 0,0 1 0 0 0,0-1 1 0 0,0 0-1 0 0,1 0 0 0 0,-1 0 1 0 0,1-1-1 0 0,-1 1 0 0 0,1 0 1 0 0,0-1-1 0 0,0 0 0 0 0,0 0 1 0 0,3 1-1 0 0,-1 0-1 0 0,1-1 0 0 0,-1-1-1 0 0,0 1 1 0 0,0-1 0 0 0,1 0 0 0 0,-1 0-1 0 0,0-1 1 0 0,1 1 0 0 0,4-3 0 0 0,-1 2-3 0 0,-1-2-1 0 0,0 1 1 0 0,-1-1 0 0 0,1-1 0 0 0,0 1-1 0 0,-1-1 1 0 0,0-1 0 0 0,0 1 0 0 0,0-1 0 0 0,0 0-1 0 0,11-13 1 0 0,-13 12-6 0 0,-1 0 0 0 0,0-1-1 0 0,0 1 1 0 0,0-1 0 0 0,-1 0-1 0 0,0-1 1 0 0,-1 1 0 0 0,1 0 0 0 0,-1-1-1 0 0,-1 1 1 0 0,1-1 0 0 0,-1 0-1 0 0,-1 0 1 0 0,1 1 0 0 0,-1-1-1 0 0,-1 0 1 0 0,1 0 0 0 0,-1 1 0 0 0,-1-1-1 0 0,0 1 1 0 0,0-1 0 0 0,-6-13-1 0 0,2 6-8 0 0,0 1-1 0 0,-2 0 0 0 0,1 1 1 0 0,-2 0-1 0 0,0 0 0 0 0,0 1 1 0 0,-2 0-1 0 0,1 0 0 0 0,-1 1 0 0 0,-19-14 1 0 0,28 24 5 0 0,1 0-1 0 0,-1 0 1 0 0,1 0 0 0 0,-1 0 0 0 0,0 1 0 0 0,1-1-1 0 0,-1 0 1 0 0,0 1 0 0 0,0 0 0 0 0,1-1 0 0 0,-1 1-1 0 0,0 0 1 0 0,0 0 0 0 0,0 0 0 0 0,0 0 0 0 0,1 0 0 0 0,-1 0-1 0 0,0 0 1 0 0,0 1 0 0 0,-2 0 0 0 0,3-1 3 0 0,1 0 0 0 0,-1 1 1 0 0,0-1-1 0 0,0 1 0 0 0,0-1 0 0 0,0 1 1 0 0,1-1-1 0 0,-1 1 0 0 0,0 0 0 0 0,1-1 1 0 0,-1 1-1 0 0,0 0 0 0 0,1-1 0 0 0,-1 1 1 0 0,1 0-1 0 0,-1 0 0 0 0,1 0 0 0 0,-1-1 1 0 0,1 1-1 0 0,0 0 0 0 0,-1 0 0 0 0,1 0 1 0 0,0 0-1 0 0,0 0 0 0 0,0 0 0 0 0,0 0 1 0 0,0 0-1 0 0,0 0 0 0 0,0 0 0 0 0,0 0 1 0 0,0 0-1 0 0,0-1 0 0 0,0 1 0 0 0,0 0 1 0 0,1 0-1 0 0,-1 0 0 0 0,0 0 0 0 0,1 0 1 0 0,-1 0-1 0 0,1-1 0 0 0,-1 1 0 0 0,1 1 1 0 0,1 0 2 0 0,1 0 0 0 0,-1 1 0 0 0,0-1 0 0 0,1-1 0 0 0,-1 1 0 0 0,1 0 0 0 0,-1 0 0 0 0,5 1 0 0 0,5 2-6 0 0,1-1 0 0 0,0-1 0 0 0,0 1 0 0 0,1-2 0 0 0,-1 0 0 0 0,18 0 0 0 0,83-5-49 0 0,-10-1 21 0 0,-81 5 36 0 0,0-1-22 0 0,-1 1 0 0 0,38 7-1 0 0,-55-7 21 0 0,0 0-1 0 0,-1 0 0 0 0,1 1 0 0 0,0-1 1 0 0,-1 1-1 0 0,1 0 0 0 0,-1 1 0 0 0,1-1 0 0 0,-1 1 1 0 0,0 0-1 0 0,0 0 0 0 0,0 0 0 0 0,0 0 0 0 0,-1 1 1 0 0,1 0-1 0 0,-1-1 0 0 0,5 8 0 0 0,-7-7 1 0 0,1 0 0 0 0,-1-1 0 0 0,0 1 0 0 0,-1 0 0 0 0,1 0 0 0 0,0 0 0 0 0,-1 0-1 0 0,0-1 1 0 0,0 1 0 0 0,0 0 0 0 0,-1 0 0 0 0,1 0 0 0 0,-1 0 0 0 0,0 0 0 0 0,0-1 0 0 0,0 1-1 0 0,-2 4 1 0 0,-2 3 39 0 0,0 0-1 0 0,0-1 1 0 0,-1 0 0 0 0,-10 14-1 0 0,15-23-5 0 0,1-1-46 0 0,0-1 11 0 0,0 1 0 0 0,0 0 0 0 0,0 0 0 0 0,-1-1 1 0 0,1 1-1 0 0,0 0 0 0 0,0 0 0 0 0,0-1 0 0 0,0 1 1 0 0,0 0-1 0 0,0-1 0 0 0,0 1 0 0 0,0 0 0 0 0,0 0 0 0 0,0-1 1 0 0,0 1-1 0 0,0 0 0 0 0,0-1 0 0 0,0 1 0 0 0,0 0 1 0 0,0 0-1 0 0,0-1 0 0 0,0 1 0 0 0,0 0 0 0 0,0 0 1 0 0,1-1-1 0 0,-1 1 0 0 0,0 0 0 0 0,0 0 0 0 0,0-1 1 0 0,0 1-1 0 0,1 0 0 0 0,-1-1 0 0 0,6-9 12 0 0,-6 10-12 0 0,8-13-5 0 0,2 0-1 0 0,0 0 1 0 0,0 1-1 0 0,1 0 0 0 0,25-20 1 0 0,-8 12-22 0 0,47-27 0 0 0,-70 45-17 0 0,-1 1 45 0 0,-1 1 0 0 0,0-1 0 0 0,1 1 0 0 0,-1 0 0 0 0,0 0 0 0 0,1 0 0 0 0,-1 0-1 0 0,0 1 1 0 0,1-1 0 0 0,-1 1 0 0 0,0 0 0 0 0,0 0 0 0 0,0 0 0 0 0,1 0-1 0 0,3 3 1 0 0,-5-2 4 0 0,0-1 0 0 0,0 1 0 0 0,0 0 0 0 0,0 0-1 0 0,0 0 1 0 0,-1 0 0 0 0,1 1 0 0 0,0-1-1 0 0,-1 0 1 0 0,0 1 0 0 0,0-1 0 0 0,0 1 0 0 0,0-1-1 0 0,1 5 1 0 0,0 4 28 0 0,0 0 0 0 0,-1-1 0 0 0,-1 1 0 0 0,0 0 0 0 0,0 0 0 0 0,-4 16 0 0 0,4-23-19 0 0,-12 67 109 0 0,12-71-166 0 0,0 1 0 0 0,-1 0 0 0 0,1-1 0 0 0,0 1 0 0 0,0 0 0 0 0,-1-1 0 0 0,1 1-1 0 0,0 0 1 0 0,0 0 0 0 0,0-1 0 0 0,0 1 0 0 0,0 0 0 0 0,0 0 0 0 0,0-1 0 0 0,0 1-1 0 0,0 0 1 0 0,0-1 0 0 0,1 1 0 0 0,-1 0 0 0 0,0 0 0 0 0,0-1 0 0 0,1 1 0 0 0,-1 0-1 0 0,0-1 1 0 0,1 1 0 0 0,-1-1 0 0 0,1 1 0 0 0,-1 0 0 0 0,0-1 0 0 0,1 1 0 0 0,0-1-1 0 0,-1 1 1 0 0,1-1 0 0 0,-1 1 0 0 0,1-1 0 0 0,0 0 0 0 0,-1 1 0 0 0,1-1 0 0 0,0 0-1 0 0,-1 1 1 0 0,1-1 0 0 0,0 0 0 0 0,-1 0 0 0 0,1 0 0 0 0,0 0 0 0 0,0 0 0 0 0,0 0-1 0 0,2 0-550 0 0,-1 0-1 0 0,0 0 0 0 0,0-1 0 0 0,1 1 0 0 0,-1-1 0 0 0,0 1 0 0 0,0-1 0 0 0,0 0 0 0 0,0 0 0 0 0,0 0 1 0 0,3-2-1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1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81 2796 0 0,'-106'-75'14535'0'0,"105"75"-14530"0"0,1-1 1 0 0,0 1-1 0 0,-1-1 1 0 0,1 1-1 0 0,0 0 0 0 0,-1-1 1 0 0,1 1-1 0 0,-1 0 1 0 0,1-1-1 0 0,0 1 0 0 0,-1 0 1 0 0,1 0-1 0 0,-1-1 1 0 0,1 1-1 0 0,-1 0 0 0 0,1 0 1 0 0,-1 0-1 0 0,1 0 1 0 0,-1 0-1 0 0,1 0 0 0 0,-1 0 1 0 0,1 0-1 0 0,-2 0 1 0 0,1 9-2449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0 2900 0 0,'-72'11'5641'0'0,"39"-7"-2117"0"0,-45 12 963 0 0,87-12-3850 0 0,9-1-521 0 0,0-2 0 0 0,0 0 1 0 0,34-2-1 0 0,-6-1-322 0 0,-43 2 175 0 0,160-1-2633 0 0,-54-3-3118 0 0,-38-1-785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2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38 175 1324 0 0,'20'-50'8394'0'0,"18"-73"0"0"0,-38 121-7954 0 0,-37 119 35 0 0,22-79-920 0 0,3 0 0 0 0,1 1 0 0 0,-9 69 1 0 0,19-101-121 0 0,1 0 0 0 0,0-1 1 0 0,0 1-1 0 0,1 0 0 0 0,2 11 1 0 0,-2-16 203 0 0,-1 0 1 0 0,1 0 0 0 0,-1 0 0 0 0,1 0 0 0 0,0 0-1 0 0,0 0 1 0 0,0-1 0 0 0,0 1 0 0 0,0 0 0 0 0,0 0-1 0 0,1-1 1 0 0,-1 1 0 0 0,1-1 0 0 0,-1 1 0 0 0,1-1-1 0 0,-1 1 1 0 0,1-1 0 0 0,0 0 0 0 0,0 0 0 0 0,-1 0-1 0 0,5 1 1 0 0,6 1-3171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3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0 209 4 0 0,'21'-48'5815'0'0,"20"-68"0"0"0,-29 81-4400 0 0,-12 34-1406 0 0,0 1 1 0 0,0 0-1 0 0,0-1 0 0 0,0 1 0 0 0,0 0 0 0 0,0-1 1 0 0,0 1-1 0 0,0 0 0 0 0,0-1 0 0 0,0 1 0 0 0,0 0 1 0 0,0-1-1 0 0,1 1 0 0 0,-1 0 0 0 0,0 0 0 0 0,0-1 1 0 0,0 1-1 0 0,0 0 0 0 0,1 0 0 0 0,-1-1 0 0 0,0 1 1 0 0,0 0-1 0 0,0 0 0 0 0,1-1 0 0 0,-1 1 0 0 0,0 0 1 0 0,0 0-1 0 0,1 0 0 0 0,-1 0 0 0 0,0-1 0 0 0,1 1 1 0 0,-1 0-1 0 0,0 0 0 0 0,0 0 0 0 0,1 0 0 0 0,-1 0 1 0 0,0 0-1 0 0,1 0 0 0 0,-1 0 0 0 0,0 0 0 0 0,1 0 1 0 0,-1 0-1 0 0,0 0 0 0 0,1 0 0 0 0,-1 0 0 0 0,0 0 1 0 0,0 0-1 0 0,1 0 0 0 0,-1 0 0 0 0,0 1 0 0 0,1-1 0 0 0,-1 0 1 0 0,0 0-1 0 0,0 0 0 0 0,1 0 0 0 0,-1 1 0 0 0,0-1 1 0 0,0 0-1 0 0,1 0 0 0 0,-1 1 0 0 0,0-1 0 0 0,0 0 1 0 0,0 0-1 0 0,1 1 0 0 0,8 15 151 0 0,-5 4-112 0 0,-1 0 0 0 0,0 0 1 0 0,-1 0-1 0 0,-2 1 0 0 0,0-1 1 0 0,-4 27-1 0 0,4-42-34 0 0,-5 69 402 0 0,7-75-412 0 0,-1 0-4 0 0,0 1 0 0 0,-1-1 0 0 0,1 1 0 0 0,0-1 1 0 0,0 0-1 0 0,0 1 0 0 0,-1-1 0 0 0,1 0 1 0 0,0 0-1 0 0,-1 0 0 0 0,1 1 0 0 0,0-1 0 0 0,-1 0 1 0 0,1 0-1 0 0,-1 0 0 0 0,0 0 0 0 0,1 0 0 0 0,-1 0 1 0 0,0 0-1 0 0,1-2 0 0 0,0-1 3 0 0,7-15-5 0 0,1 1 0 0 0,1 0 0 0 0,1 1 0 0 0,0 0-1 0 0,2 1 1 0 0,0 0 0 0 0,0 1 0 0 0,1 0 0 0 0,1 1 0 0 0,25-18 0 0 0,-34 28-3 0 0,1 0 0 0 0,0 0 0 0 0,1 0 1 0 0,-1 1-1 0 0,0 0 0 0 0,1 1 1 0 0,0-1-1 0 0,0 1 0 0 0,0 1 0 0 0,8-1 1 0 0,-13 1 15 0 0,1 1 1 0 0,0 0 0 0 0,-1 0 0 0 0,1 1-1 0 0,0-1 1 0 0,-1 1 0 0 0,1 0 0 0 0,-1 0 0 0 0,1 0-1 0 0,-1 0 1 0 0,1 0 0 0 0,-1 1 0 0 0,0 0-1 0 0,0-1 1 0 0,1 1 0 0 0,-1 1 0 0 0,-1-1-1 0 0,1 0 1 0 0,0 1 0 0 0,0-1 0 0 0,-1 1-1 0 0,0 0 1 0 0,1 0 0 0 0,2 5 0 0 0,-1 0 61 0 0,0 0 0 0 0,-1 0 0 0 0,0 1 0 0 0,0 0 0 0 0,-1-1 0 0 0,0 1 0 0 0,0 12-1 0 0,2 65 99 0 0,-4-75-197 0 0,5 10-1027 0 0,-5-20 833 0 0,1-1-1 0 0,-1 1 1 0 0,0-1-1 0 0,0 1 1 0 0,1-1-1 0 0,9 6-4409 0 0,-9-6 4410 0 0,0 0-1 0 0,-1 0 1 0 0,1 0-1 0 0,1 0 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3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229 121 416 0 0,'-57'-37'6729'0'0,"23"15"-2790"0"0,-73-37 0 0 0,106 58-3934 0 0,0 1-1 0 0,0 0 1 0 0,0-1-1 0 0,0 1 1 0 0,0 0-1 0 0,0 0 1 0 0,0-1-1 0 0,0 1 1 0 0,0 0-1 0 0,0 0 1 0 0,0 0-1 0 0,0 0 1 0 0,0 0-1 0 0,0 1 1 0 0,0-1-1 0 0,0 0 1 0 0,0 0-1 0 0,0 1 1 0 0,0-1-1 0 0,0 0 1 0 0,-1 2-1 0 0,1-2-133 0 0,1 1 0 0 0,-1-1-1 0 0,0 1 1 0 0,1-1-1 0 0,-1 1 1 0 0,1 0 0 0 0,-1-1-1 0 0,1 1 1 0 0,0 0-1 0 0,-1 0 1 0 0,1-1 0 0 0,0 1-1 0 0,-1 0 1 0 0,1 0-1 0 0,0 0 1 0 0,0-1-1 0 0,0 1 1 0 0,-1 0 0 0 0,1 0-1 0 0,0 0 1 0 0,0 0-1 0 0,0-1 1 0 0,1 1 0 0 0,-1 0-1 0 0,0 0 1 0 0,0 0-1 0 0,0-1 1 0 0,1 1 0 0 0,-1 0-1 0 0,0 0 1 0 0,1 0-1 0 0,-1-1 1 0 0,0 1 0 0 0,1 0-1 0 0,-1-1 1 0 0,1 2-1 0 0,8 6-3245 0 0,6 2-1180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3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78 160 548 0 0,'-15'-8'3148'0'0,"0"-1"0"0"0,0-1 0 0 0,-14-14 1 0 0,28 24-3118 0 0,1 0 0 0 0,0-1 0 0 0,-1 1 0 0 0,1 0 1 0 0,0-1-1 0 0,0 1 0 0 0,0 0 0 0 0,-1-1 0 0 0,1 1 1 0 0,0-1-1 0 0,0 1 0 0 0,0 0 0 0 0,0-1 0 0 0,0 1 1 0 0,0-1-1 0 0,-1 1 0 0 0,1 0 0 0 0,0-1 0 0 0,0 1 1 0 0,0-1-1 0 0,1 1 0 0 0,-1 0 0 0 0,0-1 0 0 0,0 1 1 0 0,0-1-1 0 0,0 1 0 0 0,0 0 0 0 0,0-1 0 0 0,0 1 1 0 0,1-1-1 0 0,-1 1 0 0 0,0 0 0 0 0,0-1 0 0 0,1 1 1 0 0,-1 0-1 0 0,0-1 0 0 0,0 1 0 0 0,1 0 0 0 0,-1 0 1 0 0,0-1-1 0 0,1 1 0 0 0,-1 0 0 0 0,1 0 0 0 0,-1 0 1 0 0,0-1-1 0 0,1 1 0 0 0,-1 0 0 0 0,0 0 0 0 0,1 0 1 0 0,2 0-13 0 0,0 1 1 0 0,0-1-1 0 0,0 1 1 0 0,0 0-1 0 0,-1-1 0 0 0,1 2 1 0 0,0-1-1 0 0,-1 0 1 0 0,1 0-1 0 0,-1 1 1 0 0,1-1-1 0 0,-1 1 1 0 0,0 0-1 0 0,0 0 1 0 0,1 0-1 0 0,-1 0 0 0 0,0 0 1 0 0,1 3-1 0 0,1 1 15 0 0,-1-1-1 0 0,0 0 1 0 0,-1 1-1 0 0,1 0 0 0 0,-1-1 1 0 0,0 1-1 0 0,-1 0 1 0 0,2 9-1 0 0,-1-3 18 0 0,-1-1 1 0 0,-1 0-1 0 0,1 1 1 0 0,-2 0-1 0 0,0-1 0 0 0,0 0 1 0 0,-1 1-1 0 0,0-1 0 0 0,-5 14 1 0 0,3-16 288 0 0,0 0 1 0 0,0 1-1 0 0,-1-1 1 0 0,-9 12-1 0 0,12-19 206 0 0,-2-4-382 0 0,4 2-162 0 0,-1 0 1 0 0,1 0 0 0 0,0 0 0 0 0,0 0 0 0 0,0 0 0 0 0,-1 0 0 0 0,1 0 0 0 0,0 0 0 0 0,0 0 0 0 0,-1 0-1 0 0,1 0 1 0 0,0 0 0 0 0,0-1 0 0 0,-1 1 0 0 0,1 0 0 0 0,0 0 0 0 0,0 0 0 0 0,0 0 0 0 0,-1 0 0 0 0,1 0-1 0 0,0-1 1 0 0,0 1 0 0 0,0 0 0 0 0,-1 0 0 0 0,1 0 0 0 0,0-1 0 0 0,0 1 0 0 0,0 0 0 0 0,0 0 0 0 0,0 0-1 0 0,0-1 1 0 0,-1 1 0 0 0,1 0 0 0 0,0 0 0 0 0,0-1 0 0 0,0 1 0 0 0,0 0 0 0 0,0 0 0 0 0,0-1 0 0 0,0 1-1 0 0,0 0 1 0 0,4-18 26 0 0,1 1 1 0 0,1-1-1 0 0,1 1 0 0 0,0 1 0 0 0,1 0 0 0 0,0 0 0 0 0,2 0 0 0 0,15-20 0 0 0,-6 13-36 0 0,0 0 0 0 0,2 2 0 0 0,0 0 0 0 0,36-26-1 0 0,-47 40 3 0 0,0 0 0 0 0,0 1-1 0 0,1 0 1 0 0,0 1 0 0 0,0 0-1 0 0,0 1 1 0 0,1 0 0 0 0,0 1-1 0 0,0 0 1 0 0,15-2 0 0 0,-23 5 5 0 0,0 0 1 0 0,0 0 0 0 0,0 0-1 0 0,0 0 1 0 0,0 0-1 0 0,0 1 1 0 0,0-1 0 0 0,0 1-1 0 0,0 0 1 0 0,0 1 0 0 0,-1-1-1 0 0,1 1 1 0 0,0-1 0 0 0,-1 1-1 0 0,1 0 1 0 0,-1 1 0 0 0,0-1-1 0 0,1 0 1 0 0,-1 1 0 0 0,0 0-1 0 0,0 0 1 0 0,-1 0 0 0 0,1 0-1 0 0,-1 0 1 0 0,1 0 0 0 0,-1 1-1 0 0,0-1 1 0 0,0 1-1 0 0,-1 0 1 0 0,1-1 0 0 0,-1 1-1 0 0,0 0 1 0 0,2 7 0 0 0,-1 5 41 0 0,0-1 1 0 0,-2 1-1 0 0,1 0 1 0 0,-2-1-1 0 0,0 1 1 0 0,-1 0 0 0 0,-5 20-1 0 0,-3 35-1624 0 0,10-61 325 0 0,-1 0 0 0 0,1 1 0 0 0,1-1-1 0 0,3 19 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61 1160 0 0,'-4'-3'1037'0'0,"1"-1"0"0"0,-1 1 0 0 0,1-1 0 0 0,0 0 0 0 0,0 0 0 0 0,0 0 0 0 0,0-1 0 0 0,-3-8 0 0 0,3 8-497 0 0,3 3-117 0 0,-4-1 99 0 0,4 3-504 0 0,0 0 0 0 0,0 0 0 0 0,0 0 0 0 0,0 1 0 0 0,0-1 0 0 0,0 0 0 0 0,0 0 0 0 0,0 0 0 0 0,0 0 0 0 0,0 1 0 0 0,0-1 0 0 0,0 0 0 0 0,0 0 0 0 0,0 0 0 0 0,-1 0 0 0 0,1 0 0 0 0,0 1 0 0 0,0-1 0 0 0,0 0 1 0 0,0 0-1 0 0,0 0 0 0 0,0 0 0 0 0,0 0 0 0 0,-1 0 0 0 0,1 0 0 0 0,0 0 0 0 0,0 0 0 0 0,0 1 0 0 0,0-1 0 0 0,-1 0 0 0 0,1 0 0 0 0,0 0 0 0 0,0 0 0 0 0,0 0 0 0 0,0 0 0 0 0,-1 0 0 0 0,1 0 0 0 0,0 0 0 0 0,0 0 0 0 0,0 0 0 0 0,0 0 0 0 0,-1 0 0 0 0,1 0 0 0 0,0 0 0 0 0,0 0 0 0 0,0 0 0 0 0,0-1 0 0 0,0 1 0 0 0,-1 0 0 0 0,1 0 0 0 0,0 0 0 0 0,0 0 0 0 0,0 0 0 0 0,0 0 0 0 0,0 0 0 0 0,0 0 0 0 0,-1-1 0 0 0,1 1 0 0 0,0 0 0 0 0,0 0 0 0 0,0 0 0 0 0,0 0 0 0 0,0 0 0 0 0,0-1 0 0 0,0 1 0 0 0,0 0 0 0 0,0 0 0 0 0,0 0 0 0 0,-3 7 251 0 0,0 0 0 0 0,1 0 1 0 0,0 0-1 0 0,0 1 0 0 0,1-1 0 0 0,-1 14 0 0 0,-1 1 26 0 0,0-6-128 0 0,0 6 15 0 0,0 0 0 0 0,-1 43 0 0 0,5-60-158 0 0,-1 0-1 0 0,0 0 0 0 0,1 0 1 0 0,0 1-1 0 0,0-1 0 0 0,0 0 1 0 0,1 0-1 0 0,0 0 0 0 0,0 0 1 0 0,0-1-1 0 0,0 1 0 0 0,1-1 1 0 0,0 1-1 0 0,0-1 0 0 0,0 0 1 0 0,1 0-1 0 0,7 7 1 0 0,-7-8-10 0 0,0-1 0 0 0,0 1 0 0 0,1-1 0 0 0,-1 0 0 0 0,1-1 0 0 0,-1 1 0 0 0,1-1 0 0 0,0 0 0 0 0,0 0 1 0 0,0 0-1 0 0,-1-1 0 0 0,1 1 0 0 0,0-1 0 0 0,5-1 0 0 0,8-1 19 0 0,-1 0 0 0 0,26-7 0 0 0,-31 5-39 0 0,-1 0-1 0 0,1 0 1 0 0,-1-1 0 0 0,0-1-1 0 0,-1 0 1 0 0,1 0 0 0 0,-1-1-1 0 0,-1-1 1 0 0,1 1 0 0 0,-1-2-1 0 0,0 1 1 0 0,-1-1 0 0 0,0 0-1 0 0,9-14 1 0 0,2-7 512 0 0,0-2 0 0 0,-3 0 0 0 0,21-53 1 0 0,-31 72-298 0 0,-2 3 148 0 0,-11 23-219 0 0,-1 5-94 0 0,1 0-1 0 0,1 0 0 0 0,1 0 0 0 0,-5 36 0 0 0,6-29 28 0 0,1 0-1 0 0,0 1 0 0 0,3 26 0 0 0,0-44-143 0 0,1 0 0 0 0,0 0-1 0 0,1 0 1 0 0,0 0 0 0 0,5 15-1 0 0,-5-20-111 0 0,0 1 0 0 0,0 0 0 0 0,0-1 0 0 0,0 0 1 0 0,0 1-1 0 0,1-1 0 0 0,-1 0 0 0 0,1 0 0 0 0,0 0 0 0 0,0-1 0 0 0,0 1 0 0 0,7 3 0 0 0,-4-3-483 0 0,0-1 0 0 0,0 0 0 0 0,1-1 0 0 0,-1 1 0 0 0,1-1 0 0 0,-1 0 1 0 0,1-1-1 0 0,-1 0 0 0 0,1 0 0 0 0,-1 0 0 0 0,1-1 0 0 0,-1 1 0 0 0,1-2 0 0 0,-1 1 0 0 0,0-1 0 0 0,11-4 1 0 0,3-2-2706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5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0 209 1740 0 0,'104'-200'14788'0'0,"-103"198"-14591"0"0,-1 2-178 0 0,0 0 0 0 0,0 1 1 0 0,0-1-1 0 0,0 0 0 0 0,0 0 0 0 0,0 1 1 0 0,0-1-1 0 0,0 0 0 0 0,0 0 1 0 0,0 1-1 0 0,0-1 0 0 0,0 0 0 0 0,0 0 1 0 0,0 1-1 0 0,0-1 0 0 0,1 0 0 0 0,-1 0 1 0 0,0 1-1 0 0,0-1 0 0 0,0 0 0 0 0,0 0 1 0 0,0 0-1 0 0,0 1 0 0 0,1-1 0 0 0,-1 0 1 0 0,0 0-1 0 0,0 0 0 0 0,0 0 1 0 0,1 1-1 0 0,-1-1 0 0 0,0 0 0 0 0,0 0 1 0 0,0 0-1 0 0,1 0 0 0 0,-1 0 0 0 0,0 0 1 0 0,0 0-1 0 0,1 0 0 0 0,-1 0 0 0 0,0 1 1 0 0,0-1-1 0 0,1 0 0 0 0,-1 0 1 0 0,0 0-1 0 0,0 0 0 0 0,1 0 0 0 0,-1-1 1 0 0,0 1-1 0 0,0 0 0 0 0,1 0 0 0 0,-1 0 1 0 0,0 0-1 0 0,0 0 0 0 0,0 0 0 0 0,1 0 1 0 0,-1 0-1 0 0,0-1 0 0 0,0 1 1 0 0,1 0-1 0 0,-1 0 0 0 0,0 0 0 0 0,0 0 1 0 0,0-1-1 0 0,0 1 0 0 0,1 0 0 0 0,-1-1 1 0 0,0 30 356 0 0,0-1 0 0 0,-2 0 1 0 0,-1 0-1 0 0,-1-1 0 0 0,-2 1 1 0 0,-1-1-1 0 0,-10 28 1 0 0,7-15-238 0 0,9-31-26 0 0,-1-1 1 0 0,0 0-1 0 0,-6 15 0 0 0,7-21 65 0 0,19-29-50 0 0,10-19-112 0 0,-9 13-41 0 0,1 1 1 0 0,1 1-1 0 0,46-51 0 0 0,-51 67 0 0 0,1 0-1 0 0,23-17 1 0 0,-33 27 11 0 0,1 0 1 0 0,0 1-1 0 0,0 0 1 0 0,0 0-1 0 0,1 1 1 0 0,-1 0 0 0 0,1 0-1 0 0,12-2 1 0 0,-18 5 9 0 0,0-1 1 0 0,0 1-1 0 0,0 0 1 0 0,0 0 0 0 0,0 0-1 0 0,0 0 1 0 0,0 0-1 0 0,0 1 1 0 0,0 0-1 0 0,0-1 1 0 0,-1 1 0 0 0,1 0-1 0 0,0 0 1 0 0,0 1-1 0 0,0-1 1 0 0,-1 0-1 0 0,1 1 1 0 0,-1 0 0 0 0,3 2-1 0 0,-2-1 6 0 0,0 0 1 0 0,0 1-1 0 0,0-1 0 0 0,-1 1 0 0 0,0 0 0 0 0,0 0 1 0 0,0 0-1 0 0,0 0 0 0 0,0 0 0 0 0,-1 1 0 0 0,2 5 1 0 0,0 5 11 0 0,-1 1 0 0 0,-1-1 0 0 0,0 0 0 0 0,-1 1 0 0 0,-1-1 0 0 0,-3 18 0 0 0,-3 6 20 0 0,-4 35-637 0 0,10-67 192 0 0,1 0 0 0 0,0 0 0 0 0,0 1 0 0 0,1-1 1 0 0,0 0-1 0 0,0 0 0 0 0,4 13 0 0 0,-4-18 36 0 0,0 0 0 0 0,1 0 0 0 0,-1 0 0 0 0,0-1 0 0 0,0 1 0 0 0,1 0 0 0 0,-1-1 0 0 0,1 1 0 0 0,0-1 0 0 0,-1 1 0 0 0,1-1 0 0 0,0 0 0 0 0,0 0 0 0 0,0 1 0 0 0,0-1 0 0 0,0-1 0 0 0,0 1 0 0 0,0 0 0 0 0,0 0 0 0 0,0-1-1 0 0,0 1 1 0 0,1-1 0 0 0,-1 0 0 0 0,0 0 0 0 0,0 0 0 0 0,0 0 0 0 0,1 0 0 0 0,2-1 0 0 0,9-1-4190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5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65 516 772 0 0,'77'-363'11376'0'0,"-59"260"-7918"0"0,-11 60-2096 0 0,-6 37-658 0 0,-5 29-274 0 0,-28 176 1570 0 0,-58 351 321 0 0,63-416-1859 0 0,26-132-302 0 0,1-2-157 0 0,-1-1 1 0 0,0 1-1 0 0,1 0 0 0 0,-1-1 0 0 0,0 1 0 0 0,1 0 0 0 0,-1-1 0 0 0,1 1 0 0 0,-1-1 0 0 0,1 1 0 0 0,-1-1 0 0 0,1 0 0 0 0,-1 1 0 0 0,1-1 0 0 0,-1 1 0 0 0,1-1 0 0 0,-1 0 0 0 0,1 0 0 0 0,-2-16-36 0 0,1 0 1 0 0,1 1-1 0 0,0-1 0 0 0,1 1 0 0 0,1-1 0 0 0,8-30 0 0 0,1 3-38 0 0,25-57 0 0 0,-24 71 33 0 0,2 1 0 0 0,0 0 1 0 0,2 1-1 0 0,25-33 0 0 0,-35 52 23 0 0,1 0 0 0 0,1 1 0 0 0,0-1 0 0 0,0 1 0 0 0,1 1 0 0 0,-1-1 0 0 0,2 2-1 0 0,-1-1 1 0 0,1 1 0 0 0,0 1 0 0 0,0 0 0 0 0,0 0 0 0 0,1 1 0 0 0,0 0 0 0 0,17-3 0 0 0,-22 6 11 0 0,0 1-1 0 0,0-1 1 0 0,0 2 0 0 0,0-1-1 0 0,0 1 1 0 0,0 0-1 0 0,0 0 1 0 0,-1 0-1 0 0,1 1 1 0 0,0 0 0 0 0,-1 0-1 0 0,1 0 1 0 0,-1 1-1 0 0,0 0 1 0 0,10 7-1 0 0,-13-9 5 0 0,0 1-1 0 0,0 0 0 0 0,0 0 1 0 0,-1 0-1 0 0,1 0 0 0 0,0 0 0 0 0,-1 0 1 0 0,1 0-1 0 0,-1 0 0 0 0,0 1 1 0 0,0-1-1 0 0,0 1 0 0 0,0-1 1 0 0,0 1-1 0 0,0-1 0 0 0,-1 1 1 0 0,1-1-1 0 0,-1 1 0 0 0,0 0 0 0 0,0-1 1 0 0,0 1-1 0 0,0 0 0 0 0,0-1 1 0 0,0 1-1 0 0,-1-1 0 0 0,1 1 1 0 0,-1 0-1 0 0,0-1 0 0 0,0 1 1 0 0,0-1-1 0 0,0 0 0 0 0,0 1 1 0 0,0-1-1 0 0,-1 0 0 0 0,1 0 0 0 0,-1 1 1 0 0,-2 1-1 0 0,-3 4 1 0 0,0 0 0 0 0,-1-1-1 0 0,0 0 1 0 0,0 0 0 0 0,-1-1 0 0 0,1 0 0 0 0,-1 0 0 0 0,-1-1-1 0 0,-18 8 1 0 0,9-6 13 0 0,0 0 1 0 0,-1-1-1 0 0,0-2 0 0 0,-22 4 1 0 0,-3-7 12 0 0,0-2-22 0 0,42 1-14 0 0,-2 1-15 0 0,5-1 24 0 0,0 0 0 0 0,-1 0 0 0 0,1 0 0 0 0,-1 0 0 0 0,1 0 0 0 0,0 0 0 0 0,-1 0 0 0 0,1 0 0 0 0,0 0 0 0 0,-1 0 1 0 0,1 0-1 0 0,0 0 0 0 0,-1 1 0 0 0,1-1 0 0 0,0 0 0 0 0,-1 0 0 0 0,1 0 0 0 0,0 0 0 0 0,-1 1 0 0 0,1-1 0 0 0,0 0 0 0 0,-1 0 0 0 0,1 0 0 0 0,0 1 0 0 0,0-1 0 0 0,-1 0 0 0 0,1 1 0 0 0,0-1 0 0 0,0 1 0 0 0,1 7-3 0 0,1 0 0 0 0,0 0 0 0 0,1-1 1 0 0,0 1-1 0 0,0 0 0 0 0,7 9 0 0 0,30 47 26 0 0,-25-42-1 0 0,0 0-775 0 0,1-1 1 0 0,1 0-1 0 0,0-2 1 0 0,2 0-1 0 0,30 24 1 0 0,-31-30-1261 0 0,-1-1 0 0 0,2 0 0 0 0,0-2 0 0 0,20 10 0 0 0,-13-10-3242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5 503 640 0 0,'-2'-81'6360'0'0,"0"32"-2390"0"0,8-85-1 0 0,-6 132-3924 0 0,0 0-1 0 0,0 0 1 0 0,1 1-1 0 0,-1-1 1 0 0,1 0-1 0 0,-1 0 0 0 0,1 1 1 0 0,-1-1-1 0 0,1 0 1 0 0,0 1-1 0 0,0-1 1 0 0,0 0-1 0 0,0 1 0 0 0,0-1 1 0 0,0 1-1 0 0,0 0 1 0 0,1-1-1 0 0,2-1 1 0 0,-3 2-21 0 0,0 1-1 0 0,1-1 1 0 0,-1 1 0 0 0,1-1 0 0 0,-1 1 0 0 0,1 0 0 0 0,0-1 0 0 0,-1 1-1 0 0,1 0 1 0 0,-1 0 0 0 0,1 0 0 0 0,-1 0 0 0 0,1 1 0 0 0,0-1 0 0 0,-1 0-1 0 0,1 0 1 0 0,1 2 0 0 0,3 0 53 0 0,-1 0 1 0 0,1 1-1 0 0,-1 0 0 0 0,0 0 0 0 0,0 1 1 0 0,0-1-1 0 0,0 1 0 0 0,0 0 0 0 0,6 8 1 0 0,-3-3 12 0 0,-1 1 1 0 0,0-1 0 0 0,-1 1-1 0 0,0 0 1 0 0,-1 0 0 0 0,0 1-1 0 0,0 0 1 0 0,-1 0 0 0 0,-1 0 0 0 0,1 0-1 0 0,-2 1 1 0 0,0-1 0 0 0,0 1-1 0 0,-1-1 1 0 0,-1 1 0 0 0,0 0-1 0 0,0-1 1 0 0,-1 1 0 0 0,0 0 0 0 0,-1-1-1 0 0,-1 1 1 0 0,0-1 0 0 0,0 0-1 0 0,-7 14 1 0 0,9-23-79 0 0,1-1-1 0 0,-1 1 0 0 0,0-1 1 0 0,0 0-1 0 0,0 1 1 0 0,0-1-1 0 0,0 0 0 0 0,0 1 1 0 0,0-1-1 0 0,0 0 1 0 0,0 0-1 0 0,-1 0 1 0 0,1 0-1 0 0,0 0 0 0 0,-1 0 1 0 0,1 0-1 0 0,-1-1 1 0 0,1 1-1 0 0,-1 0 0 0 0,1-1 1 0 0,-1 1-1 0 0,1-1 1 0 0,-4 1-1 0 0,4-1-5 0 0,0-1-1 0 0,-1 1 0 0 0,1 0 1 0 0,0-1-1 0 0,0 1 1 0 0,0-1-1 0 0,0 1 0 0 0,0-1 1 0 0,0 0-1 0 0,0 1 1 0 0,0-1-1 0 0,0 0 1 0 0,0 0-1 0 0,1 1 0 0 0,-1-1 1 0 0,0 0-1 0 0,0 0 1 0 0,1 0-1 0 0,-1 0 0 0 0,0 0 1 0 0,1 0-1 0 0,-1 0 1 0 0,1 0-1 0 0,-1 0 1 0 0,1-1-1 0 0,0 1 0 0 0,0 0 1 0 0,-1 0-1 0 0,1 0 1 0 0,0 0-1 0 0,0-2 0 0 0,0-4-3 0 0,0 1 0 0 0,0-1 0 0 0,1 0 0 0 0,0 1 0 0 0,0-1-1 0 0,1 1 1 0 0,-1 0 0 0 0,1 0 0 0 0,1-1 0 0 0,-1 1 0 0 0,1 0 0 0 0,5-7-1 0 0,0-1-7 0 0,1 1-1 0 0,1 0 0 0 0,20-21 0 0 0,-17 22 2 0 0,0 1 1 0 0,0 0-1 0 0,1 1 0 0 0,0 1 0 0 0,1 0 0 0 0,0 0 0 0 0,0 2 1 0 0,1 0-1 0 0,0 1 0 0 0,0 0 0 0 0,1 1 0 0 0,-1 1 1 0 0,21-2-1 0 0,-35 6 6 0 0,1-1 1 0 0,-1 1-1 0 0,0 0 1 0 0,1 0-1 0 0,-1 0 1 0 0,1 1 0 0 0,-1-1-1 0 0,1 0 1 0 0,-1 1-1 0 0,1 0 1 0 0,-1-1-1 0 0,0 1 1 0 0,1 0-1 0 0,-1 0 1 0 0,0 1-1 0 0,0-1 1 0 0,0 0-1 0 0,0 1 1 0 0,0-1 0 0 0,0 1-1 0 0,0 0 1 0 0,0-1-1 0 0,-1 1 1 0 0,1 0-1 0 0,-1 0 1 0 0,1 0-1 0 0,-1 0 1 0 0,0 0-1 0 0,0 1 1 0 0,0-1-1 0 0,0 0 1 0 0,0 1 0 0 0,0-1-1 0 0,-1 0 1 0 0,1 5-1 0 0,1 3 38 0 0,-1-1 0 0 0,0 0 0 0 0,-1 1 0 0 0,0-1 1 0 0,-1 1-1 0 0,0-1 0 0 0,-4 18 0 0 0,-7 12 6 0 0,-6 30 161 0 0,17-62-340 0 0,0 0 0 0 0,0 0 0 0 0,0 0 0 0 0,1 0 0 0 0,0 0 0 0 0,1 0 0 0 0,1 10 0 0 0,-2-15 40 0 0,1 1 0 0 0,0-1 0 0 0,0 1 1 0 0,0-1-1 0 0,0 1 0 0 0,1-1 0 0 0,-1 0 0 0 0,1 1 0 0 0,-1-1 0 0 0,1 0 0 0 0,0 0 0 0 0,0 0 1 0 0,0 0-1 0 0,0 0 0 0 0,0-1 0 0 0,0 1 0 0 0,0-1 0 0 0,0 1 0 0 0,1-1 0 0 0,-1 0 0 0 0,1 0 1 0 0,-1 0-1 0 0,1 0 0 0 0,-1 0 0 0 0,1 0 0 0 0,0-1 0 0 0,-1 1 0 0 0,1-1 0 0 0,0 0 0 0 0,-1 0 1 0 0,1 0-1 0 0,3-1 0 0 0,1 1-18 0 0,-1-1 0 0 0,1 0 0 0 0,-1 0 0 0 0,1-1 0 0 0,-1 0 0 0 0,0 0 0 0 0,0 0 0 0 0,0-1 0 0 0,0 0 0 0 0,0 0 0 0 0,-1 0 0 0 0,8-6 0 0 0,-4 0 159 0 0,0-1 1 0 0,0 1-1 0 0,-2-2 0 0 0,1 1 0 0 0,-1-1 0 0 0,0 0 0 0 0,-1 0 0 0 0,5-13 0 0 0,31-102 3440 0 0,-33 95-2083 0 0,-4 19-612 0 0,-3 14-446 0 0,-4 27-354 0 0,1-3 81 0 0,2-15-43 0 0,0 0 0 0 0,0 0 0 0 0,1 0-1 0 0,0 0 1 0 0,1 0 0 0 0,0-1 0 0 0,8 15 0 0 0,-9-21-12 0 0,0 0 0 0 0,0 0 0 0 0,1-1 0 0 0,-1 1 0 0 0,1-1-1 0 0,0 1 1 0 0,0-1 0 0 0,1 0 0 0 0,-1-1 0 0 0,1 1 0 0 0,-1 0-1 0 0,1-1 1 0 0,0 0 0 0 0,0 0 0 0 0,0 0 0 0 0,0 0 0 0 0,0-1-1 0 0,0 0 1 0 0,0 1 0 0 0,1-1 0 0 0,7 0 0 0 0,-6 0 4 0 0,1-1 0 0 0,0 1 1 0 0,0-2-1 0 0,0 1 0 0 0,0-1 1 0 0,0 0-1 0 0,-1 0 0 0 0,1-1 1 0 0,0 0-1 0 0,-1 0 0 0 0,1 0 1 0 0,-1-1-1 0 0,0 0 0 0 0,0 0 1 0 0,0-1-1 0 0,0 0 0 0 0,5-4 1 0 0,-5 2-16 0 0,0 0 1 0 0,-1 0 0 0 0,0 0 0 0 0,0 0-1 0 0,0-1 1 0 0,-1 0 0 0 0,0 0 0 0 0,0 0-1 0 0,-1-1 1 0 0,0 1 0 0 0,0-1-1 0 0,-1 1 1 0 0,0-1 0 0 0,2-10 0 0 0,-2 4-9 0 0,-1-1 0 0 0,0 1 1 0 0,-1 0-1 0 0,0 0 0 0 0,-2-1 0 0 0,1 1 1 0 0,-2 0-1 0 0,-6-23 0 0 0,7 32 0 0 0,0 0-1 0 0,0 0 0 0 0,0 1 0 0 0,0-1 0 0 0,-1 1 1 0 0,0-1-1 0 0,0 1 0 0 0,-1 0 0 0 0,1 0 0 0 0,-1 0 0 0 0,-6-5 1 0 0,7 7-4 0 0,-1 0 1 0 0,1 0 0 0 0,-1 0-1 0 0,0 0 1 0 0,0 1-1 0 0,0 0 1 0 0,1 0 0 0 0,-1 0-1 0 0,-1 0 1 0 0,1 0-1 0 0,0 1 1 0 0,0-1 0 0 0,0 1-1 0 0,0 1 1 0 0,0-1-1 0 0,-7 1 1 0 0,5 1 1 0 0,0-1 1 0 0,0 1-1 0 0,0 0 0 0 0,0 0 0 0 0,0 1 1 0 0,0 0-1 0 0,1 0 0 0 0,-1 0 0 0 0,1 1 1 0 0,0 0-1 0 0,0 0 0 0 0,0 0 1 0 0,0 0-1 0 0,1 1 0 0 0,0 0 0 0 0,0 0 1 0 0,-5 8-1 0 0,7-10-43 0 0,0 1 1 0 0,0-1-1 0 0,0 1 1 0 0,1 0-1 0 0,-1 0 1 0 0,1-1-1 0 0,0 1 1 0 0,0 0-1 0 0,0 0 1 0 0,1 1-1 0 0,-1-1 0 0 0,1 0 1 0 0,0 0-1 0 0,0 0 1 0 0,1 0-1 0 0,-1 0 1 0 0,1 0-1 0 0,0 0 1 0 0,0 0-1 0 0,0 0 1 0 0,1 0-1 0 0,-1 0 1 0 0,1-1-1 0 0,0 1 1 0 0,0 0-1 0 0,0-1 0 0 0,4 5 1 0 0,1-1-131 0 0,1 0 0 0 0,-1 0 0 0 0,1-1 1 0 0,0 0-1 0 0,1 0 0 0 0,-1-1 0 0 0,1-1 0 0 0,0 1 1 0 0,1-1-1 0 0,-1-1 0 0 0,0 0 0 0 0,16 3 0 0 0,5 1-23 0 0,0-3 0 0 0,55 3 0 0 0,-71-7 167 0 0,0 0 0 0 0,0-1 0 0 0,0-1-1 0 0,0 0 1 0 0,0 0 0 0 0,-1-2 0 0 0,1 0 0 0 0,13-5 0 0 0,-17 4 69 0 0,0 0 1 0 0,-1 0-1 0 0,0-1 1 0 0,0 0 0 0 0,0-1-1 0 0,-1 1 1 0 0,0-2 0 0 0,0 1-1 0 0,-1-1 1 0 0,0 0-1 0 0,6-10 1 0 0,0 0 919 0 0,-2 0 0 0 0,19-39-1 0 0,-29 54-672 0 0,-1 5-269 0 0,0-1 0 0 0,1 1 0 0 0,-1-1 0 0 0,0 0 0 0 0,-1 1 1 0 0,1-1-1 0 0,0 1 0 0 0,0-1 0 0 0,-1 0 0 0 0,0 3 0 0 0,-18 49 76 0 0,9-26-51 0 0,0 1 0 0 0,2 0 0 0 0,1 0 0 0 0,-5 39 0 0 0,12-64-32 0 0,0-1 0 0 0,-1 1-1 0 0,1 0 1 0 0,0 0 0 0 0,0-1 0 0 0,1 1-1 0 0,-1 0 1 0 0,0 0 0 0 0,1-1 0 0 0,0 1-1 0 0,-1 0 1 0 0,1-1 0 0 0,0 1 0 0 0,1-1 0 0 0,-1 1-1 0 0,0-1 1 0 0,1 1 0 0 0,-1-1 0 0 0,1 0-1 0 0,0 0 1 0 0,0 0 0 0 0,0 0 0 0 0,0 0 0 0 0,0 0-1 0 0,0 0 1 0 0,0-1 0 0 0,0 1 0 0 0,1-1-1 0 0,-1 0 1 0 0,1 1 0 0 0,-1-1 0 0 0,1 0 0 0 0,0-1-1 0 0,-1 1 1 0 0,1 0 0 0 0,0-1 0 0 0,-1 1-1 0 0,5-1 1 0 0,3 0 0 0 0,-1 0 1 0 0,1 0-1 0 0,0-1 0 0 0,-1-1 1 0 0,1 0-1 0 0,-1 0 0 0 0,1 0 0 0 0,-1-1 1 0 0,17-9-1 0 0,-13 5-8 0 0,0-1 0 0 0,-1 0 0 0 0,0-1 0 0 0,0 0 0 0 0,-1-1 0 0 0,13-14 0 0 0,54-75-22 0 0,-26 32-34 0 0,-51 65 18 0 0,0 2 35 0 0,0 1 0 0 0,0-1 1 0 0,-1 1-1 0 0,1-1 0 0 0,0 1 0 0 0,0-1 0 0 0,-1 1 1 0 0,1 0-1 0 0,0-1 0 0 0,-1 1 0 0 0,1 0 0 0 0,-1-1 1 0 0,1 1-1 0 0,-1 0 0 0 0,1 0 0 0 0,-1 0 0 0 0,1 0 1 0 0,-1-1-1 0 0,0 1 0 0 0,1 0 0 0 0,-1 0 0 0 0,0 0 1 0 0,0 0-1 0 0,0 0 0 0 0,0 0 0 0 0,0 0 0 0 0,0 0 1 0 0,0 0-1 0 0,0-1 0 0 0,0 1 0 0 0,0 1 0 0 0,-2 46 13 0 0,0-26-37 0 0,2-7 43 0 0,0-1 0 0 0,1 0 0 0 0,1 0 0 0 0,1 0 0 0 0,7 26 0 0 0,-8-35-5 0 0,0 0 1 0 0,0 0-1 0 0,0 0 0 0 0,1 0 0 0 0,0 0 1 0 0,0-1-1 0 0,0 1 0 0 0,1-1 1 0 0,0 0-1 0 0,-1 0 0 0 0,1 0 0 0 0,1-1 1 0 0,-1 1-1 0 0,0-1 0 0 0,1 0 1 0 0,0 0-1 0 0,0 0 0 0 0,6 2 0 0 0,-4-3 3 0 0,0 1 0 0 0,0-1 0 0 0,0-1 0 0 0,0 1 0 0 0,0-1 0 0 0,0 0 0 0 0,1-1-1 0 0,-1 0 1 0 0,0 0 0 0 0,0 0 0 0 0,1-1 0 0 0,-1 0 0 0 0,0-1 0 0 0,13-4 0 0 0,-14 4-4 0 0,0-1 1 0 0,0 0-1 0 0,-1 0 1 0 0,1 0 0 0 0,-1-1-1 0 0,0 0 1 0 0,0 0-1 0 0,-1 0 1 0 0,1-1-1 0 0,-1 0 1 0 0,0 1 0 0 0,0-2-1 0 0,0 1 1 0 0,-1 0-1 0 0,0-1 1 0 0,0 1 0 0 0,3-9-1 0 0,-2 2-7 0 0,0 0-1 0 0,-1 1 0 0 0,-1-1 1 0 0,0 0-1 0 0,0-1 1 0 0,-1 1-1 0 0,-1 0 1 0 0,0 0-1 0 0,-1 0 1 0 0,0 0-1 0 0,-1-1 0 0 0,0 1 1 0 0,-1 1-1 0 0,-6-18 1 0 0,-1 4 2 0 0,-1 0-1 0 0,-1 1 1 0 0,-1 1 0 0 0,-1 0 0 0 0,-26-31-1 0 0,-24-29-336 0 0,62 81 270 0 0,14-7 54 0 0,17 6-45 0 0,1 1-1 0 0,0 1 0 0 0,0 2 1 0 0,45 7-1 0 0,-40-4 48 0 0,-15-2-16 0 0,0 0 1 0 0,-1 2 0 0 0,1 1 0 0 0,-1 0 0 0 0,0 1 0 0 0,36 17-1 0 0,-47-19 15 0 0,-1 1-1 0 0,1 0 0 0 0,-1 0 0 0 0,0 1 0 0 0,0-1 1 0 0,0 2-1 0 0,-1-1 0 0 0,0 1 0 0 0,0 0 0 0 0,-1 0 1 0 0,1 0-1 0 0,-2 1 0 0 0,1 0 0 0 0,-1 0 0 0 0,0 0 1 0 0,-1 0-1 0 0,4 16 0 0 0,-3-8 15 0 0,-1 1 0 0 0,-1 0 0 0 0,0 0 0 0 0,-2 0 0 0 0,0 0 0 0 0,0 0 0 0 0,-2 0 0 0 0,0 0-1 0 0,-1 0 1 0 0,-1 0 0 0 0,-8 24 0 0 0,-2 5 1331 0 0,14-45-938 0 0,3-23-218 0 0,16-9-115 0 0,0 2-1 0 0,2 0 1 0 0,2 1 0 0 0,0 1-1 0 0,42-37 1 0 0,-36 36-52 0 0,2 1 0 0 0,1 2 0 0 0,54-32 1 0 0,-85 56-29 0 0,1 0 1 0 0,0 0 0 0 0,0 0 0 0 0,0 0-1 0 0,0 0 1 0 0,1 1 0 0 0,-1-1-1 0 0,0 1 1 0 0,0-1 0 0 0,0 1 0 0 0,0 0-1 0 0,1 0 1 0 0,-1 0 0 0 0,0 0 0 0 0,0 0-1 0 0,0 1 1 0 0,0-1 0 0 0,1 0 0 0 0,-1 1-1 0 0,0 0 1 0 0,0 0 0 0 0,0-1 0 0 0,3 3-1 0 0,-2-1 9 0 0,-1 0 0 0 0,1 0 0 0 0,-1 0 0 0 0,0 1 1 0 0,1-1-1 0 0,-1 1 0 0 0,0-1 0 0 0,-1 1 0 0 0,1 0 0 0 0,0 0 0 0 0,-1-1 0 0 0,1 1 0 0 0,-1 0 0 0 0,0 1 0 0 0,1 4 0 0 0,1 4-17 0 0,-1 1 0 0 0,-1 0 0 0 0,0 0 0 0 0,-1 0 0 0 0,-1 0 0 0 0,-2 20 0 0 0,-20 76-34 0 0,20-97 16 0 0,0-4-112 0 0,1 0 0 0 0,1 0 1 0 0,-2 14-1 0 0,3-22 70 0 0,0 1-1 0 0,0-1 1 0 0,1 1 0 0 0,-1-1-1 0 0,0 0 1 0 0,0 1-1 0 0,0-1 1 0 0,0 1 0 0 0,1-1-1 0 0,-1 1 1 0 0,0-1 0 0 0,0 0-1 0 0,1 1 1 0 0,-1-1-1 0 0,0 0 1 0 0,1 1 0 0 0,-1-1-1 0 0,0 0 1 0 0,1 0 0 0 0,-1 1-1 0 0,1-1 1 0 0,-1 0-1 0 0,1 0 1 0 0,-1 0 0 0 0,0 1-1 0 0,1-1 1 0 0,-1 0 0 0 0,1 0-1 0 0,0 0 1 0 0,17 0-3719 0 0,21-9-3792 0 0,-21 1 841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614 129 2048 0 0,'-6'-14'5528'0'0,"-4"-80"5367"0"0,9 93-10832 0 0,0-1 0 0 0,0 1 0 0 0,-1-1 0 0 0,1 1-1 0 0,0 0 1 0 0,0 0 0 0 0,-1-1 0 0 0,1 1 0 0 0,0 0 0 0 0,-1 0 0 0 0,1 0 0 0 0,-1 1 0 0 0,0-1-1 0 0,1 0 1 0 0,-1 1 0 0 0,0-1 0 0 0,1 0 0 0 0,-3 1 0 0 0,-7-1-26 0 0,-1 1 1 0 0,1 0 0 0 0,-1 0-1 0 0,1 1 1 0 0,-1 1 0 0 0,-14 4-1 0 0,21-5-17 0 0,-1 1 0 0 0,0 0 0 0 0,0 1-1 0 0,1 0 1 0 0,-1-1 0 0 0,-6 7-1 0 0,9-8-15 0 0,1 1 0 0 0,0 0 0 0 0,0-1-1 0 0,1 1 1 0 0,-1 0 0 0 0,0 1 0 0 0,0-1-1 0 0,1 0 1 0 0,0 0 0 0 0,-1 1 0 0 0,1-1-1 0 0,0 1 1 0 0,0-1 0 0 0,0 1-1 0 0,0 3 1 0 0,0-2-3 0 0,1-1-1 0 0,0 1 1 0 0,0 0-1 0 0,0 0 1 0 0,1-1 0 0 0,0 1-1 0 0,-1 0 1 0 0,1-1-1 0 0,0 1 1 0 0,1-1-1 0 0,-1 1 1 0 0,1-1 0 0 0,-1 1-1 0 0,5 5 1 0 0,3 4 4 0 0,2 1 0 0 0,11 12 1 0 0,-2-3 0 0 0,13 15 26 0 0,-19-22-3 0 0,0 1 1 0 0,-1 0 0 0 0,19 33 0 0 0,-31-49 16 0 0,0 1 1 0 0,0 0 0 0 0,0-1 0 0 0,-1 1 0 0 0,1 0 0 0 0,-1 0 0 0 0,1-1 0 0 0,-1 1 0 0 0,0 0-1 0 0,1 0 1 0 0,-1 0 0 0 0,0 0 0 0 0,0 0 0 0 0,-1 0 0 0 0,1-1 0 0 0,0 1 0 0 0,-1 0 0 0 0,1 0 0 0 0,-1 0-1 0 0,1-1 1 0 0,-1 1 0 0 0,-1 2 0 0 0,0-1-2 0 0,0-1-1 0 0,0 1 0 0 0,0-1 1 0 0,-1 1-1 0 0,1-1 1 0 0,-1 0-1 0 0,0 0 1 0 0,1 0-1 0 0,-1-1 1 0 0,0 1-1 0 0,-5 2 0 0 0,-6 1 9 0 0,-1 0-1 0 0,1-1 0 0 0,-1-1 1 0 0,-21 2-1 0 0,2-2-428 0 0,1-1-1 0 0,0-3 1 0 0,-61-7-1 0 0,42 0-3742 0 0,-86-27 0 0 0,99 22-19 0 0,4-1-1758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26 193 908 0 0,'-2'-1'534'0'0,"0"-1"0"0"0,-1 0 0 0 0,1 0 0 0 0,1-1 0 0 0,-1 1 0 0 0,0 0 0 0 0,0-1 0 0 0,1 1 0 0 0,-1-1 0 0 0,1 1 0 0 0,0-1 0 0 0,0 0 0 0 0,-1-4 0 0 0,1 5-317 0 0,1 0 0 0 0,0-1 0 0 0,0 1 0 0 0,0 0 0 0 0,0 0 1 0 0,0-1-1 0 0,0 1 0 0 0,1 0 0 0 0,-1 0 0 0 0,1 0 0 0 0,-1 0 0 0 0,1-1 1 0 0,0 1-1 0 0,2-3 0 0 0,-1 2-165 0 0,0 0 0 0 0,0 0 0 0 0,0 1 0 0 0,1-1 1 0 0,0 1-1 0 0,-1-1 0 0 0,1 1 0 0 0,0 0 0 0 0,0 0 0 0 0,0 0 0 0 0,0 0 0 0 0,0 1 1 0 0,1-1-1 0 0,-1 1 0 0 0,0 0 0 0 0,1 0 0 0 0,-1 0 0 0 0,1 0 0 0 0,-1 1 1 0 0,1-1-1 0 0,5 1 0 0 0,-2 0-40 0 0,0 1-1 0 0,0 0 1 0 0,0 0 0 0 0,0 0 0 0 0,0 1-1 0 0,0 0 1 0 0,0 0 0 0 0,-1 1-1 0 0,1 0 1 0 0,-1 0 0 0 0,0 1 0 0 0,0-1-1 0 0,0 1 1 0 0,0 1 0 0 0,0-1 0 0 0,-1 1-1 0 0,0 0 1 0 0,6 7 0 0 0,-8-8 5 0 0,0 0 0 0 0,-1-1 0 0 0,0 1 0 0 0,1 0 0 0 0,-1 0-1 0 0,-1 0 1 0 0,1 1 0 0 0,-1-1 0 0 0,1 0 0 0 0,-1 1 0 0 0,0-1 0 0 0,-1 1 0 0 0,1-1 0 0 0,-1 1 0 0 0,0-1 0 0 0,0 1 0 0 0,0-1 0 0 0,-1 1 0 0 0,0-1 0 0 0,0 1 0 0 0,0-1 0 0 0,0 0 0 0 0,0 1 0 0 0,-1-1-1 0 0,0 0 1 0 0,0 0 0 0 0,0 0 0 0 0,-1 0 0 0 0,-3 5 0 0 0,-2 1 59 0 0,0 2 29 0 0,-1 0 1 0 0,-1 0-1 0 0,0-1 1 0 0,-15 14 0 0 0,24-24 66 0 0,1-2-170 0 0,1-1 0 0 0,0 1-1 0 0,0 0 1 0 0,1-1 0 0 0,-1 1 0 0 0,0 0 0 0 0,0 0 0 0 0,0 0 0 0 0,1 0 0 0 0,-1 0 0 0 0,2 0 0 0 0,3-3 5 0 0,18-15 64 0 0,-1-2 0 0 0,0 0 0 0 0,-1-1 0 0 0,-2-2 0 0 0,0 0 1 0 0,-2-1-1 0 0,0-1 0 0 0,-2 0 0 0 0,-1-1 0 0 0,16-40 0 0 0,-25 41 487 0 0,-6 25-551 0 0,0 1 1 0 0,0-1-1 0 0,0 1 1 0 0,0 0-1 0 0,0-1 1 0 0,0 1-1 0 0,0-1 1 0 0,0 1 0 0 0,-1-1-1 0 0,1 1 1 0 0,0 0-1 0 0,0-1 1 0 0,0 1-1 0 0,-1-1 1 0 0,1 1-1 0 0,0 0 1 0 0,0-1-1 0 0,-1 1 1 0 0,1 0-1 0 0,0-1 1 0 0,-1 1-1 0 0,1 0 1 0 0,-1 0-1 0 0,1-1 1 0 0,0 1-1 0 0,-1 0 1 0 0,1 0-1 0 0,-1 0 1 0 0,1-1-1 0 0,0 1 1 0 0,-1 0-1 0 0,1 0 1 0 0,-1 0-1 0 0,1 0 1 0 0,-1 0-1 0 0,1 0 1 0 0,-1 0-1 0 0,1 0 1 0 0,0 0-1 0 0,-1 0 1 0 0,1 0-1 0 0,-1 0 1 0 0,0 1-1 0 0,0-1-1 0 0,-1 1-1 0 0,1-1 1 0 0,0 1-1 0 0,-1 0 0 0 0,1 0 1 0 0,0-1-1 0 0,0 1 0 0 0,0 0 1 0 0,-1 0-1 0 0,1 0 0 0 0,0 0 1 0 0,0 1-1 0 0,1-1 1 0 0,-1 0-1 0 0,0 0 0 0 0,-1 3 1 0 0,-9 19 12 0 0,7-15 13 0 0,1 1-1 0 0,0 0 1 0 0,1 0-1 0 0,0 0 1 0 0,1 1-1 0 0,0-1 1 0 0,0 0-1 0 0,1 0 1 0 0,0 1-1 0 0,1-1 1 0 0,0 0-1 0 0,0 1 0 0 0,1-1 1 0 0,0 0-1 0 0,1 0 1 0 0,0 0-1 0 0,0-1 1 0 0,1 1-1 0 0,5 9 1 0 0,-3-8-260 0 0,0-1 1 0 0,0 0 0 0 0,1 0-1 0 0,0 0 1 0 0,1-1 0 0 0,0 0 0 0 0,0-1-1 0 0,1 1 1 0 0,0-2 0 0 0,0 1-1 0 0,0-1 1 0 0,1-1 0 0 0,0 0-1 0 0,0 0 1 0 0,18 5 0 0 0,-14-6-1908 0 0,-1-1 0 0 0,19 2 1 0 0,-14-3-2116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9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2504 0 0,'63'-27'14966'0'0,"-63"26"-14884"0"0,1 1 1 0 0,-1 0 0 0 0,1-1 0 0 0,-1 1 0 0 0,1 0-1 0 0,0-1 1 0 0,-1 1 0 0 0,1 0 0 0 0,0 0 0 0 0,-1-1-1 0 0,1 1 1 0 0,0 0 0 0 0,0 0 0 0 0,-1 0-1 0 0,1 0 1 0 0,0 0 0 0 0,-1 0 0 0 0,1 0 0 0 0,0 0-1 0 0,0 0 1 0 0,-1 1 0 0 0,1-1 0 0 0,0 0 0 0 0,-1 0-1 0 0,1 1 1 0 0,-1-1 0 0 0,1 0 0 0 0,0 1 0 0 0,-1-1-1 0 0,1 0 1 0 0,-1 1 0 0 0,1-1 0 0 0,0 1 0 0 0,0 4-10 0 0,0-1 0 0 0,0 0 0 0 0,-1 1 0 0 0,0-1 0 0 0,0 1 0 0 0,0-1 1 0 0,0 0-1 0 0,-2 9 0 0 0,-12 40 184 0 0,6-23-163 0 0,3-9-128 0 0,-1 4-876 0 0,-3 29 0 0 0,8-45-244 0 0,1-1-1 0 0,0 1 1 0 0,0-1-1 0 0,2 10 1 0 0,2-4-3356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69 424 0 0,'13'-19'8870'0'0,"15"-30"-1"0"0,-27 52-8562 0 0,-1-3-302 0 0,0 1 1 0 0,1-1-1 0 0,-1 0 1 0 0,0 0-1 0 0,0 0 0 0 0,0 0 1 0 0,0 1-1 0 0,0-1 0 0 0,1 0 1 0 0,-1 0-1 0 0,0 0 1 0 0,0 1-1 0 0,0-1 0 0 0,0 0 1 0 0,0 0-1 0 0,0 0 0 0 0,0 1 1 0 0,0-1-1 0 0,0 0 1 0 0,0 0-1 0 0,0 1 0 0 0,0-1 1 0 0,0 0-1 0 0,0 0 1 0 0,0 0-1 0 0,0 1 0 0 0,0-1 1 0 0,0 0-1 0 0,0 0 0 0 0,0 1 1 0 0,0-1-1 0 0,0 0 1 0 0,0 0-1 0 0,0 0 0 0 0,-1 1 1 0 0,-56 119-372 0 0,36-80-2851 0 0,-1-1-3810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09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1 240 3000 0 0,'16'-24'2826'0'0,"1"0"0"0"0,22-23 0 0 0,-32 40-2538 0 0,0 1-1 0 0,0-1 0 0 0,1 1 0 0 0,0 0 0 0 0,0 0 0 0 0,0 1 0 0 0,1 1 0 0 0,-1-1 0 0 0,19-5 0 0 0,-25 9-254 0 0,0 0 0 0 0,1 1 1 0 0,-1-1-1 0 0,1 1 0 0 0,-1 0 0 0 0,0 0 0 0 0,1 0 0 0 0,-1 0 0 0 0,1 0 0 0 0,-1 1 0 0 0,0-1 0 0 0,1 1 0 0 0,-1 0 0 0 0,0-1 0 0 0,1 1 0 0 0,-1 0 0 0 0,0 0 1 0 0,0 0-1 0 0,0 1 0 0 0,0-1 0 0 0,0 0 0 0 0,0 1 0 0 0,0 0 0 0 0,0-1 0 0 0,-1 1 0 0 0,1 0 0 0 0,-1 0 0 0 0,1 0 0 0 0,-1 0 0 0 0,0 0 0 0 0,0 0 0 0 0,2 4 1 0 0,0 0 100 0 0,-1 0 1 0 0,0 0 0 0 0,0 0 0 0 0,0 1 0 0 0,-1-1-1 0 0,0 0 1 0 0,0 1 0 0 0,0-1 0 0 0,-1 1 0 0 0,-1 12 0 0 0,-2-5-6 0 0,0 1 0 0 0,0-1 0 0 0,-2 0-1 0 0,0 0 1 0 0,0 0 0 0 0,-1-1 0 0 0,-1 1 0 0 0,0-1 0 0 0,-1-1 0 0 0,0 0 0 0 0,-1 0 0 0 0,-19 19 0 0 0,-23 24 1107 0 0,49-54-911 0 0,4-3-259 0 0,94-92 119 0 0,-33 35-176 0 0,152-171-7 0 0,-172 172 109 0 0,-41 56-84 0 0,-4 3-13 0 0,-4 3-12 0 0,1 0-1 0 0,0 0 1 0 0,1 1 0 0 0,-1 0 0 0 0,1 0 0 0 0,0 0 0 0 0,0 0 0 0 0,0 1 0 0 0,1-1 0 0 0,0 1 0 0 0,-4 9 0 0 0,-1 3 8 0 0,1 1 0 0 0,-7 31 0 0 0,13-42 3 0 0,-1-1-1 0 0,1 0 1 0 0,1 0 0 0 0,-1 1-1 0 0,2-1 1 0 0,-1 1 0 0 0,1-1-1 0 0,0 0 1 0 0,0 1 0 0 0,0-1-1 0 0,1 0 1 0 0,4 10 0 0 0,-1-8-78 0 0,-1 0 1 0 0,1-1 0 0 0,0 1-1 0 0,1-1 1 0 0,0 0-1 0 0,0-1 1 0 0,1 0 0 0 0,11 10-1 0 0,-4-6-636 0 0,-1-1-1 0 0,2 0 0 0 0,-1-1 0 0 0,22 10 0 0 0,-16-11-2172 0 0,-1 0-1 0 0,41 9 0 0 0,-38-13-2801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11 113 1860 0 0,'4'-8'2131'0'0,"-1"0"-1"0"0,0 1 1 0 0,4-13 0 0 0,-6 14-1469 0 0,1 1 0 0 0,0-1 0 0 0,0 0 0 0 0,1 1 0 0 0,0-1 0 0 0,0 1 0 0 0,4-6 0 0 0,-5 9-618 0 0,-1 0-1 0 0,1 1 0 0 0,0-1 1 0 0,-1 1-1 0 0,1-1 0 0 0,0 1 1 0 0,0 0-1 0 0,0 0 0 0 0,0 0 1 0 0,0 0-1 0 0,0 0 0 0 0,0 0 0 0 0,1 0 1 0 0,-1 1-1 0 0,0-1 0 0 0,0 1 1 0 0,1 0-1 0 0,-1 0 0 0 0,0 0 1 0 0,0 0-1 0 0,1 0 0 0 0,-1 0 1 0 0,0 0-1 0 0,0 1 0 0 0,1-1 0 0 0,-1 1 1 0 0,0-1-1 0 0,4 3 0 0 0,-3-2 20 0 0,-1 1-1 0 0,1-1 0 0 0,-1 1 0 0 0,0-1 0 0 0,1 1 0 0 0,-1 0 0 0 0,0 0 1 0 0,0 0-1 0 0,0 0 0 0 0,0 0 0 0 0,0 1 0 0 0,-1-1 0 0 0,1 0 1 0 0,-1 1-1 0 0,1 0 0 0 0,-1-1 0 0 0,0 1 0 0 0,0 0 0 0 0,0-1 1 0 0,-1 1-1 0 0,1 0 0 0 0,0 4 0 0 0,-1-1 190 0 0,-1 1 0 0 0,1 0 1 0 0,-1-1-1 0 0,0 1 0 0 0,-1 0 0 0 0,0-1 0 0 0,0 1 0 0 0,0-1 1 0 0,-1 0-1 0 0,0 0 0 0 0,-6 9 0 0 0,-6 9 746 0 0,-28 31 0 0 0,14-20-316 0 0,-11 19 91 0 0,39-53-731 0 0,2 0-53 0 0,-1 0-1 0 0,0 1 1 0 0,1-1 0 0 0,-1 0 0 0 0,1 0 0 0 0,-1 0 0 0 0,1 0 0 0 0,-1 0 0 0 0,1 0 0 0 0,0 0 0 0 0,-1 0 0 0 0,1 0 0 0 0,0-1-1 0 0,0 1 1 0 0,0 0 0 0 0,0 0 0 0 0,0 0 0 0 0,0-1 0 0 0,0 1 0 0 0,0-1 0 0 0,0 1 0 0 0,0-1 0 0 0,0 1 0 0 0,0-1 0 0 0,0 0-1 0 0,0 1 1 0 0,1-1 0 0 0,-1 0 0 0 0,0 0 0 0 0,0 0 0 0 0,0 0 0 0 0,2 0 0 0 0,46 1-1855 0 0,-41-2 1377 0 0,32-1-5550 0 0,61-11 0 0 0,-56 4-1642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80 864 0 0,'28'-33'12235'0'0,"-5"7"-6995"0"0,-21 24-5216 0 0,0 1-1 0 0,0 0 1 0 0,0-1-1 0 0,0 1 1 0 0,0 0-1 0 0,0 0 1 0 0,1 1 0 0 0,-1-1-1 0 0,0 0 1 0 0,0 1-1 0 0,0 0 1 0 0,1-1-1 0 0,3 1 1 0 0,8-1-826 0 0,20-1-2129 0 0,-1-1-3395 0 0,-16 1 120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2968 0 0,'11'-3'1842'0'0,"24"-4"10577"0"0,-28 5-12541 0 0,-4 2 404 0 0,25-2-1003 0 0,14-1-7279 0 0,-27 1 1736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31 564 0 0,'11'-2'5441'0'0,"5"-5"-1869"0"0,-4 2-1348 0 0,-1 2-780 0 0,-3-2-232 0 0,6 1-1156 0 0,-4-1-2308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1660 0 0,'3'-1'2064'0'0,"0"-1"-1663"0"0,1 0 1 0 0,0 1-1 0 0,0 0 1 0 0,0-1 0 0 0,0 2-1 0 0,0-1 1 0 0,0 0-1 0 0,0 1 1 0 0,1 0 0 0 0,-1 0-1 0 0,0 0 1 0 0,0 0-1 0 0,0 1 1 0 0,0-1-1 0 0,7 3 1 0 0,-4-1-108 0 0,0 1 1 0 0,-1 0-1 0 0,1 0 0 0 0,0 1 0 0 0,-1 0 1 0 0,0 0-1 0 0,0 1 0 0 0,7 6 0 0 0,-3-2 4 0 0,-2 0 0 0 0,1 0 0 0 0,-1 1 0 0 0,-1 1-1 0 0,0-1 1 0 0,0 1 0 0 0,-1 0 0 0 0,0 0 0 0 0,-1 1 0 0 0,5 15-1 0 0,-8-17-126 0 0,-1-1 0 0 0,0 1-1 0 0,-1 0 1 0 0,0-1-1 0 0,0 1 1 0 0,-1-1-1 0 0,0 1 1 0 0,-1-1 0 0 0,0 1-1 0 0,0-1 1 0 0,-1 0-1 0 0,0 0 1 0 0,-1 0-1 0 0,0 0 1 0 0,0 0-1 0 0,-1-1 1 0 0,0 0 0 0 0,0 0-1 0 0,-1 0 1 0 0,0-1-1 0 0,-1 0 1 0 0,0 0-1 0 0,0 0 1 0 0,0-1-1 0 0,-1 0 1 0 0,-10 7 0 0 0,-38 26 1385 0 0,54-38-1167 0 0,27-19-140 0 0,30-16-214 0 0,-2-2-1 0 0,-1-3 0 0 0,-2-1 1 0 0,-2-3-1 0 0,83-96 0 0 0,-101 105-140 0 0,-29 32 118 0 0,-5 4-19 0 0,1 0 0 0 0,0 0-1 0 0,0 0 1 0 0,0 0-1 0 0,0 1 1 0 0,0-1-1 0 0,0 1 1 0 0,0 0 0 0 0,1-1-1 0 0,0 1 1 0 0,-3 4-1 0 0,1-2-11 0 0,-8 9 23 0 0,1 1 0 0 0,1 0 1 0 0,0 1-1 0 0,-10 24 0 0 0,15-30 2 0 0,1 0-1 0 0,0 0 1 0 0,1 1 0 0 0,0 0-1 0 0,1-1 1 0 0,0 1-1 0 0,1 0 1 0 0,0 20-1 0 0,2-25-146 0 0,0 1 0 0 0,0-1 0 0 0,1 0 1 0 0,-1 0-1 0 0,2 0 0 0 0,-1 0 0 0 0,1 0 0 0 0,-1 0 0 0 0,2-1 0 0 0,-1 1 0 0 0,1-1 1 0 0,-1 0-1 0 0,1 0 0 0 0,1 0 0 0 0,-1 0 0 0 0,1-1 0 0 0,0 0 0 0 0,0 0 0 0 0,5 4 1 0 0,2-1-1448 0 0,0 0 0 0 0,1 0 0 0 0,0-1 1 0 0,0-1-1 0 0,0 0 0 0 0,1 0 0 0 0,21 3 1 0 0,-13-5-3438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1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2356 0 0,'84'-44'10570'0'0,"-82"42"-10290"0"0,1 2-51 0 0,-3 0-200 0 0,1 0 1 0 0,0 0 0 0 0,0 0 0 0 0,0 0 0 0 0,0 0-1 0 0,0 0 1 0 0,-1 0 0 0 0,1 0 0 0 0,0 0 0 0 0,0 1-1 0 0,0-1 1 0 0,-1 0 0 0 0,1 0 0 0 0,0 1 0 0 0,0-1-1 0 0,0 1 1 0 0,-1-1 0 0 0,1 1 0 0 0,0-1-1 0 0,-1 1 1 0 0,1-1 0 0 0,-1 1 0 0 0,1-1 0 0 0,0 1-1 0 0,-1 0 1 0 0,1-1 0 0 0,-1 1 0 0 0,1 0 0 0 0,-1 0-1 0 0,0-1 1 0 0,1 1 0 0 0,-1 0 0 0 0,0 0 0 0 0,0 0-1 0 0,1 0 1 0 0,-1-1 0 0 0,0 1 0 0 0,0 0 0 0 0,0 0-1 0 0,0 0 1 0 0,0 1 0 0 0,0 16 640 0 0,-1 0-1 0 0,0 0 1 0 0,-1-1-1 0 0,-8 30 1 0 0,-1 2 5160 0 0,13-66-4846 0 0,7 1-873 0 0,1 1 1 0 0,1 1-1 0 0,0 0 1 0 0,1 0 0 0 0,19-16-1 0 0,-6 8-82 0 0,1 1 1 0 0,30-18-1 0 0,-54 38-38 0 0,1-1 0 0 0,-1 1-1 0 0,1-1 1 0 0,-1 1 0 0 0,1 0 0 0 0,0 0 0 0 0,0 1 0 0 0,0-1-1 0 0,0 0 1 0 0,-1 1 0 0 0,1 0 0 0 0,0-1 0 0 0,0 1 0 0 0,0 1-1 0 0,0-1 1 0 0,0 0 0 0 0,0 1 0 0 0,0-1 0 0 0,0 1 0 0 0,-1 0-1 0 0,1 0 1 0 0,3 1 0 0 0,-2 1-5 0 0,1-1-1 0 0,-1 1 1 0 0,1 0 0 0 0,-1 1 0 0 0,0-1-1 0 0,0 1 1 0 0,-1 0 0 0 0,1 0 0 0 0,-1 0-1 0 0,0 0 1 0 0,5 9 0 0 0,-4-6-53 0 0,0 1 0 0 0,-1 1 0 0 0,0-1 0 0 0,-1 0 0 0 0,1 1 0 0 0,-2-1 0 0 0,1 1 0 0 0,-1 0 0 0 0,0-1-1 0 0,-1 1 1 0 0,0 0 0 0 0,-2 12 0 0 0,-9 42-2649 0 0,-6-1-3741 0 0,10-36 2004 0 0,0 1-3868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3412 0 0,'29'-14'9840'0'0,"-3"2"-4439"0"0,-16 5-3602 0 0,-3 2-2281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5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57 2120 0 0,'0'-12'9854'0'0,"-1"10"-9247"0"0,1 1-1 0 0,0-1 0 0 0,0 0 0 0 0,0 1 0 0 0,0-1 1 0 0,0 1-1 0 0,0-1 0 0 0,0 0 0 0 0,0 1 1 0 0,1-1-1 0 0,-1 1 0 0 0,0-1 0 0 0,1 0 0 0 0,0 1 1 0 0,1-3-1 0 0,-2 3-629 0 0,1 1 1 0 0,-1-1-1 0 0,1 1 0 0 0,0-1 1 0 0,-1 1-1 0 0,1-1 0 0 0,0 1 1 0 0,-1 0-1 0 0,1-1 1 0 0,0 1-1 0 0,0 0 0 0 0,-1-1 1 0 0,1 1-1 0 0,0 0 1 0 0,0 0-1 0 0,1 0 0 0 0,170-6 139 0 0,-61 4-4557 0 0,-74 1-2862 0 0,-20 0 46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6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3092 0 0,'-34'19'4740'0'0,"17"-10"-1391"0"0,-30 21-1 0 0,45-29-2660 0 0,2 0-658 0 0,1-1-1 0 0,-1 1 0 0 0,0 0 0 0 0,0-1 0 0 0,1 1 0 0 0,-1-1 0 0 0,0 1 1 0 0,1-1-1 0 0,-1 1 0 0 0,0-1 0 0 0,1 1 0 0 0,-1-1 0 0 0,1 0 0 0 0,-1 1 1 0 0,1-1-1 0 0,-1 1 0 0 0,1-1 0 0 0,-1 0 0 0 0,1 1 0 0 0,-1-1 1 0 0,1 0-1 0 0,-1 0 0 0 0,1 0 0 0 0,0 1 0 0 0,216-2 370 0 0,-71-10-4382 0 0,-98 5-36 0 0,2-2-1920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43 64 0 0,'17'-21'9329'0'0,"-6"12"-6658"0"0,5-3 474 0 0,-15 18-3105 0 0,0 0 0 0 0,-1 0-1 0 0,0 0 1 0 0,0 0-1 0 0,0 0 1 0 0,-1 0 0 0 0,0 0-1 0 0,0 0 1 0 0,0 0 0 0 0,-3 6-1 0 0,-2 13 222 0 0,-86 352 1623 0 0,26-126-1562 0 0,55-195-298 0 0,-4 14-1548 0 0,1-28-7460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1920 0 0,'2'-22'3242'0'0,"-2"11"-1447"0"0,1 0 0 0 0,1 0 0 0 0,0 0 0 0 0,6-19 0 0 0,-8 29-1545 0 0,7-1 253 0 0,-6 2-485 0 0,-1 0 0 0 0,1 0-1 0 0,-1-1 1 0 0,1 1 0 0 0,-1 0 0 0 0,1 0 0 0 0,-1 0 0 0 0,0 0 0 0 0,1 0 0 0 0,-1 0 0 0 0,1 0 0 0 0,-1 0 0 0 0,1 0 0 0 0,-1 0 0 0 0,1 0 0 0 0,-1 0-1 0 0,1 1 1 0 0,-1-1 0 0 0,0 0 0 0 0,1 0 0 0 0,-1 0 0 0 0,1 0 0 0 0,-1 1 0 0 0,0-1 0 0 0,1 0 0 0 0,-1 1 0 0 0,0-1 0 0 0,1 0 0 0 0,-1 0 0 0 0,0 1-1 0 0,1 0 1 0 0,6 5 244 0 0,0 0 0 0 0,0 1-1 0 0,-1 0 1 0 0,0 1-1 0 0,-1-1 1 0 0,1 1-1 0 0,-1 0 1 0 0,-1 1 0 0 0,6 11-1 0 0,27 88 1536 0 0,-33-93-1596 0 0,16 61 646 0 0,9 84 0 0 0,12 54-373 0 0,-32-184-591 0 0,19 44 0 0 0,-8-34-3614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82 1132 0 0,'-101'-35'16647'0'0,"77"27"-14799"0"0,22 7-1592 0 0,-6-3 193 0 0,8 3-440 0 0,0 1 1 0 0,0 0-1 0 0,0-1 0 0 0,1 1 0 0 0,-1 0 0 0 0,0 0 0 0 0,0-1 0 0 0,0 1 0 0 0,0 0 1 0 0,1-1-1 0 0,-1 1 0 0 0,0 0 0 0 0,0 0 0 0 0,0-1 0 0 0,1 1 0 0 0,-1 0 0 0 0,0 0 1 0 0,1-1-1 0 0,-1 1 0 0 0,0 0 0 0 0,0 0 0 0 0,1 0 0 0 0,-1 0 0 0 0,0 0 1 0 0,1-1-1 0 0,-1 1 0 0 0,0 0 0 0 0,1 0 0 0 0,-1 0 0 0 0,0 0 0 0 0,1 0 0 0 0,-1 0 1 0 0,0 0-1 0 0,1 0 0 0 0,-1 0 0 0 0,1 0 0 0 0,-1 1 0 0 0,165-17-318 0 0,-51 10-5430 0 0,-71 4 844 0 0,-9-1-2437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5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38 720 0 0,'-1'-2'2920'0'0,"-4"-33"9457"0"0,5 35-12317 0 0,13 9 1462 0 0,19 20-1199 0 0,-26-23 193 0 0,167 167 1120 0 0,-70-67-1569 0 0,-101-104-220 0 0,42 38-2738 0 0,-11-19-4956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1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89 996 0 0,'-8'-21'3898'0'0,"3"7"-253"0"0,0 0 0 0 0,-15-23 0 0 0,19 35-3138 0 0,-2 2-388 0 0,1 1 0 0 0,-1-1 0 0 0,0 1 0 0 0,0 0 0 0 0,0 0 0 0 0,1 0-1 0 0,-1 0 1 0 0,0 1 0 0 0,1-1 0 0 0,-1 1 0 0 0,1-1 0 0 0,0 1 0 0 0,-1 0 0 0 0,-3 4 0 0 0,-29 36 782 0 0,25-30-681 0 0,-65 92 663 0 0,-91 162-1 0 0,157-249-845 0 0,-7 9-31 0 0,-15 27-15 0 0,-39 89 0 0 0,65-128-1136 0 0,1-1 0 0 0,-4 22 0 0 0,11-21-1605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36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29 388 0 0,'0'0'3097'0'0,"5"-24"4717"0"0,-9 19-5916 0 0,4 5-1882 0 0,0 0 0 0 0,0 1 0 0 0,0-1 0 0 0,0 0 0 0 0,0 0 0 0 0,0 1 0 0 0,0-1 0 0 0,0 0 1 0 0,0 0-1 0 0,0 1 0 0 0,0-1 0 0 0,0 0 0 0 0,0 0 0 0 0,0 1 0 0 0,0-1 0 0 0,0 0 0 0 0,0 0 0 0 0,0 1 1 0 0,0-1-1 0 0,0 0 0 0 0,1 0 0 0 0,-1 0 0 0 0,0 1 0 0 0,0-1 0 0 0,0 0 0 0 0,0 0 0 0 0,0 0 1 0 0,1 1-1 0 0,-1-1 0 0 0,0 0 0 0 0,0 0 0 0 0,0 0 0 0 0,1 0 0 0 0,-1 0 0 0 0,0 1 0 0 0,0-1 0 0 0,0 0 1 0 0,1 0-1 0 0,81 83 1070 0 0,156 148-454 0 0,-189-184-552 0 0,-30-29-23 0 0,0 0 0 0 0,1-1 0 0 0,21 14 0 0 0,-24-15 1542 0 0,-8-6-1096 0 0,-8-10-190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3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42 1156 0 0,'0'0'11570'0'0,"-3"-9"-10571"0"0,-4 7-938 0 0,1 0 0 0 0,0 0-1 0 0,-1 1 1 0 0,1 0 0 0 0,-1 0 0 0 0,0 1-1 0 0,1 0 1 0 0,-1 0 0 0 0,1 0-1 0 0,-1 1 1 0 0,0 0 0 0 0,-9 3 0 0 0,14-4-67 0 0,-15 7 12 0 0,-15 12-5 0 0,23-13-4 0 0,3-2-3 0 0,0 0 1 0 0,0 0-1 0 0,0 1 1 0 0,1 0-1 0 0,-8 10 0 0 0,1-4 21 0 0,1 1 0 0 0,0 1 0 0 0,1 0-1 0 0,0 1 1 0 0,1-1 0 0 0,0 2-1 0 0,1-1 1 0 0,1 1 0 0 0,-6 17 0 0 0,4-8 14 0 0,2 1 1 0 0,0 0 0 0 0,1 1-1 0 0,2-1 1 0 0,0 1-1 0 0,2 0 1 0 0,1 0 0 0 0,1 0-1 0 0,1 0 1 0 0,1 0-1 0 0,7 30 1 0 0,-4-34 42 0 0,1 0-1 0 0,1-1 0 0 0,0 0 1 0 0,2 0-1 0 0,0-1 1 0 0,18 28-1 0 0,-20-36-43 0 0,2-1 0 0 0,-1 0 0 0 0,1-1 0 0 0,0 0 0 0 0,1 0 0 0 0,1-1 0 0 0,-1-1 0 0 0,1 1 0 0 0,1-2 0 0 0,-1 0 0 0 0,23 11-1 0 0,-6-6-16 0 0,0-2-1 0 0,1-1 1 0 0,-1 0-1 0 0,2-3 1 0 0,-1 0-1 0 0,33 1 1 0 0,-41-5 188 0 0,-1-2 1 0 0,1-1-1 0 0,-1 0 1 0 0,1-1-1 0 0,-1-2 1 0 0,0 0-1 0 0,0-1 0 0 0,0-1 1 0 0,0 0-1 0 0,-1-2 1 0 0,24-13-1 0 0,-29 12-68 0 0,0-1 0 0 0,-1 0 0 0 0,0-1 0 0 0,-1-1 0 0 0,0 0 0 0 0,0-1 0 0 0,-1 0 0 0 0,-1 0 0 0 0,14-24 0 0 0,-9 8-49 0 0,-1 0-1 0 0,0-1 1 0 0,-3 0-1 0 0,10-36 1 0 0,-17 47-16 0 0,0-1 1 0 0,-1 0 0 0 0,-1-1-1 0 0,-1 1 1 0 0,-1 0 0 0 0,-1 0-1 0 0,-4-29 1 0 0,0 21-32 0 0,-1 0-1 0 0,-1 0 1 0 0,-2 1-1 0 0,-20-44 1 0 0,24 61-32 0 0,-1 0 0 0 0,0 0 0 0 0,0 1 0 0 0,-1 0 0 0 0,0 0 0 0 0,0 1 0 0 0,-1 0 0 0 0,0 0 0 0 0,-12-8 0 0 0,6 6-73 0 0,0 1 1 0 0,-1 1-1 0 0,0 0 0 0 0,0 1 1 0 0,-25-8-1 0 0,-1 4-1015 0 0,-1 2 1 0 0,1 2-1 0 0,-1 2 0 0 0,-46-1 1 0 0,0 5-5275 0 0,40 2 225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64 84 0 0,'17'-49'12080'0'0,"-14"43"-10717"0"0,3-2 1634 0 0,-5 16-2682 0 0,-3 37 182 0 0,-1-1 1 0 0,-10 44-1 0 0,-25 89-198 0 0,31-150-233 0 0,-21 91-169 0 0,-11 48 21 0 0,16-56-10222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4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1740 0 0,'1'-4'673'0'0,"0"-8"1153"0"0,2-1-1 0 0,0 1 1 0 0,0 0 0 0 0,10-21-1 0 0,-11 30-1615 0 0,-1-1-1 0 0,2 1 1 0 0,-1 0 0 0 0,0 0-1 0 0,1 0 1 0 0,-1 0-1 0 0,1 1 1 0 0,0-1-1 0 0,0 1 1 0 0,0-1 0 0 0,0 1-1 0 0,0 0 1 0 0,0 0-1 0 0,1 1 1 0 0,-1-1-1 0 0,1 1 1 0 0,-1-1-1 0 0,1 1 1 0 0,0 0 0 0 0,4 0-1 0 0,1 0 16 0 0,1 0 1 0 0,-1 1-1 0 0,1 0 0 0 0,-1 1 0 0 0,1 0 1 0 0,-1 0-1 0 0,1 1 0 0 0,-1 0 0 0 0,0 1 1 0 0,0 0-1 0 0,0 0 0 0 0,0 1 0 0 0,-1 0 0 0 0,1 1 1 0 0,-1 0-1 0 0,0 0 0 0 0,11 10 0 0 0,-6-4-9 0 0,0 1 0 0 0,0 1 0 0 0,-1 0-1 0 0,-1 1 1 0 0,0 0 0 0 0,-1 0 0 0 0,-1 1-1 0 0,12 25 1 0 0,-9-11 82 0 0,-1 1 0 0 0,-2 1-1 0 0,-1-1 1 0 0,-2 1 0 0 0,5 56 0 0 0,-6 62 92 0 0,-6-51-4594 0 0,0 3-6582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87 109 2496 0 0,'-24'-10'4055'0'0,"14"6"-2306"0"0,-1-1-1 0 0,1 1 1 0 0,0-2-1 0 0,-10-7 0 0 0,19 13-1479 0 0,10-10 306 0 0,8 2-475 0 0,0 2 0 0 0,1 0-1 0 0,-1 1 1 0 0,28-4 0 0 0,78-6-1540 0 0,-41 10-2107 0 0,-52 4 194 0 0,10 0-2539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54 281 720 0 0,'-16'2'8591'0'0,"3"0"-7109"0"0,10-1-299 0 0,-19 6 3246 0 0,29-5-4198 0 0,0-1 1 0 0,1 0 0 0 0,-1 0-1 0 0,0-1 1 0 0,0 0 0 0 0,11-1-1 0 0,48-7 45 0 0,-53 6-176 0 0,60-7 96 0 0,-40 6-539 0 0,0-1-1 0 0,-1-2 1 0 0,1-1 0 0 0,38-15 0 0 0,-68 21 255 0 0,-1 0 1 0 0,1 0 0 0 0,-1 0 0 0 0,1-1 0 0 0,-1 1-1 0 0,0-1 1 0 0,1 0 0 0 0,-1 1 0 0 0,0-1 0 0 0,0 0-1 0 0,0 0 1 0 0,-1-1 0 0 0,1 1 0 0 0,0 0 0 0 0,-1 0 0 0 0,1-1-1 0 0,-1 1 1 0 0,0-1 0 0 0,0 1 0 0 0,0-1 0 0 0,0 0-1 0 0,0 1 1 0 0,-1-1 0 0 0,1 0 0 0 0,-1 0 0 0 0,0 0 0 0 0,0 1-1 0 0,0-1 1 0 0,0 0 0 0 0,0 0 0 0 0,0 1 0 0 0,-1-1-1 0 0,0 0 1 0 0,1 0 0 0 0,-1 1 0 0 0,0-1 0 0 0,0 1-1 0 0,0-1 1 0 0,-1 1 0 0 0,1-1 0 0 0,-1 1 0 0 0,-1-3 0 0 0,-91-119 3558 0 0,93 122-3302 0 0,3-1 133 0 0,-2 3-291 0 0,0 0-1 0 0,0 0 1 0 0,0 0-1 0 0,0-1 1 0 0,0 1 0 0 0,0 0-1 0 0,0 0 1 0 0,0 0-1 0 0,0-1 1 0 0,0 1 0 0 0,0 0-1 0 0,0 0 1 0 0,0 0-1 0 0,0 0 1 0 0,0-1 0 0 0,0 1-1 0 0,0 0 1 0 0,0 0-1 0 0,0 0 1 0 0,1-1 0 0 0,-1 1-1 0 0,0 0 1 0 0,0 0-1 0 0,0 0 1 0 0,0 0 0 0 0,0 0-1 0 0,1 0 1 0 0,-1-1 0 0 0,0 1-1 0 0,0 0 1 0 0,0 0-1 0 0,1 0 1 0 0,-1 0 0 0 0,0 0-1 0 0,0 0 1 0 0,0 0-1 0 0,0 0 1 0 0,1 0 0 0 0,-1 0-1 0 0,0 0 1 0 0,0 0-1 0 0,1 0 1 0 0,3 0 40 0 0,0 0 0 0 0,-1 1 0 0 0,1-1 0 0 0,0 1 0 0 0,0 0 0 0 0,-1 0 0 0 0,1 1 0 0 0,0-1 0 0 0,-1 1 0 0 0,1 0 0 0 0,-1-1 0 0 0,0 1 0 0 0,4 4 0 0 0,-1-1-1 0 0,-1 0-1 0 0,1 0 1 0 0,-1 1-1 0 0,0-1 1 0 0,-1 1-1 0 0,7 11 1 0 0,-5-6-10 0 0,-1-1 0 0 0,0 1 0 0 0,-1 1 1 0 0,0-1-1 0 0,0 1 0 0 0,-1 0 0 0 0,-1-1 1 0 0,2 22-1 0 0,-4-18-138 0 0,-1 1 0 0 0,0-1 0 0 0,-1 1 0 0 0,-7 25-1 0 0,-6 9-2032 0 0,-3 0-3535 0 0,16-45 4747 0 0,-10 25-6424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5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359 108 744 0 0,'0'-8'1422'0'0,"0"-1"0"0"0,-1 1 0 0 0,0-1 0 0 0,0 1 0 0 0,-1-1 0 0 0,0 1 0 0 0,-1 0 0 0 0,1 0 0 0 0,-8-14 0 0 0,9 21-1378 0 0,0 0 0 0 0,1 0 0 0 0,-1 0 0 0 0,0 1 0 0 0,0-1 0 0 0,0 0 0 0 0,1 1 0 0 0,-1-1 0 0 0,0 1 0 0 0,0-1 0 0 0,0 1 0 0 0,0-1 0 0 0,0 1 0 0 0,0 0 0 0 0,0-1 0 0 0,0 1-1 0 0,0 0 1 0 0,0 0 0 0 0,0 0 0 0 0,0 0 0 0 0,0 0 0 0 0,0 0 0 0 0,0 0 0 0 0,0 0 0 0 0,0 0 0 0 0,0 0 0 0 0,0 1 0 0 0,0-1 0 0 0,0 0 0 0 0,0 1 0 0 0,0-1 0 0 0,0 0 0 0 0,0 1 0 0 0,0-1 0 0 0,0 1 0 0 0,1 0 0 0 0,-2 0 0 0 0,-3 3 36 0 0,0-1 1 0 0,0 1-1 0 0,0 0 0 0 0,-6 7 1 0 0,-14 19 204 0 0,1 1 1 0 0,1 2-1 0 0,-31 59 0 0 0,-35 113 72 0 0,76-170-302 0 0,1 0-1 0 0,3 0 1 0 0,-7 41 0 0 0,14-62-78 0 0,1 1 1 0 0,0 0-1 0 0,1 0 1 0 0,0-1-1 0 0,2 1 0 0 0,-1 0 1 0 0,2-1-1 0 0,0 1 1 0 0,0-1-1 0 0,9 21 1 0 0,-9-29-159 0 0,0 0 0 0 0,0 0 0 0 0,1-1 0 0 0,0 1 0 0 0,0-1 0 0 0,0 1 0 0 0,0-2 0 0 0,1 1 0 0 0,0 0 0 0 0,0-1 0 0 0,0 0 0 0 0,1 0 0 0 0,-1 0 0 0 0,1-1 0 0 0,0 0 0 0 0,0 0 0 0 0,0 0 0 0 0,1-1 0 0 0,-1 0 0 0 0,8 2 0 0 0,-2-2-621 0 0,1 0 1 0 0,0-1-1 0 0,0 0 0 0 0,0-1 1 0 0,0-1-1 0 0,0 0 1 0 0,0 0-1 0 0,0-1 0 0 0,18-6 1 0 0,8-3-3484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95 157 288 0 0,'4'-12'1840'0'0,"-1"-1"-1"0"0,0 0 1 0 0,-1 0-1 0 0,-1 0 1 0 0,0 0-1 0 0,-1-23 1 0 0,0 17-218 0 0,-14 23-857 0 0,8-1-610 0 0,1 1-1 0 0,0 0 1 0 0,0 1-1 0 0,1-1 1 0 0,-1 1 0 0 0,1 0-1 0 0,0 0 1 0 0,1 0-1 0 0,-1 1 1 0 0,1-1-1 0 0,-3 8 1 0 0,-1-1-66 0 0,1 0 1 0 0,1 1-1 0 0,0 0 0 0 0,1 0 0 0 0,0 0 1 0 0,1 0-1 0 0,1 1 0 0 0,-2 26 1 0 0,4-35-79 0 0,0 0 1 0 0,0 0 0 0 0,1 0 0 0 0,-1 0-1 0 0,1-1 1 0 0,0 1 0 0 0,1 0 0 0 0,-1-1 0 0 0,1 1-1 0 0,0 0 1 0 0,0-1 0 0 0,1 0 0 0 0,-1 0-1 0 0,1 1 1 0 0,0-2 0 0 0,0 1 0 0 0,0 0-1 0 0,1 0 1 0 0,-1-1 0 0 0,1 0 0 0 0,0 0-1 0 0,0 0 1 0 0,0 0 0 0 0,0-1 0 0 0,0 1-1 0 0,1-1 1 0 0,-1 0 0 0 0,6 1 0 0 0,-2 0 10 0 0,0-1 1 0 0,0 0-1 0 0,0-1 1 0 0,1 0-1 0 0,-1 0 1 0 0,1-1-1 0 0,-1 0 0 0 0,1 0 1 0 0,-1-1-1 0 0,0 0 1 0 0,1 0-1 0 0,-1-1 1 0 0,0-1-1 0 0,0 1 1 0 0,0-1-1 0 0,0 0 1 0 0,-1-1-1 0 0,1 0 1 0 0,-1 0-1 0 0,0 0 1 0 0,0-1-1 0 0,0-1 1 0 0,-1 1-1 0 0,1-1 1 0 0,-1 0-1 0 0,-1 0 0 0 0,1 0 1 0 0,-1-1-1 0 0,0 0 1 0 0,-1 0-1 0 0,0 0 1 0 0,0-1-1 0 0,0 0 1 0 0,-1 1-1 0 0,0-1 1 0 0,-1 0-1 0 0,1-1 1 0 0,-2 1-1 0 0,1 0 1 0 0,-1 0-1 0 0,0-1 1 0 0,-1 1-1 0 0,0-1 1 0 0,0 1-1 0 0,-1-1 1 0 0,0 1-1 0 0,-4-12 0 0 0,3 13 0 0 0,0 1 0 0 0,-1 0 0 0 0,0 0 0 0 0,-1 0 0 0 0,1 0 0 0 0,-1 1 0 0 0,0-1 0 0 0,-1 1 0 0 0,1 0-1 0 0,-1 0 1 0 0,0 1 0 0 0,0-1 0 0 0,-1 1 0 0 0,1 0 0 0 0,-1 0 0 0 0,-6-2 0 0 0,5 2-29 0 0,-1 0 1 0 0,0 1-1 0 0,0 0 1 0 0,-1 0-1 0 0,1 1 1 0 0,0 0-1 0 0,-1 1 1 0 0,0 0-1 0 0,1 0 1 0 0,-1 1-1 0 0,-15 1 0 0 0,21-1-138 0 0,0 1-1 0 0,0-1 1 0 0,0 1-1 0 0,0 0 0 0 0,0 1 1 0 0,0-1-1 0 0,0 0 1 0 0,0 1-1 0 0,0 0 1 0 0,0-1-1 0 0,1 1 0 0 0,-1 0 1 0 0,1 0-1 0 0,0 1 1 0 0,-3 2-1 0 0,4-4-171 0 0,0 1-1 0 0,0-1 1 0 0,0 0-1 0 0,0 1 1 0 0,0-1 0 0 0,1 0-1 0 0,-1 1 1 0 0,1-1 0 0 0,-1 1-1 0 0,1-1 1 0 0,-1 1 0 0 0,1-1-1 0 0,0 1 1 0 0,0-1-1 0 0,0 1 1 0 0,0 0 0 0 0,0-1-1 0 0,0 1 1 0 0,0-1 0 0 0,0 1-1 0 0,1-1 1 0 0,-1 1 0 0 0,0-1-1 0 0,1 1 1 0 0,-1-1 0 0 0,1 1-1 0 0,0-1 1 0 0,0 0-1 0 0,-1 1 1 0 0,1-1 0 0 0,1 2-1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213 590 2428 0 0,'14'-3'14050'0'0,"-1"5"-13715"0"0,1 0-132 0 0,0-1 0 0 0,-1 0 0 0 0,23-2 0 0 0,-33 1-190 0 0,0 0 0 0 0,0-1 0 0 0,0 1 1 0 0,-1-1-1 0 0,1 1 0 0 0,0-1 0 0 0,-1 0 1 0 0,1 0-1 0 0,0 0 0 0 0,-1-1 0 0 0,0 1 1 0 0,1-1-1 0 0,-1 1 0 0 0,0-1 0 0 0,1 0 0 0 0,-1 0 1 0 0,0 0-1 0 0,0 0 0 0 0,-1 0 0 0 0,1 0 1 0 0,0 0-1 0 0,-1-1 0 0 0,1 1 0 0 0,1-4 1 0 0,-2 1-6 0 0,0 0 1 0 0,0 0 0 0 0,0 0-1 0 0,0 0 1 0 0,-1 0-1 0 0,0-1 1 0 0,0 1 0 0 0,-1 0-1 0 0,1 0 1 0 0,-1 0 0 0 0,0 0-1 0 0,0 0 1 0 0,-1 0 0 0 0,0 1-1 0 0,1-1 1 0 0,-6-9-1 0 0,5 10-2 0 0,0 1-1 0 0,-1-1 0 0 0,1 0 1 0 0,-1 1-1 0 0,0-1 0 0 0,0 1 0 0 0,0 0 1 0 0,0 0-1 0 0,0 0 0 0 0,-1 0 1 0 0,1 1-1 0 0,-1-1 0 0 0,0 1 1 0 0,0 0-1 0 0,0 0 0 0 0,0 0 0 0 0,0 1 1 0 0,0 0-1 0 0,-6-2 0 0 0,4 3-5 0 0,1 0-1 0 0,-1 0 0 0 0,0 1 0 0 0,0-1 1 0 0,1 1-1 0 0,-1 1 0 0 0,0-1 1 0 0,1 1-1 0 0,-1 0 0 0 0,1 0 0 0 0,0 0 1 0 0,0 1-1 0 0,0 0 0 0 0,0 0 1 0 0,0 0-1 0 0,-5 6 0 0 0,-6 4-16 0 0,1 2 1 0 0,1 0-1 0 0,-13 17 1 0 0,12-13 34 0 0,1 0 0 0 0,0 1 0 0 0,2 0 0 0 0,0 1 0 0 0,2 1 0 0 0,0 0 0 0 0,2 0 0 0 0,0 1 0 0 0,1 0 0 0 0,-6 41 0 0 0,13-57-9 0 0,-1-1 1 0 0,1 0 0 0 0,0 1-1 0 0,1-1 1 0 0,0 0 0 0 0,0 1-1 0 0,0-1 1 0 0,0 0 0 0 0,1 0-1 0 0,0 0 1 0 0,1 0 0 0 0,-1 0-1 0 0,5 7 1 0 0,-4-9 0 0 0,-1 0-1 0 0,1-1 1 0 0,0 1 0 0 0,0-1 0 0 0,1 1-1 0 0,-1-1 1 0 0,1 0 0 0 0,0 0-1 0 0,0-1 1 0 0,0 1 0 0 0,0-1-1 0 0,0 0 1 0 0,0 0 0 0 0,0 0-1 0 0,1-1 1 0 0,-1 1 0 0 0,1-1-1 0 0,7 1 1 0 0,3-1-12 0 0,1 0 0 0 0,-1-1 0 0 0,0-1 0 0 0,1-1 0 0 0,-1 0 0 0 0,0-1 1 0 0,0-1-1 0 0,0 0 0 0 0,-1-1 0 0 0,1 0 0 0 0,23-13 0 0 0,-15 5-132 0 0,-1 0 1 0 0,-1-1-1 0 0,0-2 0 0 0,-1 0 1 0 0,0-1-1 0 0,20-23 0 0 0,-11 5-113 0 0,-2-1-1 0 0,-1-1 1 0 0,-2-1 0 0 0,-2-1-1 0 0,-1-1 1 0 0,15-43-1 0 0,-1-12 293 0 0,34-157 0 0 0,-52 148 1317 0 0,-16 102-1321 0 0,-3 5-28 0 0,1-1 0 0 0,0 0 0 0 0,-1 1 1 0 0,1-1-1 0 0,1 1 0 0 0,-1 0 0 0 0,0-1 0 0 0,1 1 0 0 0,-1 5 1 0 0,-2 4 15 0 0,-85 369 1919 0 0,-58 586 1 0 0,135-802-1600 0 0,20 323 0 0 0,-1-416-29 0 0,-8-70-280 0 0,1-3-61 0 0,0 1 12 0 0,1 0 0 0 0,-1-1 0 0 0,0 1 0 0 0,0-1-1 0 0,0 1 1 0 0,0-1 0 0 0,0 0 0 0 0,0 1 0 0 0,0-1 0 0 0,0 0-1 0 0,0 0 1 0 0,0 0 0 0 0,0 0 0 0 0,0 0 0 0 0,0 0 0 0 0,-1 0-1 0 0,1 0 1 0 0,1-2 0 0 0,13-28-230 0 0,-9 19 99 0 0,6-13 37 0 0,-1 0 0 0 0,-1 0 0 0 0,-2 0-1 0 0,0-1 1 0 0,-2-1 0 0 0,0 1-1 0 0,-2-1 1 0 0,-1 0 0 0 0,-2 0 0 0 0,-1-35-1 0 0,-1 40 109 0 0,-2 0-1 0 0,0 1 0 0 0,-2-1 0 0 0,0 1 0 0 0,-1 0 1 0 0,-1 0-1 0 0,-2 1 0 0 0,1 0 0 0 0,-2 1 1 0 0,-1 0-1 0 0,0 0 0 0 0,-1 1 0 0 0,-18-20 1 0 0,-12-5 14 0 0,-93-73 1 0 0,64 58-85 0 0,70 57 61 0 0,0 0 0 0 0,-1 0 0 0 0,1 0 0 0 0,0 0 0 0 0,0-1 0 0 0,0 1 0 0 0,0 0 0 0 0,0 0 0 0 0,0-1 0 0 0,0 1 0 0 0,0-1 0 0 0,0 1 0 0 0,1 0 0 0 0,-1-1 0 0 0,1 0-1 0 0,-1 1 1 0 0,1-1 0 0 0,-1 1 0 0 0,1-1 0 0 0,0 1 0 0 0,0-1 0 0 0,0-2 0 0 0,1 1-3 0 0,0 1-1 0 0,0 0 1 0 0,0-1 0 0 0,0 1-1 0 0,0 0 1 0 0,0 0-1 0 0,1 0 1 0 0,-1 0 0 0 0,1 0-1 0 0,0 0 1 0 0,0 1-1 0 0,-1-1 1 0 0,1 1 0 0 0,4-4-1 0 0,167-103-1387 0 0,-61 41 711 0 0,-24 10-514 0 0,153-129-1 0 0,-206 154 965 0 0,-2-2 0 0 0,-1 0 0 0 0,-2-3-1 0 0,-1 0 1 0 0,-2-2 0 0 0,37-69 0 0 0,-52 81 235 0 0,-1-1-1 0 0,-1 0 1 0 0,6-30 0 0 0,12-86 1415 0 0,-24 119-980 0 0,-50 418 2118 0 0,19 26-1022 0 0,8-102-882 0 0,10-186-520 0 0,-14 241 227 0 0,21-257-227 0 0,16 140-1 0 0,-11-222-49 0 0,2-1-1 0 0,1 1 1 0 0,2-1-1 0 0,15 40 1 0 0,-23-72-75 0 0,0 1 0 0 0,1 0 1 0 0,-1-1-1 0 0,0 1 0 0 0,1-1 1 0 0,-1 0-1 0 0,1 1 0 0 0,-1-1 1 0 0,1 1-1 0 0,-1-1 0 0 0,1 1 0 0 0,-1-1 1 0 0,1 0-1 0 0,-1 0 0 0 0,1 1 1 0 0,-1-1-1 0 0,1 0 0 0 0,-1 0 1 0 0,1 1-1 0 0,-1-1 0 0 0,1 0 1 0 0,0 0-1 0 0,-1 0 0 0 0,1 0 1 0 0,0 0-1 0 0,-1 0 0 0 0,1 0 1 0 0,-1 0-1 0 0,1 0 0 0 0,0 0 0 0 0,-1 0 1 0 0,1 0-1 0 0,-1-1 0 0 0,1 1 1 0 0,-1 0-1 0 0,1 0 0 0 0,0-1 1 0 0,-1 1-1 0 0,1 0 0 0 0,-1-1 1 0 0,1 1-1 0 0,-1 0 0 0 0,0-1 1 0 0,2 0-1 0 0,19-19 115 0 0,-14 9-123 0 0,0 0 0 0 0,0-1-1 0 0,-1 1 1 0 0,-1-1 0 0 0,0 0-1 0 0,6-25 1 0 0,-3 3-8 0 0,5-48 0 0 0,-9 49 12 0 0,-2 1-1 0 0,-1-1 0 0 0,-2 1 0 0 0,-1-1 1 0 0,-2 1-1 0 0,-1-1 0 0 0,-1 1 0 0 0,-2 1 1 0 0,-1-1-1 0 0,-1 1 0 0 0,-2 1 0 0 0,-1 0 0 0 0,-2 1 1 0 0,0 0-1 0 0,-2 1 0 0 0,-1 1 0 0 0,-2 1 1 0 0,0 1-1 0 0,-28-27 0 0 0,-27-18-74 0 0,-167-118-1 0 0,220 172-124 0 0,-35-31-1 0 0,56 46 180 0 0,1 0-1 0 0,0 1 1 0 0,-1-1-1 0 0,1 0 1 0 0,0 0-1 0 0,-1 1 1 0 0,1-1 0 0 0,0 0-1 0 0,0 0 1 0 0,0 1-1 0 0,0-1 1 0 0,0 0 0 0 0,0 0-1 0 0,0 1 1 0 0,0-1-1 0 0,0 0 1 0 0,0 0-1 0 0,0 1 1 0 0,0-1 0 0 0,0 0-1 0 0,1 0 1 0 0,-1 1-1 0 0,0-1 1 0 0,1 0-1 0 0,-1 1 1 0 0,0-1 0 0 0,1 0-1 0 0,-1 1 1 0 0,1-1-1 0 0,-1 0 1 0 0,1 1-1 0 0,-1-1 1 0 0,1 1 0 0 0,0-1-1 0 0,-1 1 1 0 0,2-1-1 0 0,22-17-811 0 0,22-6-1461 0 0,91-33 0 0 0,-82 36 978 0 0,-51 20 1211 0 0,229-98-8104 0 0,-188 76 4337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7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1428 0 0,'5'-9'1125'0'0,"0"1"-1"0"0,-1-1 0 0 0,1 0 1 0 0,-2 0-1 0 0,1 0 1 0 0,-1-1-1 0 0,-1 1 1 0 0,1-1-1 0 0,0-14 0 0 0,-2 9 1211 0 0,0-1-1 0 0,-3-31 0 0 0,2 46-2207 0 0,3 29 954 0 0,4 87 130 0 0,-6-64-959 0 0,12 70 0 0 0,-9-99-173 0 0,1 0 1 0 0,11 29-1 0 0,-15-46-263 0 0,1 0 0 0 0,0 0 1 0 0,0 0-1 0 0,1-1 0 0 0,0 1 1 0 0,-1-1-1 0 0,2 1 0 0 0,-1-1 1 0 0,0 0-1 0 0,1 0 0 0 0,0-1 1 0 0,-1 1-1 0 0,1-1 0 0 0,1 0 0 0 0,-1 0 1 0 0,7 4-1 0 0,-8-7-337 0 0,0 1 0 0 0,1 0 0 0 0,-1-1 1 0 0,1 1-1 0 0,-1-1 0 0 0,1 0 0 0 0,-1 0 0 0 0,1 0 0 0 0,-1-1 0 0 0,1 1 0 0 0,-1-1 0 0 0,0 0 0 0 0,1 0 1 0 0,-1 0-1 0 0,0 0 0 0 0,0-1 0 0 0,1 1 0 0 0,-1-1 0 0 0,0 0 0 0 0,-1 0 0 0 0,5-3 0 0 0,10-8-5328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50 1724 0 0,'-7'-12'2400'0'0,"2"4"-479"0"0,-1-1 843 0 0,-3-3-1064 0 0,1 4-20 0 0,-6 11-1620 0 0,12 12-992 0 0,2-3-352 0 0,0 2-1892 0 0,4 4-1277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404 108 1984 0 0,'-1'-14'6413'0'0,"-1"9"-5913"0"0,0 0-1 0 0,0 0 1 0 0,-1 0 0 0 0,0 0 0 0 0,0 0 0 0 0,0 1 0 0 0,-1-1 0 0 0,1 1 0 0 0,-1 0-1 0 0,0 0 1 0 0,0 0 0 0 0,0 0 0 0 0,-1 1 0 0 0,1 0 0 0 0,-1 0 0 0 0,0 0-1 0 0,0 0 1 0 0,0 1 0 0 0,-7-3 0 0 0,6 3-374 0 0,-1-1 0 0 0,1 1 0 0 0,-1 1 0 0 0,0-1 1 0 0,0 1-1 0 0,0 0 0 0 0,1 1 0 0 0,-1-1 0 0 0,0 1 0 0 0,0 1 0 0 0,0-1 0 0 0,0 1 1 0 0,0 1-1 0 0,0-1 0 0 0,-10 5 0 0 0,2 2-88 0 0,0 1 0 0 0,1 1 1 0 0,0 0-1 0 0,0 1 0 0 0,1 1 0 0 0,1 0 1 0 0,0 0-1 0 0,0 2 0 0 0,2-1 0 0 0,0 1 1 0 0,0 1-1 0 0,1 0 0 0 0,1 0 0 0 0,0 1 1 0 0,-7 23-1 0 0,12-32-20 0 0,1 1 0 0 0,0 0-1 0 0,1 0 1 0 0,0 0 0 0 0,0 0 0 0 0,1-1 0 0 0,0 1 0 0 0,0 0-1 0 0,1 0 1 0 0,2 13 0 0 0,-2-17-24 0 0,1 1 0 0 0,-1 0 0 0 0,1 0 0 0 0,0-1 0 0 0,1 0 0 0 0,-1 1 0 0 0,1-1 0 0 0,0 0 0 0 0,0 0 0 0 0,0 0 0 0 0,0 0 0 0 0,1-1-1 0 0,-1 1 1 0 0,1-1 0 0 0,0 0 0 0 0,0 0 0 0 0,9 4 0 0 0,-2-2-448 0 0,0 0-1 0 0,0-1 1 0 0,1-1 0 0 0,-1 1-1 0 0,1-2 1 0 0,0 0 0 0 0,0 0-1 0 0,0-1 1 0 0,0-1-1 0 0,0 0 1 0 0,0 0 0 0 0,22-5-1 0 0,-23 3-582 0 0,1-1 0 0 0,-1 0 0 0 0,1-1 0 0 0,-1 0 0 0 0,0-1 0 0 0,-1 0-1 0 0,21-13 1 0 0,-4-3-3466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1808 0 0,'18'-45'5810'0'0,"-1"0"-1"0"0,14-67 1364 0 0,-24 131-5229 0 0,4 86 1498 0 0,-10-79-3215 0 0,1 0 1 0 0,1 0-1 0 0,1 0 0 0 0,2-1 0 0 0,16 47 0 0 0,-20-68-373 0 0,-1 0 0 0 0,1 0-1 0 0,0-1 1 0 0,1 1 0 0 0,-1-1-1 0 0,0 1 1 0 0,1-1 0 0 0,0 0-1 0 0,0 0 1 0 0,0 0 0 0 0,0 0 0 0 0,1-1-1 0 0,-1 1 1 0 0,1-1 0 0 0,-1 0-1 0 0,1 0 1 0 0,5 2 0 0 0,-5-3-377 0 0,0 0 1 0 0,1 0 0 0 0,-1 0 0 0 0,1-1 0 0 0,-1 0-1 0 0,1 0 1 0 0,-1 0 0 0 0,1 0 0 0 0,-1-1 0 0 0,1 0-1 0 0,-1 0 1 0 0,0 0 0 0 0,1 0 0 0 0,-1-1 0 0 0,0 1-1 0 0,4-3 1 0 0,14-9-4820 0 0,0-3-2750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8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87 704 0 0,'-19'-14'3112'0'0,"2"0"-815"0"0,2 4-369 0 0,1-2-320 0 0,2 6-352 0 0,1-3-324 0 0,2 1-148 0 0,1 3-12 0 0,-4-4-836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9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23 826 1272 0 0,'0'0'9320'0'0,"11"9"-7382"0"0,13-6-1614 0 0,0-1 0 0 0,0-2 0 0 0,0 0 0 0 0,0-2 0 0 0,-1 0 0 0 0,1-2 0 0 0,0 0 0 0 0,40-15-1 0 0,-61 18-304 0 0,0 0 0 0 0,0 0-1 0 0,0-1 1 0 0,0 1 0 0 0,0-1-1 0 0,0 0 1 0 0,-1 0 0 0 0,1 0 0 0 0,0 0-1 0 0,-1-1 1 0 0,0 1 0 0 0,0 0-1 0 0,0-1 1 0 0,0 0 0 0 0,0 1-1 0 0,0-1 1 0 0,-1 0 0 0 0,1 0-1 0 0,-1 0 1 0 0,0 0 0 0 0,0 0-1 0 0,0-1 1 0 0,0 1 0 0 0,0 0-1 0 0,-1 0 1 0 0,1-1 0 0 0,-1 1-1 0 0,0-5 1 0 0,-1 1 15 0 0,0 1 0 0 0,-1 0 0 0 0,1 0 1 0 0,-1 0-1 0 0,0 0 0 0 0,-1 0 0 0 0,1 0 0 0 0,-1 1 0 0 0,0-1 0 0 0,-1 1 0 0 0,1 0 1 0 0,-1 0-1 0 0,0 0 0 0 0,-5-5 0 0 0,5 7-23 0 0,1-1 1 0 0,-1 1-1 0 0,0-1 1 0 0,0 1-1 0 0,-1 1 1 0 0,1-1-1 0 0,-1 0 1 0 0,1 1 0 0 0,-1 0-1 0 0,0 0 1 0 0,1 1-1 0 0,-1-1 1 0 0,0 1-1 0 0,0 0 1 0 0,-1 0-1 0 0,1 1 1 0 0,0-1-1 0 0,0 1 1 0 0,0 0-1 0 0,0 1 1 0 0,0-1-1 0 0,0 1 1 0 0,0 0-1 0 0,0 0 1 0 0,-6 3-1 0 0,2-1-20 0 0,0 1 1 0 0,0 1-1 0 0,1 0 0 0 0,0 0 0 0 0,-1 1 0 0 0,2 0 1 0 0,-1 0-1 0 0,1 1 0 0 0,0 0 0 0 0,0 0 0 0 0,1 1 0 0 0,-8 11 1 0 0,6-6 8 0 0,0 0-1 0 0,0 1 1 0 0,2 0 0 0 0,0 0 0 0 0,0 0 0 0 0,1 1 0 0 0,1 0 0 0 0,0 0 0 0 0,-1 16 0 0 0,4-24 10 0 0,1 0-1 0 0,0 0 0 0 0,0 0 0 0 0,0 0 1 0 0,1 0-1 0 0,0 0 0 0 0,0-1 0 0 0,1 1 1 0 0,0 0-1 0 0,0-1 0 0 0,0 1 0 0 0,1-1 1 0 0,0 0-1 0 0,0 1 0 0 0,1-1 0 0 0,0-1 1 0 0,0 1-1 0 0,0-1 0 0 0,1 1 0 0 0,0-1 1 0 0,0-1-1 0 0,8 7 0 0 0,-2-3-42 0 0,0-1 1 0 0,1-1-1 0 0,0 0 0 0 0,1-1 0 0 0,-1 0 1 0 0,1-1-1 0 0,0-1 0 0 0,0 1 0 0 0,1-2 1 0 0,-1 0-1 0 0,0-1 0 0 0,1 0 0 0 0,-1-1 1 0 0,22-2-1 0 0,-20 0-109 0 0,-1 0 1 0 0,0 0-1 0 0,0-2 0 0 0,0 1 1 0 0,0-2-1 0 0,0 0 0 0 0,-1-1 1 0 0,0 0-1 0 0,0-1 1 0 0,0 0-1 0 0,-1-1 0 0 0,0 0 1 0 0,14-15-1 0 0,-13 10 68 0 0,-2 0 0 0 0,0-2 0 0 0,0 1 0 0 0,-2-1 0 0 0,0-1 1 0 0,0 0-1 0 0,7-20 0 0 0,1-11 817 0 0,14-63 1 0 0,-6 27 899 0 0,-25 81-1580 0 0,1 2-46 0 0,1 1 0 0 0,-1 0 0 0 0,0-1 0 0 0,0 1 0 0 0,0 0 0 0 0,0 0 0 0 0,-1 0 0 0 0,1-1 0 0 0,0 1 0 0 0,0 0 0 0 0,0 0 0 0 0,-1 0 0 0 0,1 1 0 0 0,-1-1 0 0 0,1 0 0 0 0,-1 0 0 0 0,1 0 0 0 0,-1 0 0 0 0,1 0 0 0 0,-1 2 0 0 0,8 26 270 0 0,27 224 701 0 0,-29-201-601 0 0,-6-49-204 0 0,1-4-178 0 0,0 1 0 0 0,0 0 0 0 0,0 0-1 0 0,0-1 1 0 0,0 1 0 0 0,0-1 0 0 0,0 1-1 0 0,0-1 1 0 0,0 1 0 0 0,0-1-1 0 0,0 1 1 0 0,0-1 0 0 0,0 0 0 0 0,0 0-1 0 0,-1 1 1 0 0,1-1 0 0 0,0 0 0 0 0,0 0-1 0 0,-1 0 1 0 0,1 0 0 0 0,-1 0-1 0 0,1 0 1 0 0,0-1 0 0 0,11-30 22 0 0,-7 17-19 0 0,5-10 1 0 0,4-10-12 0 0,22-41-1 0 0,-30 66-21 0 0,0 0 0 0 0,1 0-1 0 0,0 1 1 0 0,1 0 0 0 0,0 0 0 0 0,0 1-1 0 0,1 0 1 0 0,12-9 0 0 0,-19 15 18 0 0,1 0 0 0 0,0 1 1 0 0,0-1-1 0 0,0 1 0 0 0,0 0 0 0 0,0 0 1 0 0,0 0-1 0 0,0 0 0 0 0,0 1 1 0 0,0-1-1 0 0,1 1 0 0 0,-1 0 0 0 0,0 0 1 0 0,0 0-1 0 0,1 0 0 0 0,-1 0 1 0 0,0 1-1 0 0,0-1 0 0 0,0 1 0 0 0,1 0 1 0 0,-1 0-1 0 0,0 0 0 0 0,0 0 0 0 0,0 1 1 0 0,-1-1-1 0 0,1 1 0 0 0,0 0 1 0 0,0 0-1 0 0,-1 0 0 0 0,0 0 0 0 0,5 5 1 0 0,0 0 68 0 0,0 1 1 0 0,-1 0-1 0 0,0 0 1 0 0,0 0 0 0 0,-1 1-1 0 0,0 0 1 0 0,0 0-1 0 0,-1 0 1 0 0,3 11-1 0 0,1 12 160 0 0,6 43-1 0 0,2 11-26 0 0,-16-83-204 0 0,1 0 0 0 0,0 0-1 0 0,0 0 1 0 0,0 0 0 0 0,0 0 0 0 0,0 0 0 0 0,1-1 0 0 0,-1 1 0 0 0,1 0-1 0 0,0-1 1 0 0,0 0 0 0 0,0 1 0 0 0,0-1 0 0 0,0 0 0 0 0,0 0 0 0 0,1 0 0 0 0,-1 0-1 0 0,5 2 1 0 0,-4-2-76 0 0,1-1 1 0 0,-1 0-1 0 0,1 0 0 0 0,-1-1 0 0 0,1 1 1 0 0,-1-1-1 0 0,1 1 0 0 0,0-1 0 0 0,-1 0 0 0 0,1-1 1 0 0,-1 1-1 0 0,1 0 0 0 0,6-3 0 0 0,0 0-178 0 0,1-1 0 0 0,-1-1 0 0 0,0 1 0 0 0,0-2 0 0 0,0 1 0 0 0,-1-1 0 0 0,1-1 0 0 0,-2 0 0 0 0,11-9 0 0 0,-2-3-18 0 0,0-1 0 0 0,-1-1 0 0 0,-2 0 0 0 0,0-1 1 0 0,-1 0-1 0 0,-1-1 0 0 0,8-25 0 0 0,6-23-31 0 0,18-81-1 0 0,-26 75 736 0 0,12-119-1 0 0,-16 10 3532 0 0,-11 117-2744 0 0,-3 67-1107 0 0,-1 5-66 0 0,-5 23 340 0 0,2 1 0 0 0,1 0 1 0 0,0 46-1 0 0,1-22 297 0 0,-15 178 2478 0 0,-3 84-979 0 0,19-290-2102 0 0,1 1 0 0 0,1 0 0 0 0,1 0 0 0 0,10 43 0 0 0,-11-61-193 0 0,1 0 0 0 0,0-1 0 0 0,1 1 0 0 0,-1 0 0 0 0,1-1 0 0 0,0 0-1 0 0,1 0 1 0 0,-1 0 0 0 0,1 0 0 0 0,7 7 0 0 0,-8-10-136 0 0,1 1 0 0 0,0 0 0 0 0,-1-1 0 0 0,1 0 0 0 0,0 0 0 0 0,0 0 0 0 0,0 0 0 0 0,1-1 0 0 0,-1 1 0 0 0,0-1 0 0 0,1 0 0 0 0,-1-1 0 0 0,0 1 1 0 0,1-1-1 0 0,-1 0 0 0 0,6 0 0 0 0,-2-1-766 0 0,-1 0 0 0 0,1 0 1 0 0,-1-1-1 0 0,0 0 0 0 0,1 0 1 0 0,-1-1-1 0 0,0 0 0 0 0,-1 0 1 0 0,1 0-1 0 0,0-1 1 0 0,10-8-1 0 0,11-10-5907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49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49 1740 0 0,'-195'-31'16566'0'0,"193"30"-16164"0"0,17 1 208 0 0,110 1-206 0 0,134-2-1591 0 0,-89-12-9247 0 0,-144 9 4737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0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31 131 788 0 0,'-29'-39'9766'0'0,"28"37"-9254"0"0,1 1-430 0 0,0 0 1 0 0,0 0 0 0 0,0 0 0 0 0,0 0-1 0 0,1 0 1 0 0,-1 0 0 0 0,0 0-1 0 0,1 0 1 0 0,-1 0 0 0 0,1 1 0 0 0,-1-1-1 0 0,1 0 1 0 0,0-1 0 0 0,4 2 26 0 0,-1-1-1 0 0,1 1 1 0 0,-1 0 0 0 0,1 1 0 0 0,-1-1 0 0 0,1 1 0 0 0,-1 0 0 0 0,1 0-1 0 0,-1 0 1 0 0,1 1 0 0 0,-1-1 0 0 0,0 1 0 0 0,0 0 0 0 0,0 1-1 0 0,5 2 1 0 0,6 5 76 0 0,0 0-1 0 0,20 19 0 0 0,-20-16-60 0 0,-1 1 1 0 0,-1 1-1 0 0,18 24 0 0 0,-27-33-73 0 0,0 0 1 0 0,-1 0-1 0 0,1 0 1 0 0,-1 0-1 0 0,0 1 1 0 0,-1 0-1 0 0,0-1 1 0 0,0 1-1 0 0,0 0 1 0 0,-1 0-1 0 0,0 0 1 0 0,0 0-1 0 0,-1 8 0 0 0,0-13-19 0 0,0-1 0 0 0,0 1-1 0 0,0-1 1 0 0,0 1-1 0 0,0-1 1 0 0,-1 1 0 0 0,1-1-1 0 0,-1 0 1 0 0,1 1-1 0 0,-1-1 1 0 0,1 0 0 0 0,-1 1-1 0 0,0-1 1 0 0,0 0-1 0 0,0 1 1 0 0,1-1 0 0 0,-1 0-1 0 0,0 0 1 0 0,-1 0-1 0 0,1 0 1 0 0,0 0 0 0 0,-2 1-1 0 0,2-2-16 0 0,0 1-1 0 0,1-1 1 0 0,-1 0-1 0 0,1 0 1 0 0,-1 0-1 0 0,1 0 1 0 0,-1 0-1 0 0,1 0 1 0 0,-1 0 0 0 0,1 0-1 0 0,-1-1 1 0 0,1 1-1 0 0,-1 0 1 0 0,1 0-1 0 0,-1 0 1 0 0,1 0-1 0 0,-1-1 1 0 0,1 1-1 0 0,-1 0 1 0 0,1-1-1 0 0,-1 1 1 0 0,1 0-1 0 0,-1-1 1 0 0,0-1-8 0 0,0 1 0 0 0,-1-1-1 0 0,1 0 1 0 0,0 1 0 0 0,0-1 0 0 0,1 0-1 0 0,-1 0 1 0 0,0 1 0 0 0,1-1 0 0 0,-1-2 0 0 0,-2-10-3 0 0,1-1 0 0 0,0 1 0 0 0,2 0 0 0 0,-1-1 0 0 0,2 1 0 0 0,0-1 0 0 0,1 1 0 0 0,0 0 0 0 0,1-1 0 0 0,0 1 0 0 0,2 1 0 0 0,-1-1 0 0 0,2 1 0 0 0,8-17 0 0 0,-12 26-13 0 0,1-1 0 0 0,0 1 1 0 0,0-1-1 0 0,0 1 0 0 0,0 0 0 0 0,1 0 0 0 0,0 0 0 0 0,0 1 0 0 0,0-1 0 0 0,0 1 0 0 0,0 0 1 0 0,1 0-1 0 0,-1 0 0 0 0,1 1 0 0 0,0 0 0 0 0,0 0 0 0 0,0 0 0 0 0,0 0 0 0 0,0 1 0 0 0,0 0 1 0 0,8-1-1 0 0,-5 2-4 0 0,0 0 0 0 0,0 0 0 0 0,0 1 0 0 0,0 0 0 0 0,0 1-1 0 0,-1-1 1 0 0,1 2 0 0 0,0-1 0 0 0,-1 1 0 0 0,0 0 0 0 0,0 1 0 0 0,0-1 0 0 0,11 9 0 0 0,-6-4 26 0 0,-1 1 0 0 0,0 0-1 0 0,-1 0 1 0 0,0 1 0 0 0,-1 0 0 0 0,0 1-1 0 0,-1 0 1 0 0,0 0 0 0 0,0 1 0 0 0,-1 0-1 0 0,-1 0 1 0 0,0 1 0 0 0,-1 0 0 0 0,0 0-1 0 0,6 27 1 0 0,-11-38-2 0 0,1 0-1 0 0,-1 0 1 0 0,0 0-1 0 0,0 0 1 0 0,0 1-1 0 0,0-1 1 0 0,0 0-1 0 0,-1 0 1 0 0,1 0-1 0 0,-1 0 1 0 0,1 0-1 0 0,-1 0 1 0 0,0 0-1 0 0,1 0 1 0 0,-1 0-1 0 0,0 0 1 0 0,0 0-1 0 0,-2 2 1 0 0,2-3 29 0 0,0 0-38 0 0,0-1 0 0 0,0 0 1 0 0,1 0-1 0 0,-1 0 0 0 0,0 0 1 0 0,0 0-1 0 0,0 0 0 0 0,1 0 1 0 0,-1 0-1 0 0,0 0 1 0 0,0 0-1 0 0,0-1 0 0 0,1 1 1 0 0,-1 0-1 0 0,0 0 0 0 0,1-1 1 0 0,-1 1-1 0 0,0-1 0 0 0,0 1 1 0 0,1 0-1 0 0,-1-1 1 0 0,1 1-1 0 0,-1-1 0 0 0,0 0 1 0 0,1 1-1 0 0,-1-1 0 0 0,1 1 1 0 0,-1-1-1 0 0,1 0 1 0 0,0 1-1 0 0,-1-1 0 0 0,1 0 1 0 0,0 0-1 0 0,-1 1 0 0 0,1-1 1 0 0,0 0-1 0 0,0 0 0 0 0,0 1 1 0 0,0-1-1 0 0,-1 0 1 0 0,1-1-1 0 0,-1-7-9 0 0,0 0 1 0 0,0 0 0 0 0,1 0-1 0 0,0 0 1 0 0,0 0-1 0 0,1 0 1 0 0,0 0 0 0 0,1 0-1 0 0,0 0 1 0 0,6-15-1 0 0,-2 7-9 0 0,0 2-1 0 0,2-1 0 0 0,0 1 1 0 0,17-25-1 0 0,-19 33 5 0 0,-1 0 0 0 0,2 1 0 0 0,-1-1 0 0 0,0 1 0 0 0,1 1 0 0 0,0-1 0 0 0,1 1 0 0 0,-1 0 0 0 0,1 1 0 0 0,0 0 0 0 0,0 0 0 0 0,0 1 0 0 0,0 0 0 0 0,14-3 0 0 0,-17 5 13 0 0,1 0 1 0 0,0 0-1 0 0,-1 1 0 0 0,1-1 1 0 0,-1 2-1 0 0,1-1 1 0 0,0 0-1 0 0,-1 1 1 0 0,1 0-1 0 0,-1 1 0 0 0,1-1 1 0 0,-1 1-1 0 0,0 0 1 0 0,1 0-1 0 0,-1 1 0 0 0,0-1 1 0 0,-1 1-1 0 0,1 0 1 0 0,0 1-1 0 0,-1-1 1 0 0,0 1-1 0 0,0 0 0 0 0,8 8 1 0 0,-6-3 24 0 0,0 0 0 0 0,0 0 0 0 0,0 1 1 0 0,-1 0-1 0 0,-1 0 0 0 0,6 15 0 0 0,11 63 39 0 0,1 4-5004 0 0,-16-78 1026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333 703 2920 0 0,'2'-11'1499'0'0,"0"0"-1"0"0,-1 0 1 0 0,0 0 0 0 0,-1 0-1 0 0,0 0 1 0 0,-3-21 0 0 0,2 29-1394 0 0,1 1 0 0 0,-1-1 1 0 0,0 1-1 0 0,0 0 1 0 0,0-1-1 0 0,0 1 0 0 0,0 0 1 0 0,0-1-1 0 0,-1 1 1 0 0,1 0-1 0 0,-1 0 0 0 0,0 0 1 0 0,1 0-1 0 0,-1 1 1 0 0,0-1-1 0 0,0 0 0 0 0,0 1 1 0 0,0-1-1 0 0,0 1 1 0 0,-1 0-1 0 0,1-1 0 0 0,0 1 1 0 0,-1 0-1 0 0,1 1 1 0 0,0-1-1 0 0,-1 0 0 0 0,1 1 1 0 0,-1-1-1 0 0,0 1 1 0 0,1 0-1 0 0,-1 0 0 0 0,1 0 1 0 0,-1 0-1 0 0,1 0 1 0 0,-5 1-1 0 0,-2 1-52 0 0,1 0 0 0 0,0 0 0 0 0,0 1 0 0 0,0 0 0 0 0,0 0 0 0 0,0 1 0 0 0,0 0-1 0 0,1 0 1 0 0,-9 7 0 0 0,1 0-14 0 0,1 1 0 0 0,0 1 0 0 0,-15 17 0 0 0,11-10-8 0 0,1 1-1 0 0,-15 26 1 0 0,27-39-24 0 0,0 1 0 0 0,0 0 0 0 0,1 0 0 0 0,0 1-1 0 0,1-1 1 0 0,0 1 0 0 0,1 0 0 0 0,0 0 0 0 0,-1 10-1 0 0,3-17-4 0 0,0-1 0 0 0,0 1 0 0 0,0 0-1 0 0,0-1 1 0 0,0 1 0 0 0,0-1 0 0 0,1 1 0 0 0,-1-1-1 0 0,1 1 1 0 0,0-1 0 0 0,0 1 0 0 0,0-1 0 0 0,0 1-1 0 0,0-1 1 0 0,1 0 0 0 0,-1 0 0 0 0,0 0 0 0 0,1 1-1 0 0,0-2 1 0 0,0 1 0 0 0,-1 0 0 0 0,1 0 0 0 0,0 0-1 0 0,0-1 1 0 0,1 1 0 0 0,-1-1 0 0 0,0 0 0 0 0,0 0-1 0 0,1 1 1 0 0,-1-1 0 0 0,1-1 0 0 0,-1 1 0 0 0,1 0-1 0 0,-1-1 1 0 0,1 1 0 0 0,-1-1 0 0 0,4 0 0 0 0,0 1-3 0 0,0-1 1 0 0,1 0 0 0 0,-1-1 0 0 0,0 1 0 0 0,0-1-1 0 0,1 0 1 0 0,-1-1 0 0 0,0 0 0 0 0,0 0 0 0 0,-1 0-1 0 0,1 0 1 0 0,0-1 0 0 0,-1 0 0 0 0,9-6 0 0 0,-9 4-3 0 0,1 0 0 0 0,-1 0 0 0 0,-1-1 0 0 0,1 1 1 0 0,-1-1-1 0 0,0 0 0 0 0,0 0 0 0 0,4-10 0 0 0,1-5 10 0 0,7-30 0 0 0,-10 32-35 0 0,15-34 0 0 0,-19 47-8 0 0,5-8-109 0 0,-4 13 122 0 0,-1 11 92 0 0,1 49 257 0 0,6 45-93 0 0,-8-92-206 0 0,1 0 1 0 0,1 0-1 0 0,1 0 0 0 0,-1-1 1 0 0,2 1-1 0 0,6 13 1 0 0,-9-21-38 0 0,1 0 0 0 0,-1 0 0 0 0,1-1 0 0 0,0 1 1 0 0,0-1-1 0 0,0 1 0 0 0,1-1 0 0 0,-1 0 0 0 0,1-1 1 0 0,-1 1-1 0 0,1 0 0 0 0,0-1 0 0 0,0 0 0 0 0,0 0 0 0 0,1 0 1 0 0,-1-1-1 0 0,6 2 0 0 0,-7-2-113 0 0,1-1 0 0 0,0 1 0 0 0,0-1 0 0 0,-1 0 0 0 0,1 0-1 0 0,0 0 1 0 0,0-1 0 0 0,-1 1 0 0 0,1-1 0 0 0,0 0 0 0 0,-1 0 0 0 0,1 0 0 0 0,-1-1 0 0 0,1 1 0 0 0,-1-1-1 0 0,0 0 1 0 0,1 0 0 0 0,-1 0 0 0 0,0 0 0 0 0,0-1 0 0 0,4-3 0 0 0,2-4-345 0 0,-1-1 0 0 0,0 0 1 0 0,0 0-1 0 0,-1-1 0 0 0,0 1 1 0 0,7-21-1 0 0,25-79-1454 0 0,-35 98 1730 0 0,75-253-1615 0 0,-14-3 3924 0 0,-32 74 3754 0 0,-33 194-5821 0 0,0 1 0 0 0,0-1 0 0 0,0 1 0 0 0,0-1 0 0 0,0 0 0 0 0,0 1 0 0 0,0-1 0 0 0,0 1 0 0 0,0-1 0 0 0,0 1 0 0 0,1-1 0 0 0,-1 0 0 0 0,0 1 0 0 0,1-1 0 0 0,-1 1 0 0 0,0-1 0 0 0,1 1 0 0 0,-1-1 0 0 0,0 1 0 0 0,1-1 0 0 0,5 8 511 0 0,2 19 220 0 0,17 134 1070 0 0,20 140-446 0 0,-23-100-6605 0 0,-20-171 1920 0 0,-2-9-1991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2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46 203 3028 0 0,'-9'-10'1963'0'0,"4"5"-796"0"0,0 0-1 0 0,0-1 1 0 0,1 0 0 0 0,0 0-1 0 0,-6-10 1 0 0,10 14-1058 0 0,-1 1 1 0 0,1-1 0 0 0,-1 0 0 0 0,1 1 0 0 0,-1-1-1 0 0,1 0 1 0 0,0 1 0 0 0,0-1 0 0 0,0 0-1 0 0,0 0 1 0 0,0 1 0 0 0,0-1 0 0 0,0 0 0 0 0,1 1-1 0 0,-1-1 1 0 0,0 0 0 0 0,1 1 0 0 0,0-1-1 0 0,-1 0 1 0 0,1 1 0 0 0,0-1 0 0 0,0 1 0 0 0,0-1-1 0 0,0 1 1 0 0,0-1 0 0 0,0 1 0 0 0,0 0 0 0 0,0 0-1 0 0,2-2 1 0 0,5-3 2 0 0,-1 1 0 0 0,2-1 0 0 0,-1 1 0 0 0,0 1 0 0 0,1-1 0 0 0,0 1 1 0 0,18-5-1 0 0,70-13 149 0 0,-85 20-220 0 0,56-10-5 0 0,0 2 0 0 0,0 4 0 0 0,1 2 0 0 0,135 12 0 0 0,-197-7 7 0 0,-1 0 1 0 0,1 0 0 0 0,0 1-1 0 0,0 0 1 0 0,-1 0-1 0 0,1 1 1 0 0,-1 0-1 0 0,1 0 1 0 0,-1 0 0 0 0,0 1-1 0 0,-1 0 1 0 0,1 0-1 0 0,-1 1 1 0 0,1-1-1 0 0,-1 1 1 0 0,0 0 0 0 0,-1 0-1 0 0,6 9 1 0 0,-3-3 54 0 0,-2 0 0 0 0,1 0 0 0 0,-1 1 0 0 0,-1 0 0 0 0,0 0 0 0 0,-1 0 0 0 0,0 0 0 0 0,-1 1 0 0 0,2 17 0 0 0,-2-4 77 0 0,-1 1-1 0 0,-1 0 1 0 0,-1 0 0 0 0,-6 34-1 0 0,6-57 51 0 0,-1 1 0 0 0,0-1-1 0 0,0 1 1 0 0,-6 7-1 0 0,7-10-14 0 0,0-2-146 0 0,-1 0 1 0 0,0-1 0 0 0,1 1 0 0 0,-1 0 0 0 0,0 0 0 0 0,1-1 0 0 0,-1 1 0 0 0,0-1 0 0 0,1 0 0 0 0,-1 1-1 0 0,-1-2 1 0 0,1-5-44 0 0,0 0-1 0 0,0 1 0 0 0,1-1 1 0 0,0 0-1 0 0,0 0 0 0 0,1 0 1 0 0,0 0-1 0 0,0 0 0 0 0,0 0 0 0 0,1 0 1 0 0,0 0-1 0 0,1 0 0 0 0,-1 0 1 0 0,1 1-1 0 0,1-1 0 0 0,-1 1 1 0 0,5-9-1 0 0,2-2-19 0 0,0 0 1 0 0,2 0-1 0 0,0 1 0 0 0,0 0 0 0 0,16-15 1 0 0,-14 18-15 0 0,0 0-1 0 0,1 1 1 0 0,1 0 0 0 0,0 1 0 0 0,1 1 0 0 0,18-10 0 0 0,-22 15-51 0 0,0-1 1 0 0,0 1-1 0 0,0 1 1 0 0,0 0-1 0 0,1 1 1 0 0,0 1-1 0 0,-1-1 0 0 0,1 2 1 0 0,22 0-1 0 0,-27 1 42 0 0,0 1 0 0 0,1 1 1 0 0,-1 0-1 0 0,0 0 0 0 0,0 0 0 0 0,0 1 0 0 0,0 0 0 0 0,0 1 0 0 0,0 0 0 0 0,-1 0 0 0 0,0 0 0 0 0,0 1 0 0 0,0 0 0 0 0,0 1 1 0 0,-1 0-1 0 0,6 6 0 0 0,-5-3-3 0 0,0-1 0 0 0,-1 1 0 0 0,0 0 0 0 0,0 1 0 0 0,-1-1-1 0 0,0 1 1 0 0,-1 0 0 0 0,0 0 0 0 0,0 1 0 0 0,-1-1 0 0 0,-1 1 0 0 0,2 11 0 0 0,7 147-3605 0 0,-7-159 1331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82 123 3044 0 0,'-8'-14'1996'0'0,"-64"-93"9629"0"0,71 106-11632 0 0,1 3-526 0 0,1 0 230 0 0,-1 0 0 0 0,1 0-1 0 0,0 0 1 0 0,0 0-1 0 0,0 0 1 0 0,0 0-1 0 0,0 0 1 0 0,2 3-1 0 0,4 8-1816 0 0,-2-2-1502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81 452 0 0,'-13'-14'3332'0'0,"8"9"-2109"0"0,1 1 1 0 0,-1-1 0 0 0,1 0 0 0 0,1 0 0 0 0,-1-1 0 0 0,-4-9 0 0 0,7 15-1172 0 0,1-1 0 0 0,0 0 0 0 0,0 0-1 0 0,0 1 1 0 0,0-1 0 0 0,0 0 0 0 0,0 0 0 0 0,0 1 0 0 0,0-1-1 0 0,1 0 1 0 0,-1 0 0 0 0,0 1 0 0 0,0-1 0 0 0,1 0 0 0 0,-1 0-1 0 0,0 1 1 0 0,1-1 0 0 0,-1 0 0 0 0,1 1 0 0 0,-1-1 0 0 0,1 1-1 0 0,-1-1 1 0 0,1 1 0 0 0,-1-1 0 0 0,1 1 0 0 0,-1-1 0 0 0,1 1-1 0 0,0-1 1 0 0,-1 1 0 0 0,1 0 0 0 0,0-1 0 0 0,-1 1 0 0 0,1 0-1 0 0,0-1 1 0 0,0 1 0 0 0,-1 0 0 0 0,1 0 0 0 0,0 0 0 0 0,0 0 0 0 0,-1 0-1 0 0,1 0 1 0 0,1 0 0 0 0,7-1 92 0 0,0 1 0 0 0,-1 1 0 0 0,1-1 0 0 0,0 1 0 0 0,-1 1-1 0 0,1-1 1 0 0,-1 1 0 0 0,1 1 0 0 0,-1 0 0 0 0,0 0 0 0 0,0 1 0 0 0,11 6 0 0 0,2 2 145 0 0,-1 1 0 0 0,0 1-1 0 0,25 24 1 0 0,-37-30-184 0 0,0 0 0 0 0,0 1 0 0 0,0 0-1 0 0,-1 0 1 0 0,-1 1 0 0 0,0 0 0 0 0,0 0-1 0 0,7 19 1 0 0,-10-22-1 0 0,-1 1 0 0 0,1-1 1 0 0,-2 1-1 0 0,1 0 0 0 0,-1-1 0 0 0,0 1 0 0 0,-1 0 0 0 0,0 0 0 0 0,0 0 1 0 0,-1 0-1 0 0,0 0 0 0 0,0-1 0 0 0,-4 14 0 0 0,-3-1 232 0 0,5-12-169 0 0,0-1 0 0 0,0 1 0 0 0,1 0 1 0 0,0 0-1 0 0,-1 10 0 0 0,19-25-74 0 0,0-4-75 0 0,-1 0 1 0 0,0-2-1 0 0,0 1 0 0 0,22-28 1 0 0,-17 19 7 0 0,28-32 136 0 0,80-116-1 0 0,-113 147-39 0 0,-24 37-185 0 0,0 0 0 0 0,-10 26 0 0 0,14-26 70 0 0,1 1-1 0 0,1 0 0 0 0,0 0 0 0 0,1 0 0 0 0,0 0 0 0 0,2 0 1 0 0,1 17-1 0 0,0-22 11 0 0,1-1 0 0 0,0 1 0 0 0,0-1 0 0 0,1 0-1 0 0,1 0 1 0 0,0 0 0 0 0,0-1 0 0 0,1 1 0 0 0,0-1 0 0 0,1 0 0 0 0,12 15 0 0 0,-10-14 32 0 0,0 0-1 0 0,1-1 1 0 0,1 0-1 0 0,-1-1 1 0 0,2 0 0 0 0,-1 0-1 0 0,21 10 1 0 0,-25-15-447 0 0,-1-1 1 0 0,1 0 0 0 0,0 0-1 0 0,0 0 1 0 0,0-1-1 0 0,0 0 1 0 0,11 1 0 0 0,-11-2-556 0 0,-1-1 1 0 0,0 1-1 0 0,0-1 1 0 0,0 0-1 0 0,0 0 1 0 0,-1 0 0 0 0,1-1-1 0 0,0 0 1 0 0,0 0-1 0 0,6-4 1 0 0,4-4-5443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3780 0 0,'53'1'22977'0'0,"-34"-1"-21434"0"0,-12-3-3005 0 0,-44-2-13236 0 0,9 5 4962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1156 0 0,'1'-12'6001'0'0,"2"-1"-2802"0"0,3 11-1418 0 0,11 19-758 0 0,-8-6-940 0 0,51 53-189 0 0,145 152 1531 0 0,-93-117-2584 0 0,8-13-3399 0 0,-101-76 1740 0 0,-3-4-805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486 124 508 0 0,'-9'-25'2783'0'0,"0"0"1222"0"0,-5-27 1 0 0,14 51-3922 0 0,0 0 0 0 0,-1 0 0 0 0,1 0 0 0 0,0-1 0 0 0,0 1 0 0 0,-1 0 0 0 0,1 0 0 0 0,-1 0 0 0 0,1 0 0 0 0,-1 0-1 0 0,1 0 1 0 0,-1 0 0 0 0,0 0 0 0 0,1 0 0 0 0,-1 0 0 0 0,0 0 0 0 0,0 1 0 0 0,1-1 0 0 0,-3-1 0 0 0,2 2-59 0 0,1 0 1 0 0,-1 0 0 0 0,0 0 0 0 0,0-1-1 0 0,0 1 1 0 0,1 0 0 0 0,-1 1-1 0 0,0-1 1 0 0,0 0 0 0 0,0 0-1 0 0,1 0 1 0 0,-1 0 0 0 0,0 1-1 0 0,0-1 1 0 0,1 0 0 0 0,-1 0-1 0 0,0 1 1 0 0,1-1 0 0 0,-1 1 0 0 0,0-1-1 0 0,0 1 1 0 0,-5 4-17 0 0,1 1 0 0 0,-1-1 0 0 0,1 1 0 0 0,-6 9 0 0 0,8-10 121 0 0,-34 44-353 0 0,-138 184 1308 0 0,19 13-6304 0 0,144-223 2210 0 0,4-2-942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4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1 225 1812 0 0,'7'-5'4781'0'0,"8"-4"589"0"0,-14 8-5262 0 0,0 1 0 0 0,1-1 0 0 0,-1 0 0 0 0,1 1 0 0 0,-1 0 0 0 0,1-1 0 0 0,0 1 0 0 0,-1 0 0 0 0,1 0 0 0 0,-1 0 0 0 0,1 0 0 0 0,-1 0 0 0 0,1 0 0 0 0,2 0 0 0 0,23 5 49 0 0,1-2 1 0 0,0-1-1 0 0,35-3 0 0 0,88-11 9 0 0,-123 9-131 0 0,8 0-10 0 0,-6 1-25 0 0,-1-2 0 0 0,1-1 1 0 0,34-9-1 0 0,-63 13-29 0 0,0 1 0 0 0,0 0 0 0 0,1 0 0 0 0,-1-1 0 0 0,0 1 0 0 0,1-1-1 0 0,-1 1 1 0 0,0-1 0 0 0,0 0 0 0 0,0 1 0 0 0,0-1 0 0 0,0 0 0 0 0,0 0 0 0 0,0 0 0 0 0,0 0-1 0 0,0 0 1 0 0,0 0 0 0 0,0 0 0 0 0,0 0 0 0 0,-1 0 0 0 0,1 0 0 0 0,0 0 0 0 0,-1 0-1 0 0,1-1 1 0 0,-1 1 0 0 0,0 0 0 0 0,1-1 0 0 0,-1 1 0 0 0,0 0 0 0 0,1 0 0 0 0,-1-1 0 0 0,0 1-1 0 0,0 0 1 0 0,0-1 0 0 0,-1 0 0 0 0,0-2-23 0 0,0 0 1 0 0,-1 0-1 0 0,0 0 0 0 0,0 1 1 0 0,0-1-1 0 0,0 1 0 0 0,0 0 1 0 0,-1-1-1 0 0,1 1 0 0 0,-6-4 1 0 0,-73-63 200 0 0,53 46 384 0 0,27 23-503 0 0,5 2 67 0 0,14 7 216 0 0,20 13 227 0 0,-25-11-438 0 0,-1 0 0 0 0,0 0 0 0 0,-1 1 0 0 0,0 1 0 0 0,-1 0 0 0 0,13 18 0 0 0,-19-22-79 0 0,0-1 0 0 0,0 1 0 0 0,-1 0 0 0 0,0-1 0 0 0,0 1 0 0 0,-1 1 0 0 0,0-1 0 0 0,0 0 0 0 0,-1 0 0 0 0,0 1 0 0 0,-1-1 0 0 0,0 1 0 0 0,-1 14 0 0 0,-3-1-68 0 0,0 1-1 0 0,-2-1 0 0 0,0-1 0 0 0,-2 1 0 0 0,-18 37 1 0 0,-20 20-2251 0 0,-6-8-3660 0 0,30-45 1365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6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71 1588 0 0,'3'-16'4020'0'0,"-4"-39"3117"0"0,-13 59-6878 0 0,6 2-221 0 0,1-1 0 0 0,-1 1 1 0 0,1 0-1 0 0,1 1 0 0 0,-1 0 1 0 0,1 0-1 0 0,0 0 0 0 0,-4 9 1 0 0,-2 0-1 0 0,-27 35 5 0 0,-36 62 0 0 0,59-86-67 0 0,1 1 1 0 0,2 1 0 0 0,1 0-1 0 0,-11 41 1 0 0,20-60 23 0 0,1 1 0 0 0,1-1 1 0 0,-1 1-1 0 0,2-1 0 0 0,-1 1 1 0 0,1 0-1 0 0,1-1 0 0 0,2 15 1 0 0,-2-20-41 0 0,0-1 1 0 0,0 0 0 0 0,1 1 0 0 0,-1-1 0 0 0,1 0 0 0 0,0 0 0 0 0,0 0 0 0 0,1 0-1 0 0,-1 0 1 0 0,1 0 0 0 0,0-1 0 0 0,0 1 0 0 0,0-1 0 0 0,0 0 0 0 0,0 0 0 0 0,1 0-1 0 0,-1 0 1 0 0,1 0 0 0 0,0-1 0 0 0,0 0 0 0 0,8 4 0 0 0,0-2-163 0 0,1-1 1 0 0,0 0-1 0 0,0-1 1 0 0,0-1 0 0 0,0 0-1 0 0,0 0 1 0 0,0-1-1 0 0,0-1 1 0 0,0 0-1 0 0,23-5 1 0 0,-13 0 0 0 0,-1 0 1 0 0,0-2 0 0 0,0 0-1 0 0,0-2 1 0 0,23-13-1 0 0,-35 17 261 0 0,0 0-1 0 0,0-1 0 0 0,0 0 0 0 0,-1-1 0 0 0,-1 0 0 0 0,1 0 0 0 0,-1-1 1 0 0,0 0-1 0 0,-1 0 0 0 0,0-1 0 0 0,-1 0 0 0 0,0 0 0 0 0,-1-1 0 0 0,1 1 1 0 0,-2-1-1 0 0,0 0 0 0 0,0-1 0 0 0,-1 1 0 0 0,3-21 0 0 0,-5-4 1097 0 0,-1 34-1052 0 0,-6-1 85 0 0,4 2-141 0 0,-5 7-2 0 0,0 3-42 0 0,0 1 0 0 0,0 0 0 0 0,1 0 0 0 0,1 0 0 0 0,0 0 0 0 0,0 1 0 0 0,1 0 0 0 0,1 0 0 0 0,0 0 1 0 0,0 0-1 0 0,1 1 0 0 0,0-1 0 0 0,1 1 0 0 0,0 15 0 0 0,1-23 1 0 0,1 0 0 0 0,-1 0 0 0 0,1 0-1 0 0,0 0 1 0 0,0-1 0 0 0,0 1 0 0 0,0 0 0 0 0,1-1 0 0 0,0 1 0 0 0,-1-1 0 0 0,1 1 0 0 0,1-1 0 0 0,-1 0 0 0 0,0 0 0 0 0,1 0 0 0 0,-1 0-1 0 0,6 4 1 0 0,-4-4 4 0 0,1 1-1 0 0,0-1 1 0 0,1-1-1 0 0,-1 1 1 0 0,0-1-1 0 0,1 0 1 0 0,-1 0-1 0 0,1 0 0 0 0,0-1 1 0 0,10 1-1 0 0,-2-1 16 0 0,-1 0-1 0 0,1-1 0 0 0,0-1 0 0 0,0 0 0 0 0,-1-1 0 0 0,1-1 1 0 0,-1 0-1 0 0,0-1 0 0 0,19-7 0 0 0,-27 8-12 0 0,1 0-1 0 0,-1 1 1 0 0,0-2-1 0 0,0 1 1 0 0,0 0 0 0 0,0-1-1 0 0,-1 0 1 0 0,0 0-1 0 0,0-1 1 0 0,0 1 0 0 0,0-1-1 0 0,0 0 1 0 0,-1 0-1 0 0,0 0 1 0 0,0 0 0 0 0,-1-1-1 0 0,1 1 1 0 0,-1-1-1 0 0,0 1 1 0 0,0-1-1 0 0,-1 0 1 0 0,1-9 0 0 0,-1 8-6 0 0,-1 0 1 0 0,0-1 0 0 0,-1 1-1 0 0,1 0 1 0 0,-2 0 0 0 0,1-1-1 0 0,-1 1 1 0 0,0 0 0 0 0,0 0-1 0 0,-1 1 1 0 0,0-1 0 0 0,0 0-1 0 0,0 1 1 0 0,-1 0 0 0 0,0 0-1 0 0,0 0 1 0 0,-1 0 0 0 0,-7-7-1 0 0,8 9-11 0 0,0-1 0 0 0,-1 1 0 0 0,0 0-1 0 0,0 0 1 0 0,0 0 0 0 0,0 0 0 0 0,-1 1-1 0 0,1 0 1 0 0,-1 0 0 0 0,0 1 0 0 0,0 0-1 0 0,0 0 1 0 0,0 0 0 0 0,0 0 0 0 0,-1 1-1 0 0,1 0 1 0 0,0 1 0 0 0,-1-1 0 0 0,1 1-1 0 0,0 0 1 0 0,-1 1 0 0 0,1 0 0 0 0,-10 2-1 0 0,15-3 5 0 0,0 0 0 0 0,0 0-1 0 0,1 0 1 0 0,-1 1-1 0 0,0-1 1 0 0,0 0-1 0 0,1 0 1 0 0,-1 1-1 0 0,0-1 1 0 0,0 1-1 0 0,1-1 1 0 0,-1 1-1 0 0,0-1 1 0 0,1 1-1 0 0,-1-1 1 0 0,1 1-1 0 0,-1-1 1 0 0,1 1-1 0 0,-1 0 1 0 0,1-1 0 0 0,-1 1-1 0 0,1 0 1 0 0,-1 0-1 0 0,1 0 1 0 0,-1 0-1 0 0,1 0 1 0 0,0-1 0 0 0,-1 1-1 0 0,1 0 1 0 0,0 0-1 0 0,0 0 1 0 0,0-1 0 0 0,0 1-1 0 0,-1 0 1 0 0,1 0-1 0 0,0 0 1 0 0,0 0 0 0 0,1 0-1 0 0,-1-1 1 0 0,0 1-1 0 0,0 0 1 0 0,0 0 0 0 0,0 0-1 0 0,1-1 1 0 0,-1 1 0 0 0,0 0-1 0 0,1 0 1 0 0,-1 0-1 0 0,1-1 1 0 0,-1 1 0 0 0,1 0-1 0 0,-1-1 1 0 0,1 1-1 0 0,-1-1 1 0 0,1 1 0 0 0,0 0-1 0 0,-1-1 1 0 0,1 1-1 0 0,0-1 1 0 0,0 0 0 0 0,-1 1-1 0 0,1-1 1 0 0,0 1 0 0 0,0-1-1 0 0,-1 0 1 0 0,1 0-1 0 0,0 1 1 0 0,0-1 0 0 0,1 0-1 0 0,0 1-32 0 0,8 1-108 0 0,-1 1 0 0 0,1-1 0 0 0,0-1 0 0 0,-1 1 0 0 0,1-2 0 0 0,0 1 0 0 0,15-2 0 0 0,2-2-307 0 0,40-9 0 0 0,-30 4 148 0 0,1-2 0 0 0,46-19-1 0 0,-70 23 337 0 0,0-1-1 0 0,0-1 1 0 0,0 0-1 0 0,-1 0 1 0 0,-1-2-1 0 0,1 1 1 0 0,-2-2-1 0 0,18-18 1 0 0,-11 6 473 0 0,-12 15-225 0 0,0 1 1 0 0,0-1-1 0 0,1 1 0 0 0,8-7 1 0 0,-14 13-226 0 0,0 2-44 0 0,-1 0 0 0 0,1 0 0 0 0,0 0 1 0 0,-1 0-1 0 0,1 0 0 0 0,-1 0 0 0 0,1 0 0 0 0,-1 0 0 0 0,0 0 0 0 0,0 0 0 0 0,1 0 0 0 0,-1 1 1 0 0,0-1-1 0 0,0 0 0 0 0,0 0 0 0 0,0 0 0 0 0,0 0 0 0 0,-1 2 0 0 0,1-2-5 0 0,-1 28 356 0 0,-2 0 1 0 0,-12 50 0 0 0,4-22-227 0 0,9-50-126 0 0,-6 41 55 0 0,-3 64-1 0 0,10-99-45 0 0,1 0 0 0 0,1 1 0 0 0,0-1 1 0 0,1 1-1 0 0,0-1 0 0 0,1 0 0 0 0,1 0 1 0 0,0 0-1 0 0,9 21 0 0 0,-10-30-30 0 0,-1 0 0 0 0,1 0 0 0 0,0 0 0 0 0,0 0 0 0 0,0-1 0 0 0,1 1 0 0 0,-1-1 0 0 0,1 0 0 0 0,0 0 0 0 0,0 0 1 0 0,0 0-1 0 0,0-1 0 0 0,0 0 0 0 0,0 1 0 0 0,1-2 0 0 0,-1 1 0 0 0,1 0 0 0 0,0-1 0 0 0,-1 0 0 0 0,1 0 0 0 0,0 0 0 0 0,0-1 0 0 0,0 0 0 0 0,-1 1 0 0 0,1-2 0 0 0,0 1 0 0 0,0-1 0 0 0,0 1 0 0 0,5-3 0 0 0,1 1-78 0 0,-1-1 1 0 0,1 0-1 0 0,0-1 0 0 0,-1-1 1 0 0,0 1-1 0 0,0-2 0 0 0,-1 1 1 0 0,1-1-1 0 0,-1-1 0 0 0,0 0 0 0 0,11-11 1 0 0,-8 4 428 0 0,-1-1 1 0 0,-1-1-1 0 0,0 0 1 0 0,-1 0-1 0 0,0-1 0 0 0,-2 0 1 0 0,0 0-1 0 0,-1-1 1 0 0,5-19-1 0 0,-11 35-275 0 0,5-7 59 0 0,-5 29-104 0 0,-1-2 4 0 0,1 0 0 0 0,1 0 0 0 0,1 0-1 0 0,0 0 1 0 0,7 25 0 0 0,-8-39-15 0 0,1 0 1 0 0,-1 1-1 0 0,1-1 0 0 0,0 0 0 0 0,1 0 0 0 0,-1 0 1 0 0,1-1-1 0 0,-1 1 0 0 0,1 0 0 0 0,0-1 0 0 0,0 0 0 0 0,1 0 1 0 0,-1 0-1 0 0,1 0 0 0 0,-1 0 0 0 0,1-1 0 0 0,0 1 1 0 0,0-1-1 0 0,0 0 0 0 0,0 0 0 0 0,1-1 0 0 0,-1 1 1 0 0,0-1-1 0 0,1 0 0 0 0,-1 0 0 0 0,1 0 0 0 0,7-1 0 0 0,-7 1 1 0 0,0-1-1 0 0,0 0 0 0 0,0 0 1 0 0,-1-1-1 0 0,1 0 0 0 0,0 0 1 0 0,0 0-1 0 0,0 0 0 0 0,-1-1 1 0 0,1 1-1 0 0,-1-1 1 0 0,1 0-1 0 0,-1-1 0 0 0,0 1 1 0 0,1-1-1 0 0,-1 0 0 0 0,-1 0 1 0 0,1 0-1 0 0,0 0 0 0 0,-1-1 1 0 0,0 0-1 0 0,1 1 0 0 0,-1-1 1 0 0,-1 0-1 0 0,1 0 0 0 0,-1-1 1 0 0,1 1-1 0 0,-1-1 0 0 0,2-7 1 0 0,2-6 526 0 0,-1-1 0 0 0,-1 0 1 0 0,2-25-1 0 0,-3 21 164 0 0,-3 21-651 0 0,0-5-7 0 0,0 18-55 0 0,-1-6-3 0 0,-2 27-37 0 0,1 56 1 0 0,3-80-384 0 0,-1 1 0 0 0,1-1 1 0 0,1 0-1 0 0,-1 0 0 0 0,1 0 1 0 0,1 0-1 0 0,-1 0 0 0 0,2 0 1 0 0,-1-1-1 0 0,1 1 0 0 0,0-1 1 0 0,7 11-1 0 0,-8-15-243 0 0,0-1 0 0 0,-1 1 1 0 0,1 0-1 0 0,0-1 0 0 0,0 0 0 0 0,1 0 0 0 0,-1 0 1 0 0,0 0-1 0 0,6 2 0 0 0,5 0-3925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7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1820 0 0,'13'-79'11400'0'0,"-13"78"-11376"0"0,0 1 1 0 0,0 0-1 0 0,0 0 0 0 0,0 0 1 0 0,0-1-1 0 0,0 1 0 0 0,0 0 1 0 0,0 0-1 0 0,1 0 0 0 0,-1-1 1 0 0,0 1-1 0 0,0 0 0 0 0,0 0 1 0 0,0 0-1 0 0,0 0 0 0 0,0-1 1 0 0,0 1-1 0 0,0 0 0 0 0,0 0 1 0 0,1 0-1 0 0,-1 0 0 0 0,0 0 1 0 0,0-1-1 0 0,0 1 0 0 0,0 0 1 0 0,1 0-1 0 0,-1 0 1 0 0,0 0-1 0 0,0 0 0 0 0,0 0 1 0 0,0 0-1 0 0,1 0 0 0 0,-1 0 1 0 0,0 0-1 0 0,0-1 0 0 0,0 1 1 0 0,1 0-1 0 0,-1 0 0 0 0,0 0 1 0 0,0 0-1 0 0,0 0 0 0 0,1 1 1 0 0,-1-1-1 0 0,0 0 0 0 0,1 0 1 0 0,9 7 798 0 0,-5-1-625 0 0,-1 0-1 0 0,0 0 1 0 0,-1 0 0 0 0,1 1-1 0 0,-1 0 1 0 0,0 0-1 0 0,-1 0 1 0 0,0 0-1 0 0,3 12 1 0 0,-1 10 99 0 0,1 34-1 0 0,-2-14 129 0 0,-5-27-31 0 0,0-18-199 0 0,0-13-149 0 0,1-4-41 0 0,1 1 0 0 0,1 0 0 0 0,0 0 0 0 0,0 0 0 0 0,1 0 0 0 0,1 0 1 0 0,0 0-1 0 0,0 0 0 0 0,6-11 0 0 0,-6 17-22 0 0,-1 0 1 0 0,1 0-1 0 0,0 0 0 0 0,1 0 0 0 0,-1 1 1 0 0,1-1-1 0 0,0 1 0 0 0,1 0 1 0 0,-1 0-1 0 0,1 0 0 0 0,0 1 1 0 0,0 0-1 0 0,1 0 0 0 0,-1 0 0 0 0,1 0 1 0 0,0 1-1 0 0,0 0 0 0 0,6-2 1 0 0,-7 4 5 0 0,-1 0-1 0 0,0 1 1 0 0,1 0 0 0 0,-1 0 0 0 0,0 0 0 0 0,1 0 0 0 0,-1 1-1 0 0,1-1 1 0 0,-1 1 0 0 0,0 0 0 0 0,0 0 0 0 0,0 1 0 0 0,1 0-1 0 0,-1-1 1 0 0,-1 1 0 0 0,1 0 0 0 0,0 1 0 0 0,0-1 0 0 0,-1 1-1 0 0,1 0 1 0 0,-1 0 0 0 0,6 6 0 0 0,1 2 12 0 0,-1-1 0 0 0,-1 2-1 0 0,1-1 1 0 0,-2 1 0 0 0,11 22 0 0 0,-14-25 39 0 0,0 1 0 0 0,0-1 0 0 0,-1 0 0 0 0,-1 1 0 0 0,0 0 0 0 0,0 0 0 0 0,-1-1 0 0 0,1 16 0 0 0,-4-18 49 0 0,-2-10-17 0 0,-2-11-51 0 0,6 4-21 0 0,1 0 0 0 0,1 0 1 0 0,0 0-1 0 0,0 0 0 0 0,1 1 0 0 0,0-1 0 0 0,1 1 0 0 0,0 0 0 0 0,0-1 0 0 0,9-11 0 0 0,-6 10-18 0 0,1 0 0 0 0,0 0 0 0 0,1 0 0 0 0,0 1 0 0 0,1 1 0 0 0,0 0-1 0 0,13-10 1 0 0,-20 17 5 0 0,-1 0 0 0 0,1 1 0 0 0,-1-1 0 0 0,1 1 0 0 0,0-1-1 0 0,0 1 1 0 0,0 0 0 0 0,0 0 0 0 0,0 0 0 0 0,0 0 0 0 0,0 0 0 0 0,0 1-1 0 0,0 0 1 0 0,0-1 0 0 0,0 1 0 0 0,0 0 0 0 0,0 0 0 0 0,1 1-1 0 0,-1-1 1 0 0,0 1 0 0 0,0 0 0 0 0,0-1 0 0 0,0 1 0 0 0,0 1-1 0 0,0-1 1 0 0,-1 0 0 0 0,4 3 0 0 0,0 0 11 0 0,-1 1-1 0 0,1 0 1 0 0,-1 0 0 0 0,0 0-1 0 0,-1 0 1 0 0,1 1 0 0 0,-1 0-1 0 0,-1 0 1 0 0,1 0 0 0 0,5 14-1 0 0,-5-8-35 0 0,0 1 0 0 0,0 0 0 0 0,1 14 0 0 0,5 20-2366 0 0,-8-41 1095 0 0,0-1 1 0 0,0 1-1 0 0,1-1 0 0 0,-1 1 1 0 0,7 8-1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7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1 102 200 0 0,'0'-27'7269'0'0,"0"-11"-1570"0"0,0 36-5163 0 0,-1 2-448 0 0,1 0 1 0 0,0-1-1 0 0,0 1 0 0 0,0-1 1 0 0,0 1-1 0 0,1-1 0 0 0,-1 1 1 0 0,0-1-1 0 0,0 1 0 0 0,0-1 1 0 0,0 1-1 0 0,0 0 0 0 0,0-1 0 0 0,1 1 1 0 0,-1-1-1 0 0,0 1 0 0 0,0 0 1 0 0,1-1-1 0 0,-1 1 0 0 0,1-1 1 0 0,1 3 106 0 0,1 1 0 0 0,-1-1 0 0 0,0 0 0 0 0,0 1 0 0 0,0 0 0 0 0,0-1 0 0 0,0 1 0 0 0,0 0 0 0 0,-1 0 0 0 0,3 6 1 0 0,12 39 813 0 0,-12-37-850 0 0,32 140 903 0 0,-23-89-524 0 0,-13-59-323 0 0,0-4-213 0 0,-1 1-1 0 0,1 0 1 0 0,0-1-1 0 0,-1 1 1 0 0,1-1 0 0 0,0 1-1 0 0,-1 0 1 0 0,1-1 0 0 0,0 1-1 0 0,-1-1 1 0 0,1 1-1 0 0,0-1 1 0 0,0 1 0 0 0,0-1-1 0 0,0 1 1 0 0,-1-1-1 0 0,1 1 1 0 0,0-1 0 0 0,0 1-1 0 0,0-1 1 0 0,0 1 0 0 0,0-1-1 0 0,0 1 1 0 0,0-2-1 0 0,0-12-8 0 0,0 14 7 0 0,2-18-28 0 0,0 1 0 0 0,1-1-1 0 0,1 1 1 0 0,0 0 0 0 0,1 0-1 0 0,1 1 1 0 0,16-32 0 0 0,-15 35-2 0 0,0 1 1 0 0,1 0 0 0 0,0 1 0 0 0,1-1 0 0 0,1 2-1 0 0,-1-1 1 0 0,2 1 0 0 0,-1 1 0 0 0,1 0-1 0 0,15-9 1 0 0,-23 16 21 0 0,0 0-1 0 0,0 0 1 0 0,0 1-1 0 0,0 0 1 0 0,1-1 0 0 0,-1 1-1 0 0,0 1 1 0 0,1-1-1 0 0,-1 0 1 0 0,0 1-1 0 0,1-1 1 0 0,-1 1 0 0 0,1 0-1 0 0,-1 0 1 0 0,1 1-1 0 0,-1-1 1 0 0,0 1-1 0 0,1-1 1 0 0,-1 1 0 0 0,0 0-1 0 0,1 0 1 0 0,-1 1-1 0 0,0-1 1 0 0,0 1-1 0 0,0-1 1 0 0,0 1 0 0 0,0 0-1 0 0,-1 0 1 0 0,1 0-1 0 0,0 1 1 0 0,-1-1-1 0 0,3 4 1 0 0,1 0 17 0 0,-1 1 1 0 0,0 0-1 0 0,-1 0 1 0 0,0 0-1 0 0,0 1 1 0 0,0 0-1 0 0,-1 0 1 0 0,0 0-1 0 0,0 0 0 0 0,-1 0 1 0 0,0 0-1 0 0,0 9 1 0 0,-1 42-63 0 0,-1-14-1654 0 0,6-2-3928 0 0,-2-32 1467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8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4 190 1080 0 0,'-1'-4'468'0'0,"0"0"-1"0"0,0 1 1 0 0,1-1-1 0 0,0 0 0 0 0,0 1 1 0 0,0-1-1 0 0,0 0 1 0 0,0 1-1 0 0,1-1 1 0 0,0 0-1 0 0,0 1 1 0 0,0-1-1 0 0,1-3 1 0 0,0 3-187 0 0,0 0 1 0 0,0 1 0 0 0,0-1-1 0 0,1 1 1 0 0,-1 0 0 0 0,1 0-1 0 0,0 0 1 0 0,-1 0-1 0 0,1 0 1 0 0,6-4 0 0 0,-4 4-186 0 0,-1 1 1 0 0,1-1 0 0 0,-1 1 0 0 0,1 0-1 0 0,0 0 1 0 0,0 1 0 0 0,0-1 0 0 0,0 1 0 0 0,0 0-1 0 0,0 0 1 0 0,0 1 0 0 0,0-1 0 0 0,0 1-1 0 0,0 0 1 0 0,1 1 0 0 0,-1-1 0 0 0,0 1-1 0 0,0 0 1 0 0,5 2 0 0 0,0 1-23 0 0,-1 0 0 0 0,0 1 0 0 0,1 0 0 0 0,-2 1 0 0 0,1 0 0 0 0,-1 0 0 0 0,0 1 0 0 0,0 0-1 0 0,-1 1 1 0 0,1-1 0 0 0,-2 1 0 0 0,1 1 0 0 0,-1-1 0 0 0,-1 1 0 0 0,1 0 0 0 0,-2 0 0 0 0,1 1 0 0 0,-1 0 0 0 0,-1-1 0 0 0,1 1 0 0 0,-2 0 0 0 0,1 1 0 0 0,-2-1 0 0 0,1 0 0 0 0,-1 1 0 0 0,-1-1 0 0 0,0 1 0 0 0,-2 15 0 0 0,-8 42 413 0 0,10-66-366 0 0,-4-13-75 0 0,4 4-41 0 0,0 1 1 0 0,0-1-1 0 0,1 1 0 0 0,0-1 1 0 0,0 1-1 0 0,0-1 1 0 0,3-5-1 0 0,1-7 10 0 0,-2 4-23 0 0,1 1 1 0 0,0 0 0 0 0,1 0-1 0 0,1 1 1 0 0,14-26-1 0 0,-17 34-8 0 0,1-1-1 0 0,-1 1 0 0 0,1 0 0 0 0,1 0 1 0 0,-1 0-1 0 0,1 1 0 0 0,-1 0 1 0 0,1-1-1 0 0,0 2 0 0 0,1-1 0 0 0,-1 1 1 0 0,1-1-1 0 0,-1 2 0 0 0,1-1 0 0 0,10-3 1 0 0,-11 5 7 0 0,1 1 1 0 0,-1-1 0 0 0,0 1 0 0 0,1 0 0 0 0,-1 0-1 0 0,1 1 1 0 0,-1 0 0 0 0,0 0 0 0 0,1 0-1 0 0,-1 0 1 0 0,0 1 0 0 0,6 2 0 0 0,-1 1-1 0 0,0 0 1 0 0,0 0-1 0 0,0 1 1 0 0,14 11-1 0 0,-15-8 26 0 0,0 0-1 0 0,-1 1 1 0 0,0 0-1 0 0,0 0 0 0 0,-1 0 1 0 0,0 1-1 0 0,-1 0 1 0 0,0 1-1 0 0,5 13 0 0 0,6 16 360 0 0,-16-40-281 0 0,0-1-93 0 0,0 0 1 0 0,0 0-1 0 0,0-1 0 0 0,0 1 1 0 0,-1-1-1 0 0,1 1 0 0 0,0-1 1 0 0,0 1-1 0 0,0-1 0 0 0,-1 1 1 0 0,1-1-1 0 0,0 0 0 0 0,0 0 1 0 0,-1 1-1 0 0,1-1 0 0 0,-1 0 1 0 0,1 0-1 0 0,-1 0 0 0 0,1 1 1 0 0,-1-1-1 0 0,1 0 0 0 0,-1-2 1 0 0,11-20 5 0 0,-1-4 4 0 0,1 1-1 0 0,1 1 1 0 0,1 0 0 0 0,1 1-1 0 0,2 0 1 0 0,0 1 0 0 0,1 1-1 0 0,32-31 1 0 0,-41 46-8 0 0,0 1 0 0 0,0 0 0 0 0,1 0 0 0 0,-1 1 0 0 0,2 0 0 0 0,-1 0 0 0 0,0 1 0 0 0,15-4 0 0 0,-20 7 6 0 0,-1 0 1 0 0,1 0-1 0 0,0 0 1 0 0,0 1-1 0 0,0-1 1 0 0,0 1-1 0 0,0 0 1 0 0,0 1-1 0 0,0-1 1 0 0,0 0 0 0 0,-1 1-1 0 0,1 0 1 0 0,0 0-1 0 0,0 0 1 0 0,-1 1-1 0 0,1-1 1 0 0,0 1-1 0 0,-1 0 1 0 0,0 0 0 0 0,1 0-1 0 0,-1 0 1 0 0,0 1-1 0 0,0-1 1 0 0,0 1-1 0 0,3 3 1 0 0,3 7 22 0 0,0 0 0 0 0,-1 1 0 0 0,-1-1 0 0 0,0 2 0 0 0,-1-1 1 0 0,0 1-1 0 0,-2 0 0 0 0,7 27 0 0 0,5 17-1545 0 0,-15-55 1121 0 0,1 1 0 0 0,0-1-1 0 0,0 0 1 0 0,0 0 0 0 0,1 0 0 0 0,3 5-1 0 0,11 9-4302 0 0,-5-9-420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8:59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192 661 2484 0 0,'2'-12'1624'0'0,"0"0"0"0"0,-1 1-1 0 0,-1-19 1 0 0,0 25-1259 0 0,-1 1 0 0 0,1-1 0 0 0,-1 0 0 0 0,0 0 0 0 0,0 1 0 0 0,-1-1 0 0 0,1 1 0 0 0,-1-1 0 0 0,0 1 0 0 0,-1-1 0 0 0,-2-3 0 0 0,4 7-324 0 0,1 0 0 0 0,-1 0 0 0 0,0 0 0 0 0,0 0 0 0 0,0 0 1 0 0,1 1-1 0 0,-1-1 0 0 0,0 0 0 0 0,0 1 0 0 0,0-1 0 0 0,0 1 1 0 0,0-1-1 0 0,0 1 0 0 0,0 0 0 0 0,-1-1 0 0 0,1 1 0 0 0,0 0 1 0 0,0-1-1 0 0,0 1 0 0 0,0 0 0 0 0,-2 0 0 0 0,0 1-6 0 0,0-1 0 0 0,1 1-1 0 0,-1-1 1 0 0,1 1 0 0 0,-1 0 0 0 0,1 0-1 0 0,0 0 1 0 0,-1 0 0 0 0,-2 2-1 0 0,-2 3 2 0 0,-1 0-1 0 0,1 0 0 0 0,0 0 0 0 0,-7 8 0 0 0,4-2-20 0 0,0 1-1 0 0,1 0 0 0 0,1 1 0 0 0,0-1 0 0 0,0 2 1 0 0,-6 17-1 0 0,10-23-8 0 0,1 1 1 0 0,1-1-1 0 0,-1 1 1 0 0,1-1-1 0 0,1 1 1 0 0,0 0-1 0 0,0-1 1 0 0,1 1-1 0 0,0 0 1 0 0,1 0-1 0 0,2 12 1 0 0,-2-19 0 0 0,0 1 0 0 0,0-1 0 0 0,0 0 0 0 0,0 0 0 0 0,0 0 0 0 0,1 0 0 0 0,-1 0 0 0 0,1 0 1 0 0,0-1-1 0 0,0 1 0 0 0,0 0 0 0 0,0-1 0 0 0,0 0 0 0 0,0 1 0 0 0,1-1 0 0 0,-1 0 0 0 0,1 0 0 0 0,0 0 1 0 0,0-1-1 0 0,0 1 0 0 0,-1-1 0 0 0,1 1 0 0 0,1-1 0 0 0,-1 0 0 0 0,0 0 0 0 0,0 0 0 0 0,0-1 0 0 0,0 1 0 0 0,1-1 1 0 0,-1 0-1 0 0,0 1 0 0 0,1-2 0 0 0,3 1 0 0 0,-3-1 1 0 0,1 1 1 0 0,-1-1-1 0 0,1-1 0 0 0,-1 1 1 0 0,0 0-1 0 0,1-1 1 0 0,-1 0-1 0 0,0 0 0 0 0,0 0 1 0 0,0-1-1 0 0,-1 1 0 0 0,1-1 1 0 0,0 0-1 0 0,-1 0 0 0 0,0 0 1 0 0,0 0-1 0 0,0-1 1 0 0,0 1-1 0 0,0-1 0 0 0,-1 0 1 0 0,1 0-1 0 0,-1 0 0 0 0,3-8 1 0 0,0-9 50 0 0,0-1 1 0 0,-1 1 0 0 0,-1-1 0 0 0,-1-32-1 0 0,3-11 275 0 0,-5 62-270 0 0,1 5-28 0 0,-1-1-1 0 0,1 0 1 0 0,0 1-1 0 0,-1-1 0 0 0,1 1 1 0 0,-1-1-1 0 0,1 1 1 0 0,-1 0-1 0 0,0-1 0 0 0,0 4 1 0 0,1-3 43 0 0,0 9 84 0 0,21 106 738 0 0,-18-104-851 0 0,0 0 1 0 0,0 0-1 0 0,1 0 1 0 0,1-1 0 0 0,0 0-1 0 0,13 19 1 0 0,-16-26-42 0 0,0-1 0 0 0,1 0 1 0 0,0 0-1 0 0,0-1 1 0 0,0 1-1 0 0,0-1 0 0 0,1 0 1 0 0,-1 0-1 0 0,1 0 0 0 0,0-1 1 0 0,0 1-1 0 0,0-1 1 0 0,0 0-1 0 0,0-1 0 0 0,0 1 1 0 0,1-1-1 0 0,-1 0 1 0 0,0-1-1 0 0,1 1 0 0 0,-1-1 1 0 0,0 0-1 0 0,1 0 0 0 0,-1-1 1 0 0,1 1-1 0 0,-1-1 1 0 0,0 0-1 0 0,1-1 0 0 0,-1 1 1 0 0,5-3-1 0 0,1-1-95 0 0,0 0 0 0 0,0 0 0 0 0,-1-1 0 0 0,1 0 0 0 0,-2-1 0 0 0,1 0 0 0 0,-1-1 0 0 0,0 0 0 0 0,0 0 0 0 0,-1-1 0 0 0,0 0 0 0 0,8-13 0 0 0,-1-4-208 0 0,-1-1 1 0 0,-1 0-1 0 0,-2-1 0 0 0,-1 0 1 0 0,9-40-1 0 0,19-149-518 0 0,-19-135 1512 0 0,-21 335-666 0 0,-4 24 51 0 0,-4 28 154 0 0,-8 63 641 0 0,4 1-1 0 0,0 178 1 0 0,14-234-737 0 0,10 76 0 0 0,-7-104-105 0 0,0 0 0 0 0,1 0 0 0 0,0-1 0 0 0,1 1 0 0 0,1-1-1 0 0,0 0 1 0 0,1 0 0 0 0,13 19 0 0 0,-17-28-25 0 0,0-1-1 0 0,1 0 1 0 0,-1 0 0 0 0,1 0-1 0 0,0-1 1 0 0,0 1-1 0 0,1-1 1 0 0,-1 0 0 0 0,0 0-1 0 0,1 0 1 0 0,0-1-1 0 0,0 0 1 0 0,0 0 0 0 0,0 0-1 0 0,0 0 1 0 0,0-1 0 0 0,1 0-1 0 0,-1 0 1 0 0,0 0-1 0 0,1-1 1 0 0,-1 0 0 0 0,0 0-1 0 0,1 0 1 0 0,-1 0 0 0 0,0-1-1 0 0,1 0 1 0 0,-1 0-1 0 0,0-1 1 0 0,0 1 0 0 0,0-1-1 0 0,0 0 1 0 0,0-1-1 0 0,0 1 1 0 0,0-1 0 0 0,-1 0-1 0 0,1 0 1 0 0,-1 0 0 0 0,0-1-1 0 0,0 1 1 0 0,5-7-1 0 0,0 0 4 0 0,-1-1-1 0 0,0-1 1 0 0,-1 1-1 0 0,0-1 0 0 0,0 0 1 0 0,-1-1-1 0 0,-1 0 1 0 0,0 0-1 0 0,-1 0 1 0 0,0 0-1 0 0,-1-1 0 0 0,2-21 1 0 0,-4 20-4 0 0,0-1-1 0 0,0 1 1 0 0,-2-1 0 0 0,0 1 0 0 0,0-1-1 0 0,-2 1 1 0 0,0-1 0 0 0,-1 1 0 0 0,0 0 0 0 0,-13-27-1 0 0,17 41-21 0 0,-1 0 0 0 0,1 0 0 0 0,-1-1-1 0 0,0 1 1 0 0,0 0 0 0 0,1 0 0 0 0,-1 0-1 0 0,0 0 1 0 0,0 0 0 0 0,0 0-1 0 0,0 0 1 0 0,0 0 0 0 0,0 0 0 0 0,-2 0-1 0 0,-3 4-46 0 0,4 11 32 0 0,2-12 25 0 0,1 1 0 0 0,-1-1 0 0 0,1 1 0 0 0,0-1 0 0 0,-1 1-1 0 0,1-1 1 0 0,1 1 0 0 0,-1-1 0 0 0,0 0 0 0 0,0 0 0 0 0,1 0 0 0 0,-1 1 0 0 0,1-1 0 0 0,0 0 0 0 0,4 3 0 0 0,30 23-24 0 0,-34-27 22 0 0,11 6-15 0 0,2 0 1 0 0,-1-1-1 0 0,1 0 0 0 0,0-1 0 0 0,0-1 0 0 0,0 0 1 0 0,1-1-1 0 0,-1-1 0 0 0,1 0 0 0 0,24-1 0 0 0,-36-1 19 0 0,1 0 0 0 0,-1 0 0 0 0,1 0-1 0 0,-1-1 1 0 0,1 0 0 0 0,-1 0 0 0 0,1 0-1 0 0,-1 0 1 0 0,0-1 0 0 0,0 0 0 0 0,0 0-1 0 0,0 0 1 0 0,0 0 0 0 0,0 0 0 0 0,0-1-1 0 0,-1 0 1 0 0,1 0 0 0 0,-1 0-1 0 0,0 0 1 0 0,0 0 0 0 0,0-1 0 0 0,4-6-1 0 0,-6 8 7 0 0,0-1-1 0 0,0 1 1 0 0,-1-1-1 0 0,1 0 0 0 0,-1 1 1 0 0,0-1-1 0 0,0 0 0 0 0,0 1 1 0 0,0-1-1 0 0,0 0 0 0 0,0 1 1 0 0,-1-1-1 0 0,1 0 1 0 0,-1 1-1 0 0,0-1 0 0 0,0 1 1 0 0,0-1-1 0 0,0 1 0 0 0,0-1 1 0 0,-2-3-1 0 0,2 6-7 0 0,0 0-1 0 0,0 0 0 0 0,1-1 1 0 0,-1 1-1 0 0,0 0 1 0 0,0 0-1 0 0,0 0 1 0 0,1 0-1 0 0,-1 0 0 0 0,0 0 1 0 0,0 0-1 0 0,1 0 1 0 0,-1 0-1 0 0,0 0 0 0 0,0 1 1 0 0,0-1-1 0 0,1 0 1 0 0,-1 1-1 0 0,0-1 1 0 0,1 0-1 0 0,-1 1 0 0 0,0-1 1 0 0,1 1-1 0 0,-1-1 1 0 0,0 0-1 0 0,0 2 1 0 0,-16 13 34 0 0,8-1 41 0 0,1 0 1 0 0,0 0-1 0 0,0 1 1 0 0,2-1-1 0 0,0 2 1 0 0,1-1-1 0 0,-7 32 0 0 0,8-23-17 0 0,1 1-1 0 0,1-1 1 0 0,1 1-1 0 0,3 40 1 0 0,-1-55-42 0 0,1 0 1 0 0,0 0 0 0 0,0 1 0 0 0,1-1 0 0 0,1 0 0 0 0,0-1 0 0 0,0 1 0 0 0,1-1 0 0 0,0 0 0 0 0,0 0-1 0 0,1 0 1 0 0,0-1 0 0 0,1 0 0 0 0,12 13 0 0 0,-13-16-116 0 0,0 0 0 0 0,0-1 0 0 0,1 1 0 0 0,-1-1-1 0 0,1-1 1 0 0,0 1 0 0 0,0-1 0 0 0,0 0 0 0 0,0-1 0 0 0,1 0 0 0 0,-1 0 0 0 0,1 0-1 0 0,-1-1 1 0 0,1 0 0 0 0,0-1 0 0 0,0 1 0 0 0,-1-2 0 0 0,1 1 0 0 0,0-1 0 0 0,13-3-1 0 0,-15 2-22 0 0,0 1 0 0 0,0-2-1 0 0,0 1 1 0 0,0 0 0 0 0,-1-1 0 0 0,1 0-1 0 0,-1-1 1 0 0,1 1 0 0 0,-1-1-1 0 0,0 0 1 0 0,-1 0 0 0 0,8-9-1 0 0,-5 5 15 0 0,-2 0-1 0 0,1 0 0 0 0,-1-1 1 0 0,-1 0-1 0 0,1 0 0 0 0,-2 0 0 0 0,5-14 1 0 0,-1-9 17 0 0,-1 0 1 0 0,-1-1 0 0 0,0-59-1 0 0,-5-105 3387 0 0,10 227-2665 0 0,5 58-407 0 0,13 60 402 0 0,-23-132-1470 0 0,-1-1 0 0 0,2 0 0 0 0,0-1 0 0 0,1 1 0 0 0,0-1 0 0 0,1-1-1 0 0,13 17 1 0 0,-1-12-5382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00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1 102 776 0 0,'4'-6'1115'0'0,"0"0"1"0"0,0 0-1 0 0,0 0 0 0 0,1 1 0 0 0,0-1 1 0 0,11-8-1 0 0,-13 12-913 0 0,0 0 1 0 0,-1 1-1 0 0,1-1 1 0 0,0 1-1 0 0,0 0 1 0 0,0 0-1 0 0,0 0 1 0 0,1 0-1 0 0,-1 0 1 0 0,0 1-1 0 0,0 0 1 0 0,0-1-1 0 0,0 1 1 0 0,1 0-1 0 0,-1 1 1 0 0,0-1-1 0 0,6 2 1 0 0,-4-1-18 0 0,1 0 0 0 0,-1 1 1 0 0,1 0-1 0 0,-1 0 1 0 0,0 1-1 0 0,0 0 0 0 0,0 0 1 0 0,0 0-1 0 0,0 0 0 0 0,-1 1 1 0 0,1-1-1 0 0,-1 1 0 0 0,0 0 1 0 0,0 1-1 0 0,-1-1 0 0 0,1 1 1 0 0,-1-1-1 0 0,0 1 0 0 0,0 0 1 0 0,0 0-1 0 0,-1 0 1 0 0,4 11-1 0 0,-4-7 13 0 0,1 0 0 0 0,-2 0 0 0 0,1 0 0 0 0,-1 1 0 0 0,-1-1 0 0 0,1 0 0 0 0,-2 1 0 0 0,1-1 0 0 0,-1 0 1 0 0,-1 0-1 0 0,1 1 0 0 0,-2-1 0 0 0,-2 9 0 0 0,-3 0 135 0 0,-1 1 1 0 0,-20 29-1 0 0,-6 11 554 0 0,51-70-857 0 0,-2-1-47 0 0,-1 0 1 0 0,0-1 0 0 0,-1 0 0 0 0,-1-1-1 0 0,14-19 1 0 0,-2 2-16 0 0,11-14 18 0 0,-2-2 1 0 0,-1-1-1 0 0,39-86 0 0 0,-69 132-44 0 0,-3 2-37 0 0,1 1 90 0 0,0-1 0 0 0,0 1 0 0 0,0-1-1 0 0,0 1 1 0 0,0 0 0 0 0,0-1 0 0 0,0 1 0 0 0,0 0-1 0 0,0 0 1 0 0,0 0 0 0 0,0 0 0 0 0,0 0-1 0 0,1 0 1 0 0,-1 0 0 0 0,0 0 0 0 0,0 2-1 0 0,-12 20 78 0 0,13-22-70 0 0,-7 15 70 0 0,0 1 1 0 0,1 1-1 0 0,1 0 1 0 0,0-1-1 0 0,2 2 1 0 0,-3 28-1 0 0,5-37-38 0 0,1 0 0 0 0,0 0 0 0 0,0 0 0 0 0,1 0-1 0 0,1-1 1 0 0,0 1 0 0 0,0 0 0 0 0,1 0 0 0 0,0-1 0 0 0,0 0 0 0 0,1 1 0 0 0,1-1-1 0 0,9 15 1 0 0,-9-18 1 0 0,1 0-1 0 0,0 0 0 0 0,0 0 0 0 0,0-1 0 0 0,1 0 0 0 0,0-1 0 0 0,0 1 1 0 0,0-1-1 0 0,0 0 0 0 0,1-1 0 0 0,-1 0 0 0 0,1 0 0 0 0,0-1 1 0 0,0 1-1 0 0,0-2 0 0 0,15 2 0 0 0,-16-2-301 0 0,0-1 1 0 0,0 0-1 0 0,0-1 0 0 0,-1 1 0 0 0,1-1 1 0 0,0-1-1 0 0,-1 1 0 0 0,1-1 0 0 0,7-3 1 0 0,-9 3-419 0 0,-1-1 1 0 0,1 1-1 0 0,-1-1 1 0 0,0 1-1 0 0,0-1 1 0 0,0-1-1 0 0,-1 1 1 0 0,1 0 0 0 0,-1-1-1 0 0,1 0 1 0 0,-1 0-1 0 0,0 0 1 0 0,3-6-1 0 0,3-10-7051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0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92 672 0 0,'-19'-8'2285'0'0,"-91"-38"8609"0"0,39 13-8787 0 0,69 32-2394 0 0,1 0 0 0 0,-1 1-1 0 0,0-1 1 0 0,0 1 0 0 0,1-1-1 0 0,-1 1 1 0 0,0 0 0 0 0,0 0 0 0 0,0 0-1 0 0,1 0 1 0 0,-1 0 0 0 0,0 0-1 0 0,-2 1 1 0 0,-24 1-9245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00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 1100 0 0,'-28'5'2964'0'0,"19"-4"-2053"0"0,0 1 1 0 0,0 0 0 0 0,1 0 0 0 0,-1 1-1 0 0,1 0 1 0 0,-1 0 0 0 0,-11 7 0 0 0,19-10-871 0 0,1 1 1 0 0,0-1-1 0 0,0 0 1 0 0,0 0-1 0 0,0 1 1 0 0,-1-1 0 0 0,1 0-1 0 0,0 0 1 0 0,0 1-1 0 0,0-1 1 0 0,0 0-1 0 0,0 1 1 0 0,0-1-1 0 0,0 0 1 0 0,0 0 0 0 0,0 1-1 0 0,0-1 1 0 0,0 0-1 0 0,0 0 1 0 0,0 1-1 0 0,0-1 1 0 0,0 0-1 0 0,0 1 1 0 0,0-1-1 0 0,0 0 1 0 0,0 0 0 0 0,1 1-1 0 0,-1-1 1 0 0,0 0-1 0 0,0 0 1 0 0,0 1-1 0 0,0-1 1 0 0,1 0-1 0 0,-1 0 1 0 0,0 0 0 0 0,0 1-1 0 0,0-1 1 0 0,1 0-1 0 0,-1 0 1 0 0,0 0-1 0 0,0 0 1 0 0,1 1-1 0 0,-1-1 1 0 0,11 7 438 0 0,10-2-125 0 0,-1 0 0 0 0,0-1 0 0 0,43 2 0 0 0,-42-4-236 0 0,363 18-742 0 0,-121-18-6523 0 0,-168-2 2114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01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180 955 616 0 0,'-11'-49'7724'0'0,"-17"-48"1"0"0,28 96-7688 0 0,-1 1 1 0 0,1-1-1 0 0,0 1 0 0 0,0-1 1 0 0,0 1-1 0 0,0-1 1 0 0,-1 1-1 0 0,1-1 0 0 0,0 1 1 0 0,0 0-1 0 0,-1-1 0 0 0,1 1 1 0 0,0-1-1 0 0,-1 1 1 0 0,1 0-1 0 0,0-1 0 0 0,-1 1 1 0 0,1 0-1 0 0,-1-1 1 0 0,1 1-1 0 0,-1 0 0 0 0,1 0 1 0 0,0-1-1 0 0,-1 1 0 0 0,1 0 1 0 0,-1 0-1 0 0,1 0 1 0 0,-1 0-1 0 0,0 0 0 0 0,-13 7 342 0 0,-11 23-330 0 0,23-27 43 0 0,-10 13-67 0 0,2 0 0 0 0,0 1 0 0 0,0 0 1 0 0,2 1-1 0 0,0 0 0 0 0,1 0 1 0 0,1 1-1 0 0,0-1 0 0 0,-5 39 0 0 0,11-53-18 0 0,0 0 0 0 0,-1 0 0 0 0,1-1 0 0 0,1 1 0 0 0,-1 0 0 0 0,0 0 0 0 0,1-1 0 0 0,0 1 0 0 0,0 0 0 0 0,0-1 0 0 0,0 1 0 0 0,1-1 0 0 0,0 1 0 0 0,-1-1 0 0 0,1 1 0 0 0,0-1 0 0 0,0 0 0 0 0,1 0 0 0 0,-1 0 0 0 0,1 0 0 0 0,0-1 0 0 0,-1 1 0 0 0,1-1 0 0 0,0 0-1 0 0,0 1 1 0 0,1-1 0 0 0,-1 0 0 0 0,0-1 0 0 0,1 1 0 0 0,-1-1 0 0 0,1 1 0 0 0,0-1 0 0 0,4 1 0 0 0,2 0 9 0 0,-1-1 0 0 0,1 1 0 0 0,0-1-1 0 0,0-1 1 0 0,0 0 0 0 0,0-1 0 0 0,0 1 0 0 0,0-2 0 0 0,0 0-1 0 0,-1 0 1 0 0,17-6 0 0 0,-18 5-7 0 0,0-1 1 0 0,-1 0-1 0 0,1 0 0 0 0,-1-1 1 0 0,0 1-1 0 0,0-2 0 0 0,-1 1 1 0 0,1-1-1 0 0,-1 0 1 0 0,-1 0-1 0 0,1-1 0 0 0,5-8 1 0 0,-5 5 4 0 0,0-1 0 0 0,-1 0 0 0 0,0 0 0 0 0,0 0 1 0 0,-1-1-1 0 0,-1 1 0 0 0,0-1 0 0 0,1-12 1 0 0,-1 5-4 0 0,-2 1 1 0 0,0 0 0 0 0,-2-1 0 0 0,0 1-1 0 0,0-1 1 0 0,-2 1 0 0 0,0 0 0 0 0,-2 0-1 0 0,0 0 1 0 0,0 1 0 0 0,-12-24 0 0 0,15 36-18 0 0,-1 0 0 0 0,1 1 0 0 0,-1 0 0 0 0,0 0 0 0 0,0 0 0 0 0,0 0 0 0 0,0 0 0 0 0,-1 0 0 0 0,1 1 0 0 0,-1 0 0 0 0,0 0-1 0 0,0 0 1 0 0,0 0 0 0 0,-1 0 0 0 0,1 1 0 0 0,-1 0 0 0 0,1 0 0 0 0,-1 0 0 0 0,0 0 0 0 0,0 1 0 0 0,0 0 0 0 0,1 0 0 0 0,-1 0 0 0 0,0 1 0 0 0,0 0 0 0 0,0 0 0 0 0,0 0 0 0 0,-1 0 0 0 0,2 1 0 0 0,-1-1 0 0 0,0 1 0 0 0,0 1 0 0 0,0-1 0 0 0,0 1 0 0 0,-5 2 0 0 0,0 1-5 0 0,1-1 0 0 0,-1 2 0 0 0,1-1 0 0 0,0 1 0 0 0,1 0 0 0 0,-1 1 0 0 0,-10 12 0 0 0,16-17 6 0 0,0 1-1 0 0,0 0 1 0 0,0 1 0 0 0,1-1-1 0 0,0 0 1 0 0,-1 1-1 0 0,1-1 1 0 0,0 1 0 0 0,1 0-1 0 0,-1 0 1 0 0,1 0 0 0 0,0 0-1 0 0,-1 0 1 0 0,2 0 0 0 0,-1 0-1 0 0,0 0 1 0 0,1 0-1 0 0,0 0 1 0 0,0 0 0 0 0,0 0-1 0 0,2 9 1 0 0,-1-10 6 0 0,1 0-1 0 0,-1 0 1 0 0,1 0-1 0 0,0 0 1 0 0,0-1-1 0 0,1 1 1 0 0,-1 0-1 0 0,0-1 1 0 0,1 1-1 0 0,-1-1 1 0 0,1 0-1 0 0,0 0 1 0 0,0 0-1 0 0,0 0 1 0 0,0-1-1 0 0,0 1 1 0 0,0-1-1 0 0,0 1 1 0 0,1-1-1 0 0,-1 0 1 0 0,0-1-1 0 0,1 1 1 0 0,5 0-1 0 0,9 1 9 0 0,1 0 0 0 0,-1-1 0 0 0,19-2 0 0 0,-6-1 2 0 0,1-1 0 0 0,-2-1 1 0 0,1-2-1 0 0,0-1 0 0 0,-1-2 0 0 0,0 0 1 0 0,-1-2-1 0 0,40-21 0 0 0,-50 21-3 0 0,0-1 0 0 0,0 0 1 0 0,-1-2-1 0 0,-1 0 0 0 0,0-1 0 0 0,-1 0 1 0 0,0-1-1 0 0,-2-1 0 0 0,0-1 0 0 0,-1 0 1 0 0,0 0-1 0 0,15-33 0 0 0,-14 19-11 0 0,-1-2 1 0 0,-2 0-1 0 0,-1 0 0 0 0,-2-1 0 0 0,6-50 0 0 0,-10 30 77 0 0,-1 1-1 0 0,-9-102 0 0 0,1 136-123 0 0,5 19 48 0 0,-1 1-1 0 0,1 0 1 0 0,0 0-1 0 0,0 0 1 0 0,0 0-1 0 0,-1 0 1 0 0,1 0-1 0 0,0-1 0 0 0,0 1 1 0 0,0 0-1 0 0,-1 0 1 0 0,1 0-1 0 0,0 0 1 0 0,0 0-1 0 0,0 0 1 0 0,-1 0-1 0 0,1 0 0 0 0,0 0 1 0 0,0 0-1 0 0,-1 0 1 0 0,1 0-1 0 0,0 0 1 0 0,0 0-1 0 0,0 0 1 0 0,-1 0-1 0 0,1 1 0 0 0,0-1 1 0 0,0 0-1 0 0,0 0 1 0 0,-1 0-1 0 0,1 0 1 0 0,0 0-1 0 0,0 0 1 0 0,0 0-1 0 0,0 1 1 0 0,-1-1-1 0 0,1 0 0 0 0,0 0 1 0 0,0 0-1 0 0,0 0 1 0 0,0 1-1 0 0,0-1 1 0 0,-3 4-12 0 0,1-1 1 0 0,0 1 0 0 0,1-1-1 0 0,-1 1 1 0 0,0 0-1 0 0,1 0 1 0 0,-1 6 0 0 0,-8 50 23 0 0,2 0 0 0 0,1 84 0 0 0,5-73 115 0 0,1-64-113 0 0,-58 947 1896 0 0,-25-118-906 0 0,84-834-1001 0 0,-17 278 408 0 0,16-278-396 0 0,1 0 0 0 0,0 0 0 0 0,0 0 0 0 0,1 0 0 0 0,-1 0 0 0 0,0 0 0 0 0,1 0-1 0 0,-1 0 1 0 0,1 0 0 0 0,-1 0 0 0 0,1 0 0 0 0,0 0 0 0 0,0 0 0 0 0,0 0 0 0 0,0 0 0 0 0,0-1-1 0 0,1 1 1 0 0,-1 0 0 0 0,0-1 0 0 0,1 1 0 0 0,2 1 0 0 0,-3-2-8 0 0,0-1 0 0 0,0 0 1 0 0,0 1-1 0 0,-1-1 0 0 0,1 0 0 0 0,0 0 1 0 0,0 0-1 0 0,0 1 0 0 0,0-1 0 0 0,0 0 1 0 0,0 0-1 0 0,0 0 0 0 0,0 0 1 0 0,0-1-1 0 0,0 1 0 0 0,0 0 0 0 0,0 0 1 0 0,1-1-1 0 0,0 0-2 0 0,0 0 1 0 0,0 0 0 0 0,0-1-1 0 0,0 1 1 0 0,0-1 0 0 0,0 1-1 0 0,-1-1 1 0 0,1 1-1 0 0,-1-1 1 0 0,3-2 0 0 0,6-11 10 0 0,-1-1 0 0 0,0 1 0 0 0,-1-1-1 0 0,0-1 1 0 0,-1 1 0 0 0,-2-1 0 0 0,1 0 0 0 0,4-30 0 0 0,-5 16 1 0 0,-2-1 0 0 0,-1 0 0 0 0,-1 0 0 0 0,-4-33 0 0 0,0 38-5 0 0,-2 1 1 0 0,0 0 0 0 0,-2 0-1 0 0,-1 0 1 0 0,-1 1 0 0 0,-1 0 0 0 0,-2 1-1 0 0,0 0 1 0 0,-1 1 0 0 0,-1 1-1 0 0,-2 0 1 0 0,-32-37 0 0 0,5 14-1 0 0,-3 2 0 0 0,-1 2 0 0 0,-2 2 1 0 0,-73-44-1 0 0,99 69-67 0 0,6 4-39 0 0,1 0 0 0 0,0-2 0 0 0,0 1 1 0 0,-25-27-1 0 0,40 37-3 0 0,0 0 0 0 0,0-1 0 0 0,0 1 1 0 0,1 0-1 0 0,-1 0 0 0 0,0 0 1 0 0,1-1-1 0 0,-1 1 0 0 0,1 0 0 0 0,-1-1 1 0 0,1 1-1 0 0,0 0 0 0 0,0-1 0 0 0,-1 1 1 0 0,1 0-1 0 0,0-1 0 0 0,0 1 0 0 0,0-1 1 0 0,0 1-1 0 0,1 0 0 0 0,-1-1 0 0 0,1 0 1 0 0,0-1-124 0 0,0 0 1 0 0,1 0 0 0 0,-1 0-1 0 0,1 1 1 0 0,-1-1 0 0 0,1 1 0 0 0,0-1-1 0 0,0 1 1 0 0,4-4 0 0 0,3-1-715 0 0,1-1 0 0 0,0 2 1 0 0,20-12-1 0 0,55-20-5496 0 0,-34 18 1184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0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51 472 1556 0 0,'-3'-11'1348'0'0,"0"1"-1"0"0,1 0 0 0 0,0-1 1 0 0,0 1-1 0 0,1-1 1 0 0,0-14-1 0 0,-1-16 2642 0 0,2 41-3976 0 0,0 0 0 0 0,0 0 0 0 0,0 0 0 0 0,0-1 0 0 0,0 1 0 0 0,0 0 0 0 0,0 0 0 0 0,0 0 0 0 0,0 0 0 0 0,0 0 0 0 0,0 0 0 0 0,0 0 0 0 0,0 0 0 0 0,0-1 0 0 0,0 1 0 0 0,0 0 0 0 0,0 0 0 0 0,0 0 0 0 0,0 0 0 0 0,0 0 0 0 0,0 0 0 0 0,0 0 0 0 0,0-1 0 0 0,0 1 0 0 0,0 0-1 0 0,0 0 1 0 0,0 0 0 0 0,0 0 0 0 0,0 0 0 0 0,0 0 0 0 0,0 0 0 0 0,0 0 0 0 0,0-1 0 0 0,0 1 0 0 0,0 0 0 0 0,0 0 0 0 0,-1 0 0 0 0,1 0 0 0 0,0 0 0 0 0,0 0 0 0 0,0 0 0 0 0,0 0 0 0 0,0 0 0 0 0,0 0 0 0 0,0 0 0 0 0,0 0 0 0 0,-1 0 0 0 0,1 0 0 0 0,0 0 0 0 0,0 0 0 0 0,0 0 0 0 0,0 0 0 0 0,0 0 0 0 0,0 0 0 0 0,0 0-1 0 0,0 0 1 0 0,-1 0 0 0 0,1 0 0 0 0,0 0 0 0 0,0 0 0 0 0,0 0 0 0 0,0 0 0 0 0,0 0 0 0 0,0 0 0 0 0,0 0 0 0 0,0 0 0 0 0,-1 0 0 0 0,1 0 0 0 0,0 0 0 0 0,-5 11 224 0 0,-3 18-111 0 0,1 5-22 0 0,2 0-1 0 0,2 1 1 0 0,0 0 0 0 0,4 42-1 0 0,1-65-80 0 0,-1 0-1 0 0,2 0 0 0 0,0 0 1 0 0,0-1-1 0 0,1 1 1 0 0,9 20-1 0 0,-9-25-4 0 0,0-1 1 0 0,0 1-1 0 0,1-1 1 0 0,0 0-1 0 0,0 0 1 0 0,0-1-1 0 0,1 1 1 0 0,0-1-1 0 0,0 0 1 0 0,0-1-1 0 0,13 7 1 0 0,-8-6-4 0 0,0 0 1 0 0,1-1-1 0 0,-1-1 1 0 0,1 0-1 0 0,0-1 1 0 0,0 0-1 0 0,0-1 1 0 0,0 0-1 0 0,1-1 1 0 0,-1 0-1 0 0,0-1 1 0 0,17-3-1 0 0,-3-1 33 0 0,1-1-1 0 0,-1-1 1 0 0,-1-2-1 0 0,39-17 1 0 0,-49 19 105 0 0,-1 0 1 0 0,-1-1 0 0 0,1-1 0 0 0,-2 0 0 0 0,1-1 0 0 0,-1 0-1 0 0,0-1 1 0 0,-1-1 0 0 0,17-22 0 0 0,-21 23-81 0 0,0 1 0 0 0,-1-1 1 0 0,-1-1-1 0 0,0 1 0 0 0,0-1 1 0 0,-1 0-1 0 0,0 0 0 0 0,-1 0 0 0 0,-1 0 1 0 0,0-1-1 0 0,0 1 0 0 0,-1-23 1 0 0,-3 13-36 0 0,0 1 1 0 0,-1-1 0 0 0,-1 1-1 0 0,-2 0 1 0 0,0 1-1 0 0,0-1 1 0 0,-2 1 0 0 0,-1 1-1 0 0,-13-24 1 0 0,12 26-24 0 0,-1 0 0 0 0,-1 0 1 0 0,-1 1-1 0 0,0 0 0 0 0,0 2 0 0 0,-2-1 0 0 0,0 2 0 0 0,0 0 0 0 0,-33-21 1 0 0,33 27-27 0 0,1 0 0 0 0,0 1 0 0 0,-1 1 0 0 0,0 0 0 0 0,-1 1 0 0 0,1 0 0 0 0,-1 2 0 0 0,1 0 0 0 0,-1 0 0 0 0,-24 2 0 0 0,31 0-235 0 0,-1 0 1 0 0,1 1-1 0 0,-1 1 1 0 0,0 0-1 0 0,1 0 1 0 0,0 1-1 0 0,-1 0 1 0 0,1 0-1 0 0,1 1 1 0 0,-1 0-1 0 0,0 1 1 0 0,1 0-1 0 0,0 0 1 0 0,0 1-1 0 0,0 0 1 0 0,1 0-1 0 0,0 1 1 0 0,-7 8-1 0 0,11-11-293 0 0,0 0-1 0 0,1 0 0 0 0,0 0 1 0 0,0 0-1 0 0,0 1 0 0 0,1-1 0 0 0,-1 0 1 0 0,1 1-1 0 0,0-1 0 0 0,0 1 1 0 0,1-1-1 0 0,-1 1 0 0 0,1 8 0 0 0,3 11-5327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59 376 1044 0 0,'-2'-2'2266'0'0,"-43"-19"7872"0"0,43 20-9601 0 0,-3-2 119 0 0,0 1 44 0 0,11-4-330 0 0,-2 3-327 0 0,1 1 0 0 0,0 0-1 0 0,0 0 1 0 0,0 1-1 0 0,0-1 1 0 0,0 1-1 0 0,7-1 1 0 0,11-3 38 0 0,230-48 25 0 0,-48 11-3297 0 0,-200 41 3014 0 0,0 0 0 0 0,-1 0 0 0 0,1-1 0 0 0,-1 1 0 0 0,0-1 0 0 0,1 0 0 0 0,5-4 0 0 0,-9 5 148 0 0,-1 0 0 0 0,1 0 0 0 0,0 0 1 0 0,0 0-1 0 0,0 0 0 0 0,-1 0 1 0 0,1 0-1 0 0,-1 0 0 0 0,1 0 0 0 0,-1 0 1 0 0,1 0-1 0 0,-1 0 0 0 0,1 0 0 0 0,-1 0 1 0 0,0-1-1 0 0,0 1 0 0 0,1 0 1 0 0,-1 0-1 0 0,0 0 0 0 0,0 0 0 0 0,0-1 1 0 0,-1 1-1 0 0,1 0 0 0 0,0 0 1 0 0,0 0-1 0 0,-1-1 0 0 0,1 1 0 0 0,0 0 1 0 0,-1 0-1 0 0,1 0 0 0 0,-1 0 0 0 0,0 0 1 0 0,1 0-1 0 0,-2-2 0 0 0,-12-18 824 0 0,-1 1 0 0 0,-34-36 0 0 0,2 3 2371 0 0,30 34-2309 0 0,17 19-851 0 0,0 0-1 0 0,0 0 0 0 0,0 0 0 0 0,-1 0 0 0 0,1 0 1 0 0,0 0-1 0 0,0 0 0 0 0,0 0 0 0 0,0 0 0 0 0,0 0 1 0 0,0 0-1 0 0,0 0 0 0 0,0 0 0 0 0,0 0 0 0 0,0 0 1 0 0,0 1-1 0 0,0-1 0 0 0,0 0 0 0 0,0 0 0 0 0,0 0 0 0 0,0 0 1 0 0,0 0-1 0 0,0 0 0 0 0,0 0 0 0 0,0 0 0 0 0,0 0 1 0 0,0 0-1 0 0,0 0 0 0 0,0 0 0 0 0,0 0 0 0 0,0 0 1 0 0,0 0-1 0 0,-1 0 0 0 0,1 0 0 0 0,0 0 0 0 0,0 0 1 0 0,0 0-1 0 0,0 0 0 0 0,0 0 0 0 0,0 0 0 0 0,0 0 1 0 0,0 0-1 0 0,0 0 0 0 0,0 0 0 0 0,0 0 0 0 0,0 0 1 0 0,0 0-1 0 0,0 0 0 0 0,0 0 0 0 0,0 0 0 0 0,7 13 13 0 0,-1-2 19 0 0,0 1 0 0 0,-1 0 0 0 0,0 0 0 0 0,-1 1 0 0 0,0 0 0 0 0,-1-1 0 0 0,0 1 1 0 0,-1 0-1 0 0,-1 0 0 0 0,0 18 0 0 0,-2 15-1171 0 0,-13 75 0 0 0,3-30-5731 0 0,10-62 677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82 524 0 0,'-9'-12'2928'0'0,"2"-1"-1"0"0,0 1 1 0 0,-10-25-1 0 0,17 36-2911 0 0,-1-1 323 0 0,0-2 122 0 0,-1 8-174 0 0,0 12-62 0 0,9 47 238 0 0,-3 84 1 0 0,-14 65-262 0 0,4-99-599 0 0,2-43-1453 0 0,0-24-3273 0 0,2-28 206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1660 0 0,'2'-35'3352'0'0,"4"-44"2434"0"0,-6 78-5750 0 0,0 0-1 0 0,0 1 0 0 0,1-1 0 0 0,-1 0 0 0 0,0 0 1 0 0,0 0-1 0 0,1 1 0 0 0,-1-1 0 0 0,0 0 0 0 0,1 0 1 0 0,-1 1-1 0 0,1-1 0 0 0,-1 0 0 0 0,1 1 0 0 0,-1-1 1 0 0,1 0-1 0 0,-1 1 0 0 0,1-1 0 0 0,0 1 0 0 0,-1-1 1 0 0,1 1-1 0 0,0-1 0 0 0,0 1 0 0 0,-1-1 0 0 0,1 1 1 0 0,0 0-1 0 0,0 0 0 0 0,0-1 0 0 0,-1 1 0 0 0,1 0 1 0 0,0 0-1 0 0,0 0 0 0 0,0 0 0 0 0,0 0 0 0 0,0 0 1 0 0,-1 0-1 0 0,1 0 0 0 0,0 0 0 0 0,0 0 0 0 0,0 0 1 0 0,0 1-1 0 0,-1-1 0 0 0,1 0 0 0 0,0 1 0 0 0,0-1 1 0 0,-1 0-1 0 0,1 1 0 0 0,0-1 0 0 0,0 2 0 0 0,5 1 56 0 0,0 0 1 0 0,0 1-1 0 0,-1 0 0 0 0,10 8 0 0 0,7 10 133 0 0,-1 1 1 0 0,-2 1 0 0 0,0 1-1 0 0,19 34 1 0 0,53 114 446 0 0,-60-107-1391 0 0,60 91 1 0 0,-85-149-317 0 0,0 0 0 0 0,0-1 0 0 0,1 0 0 0 0,0 0 0 0 0,9 6 0 0 0,-1-3-3713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1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39 131 2116 0 0,'-20'-100'10263'0'0,"13"72"-8219"0"0,7 26-1314 0 0,-1 3-646 0 0,0 1 0 0 0,1 0 0 0 0,-1 0-1 0 0,1 0 1 0 0,0 0 0 0 0,-1 0-1 0 0,1 0 1 0 0,0 4 0 0 0,-4 145 1076 0 0,1 71-336 0 0,5-187-2180 0 0,1 0 0 0 0,2-1 0 0 0,1 0 1 0 0,15 45-1 0 0,-11-53-2277 0 0,3-2-1442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2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87 505 2084 0 0,'-18'-81'14440'0'0,"6"95"-13837"0"0,-6 51-126 0 0,-16 79 10 0 0,32-129-493 0 0,1 0 0 0 0,0 0 0 0 0,0 0-1 0 0,2 0 1 0 0,0 0 0 0 0,1 0 0 0 0,5 24 0 0 0,-5-34-134 0 0,-1 0-1 0 0,1 0 1 0 0,0 0-1 0 0,0 0 1 0 0,1-1-1 0 0,-1 1 1 0 0,1-1-1 0 0,0 1 1 0 0,0-1 0 0 0,1 0-1 0 0,-1-1 1 0 0,1 1-1 0 0,0 0 1 0 0,0-1-1 0 0,0 0 1 0 0,0 0-1 0 0,1 0 1 0 0,-1-1-1 0 0,1 1 1 0 0,-1-1-1 0 0,8 2 1 0 0,-5-2-48 0 0,0 0 1 0 0,0-1-1 0 0,0 0 1 0 0,0 0-1 0 0,0-1 1 0 0,0 0-1 0 0,0 0 1 0 0,1-1-1 0 0,-1 0 1 0 0,0 0-1 0 0,0-1 1 0 0,0 0-1 0 0,0 0 1 0 0,-1 0-1 0 0,9-5 1 0 0,-5 2 122 0 0,0 0 1 0 0,-1-1-1 0 0,0-1 1 0 0,0 1-1 0 0,-1-1 1 0 0,1-1-1 0 0,-2 1 0 0 0,1-2 1 0 0,-1 1-1 0 0,0-1 1 0 0,-1 0-1 0 0,0 0 1 0 0,6-13-1 0 0,-1-3 842 0 0,-1-1 0 0 0,-1 1 0 0 0,-1-1-1 0 0,5-34 1 0 0,2-9 1986 0 0,-15 67-2680 0 0,7 38 146 0 0,-1 21 83 0 0,-4-35-181 0 0,9 40 1 0 0,-8-49-97 0 0,0-1 0 0 0,2 0 0 0 0,0 1 0 0 0,0-2-1 0 0,1 1 1 0 0,0-1 0 0 0,1 1 0 0 0,8 9 0 0 0,-11-17-74 0 0,0 1 0 0 0,0-1 0 0 0,0 0 0 0 0,0-1 0 0 0,1 1 0 0 0,-1-1 0 0 0,1 0 0 0 0,0 0 0 0 0,0-1 0 0 0,0 1 0 0 0,0-1 0 0 0,0 0 0 0 0,1 0-1 0 0,-1-1 1 0 0,1 0 0 0 0,-1 0 0 0 0,1 0 0 0 0,0 0 0 0 0,-1-1 0 0 0,1 0 0 0 0,6-1 0 0 0,-3 0-103 0 0,1 0 0 0 0,-1-1 0 0 0,0 0 0 0 0,0-1-1 0 0,0 0 1 0 0,0-1 0 0 0,0 0 0 0 0,-1 0 0 0 0,0 0 0 0 0,0-1 0 0 0,0-1 0 0 0,0 1-1 0 0,-1-1 1 0 0,0 0 0 0 0,0-1 0 0 0,0 0 0 0 0,-1 0 0 0 0,0 0 0 0 0,0-1 0 0 0,-1 0 0 0 0,0 0-1 0 0,-1 0 1 0 0,0-1 0 0 0,0 0 0 0 0,3-9 0 0 0,2-11 26 0 0,-1 0 0 0 0,-1-1 0 0 0,5-59 1 0 0,-8 30 335 0 0,-6-63 0 0 0,-13-39 2211 0 0,11 122-1936 0 0,4 36-444 0 0,-16 25 37 0 0,2 28 101 0 0,2 0-1 0 0,-7 72 0 0 0,17-105-151 0 0,-16 191 393 0 0,17-182-393 0 0,2-1-1 0 0,1 1 1 0 0,2-1 0 0 0,0 0-1 0 0,1 0 1 0 0,10 28-1 0 0,-12-46-35 0 0,-1 0 0 0 0,1-1 0 0 0,0 0-1 0 0,1 1 1 0 0,0-1 0 0 0,0-1-1 0 0,0 1 1 0 0,0 0 0 0 0,1-1-1 0 0,0 0 1 0 0,0 0 0 0 0,1-1 0 0 0,-1 1-1 0 0,1-1 1 0 0,0 0 0 0 0,0-1-1 0 0,0 0 1 0 0,1 0 0 0 0,-1 0 0 0 0,1 0-1 0 0,0-1 1 0 0,9 2 0 0 0,-5-2-121 0 0,1-1 0 0 0,0 0 0 0 0,0-1 1 0 0,-1 0-1 0 0,1-1 0 0 0,0-1 1 0 0,-1 1-1 0 0,1-2 0 0 0,-1 1 0 0 0,1-2 1 0 0,-1 0-1 0 0,19-9 0 0 0,-14 5-148 0 0,0-2-1 0 0,0 1 0 0 0,-1-2 1 0 0,0 0-1 0 0,-1-1 0 0 0,0-1 1 0 0,-1 0-1 0 0,14-19 0 0 0,-11 11 30 0 0,-1-1-1 0 0,-1-1 0 0 0,-1 0 0 0 0,-1-1 1 0 0,10-28-1 0 0,-4-5 175 0 0,-2-1-1 0 0,-3 0 1 0 0,-2-1 0 0 0,4-84-1 0 0,-11 94 1218 0 0,-2-1 0 0 0,-8-72 1 0 0,6 121-1133 0 0,1 0 1 0 0,-1 0-1 0 0,0 0 1 0 0,-1 0 0 0 0,1 0-1 0 0,0 0 1 0 0,0 0 0 0 0,0 1-1 0 0,0-1 1 0 0,-1 0 0 0 0,1 0-1 0 0,0 0 1 0 0,-1 0-1 0 0,1 1 1 0 0,-1-1 0 0 0,1 0-1 0 0,-1 0 1 0 0,1 1 0 0 0,-1-1-1 0 0,0 0 1 0 0,1 1 0 0 0,-1-1-1 0 0,-1 0 1 0 0,2 1-9 0 0,-1 0 0 0 0,0 0 0 0 0,0 0-1 0 0,0 0 1 0 0,1 0 0 0 0,-1 1 0 0 0,0-1 0 0 0,1 0 0 0 0,-1 0 0 0 0,0 1 0 0 0,1-1 0 0 0,-1 1 0 0 0,0-1 0 0 0,1 0-1 0 0,-1 1 1 0 0,0-1 0 0 0,1 1 0 0 0,-1 0 0 0 0,1-1 0 0 0,-1 2 0 0 0,-4 4 56 0 0,0 0 1 0 0,1 1-1 0 0,-7 13 0 0 0,-3 12 42 0 0,2 2 0 0 0,1-1 0 0 0,1 1 0 0 0,3 1 0 0 0,0-1 0 0 0,2 1 0 0 0,2 0 0 0 0,1 1 0 0 0,2-1 0 0 0,1 0 0 0 0,2 0 0 0 0,1 0 0 0 0,16 59 0 0 0,-13-72-200 0 0,1 0-1 0 0,2 0 1 0 0,0-1-1 0 0,1-1 1 0 0,1 1-1 0 0,1-2 1 0 0,1 0-1 0 0,0 0 1 0 0,2-2-1 0 0,0 0 1 0 0,26 22-1 0 0,-13-16-1222 0 0,2-1 0 0 0,0-2 0 0 0,1-1 0 0 0,1-2 0 0 0,1 0 0 0 0,53 17 0 0 0,3-7-4970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3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85 700 0 0,'-6'-32'6611'0'0,"6"28"-6184"0"0,0 0 1 0 0,-1-1-1 0 0,1 1 1 0 0,1 0-1 0 0,-1-1 1 0 0,1 1-1 0 0,1-8 1 0 0,-1 11-401 0 0,-1 1-1 0 0,0-1 1 0 0,1 0 0 0 0,-1 1 0 0 0,0-1-1 0 0,1 1 1 0 0,-1-1 0 0 0,1 1-1 0 0,-1-1 1 0 0,1 1 0 0 0,-1-1-1 0 0,1 1 1 0 0,-1-1 0 0 0,1 1 0 0 0,-1 0-1 0 0,1-1 1 0 0,0 1 0 0 0,-1 0-1 0 0,1-1 1 0 0,0 1 0 0 0,-1 0-1 0 0,1 0 1 0 0,0 0 0 0 0,-1 0 0 0 0,1-1-1 0 0,0 1 1 0 0,-1 0 0 0 0,1 0-1 0 0,0 1 1 0 0,-1-1 0 0 0,1 0 0 0 0,0 0-1 0 0,0 0 1 0 0,-1 0 0 0 0,1 0-1 0 0,0 1 1 0 0,-1-1 0 0 0,1 0-1 0 0,-1 1 1 0 0,1-1 0 0 0,0 0 0 0 0,-1 1-1 0 0,1-1 1 0 0,-1 1 0 0 0,1 0-1 0 0,26 21 373 0 0,-16-8-252 0 0,-2 0 0 0 0,1 1-1 0 0,-2 0 1 0 0,0 0 0 0 0,-1 1-1 0 0,0 0 1 0 0,-1 0 0 0 0,4 19-1 0 0,-2 1 69 0 0,-1 0-1 0 0,3 66 1 0 0,-9-75-126 0 0,7 68 3955 0 0,-9-99-3984 0 0,0 0 1 0 0,0 0-1 0 0,1 0 0 0 0,0-1 0 0 0,0 1 1 0 0,1-7-1 0 0,0-6-43 0 0,1 0 0 0 0,1 0-1 0 0,1 0 1 0 0,0 0 0 0 0,1 0 0 0 0,1 1 0 0 0,0 0 0 0 0,2 0-1 0 0,11-20 1 0 0,-14 29-35 0 0,-1-1 0 0 0,1 1 0 0 0,0 0 0 0 0,1 1 0 0 0,0-1 0 0 0,0 1 0 0 0,0 0 0 0 0,1 1 0 0 0,0-1 0 0 0,0 1 0 0 0,0 1 0 0 0,1-1 0 0 0,0 1 0 0 0,-1 0 0 0 0,1 1 0 0 0,1 0 0 0 0,-1 0 0 0 0,0 1 0 0 0,1 0 0 0 0,11-1 0 0 0,-15 3 12 0 0,0 0-1 0 0,1 0 1 0 0,-1 1-1 0 0,0-1 1 0 0,0 1-1 0 0,1 0 1 0 0,-1 1-1 0 0,0-1 1 0 0,0 1 0 0 0,0 0-1 0 0,0 1 1 0 0,-1-1-1 0 0,1 1 1 0 0,-1-1-1 0 0,1 2 1 0 0,-1-1-1 0 0,0 0 1 0 0,0 1 0 0 0,0 0-1 0 0,-1-1 1 0 0,1 1-1 0 0,-1 1 1 0 0,0-1-1 0 0,0 1 1 0 0,0-1-1 0 0,2 8 1 0 0,1 2 7 0 0,-1 0 1 0 0,0 1-1 0 0,-1-1 1 0 0,0 1-1 0 0,-2 0 1 0 0,0 0-1 0 0,0 0 1 0 0,-1 17-1 0 0,-5 67 420 0 0,4-97-327 0 0,2-3-93 0 0,-1-1 0 0 0,1 0 0 0 0,-1 1 0 0 0,1-1 0 0 0,-1 0 0 0 0,0 0 0 0 0,0 0 0 0 0,0 0 0 0 0,1-5 0 0 0,0 5-2 0 0,16-35 6 0 0,1 0-1 0 0,47-64 0 0 0,-50 81-55 0 0,1-1-1 0 0,1 2 0 0 0,1 1 1 0 0,1 0-1 0 0,35-24 0 0 0,-53 40 41 0 0,0 1 0 0 0,0-1 0 0 0,1 1 0 0 0,-1 0 0 0 0,0 0 0 0 0,1-1 0 0 0,-1 2-1 0 0,1-1 1 0 0,-1 0 0 0 0,1 0 0 0 0,0 1 0 0 0,-1-1 0 0 0,1 1 0 0 0,0 0 0 0 0,-1 0 0 0 0,1 0 0 0 0,0 0 0 0 0,-1 1 0 0 0,1-1 0 0 0,0 1-1 0 0,4 1 1 0 0,-4 0 12 0 0,0 0 0 0 0,0 0 0 0 0,0 0 0 0 0,0 0 0 0 0,-1 0 0 0 0,1 1 0 0 0,-1-1 0 0 0,0 1 0 0 0,0 0 0 0 0,0-1 0 0 0,0 1 0 0 0,0 0 0 0 0,0 0-1 0 0,-1 1 1 0 0,3 5 0 0 0,0 7 7 0 0,0-1-1 0 0,-1 1 1 0 0,-1-1-1 0 0,1 29 0 0 0,1 12-550 0 0,-2-45 110 0 0,0-1 0 0 0,0 1 0 0 0,1-1 0 0 0,0 0 0 0 0,1 0 0 0 0,0 0 0 0 0,0 0 0 0 0,1-1-1 0 0,1 0 1 0 0,-1 0 0 0 0,9 10 0 0 0,-8-12-336 0 0,0-1 0 0 0,1 0 0 0 0,0 0 0 0 0,0 0 0 0 0,0-1 0 0 0,1 0 0 0 0,0 0 0 0 0,11 4 0 0 0,3 0-2707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1108 1204 0 0,'3'-15'1714'0'0,"-2"-1"-1"0"0,1 1 1 0 0,-2 0 0 0 0,-2-26-1 0 0,1 36-1441 0 0,1-1 0 0 0,-1 1 0 0 0,0-1-1 0 0,0 1 1 0 0,-1 0 0 0 0,0 0 0 0 0,0 0-1 0 0,0-1 1 0 0,-1 2 0 0 0,1-1 0 0 0,-1 0 0 0 0,0 0-1 0 0,0 1 1 0 0,-1 0 0 0 0,0 0 0 0 0,-4-4 0 0 0,7 7-242 0 0,-1 0 0 0 0,1 0 0 0 0,-1 0 0 0 0,0 0 0 0 0,1 0 0 0 0,-1 0 0 0 0,0 1 0 0 0,1-1 0 0 0,-1 1 0 0 0,0-1 0 0 0,0 1 0 0 0,0 0 0 0 0,0 0 0 0 0,0 0 0 0 0,1 0 0 0 0,-1 0 0 0 0,0 0 0 0 0,0 0 0 0 0,-2 1 0 0 0,1 0-4 0 0,-1 0 0 0 0,0 1-1 0 0,1 0 1 0 0,-1-1 0 0 0,1 1 0 0 0,-1 1 0 0 0,1-1-1 0 0,-5 4 1 0 0,-1 3-6 0 0,0 0 0 0 0,1 1 0 0 0,0-1 0 0 0,-11 19 0 0 0,12-18-17 0 0,1 1 0 0 0,1 0 0 0 0,-1 0 0 0 0,2 1 1 0 0,0-1-1 0 0,0 1 0 0 0,1 0 0 0 0,-3 19 0 0 0,6-27 1 0 0,-1 0 0 0 0,1 1 0 0 0,0-1 0 0 0,1 0 0 0 0,-1 1 0 0 0,1-1 0 0 0,0 0-1 0 0,0 1 1 0 0,0-1 0 0 0,0 0 0 0 0,1 0 0 0 0,0 0 0 0 0,0 0 0 0 0,0 0 0 0 0,0-1 0 0 0,0 1 0 0 0,1-1 0 0 0,0 1 0 0 0,0-1-1 0 0,0 0 1 0 0,0 0 0 0 0,0 0 0 0 0,0 0 0 0 0,1-1 0 0 0,0 1 0 0 0,-1-1 0 0 0,6 2 0 0 0,-4-1-1 0 0,-1-1 0 0 0,1 0 0 0 0,-1-1 0 0 0,1 1 0 0 0,0-1 0 0 0,-1 0 0 0 0,1 0 0 0 0,0 0 0 0 0,0-1 0 0 0,0 0 0 0 0,0 0 0 0 0,-1 0 0 0 0,1 0 0 0 0,0-1 1 0 0,0 0-1 0 0,0 0 0 0 0,-1 0 0 0 0,1 0 0 0 0,0-1 0 0 0,-1 0 0 0 0,1 0 0 0 0,-1 0 0 0 0,0 0 0 0 0,0-1 0 0 0,0 0 0 0 0,4-3 0 0 0,-2 1 1 0 0,0-1 1 0 0,-1 0-1 0 0,0 0 0 0 0,0 0 0 0 0,-1-1 0 0 0,0 0 0 0 0,0 1 1 0 0,0-1-1 0 0,-1-1 0 0 0,0 1 0 0 0,0 0 0 0 0,-1-1 1 0 0,0 0-1 0 0,0 1 0 0 0,1-12 0 0 0,0-98 12 0 0,4 199 424 0 0,7 40-113 0 0,-11-109-302 0 0,0 0 1 0 0,0-1 0 0 0,1 0-1 0 0,1 0 1 0 0,0 0-1 0 0,1 0 1 0 0,9 13 0 0 0,-12-20-15 0 0,0-1 0 0 0,1 1 0 0 0,0-1 0 0 0,0 0 0 0 0,0 0 0 0 0,0 0 0 0 0,1-1 1 0 0,-1 1-1 0 0,1-1 0 0 0,0 0 0 0 0,0-1 0 0 0,0 1 0 0 0,0-1 0 0 0,10 3 1 0 0,-7-3 0 0 0,0-1 1 0 0,0 0-1 0 0,0 0 1 0 0,0-1-1 0 0,0 0 1 0 0,0-1 0 0 0,0 1-1 0 0,0-1 1 0 0,13-4-1 0 0,-6 0 3 0 0,0 0 0 0 0,0-1 0 0 0,0-1 0 0 0,-1 0 0 0 0,0-1 0 0 0,-1 0 0 0 0,1-1 0 0 0,-2-1-1 0 0,1 0 1 0 0,11-13 0 0 0,-6 2-76 0 0,0-2-1 0 0,-2 0 0 0 0,-1 0 1 0 0,0-2-1 0 0,-2 0 0 0 0,-1 0 1 0 0,-1-1-1 0 0,-1-1 0 0 0,9-41 1 0 0,0-21-254 0 0,13-144 1 0 0,-23 89 514 0 0,-16-255 0 0 0,6 383-156 0 0,0 1-63 0 0,0 0 0 0 0,-6-27-1 0 0,2 70-19 0 0,-1 104 429 0 0,-8 256 1176 0 0,31-1-664 0 0,-16-378-893 0 0,19 124 163 0 0,-17-120-147 0 0,0-1 0 0 0,1-1-1 0 0,0 1 1 0 0,0 0 0 0 0,2-1-1 0 0,-1 0 1 0 0,2 0-1 0 0,11 16 1 0 0,-14-22-13 0 0,0-1 0 0 0,1 0 0 0 0,-1 0 0 0 0,1 0 0 0 0,0 0 0 0 0,-1 0 0 0 0,2-1 0 0 0,-1 0-1 0 0,0 0 1 0 0,1-1 0 0 0,-1 1 0 0 0,1-1 0 0 0,0 0 0 0 0,0-1 0 0 0,0 0 0 0 0,0 0 0 0 0,0 0 0 0 0,0 0 0 0 0,0-1 0 0 0,0 0 0 0 0,0 0-1 0 0,0-1 1 0 0,9-1 0 0 0,-6-1-2 0 0,1 1 1 0 0,-1-2-1 0 0,0 1 0 0 0,0-1 0 0 0,0-1 0 0 0,-1 0 1 0 0,0 0-1 0 0,1 0 0 0 0,-2-1 0 0 0,1 0 0 0 0,-1-1 0 0 0,0 0 1 0 0,11-13-1 0 0,-3 0-1 0 0,-1-1 1 0 0,-1 0 0 0 0,0-1-1 0 0,-2 0 1 0 0,-1-1-1 0 0,0 0 1 0 0,11-45 0 0 0,-18 54-8 0 0,0 0-1 0 0,-1 0 1 0 0,0 0 0 0 0,-1 0 0 0 0,-1 0 0 0 0,0 0 0 0 0,-1-1 0 0 0,-1 1 0 0 0,0 0 0 0 0,-1 0 0 0 0,0 1 0 0 0,-1-1 0 0 0,-1 0 0 0 0,0 1 0 0 0,-8-15 0 0 0,12 26-6 0 0,-13-19-50 0 0,14 20 45 0 0,-1 0 1 0 0,0 0 0 0 0,0 0 0 0 0,1 0 0 0 0,-1 1 0 0 0,0-1 0 0 0,0 0 0 0 0,0 0 0 0 0,0 1 0 0 0,0-1 0 0 0,0 0 0 0 0,0 1 0 0 0,0-1 0 0 0,0 1 0 0 0,0 0 0 0 0,0-1 0 0 0,0 1 0 0 0,0 0 0 0 0,-2-1 0 0 0,2 1 4 0 0,0 0 0 0 0,0 1 0 0 0,0-1 0 0 0,0 0 0 0 0,0 0 0 0 0,0 0 0 0 0,0 1 0 0 0,0-1 0 0 0,0 1 0 0 0,0-1-1 0 0,0 1 1 0 0,0-1 0 0 0,0 1 0 0 0,0-1 0 0 0,0 1 0 0 0,1 0 0 0 0,-2 1 0 0 0,1-1-1 0 0,0 1-1 0 0,1-1 1 0 0,-1 1-1 0 0,0-1 1 0 0,1 1 0 0 0,0-1-1 0 0,-1 1 1 0 0,1 0-1 0 0,0-1 1 0 0,0 1 0 0 0,0-1-1 0 0,0 1 1 0 0,0 0 0 0 0,0 2-1 0 0,1 0 7 0 0,0 1-1 0 0,1 0 1 0 0,-1 0-1 0 0,1-1 1 0 0,0 1-1 0 0,0-1 1 0 0,0 1-1 0 0,1-1 1 0 0,0 0-1 0 0,-1 0 1 0 0,1 0-1 0 0,1 0 1 0 0,-1-1-1 0 0,1 1 1 0 0,-1-1-1 0 0,1 0 1 0 0,0 0-1 0 0,4 3 1 0 0,6 2-9 0 0,0 0 1 0 0,1 0 0 0 0,-1-1-1 0 0,20 6 1 0 0,-9-5-302 0 0,0-1 0 0 0,0-1 0 0 0,41 4 0 0 0,-54-9 229 0 0,1 0-1 0 0,-1-1 0 0 0,0 0 0 0 0,1-1 0 0 0,-1-1 0 0 0,0 0 0 0 0,0-1 0 0 0,0 0 0 0 0,19-7 1 0 0,-27 8 111 0 0,-1 0 0 0 0,0 1 1 0 0,0-1-1 0 0,0 0 0 0 0,-1-1 1 0 0,1 1-1 0 0,0 0 0 0 0,-1-1 1 0 0,0 1-1 0 0,3-5 0 0 0,-4 6 15 0 0,0-1 0 0 0,0 1 1 0 0,0-1-1 0 0,0 0 0 0 0,-1 1 0 0 0,1-1 0 0 0,0 0 0 0 0,-1 1 0 0 0,0-1 0 0 0,1 0 0 0 0,-1 0 0 0 0,0 1 1 0 0,0-1-1 0 0,0 0 0 0 0,0 0 0 0 0,0 0 0 0 0,0 1 0 0 0,0-1 0 0 0,-1 0 0 0 0,0-3 0 0 0,0 4 25 0 0,1 1-70 0 0,0-1 0 0 0,0 1 0 0 0,0 0 0 0 0,0 0 0 0 0,0 0 0 0 0,0-1 0 0 0,0 1 0 0 0,0 0 0 0 0,0 0 0 0 0,0 0 0 0 0,0-1 0 0 0,0 1 0 0 0,0 0 0 0 0,0 0 0 0 0,-1 0 0 0 0,1 0-1 0 0,0-1 1 0 0,0 1 0 0 0,0 0 0 0 0,0 0 0 0 0,0 0 0 0 0,0 0 0 0 0,-1 0 0 0 0,1 0 0 0 0,0-1 0 0 0,0 1 0 0 0,0 0 0 0 0,0 0 0 0 0,0 0 0 0 0,-1 0 0 0 0,1 0 0 0 0,0 0 0 0 0,0 0 0 0 0,0 0 0 0 0,-1 0 0 0 0,1 0 0 0 0,0 0 0 0 0,0 0 0 0 0,0 0 0 0 0,-1 0 0 0 0,-10 3 44 0 0,-7 10 9 0 0,9-2-47 0 0,1 1 0 0 0,1 1 0 0 0,0-1-1 0 0,1 1 1 0 0,0 0 0 0 0,0 1 0 0 0,2-1 0 0 0,-5 19 0 0 0,7-19 0 0 0,-1-1 1 0 0,2 1-1 0 0,-1 0 0 0 0,2 0 0 0 0,0 0 0 0 0,0 0 1 0 0,1-1-1 0 0,1 1 0 0 0,4 19 0 0 0,-4-26 8 0 0,1 0-1 0 0,-1 0 1 0 0,1-1-1 0 0,0 1 1 0 0,0-1-1 0 0,0 0 1 0 0,1 0-1 0 0,0 0 1 0 0,0 0-1 0 0,0-1 1 0 0,1 1-1 0 0,-1-1 1 0 0,6 4-1 0 0,-2-3-76 0 0,1 0-1 0 0,-1 0 0 0 0,1-1 1 0 0,0 0-1 0 0,1 0 0 0 0,-1-1 1 0 0,17 4-1 0 0,-11-5-268 0 0,1 1-1 0 0,-1-2 1 0 0,1 0 0 0 0,0-1 0 0 0,-1-1-1 0 0,1 0 1 0 0,-1-1 0 0 0,0-1 0 0 0,1 0-1 0 0,19-8 1 0 0,-26 7 188 0 0,0 0-1 0 0,0 0 1 0 0,-1-1 0 0 0,1 0 0 0 0,-1 0-1 0 0,-1-1 1 0 0,1 0 0 0 0,-1-1 0 0 0,0 0-1 0 0,0 0 1 0 0,-1 0 0 0 0,0-1-1 0 0,0 0 1 0 0,-1 0 0 0 0,0 0 0 0 0,5-11-1 0 0,-4 4 354 0 0,-1 0 0 0 0,0 0-1 0 0,-1-1 1 0 0,-1 0 0 0 0,0 0 0 0 0,-1 0 0 0 0,-1 0-1 0 0,-2-31 1 0 0,-3-57 3951 0 0,-5 125-3883 0 0,3 177 546 0 0,8-169-1779 0 0,8 40 1 0 0,-6-50-749 0 0,1 0 0 0 0,1 0 0 0 0,8 18 0 0 0,-7-23-1954 0 0,2-2-1502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88 596 0 0,'5'-7'929'0'0,"1"0"1"0"0,0 0-1 0 0,1 0 1 0 0,0 1-1 0 0,0 0 0 0 0,0 0 1 0 0,1 0-1 0 0,-1 1 0 0 0,1 1 1 0 0,15-7-1 0 0,-19 9-773 0 0,0 1 0 0 0,0 0-1 0 0,0 1 1 0 0,0-1 0 0 0,0 1 0 0 0,0-1 0 0 0,0 1-1 0 0,0 0 1 0 0,0 1 0 0 0,0-1 0 0 0,0 1-1 0 0,-1 0 1 0 0,1 0 0 0 0,0 0 0 0 0,0 0 0 0 0,0 0-1 0 0,-1 1 1 0 0,1 0 0 0 0,-1 0 0 0 0,1 0-1 0 0,-1 0 1 0 0,0 1 0 0 0,1-1 0 0 0,-1 1-1 0 0,-1 0 1 0 0,1 0 0 0 0,3 4 0 0 0,-2-2-23 0 0,0 1 1 0 0,0-1 0 0 0,-1 1-1 0 0,1 0 1 0 0,-1 0-1 0 0,-1 0 1 0 0,1 0 0 0 0,-1 1-1 0 0,0-1 1 0 0,-1 0-1 0 0,0 1 1 0 0,0 0 0 0 0,0-1-1 0 0,-1 1 1 0 0,0 0-1 0 0,0-1 1 0 0,0 1 0 0 0,-1 0-1 0 0,0-1 1 0 0,0 1-1 0 0,-1-1 1 0 0,-3 9 0 0 0,-2 4 21 0 0,-1 0 0 0 0,-1-1 0 0 0,0 0 0 0 0,-1 0-1 0 0,-1-2 1 0 0,-15 19 0 0 0,-9 13 380 0 0,34-47-416 0 0,2-3-94 0 0,16-21-48 0 0,1 1-1 0 0,31-31 1 0 0,-5 6-80 0 0,-31 31 74 0 0,21-21-15 0 0,-3-1-1 0 0,-1-1 1 0 0,26-46-1 0 0,-40 56 62 0 0,-15 27-29 0 0,-3 2 6 0 0,0 1 9 0 0,0 0-1 0 0,0-1 0 0 0,-1 1 0 0 0,1 0 0 0 0,0 0 0 0 0,1 0 0 0 0,-1 0 0 0 0,0 1 0 0 0,0-1 0 0 0,0 0 0 0 0,1 1 0 0 0,-1-1 0 0 0,1 1 0 0 0,-1-1 0 0 0,1 1 0 0 0,-1 0 0 0 0,1 0 0 0 0,-2 3 0 0 0,-19 39 195 0 0,21-43-191 0 0,-3 11 39 0 0,-1 0 0 0 0,1 1 0 0 0,1-1 0 0 0,0 1 0 0 0,1-1 0 0 0,0 1 0 0 0,1 0 0 0 0,1 0 0 0 0,0 0 0 0 0,0 0 0 0 0,4 15 0 0 0,-3-21-23 0 0,1 0 0 0 0,-1 0 0 0 0,2 1 0 0 0,-1-1 0 0 0,1-1 0 0 0,0 1 0 0 0,1 0 0 0 0,-1-1 0 0 0,1 0 0 0 0,1 1 0 0 0,-1-2 0 0 0,1 1 0 0 0,0 0 0 0 0,0-1 0 0 0,1 0 0 0 0,-1 0 0 0 0,1-1 0 0 0,0 1 1 0 0,1-1-1 0 0,11 5 0 0 0,-10-6-51 0 0,0 0 0 0 0,0 0 1 0 0,0-1-1 0 0,1 0 1 0 0,0 0-1 0 0,-1-1 1 0 0,1 0-1 0 0,0-1 0 0 0,-1 1 1 0 0,1-2-1 0 0,0 1 1 0 0,11-4-1 0 0,-14 3-365 0 0,1-1-1 0 0,-1 0 1 0 0,0 0 0 0 0,0-1-1 0 0,1 0 1 0 0,-2 0-1 0 0,8-4 1 0 0,-9 3-437 0 0,1 1-1 0 0,-1-1 1 0 0,0 0 0 0 0,0 0-1 0 0,0 0 1 0 0,-1-1 0 0 0,1 1-1 0 0,-1-1 1 0 0,3-5 0 0 0,3-10-5806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5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253 122 3488 0 0,'-124'-59'11613'0'0,"43"15"-11293"0"0,48 30-8280 0 0,18 9 2903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1556 0 0,'-10'3'1169'0'0,"-47"15"3308"0"0,54-17-4231 0 0,0 0 0 0 0,1 0 0 0 0,-1 0 0 0 0,0 1 0 0 0,1-1 0 0 0,-1 1-1 0 0,1 0 1 0 0,-1 0 0 0 0,1 0 0 0 0,0 0 0 0 0,0 0 0 0 0,0 0 0 0 0,0 1 0 0 0,0-1 0 0 0,1 1-1 0 0,-3 3 1 0 0,4-4-187 0 0,0-1 0 0 0,-1 0 0 0 0,1 1-1 0 0,0-1 1 0 0,0 1 0 0 0,0-1 0 0 0,1 0-1 0 0,-1 1 1 0 0,0-1 0 0 0,0 1 0 0 0,1-1-1 0 0,-1 0 1 0 0,1 1 0 0 0,-1-1 0 0 0,1 0-1 0 0,0 0 1 0 0,-1 1 0 0 0,1-1 0 0 0,0 0-1 0 0,0 0 1 0 0,0 0 0 0 0,0 0 0 0 0,0 0-1 0 0,0 0 1 0 0,0 0 0 0 0,0 0-1 0 0,0 0 1 0 0,0-1 0 0 0,2 2 0 0 0,5 2 60 0 0,0 1-1 0 0,0-1 1 0 0,12 3 0 0 0,-18-6-87 0 0,51 15 120 0 0,0-2 0 0 0,0-3 0 0 0,78 7 0 0 0,-60-9-450 0 0,148 17-2352 0 0,-69-13-1847 0 0,-49-7 86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6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255 161 2104 0 0,'2'-16'5409'0'0,"-2"16"-5282"0"0,-4-21 3514 0 0,4 21-3604 0 0,0 1 1 0 0,0-1-1 0 0,0 0 1 0 0,0 1 0 0 0,0-1-1 0 0,0 0 1 0 0,0 0-1 0 0,-1 1 1 0 0,1-1 0 0 0,0 0-1 0 0,0 0 1 0 0,0 1-1 0 0,0-1 1 0 0,-1 0-1 0 0,1 0 1 0 0,0 0 0 0 0,0 1-1 0 0,-1-1 1 0 0,1 0-1 0 0,0 0 1 0 0,0 0 0 0 0,-1 0-1 0 0,1 1 1 0 0,0-1-1 0 0,0 0 1 0 0,-1 0-1 0 0,1 0 1 0 0,0 0 0 0 0,-1 0-1 0 0,1 0 1 0 0,0 0-1 0 0,0 0 1 0 0,-1 0 0 0 0,1 0-1 0 0,0 0 1 0 0,-1 0-1 0 0,1 0 1 0 0,0 0-1 0 0,-1 0 1 0 0,1 0 0 0 0,0 0-1 0 0,0-1 1 0 0,-1 1-1 0 0,1 0 1 0 0,0 0 0 0 0,0 0-1 0 0,-1 0 1 0 0,1-1-1 0 0,0 1 1 0 0,0 0-1 0 0,-1 0 1 0 0,1 0 0 0 0,0-1-1 0 0,0 1 1 0 0,0 0-1 0 0,0 0 1 0 0,-1-1 0 0 0,1 1-1 0 0,0 0 1 0 0,0 0-1 0 0,0-1 1 0 0,0 1-1 0 0,0 0 1 0 0,0-1 0 0 0,0 1-1 0 0,0 0 1 0 0,0 0-1 0 0,0-1 1 0 0,-15 21 409 0 0,2 2 1 0 0,1 0-1 0 0,-14 33 1 0 0,23-48-421 0 0,1 0 0 0 0,0-1 1 0 0,0 1-1 0 0,0 0 0 0 0,1 0 1 0 0,0 0-1 0 0,1 0 0 0 0,-1 0 1 0 0,1 0-1 0 0,1 0 0 0 0,0 0 1 0 0,-1 0-1 0 0,2 0 0 0 0,-1 0 1 0 0,1 0-1 0 0,0-1 0 0 0,6 13 0 0 0,-6-16-9 0 0,1 0 0 0 0,0 1-1 0 0,0-1 1 0 0,0 0-1 0 0,0 0 1 0 0,0-1-1 0 0,1 1 1 0 0,-1-1-1 0 0,1 1 1 0 0,0-1-1 0 0,-1 0 1 0 0,1-1-1 0 0,0 1 1 0 0,0 0 0 0 0,0-1-1 0 0,0 0 1 0 0,1 0-1 0 0,-1-1 1 0 0,0 1-1 0 0,0-1 1 0 0,1 0-1 0 0,-1 0 1 0 0,0 0-1 0 0,6-1 1 0 0,-3 1 9 0 0,-1-1 0 0 0,1 0 0 0 0,-1 0-1 0 0,1-1 1 0 0,-1 0 0 0 0,0 0 0 0 0,0 0 0 0 0,0-1 0 0 0,0 1 0 0 0,0-2 0 0 0,0 1 0 0 0,-1-1 0 0 0,0 1-1 0 0,1-1 1 0 0,5-7 0 0 0,-7 7-8 0 0,-1-1-1 0 0,0 0 0 0 0,1-1 0 0 0,-2 1 1 0 0,1-1-1 0 0,-1 1 0 0 0,1-1 1 0 0,-2 0-1 0 0,1 0 0 0 0,0 1 1 0 0,-1-1-1 0 0,0-11 0 0 0,-1 8-3 0 0,0 0 0 0 0,-1 0 0 0 0,0 0-1 0 0,0 1 1 0 0,-1-1 0 0 0,0 0 0 0 0,-1 1 0 0 0,-4-10 0 0 0,1 5-11 0 0,-1 0 1 0 0,0 0 0 0 0,0 1-1 0 0,-2 0 1 0 0,1 1 0 0 0,-2 0 0 0 0,1 0-1 0 0,-1 1 1 0 0,-1 0 0 0 0,-19-14 0 0 0,20 19-10 0 0,1-1 1 0 0,-1 2 0 0 0,0-1 0 0 0,0 2-1 0 0,-1-1 1 0 0,1 1 0 0 0,-1 1 0 0 0,1 0-1 0 0,-1 0 1 0 0,0 1 0 0 0,0 0-1 0 0,-11 2 1 0 0,17-1-2 0 0,-1 0 0 0 0,0 0-1 0 0,0 1 1 0 0,0 0 0 0 0,0 1 0 0 0,0-1-1 0 0,1 1 1 0 0,-1 0 0 0 0,0 0 0 0 0,1 1-1 0 0,0 0 1 0 0,0 0 0 0 0,0 0 0 0 0,0 0-1 0 0,0 1 1 0 0,1 0 0 0 0,-1 0 0 0 0,1 0-1 0 0,0 1 1 0 0,0-1 0 0 0,1 1 0 0 0,-1 0-1 0 0,-3 7 1 0 0,6-10 5 0 0,0 1 0 0 0,0-1 0 0 0,0 1-1 0 0,0-1 1 0 0,0 1 0 0 0,1-1 0 0 0,-1 1 0 0 0,1 0-1 0 0,0-1 1 0 0,0 1 0 0 0,0-1 0 0 0,0 1 0 0 0,0 0-1 0 0,0-1 1 0 0,1 1 0 0 0,0-1 0 0 0,-1 1 0 0 0,3 4-1 0 0,-1-4 3 0 0,0 1 0 0 0,0-1 0 0 0,0 0-1 0 0,1 0 1 0 0,-1 0 0 0 0,1 0 0 0 0,0 0-1 0 0,0-1 1 0 0,0 1 0 0 0,0-1-1 0 0,5 3 1 0 0,2 0 4 0 0,-1 0 0 0 0,2-1 0 0 0,-1 0 0 0 0,0 0 0 0 0,1-1 0 0 0,-1-1 0 0 0,1 0 0 0 0,11 1 0 0 0,-3-3 4 0 0,0 0 0 0 0,0-1 0 0 0,-1-1 0 0 0,1-1 0 0 0,-1 0 0 0 0,1-2 0 0 0,-1 0 0 0 0,-1-1 0 0 0,21-9 0 0 0,13-11 42 0 0,80-52 1 0 0,-40 21-62 0 0,-85 53-7 0 0,0 1 1 0 0,0 0-1 0 0,13-5 1 0 0,-16 7 14 0 0,-1 1 0 0 0,1-1 0 0 0,0 1 0 0 0,-1 0 0 0 0,1-1 0 0 0,0 1 0 0 0,-1 0 1 0 0,1 1-1 0 0,-1-1 0 0 0,1 0 0 0 0,0 1 0 0 0,-1-1 0 0 0,1 1 0 0 0,-1 0 0 0 0,1 0 0 0 0,-1 0 1 0 0,1 0-1 0 0,-1 1 0 0 0,0-1 0 0 0,1 0 0 0 0,-1 1 0 0 0,0 0 0 0 0,2 2 0 0 0,1 1-1 0 0,-1 0 0 0 0,1 1 0 0 0,-1-1 0 0 0,0 1 0 0 0,5 12 0 0 0,-1 0 50 0 0,-1 0 0 0 0,0 1-1 0 0,-1 0 1 0 0,-2 0 0 0 0,0 0 0 0 0,2 20-1 0 0,0 116 3212 0 0,-6-154-3141 0 0,0 0 0 0 0,0 0 0 0 0,0-1 0 0 0,0 1 0 0 0,0 0 0 0 0,0 0 0 0 0,0 0 0 0 0,0 0 0 0 0,0 0 1 0 0,0-1-1 0 0,1 1 0 0 0,-1 0 0 0 0,0 0 0 0 0,1 0 0 0 0,-1-1 0 0 0,1 1 0 0 0,-1 0 0 0 0,1 0 0 0 0,0 0 1 0 0,0 0-75 0 0,-1-1 0 0 0,1 0 0 0 0,-1 0 0 0 0,1 0 0 0 0,-1 0 0 0 0,1 0 0 0 0,-1 0 0 0 0,1 0 0 0 0,-1 0 0 0 0,1 0 0 0 0,-1 0 0 0 0,1 0 0 0 0,-1 0 0 0 0,1 0 0 0 0,-1 0 0 0 0,1-1 0 0 0,-1 1 0 0 0,1 0 0 0 0,-1 0 0 0 0,1-1 0 0 0,-1 1 0 0 0,1 0 0 0 0,0-1 0 0 0,29-28 192 0 0,-24 22-117 0 0,32-29-1219 0 0,0 2 0 0 0,75-50 1 0 0,28 4-10166 0 0,-105 63 3600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17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339 111 432 0 0,'-2'-1'2946'0'0,"-66"-33"9274"0"0,25 7-7330 0 0,41 26-4651 0 0,2 1-223 0 0,-1 0 1 0 0,1 0 0 0 0,0-1-1 0 0,0 1 1 0 0,-1 0 0 0 0,1 0 0 0 0,0-1-1 0 0,0 1 1 0 0,-1 0 0 0 0,1-1-1 0 0,0 1 1 0 0,0 0 0 0 0,0-1 0 0 0,0 1-1 0 0,0 0 1 0 0,0-1 0 0 0,0 1-1 0 0,-1 0 1 0 0,1-1 0 0 0,0 1 0 0 0,0 0-1 0 0,0-1 1 0 0,0 1 0 0 0,0-1-1 0 0,1 1 1 0 0,-1 0 0 0 0,0-1 0 0 0,14-4 49 0 0,1 0 0 0 0,-1 1 0 0 0,1 1 0 0 0,22-3 0 0 0,65 0-20 0 0,-60 4-18 0 0,-20 0-25 0 0,123-1-16 0 0,-104 1-15 0 0,-38 2 23 0 0,7 2-12 0 0,-9-2 15 0 0,0 0 1 0 0,0 0 0 0 0,-1 1 0 0 0,1-1 0 0 0,0 0 0 0 0,0 0-1 0 0,-1 1 1 0 0,1-1 0 0 0,0 0 0 0 0,0 1 0 0 0,-1-1-1 0 0,1 1 1 0 0,0-1 0 0 0,-1 1 0 0 0,1-1 0 0 0,0 1 0 0 0,-1-1-1 0 0,1 1 1 0 0,0 1 0 0 0,-1-2-1 0 0,0 1 0 0 0,0 0-1 0 0,0 0 1 0 0,1 0 0 0 0,-1 0 0 0 0,-1 0-1 0 0,1 0 1 0 0,0 0 0 0 0,0 0 0 0 0,0 0 0 0 0,0 0-1 0 0,-1 0 1 0 0,1 0 0 0 0,0 0 0 0 0,-1 0-1 0 0,1 0 1 0 0,-1-1 0 0 0,0 3 0 0 0,-13 17 4 0 0,-1 0 0 0 0,-1-1 0 0 0,-1-1 1 0 0,-32 28-1 0 0,37-35-2 0 0,-286 229 56 0 0,85-74-28 0 0,205-159-17 0 0,0 0 0 0 0,0 1 0 0 0,0 0 0 0 0,1 0 0 0 0,-9 15 0 0 0,15-23-8 0 0,1 1 0 0 0,0-1 0 0 0,0 1 0 0 0,-1-1 0 0 0,1 1 0 0 0,0-1-1 0 0,0 1 1 0 0,0-1 0 0 0,0 1 0 0 0,0-1 0 0 0,0 1 0 0 0,0-1 0 0 0,0 1 0 0 0,0-1 0 0 0,0 1 0 0 0,0-1 0 0 0,0 1 0 0 0,0-1-1 0 0,0 1 1 0 0,0 0 0 0 0,0-1 0 0 0,1 1 0 0 0,-1-1 0 0 0,0 0 0 0 0,0 1 0 0 0,1-1 0 0 0,-1 1 0 0 0,0-1 0 0 0,1 1 0 0 0,-1-1 0 0 0,0 0-1 0 0,1 1 1 0 0,-1-1 0 0 0,1 0 0 0 0,-1 1 0 0 0,1-1 0 0 0,-1 0 0 0 0,1 1 0 0 0,0-1 0 0 0,20 8 32 0 0,-18-8-34 0 0,23 6 11 0 0,0-2 0 0 0,32 2 0 0 0,-28-4-1 0 0,36 8 0 0 0,-11 3 20 0 0,0-3 1 0 0,1-2 0 0 0,68 1 0 0 0,-108-9-26 0 0,1 0 0 0 0,0-1 1 0 0,0-1-1 0 0,0-1 0 0 0,0-1 1 0 0,-1 0-1 0 0,0-1 0 0 0,0 0 0 0 0,0-2 1 0 0,-1 0-1 0 0,1 0 0 0 0,-2-2 1 0 0,1 0-1 0 0,-1 0 0 0 0,15-14 1 0 0,-12 6-55 0 0,0 0 1 0 0,0-2 0 0 0,-2 0 0 0 0,0-1-1 0 0,16-30 1 0 0,-24 36 36 0 0,0 0-1 0 0,0-1 0 0 0,-1 0 1 0 0,-1 0-1 0 0,-1 0 1 0 0,0 0-1 0 0,-1-1 0 0 0,0 0 1 0 0,0-22-1 0 0,-7 11-24 0 0,4 26 32 0 0,-1 0 0 0 0,1 0 0 0 0,0 1 0 0 0,0-1-1 0 0,-1 0 1 0 0,1 0 0 0 0,0 1 0 0 0,-1-1 0 0 0,1 0 0 0 0,-1 0 0 0 0,1 1 0 0 0,-1-1 0 0 0,1 1 0 0 0,-1-1 0 0 0,0 0-1 0 0,1 1 1 0 0,-1-1 0 0 0,1 1 0 0 0,-1-1 0 0 0,0 1 0 0 0,0 0 0 0 0,1-1 0 0 0,-1 1 0 0 0,0 0 0 0 0,0-1 0 0 0,0 1 0 0 0,1 0-1 0 0,-1 0 1 0 0,0 0 0 0 0,0 0 0 0 0,0 0 0 0 0,1 0 0 0 0,-2 0 0 0 0,-3 1-8 0 0,0 1 1 0 0,0 0-1 0 0,0 0 1 0 0,0 1-1 0 0,0 0 1 0 0,1 0-1 0 0,-1 0 1 0 0,1 0-1 0 0,0 0 1 0 0,0 1-1 0 0,0 0 0 0 0,0 0 1 0 0,-5 8-1 0 0,-7 9-28 0 0,-19 36 0 0 0,30-49 34 0 0,-8 14-1 0 0,2 0 0 0 0,0 1 0 0 0,1 0 0 0 0,2 1 0 0 0,0 0 1 0 0,2 0-1 0 0,0 0 0 0 0,-2 29 0 0 0,8-49 13 0 0,-1 0 1 0 0,1-1-1 0 0,0 1 0 0 0,0 0 1 0 0,1 0-1 0 0,-1 0 0 0 0,1 0 1 0 0,0 0-1 0 0,0-1 0 0 0,0 1 1 0 0,1 0-1 0 0,-1-1 0 0 0,1 1 1 0 0,0-1-1 0 0,0 1 0 0 0,0-1 1 0 0,4 4-1 0 0,-3-3 2 0 0,1-1 0 0 0,0 0-1 0 0,0 1 1 0 0,1-2 0 0 0,-1 1 0 0 0,1 0-1 0 0,-1-1 1 0 0,1 0 0 0 0,0 0 0 0 0,0 0-1 0 0,8 1 1 0 0,1 0 7 0 0,1-1 0 0 0,0 0 0 0 0,-1-2 1 0 0,1 0-1 0 0,0 0 0 0 0,0-1 0 0 0,-1-1 0 0 0,18-4 0 0 0,-11 0-4 0 0,-1-1 0 0 0,0-1 0 0 0,0-1 0 0 0,-1 0 0 0 0,0-1 0 0 0,-1-2 0 0 0,0 1 0 0 0,-1-2 0 0 0,0-1 0 0 0,-1 0 0 0 0,0-1 0 0 0,-1 0 0 0 0,20-28 0 0 0,-18 20 5 0 0,-2-1 0 0 0,0 0 0 0 0,-2-1 0 0 0,-1 0 0 0 0,0-1 0 0 0,-2 0 0 0 0,-1-1 0 0 0,-2 0 0 0 0,9-52 0 0 0,-15 66-12 0 0,0 0 0 0 0,-1 0 0 0 0,-2-21 0 0 0,2 28-22 0 0,-1-1 1 0 0,-1 1-1 0 0,1 0 1 0 0,-1 0-1 0 0,0 0 1 0 0,0 0-1 0 0,-1 1 1 0 0,-6-12-1 0 0,8 16 14 0 0,1 1 0 0 0,-1-1 0 0 0,1 1 1 0 0,-1-1-1 0 0,0 1 0 0 0,1-1 0 0 0,-1 1 0 0 0,0-1 0 0 0,0 1 0 0 0,1 0 0 0 0,-1-1 0 0 0,0 1 0 0 0,0 0 0 0 0,0 0 0 0 0,1 0 0 0 0,-1-1 0 0 0,0 1 0 0 0,0 0 0 0 0,0 0 0 0 0,0 0 0 0 0,1 0 1 0 0,-1 1-1 0 0,0-1 0 0 0,0 0 0 0 0,0 0 0 0 0,0 0 0 0 0,1 1 0 0 0,-1-1 0 0 0,0 0 0 0 0,0 1 0 0 0,1-1 0 0 0,-1 0 0 0 0,0 1 0 0 0,0-1 0 0 0,1 1 0 0 0,-2 1 0 0 0,-1 0-2 0 0,1 0 0 0 0,-1 0-1 0 0,1 0 1 0 0,0 0-1 0 0,-1 1 1 0 0,1-1-1 0 0,-2 5 1 0 0,3-4 4 0 0,-1 0-1 0 0,2 0 1 0 0,-1 1-1 0 0,0-1 1 0 0,1 0-1 0 0,-1 0 1 0 0,1 1 0 0 0,0-1-1 0 0,0 0 1 0 0,0 1-1 0 0,1-1 1 0 0,-1 0-1 0 0,1 1 1 0 0,0-1 0 0 0,0 0-1 0 0,0 0 1 0 0,0 0-1 0 0,0 0 1 0 0,1 0-1 0 0,-1 0 1 0 0,1 0 0 0 0,0 0-1 0 0,0 0 1 0 0,0-1-1 0 0,3 3 1 0 0,0 2-4 0 0,1-1-1 0 0,0 0 1 0 0,0-1 0 0 0,1 1-1 0 0,0-1 1 0 0,0-1 0 0 0,0 1-1 0 0,15 5 1 0 0,-6-4-51 0 0,1 0 1 0 0,1-2-1 0 0,-1 0 0 0 0,1-1 1 0 0,-1-1-1 0 0,1-1 0 0 0,0 0 1 0 0,0-1-1 0 0,0-1 1 0 0,-1-1-1 0 0,1-1 0 0 0,-1 0 1 0 0,1-1-1 0 0,-1-1 0 0 0,0 0 1 0 0,0-2-1 0 0,-1 1 0 0 0,27-17 1 0 0,-39 21 53 0 0,0-1-1 0 0,-1 1 1 0 0,1-1 0 0 0,-1 0-1 0 0,1 0 1 0 0,-1 0 0 0 0,0 0-1 0 0,0 0 1 0 0,0-1 0 0 0,0 0-1 0 0,-1 1 1 0 0,0-1 0 0 0,4-7-1 0 0,-5 9 3 0 0,-1 1-1 0 0,1-1 0 0 0,-1 1 1 0 0,1 0-1 0 0,-1-1 1 0 0,0 1-1 0 0,0-1 0 0 0,1 1 1 0 0,-1-1-1 0 0,0 1 1 0 0,0-1-1 0 0,0 1 1 0 0,-1-3-1 0 0,1 3 0 0 0,-1 1 0 0 0,1-1-1 0 0,0 1 1 0 0,-1-1 0 0 0,1 1 0 0 0,0-1-1 0 0,-1 1 1 0 0,1 0 0 0 0,0-1 0 0 0,-1 1 0 0 0,1 0-1 0 0,-1-1 1 0 0,1 1 0 0 0,-1 0 0 0 0,1 0 0 0 0,-1-1-1 0 0,1 1 1 0 0,-1 0 0 0 0,1 0 0 0 0,-1 0-1 0 0,1 0 1 0 0,-1-1 0 0 0,0 1 0 0 0,-3 0-2 0 0,1 0 1 0 0,-1 0-1 0 0,1 0 0 0 0,0 1 1 0 0,-1-1-1 0 0,1 1 0 0 0,0 0 1 0 0,-1 0-1 0 0,1 0 0 0 0,0 0 1 0 0,0 1-1 0 0,0-1 1 0 0,0 1-1 0 0,0 0 0 0 0,0 0 1 0 0,0 0-1 0 0,0 0 0 0 0,1 0 1 0 0,-4 4-1 0 0,1-2-7 0 0,-7 8-5 0 0,1 0 1 0 0,0 0 0 0 0,0 1-1 0 0,1 1 1 0 0,1 0 0 0 0,0 0-1 0 0,-12 29 1 0 0,16-32 16 0 0,0 1 0 0 0,1 0 0 0 0,1 1-1 0 0,0-1 1 0 0,0 0 0 0 0,1 1 0 0 0,1 0-1 0 0,0-1 1 0 0,1 1 0 0 0,2 23 0 0 0,-1-31 4 0 0,0-1 0 0 0,0 1 0 0 0,0-1-1 0 0,1 0 1 0 0,-1 1 0 0 0,1-1 0 0 0,0 0 0 0 0,0 0 0 0 0,0 0 0 0 0,1-1 0 0 0,-1 1 0 0 0,1 0-1 0 0,0-1 1 0 0,0 0 0 0 0,0 1 0 0 0,7 4 0 0 0,-5-5 0 0 0,1 0-1 0 0,-1 0 1 0 0,1-1-1 0 0,-1 0 1 0 0,1 0-1 0 0,0 0 1 0 0,0 0-1 0 0,0-1 1 0 0,0 0-1 0 0,0-1 1 0 0,7 1 0 0 0,4-1-2 0 0,-1-2 0 0 0,0 1 1 0 0,0-2-1 0 0,0 0 1 0 0,0-1-1 0 0,-1-1 1 0 0,0 0-1 0 0,23-11 1 0 0,-17 4 12 0 0,-1 0 0 0 0,-1-1 1 0 0,0-1-1 0 0,-1-1 1 0 0,0 0-1 0 0,-1-2 1 0 0,-1 0-1 0 0,0 0 0 0 0,-2-2 1 0 0,0 0-1 0 0,-1 0 1 0 0,-1-1-1 0 0,19-43 1 0 0,-24 49 129 0 0,-4 8-49 0 0,0 0 1 0 0,0 0-1 0 0,-1 0 1 0 0,1-1-1 0 0,-1 1 1 0 0,-1 0-1 0 0,2-11 1 0 0,-17 21-38 0 0,10 0-51 0 0,0 0 1 0 0,0 0-1 0 0,0 0 1 0 0,0 0-1 0 0,1 1 1 0 0,0 0 0 0 0,0-1-1 0 0,0 1 1 0 0,1 0-1 0 0,-1 1 1 0 0,-1 5-1 0 0,2-6 3 0 0,-4 10 19 0 0,0 0 1 0 0,1 0 0 0 0,1 1-1 0 0,0 0 1 0 0,1-1 0 0 0,1 2-1 0 0,0-1 1 0 0,1 0 0 0 0,1 0 0 0 0,0 0-1 0 0,2 0 1 0 0,-1 1 0 0 0,2-1-1 0 0,5 19 1 0 0,-6-31-18 0 0,0 1-1 0 0,0-1 1 0 0,0 0-1 0 0,0 0 1 0 0,1 0-1 0 0,0 0 1 0 0,0 0-1 0 0,0 0 1 0 0,0-1-1 0 0,0 0 1 0 0,1 1-1 0 0,-1-1 1 0 0,1 0-1 0 0,6 3 1 0 0,-3-2 17 0 0,0-1 1 0 0,1 0-1 0 0,-1 0 0 0 0,0-1 1 0 0,1 0-1 0 0,0 0 1 0 0,-1-1-1 0 0,11 1 1 0 0,-3-1 36 0 0,0-1 0 0 0,1-1 1 0 0,-1 0-1 0 0,0-1 0 0 0,0-1 1 0 0,-1-1-1 0 0,1 1 0 0 0,23-11 1 0 0,-19 4-34 0 0,0 0 0 0 0,-1-1 0 0 0,0 0 0 0 0,-1-2 1 0 0,-1 0-1 0 0,1-1 0 0 0,-2-1 0 0 0,15-17 0 0 0,-20 19-12 0 0,1 0 0 0 0,-1-1 0 0 0,-1-1 0 0 0,-1 1 1 0 0,0-1-1 0 0,-1-1 0 0 0,0 1 0 0 0,-2-1 0 0 0,1 0 0 0 0,3-26 0 0 0,-8 35-18 0 0,0-1 1 0 0,0 1-1 0 0,-1-1 1 0 0,0 1-1 0 0,0-1 1 0 0,-1 0-1 0 0,0 1 1 0 0,-1-1-1 0 0,0 1 0 0 0,0 0 1 0 0,0-1-1 0 0,-1 1 1 0 0,0 0-1 0 0,0 1 1 0 0,-1-1-1 0 0,0 0 1 0 0,0 1-1 0 0,0 0 1 0 0,-1 0-1 0 0,0 0 0 0 0,-10-9 1 0 0,3 6-52 0 0,-1-1-1 0 0,0 2 1 0 0,0 0-1 0 0,-1 0 1 0 0,0 1-1 0 0,-1 1 1 0 0,1 1 0 0 0,-1 0-1 0 0,-24-5 1 0 0,19 6-288 0 0,1 1 0 0 0,-1 0-1 0 0,1 2 1 0 0,-1 0 0 0 0,-24 3 0 0 0,30 0-806 0 0,0 0 1 0 0,-26 8-1 0 0,28-6-461 0 0,2 1-1 0 0,-1-1 1 0 0,0 2-1 0 0,-9 6 1 0 0,-3 3-5867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2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0 432 148 0 0,'1'-26'6560'0'0,"-1"25"-6495"0"0,1 0 0 0 0,-1-1-1 0 0,1 1 1 0 0,0 0 0 0 0,-1-1 0 0 0,1 1 0 0 0,0 0-1 0 0,0 0 1 0 0,0-1 0 0 0,0 1 0 0 0,0 0 0 0 0,0 0 0 0 0,0 0-1 0 0,0 0 1 0 0,0 0 0 0 0,0 1 0 0 0,0-1 0 0 0,1 0-1 0 0,-1 0 1 0 0,0 1 0 0 0,1-1 0 0 0,-1 1 0 0 0,0-1-1 0 0,1 1 1 0 0,-1 0 0 0 0,1-1 0 0 0,-1 1 0 0 0,1 0 0 0 0,-1 0-1 0 0,1 0 1 0 0,-1 0 0 0 0,1 0 0 0 0,-1 1 0 0 0,0-1-1 0 0,1 0 1 0 0,-1 1 0 0 0,1-1 0 0 0,-1 1 0 0 0,0-1-1 0 0,1 1 1 0 0,-1-1 0 0 0,0 1 0 0 0,1 0 0 0 0,-1 0 0 0 0,0 0-1 0 0,0 0 1 0 0,0 0 0 0 0,0 0 0 0 0,0 0 0 0 0,0 0-1 0 0,1 2 1 0 0,5 7 46 0 0,0 0 1 0 0,-1 0-1 0 0,0 0 0 0 0,-1 1 0 0 0,0-1 0 0 0,0 1 0 0 0,-1 1 1 0 0,-1-1-1 0 0,0 0 0 0 0,0 1 0 0 0,-2 0 0 0 0,2 20 0 0 0,-3 9 381 0 0,-1-1 0 0 0,-9 54 0 0 0,7-69 30 0 0,-2-16 181 0 0,5-9-685 0 0,0-1 0 0 0,-1 1 0 0 0,1 0 0 0 0,0 0 0 0 0,0-1 0 0 0,-1 1 0 0 0,1 0 0 0 0,0 0-1 0 0,0-1 1 0 0,0 1 0 0 0,0 0 0 0 0,-1-1 0 0 0,1 1 0 0 0,0 0 0 0 0,0-1 0 0 0,0 1 0 0 0,0 0 0 0 0,0-1-1 0 0,0 1 1 0 0,0-1 0 0 0,0 1 0 0 0,0 0 0 0 0,0-1 0 0 0,0 1 0 0 0,0 0 0 0 0,0-1 0 0 0,0 1-1 0 0,1-1 1 0 0,1-22 85 0 0,2-1 0 0 0,1 1 0 0 0,11-34-1 0 0,-13 47-115 0 0,1 0-1 0 0,0 0 1 0 0,1 1-1 0 0,0-1 1 0 0,1 1-1 0 0,-1 0 1 0 0,2 1 0 0 0,-1-1-1 0 0,1 1 1 0 0,10-9-1 0 0,-16 16 11 0 0,0 0 0 0 0,1 1 0 0 0,-1-1 0 0 0,0 1 0 0 0,0-1 0 0 0,0 1 0 0 0,0-1 0 0 0,0 1 0 0 0,1 0-1 0 0,-1-1 1 0 0,0 1 0 0 0,0 0 0 0 0,1 0 0 0 0,-1 0 0 0 0,0 0 0 0 0,0 0 0 0 0,1 0 0 0 0,-1 1 0 0 0,0-1 0 0 0,0 0 0 0 0,1 1 0 0 0,-1-1 0 0 0,0 1 0 0 0,0-1 0 0 0,0 1-1 0 0,0-1 1 0 0,0 1 0 0 0,0 0 0 0 0,0-1 0 0 0,0 1 0 0 0,0 0 0 0 0,0 0 0 0 0,0 0 0 0 0,0 0 0 0 0,-1 0 0 0 0,1 0 0 0 0,0 0 0 0 0,0 2 0 0 0,4 4 12 0 0,-1-1 0 0 0,0 2 0 0 0,0-1 0 0 0,4 11 0 0 0,38 139 101 0 0,-5-15-71 0 0,-24-95 2030 0 0,-16-45-1597 0 0,2-2-79 0 0,-1-1-337 0 0,0 1-1 0 0,0-1 1 0 0,1 0-1 0 0,-1 0 1 0 0,0-1-1 0 0,0 1 1 0 0,0 0-1 0 0,0-1 1 0 0,0 1-1 0 0,0-1 1 0 0,0 0-1 0 0,-1 0 1 0 0,1 1 0 0 0,-1-1-1 0 0,1 0 1 0 0,-1 0-1 0 0,0 0 1 0 0,1-1-1 0 0,0-2 1 0 0,6-11 96 0 0,8-28 1 0 0,-9 23-55 0 0,6-11-21 0 0,43-101 140 0 0,-49 117-214 0 0,2 2 0 0 0,0-1 0 0 0,0 1 1 0 0,1 0-1 0 0,1 1 0 0 0,16-15 0 0 0,-26 26-7 0 0,0 1-1 0 0,1 0 1 0 0,-1-1 0 0 0,1 1-1 0 0,-1 0 1 0 0,1 0 0 0 0,0-1 0 0 0,0 1-1 0 0,-1 1 1 0 0,1-1 0 0 0,0 0-1 0 0,0 0 1 0 0,0 1 0 0 0,0-1-1 0 0,0 1 1 0 0,0-1 0 0 0,0 1-1 0 0,0 0 1 0 0,0 0 0 0 0,0 0-1 0 0,0 0 1 0 0,0 0 0 0 0,0 0-1 0 0,0 1 1 0 0,0-1 0 0 0,0 1-1 0 0,-1-1 1 0 0,1 1 0 0 0,0 0-1 0 0,0 0 1 0 0,0 0 0 0 0,-1 0-1 0 0,1 0 1 0 0,0 0 0 0 0,-1 0-1 0 0,1 0 1 0 0,-1 1 0 0 0,1-1-1 0 0,-1 1 1 0 0,0-1 0 0 0,1 1-1 0 0,-1-1 1 0 0,2 4 0 0 0,2 4 9 0 0,1 1 1 0 0,-1-1 0 0 0,-1 1-1 0 0,0 0 1 0 0,0 0 0 0 0,3 18-1 0 0,0 12 48 0 0,1 51-1 0 0,-7-66-428 0 0,0 0 0 0 0,2 0 0 0 0,1 0 0 0 0,1 0 0 0 0,1-1 1 0 0,12 30-1 0 0,-16-49 178 0 0,1 0 1 0 0,-1 0 0 0 0,1 0 0 0 0,1 0 0 0 0,-1 0-1 0 0,1-1 1 0 0,-1 1 0 0 0,1-1 0 0 0,1 0 0 0 0,-1 0 0 0 0,0-1-1 0 0,1 1 1 0 0,0-1 0 0 0,0 0 0 0 0,0 0 0 0 0,0-1-1 0 0,6 3 1 0 0,-6-4 97 0 0,0 0 0 0 0,0 0-1 0 0,0 0 1 0 0,0-1 0 0 0,0 1 0 0 0,1-1 0 0 0,-1 0-1 0 0,0-1 1 0 0,0 1 0 0 0,0-1 0 0 0,0 0-1 0 0,0-1 1 0 0,0 1 0 0 0,0-1 0 0 0,0 0-1 0 0,0 0 1 0 0,0 0 0 0 0,8-7 0 0 0,0 0 37 0 0,-1-2-1 0 0,1 1 1 0 0,-2-2 0 0 0,0 0 0 0 0,0 0 0 0 0,-1-1-1 0 0,0 0 1 0 0,14-27 0 0 0,-8 8 560 0 0,0-2 0 0 0,20-64 0 0 0,-31 81 158 0 0,-1 0 1 0 0,0 0-1 0 0,-1 0 1 0 0,1-25-1 0 0,-4 42-647 0 0,1-1-1 0 0,-1 1 0 0 0,0 0 1 0 0,0-1-1 0 0,0 1 0 0 0,0-1 1 0 0,0 1-1 0 0,-1-1 0 0 0,1 1 1 0 0,0 0-1 0 0,0-1 0 0 0,0 1 1 0 0,0-1-1 0 0,0 1 0 0 0,0 0 1 0 0,-1-1-1 0 0,1 1 0 0 0,0 0 1 0 0,0-1-1 0 0,-1 1 0 0 0,1 0 1 0 0,0-1-1 0 0,0 1 0 0 0,-1 0 1 0 0,1 0-1 0 0,0-1 0 0 0,-1 1 1 0 0,1 0-1 0 0,0 0 0 0 0,-1-1 1 0 0,1 1-1 0 0,-1 0 0 0 0,1 0 1 0 0,0 0-1 0 0,-1 0 0 0 0,1 0 1 0 0,-1 0-1 0 0,1 0 0 0 0,0-1 1 0 0,-1 1-1 0 0,1 0 0 0 0,-1 0 1 0 0,1 1-1 0 0,0-1 0 0 0,-1 0 1 0 0,1 0-1 0 0,-1 0 0 0 0,1 0 1 0 0,0 0-1 0 0,-1 0 0 0 0,1 0 1 0 0,-1 1-1 0 0,1-1 0 0 0,0 0 1 0 0,-1 0-1 0 0,1 1 0 0 0,-1-1 1 0 0,-19 14 59 0 0,8-3-59 0 0,0 1 1 0 0,1 0 0 0 0,1 0-1 0 0,0 1 1 0 0,0 1 0 0 0,2 0 0 0 0,-9 15-1 0 0,13-19-2 0 0,-1-1 1 0 0,1 1-1 0 0,1 0 0 0 0,0 0 0 0 0,0 0 0 0 0,1 0 0 0 0,0 1 1 0 0,1-1-1 0 0,0 1 0 0 0,1-1 0 0 0,0 1 0 0 0,2 12 1 0 0,-2-20-2 0 0,1 0 1 0 0,0 1-1 0 0,-1-1 1 0 0,1 0-1 0 0,0 0 1 0 0,1 0 0 0 0,-1 0-1 0 0,0 0 1 0 0,1 0-1 0 0,0 0 1 0 0,0-1-1 0 0,0 1 1 0 0,0 0 0 0 0,0-1-1 0 0,0 0 1 0 0,1 1-1 0 0,-1-1 1 0 0,1 0-1 0 0,-1 0 1 0 0,1 0 0 0 0,0-1-1 0 0,0 1 1 0 0,0-1-1 0 0,0 1 1 0 0,0-1-1 0 0,0 0 1 0 0,0 0 0 0 0,0-1-1 0 0,0 1 1 0 0,1 0-1 0 0,-1-1 1 0 0,0 0 0 0 0,1 0-1 0 0,-1 0 1 0 0,0 0-1 0 0,0-1 1 0 0,1 1-1 0 0,-1-1 1 0 0,0 0 0 0 0,0 0-1 0 0,0 0 1 0 0,0 0-1 0 0,0 0 1 0 0,0-1-1 0 0,0 1 1 0 0,0-1 0 0 0,0 0-1 0 0,-1 0 1 0 0,1 0-1 0 0,-1 0 1 0 0,1 0-1 0 0,-1-1 1 0 0,0 1 0 0 0,4-6-1 0 0,-1 0 7 0 0,-1 0 0 0 0,1 0 0 0 0,-1 0 0 0 0,0-1 0 0 0,-1 0 0 0 0,0 0 0 0 0,0 0 0 0 0,-1 0 0 0 0,1-13 0 0 0,0-9-14 0 0,-1-45-1 0 0,-3 53-82 0 0,1 21 43 0 0,-1 4-10 0 0,0-1 41 0 0,0 1-1 0 0,0 0 1 0 0,1 0 0 0 0,-1 0-1 0 0,0 0 1 0 0,1 0 0 0 0,-1 0-1 0 0,1 0 1 0 0,-1 4 0 0 0,1-5 14 0 0,-4 23-1 0 0,1 0 1 0 0,1-1 0 0 0,1 1 0 0 0,2 32 0 0 0,0-42 25 0 0,1 0 0 0 0,0 0 0 0 0,1 0 0 0 0,1-1 0 0 0,0 1 0 0 0,1-1 0 0 0,0 0 0 0 0,12 22 0 0 0,-14-31-14 0 0,0 0 0 0 0,0-1 0 0 0,0 1 0 0 0,0 0 0 0 0,1-1 0 0 0,-1 1 0 0 0,1-1 0 0 0,0 0 0 0 0,0-1 0 0 0,0 1 0 0 0,0-1 0 0 0,0 1-1 0 0,1-1 1 0 0,-1 0 0 0 0,1-1 0 0 0,-1 1 0 0 0,1-1 0 0 0,0 0 0 0 0,0 0 0 0 0,0 0 0 0 0,-1-1 0 0 0,1 0 0 0 0,0 0 0 0 0,0 0 0 0 0,0 0 0 0 0,0-1 0 0 0,-1 0 0 0 0,7-1 0 0 0,-1-1-1 0 0,0 0 1 0 0,-1-1 0 0 0,1 0 0 0 0,-1-1 0 0 0,0 1 0 0 0,0-2 0 0 0,0 1 0 0 0,-1-1 0 0 0,0-1 0 0 0,0 0 0 0 0,0 0 0 0 0,9-11 0 0 0,0-5 7 0 0,-1-1 0 0 0,-1-1 0 0 0,-1 0 0 0 0,-1-1 0 0 0,-2 0 0 0 0,15-48 0 0 0,-5-5 18 0 0,12-87 1 0 0,-15 36 126 0 0,2-233 1 0 0,-20 363-169 0 0,0 0-1 0 0,0-1 1 0 0,0 1-1 0 0,1 0 1 0 0,-1 0-1 0 0,0-1 1 0 0,0 1-1 0 0,0 0 1 0 0,0 0-1 0 0,0-1 1 0 0,0 1-1 0 0,0 0 1 0 0,0-1-1 0 0,0 1 1 0 0,0 0-1 0 0,0-1 1 0 0,0 1-1 0 0,0 0 1 0 0,0 0-1 0 0,-1-1 1 0 0,1 1-1 0 0,0 0 1 0 0,0 0-1 0 0,0-1 1 0 0,0 1-1 0 0,0 0 1 0 0,-1 0-1 0 0,1-1 1 0 0,0 1 0 0 0,0 0-1 0 0,0 0 1 0 0,-1 0-1 0 0,1-1 1 0 0,0 1-1 0 0,0 0 1 0 0,0 0-1 0 0,-1 0 1 0 0,1 0-1 0 0,-1-1 1 0 0,-7 12-40 0 0,-5 20 7 0 0,-3 19 53 0 0,3 1 0 0 0,-12 90 0 0 0,9 107 209 0 0,22-53-110 0 0,-3-170-83 0 0,0-1 1 0 0,2 1 0 0 0,1-1-1 0 0,0 0 1 0 0,20 42-1 0 0,-23-60-18 0 0,0 1-1 0 0,0-2 1 0 0,1 1-1 0 0,0 0 1 0 0,0-1-1 0 0,1 1 1 0 0,-1-1-1 0 0,1-1 1 0 0,0 1-1 0 0,1-1 1 0 0,-1 1 0 0 0,1-1-1 0 0,0-1 1 0 0,0 1-1 0 0,0-1 1 0 0,0 0-1 0 0,13 3 1 0 0,-11-4-4 0 0,0 0 0 0 0,0-1 1 0 0,0-1-1 0 0,0 1 1 0 0,0-1-1 0 0,0 0 0 0 0,0-1 1 0 0,0 0-1 0 0,0 0 1 0 0,0-1-1 0 0,0 0 1 0 0,0 0-1 0 0,-1-1 0 0 0,15-7 1 0 0,-6 1-1 0 0,-1-1 0 0 0,0 0 0 0 0,0-1 0 0 0,-1-1 0 0 0,-1 0 0 0 0,0-1 1 0 0,0-1-1 0 0,18-25 0 0 0,-7 3 22 0 0,-1-1 0 0 0,27-61 0 0 0,-38 73 59 0 0,-2-1 0 0 0,13-47 0 0 0,-21 62-59 0 0,0 1 0 0 0,0-1 1 0 0,-1 0-1 0 0,0 1 0 0 0,-1-1 1 0 0,0 0-1 0 0,-1 0 0 0 0,0 1 1 0 0,-1-1-1 0 0,-3-12 0 0 0,5 21-34 0 0,-1 1-1 0 0,1 0 0 0 0,-1-1 1 0 0,1 1-1 0 0,-1 0 1 0 0,1-1-1 0 0,-1 1 0 0 0,0 0 1 0 0,0 0-1 0 0,0 0 1 0 0,0 0-1 0 0,0 0 0 0 0,0 0 1 0 0,0 0-1 0 0,0 0 0 0 0,0 0 1 0 0,0 0-1 0 0,0 0 1 0 0,-1 1-1 0 0,1-1 0 0 0,0 0 1 0 0,0 1-1 0 0,-1-1 1 0 0,1 1-1 0 0,-1 0 0 0 0,1-1 1 0 0,0 1-1 0 0,-1 0 1 0 0,1 0-1 0 0,-1 0 0 0 0,1 0 1 0 0,-1 0-1 0 0,1 0 1 0 0,0 0-1 0 0,-1 1 0 0 0,1-1 1 0 0,-1 0-1 0 0,1 1 1 0 0,0-1-1 0 0,-2 2 0 0 0,1-1-1 0 0,-1 0 0 0 0,1 0 0 0 0,0 0 0 0 0,0 1 0 0 0,0-1 0 0 0,0 1 0 0 0,0-1 0 0 0,0 1-1 0 0,1 0 1 0 0,-1 0 0 0 0,1 0 0 0 0,-1 0 0 0 0,1 0 0 0 0,0 0 0 0 0,-1 0 0 0 0,1 0 0 0 0,0 1-1 0 0,0-1 1 0 0,1 0 0 0 0,-1 1 0 0 0,0-1 0 0 0,1 0 0 0 0,-1 5 0 0 0,1-2-8 0 0,1 0 1 0 0,-1 1-1 0 0,1-1 1 0 0,0 0-1 0 0,0 0 1 0 0,1 1-1 0 0,0-1 1 0 0,0 0-1 0 0,0-1 0 0 0,0 1 1 0 0,1 0-1 0 0,3 5 1 0 0,-1-3-25 0 0,1-1 0 0 0,0 1 0 0 0,0-1 0 0 0,0 0 0 0 0,1-1 0 0 0,13 10 0 0 0,-4-6-11 0 0,0 0 0 0 0,1-2 0 0 0,0 0 0 0 0,0 0 0 0 0,0-2 0 0 0,27 6 0 0 0,-32-9 40 0 0,1-1 1 0 0,-1 0-1 0 0,0 0 1 0 0,1-1-1 0 0,-1-1 0 0 0,1 0 1 0 0,-1-1-1 0 0,0 0 1 0 0,0-1-1 0 0,0 0 0 0 0,19-8 1 0 0,-23 7 27 0 0,1 0 0 0 0,-1-1 0 0 0,0 0 0 0 0,0 0 0 0 0,-1-1 0 0 0,1 0 0 0 0,-1 0 0 0 0,-1-1 1 0 0,1 0-1 0 0,-1 0 0 0 0,0 0 0 0 0,-1-1 0 0 0,1 0 0 0 0,-2 0 0 0 0,7-15 0 0 0,-7 14 42 0 0,-1 3-11 0 0,0-1 0 0 0,-1 0-1 0 0,0 1 1 0 0,3-13 0 0 0,-5 17-53 0 0,-1 2-5 0 0,-1 1 1 0 0,1-1 0 0 0,0 1-1 0 0,0 0 1 0 0,0-1-1 0 0,0 1 1 0 0,0 0-1 0 0,0 0 1 0 0,0-1-1 0 0,0 1 1 0 0,0 0 0 0 0,0 0-1 0 0,0 0 1 0 0,1 0-1 0 0,-1 0 1 0 0,0 0-1 0 0,0 2 1 0 0,-11 20-45 0 0,12-23 48 0 0,-21 46-12 0 0,-24 77 0 0 0,37-96 49 0 0,2 0 0 0 0,1 1-1 0 0,1 0 1 0 0,-1 40 0 0 0,5-63-42 0 0,0-1 0 0 0,0 1 1 0 0,1-1-1 0 0,-1 0 0 0 0,1 1 0 0 0,0-1 1 0 0,0 0-1 0 0,1 1 0 0 0,-1-1 1 0 0,1 0-1 0 0,0 0 0 0 0,0 0 0 0 0,0 0 1 0 0,1 0-1 0 0,-1-1 0 0 0,1 1 0 0 0,5 4 1 0 0,-3-4-137 0 0,-1-1 0 0 0,1 1 1 0 0,0-1-1 0 0,0-1 0 0 0,1 1 0 0 0,-1-1 1 0 0,0 0-1 0 0,1 0 0 0 0,0 0 0 0 0,-1-1 1 0 0,1 0-1 0 0,0 0 0 0 0,6 0 0 0 0,-1-1-201 0 0,0 0 0 0 0,0-1 0 0 0,0 0 0 0 0,0 0-1 0 0,0-2 1 0 0,0 1 0 0 0,-1-1 0 0 0,1-1 0 0 0,-1 0 0 0 0,0 0-1 0 0,0-1 1 0 0,19-12 0 0 0,-9 2-72 0 0,0 0-1 0 0,0-1 1 0 0,-2-2-1 0 0,26-28 1 0 0,-29 27 476 0 0,-1 0 0 0 0,0-2 1 0 0,-2 1-1 0 0,0-2 0 0 0,17-44 1 0 0,-20 39 1422 0 0,0-1 1 0 0,6-40 0 0 0,-11 42-415 0 0,-5 25-815 0 0,-3 14-161 0 0,-25 135 486 0 0,17-77-1577 0 0,-3-1-3618 0 0,11-55 541 0 0,1 0-1906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20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66 2608 0 0,'5'-7'1908'0'0,"0"0"-530"0"0,0-1 0 0 0,0 2-1 0 0,1-1 1 0 0,0 0-1 0 0,10-8 1 0 0,-14 14-1309 0 0,-1 0 1 0 0,0 0-1 0 0,1 0 0 0 0,-1 1 0 0 0,1-1 0 0 0,-1 0 1 0 0,1 1-1 0 0,-1-1 0 0 0,1 1 0 0 0,0-1 0 0 0,-1 1 1 0 0,1 0-1 0 0,-1 0 0 0 0,1-1 0 0 0,0 1 0 0 0,-1 0 1 0 0,1 1-1 0 0,0-1 0 0 0,-1 0 0 0 0,1 0 1 0 0,0 1-1 0 0,-1-1 0 0 0,1 1 0 0 0,-1-1 0 0 0,1 1 1 0 0,-1 0-1 0 0,1 0 0 0 0,-1-1 0 0 0,0 1 0 0 0,1 0 1 0 0,-1 0-1 0 0,0 0 0 0 0,0 1 0 0 0,1-1 0 0 0,-1 0 1 0 0,0 0-1 0 0,1 3 0 0 0,1-1-7 0 0,0 1 0 0 0,-1 0 0 0 0,0 0 0 0 0,0 0 0 0 0,0 0 0 0 0,0 0 0 0 0,0 0 1 0 0,-1 0-1 0 0,0 0 0 0 0,0 1 0 0 0,0-1 0 0 0,0 0 0 0 0,0 8 0 0 0,-2-5 66 0 0,1 0 1 0 0,-1 1 0 0 0,0-1-1 0 0,-1 0 1 0 0,1 0 0 0 0,-1 0-1 0 0,-5 11 1 0 0,-1-2 192 0 0,-1 1-1 0 0,0-2 1 0 0,-1 0 0 0 0,-1 0 0 0 0,-22 24-1 0 0,-43 41 849 0 0,75-79-1071 0 0,16-3-37 0 0,-3-3-53 0 0,-1 0 1 0 0,0 0-1 0 0,0-1 1 0 0,0-1-1 0 0,0 0 1 0 0,-1 0-1 0 0,-1-1 0 0 0,12-11 1 0 0,0 1 1 0 0,11-11 15 0 0,52-63 1 0 0,-10 10 1400 0 0,-68 76-1303 0 0,-9 6-56 0 0,-11 14-39 0 0,8 0-26 0 0,0 0 1 0 0,0 0-1 0 0,1 0 1 0 0,1 1-1 0 0,0 0 1 0 0,1 0-1 0 0,1 0 1 0 0,0 1 0 0 0,1-1-1 0 0,1 0 1 0 0,0 1-1 0 0,1-1 1 0 0,1 0-1 0 0,6 25 1 0 0,-7-36-41 0 0,1-1 0 0 0,-1 1 0 0 0,1 0 0 0 0,0-1 0 0 0,0 0 0 0 0,0 1 0 0 0,0-1 0 0 0,0 0 0 0 0,1 0 0 0 0,0 0 0 0 0,-1 0 0 0 0,1-1 0 0 0,0 1 0 0 0,0-1 0 0 0,1 0 0 0 0,-1 0 0 0 0,0 0 0 0 0,1 0 1 0 0,-1 0-1 0 0,1-1 0 0 0,0 0 0 0 0,-1 1 0 0 0,1-1 0 0 0,0-1 0 0 0,0 1 0 0 0,0 0 0 0 0,4-1 0 0 0,-1 0-525 0 0,-1 0 1 0 0,1 0-1 0 0,0-1 0 0 0,0 0 1 0 0,0 0-1 0 0,-1-1 0 0 0,1 1 1 0 0,-1-2-1 0 0,1 1 0 0 0,-1-1 1 0 0,0 0-1 0 0,0 0 0 0 0,0 0 1 0 0,9-8-1 0 0,4-7-3682 0 0,1-2-1984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2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356 125 2812 0 0,'-175'-61'11910'0'0,"83"30"-7751"0"0,4-2-4766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20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5721 0 0,'-21'10'3696'0'0,"3"0"-876"0"0,4-3-632 0 0,2 0-440 0 0,4-4 577 0 0,11 6-2089 0 0,11-8-672 0 0,9 1-760 0 0,10-4-757 0 0,16 1-2815 0 0,2-1-3209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08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0 739 524 0 0,'1'-3'1227'0'0,"2"-8"-408"0"0,1 0 0 0 0,0 0 0 0 0,1 0-1 0 0,0 1 1 0 0,0 0 0 0 0,1 0-1 0 0,1 0 1 0 0,-1 0 0 0 0,2 1-1 0 0,15-16 1 0 0,-21 24-748 0 0,-1 1-1 0 0,1-1 1 0 0,-1 0-1 0 0,1 1 1 0 0,0-1 0 0 0,-1 1-1 0 0,1-1 1 0 0,0 1 0 0 0,-1 0-1 0 0,1 0 1 0 0,0 0-1 0 0,0 0 1 0 0,-1 0 0 0 0,1 0-1 0 0,0 0 1 0 0,-1 1 0 0 0,1-1-1 0 0,0 0 1 0 0,-1 1-1 0 0,1 0 1 0 0,0-1 0 0 0,-1 1-1 0 0,1 0 1 0 0,-1 0 0 0 0,3 1-1 0 0,-1 1-11 0 0,0 0-1 0 0,-1 0 1 0 0,1 0 0 0 0,-1 0-1 0 0,1 1 1 0 0,-1-1-1 0 0,0 1 1 0 0,0-1 0 0 0,0 1-1 0 0,-1 0 1 0 0,1 0-1 0 0,-1 0 1 0 0,0 0 0 0 0,1 7-1 0 0,1 7 115 0 0,1 34 0 0 0,-11 105 257 0 0,2-107-341 0 0,3 74 0 0 0,8-94-50 0 0,-5-29-36 0 0,-1 0 0 0 0,0 0-1 0 0,1 0 1 0 0,-1 0-1 0 0,1 0 1 0 0,0 0-1 0 0,-1 0 1 0 0,1 0 0 0 0,0 0-1 0 0,-1-1 1 0 0,1 1-1 0 0,0 0 1 0 0,0 0-1 0 0,0-1 1 0 0,0 1 0 0 0,0-1-1 0 0,0 1 1 0 0,0-1-1 0 0,0 1 1 0 0,0-1-1 0 0,0 1 1 0 0,0-1 0 0 0,0 0-1 0 0,0 0 1 0 0,0 1-1 0 0,0-1 1 0 0,0 0-1 0 0,2 0 1 0 0,6-1 5 0 0,0-1-1 0 0,-1 1 1 0 0,1-1 0 0 0,0-1 0 0 0,-1 0-1 0 0,0 0 1 0 0,0 0 0 0 0,13-8 0 0 0,-8 2-1 0 0,0 0 0 0 0,0 0 0 0 0,-1-1 0 0 0,15-17 0 0 0,-6 4 5 0 0,-1-2-1 0 0,-1-1 1 0 0,-1-1-1 0 0,18-36 1 0 0,-28 49-9 0 0,-1 0-1 0 0,-1-1 1 0 0,0 0 0 0 0,-1 0 0 0 0,0 0 0 0 0,-1 0 0 0 0,-1-1-1 0 0,-1 0 1 0 0,0 1 0 0 0,-1-1 0 0 0,0 0 0 0 0,-2 0 0 0 0,1 0 0 0 0,-6-22-1 0 0,6 37-5 0 0,-1 1-10 0 0,0 0 13 0 0,0 1-1 0 0,0-1 0 0 0,0 1 1 0 0,0-1-1 0 0,1 1 1 0 0,-1 0-1 0 0,0-1 0 0 0,0 1 1 0 0,0 0-1 0 0,1-1 0 0 0,-1 1 1 0 0,0 0-1 0 0,1 0 0 0 0,-1 0 1 0 0,1-1-1 0 0,-1 1 0 0 0,1 0 1 0 0,-1 0-1 0 0,1 0 0 0 0,-1 0 1 0 0,1 0-1 0 0,0 1 1 0 0,-7 26 10 0 0,4-8 15 0 0,-3 27 22 0 0,1 78-1 0 0,5-111-38 0 0,1-1 0 0 0,1 1 1 0 0,0-1-1 0 0,0 0 0 0 0,2 0 0 0 0,-1 0 0 0 0,2 0 0 0 0,0 0 0 0 0,0-1 1 0 0,12 19-1 0 0,-15-27-70 0 0,1 0 0 0 0,0-1 0 0 0,0 1 0 0 0,0-1 0 0 0,0 0 1 0 0,1 1-1 0 0,-1-2 0 0 0,1 1 0 0 0,0 0 0 0 0,0-1 0 0 0,0 0 1 0 0,0 0-1 0 0,0 0 0 0 0,0 0 0 0 0,0 0 0 0 0,1-1 0 0 0,-1 0 1 0 0,1 0-1 0 0,-1 0 0 0 0,1-1 0 0 0,-1 1 0 0 0,1-1 0 0 0,7-1 1 0 0,-6 0-167 0 0,-1 0 1 0 0,1 0 0 0 0,-1-1-1 0 0,1 0 1 0 0,-1 0 0 0 0,1 0 0 0 0,-1 0-1 0 0,0-1 1 0 0,0 0 0 0 0,-1 0-1 0 0,1-1 1 0 0,0 1 0 0 0,-1-1 0 0 0,0 0-1 0 0,0 0 1 0 0,0 0 0 0 0,0-1-1 0 0,-1 1 1 0 0,3-6 0 0 0,3-6-83 0 0,-1 0 1 0 0,-1-1 0 0 0,0 0 0 0 0,-1 0-1 0 0,-1-1 1 0 0,-1 1 0 0 0,0-1-1 0 0,2-34 1 0 0,-4-3 2695 0 0,-10-90-1 0 0,7 119-874 0 0,0 22-248 0 0,1 18-500 0 0,0-11-734 0 0,0 1 36 0 0,6 308 1717 0 0,0-222-1453 0 0,7-120-274 0 0,-6 1-32 0 0,38-126 41 0 0,-35 124-37 0 0,2 1 0 0 0,31-56 0 0 0,-40 82-27 0 0,25-38 6 0 0,-25 39-7 0 0,-1 0-1 0 0,1 1 1 0 0,-1-1-1 0 0,1 1 1 0 0,0 0-1 0 0,0 0 1 0 0,0 0-1 0 0,0 0 1 0 0,0 0-1 0 0,1 1 0 0 0,3-2 1 0 0,-5 3-1 0 0,0-1 0 0 0,-1 1 0 0 0,1 0 0 0 0,0 0 0 0 0,-1 0 0 0 0,1 0 0 0 0,0 1 0 0 0,-1-1 0 0 0,1 0 0 0 0,0 1 0 0 0,-1-1 0 0 0,1 1 0 0 0,-1-1 0 0 0,1 1 0 0 0,-1 0 0 0 0,1 0 0 0 0,-1 0 0 0 0,1 0 0 0 0,-1 0 0 0 0,0 0 0 0 0,0 0 0 0 0,1 0 0 0 0,-1 0 0 0 0,0 1 0 0 0,0-1 0 0 0,1 3 0 0 0,3 2-6 0 0,-2 0 0 0 0,1 1 1 0 0,-1-1-1 0 0,4 9 0 0 0,1 12 0 0 0,-1 1 0 0 0,-1-1 0 0 0,-2 1 0 0 0,-1 0 0 0 0,0 29 0 0 0,-1-23-3 0 0,1 0 0 0 0,13 59 1 0 0,-16-91 9 0 0,1-1 1 0 0,-1 0-1 0 0,0 1 1 0 0,1-1 0 0 0,-1 0-1 0 0,1 1 1 0 0,0-1-1 0 0,-1 0 1 0 0,1 1 0 0 0,0-1-1 0 0,0 0 1 0 0,0 0 0 0 0,0 0-1 0 0,0 0 1 0 0,0 0-1 0 0,0 0 1 0 0,0 0 0 0 0,0 0-1 0 0,0 0 1 0 0,0 0-1 0 0,1-1 1 0 0,-1 1 0 0 0,2 0-1 0 0,-1-1-1 0 0,0 1 0 0 0,1-1 0 0 0,-1 0 0 0 0,0 0 0 0 0,0-1 0 0 0,0 1 0 0 0,0 0 0 0 0,0-1 0 0 0,0 1-1 0 0,0-1 1 0 0,0 0 0 0 0,0 0 0 0 0,0 1 0 0 0,2-3 0 0 0,7-3-28 0 0,-1-1 0 0 0,0 0 0 0 0,0-1 0 0 0,9-10 1 0 0,4-6-463 0 0,0-2 0 0 0,-2 0 1 0 0,-1-1-1 0 0,27-47 0 0 0,-24 32-209 0 0,-3-1 0 0 0,26-77-1 0 0,-36 89 600 0 0,-2 0 0 0 0,-1-1 0 0 0,-1 0 1 0 0,-2 0-1 0 0,-1-1 0 0 0,-2 1 0 0 0,-1-1 0 0 0,-1 1 0 0 0,-9-46 0 0 0,8 65 131 0 0,-6-28 595 0 0,-1 0 0 0 0,-19-50 0 0 0,28 90-597 0 0,0 0 1 0 0,-1 0 0 0 0,1 0 0 0 0,0 0 0 0 0,-1 0-1 0 0,1 0 1 0 0,0 0 0 0 0,-1 0 0 0 0,1 0 0 0 0,-1 0-1 0 0,0 0 1 0 0,1 0 0 0 0,-1 0 0 0 0,0 0 0 0 0,1 1-1 0 0,-1-1 1 0 0,0 0 0 0 0,0 0 0 0 0,0 1 0 0 0,1-1-1 0 0,-3 0 1 0 0,2 2-9 0 0,1-1 0 0 0,-1 1 1 0 0,1 0-1 0 0,-1 0 0 0 0,0-1 0 0 0,1 1 0 0 0,0 0 0 0 0,-1 0 0 0 0,1 0 0 0 0,0 0 1 0 0,-1 0-1 0 0,1 0 0 0 0,0 0 0 0 0,0 0 0 0 0,0 0 0 0 0,0 0 0 0 0,0 1 0 0 0,-2 56 469 0 0,13 666 1898 0 0,-18-451-1757 0 0,7-271-491 0 0,0-4-89 0 0,2-24-18 0 0,1 1 0 0 0,1 0 0 0 0,2 0 0 0 0,10-29 1 0 0,-7 25-15 0 0,8-30 1 0 0,46-102 0 0 0,-52 138-21 0 0,1 0-1 0 0,1 0 1 0 0,1 2-1 0 0,1 0 1 0 0,1 0-1 0 0,1 2 1 0 0,20-20 0 0 0,-32 35 2 0 0,0 0 0 0 0,0 0 0 0 0,0 0 0 0 0,0 0 0 0 0,1 1 0 0 0,-1 0 1 0 0,1 0-1 0 0,0 1 0 0 0,0-1 0 0 0,0 1 0 0 0,0 0 0 0 0,8-1 0 0 0,-13 3 2 0 0,0 0 0 0 0,1 0-1 0 0,-1 0 1 0 0,0 0 0 0 0,0 0 0 0 0,0 1-1 0 0,0-1 1 0 0,0 0 0 0 0,1 0-1 0 0,-1 1 1 0 0,0-1 0 0 0,0 1 0 0 0,0-1-1 0 0,0 1 1 0 0,0 0 0 0 0,0-1-1 0 0,0 1 1 0 0,0 0 0 0 0,-1-1 0 0 0,1 1-1 0 0,0 0 1 0 0,0 0 0 0 0,-1 0 0 0 0,1 0-1 0 0,0 0 1 0 0,-1 0 0 0 0,1 0-1 0 0,-1 0 1 0 0,1 0 0 0 0,-1 0 0 0 0,1 0-1 0 0,-1 0 1 0 0,0 0 0 0 0,0 2-1 0 0,1 1 0 0 0,0 1-1 0 0,-1-1 1 0 0,1 1-1 0 0,-1-1 0 0 0,0 1 1 0 0,-2 8-1 0 0,-1-2 1 0 0,0-1 1 0 0,-1 1-1 0 0,0-1 1 0 0,-1 0-1 0 0,0 0 1 0 0,0 0-1 0 0,-1-1 1 0 0,-1 0-1 0 0,1 0 0 0 0,-11 10 1 0 0,6-8 4 0 0,0 0 0 0 0,-1 0-1 0 0,0-1 1 0 0,0-1 0 0 0,-1 0 0 0 0,-24 12 0 0 0,26-17 4 0 0,0 0 0 0 0,0-1 0 0 0,0 0 1 0 0,0 0-1 0 0,-1-2 0 0 0,1 1 0 0 0,-1-1 1 0 0,0-1-1 0 0,-14-1 0 0 0,23 0-9 0 0,0 1-8 0 0,2 0 11 0 0,-17 0-31 0 0,18 0 28 0 0,-1 0 0 0 0,1 0 0 0 0,0 0 0 0 0,0 0 0 0 0,-1 0 0 0 0,1 0 0 0 0,0 0 0 0 0,-1 0 0 0 0,1 0 0 0 0,0 0 0 0 0,0 0-1 0 0,-1 1 1 0 0,1-1 0 0 0,0 0 0 0 0,0 0 0 0 0,-1 0 0 0 0,1 0 0 0 0,0 0 0 0 0,0 1 0 0 0,0-1 0 0 0,-1 0 0 0 0,1 0 0 0 0,0 1 0 0 0,0-1 0 0 0,0 0 0 0 0,0 0 0 0 0,0 1 0 0 0,0-1 0 0 0,-1 0 0 0 0,1 0 0 0 0,0 1-1 0 0,0-1 1 0 0,0 0 0 0 0,0 0 0 0 0,0 1 0 0 0,0-1 0 0 0,0 0 0 0 0,0 0 0 0 0,0 1 0 0 0,0-1 0 0 0,0 0 0 0 0,0 1 0 0 0,0-1 0 0 0,0 0 0 0 0,0 0 0 0 0,1 1 0 0 0,-1-1 0 0 0,0 0 0 0 0,0 0 0 0 0,0 1 0 0 0,0-1-1 0 0,0 0 1 0 0,1 0 0 0 0,-1 1 0 0 0,0-1 0 0 0,0 0 0 0 0,0 0 0 0 0,1 0 0 0 0,-1 0 0 0 0,0 1 0 0 0,0-1 0 0 0,1 0 0 0 0,-1 0 0 0 0,0 0 0 0 0,0 0 0 0 0,1 0 0 0 0,-1 0 0 0 0,112 127 111 0 0,-72-79-60 0 0,85 80 0 0 0,-109-114-65 0 0,79 61-909 0 0,-84-67-104 0 0,1-1 0 0 0,0 0 0 0 0,0-1 1 0 0,0 0-1 0 0,1-1 0 0 0,21 5 0 0 0,-11-9-6387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1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38 390 1848 0 0,'-2'-7'772'0'0,"-7"-14"1651"0"0,1-1 0 0 0,-7-30 1 0 0,14 46-2127 0 0,0 1 0 0 0,0-1 0 0 0,1 0 0 0 0,-1 1 0 0 0,1-1 0 0 0,0 0 0 0 0,1 0 0 0 0,-1 1 0 0 0,1-1 0 0 0,0 1 0 0 0,1-1 0 0 0,0 1 0 0 0,-1-1 0 0 0,6-9 0 0 0,-6 14-241 0 0,0-1 1 0 0,0 1-1 0 0,0 0 0 0 0,1 0 0 0 0,-1 0 0 0 0,0-1 1 0 0,0 1-1 0 0,1 1 0 0 0,-1-1 0 0 0,1 0 0 0 0,-1 0 0 0 0,1 0 1 0 0,-1 1-1 0 0,1-1 0 0 0,-1 1 0 0 0,1-1 0 0 0,0 1 1 0 0,-1 0-1 0 0,1-1 0 0 0,0 1 0 0 0,-1 0 0 0 0,1 0 0 0 0,0 0 1 0 0,-1 0-1 0 0,1 1 0 0 0,0-1 0 0 0,-1 0 0 0 0,1 1 1 0 0,-1-1-1 0 0,1 1 0 0 0,-1-1 0 0 0,1 1 0 0 0,-1 0 0 0 0,4 2 1 0 0,1 0 31 0 0,0 1 0 0 0,1 0 0 0 0,-1 0 1 0 0,0 1-1 0 0,-1-1 0 0 0,8 9 1 0 0,-2 1-36 0 0,-1 1 0 0 0,-1-1 0 0 0,0 2 0 0 0,-1-1 0 0 0,0 1 0 0 0,-2 0 0 0 0,0 1 0 0 0,0 0 0 0 0,-2 0 0 0 0,0 0 0 0 0,-1 0 0 0 0,-1 1 0 0 0,0-1 0 0 0,-1 1 0 0 0,-1-1 1 0 0,-4 31-1 0 0,3-46-6 0 0,0-4-45 0 0,-1-1 1 0 0,1 1-1 0 0,0 0 1 0 0,0-1-1 0 0,0 1 1 0 0,0 0-1 0 0,0-1 1 0 0,0 1-1 0 0,1-1 1 0 0,-1 0-1 0 0,1 1 1 0 0,-1-1-1 0 0,1 0 1 0 0,0-2-1 0 0,3-43-4 0 0,-2 36 8 0 0,2-9-2 0 0,0-1 0 0 0,2 1-1 0 0,0 0 1 0 0,1 0 0 0 0,15-34 0 0 0,-14 41-6 0 0,0 0 0 0 0,1 1 1 0 0,0 0-1 0 0,1 0 1 0 0,0 0-1 0 0,1 1 0 0 0,1 1 1 0 0,19-18-1 0 0,-27 27 1 0 0,0 0-1 0 0,0 0 1 0 0,0 0-1 0 0,0 0 1 0 0,0 0-1 0 0,0 1 1 0 0,0-1-1 0 0,1 1 1 0 0,-1 0-1 0 0,1 0 0 0 0,-1 0 1 0 0,1 0-1 0 0,-1 1 1 0 0,1-1-1 0 0,-1 1 1 0 0,5 0-1 0 0,-5 1 9 0 0,-1 0 0 0 0,0-1 0 0 0,1 1-1 0 0,-1 0 1 0 0,0 0 0 0 0,0 0 0 0 0,0 1-1 0 0,0-1 1 0 0,0 0 0 0 0,0 1 0 0 0,0-1 0 0 0,0 1-1 0 0,-1 0 1 0 0,1 0 0 0 0,-1-1 0 0 0,1 1-1 0 0,-1 0 1 0 0,0 0 0 0 0,1 1 0 0 0,-1-1-1 0 0,0 0 1 0 0,-1 0 0 0 0,1 0 0 0 0,0 1 0 0 0,0 2-1 0 0,4 13 119 0 0,-1 1 0 0 0,-1 0 0 0 0,-1-1 0 0 0,-1 1 0 0 0,-1 21 0 0 0,-12 96 155 0 0,1-30-148 0 0,11-102-127 0 0,0 1 1 0 0,0-1 0 0 0,0 0-1 0 0,1 0 1 0 0,-1 0-1 0 0,1 0 1 0 0,3 7 0 0 0,-4-9-32 0 0,1-1-1 0 0,-1 0 1 0 0,1 0 0 0 0,0 1 0 0 0,-1-1 0 0 0,1 0 0 0 0,0 0 0 0 0,0 0 0 0 0,0 0-1 0 0,0 0 1 0 0,0 0 0 0 0,0 0 0 0 0,0 0 0 0 0,0 0 0 0 0,1 0 0 0 0,-1-1 0 0 0,0 1-1 0 0,1 0 1 0 0,-1-1 0 0 0,0 1 0 0 0,1-1 0 0 0,-1 0 0 0 0,0 1 0 0 0,1-1 0 0 0,-1 0 0 0 0,1 0-1 0 0,-1 0 1 0 0,1 0 0 0 0,1 0 0 0 0,5-1-270 0 0,1 0-1 0 0,0-1 1 0 0,0 0 0 0 0,-1 0-1 0 0,1-1 1 0 0,-1 0 0 0 0,1-1-1 0 0,11-7 1 0 0,-6 2-109 0 0,0 0 1 0 0,-1-1-1 0 0,0-1 1 0 0,13-13-1 0 0,-2-3-84 0 0,-2 0 0 0 0,0-1 0 0 0,31-55-1 0 0,-47 71 486 0 0,0 0-1 0 0,-1 0 0 0 0,0 0 1 0 0,-1 0-1 0 0,0-1 0 0 0,3-20 1 0 0,-6 27 108 0 0,-1 1 0 0 0,1 0 0 0 0,-1 0 0 0 0,0 0 1 0 0,0 0-1 0 0,-1 0 0 0 0,1-1 0 0 0,-1 1 0 0 0,0 0 0 0 0,-1 0 1 0 0,1 0-1 0 0,-1 1 0 0 0,0-1 0 0 0,0 0 0 0 0,-1 1 1 0 0,1-1-1 0 0,-1 1 0 0 0,0 0 0 0 0,-5-6 0 0 0,8 9-63 0 0,-1 0-1 0 0,0 0 0 0 0,0 0 1 0 0,0 1-1 0 0,0-1 1 0 0,0 0-1 0 0,0 0 0 0 0,0 1 1 0 0,0-1-1 0 0,-1 0 1 0 0,1 1-1 0 0,0-1 0 0 0,0 1 1 0 0,-1 0-1 0 0,1-1 0 0 0,0 1 1 0 0,0 0-1 0 0,-1 0 1 0 0,1 0-1 0 0,0 0 0 0 0,-1 0 1 0 0,-1 0-1 0 0,1 1 19 0 0,0 0-1 0 0,0-1 1 0 0,1 1-1 0 0,-1 0 1 0 0,0 0-1 0 0,1 1 1 0 0,-1-1-1 0 0,1 0 0 0 0,0 0 1 0 0,-1 1-1 0 0,1-1 1 0 0,0 1-1 0 0,-2 2 1 0 0,-2 3 76 0 0,2 1 0 0 0,-1-1 0 0 0,1 1 0 0 0,0-1 1 0 0,0 1-1 0 0,-1 9 0 0 0,0 6 52 0 0,0 1 0 0 0,2 0 0 0 0,1 1 0 0 0,0-1 1 0 0,5 35-1 0 0,-2-45-151 0 0,0 0 0 0 0,1 0 0 0 0,1 0 0 0 0,0 0 0 0 0,0-1 0 0 0,2 0 1 0 0,0 0-1 0 0,0 0 0 0 0,1-1 0 0 0,14 19 0 0 0,-18-27-26 0 0,0-1-1 0 0,1 0 1 0 0,0 0 0 0 0,0 0 0 0 0,0 0-1 0 0,0-1 1 0 0,0 1 0 0 0,0-1 0 0 0,1 0-1 0 0,-1-1 1 0 0,1 1 0 0 0,-1-1-1 0 0,1 0 1 0 0,0 0 0 0 0,-1 0 0 0 0,1 0-1 0 0,0-1 1 0 0,0 0 0 0 0,-1 0 0 0 0,1 0-1 0 0,0-1 1 0 0,0 0 0 0 0,6-1-1 0 0,3-2 2 0 0,1 0-1 0 0,-1 0 1 0 0,-1-1-1 0 0,1-1 1 0 0,-1-1-1 0 0,18-10 1 0 0,-17 7-10 0 0,0 0 0 0 0,-1-1 0 0 0,-1 0 1 0 0,0-1-1 0 0,0-1 0 0 0,-1 0 0 0 0,-1 0 0 0 0,0-1 1 0 0,-1 0-1 0 0,-1-1 0 0 0,14-30 0 0 0,-18 35-2 0 0,0-1-1 0 0,0 0 1 0 0,-1-1 0 0 0,-1 1-1 0 0,0 0 1 0 0,0-1-1 0 0,-1 0 1 0 0,-1 1-1 0 0,0-1 1 0 0,0 1 0 0 0,-1-1-1 0 0,-1 0 1 0 0,0 1-1 0 0,0 0 1 0 0,-1-1-1 0 0,-1 1 1 0 0,0 0-1 0 0,-7-14 1 0 0,8 20-6 0 0,0-1 1 0 0,-1 2-1 0 0,0-1 0 0 0,0 0 0 0 0,0 1 0 0 0,0-1 1 0 0,-1 1-1 0 0,0 1 0 0 0,0-1 0 0 0,0 0 1 0 0,0 1-1 0 0,0 0 0 0 0,-1 1 0 0 0,-7-4 1 0 0,10 5 1 0 0,0 1 0 0 0,0 0 0 0 0,0-1 0 0 0,0 1 0 0 0,0 0 0 0 0,0 0 1 0 0,0 1-1 0 0,0-1 0 0 0,0 1 0 0 0,0-1 0 0 0,0 1 0 0 0,0 0 0 0 0,0 0 0 0 0,0 0 1 0 0,0 1-1 0 0,1-1 0 0 0,-5 3 0 0 0,-1 1-4 0 0,1 0 0 0 0,0 0 0 0 0,0 1 0 0 0,-10 10 0 0 0,7-4-5 0 0,1 0 0 0 0,0 1 1 0 0,1 0-1 0 0,1 0 0 0 0,0 1 0 0 0,0-1 0 0 0,1 2 0 0 0,1-1 1 0 0,1 1-1 0 0,-6 27 0 0 0,8-29 18 0 0,1-1-1 0 0,0 1 1 0 0,0 0-1 0 0,1 0 1 0 0,1 0 0 0 0,0 0-1 0 0,1 0 1 0 0,0-1 0 0 0,1 1-1 0 0,0-1 1 0 0,1 0-1 0 0,1 1 1 0 0,6 12 0 0 0,-8-20-4 0 0,-1-1 1 0 0,1-1 0 0 0,0 1-1 0 0,-1 0 1 0 0,2-1 0 0 0,-1 1-1 0 0,0-1 1 0 0,1 0-1 0 0,0 0 1 0 0,-1 0 0 0 0,1-1-1 0 0,0 1 1 0 0,0-1 0 0 0,1 0-1 0 0,4 2 1 0 0,-1-2 1 0 0,0 0 1 0 0,-1-1 0 0 0,1 0-1 0 0,0 0 1 0 0,0 0-1 0 0,0-1 1 0 0,0 0-1 0 0,10-2 1 0 0,7-3-20 0 0,0-1 1 0 0,0 0-1 0 0,-1-2 1 0 0,37-18-1 0 0,0-2-197 0 0,77-50-1 0 0,-111 61 183 0 0,-1-2 0 0 0,-1-1 0 0 0,0 0 0 0 0,-2-2 1 0 0,22-26-1 0 0,-41 43 30 0 0,0 0 4 0 0,0 1 0 0 0,0-1 0 0 0,-1 1 0 0 0,0-1 0 0 0,0 0 0 0 0,0 0 0 0 0,-1-1 0 0 0,1 1 0 0 0,-1 0 0 0 0,-1-1 0 0 0,3-8 0 0 0,-4 13 132 0 0,-1 2-113 0 0,-1 0 1 0 0,1 0-1 0 0,0 1 1 0 0,0-1 0 0 0,-1 0-1 0 0,1 1 1 0 0,0-1-1 0 0,1 1 1 0 0,-1-1-1 0 0,0 1 1 0 0,0 0 0 0 0,1-1-1 0 0,-1 1 1 0 0,0 0-1 0 0,1 2 1 0 0,-9 36 89 0 0,3 1 1 0 0,1 0-1 0 0,2 0 0 0 0,1 0 1 0 0,3 0-1 0 0,1 0 0 0 0,2 0 1 0 0,19 78-1 0 0,-21-111-88 0 0,0 1-1 0 0,1-1 1 0 0,1 0-1 0 0,4 9 1 0 0,-7-14-10 0 0,1 0 0 0 0,0-1 1 0 0,0 1-1 0 0,0 0 0 0 0,0-1 0 0 0,1 1 0 0 0,-1-1 1 0 0,1 0-1 0 0,-1 0 0 0 0,1 0 0 0 0,0 0 1 0 0,5 3-1 0 0,-5-5-9 0 0,0 1 1 0 0,0-1-1 0 0,-1 1 1 0 0,1-1-1 0 0,0 0 1 0 0,0 0-1 0 0,0 0 1 0 0,0 0-1 0 0,-1 0 1 0 0,1-1-1 0 0,0 1 1 0 0,0-1-1 0 0,0 0 1 0 0,-1 0-1 0 0,1 0 1 0 0,-1 0-1 0 0,4-2 1 0 0,3-2-1 0 0,-1 0 1 0 0,0 0 0 0 0,11-10 0 0 0,3-7-17 0 0,0 0 0 0 0,-2-1 1 0 0,-1 0-1 0 0,0-2 0 0 0,23-43 0 0 0,60-143 5 0 0,-83 170-41 0 0,-18 39 38 0 0,4 2-5 0 0,-4 0 13 0 0,-1 0 1 0 0,1 0-1 0 0,-1 0 1 0 0,0 0-1 0 0,1 0 0 0 0,-1 0 1 0 0,1 0-1 0 0,-1 0 1 0 0,1 1-1 0 0,-1-1 1 0 0,0 0-1 0 0,1 0 1 0 0,-1 0-1 0 0,1 0 1 0 0,-1 1-1 0 0,0-1 1 0 0,1 0-1 0 0,-1 0 1 0 0,0 1-1 0 0,1-1 1 0 0,-1 0-1 0 0,0 0 1 0 0,1 1-1 0 0,-1-1 1 0 0,0 0-1 0 0,0 1 1 0 0,1-1-1 0 0,-1 0 1 0 0,0 1-1 0 0,0-1 1 0 0,0 1-1 0 0,0-1 1 0 0,1 0-1 0 0,-1 1 1 0 0,0-1-1 0 0,0 1 1 0 0,0-1-1 0 0,0 1 1 0 0,0-1-1 0 0,0 0 1 0 0,0 1-1 0 0,0-1 0 0 0,0 1 1 0 0,1 3-1 0 0,14 61-18 0 0,-10-37 37 0 0,2 0 0 0 0,1 0 0 0 0,14 29 0 0 0,-19-49-7 0 0,1-1 0 0 0,0 1 0 0 0,0-1 0 0 0,1 0 0 0 0,0-1 0 0 0,0 1 0 0 0,0-1 0 0 0,1 0 0 0 0,0 0 0 0 0,0-1 0 0 0,1 0 0 0 0,0 0 0 0 0,0 0 0 0 0,0-1 0 0 0,11 5 0 0 0,-5-4 0 0 0,-1-1 0 0 0,1-1-1 0 0,-1 0 1 0 0,1-1 0 0 0,0 0-1 0 0,0-1 1 0 0,0 0-1 0 0,1-1 1 0 0,-1-1 0 0 0,0 0-1 0 0,0-1 1 0 0,0 0 0 0 0,-1-1-1 0 0,1 0 1 0 0,-1-1-1 0 0,1-1 1 0 0,-1 0 0 0 0,0 0-1 0 0,-1-1 1 0 0,1-1 0 0 0,12-10-1 0 0,-13 10-8 0 0,-2-1-1 0 0,1 0 1 0 0,-1 0 0 0 0,-1-1-1 0 0,1 0 1 0 0,-1 0 0 0 0,-1-1-1 0 0,0 0 1 0 0,0-1-1 0 0,-1 0 1 0 0,-1 0 0 0 0,0 0-1 0 0,0 0 1 0 0,-1-1 0 0 0,0 0-1 0 0,-1 0 1 0 0,0 0-1 0 0,-1 0 1 0 0,-1 0 0 0 0,0 0-1 0 0,0-1 1 0 0,-3-19-1 0 0,1 21-2 0 0,-1-1-1 0 0,-1 1 1 0 0,0-1-1 0 0,0 1 1 0 0,-2 0-1 0 0,1 1 1 0 0,-1-1-1 0 0,0 1 1 0 0,-1 0-1 0 0,-1 0 0 0 0,1 0 1 0 0,-1 1-1 0 0,-1 0 1 0 0,0 1-1 0 0,0-1 1 0 0,-12-8-1 0 0,19 16-2 0 0,0 1 1 0 0,0-1-1 0 0,0 0 0 0 0,0 1 0 0 0,0-1 0 0 0,0 1 1 0 0,0-1-1 0 0,0 1 0 0 0,0-1 0 0 0,0 1 0 0 0,-1 0 1 0 0,1 0-1 0 0,0 0 0 0 0,-2-1 0 0 0,3 1 4 0 0,-1 1 0 0 0,1-1 0 0 0,-1 0 0 0 0,1 0 0 0 0,-1 0 0 0 0,1 0-1 0 0,-1 1 1 0 0,1-1 0 0 0,0 0 0 0 0,-1 0 0 0 0,1 1 0 0 0,0-1 0 0 0,-1 0 0 0 0,1 1 0 0 0,0-1-1 0 0,-1 0 1 0 0,1 1 0 0 0,0-1 0 0 0,-1 0 0 0 0,1 1 0 0 0,0-1 0 0 0,0 1 0 0 0,0-1-1 0 0,-1 1 1 0 0,1 1 0 0 0,0 0-1 0 0,-1 0 1 0 0,1 0 0 0 0,0 0-1 0 0,0-1 1 0 0,0 1-1 0 0,0 0 1 0 0,0 0-1 0 0,1 0 1 0 0,-1 0 0 0 0,1 0-1 0 0,-1-1 1 0 0,1 1-1 0 0,1 3 1 0 0,1-1-1 0 0,0 1 0 0 0,0-1 1 0 0,0-1-1 0 0,1 1 0 0 0,-1 0 0 0 0,1-1 1 0 0,0 0-1 0 0,0 0 0 0 0,1 0 0 0 0,-1 0 1 0 0,0-1-1 0 0,1 0 0 0 0,-1 0 0 0 0,1 0 1 0 0,0 0-1 0 0,0-1 0 0 0,0 1 0 0 0,8 0 1 0 0,4 0-6 0 0,-1 0 0 0 0,1-2 1 0 0,-1 0-1 0 0,23-2 1 0 0,-12-2 2 0 0,0 0 0 0 0,0-2 1 0 0,-1-1-1 0 0,0-1 1 0 0,-1-1-1 0 0,0-1 0 0 0,0-1 1 0 0,-1-2-1 0 0,0 0 0 0 0,-1-2 1 0 0,-1 0-1 0 0,33-30 0 0 0,-55 44 2 0 0,0 1-1 0 0,1 0 1 0 0,-1 0-1 0 0,0-1 0 0 0,0 1 1 0 0,0 0-1 0 0,0 0 1 0 0,0 0-1 0 0,1-1 0 0 0,-1 1 1 0 0,0 0-1 0 0,0 0 0 0 0,0 0 1 0 0,1-1-1 0 0,-1 1 1 0 0,0 0-1 0 0,0 0 0 0 0,1 0 1 0 0,-1 0-1 0 0,0 0 1 0 0,0-1-1 0 0,1 1 0 0 0,-1 0 1 0 0,0 0-1 0 0,0 0 1 0 0,1 0-1 0 0,-1 0 0 0 0,0 0 1 0 0,0 0-1 0 0,1 0 0 0 0,-1 0 1 0 0,0 0-1 0 0,1 0 1 0 0,-1 0-1 0 0,0 0 0 0 0,0 0 1 0 0,1 1-1 0 0,-1-1 1 0 0,0 0-1 0 0,0 13-41 0 0,-10 23 21 0 0,9-32 12 0 0,-29 105 172 0 0,-31 218 0 0 0,57-281 108 0 0,4-44-62 0 0,2-2-203 0 0,-1-1 0 0 0,1 1 1 0 0,-1-1-1 0 0,0 1 0 0 0,1-1 0 0 0,-1 1 0 0 0,0-1 1 0 0,0 0-1 0 0,1 1 0 0 0,-1-1 0 0 0,0 0 1 0 0,0 0-1 0 0,0 0 0 0 0,0 0 0 0 0,0 0 1 0 0,0 0-1 0 0,0 0 0 0 0,-1 0 0 0 0,1-1 1 0 0,0 1-1 0 0,0-2 0 0 0,17-33 24 0 0,-13 22-8 0 0,24-47 20 0 0,48-93 26 0 0,-66 136-65 0 0,1 0 1 0 0,18-21 0 0 0,-24 33-5 0 0,0 0 1 0 0,0 0 0 0 0,1 0 0 0 0,0 1 0 0 0,0 0-1 0 0,0 0 1 0 0,1 1 0 0 0,8-5 0 0 0,-14 9 5 0 0,1-1 0 0 0,0 0 0 0 0,-1 1 0 0 0,1-1 0 0 0,0 1 0 0 0,-1 0 0 0 0,1 0-1 0 0,0 0 1 0 0,-1 0 0 0 0,1 1 0 0 0,0-1 0 0 0,-1 1 0 0 0,1-1 0 0 0,0 1 0 0 0,-1 0 0 0 0,1 0 0 0 0,-1 0 0 0 0,1 1 0 0 0,-1-1 0 0 0,0 0 0 0 0,0 1 0 0 0,1 0 0 0 0,2 3 0 0 0,4 3 69 0 0,-1 0 0 0 0,0 1 1 0 0,13 17-1 0 0,0 7 178 0 0,-2 1 0 0 0,-1 0 0 0 0,-2 1 0 0 0,17 52 0 0 0,7 51 2443 0 0,-40-137-2670 0 0,1-1-1 0 0,-1 1 1 0 0,0-1 0 0 0,0 1-1 0 0,1-1 1 0 0,-1 1 0 0 0,0-1 0 0 0,1 0-1 0 0,-1 1 1 0 0,1-1 0 0 0,-1 1-1 0 0,0-1 1 0 0,1 0 0 0 0,-1 1 0 0 0,1-1-1 0 0,-1 0 1 0 0,1 0 0 0 0,-1 1-1 0 0,1-1 1 0 0,-1 0 0 0 0,1 0 0 0 0,0 0-1 0 0,-1 0 1 0 0,1 0 0 0 0,-1 0-1 0 0,1 1 1 0 0,-1-1 0 0 0,1 0 0 0 0,-1-1-1 0 0,1 1 1 0 0,0 0 0 0 0,-1 0-1 0 0,1 0 1 0 0,-1 0 0 0 0,1 0 0 0 0,-1 0-1 0 0,1-1 1 0 0,-1 1 0 0 0,1 0-1 0 0,-1-1 1 0 0,1 1 0 0 0,-1 0 0 0 0,1-1-1 0 0,0 0 1 0 0,0 1-8 0 0,8-6 52 0 0,1 0 1 0 0,-1-1 0 0 0,0 0 0 0 0,11-12-1 0 0,2-1 4 0 0,233-208-3147 0 0,-126 113-7065 0 0,-71 63-67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1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492 207 764 0 0,'0'0'1337'0'0,"15"-11"3987"0"0,-15 10-4734 0 0,13-39 3036 0 0,-10 28-3580 0 0,1 0 0 0 0,1 0 0 0 0,0 0 0 0 0,1 0 0 0 0,0 1 1 0 0,0 0-1 0 0,1 0 0 0 0,11-11 0 0 0,-2-6-20 0 0,-15 27-10 0 0,-1 0-16 0 0,0 1 0 0 0,0 0-1 0 0,0 0 1 0 0,1-1-1 0 0,-1 1 1 0 0,0-1-1 0 0,0 1 1 0 0,0 0-1 0 0,0-1 1 0 0,1 1 0 0 0,-1 0-1 0 0,0-1 1 0 0,0 1-1 0 0,0-1 1 0 0,0 1-1 0 0,0 0 1 0 0,0-1-1 0 0,0 1 1 0 0,0-1 0 0 0,0 1-1 0 0,0 0 1 0 0,0-1-1 0 0,-1 1 1 0 0,1 0-1 0 0,0-1 1 0 0,0 0-1 0 0,-4 2-3 0 0,-1-1-1 0 0,1 1 0 0 0,0 0 0 0 0,0 0 0 0 0,0 0 0 0 0,0 0 1 0 0,0 1-1 0 0,1 0 0 0 0,-1 0 0 0 0,0 0 0 0 0,1 0 1 0 0,-1 0-1 0 0,-3 4 0 0 0,-45 39-30 0 0,50-43 33 0 0,1-1 1 0 0,-1 1-1 0 0,0 0 1 0 0,1 0-1 0 0,-1 0 1 0 0,1 0-1 0 0,0 0 1 0 0,0 0-1 0 0,0 0 1 0 0,0 0 0 0 0,0 1-1 0 0,0-1 1 0 0,0 0-1 0 0,1 0 1 0 0,-1 1-1 0 0,1-1 1 0 0,-1 1-1 0 0,1-1 1 0 0,0 0-1 0 0,0 1 1 0 0,1 2-1 0 0,0-1 5 0 0,0 0-1 0 0,0-1 1 0 0,1 1-1 0 0,0-1 1 0 0,0 1 0 0 0,0-1-1 0 0,0 0 1 0 0,0 1-1 0 0,1-1 1 0 0,-1 0-1 0 0,1-1 1 0 0,5 6-1 0 0,10 6-4 0 0,36 23 0 0 0,-39-28 17 0 0,-2-1-5 0 0,-1 1 0 0 0,21 19-1 0 0,-33-27 0 0 0,1 0 0 0 0,0 0 0 0 0,0 0 0 0 0,-1 0 0 0 0,1 0 0 0 0,0 0 0 0 0,-1 0 0 0 0,1 0 0 0 0,-1 1 0 0 0,0-1 0 0 0,1 0 0 0 0,-1 0 0 0 0,0 0 0 0 0,0 1 0 0 0,0-1 0 0 0,0 0 0 0 0,0 0 0 0 0,0 1 0 0 0,0-1 0 0 0,0 0 0 0 0,0 0 0 0 0,-1 1 0 0 0,1-1 0 0 0,0 0 0 0 0,-1 0 0 0 0,1 0 0 0 0,-1 0 0 0 0,1 1 0 0 0,-1-1 0 0 0,0 0 0 0 0,1 0 0 0 0,-1 0 0 0 0,0 0 0 0 0,0 0 0 0 0,0-1 0 0 0,0 1 0 0 0,0 0 0 0 0,-1 0 0 0 0,-5 6 29 0 0,0-1-1 0 0,0-1 1 0 0,-14 9 0 0 0,-20 8 62 0 0,-1-1 0 0 0,-54 19-1 0 0,-93 22-1237 0 0,43-22-3738 0 0,63-20 469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1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0 276 0 0,'0'0'9265'0'0,"-10"6"-8795"0"0,-13-3-331 0 0,21-3-60 0 0,-24 8 450 0 0,-10 12-391 0 0,35-19-130 0 0,-3 2 6 0 0,0 0 1 0 0,1 0-1 0 0,0 1 1 0 0,0-1 0 0 0,0 1-1 0 0,-5 7 1 0 0,6-7-2 0 0,1-3-7 0 0,-3 4-4 0 0,1 0-1 0 0,1 0 1 0 0,-1 0-1 0 0,1 0 0 0 0,-3 8 1 0 0,2-6 2 0 0,-23 80 42 0 0,25-83-43 0 0,0 1-1 0 0,0 0 0 0 0,0 0 1 0 0,1-1-1 0 0,-1 1 0 0 0,1 0 1 0 0,1 7-1 0 0,-1-1-3 0 0,3 21 41 0 0,1-4 27 0 0,2-1 0 0 0,15 50 1 0 0,1-6 69 0 0,-1-23-90 0 0,-21-46-35 0 0,1-1 17 0 0,-1 1 0 0 0,0-1-1 0 0,0 0 1 0 0,0 1 0 0 0,1-1-1 0 0,-1 1 1 0 0,1-1-1 0 0,-1 0 1 0 0,1 1 0 0 0,-1-1-1 0 0,1 0 1 0 0,0 1 0 0 0,0-1-1 0 0,1 2 1 0 0,5 11 65 0 0,-6-13-75 0 0,4 3 5 0 0,20 26 6 0 0,-23-29-23 0 0,6 7 33 0 0,-5-5-43 0 0,31 16 14 0 0,-21-13-13 0 0,-3-3-8 0 0,38 12 72 0 0,-46-14-54 0 0,19 7-12 0 0,-20-8-2 0 0,50 13 82 0 0,9-8-50 0 0,-57-5-12 0 0,0-1-8 0 0,8 0-12 0 0,-8 1 0 0 0,0 0 19 0 0,6-2 2 0 0,0 1 0 0 0,0-2-1 0 0,0 1 1 0 0,-1-1 0 0 0,1 0 0 0 0,-1-1-1 0 0,1 0 1 0 0,-1 0 0 0 0,0-1 0 0 0,-1 0 0 0 0,1 0-1 0 0,-1-1 1 0 0,0 0 0 0 0,0 0 0 0 0,6-8-1 0 0,-6 4 36 0 0,1 1 0 0 0,-1-1 0 0 0,-1-1 0 0 0,0 1 0 0 0,0-1 0 0 0,-1 0-1 0 0,-1 0 1 0 0,0-1 0 0 0,0 1 0 0 0,-1-1 0 0 0,2-14 0 0 0,-3 5 33 0 0,0 0 1 0 0,-2 0-1 0 0,0-1 1 0 0,-2 1-1 0 0,0 0 1 0 0,-1 0-1 0 0,-1 0 1 0 0,-1 0-1 0 0,-1 1 1 0 0,-1-1-1 0 0,-1 1 1 0 0,-1 1-1 0 0,0 0 1 0 0,-1 0-1 0 0,-1 1 1 0 0,-16-20-1 0 0,22 33-78 0 0,0 0 0 0 0,0 0 0 0 0,0 1 0 0 0,-1-1 0 0 0,0 1-1 0 0,0 0 1 0 0,0 1 0 0 0,0 0 0 0 0,-1 0 0 0 0,0 0 0 0 0,1 1 0 0 0,-1 0-1 0 0,-11-3 1 0 0,12 5-18 0 0,1-1 0 0 0,0 1-1 0 0,-1 0 1 0 0,1 1 0 0 0,0-1-1 0 0,-1 1 1 0 0,1 0-1 0 0,0 0 1 0 0,0 1 0 0 0,0 0-1 0 0,0 0 1 0 0,-8 4 0 0 0,-4 3-694 0 0,2 1 0 0 0,-19 15 0 0 0,12-9-886 0 0,-15 11-1874 0 0,2 1-1460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2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696 1 348 0 0,'1'11'3096'0'0,"-12"24"-1645"0"0,-1-1 1 0 0,-24 45 0 0 0,2-6-639 0 0,-105 237 615 0 0,48-112-965 0 0,-48 107-227 0 0,-12 24-27 0 0,134-292-208 0 0,6-14-1 0 0,1 1 1 0 0,1 0 0 0 0,-7 27 0 0 0,14-43-10 0 0,-1 0 1 0 0,0-1-1 0 0,-7 14 0 0 0,9-19-70 0 0,0 5-187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21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283 185 288 0 0,'16'-11'15746'0'0,"-16"10"-15601"0"0,-12-7 1000 0 0,-39-8-1664 0 0,2 1 550 0 0,47 14-31 0 0,-3 0-10 0 0,-8-4-25 0 0,12 2 20 0 0,10 0 9 0 0,116-45 53 0 0,-38 13-17 0 0,4 4-23 0 0,-89 30-3 0 0,0 0-9 0 0,5-2 6 0 0,-6 2-2 0 0,1 2 4 0 0,-2-1-3 0 0,1 1-1 0 0,-1-1 1 0 0,1 1-1 0 0,-1-1 1 0 0,0 1-1 0 0,1 0 1 0 0,-1-1 0 0 0,0 1-1 0 0,1 0 1 0 0,-1-1-1 0 0,0 1 1 0 0,0 0-1 0 0,1-1 1 0 0,-1 1-1 0 0,0 0 1 0 0,0 0-1 0 0,0-1 1 0 0,0 1 0 0 0,0 0-1 0 0,0 0 1 0 0,0-1-1 0 0,0 1 1 0 0,-1 0-1 0 0,1-1 1 0 0,0 1-1 0 0,-1 1 1 0 0,-7 17-13 0 0,6-17 14 0 0,-280 486 1574 0 0,163-294-1245 0 0,46-77-265 0 0,71-114-81 0 0,1-1 17 0 0,0-1 0 0 0,0 1 0 0 0,0-1 0 0 0,0 1 0 0 0,0 0 0 0 0,1-1 0 0 0,-1 1 0 0 0,1 0 0 0 0,-1-1 0 0 0,1 1 0 0 0,0 0 0 0 0,0 0 0 0 0,0 0 0 0 0,0 3 0 0 0,0-5 0 0 0,1 0 0 0 0,0 1 0 0 0,-1-1-1 0 0,1 1 1 0 0,0-1 0 0 0,-1 0 0 0 0,1 1 0 0 0,0-1-1 0 0,0 0 1 0 0,-1 0 0 0 0,1 1 0 0 0,0-1-1 0 0,0 0 1 0 0,0 0 0 0 0,-1 0 0 0 0,1 0 0 0 0,0 0-1 0 0,0 0 1 0 0,-1 0 0 0 0,1-1 0 0 0,0 1 0 0 0,0 0-1 0 0,0 0 1 0 0,-1-1 0 0 0,2 1 0 0 0,19-6 4 0 0,1-1 0 0 0,-2-1 1 0 0,29-15-1 0 0,-9 4 8 0 0,97-43 41 0 0,131-56 28 0 0,-185 84 42 0 0,-61 25-40 0 0,-17 7 815 0 0,9-5-4795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26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21 328 0 0,'-4'-12'3413'0'0,"3"11"-3290"0"0,1 1 1 0 0,-1-1-1 0 0,1 0 1 0 0,-1 1-1 0 0,1-1 1 0 0,-1 1-1 0 0,1-1 1 0 0,-1 1-1 0 0,0-1 1 0 0,1 1-1 0 0,-1-1 1 0 0,0 1-1 0 0,1 0 0 0 0,-1-1 1 0 0,0 1-1 0 0,0 0 1 0 0,1 0-1 0 0,-1-1 1 0 0,0 1-1 0 0,0 0 1 0 0,1 0-1 0 0,-1 0 1 0 0,0 0-1 0 0,0 0 1 0 0,0 0-1 0 0,1 0 0 0 0,-1 0 1 0 0,-1 1-1 0 0,0 0 9 0 0,0 0 0 0 0,1 0-1 0 0,-1 0 1 0 0,0 0 0 0 0,1 0-1 0 0,-1 1 1 0 0,0-1 0 0 0,1 0-1 0 0,-1 1 1 0 0,-1 3 0 0 0,-4 5 158 0 0,0 0 0 0 0,-9 22 0 0 0,16-30-215 0 0,-92 239 1014 0 0,20 9-770 0 0,30-98-220 0 0,-121 433-5 0 0,144-500-103 0 0,13-52 15 0 0,-1 0 0 0 0,-14 35 0 0 0,18-56-419 0 0,9-12-1351 0 0,11-15-1303 0 0,-11 5 1262 0 0,0-1-67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2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81 485 476 0 0,'12'-49'6699'0'0,"-6"28"-2705"0"0,-7 28-2700 0 0,-23 124-390 0 0,-39 270-386 0 0,53-312-470 0 0,26-264-208 0 0,-11 95 157 0 0,3 1-1 0 0,25-98 1 0 0,-32 173 4 0 0,0 0-1 0 0,0 0 1 0 0,1 1 0 0 0,-1-1-1 0 0,1 1 1 0 0,0 0-1 0 0,0-1 1 0 0,0 1 0 0 0,4-4-1 0 0,-4 6 17 0 0,1 1 20 0 0,0 0-6 0 0,0 1 0 0 0,0-1 1 0 0,0 1-1 0 0,-1 0 0 0 0,1 0 1 0 0,0 0-1 0 0,0 0 0 0 0,-1 1 1 0 0,1-1-1 0 0,-1 1 0 0 0,1-1 0 0 0,-1 1 1 0 0,0 0-1 0 0,0 0 0 0 0,1 0 1 0 0,-1 0-1 0 0,-1 1 0 0 0,4 2 1 0 0,5 10 234 0 0,17 31 1 0 0,-15-25-80 0 0,30 53-18 0 0,-2-2 195 0 0,73 97 0 0 0,-63-107-295 0 0,-50-61-67 0 0,1-1 1 0 0,-1 1-1 0 0,0-1 1 0 0,0 0-1 0 0,1 1 0 0 0,-1-1 1 0 0,0 0-1 0 0,1 1 0 0 0,-1-1 1 0 0,0 0-1 0 0,1 0 0 0 0,-1 1 1 0 0,0-1-1 0 0,1 0 0 0 0,-1 0 1 0 0,1 0-1 0 0,-1 0 1 0 0,0 1-1 0 0,1-1 0 0 0,-1 0 1 0 0,1 0-1 0 0,-1 0 0 0 0,1 0 1 0 0,-1 0-1 0 0,0 0 0 0 0,1 0 1 0 0,-1 0-1 0 0,1 0 0 0 0,-1 0 1 0 0,1 0-1 0 0,-1 0 1 0 0,1-1-1 0 0,-1 1 0 0 0,0 0 1 0 0,1 0-1 0 0,-1 0 0 0 0,1 0 1 0 0,-1-1-1 0 0,0 1 0 0 0,1 0 1 0 0,-1 0-1 0 0,0-1 0 0 0,1 1 1 0 0,-1 0-1 0 0,0-1 1 0 0,0 1-1 0 0,1 0 0 0 0,-1-1 1 0 0,0 1-1 0 0,0-1 0 0 0,1 1 1 0 0,-1 0-1 0 0,0-1 0 0 0,0 1 1 0 0,0-1-1 0 0,0 1 0 0 0,0-1 1 0 0,0 1-1 0 0,0 0 1 0 0,0-1-1 0 0,7-28 17 0 0,17-419 232 0 0,-16 243-165 0 0,-5 143-65 0 0,5-141 16 0 0,-4 173-493 0 0,-8 59-9878 0 0,2-16 6866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45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377 453 48 0 0,'0'0'1277'0'0,"-23"-7"5338"0"0,23 7-6502 0 0,-1 0 0 0 0,0 0 0 0 0,0 0 0 0 0,1-1 0 0 0,-1 1 0 0 0,0 0 0 0 0,0 0 0 0 0,1 0 1 0 0,-1-1-1 0 0,0 1 0 0 0,1 0 0 0 0,-1-1 0 0 0,0 1 0 0 0,1 0 0 0 0,-1-1 0 0 0,0 1 0 0 0,1-1 0 0 0,-1 1 0 0 0,1-1 0 0 0,-1 1 0 0 0,1-1 0 0 0,-1 1 0 0 0,1-1 0 0 0,0 0 0 0 0,-1 1 0 0 0,1-1 0 0 0,0 0 1 0 0,-1-1-1 0 0,2 0-105 0 0,0 0 0 0 0,0 0 0 0 0,0 0 1 0 0,1 1-1 0 0,-1-1 0 0 0,0 0 1 0 0,1 0-1 0 0,0 1 0 0 0,-1-1 0 0 0,4-1 1 0 0,14-16 23 0 0,-1 0 0 0 0,-1 0 0 0 0,-1-2 0 0 0,-1 0 0 0 0,-1-1 0 0 0,18-35 0 0 0,-17 24-34 0 0,0-2 1 0 0,-3 1-1 0 0,-1-1 1 0 0,7-37-1 0 0,-18 70 5 0 0,1 1 0 0 0,-1-1 0 0 0,1 1 0 0 0,-1-1 0 0 0,0 1 0 0 0,0-1 0 0 0,0 1 0 0 0,0-1-1 0 0,0 1 1 0 0,0-1 0 0 0,-1 0 0 0 0,1 1 0 0 0,-1-2 0 0 0,1 2-3 0 0,0 1 0 0 0,-1 0 0 0 0,1 0 0 0 0,0 0-1 0 0,0 0 1 0 0,-1 0 0 0 0,1-1 0 0 0,0 1 0 0 0,-1 0 0 0 0,1 0 0 0 0,0 0 0 0 0,-1 0 0 0 0,1 0 0 0 0,0 0-1 0 0,0 0 1 0 0,-1 0 0 0 0,1 0 0 0 0,0 0 0 0 0,-1 0 0 0 0,1 0 0 0 0,0 0 0 0 0,-1 0 0 0 0,1 1 0 0 0,0-1 0 0 0,-1 0-1 0 0,1 0 1 0 0,0 0 0 0 0,0 0 0 0 0,-1 0 0 0 0,1 1 0 0 0,0-1 0 0 0,0 0 0 0 0,-1 0 0 0 0,1 1 0 0 0,0-1-1 0 0,-4 4-1 0 0,0-1 0 0 0,1 1 0 0 0,-1 0 0 0 0,1 0 0 0 0,-5 9-1 0 0,-22 50 83 0 0,3 1-1 0 0,-19 71 0 0 0,20-58 41 0 0,-133 458 979 0 0,81-257-710 0 0,74-261-353 0 0,-8 23 419 0 0,-1 0-1 0 0,-32 68 0 0 0,45-106-410 0 0,-1-1-1 0 0,1 0 1 0 0,-1 1-1 0 0,0-1 1 0 0,0 0-1 0 0,1 0 1 0 0,-1 0 0 0 0,0 0-1 0 0,0 0 1 0 0,0 0-1 0 0,0 0 1 0 0,0 0-1 0 0,0 0 1 0 0,0 0-1 0 0,0 0 1 0 0,-1-1-1 0 0,1 1 1 0 0,0-1-1 0 0,0 1 1 0 0,-3 0-1 0 0,3-1-25 0 0,0 0-1 0 0,0 0 0 0 0,0-1 0 0 0,0 1 0 0 0,0 0 0 0 0,0-1 1 0 0,0 1-1 0 0,0 0 0 0 0,0-1 0 0 0,0 0 0 0 0,0 1 1 0 0,0-1-1 0 0,1 1 0 0 0,-1-1 0 0 0,0 0 0 0 0,0 0 0 0 0,1 1 1 0 0,-1-1-1 0 0,0 0 0 0 0,0-2 0 0 0,-3-4 7 0 0,0-1 0 0 0,0 0 0 0 0,1 0 0 0 0,0 0 0 0 0,-3-10-1 0 0,1-9-56 0 0,1 1 0 0 0,1-1 0 0 0,1 0 0 0 0,1 0 0 0 0,1 0-1 0 0,2 0 1 0 0,1 0 0 0 0,1 1 0 0 0,1-1 0 0 0,1 1-1 0 0,2 0 1 0 0,0 0 0 0 0,21-41 0 0 0,-21 51-6 0 0,1 1 0 0 0,0 0 0 0 0,2 0 0 0 0,-1 1 0 0 0,2 0 0 0 0,0 1 0 0 0,22-19 1 0 0,-24 25 26 0 0,0 0 1 0 0,0 0-1 0 0,1 1 1 0 0,0 0-1 0 0,0 1 1 0 0,0 0-1 0 0,1 1 1 0 0,-1 0-1 0 0,1 1 1 0 0,0 1 0 0 0,23-3-1 0 0,97 4 128 0 0,-91 3-145 0 0,1-2-1 0 0,45-7 1 0 0,-77 6-2 0 0,-1-1 0 0 0,1-1-1 0 0,-1 0 1 0 0,0 0 0 0 0,0 0 0 0 0,0-1-1 0 0,-1-1 1 0 0,1 0 0 0 0,-1 0 0 0 0,0 0 0 0 0,0-1-1 0 0,-1 0 1 0 0,13-14 0 0 0,-10 9 0 0 0,-2-1-1 0 0,1 1 1 0 0,-2-1 0 0 0,0-1-1 0 0,0 1 1 0 0,-1-1 0 0 0,-1-1 0 0 0,8-24-1 0 0,-4 6-27 0 0,-1 0-1 0 0,-2-1 0 0 0,5-63 1 0 0,-11 96 55 0 0,0 0 0 0 0,0 1 1 0 0,-1-1-1 0 0,1 0 0 0 0,0 0 1 0 0,0 0-1 0 0,0 1 0 0 0,-1-1 0 0 0,1 0 1 0 0,0 0-1 0 0,0 0 0 0 0,-1 1 1 0 0,1-1-1 0 0,0 0 0 0 0,-1 0 1 0 0,1 0-1 0 0,0 0 0 0 0,-1 0 1 0 0,1 0-1 0 0,0 0 0 0 0,-1 0 1 0 0,1 0-1 0 0,0 0 0 0 0,0 0 0 0 0,-1 0 1 0 0,1 0-1 0 0,0 0 0 0 0,-1 0 1 0 0,1 0-1 0 0,0 0 0 0 0,-1 0 1 0 0,1 0-1 0 0,0-1 0 0 0,-1 1 1 0 0,1 0-1 0 0,0 0 0 0 0,0 0 1 0 0,-1 0-1 0 0,1-1 0 0 0,0 1 0 0 0,0 0 1 0 0,0 0-1 0 0,-1-1 0 0 0,1 1 1 0 0,0 0-1 0 0,0 0 0 0 0,0-1 1 0 0,-1 1-1 0 0,1 0 0 0 0,0 0 1 0 0,0-1-1 0 0,0 1 0 0 0,0 0 1 0 0,0-1-1 0 0,0 1 0 0 0,0 0 0 0 0,0-1 1 0 0,0 1-1 0 0,0 0 0 0 0,0-1 1 0 0,0 1-1 0 0,0-1 0 0 0,-15 22-23 0 0,-17 56 175 0 0,-26 95 1 0 0,22-58 92 0 0,23-78-189 0 0,-48 155 370 0 0,47-140-468 0 0,-13 92 0 0 0,25-132-403 0 0,2 1 0 0 0,-1 17 1 0 0,2-26 171 0 0,-1-1 0 0 0,0 1 0 0 0,1-1 0 0 0,-1 1 0 0 0,1-1 0 0 0,0 1 0 0 0,-1-1 0 0 0,1 1 0 0 0,0-1 0 0 0,1 1 0 0 0,-1-1 0 0 0,0 0 0 0 0,1 0 0 0 0,-1 0 0 0 0,1 0 0 0 0,3 3 0 0 0,17-2-6295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4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175 253 260 0 0,'5'-13'1580'0'0,"0"0"-1"0"0,-2-1 1 0 0,1 1 0 0 0,-2-1-1 0 0,0 0 1 0 0,0 0 0 0 0,-1-18-1 0 0,-3 34-1380 0 0,-5 4-87 0 0,0 0 0 0 0,0 0 1 0 0,1 1-1 0 0,0 0 0 0 0,1 0 0 0 0,0 0 0 0 0,0 1 1 0 0,-6 11-1 0 0,-29 71 329 0 0,38-85-415 0 0,-12 29 107 0 0,-13 53 0 0 0,24-77-119 0 0,1-1 0 0 0,1 0 1 0 0,0 0-1 0 0,0 1 0 0 0,1-1 0 0 0,0 0 0 0 0,0 1 1 0 0,1-1-1 0 0,0 0 0 0 0,1 1 0 0 0,4 11 0 0 0,-6-19-5 0 0,1 0 0 0 0,0 0-1 0 0,0 0 1 0 0,0 0-1 0 0,0 0 1 0 0,0 0 0 0 0,1-1-1 0 0,-1 1 1 0 0,0-1-1 0 0,1 1 1 0 0,-1-1 0 0 0,1 1-1 0 0,-1-1 1 0 0,1 0-1 0 0,0 0 1 0 0,0 0 0 0 0,0 0-1 0 0,-1 0 1 0 0,4 1-1 0 0,-2-1 7 0 0,1 0 0 0 0,-1-1 0 0 0,0 0-1 0 0,1 1 1 0 0,-1-1 0 0 0,0 0-1 0 0,1-1 1 0 0,-1 1 0 0 0,0-1-1 0 0,0 1 1 0 0,5-2 0 0 0,-1-1 0 0 0,1 0 0 0 0,-1 0-1 0 0,0 0 1 0 0,-1-1 0 0 0,1 0 0 0 0,-1 0 0 0 0,1-1 0 0 0,-1 0 0 0 0,-1 0 0 0 0,7-6-1 0 0,-4 0-9 0 0,-1 0-1 0 0,0 0 1 0 0,0 0-1 0 0,-2-1 0 0 0,1 0 1 0 0,-1 0-1 0 0,-1 0 1 0 0,0-1-1 0 0,-1 1 0 0 0,0-1 1 0 0,1-19-1 0 0,-3 21-7 0 0,0 0 0 0 0,-1 0 0 0 0,-1 0 0 0 0,1 0 0 0 0,-2 1-1 0 0,1-1 1 0 0,-2 0 0 0 0,1 0 0 0 0,-2 1 0 0 0,1 0 0 0 0,-1-1 0 0 0,-1 1 0 0 0,0 1 0 0 0,-6-11-1 0 0,9 18-2 0 0,1-1 0 0 0,-1 1 0 0 0,0 0-1 0 0,0 0 1 0 0,0 0 0 0 0,0 0 0 0 0,-1 0-1 0 0,1 0 1 0 0,0 0 0 0 0,-1 1 0 0 0,1-1-1 0 0,-1 1 1 0 0,0 0 0 0 0,1 0 0 0 0,-1 0-1 0 0,0 0 1 0 0,0 0 0 0 0,-5-1 0 0 0,4 2 0 0 0,0 1 1 0 0,0-1 0 0 0,0 1 0 0 0,0-1 0 0 0,0 1-1 0 0,0 0 1 0 0,0 0 0 0 0,1 1 0 0 0,-1-1 0 0 0,0 1-1 0 0,1 0 1 0 0,-5 3 0 0 0,-3 3-1 0 0,0 1-1 0 0,0 0 1 0 0,1 0 0 0 0,1 1-1 0 0,0 1 1 0 0,-15 20 0 0 0,18-21 14 0 0,0 1 0 0 0,0-1 0 0 0,1 1 0 0 0,1 0 0 0 0,0 1 1 0 0,-4 14-1 0 0,7-21-1 0 0,0-1-1 0 0,0 0 1 0 0,1 1 0 0 0,-1-1 0 0 0,1 1 0 0 0,0-1 0 0 0,0 1 0 0 0,0-1-1 0 0,1 1 1 0 0,0-1 0 0 0,0 0 0 0 0,0 1 0 0 0,0-1 0 0 0,1 0-1 0 0,-1 0 1 0 0,1 0 0 0 0,0 0 0 0 0,0 0 0 0 0,6 7 0 0 0,-6-9-14 0 0,1 1-1 0 0,0-1 1 0 0,0 0 0 0 0,0 0 0 0 0,1 0 0 0 0,-1-1-1 0 0,0 1 1 0 0,1-1 0 0 0,-1 0 0 0 0,1 0 0 0 0,-1 0 0 0 0,1 0-1 0 0,-1-1 1 0 0,1 1 0 0 0,0-1 0 0 0,-1 0 0 0 0,1 0-1 0 0,0 0 1 0 0,-1-1 0 0 0,1 1 0 0 0,0-1 0 0 0,4-1-1 0 0,5-2-100 0 0,-1 1-1 0 0,0-2 0 0 0,0 0 0 0 0,-1 0 0 0 0,14-9 1 0 0,-9 4-2 0 0,0-1 0 0 0,-1-1 0 0 0,-1-1 0 0 0,0 0 0 0 0,13-15 0 0 0,55-80-356 0 0,-31 38 76 0 0,-50 69 382 0 0,-1 0 0 0 0,1 0-1 0 0,-1 0 1 0 0,1 1 0 0 0,0-1-1 0 0,-1 0 1 0 0,1 0 0 0 0,0 0-1 0 0,0 1 1 0 0,-1-1 0 0 0,1 0-1 0 0,0 1 1 0 0,0-1 0 0 0,0 1-1 0 0,0-1 1 0 0,0 1 0 0 0,0 0-1 0 0,0-1 1 0 0,0 1 0 0 0,0 0-1 0 0,0-1 1 0 0,0 1 0 0 0,0 0-1 0 0,0 0 1 0 0,2 0 0 0 0,-2 1 12 0 0,0 0 0 0 0,0 0 0 0 0,0 0 0 0 0,0-1 0 0 0,0 1 0 0 0,0 0 1 0 0,0 1-1 0 0,0-1 0 0 0,-1 0 0 0 0,1 0 0 0 0,0 0 0 0 0,-1 0 0 0 0,1 1 0 0 0,-1-1 0 0 0,1 0 1 0 0,-1 0-1 0 0,0 1 0 0 0,0-1 0 0 0,1 0 0 0 0,-1 1 0 0 0,0 1 0 0 0,1 17 151 0 0,0 1 1 0 0,-1-1-1 0 0,-1 0 0 0 0,-6 38 0 0 0,-25 79 381 0 0,32-136-533 0 0,-22 84 1135 0 0,22-84-927 0 0,-1-4-199 0 0,1 0 0 0 0,0 0 0 0 0,1 0 0 0 0,-1 0 0 0 0,0 0 0 0 0,1 0-1 0 0,0 1 1 0 0,0-1 0 0 0,0 0 0 0 0,0 0 0 0 0,2-4 0 0 0,-1 3-3 0 0,-1 2-11 0 0,12-34-122 0 0,32-60 0 0 0,-40 87 91 0 0,0 0 0 0 0,1 0 0 0 0,0 1 0 0 0,0 0 0 0 0,1 0-1 0 0,0 0 1 0 0,1 1 0 0 0,-1 0 0 0 0,1 1 0 0 0,1 0 0 0 0,16-10 0 0 0,-21 14 28 0 0,-1 1 1 0 0,1-1-1 0 0,0 1 0 0 0,-1 0 1 0 0,1 0-1 0 0,0 0 0 0 0,0 1 1 0 0,0-1-1 0 0,0 1 0 0 0,0 0 0 0 0,0 0 1 0 0,-1 0-1 0 0,1 1 0 0 0,0-1 1 0 0,0 1-1 0 0,0 0 0 0 0,6 2 1 0 0,-6 0 14 0 0,1-1 1 0 0,0 1 0 0 0,0 0 0 0 0,-1 0 0 0 0,0 1-1 0 0,0-1 1 0 0,0 1 0 0 0,0 0 0 0 0,0 0-1 0 0,-1 0 1 0 0,5 7 0 0 0,-2-2 24 0 0,-1 0 0 0 0,-1 0 0 0 0,1 1 0 0 0,-2-1 0 0 0,1 1 0 0 0,-1 0 0 0 0,-1 0-1 0 0,0 0 1 0 0,0 0 0 0 0,-1 0 0 0 0,0 0 0 0 0,-1 1 0 0 0,0 10 0 0 0,-2-12 27 0 0,0 1 0 0 0,0 0 0 0 0,0-1 0 0 0,-1 0 0 0 0,-4 9 0 0 0,6-16-15 0 0,0-2-50 0 0,0-1-1 0 0,0 1 0 0 0,1-1 0 0 0,-1 0 0 0 0,1 1 0 0 0,-1-1 0 0 0,0 0 0 0 0,1 0 0 0 0,-1 1 0 0 0,1-1 0 0 0,-1 0 0 0 0,1 0 0 0 0,0 0 0 0 0,-1 1 0 0 0,1-1 0 0 0,0 0 0 0 0,0 0 0 0 0,0 0 0 0 0,-1 0 0 0 0,1 0 0 0 0,0 0 0 0 0,0 1 0 0 0,0-3 0 0 0,6-30-98 0 0,18-29-38 0 0,-24 62 139 0 0,11-22-68 0 0,0 0 0 0 0,1 1 0 0 0,1 0-1 0 0,1 1 1 0 0,1 1 0 0 0,0 0 0 0 0,2 1-1 0 0,24-20 1 0 0,-39 35 60 0 0,1 1 0 0 0,-1 0 0 0 0,1 0-1 0 0,0 1 1 0 0,-1-1 0 0 0,1 0 0 0 0,0 1 0 0 0,0 0 0 0 0,1 0-1 0 0,-1 0 1 0 0,0 0 0 0 0,0 0 0 0 0,0 1 0 0 0,1-1 0 0 0,-1 1-1 0 0,0 0 1 0 0,0 0 0 0 0,1 0 0 0 0,3 1 0 0 0,-6-1 14 0 0,0 1 0 0 0,1-1 0 0 0,-1 1 1 0 0,0-1-1 0 0,1 1 0 0 0,-1 0 0 0 0,0 0 1 0 0,0 0-1 0 0,0 0 0 0 0,0 0 0 0 0,0 0 0 0 0,0 0 1 0 0,0 0-1 0 0,0 0 0 0 0,0 0 0 0 0,0 1 1 0 0,0-1-1 0 0,-1 0 0 0 0,1 0 0 0 0,-1 1 0 0 0,1-1 1 0 0,-1 1-1 0 0,1-1 0 0 0,-1 2 0 0 0,3 35 142 0 0,-3-32-120 0 0,-2 18 58 0 0,0 0 0 0 0,-2 0-1 0 0,-1 0 1 0 0,-8 25 0 0 0,5-20-47 0 0,1 0 1 0 0,-3 34-1 0 0,10-62-57 0 0,-1 1 0 0 0,1-1 0 0 0,0 1 0 0 0,0-1 0 0 0,0 1 0 0 0,1-1 0 0 0,-1 0 0 0 0,0 1 0 0 0,0-1 0 0 0,1 1 0 0 0,-1-1 0 0 0,1 1 0 0 0,-1-1 0 0 0,1 0 0 0 0,0 0 0 0 0,-1 1 0 0 0,1-1 0 0 0,0 0 0 0 0,0 0 0 0 0,0 0 0 0 0,0 0 0 0 0,0 0 0 0 0,0 0 0 0 0,0 0 0 0 0,0 0 0 0 0,1 0 0 0 0,-1 0 0 0 0,0 0 0 0 0,2 0 0 0 0,0 0-81 0 0,1 0 0 0 0,-1 0-1 0 0,0-1 1 0 0,1 1 0 0 0,-1-1 0 0 0,1 0-1 0 0,-1 0 1 0 0,1 0 0 0 0,-1 0-1 0 0,0 0 1 0 0,7-2 0 0 0,2-2-159 0 0,0 0 1 0 0,1 0-1 0 0,-1-1 1 0 0,-1-1 0 0 0,1 0-1 0 0,-1-1 1 0 0,0 0 0 0 0,13-11-1 0 0,-8 4 62 0 0,0 0 1 0 0,-1-1-1 0 0,-1-1 0 0 0,17-24 0 0 0,-22 27 237 0 0,-1-1-1 0 0,0 0 1 0 0,10-25 0 0 0,-15 31 205 0 0,-1 0 1 0 0,1 0 0 0 0,-1 0-1 0 0,-1 0 1 0 0,0 0-1 0 0,0 0 1 0 0,0-1-1 0 0,-2-13 1 0 0,1 20-84 0 0,-2 2-147 0 0,0 0 0 0 0,0 1 1 0 0,0 0-1 0 0,0-1 0 0 0,1 1 0 0 0,-1 0 0 0 0,0 0 1 0 0,0 0-1 0 0,1 0 0 0 0,-1 0 0 0 0,1 0 1 0 0,-1 1-1 0 0,1-1 0 0 0,-1 1 0 0 0,1-1 1 0 0,0 1-1 0 0,0-1 0 0 0,0 1 0 0 0,-1 0 0 0 0,2-1 1 0 0,-3 4-1 0 0,-19 48 150 0 0,17-38-81 0 0,-2 4 19 0 0,0 0 0 0 0,-6 39 1 0 0,12-50-66 0 0,0 0 0 0 0,0 1 0 0 0,1-1 0 0 0,0 0 0 0 0,0 1 0 0 0,1-1 0 0 0,0 0 0 0 0,0 1 1 0 0,5 14-1 0 0,-5-21-13 0 0,0-1-1 0 0,-1 1 1 0 0,1-1 0 0 0,0 1 0 0 0,0-1 0 0 0,0 1 0 0 0,0-1 0 0 0,0 0 0 0 0,0 1 0 0 0,0-1 0 0 0,0 0-1 0 0,1 0 1 0 0,-1 0 0 0 0,0 0 0 0 0,1 0 0 0 0,-1 0 0 0 0,1 0 0 0 0,-1 0 0 0 0,1 0 0 0 0,2 0 0 0 0,-1-1-3 0 0,-1 1 0 0 0,1-1 0 0 0,-1 0 0 0 0,1 0 0 0 0,0 0 0 0 0,-1 0 0 0 0,1-1 1 0 0,-1 1-1 0 0,1-1 0 0 0,-1 1 0 0 0,1-1 0 0 0,2-2 0 0 0,2 0 4 0 0,0 0 0 0 0,-1-1 0 0 0,1 0-1 0 0,-1 0 1 0 0,0-1 0 0 0,-1 0 0 0 0,1 0 0 0 0,7-9-1 0 0,-3 0 2 0 0,-1 0 1 0 0,0-1-1 0 0,-1 0 0 0 0,0 0 0 0 0,-1-1 0 0 0,-1 0 0 0 0,5-21 0 0 0,-8 24 37 0 0,0 0 1 0 0,-1-1-1 0 0,0 1 1 0 0,-1 0-1 0 0,-1-1 1 0 0,0 1-1 0 0,-1-1 1 0 0,0 1-1 0 0,-6-23 1 0 0,6 32-65 0 0,0 1 0 0 0,0 0 0 0 0,0 0 0 0 0,0 0 0 0 0,0 0 0 0 0,-1 0 0 0 0,0 0 0 0 0,1 0 0 0 0,-1 0 0 0 0,0 0 0 0 0,0 1 0 0 0,-1-1 0 0 0,1 1 0 0 0,-1 0 0 0 0,1-1-1 0 0,-1 1 1 0 0,1 0 0 0 0,-1 0 0 0 0,0 1 0 0 0,0-1 0 0 0,0 1 0 0 0,-5-2 0 0 0,4 2-4 0 0,0 0 0 0 0,-1 1 1 0 0,1 0-1 0 0,0 0 0 0 0,0 0 0 0 0,0 0 0 0 0,-1 1 0 0 0,1-1 0 0 0,0 1 0 0 0,0 0 0 0 0,0 0 0 0 0,0 1 0 0 0,0-1 0 0 0,0 1 0 0 0,1 0 0 0 0,-1 0 0 0 0,-5 4 1 0 0,0 0-62 0 0,1 1 1 0 0,-1 1 0 0 0,1-1 0 0 0,0 1-1 0 0,1 1 1 0 0,0-1 0 0 0,0 1 0 0 0,1 1-1 0 0,-7 14 1 0 0,9-18-205 0 0,1 1 0 0 0,0 0 1 0 0,1 0-1 0 0,-1 0 0 0 0,1 0 0 0 0,1 0 0 0 0,-1 0 0 0 0,1 1 0 0 0,1-1 0 0 0,-1 0 0 0 0,1 1 1 0 0,1-1-1 0 0,-1 0 0 0 0,1 1 0 0 0,2 6 0 0 0,-1-9 115 0 0,0 0 0 0 0,0-1 0 0 0,1 1 0 0 0,0-1 0 0 0,0 0 0 0 0,0 0-1 0 0,0 0 1 0 0,1 0 0 0 0,-1 0 0 0 0,1-1 0 0 0,0 1 0 0 0,0-1 0 0 0,0 0 0 0 0,1 0 0 0 0,-1-1 0 0 0,1 1 0 0 0,0-1 0 0 0,-1 0-1 0 0,11 2 1 0 0,5 2-287 0 0,1-1 1 0 0,0 0-1 0 0,31 1 0 0 0,-25-4 270 0 0,0-1 0 0 0,0-1 0 0 0,0-1 0 0 0,0-2 0 0 0,-1-1 0 0 0,1 0 0 0 0,31-11 0 0 0,-41 9 407 0 0,-1 0 0 0 0,0-1 0 0 0,-1 0-1 0 0,1-1 1 0 0,-2-1 0 0 0,1-1-1 0 0,-1 0 1 0 0,0 0 0 0 0,-1-2 0 0 0,-1 0-1 0 0,0 0 1 0 0,15-20 0 0 0,-22 27 22 0 0,-1-1 1 0 0,0 0 0 0 0,0 0 0 0 0,0 0-1 0 0,-1 0 1 0 0,0 0 0 0 0,0-1-1 0 0,0 0 1 0 0,-1 1 0 0 0,0-1-1 0 0,-1 0 1 0 0,1 0 0 0 0,0-9-1 0 0,-2 15-233 0 0,0 0-1 0 0,-1 0 1 0 0,1 0-1 0 0,0 0 1 0 0,0 0-1 0 0,0 0 1 0 0,-1 0-1 0 0,1 0 1 0 0,0 0-1 0 0,-1 0 1 0 0,1 1-1 0 0,0-1 1 0 0,-1 0-1 0 0,0 0 1 0 0,1 0-1 0 0,-1 0 1 0 0,1 1-1 0 0,-1-1 1 0 0,0 0-1 0 0,0 1 1 0 0,1-1-1 0 0,-1 1 1 0 0,0-1-1 0 0,0 0 1 0 0,0 1-1 0 0,0 0 1 0 0,1-1-1 0 0,-1 1 1 0 0,0-1-1 0 0,0 1 1 0 0,0 0-1 0 0,0 0 1 0 0,0 0-1 0 0,0-1 1 0 0,0 1-1 0 0,0 0 1 0 0,0 0-1 0 0,0 0 0 0 0,0 1 1 0 0,0-1-1 0 0,0 0 1 0 0,0 0-1 0 0,0 0 1 0 0,-1 1-1 0 0,-4 1 0 0 0,0-1 0 0 0,0 1-1 0 0,1 0 1 0 0,-1 0 0 0 0,1 0-1 0 0,-6 4 1 0 0,-6 6 20 0 0,1 1 0 0 0,0 0 1 0 0,1 1-1 0 0,0 1 0 0 0,1 0 1 0 0,1 1-1 0 0,0 1 0 0 0,1-1 0 0 0,1 2 1 0 0,1 0-1 0 0,-9 21 0 0 0,18-35-24 0 0,-1 0-1 0 0,1 0 0 0 0,0 0 0 0 0,0 0 1 0 0,1 0-1 0 0,-1 0 0 0 0,1 0 1 0 0,0 1-1 0 0,0 6 0 0 0,1-9-12 0 0,-1-1-1 0 0,0 1 0 0 0,1-1 0 0 0,-1 0 1 0 0,1 1-1 0 0,-1-1 0 0 0,1 0 0 0 0,0 0 1 0 0,-1 1-1 0 0,1-1 0 0 0,0 0 0 0 0,0 0 0 0 0,0 0 1 0 0,0 0-1 0 0,0 0 0 0 0,0 0 0 0 0,0 0 1 0 0,0 0-1 0 0,1-1 0 0 0,-1 1 0 0 0,0 0 1 0 0,0-1-1 0 0,1 1 0 0 0,-1-1 0 0 0,0 1 1 0 0,1-1-1 0 0,-1 1 0 0 0,0-1 0 0 0,1 0 1 0 0,-1 0-1 0 0,1 0 0 0 0,-1 0 0 0 0,1 0 1 0 0,-1 0-1 0 0,0 0 0 0 0,2-1 0 0 0,5 1 10 0 0,0-1-1 0 0,0-1 0 0 0,-1 0 0 0 0,1 0 1 0 0,-1 0-1 0 0,1-1 0 0 0,-1 0 0 0 0,0 0 1 0 0,13-9-1 0 0,-10 5-25 0 0,0-1 1 0 0,-1 0-1 0 0,0-1 1 0 0,0 0-1 0 0,12-16 0 0 0,1-8 204 0 0,-1-1 0 0 0,31-71 0 0 0,-49 99-113 0 0,10-20 115 0 0,-13 26-195 0 0,0 0 0 0 0,0 0-1 0 0,0 1 1 0 0,0-1 0 0 0,0 0-1 0 0,0 0 1 0 0,0 0 0 0 0,0 0-1 0 0,0 0 1 0 0,0 0 0 0 0,0 0-1 0 0,0 0 1 0 0,0 0 0 0 0,0 0-1 0 0,0 0 1 0 0,0 0-1 0 0,0 0 1 0 0,0 0 0 0 0,0 0-1 0 0,0 0 1 0 0,1 0 0 0 0,-1 0-1 0 0,0 0 1 0 0,0 0 0 0 0,0 1-1 0 0,0-1 1 0 0,0 0 0 0 0,0 0-1 0 0,0 0 1 0 0,0 0 0 0 0,0 0-1 0 0,0 0 1 0 0,0 0 0 0 0,0 0-1 0 0,0 0 1 0 0,0 0 0 0 0,0 0-1 0 0,0 0 1 0 0,1 0 0 0 0,-1 0-1 0 0,0 0 1 0 0,0 0 0 0 0,0 0-1 0 0,0 0 1 0 0,0-1 0 0 0,0 1-1 0 0,0 0 1 0 0,0 0 0 0 0,0 0-1 0 0,0 0 1 0 0,0 0 0 0 0,-3 19 14 0 0,-21 80 237 0 0,-14 69 446 0 0,-12 255 183 0 0,23-156-458 0 0,22-233-228 0 0,0-1-1 0 0,-3-1 1 0 0,-12 40-1 0 0,16-61-46 0 0,-1 0 0 0 0,0 0-1 0 0,0 0 1 0 0,-1 0 0 0 0,0-1-1 0 0,-1 0 1 0 0,0 0-1 0 0,0-1 1 0 0,-1 0 0 0 0,-1 0-1 0 0,0-1 1 0 0,-12 10 0 0 0,15-14-114 0 0,0-1 1 0 0,-1-1 0 0 0,1 1 0 0 0,-1-1 0 0 0,1 0 0 0 0,-1 0 0 0 0,0-1 0 0 0,0 0-1 0 0,1 0 1 0 0,-1-1 0 0 0,0 0 0 0 0,0 0 0 0 0,0 0 0 0 0,0-1 0 0 0,1 0 0 0 0,-1 0 0 0 0,-12-5-1 0 0,2 1-14 0 0,0-1-1 0 0,0-1 0 0 0,1-1 1 0 0,0-1-1 0 0,-24-16 1 0 0,31 19-20 0 0,0-2 0 0 0,0 1 0 0 0,0-1 1 0 0,1 0-1 0 0,0-1 0 0 0,0 0 0 0 0,1 0 1 0 0,0-1-1 0 0,1 0 0 0 0,-10-21 0 0 0,13 24-7 0 0,0-1-1 0 0,1 0 0 0 0,0 0 0 0 0,1 0 1 0 0,-1 0-1 0 0,1 0 0 0 0,1 0 0 0 0,0 0 0 0 0,0 0 1 0 0,0 0-1 0 0,1-1 0 0 0,1 1 0 0 0,-1 0 1 0 0,1 1-1 0 0,0-1 0 0 0,6-13 0 0 0,6-7-9 0 0,1 0 1 0 0,2 1-1 0 0,0 0 0 0 0,2 2 0 0 0,1 0 0 0 0,29-29 0 0 0,152-124-31 0 0,-165 148 44 0 0,14-10 22 0 0,197-173-30 0 0,-192 161-8 0 0,-3-2-1 0 0,59-79 1 0 0,-95 110 29 0 0,26-45 1 0 0,-38 59-30 0 0,0 0 0 0 0,0 0 0 0 0,-1-1 0 0 0,0 1 0 0 0,0-1 0 0 0,-1 0 0 0 0,-1 1 0 0 0,2-17 0 0 0,-3 26 14 0 0,0-1 1 0 0,0 0 0 0 0,0 1 0 0 0,0-1-1 0 0,0 0 1 0 0,0 1 0 0 0,0-1 0 0 0,0 0 0 0 0,0 1-1 0 0,0-1 1 0 0,-1 0 0 0 0,1 0 0 0 0,0 1-1 0 0,0-1 1 0 0,-1 1 0 0 0,1-1 0 0 0,0 0 0 0 0,-1 1-1 0 0,1-1 1 0 0,0 1 0 0 0,-1-1 0 0 0,1 1 0 0 0,-1-1-1 0 0,1 1 1 0 0,-1-1 0 0 0,1 1 0 0 0,-2-1-1 0 0,1 1 1 0 0,0 0-1 0 0,0 0 1 0 0,0 0-1 0 0,0 0 1 0 0,1 0-1 0 0,-1 0 1 0 0,0 0-1 0 0,0 1 0 0 0,0-1 1 0 0,0 0-1 0 0,0 0 1 0 0,0 1-1 0 0,0-1 1 0 0,0 1-1 0 0,1-1 1 0 0,-2 2-1 0 0,-28 24-72 0 0,10 0 57 0 0,1 1 0 0 0,1 1 0 0 0,2 0 0 0 0,0 1 0 0 0,2 0 0 0 0,1 2 0 0 0,2-1 0 0 0,-14 60 0 0 0,22-74 12 0 0,0 1 0 0 0,1 0 0 0 0,1 24 0 0 0,1-36 15 0 0,0 0 1 0 0,1 1-1 0 0,-1-1 0 0 0,1 0 0 0 0,0 1 0 0 0,1-1 0 0 0,-1 0 1 0 0,1 0-1 0 0,0 0 0 0 0,0 0 0 0 0,1 0 0 0 0,0-1 0 0 0,-1 1 1 0 0,7 7-1 0 0,-7-11-3 0 0,0 1-1 0 0,1 0 1 0 0,-1-1 0 0 0,1 1 0 0 0,-1-1 0 0 0,1 0 0 0 0,0 1 0 0 0,-1-1-1 0 0,1 0 1 0 0,0-1 0 0 0,0 1 0 0 0,-1-1 0 0 0,1 1 0 0 0,0-1-1 0 0,0 0 1 0 0,0 0 0 0 0,0 0 0 0 0,0 0 0 0 0,0 0 0 0 0,-1-1-1 0 0,1 1 1 0 0,0-1 0 0 0,4-2 0 0 0,2 0-8 0 0,-1 0-1 0 0,0-1 1 0 0,1 0 0 0 0,-1 0 0 0 0,-1-1-1 0 0,11-8 1 0 0,5-8-84 0 0,0-2 1 0 0,-2 0-1 0 0,-1-2 0 0 0,0 0 0 0 0,20-36 1 0 0,40-51-263 0 0,-78 109 323 0 0,1-1-1 0 0,0 1 0 0 0,0 0 0 0 0,0 0 1 0 0,0 0-1 0 0,1 1 0 0 0,4-4 0 0 0,-7 6 24 0 0,0-1 0 0 0,0 1 0 0 0,0 0-1 0 0,0 0 1 0 0,0 0 0 0 0,0-1 0 0 0,0 1-1 0 0,0 0 1 0 0,0 0 0 0 0,0 0 0 0 0,0 0-1 0 0,0 1 1 0 0,0-1 0 0 0,0 0 0 0 0,0 0-1 0 0,0 0 1 0 0,0 1 0 0 0,0-1 0 0 0,-1 1 0 0 0,1-1-1 0 0,0 1 1 0 0,0-1 0 0 0,0 1 0 0 0,0-1-1 0 0,-1 1 1 0 0,1 0 0 0 0,0-1 0 0 0,0 1-1 0 0,-1 0 1 0 0,1 0 0 0 0,-1 0 0 0 0,1-1-1 0 0,0 1 1 0 0,-1 0 0 0 0,0 0 0 0 0,1 1-1 0 0,2 6 14 0 0,0-1 0 0 0,0 1 0 0 0,-1 0 0 0 0,-1 0 0 0 0,1 0 0 0 0,-1 0 0 0 0,0 0 0 0 0,-1 0 0 0 0,0 0 0 0 0,-2 14 0 0 0,1 4 8 0 0,1-6 75 0 0,-2 0-1 0 0,-1 0 0 0 0,0 0 0 0 0,-7 19 1 0 0,10-37-35 0 0,3-22-130 0 0,4 0 17 0 0,1 2 0 0 0,0-1 0 0 0,1 1 0 0 0,1 0 0 0 0,25-32 0 0 0,-15 26-16 0 0,1 0 1 0 0,1 1 0 0 0,28-23 0 0 0,-43 41 42 0 0,-1 0-1 0 0,1 0 1 0 0,0 0 0 0 0,0 1 0 0 0,1 0-1 0 0,-1 1 1 0 0,1-1 0 0 0,0 1-1 0 0,0 1 1 0 0,16-4 0 0 0,-22 6 29 0 0,0 0 0 0 0,0 1 0 0 0,0-1 0 0 0,0 0 0 0 0,0 0 0 0 0,-1 1 0 0 0,1 0 0 0 0,0-1 0 0 0,0 1 0 0 0,0 0 1 0 0,0 0-1 0 0,-1 0 0 0 0,1 0 0 0 0,0 0 0 0 0,-1 0 0 0 0,1 0 0 0 0,-1 0 0 0 0,1 1 0 0 0,-1-1 0 0 0,0 1 0 0 0,0-1 0 0 0,1 1 0 0 0,-1 0 1 0 0,0-1-1 0 0,0 1 0 0 0,0 0 0 0 0,0 3 0 0 0,2 1 10 0 0,-1-1-1 0 0,0 1 1 0 0,-1 0-1 0 0,1 0 1 0 0,-1 0 0 0 0,-1 1-1 0 0,1 5 1 0 0,-3 13 17 0 0,-1 0 1 0 0,0-1-1 0 0,-2 1 1 0 0,-11 30-1 0 0,-5 27 13 0 0,19-71-42 0 0,1-6 13 0 0,0 0 0 0 0,0 1 0 0 0,0-1 0 0 0,0 1 0 0 0,2 10 0 0 0,-1-15-7 0 0,0 0 1 0 0,1 0-1 0 0,-1-1 1 0 0,0 1-1 0 0,1 0 1 0 0,-1 0-1 0 0,1 0 1 0 0,-1 0-1 0 0,1-1 0 0 0,0 1 1 0 0,-1 0-1 0 0,1 0 1 0 0,0-1-1 0 0,0 1 1 0 0,-1-1-1 0 0,1 1 1 0 0,0-1-1 0 0,0 1 1 0 0,0-1-1 0 0,0 1 0 0 0,0-1 1 0 0,0 0-1 0 0,0 1 1 0 0,-1-1-1 0 0,1 0 1 0 0,0 0-1 0 0,0 0 1 0 0,0 0-1 0 0,0 0 0 0 0,0 0 1 0 0,0 0-1 0 0,0 0 1 0 0,0 0-1 0 0,2-1 1 0 0,9 0-12 0 0,0-2 1 0 0,0 0 0 0 0,0 0 0 0 0,0-1 0 0 0,0-1-1 0 0,-1 0 1 0 0,0 0 0 0 0,0-1 0 0 0,0-1 0 0 0,-1 0-1 0 0,0 0 1 0 0,12-12 0 0 0,4-4-108 0 0,-2-2-1 0 0,-1-1 1 0 0,26-36 0 0 0,-36 44 81 0 0,-1-1 0 0 0,18-38-1 0 0,-25 46 19 0 0,-1 1 1 0 0,0-1-1 0 0,-1 0 0 0 0,0 0 0 0 0,-1-1 0 0 0,0 1 0 0 0,0-15 1 0 0,-2 25 8 0 0,0 0 1 0 0,1 0-1 0 0,-1 0 1 0 0,0 0 0 0 0,0 0-1 0 0,-1 0 1 0 0,1 0-1 0 0,0 0 1 0 0,0 0 0 0 0,0 0-1 0 0,-1 0 1 0 0,1 0-1 0 0,0 0 1 0 0,-1 0 0 0 0,1 0-1 0 0,-1 0 1 0 0,1 0-1 0 0,-1 1 1 0 0,0-1 0 0 0,1 0-1 0 0,-1 0 1 0 0,0 0-1 0 0,1 1 1 0 0,-2-2 0 0 0,0 2-1 0 0,1 0 0 0 0,0-1 0 0 0,0 1 0 0 0,0 0 0 0 0,0 0 0 0 0,-1 0 0 0 0,1 0 0 0 0,0 0 0 0 0,0 1 0 0 0,0-1 0 0 0,0 0 0 0 0,-1 0 0 0 0,1 1 0 0 0,0-1 0 0 0,0 1 0 0 0,0-1 0 0 0,-1 1 0 0 0,-5 3-11 0 0,1 0 0 0 0,-1 1-1 0 0,1-1 1 0 0,0 1 0 0 0,-5 6-1 0 0,-3 4 20 0 0,1 1-1 0 0,0 0 0 0 0,1 1 1 0 0,1 0-1 0 0,1 1 0 0 0,0 0 1 0 0,2 0-1 0 0,0 1 1 0 0,1 0-1 0 0,-8 35 0 0 0,14-49 2 0 0,0 0 0 0 0,0 0 0 0 0,1 0-1 0 0,0 1 1 0 0,0-1 0 0 0,0 0 0 0 0,1 0-1 0 0,0 1 1 0 0,0-1 0 0 0,0 0 0 0 0,0 0-1 0 0,4 8 1 0 0,-3-10-78 0 0,1 1 0 0 0,-1-1 0 0 0,1 1-1 0 0,0-1 1 0 0,-1 0 0 0 0,1 0 0 0 0,1 0 0 0 0,-1 0-1 0 0,0 0 1 0 0,1-1 0 0 0,-1 0 0 0 0,1 1 0 0 0,0-1 0 0 0,0-1-1 0 0,7 4 1 0 0,1-1-267 0 0,0-1-1 0 0,0 0 0 0 0,1-1 1 0 0,-1 0-1 0 0,0-1 1 0 0,1 0-1 0 0,-1-1 0 0 0,1-1 1 0 0,-1 0-1 0 0,1 0 1 0 0,-1-1-1 0 0,0-1 0 0 0,1 0 1 0 0,-2 0-1 0 0,1-2 0 0 0,0 1 1 0 0,-1-1-1 0 0,16-10 1 0 0,-14 7 282 0 0,0-1 0 0 0,-1 0 0 0 0,0-1 0 0 0,-1 0 0 0 0,0 0 0 0 0,-1-1 0 0 0,0-1 0 0 0,-1 0 0 0 0,0 0 0 0 0,-1-1 0 0 0,0 0 0 0 0,-1-1 0 0 0,0 1 0 0 0,9-30 0 0 0,-11 25 662 0 0,-1 0 0 0 0,0 0-1 0 0,-2 0 1 0 0,1-20 0 0 0,-3 35-508 0 0,0 3-83 0 0,0-1-1 0 0,0 0 1 0 0,0 1-1 0 0,0-1 1 0 0,0 1-1 0 0,0-1 1 0 0,0 0-1 0 0,-1 1 1 0 0,1-1-1 0 0,0 1 1 0 0,0-1-1 0 0,-1 1 1 0 0,1-1-1 0 0,0 1 1 0 0,-1-1-1 0 0,1 1 1 0 0,-1-1-1 0 0,-8 13 170 0 0,1 1 1 0 0,0 0-1 0 0,1 0 0 0 0,-10 24 1 0 0,-17 64 947 0 0,24-67-912 0 0,6-23-145 0 0,0 0 0 0 0,1 0 0 0 0,1 0 0 0 0,0 0 0 0 0,0 0 0 0 0,1 1 0 0 0,1-1 0 0 0,0 1 0 0 0,2 20 0 0 0,-1-31-57 0 0,-1 1-1 0 0,1-1 1 0 0,0 0 0 0 0,-1 1-1 0 0,1-1 1 0 0,0 0 0 0 0,0 1 0 0 0,0-1-1 0 0,0 0 1 0 0,0 0 0 0 0,0 0-1 0 0,0 1 1 0 0,0-1 0 0 0,1-1-1 0 0,-1 1 1 0 0,0 0 0 0 0,1 0-1 0 0,-1 0 1 0 0,1-1 0 0 0,-1 1 0 0 0,0-1-1 0 0,1 1 1 0 0,0-1 0 0 0,-1 1-1 0 0,1-1 1 0 0,-1 0 0 0 0,1 0-1 0 0,-1 0 1 0 0,1 0 0 0 0,-1 0-1 0 0,3 0 1 0 0,3-1 8 0 0,-1 1 1 0 0,1-2-1 0 0,-1 1 0 0 0,1-1 0 0 0,-1 1 1 0 0,7-4-1 0 0,-1-1-24 0 0,0-1 0 0 0,0 0 0 0 0,-1-1 0 0 0,0 0 0 0 0,-1-1 0 0 0,0 0 0 0 0,0 0 1 0 0,-1-1-1 0 0,0 0 0 0 0,0-1 0 0 0,-1 0 0 0 0,-1 0 0 0 0,11-23 0 0 0,-7 12-18 0 0,-2 0 0 0 0,0-1 0 0 0,-1 0 0 0 0,-2-1-1 0 0,0 1 1 0 0,4-47 0 0 0,-9 61 11 0 0,-1-1-1 0 0,0 1 1 0 0,-1 0-1 0 0,0-1 1 0 0,-1 1-1 0 0,0 0 1 0 0,0 0 0 0 0,-4-11-1 0 0,4 16-1 0 0,1 0 0 0 0,-1 1-1 0 0,0-1 1 0 0,0 0 0 0 0,0 0 0 0 0,-1 1-1 0 0,1-1 1 0 0,-1 1 0 0 0,0 0 0 0 0,0 0 0 0 0,0 0-1 0 0,0 0 1 0 0,-1 0 0 0 0,1 1 0 0 0,-1 0-1 0 0,1-1 1 0 0,-1 1 0 0 0,0 1 0 0 0,-5-3-1 0 0,6 4 5 0 0,0-1 0 0 0,0 1-1 0 0,-1 0 1 0 0,1 0 0 0 0,0 0-1 0 0,-1 1 1 0 0,1-1 0 0 0,0 1-1 0 0,0 0 1 0 0,0 0 0 0 0,0 0-1 0 0,-1 0 1 0 0,1 0 0 0 0,-5 4-1 0 0,-37 25-62 0 0,36-21 67 0 0,-1 0 0 0 0,1 0-1 0 0,1 0 1 0 0,0 1 0 0 0,0 1 0 0 0,1-1-1 0 0,0 1 1 0 0,1 0 0 0 0,0 1-1 0 0,1 0 1 0 0,0 0 0 0 0,1 0 0 0 0,0 0-1 0 0,1 0 1 0 0,-2 18 0 0 0,4-27 15 0 0,1 0 1 0 0,0 1-1 0 0,0-1 1 0 0,0 0-1 0 0,0 1 1 0 0,0-1-1 0 0,1 0 1 0 0,-1 1-1 0 0,1-1 1 0 0,0 0-1 0 0,0 0 1 0 0,0 0-1 0 0,1 0 1 0 0,-1 0-1 0 0,1 0 1 0 0,-1 0-1 0 0,5 4 1 0 0,-4-4-15 0 0,2 0 0 0 0,-1 0 0 0 0,0-1 1 0 0,0 1-1 0 0,1-1 0 0 0,0 0 0 0 0,-1 0 0 0 0,1 0 1 0 0,0-1-1 0 0,0 1 0 0 0,0-1 0 0 0,5 1 0 0 0,4 1-97 0 0,0-2 0 0 0,1 0 1 0 0,-1-1-1 0 0,0 0 0 0 0,0-1 0 0 0,0 0 0 0 0,24-6 0 0 0,-15 1-149 0 0,0-1 1 0 0,0-1-1 0 0,-1-1 0 0 0,0-1 0 0 0,0-1 1 0 0,-1-1-1 0 0,0-1 0 0 0,17-15 1 0 0,-15 10 261 0 0,-1-2 1 0 0,0 0-1 0 0,-2-1 1 0 0,-1-2 0 0 0,0 1-1 0 0,15-28 1 0 0,-33 49-7 0 0,0 1 1 0 0,1 0-1 0 0,-1-1 0 0 0,0 1 0 0 0,1-1 0 0 0,-1 1 1 0 0,0-1-1 0 0,0 1 0 0 0,1-1 0 0 0,-1 1 0 0 0,0-1 1 0 0,0 1-1 0 0,0-1 0 0 0,1 1 0 0 0,-1-1 0 0 0,0 1 1 0 0,0-1-1 0 0,0 1 0 0 0,0-1 0 0 0,0 1 0 0 0,0-1 1 0 0,0 1-1 0 0,0-1 0 0 0,-1 0 0 0 0,1 1 1 0 0,0-1-1 0 0,0 1 0 0 0,-1-1 0 0 0,1 1-2 0 0,-1-1 0 0 0,1 1 1 0 0,-1 0-1 0 0,1 0 0 0 0,0 0 0 0 0,-1 0 0 0 0,1 0 0 0 0,-1 0 0 0 0,1 1 1 0 0,-1-1-1 0 0,1 0 0 0 0,-1 0 0 0 0,1 0 0 0 0,-1 0 0 0 0,1 0 1 0 0,0 1-1 0 0,-1-1 0 0 0,1 0 0 0 0,-1 0 0 0 0,1 1 0 0 0,0-1 0 0 0,-1 0 1 0 0,1 1-1 0 0,0-1 0 0 0,-1 0 0 0 0,1 1 0 0 0,-11 12 190 0 0,1 1 0 0 0,1 0 1 0 0,0 0-1 0 0,0 1 0 0 0,2 0 0 0 0,-8 21 0 0 0,1-5 19 0 0,-30 78 277 0 0,41-98-438 0 0,-1 0 0 0 0,2-1 0 0 0,0 1 0 0 0,0 0 0 0 0,1 1 1 0 0,0-1-1 0 0,1 0 0 0 0,2 16 0 0 0,-2-25-38 0 0,0 0-1 0 0,0 0 0 0 0,1 0 1 0 0,-1 0-1 0 0,1-1 1 0 0,0 1-1 0 0,-1 0 1 0 0,1-1-1 0 0,0 1 1 0 0,0 0-1 0 0,0-1 1 0 0,0 1-1 0 0,0-1 1 0 0,0 1-1 0 0,1-1 1 0 0,-1 0-1 0 0,0 0 1 0 0,1 1-1 0 0,-1-1 1 0 0,3 1-1 0 0,-2-1-5 0 0,1 0 0 0 0,-1 0 0 0 0,1-1 0 0 0,-1 1 0 0 0,1-1 0 0 0,-1 0-1 0 0,1 1 1 0 0,-1-1 0 0 0,1 0 0 0 0,-1-1 0 0 0,1 1 0 0 0,-1 0 0 0 0,4-1 0 0 0,4-2 1 0 0,0-1 0 0 0,0 1 0 0 0,-1-2 0 0 0,1 1 0 0 0,15-12 0 0 0,-11 6 1 0 0,-1-1-1 0 0,0 0 1 0 0,-1-1 0 0 0,-1 0 0 0 0,19-26 0 0 0,42-75 190 0 0,-48 67-148 0 0,28-74 0 0 0,-44 100-73 0 0,-8 19 14 0 0,-10 27-104 0 0,-103 322 593 0 0,110-339-456 0 0,0 1 0 0 0,1-1 0 0 0,1 1 0 0 0,0 0 0 0 0,0 0 0 0 0,1-1 0 0 0,1 18 0 0 0,-1-24-19 0 0,1-1-1 0 0,-1 0 1 0 0,1 1-1 0 0,0-1 1 0 0,0 0-1 0 0,0 1 1 0 0,0-1-1 0 0,0 0 1 0 0,1 0-1 0 0,-1 0 1 0 0,0 0-1 0 0,1 0 1 0 0,0 0-1 0 0,-1-1 1 0 0,1 1-1 0 0,0 0 1 0 0,0-1-1 0 0,0 0 1 0 0,0 1-1 0 0,0-1 1 0 0,0 0-1 0 0,0 0 1 0 0,0 0-1 0 0,1 0 1 0 0,-1 0-1 0 0,0-1 1 0 0,1 1-1 0 0,-1-1 1 0 0,1 1-1 0 0,-1-1 1 0 0,0 0-1 0 0,1 0 1 0 0,-1 0-1 0 0,1 0 1 0 0,3-1-1 0 0,5-1-13 0 0,0 0 0 0 0,0 0-1 0 0,0-1 1 0 0,0-1 0 0 0,-1 0 0 0 0,0 0 0 0 0,0-1-1 0 0,0 0 1 0 0,0-1 0 0 0,-1 0 0 0 0,0 0-1 0 0,0-1 1 0 0,0 0 0 0 0,8-10 0 0 0,8-10-24 0 0,-2 0-1 0 0,0-2 1 0 0,18-31 0 0 0,-36 53 27 0 0,45-76 44 0 0,-45 73 64 0 0,-1 1-1 0 0,0-1 1 0 0,0 0 0 0 0,-1-1 0 0 0,0 1 0 0 0,2-20 0 0 0,-9 4 126 0 0,4 25-232 0 0,0 0-1 0 0,0 0 1 0 0,-1 0-1 0 0,1 1 0 0 0,-1-1 1 0 0,1 0-1 0 0,-1 0 1 0 0,1 1-1 0 0,-1-1 0 0 0,1 0 1 0 0,-1 1-1 0 0,1-1 1 0 0,-1 0-1 0 0,0 1 1 0 0,1-1-1 0 0,-1 1 0 0 0,0-1 1 0 0,0 1-1 0 0,1-1 1 0 0,-1 1-1 0 0,0 0 0 0 0,0-1 1 0 0,0 1-1 0 0,1 0 1 0 0,-1 0-1 0 0,0 0 0 0 0,0-1 1 0 0,0 1-1 0 0,-1 0 1 0 0,-1 1-11 0 0,0-1 0 0 0,0 1 0 0 0,0-1 0 0 0,0 1 0 0 0,0 0 0 0 0,0 0 0 0 0,1 0 0 0 0,-1 1 0 0 0,0-1 1 0 0,1 1-1 0 0,-1-1 0 0 0,1 1 0 0 0,-1 0 0 0 0,1 0 0 0 0,0 0 0 0 0,0 0 0 0 0,0 1 0 0 0,0-1 0 0 0,0 0 0 0 0,-2 5 1 0 0,1-2 1 0 0,1 1 0 0 0,0-1 0 0 0,0 1 0 0 0,1 0 0 0 0,0-1 0 0 0,0 1 0 0 0,0 0 0 0 0,0 0 0 0 0,1 0 0 0 0,0 0 0 0 0,0 0 0 0 0,1-1 0 0 0,0 1 0 0 0,2 9 0 0 0,3 10 67 0 0,20 48-1 0 0,-18-51 57 0 0,-2-8 248 0 0,-1 1 1 0 0,0 0 0 0 0,-1 0 0 0 0,-1 0 0 0 0,2 16 0 0 0,-5-28-264 0 0,0 1-1 0 0,-1 0 0 0 0,1 0 1 0 0,0-1-1 0 0,-1 1 1 0 0,0 0-1 0 0,0-1 0 0 0,0 1 1 0 0,-1-1-1 0 0,1 1 1 0 0,-1-1-1 0 0,1 0 1 0 0,-1 0-1 0 0,0 1 0 0 0,-1-1 1 0 0,1-1-1 0 0,0 1 1 0 0,-6 4-1 0 0,4-4 27 0 0,0 0-1 0 0,0 0 1 0 0,-1 0-1 0 0,0-1 1 0 0,1 0-1 0 0,-1 0 1 0 0,0-1-1 0 0,0 1 1 0 0,0-1 0 0 0,0 0-1 0 0,0 0 1 0 0,-7 0-1 0 0,3-1-220 0 0,0 0 1 0 0,0 0-1 0 0,0-1 0 0 0,0 0 0 0 0,0-1 0 0 0,-17-5 1 0 0,20 5-404 0 0,0 0-1 0 0,0-1 1 0 0,0 0 0 0 0,0 0 0 0 0,0 0 0 0 0,1-1 0 0 0,0 0 0 0 0,-1 0 0 0 0,-4-6 0 0 0,8 8-183 0 0,0 0 1 0 0,1 0-1 0 0,0 0 0 0 0,-1-1 1 0 0,1 1-1 0 0,0 0 0 0 0,0-1 0 0 0,0 1 1 0 0,0-1-1 0 0,1 1 0 0 0,-1-1 0 0 0,0-3 1 0 0,0-8-5113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481 459 980 0 0,'-14'-13'9141'0'0,"13"12"-8814"0"0,1 1 1 0 0,-1-1-1 0 0,1 0 1 0 0,0 0-1 0 0,0 0 1 0 0,-1 0-1 0 0,1 1 1 0 0,0-1-1 0 0,0 0 1 0 0,0 0-1 0 0,0 0 1 0 0,0 0-1 0 0,0 0 1 0 0,0 0-1 0 0,0-1 1 0 0,1 0-144 0 0,0 1 1 0 0,1-1 0 0 0,-1 0-1 0 0,0 0 1 0 0,1 1 0 0 0,-1-1 0 0 0,1 1-1 0 0,0-1 1 0 0,3-1 0 0 0,10-9-55 0 0,-1-1-1 0 0,0 0 1 0 0,-1-1 0 0 0,0 0 0 0 0,-1-1 0 0 0,-1-1 0 0 0,0 0 0 0 0,16-34 0 0 0,-17 28-141 0 0,-1-1 1 0 0,-1 0-1 0 0,-2 0 0 0 0,0-1 1 0 0,-1 0-1 0 0,2-39 0 0 0,-7 59-1 0 0,0 0-1 0 0,0 1 0 0 0,0-1 1 0 0,-1 0-1 0 0,1 1 0 0 0,-2-7 1 0 0,2 10 7 0 0,-1-1 0 0 0,1 0 0 0 0,0 0 1 0 0,-1 0-1 0 0,1 0 0 0 0,-1 1 0 0 0,1-1 0 0 0,-1 0 0 0 0,1 0 1 0 0,-1 1-1 0 0,1-1 0 0 0,-1 0 0 0 0,0 1 0 0 0,0-1 0 0 0,1 1 1 0 0,-1-1-1 0 0,0 1 0 0 0,0-1 0 0 0,1 1 0 0 0,-1-1 1 0 0,0 1-1 0 0,0 0 0 0 0,0-1 0 0 0,0 1 0 0 0,0 0 0 0 0,0 0 1 0 0,1 0-1 0 0,-1 0 0 0 0,0 0 0 0 0,0 0 0 0 0,0 0 0 0 0,0 0 1 0 0,0 0-1 0 0,0 0 0 0 0,0 0 0 0 0,0 0 0 0 0,0 1 0 0 0,-1 0 1 0 0,-9 3 13 0 0,1 1 1 0 0,0 0-1 0 0,0 1 1 0 0,1 0-1 0 0,0 1 1 0 0,0 0-1 0 0,0 0 0 0 0,1 1 1 0 0,0 0-1 0 0,-11 14 1 0 0,-3 6 20 0 0,1 2 0 0 0,-19 35 0 0 0,28-45-36 0 0,1 1 0 0 0,1 0-1 0 0,1 1 1 0 0,1 0 0 0 0,-6 26-1 0 0,12-41 14 0 0,1-1 0 0 0,1 1 0 0 0,-1 0 0 0 0,1 0 0 0 0,0-1 0 0 0,0 1 0 0 0,1 0 0 0 0,0 0 0 0 0,4 11 0 0 0,-4-13 4 0 0,1-1 1 0 0,0 0-1 0 0,0 0 0 0 0,1 0 1 0 0,-1 0-1 0 0,1 0 0 0 0,0-1 1 0 0,0 1-1 0 0,0-1 0 0 0,1 1 1 0 0,-1-1-1 0 0,1 0 0 0 0,-1-1 0 0 0,1 1 1 0 0,8 3-1 0 0,-4-1 18 0 0,1-2 0 0 0,0 1 0 0 0,0-1 0 0 0,1-1 0 0 0,-1 1 0 0 0,1-2 0 0 0,-1 1 0 0 0,1-1 0 0 0,-1-1 0 0 0,1 0 0 0 0,-1 0 0 0 0,1-1 0 0 0,0 0 0 0 0,-1 0 0 0 0,0-1-1 0 0,1-1 1 0 0,-1 1 0 0 0,0-2 0 0 0,0 1 0 0 0,0-1 0 0 0,-1 0 0 0 0,1-1 0 0 0,-1 0 0 0 0,0-1 0 0 0,0 1 0 0 0,9-10 0 0 0,-17 14-28 0 0,1 0-1 0 0,0 1 1 0 0,-1-1 0 0 0,1 0-1 0 0,-1 0 1 0 0,1 1 0 0 0,-1-1-1 0 0,0 0 1 0 0,1 0 0 0 0,-1 0-1 0 0,0 0 1 0 0,1 1 0 0 0,-1-1-1 0 0,0 0 1 0 0,0 0 0 0 0,0 0-1 0 0,0 0 1 0 0,0 0 0 0 0,0 0-1 0 0,0 0 1 0 0,0 0 0 0 0,0 1-1 0 0,0-1 1 0 0,-1 0 0 0 0,1 0-1 0 0,0 0 1 0 0,-1 0 0 0 0,1 0-1 0 0,0 1 1 0 0,-1-1 0 0 0,1 0-1 0 0,-1 0 1 0 0,1 1 0 0 0,-1-1-1 0 0,0 0 1 0 0,1 1 0 0 0,-1-1-1 0 0,0 0 1 0 0,1 1 0 0 0,-1-1-1 0 0,0 1 1 0 0,0-1 0 0 0,1 1-1 0 0,-1-1 1 0 0,0 1 0 0 0,0 0-1 0 0,0 0 1 0 0,0-1 0 0 0,0 1-1 0 0,1 0 1 0 0,-1 0 0 0 0,0 0-1 0 0,0 0 1 0 0,0 0 0 0 0,0 0-1 0 0,0 0 1 0 0,0 0 0 0 0,-1 0-1 0 0,-16 3-18 0 0,0 0 0 0 0,0 1 0 0 0,1 1 0 0 0,0 0 0 0 0,0 1 0 0 0,0 1 0 0 0,-21 13-1 0 0,-110 73-239 0 0,145-91 247 0 0,-40 29 2 0 0,0 3-1 0 0,3 0 1 0 0,0 3 0 0 0,-66 81-1 0 0,94-101 23 0 0,0 0 1 0 0,1 1-1 0 0,-9 19 1 0 0,16-28-1 0 0,0 0 1 0 0,1-1-1 0 0,0 1 1 0 0,1 1-1 0 0,-1-1 1 0 0,2 0-1 0 0,-1 1 1 0 0,1 17-1 0 0,1-23 0 0 0,0-1-1 0 0,1 0 0 0 0,-1 0 1 0 0,1 1-1 0 0,0-1 0 0 0,0 0 0 0 0,0 0 1 0 0,0 0-1 0 0,1 0 0 0 0,-1 0 0 0 0,1 0 1 0 0,-1 0-1 0 0,1-1 0 0 0,0 1 1 0 0,0-1-1 0 0,1 1 0 0 0,2 2 0 0 0,-1-2 10 0 0,1 0-1 0 0,-1 0 0 0 0,1 0 0 0 0,0-1 1 0 0,0 1-1 0 0,0-1 0 0 0,0-1 1 0 0,0 1-1 0 0,9 1 0 0 0,7 0-125 0 0,-1-2 0 0 0,1 0 0 0 0,-1-1 0 0 0,29-4 0 0 0,-6-2-1080 0 0,0-1 1 0 0,-1-2-1 0 0,0-2 0 0 0,41-17 1 0 0,75-44-6194 0 0,-124 53 4194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0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413 176 212 0 0,'9'-13'1796'0'0,"0"-1"0"0"0,-1 0 0 0 0,0-1 0 0 0,-1 1 0 0 0,-1-1 0 0 0,0-1 0 0 0,6-28 0 0 0,-12 43-1712 0 0,1-1 1 0 0,-1 1-1 0 0,0 0 0 0 0,0-1 1 0 0,0 1-1 0 0,1 0 0 0 0,-1-1 0 0 0,0 1 1 0 0,-1 0-1 0 0,1 0 0 0 0,0-1 1 0 0,0 1-1 0 0,-1 0 0 0 0,1-1 1 0 0,0 1-1 0 0,-1 0 0 0 0,0-2 0 0 0,0 3-57 0 0,1-1 0 0 0,-1 1 0 0 0,1-1 0 0 0,-1 1 0 0 0,1-1-1 0 0,-1 1 1 0 0,0 0 0 0 0,1-1 0 0 0,-1 1 0 0 0,0 0-1 0 0,0-1 1 0 0,1 1 0 0 0,-1 0 0 0 0,0 0 0 0 0,1 0-1 0 0,-1-1 1 0 0,0 1 0 0 0,0 0 0 0 0,1 0 0 0 0,-1 0-1 0 0,-1 1 1 0 0,-2-1-8 0 0,0 1 1 0 0,1 0-1 0 0,-1 0 0 0 0,0 0 1 0 0,0 1-1 0 0,1-1 0 0 0,-1 1 1 0 0,1 0-1 0 0,-5 3 0 0 0,-6 6-32 0 0,1 0 0 0 0,0 1-1 0 0,0 0 1 0 0,2 1 0 0 0,-1 1-1 0 0,1 0 1 0 0,1 0 0 0 0,1 1-1 0 0,0 1 1 0 0,1-1 0 0 0,0 1-1 0 0,2 1 1 0 0,0-1 0 0 0,-4 19-1 0 0,9-33 23 0 0,0 1 0 0 0,1-1 0 0 0,0 1-1 0 0,-1-1 1 0 0,1 0 0 0 0,0 1 0 0 0,0-1 0 0 0,0 1 0 0 0,1-1-1 0 0,-1 1 1 0 0,1-1 0 0 0,-1 1 0 0 0,1-1 0 0 0,0 0 0 0 0,0 1-1 0 0,0-1 1 0 0,0 0 0 0 0,0 0 0 0 0,0 0 0 0 0,1 0-1 0 0,-1 0 1 0 0,1 0 0 0 0,3 3 0 0 0,-2-3 0 0 0,0 0 0 0 0,0 0 0 0 0,0 0 0 0 0,0-1 0 0 0,1 0 0 0 0,-1 0 0 0 0,0 1 0 0 0,1-2 0 0 0,-1 1 0 0 0,1 0 0 0 0,-1-1 0 0 0,1 0 0 0 0,-1 0 0 0 0,1 0 0 0 0,-1 0 0 0 0,5-1 0 0 0,2 0 21 0 0,1-2 0 0 0,0 1-1 0 0,-1-1 1 0 0,0-1 0 0 0,1 0 0 0 0,-1 0 0 0 0,-1-1 0 0 0,1 0 0 0 0,-1-1-1 0 0,0 0 1 0 0,0 0 0 0 0,-1-1 0 0 0,9-9 0 0 0,-2 1 129 0 0,-1-1 0 0 0,-1 0 0 0 0,0-1 0 0 0,-1-1 1 0 0,17-34-1 0 0,-26 46-26 0 0,5-10 234 0 0,-10 14-272 0 0,-6 9-102 0 0,-7 11 275 0 0,0 0 1 0 0,1 1-1 0 0,-19 37 1 0 0,17-30-25 0 0,-189 377 2253 0 0,39 18-1732 0 0,96-212-696 0 0,53-149-3085 0 0,-13 94 0 0 0,28-120-205 0 0,5-14-2968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64 168 1364 0 0,'38'-141'9456'0'0,"-31"118"-7901"0"0,-6 20-609 0 0,-6 13-624 0 0,-27 69 426 0 0,-17 49-461 0 0,43-109-255 0 0,1-1 0 0 0,1 1 1 0 0,1 0-1 0 0,-2 38 0 0 0,4-55-21 0 0,1 0-1 0 0,0 0 0 0 0,0 0 0 0 0,0 0 1 0 0,1 0-1 0 0,-1 0 0 0 0,0 0 0 0 0,1 0 1 0 0,-1 0-1 0 0,1 0 0 0 0,0 0 0 0 0,0 0 1 0 0,-1 0-1 0 0,1 0 0 0 0,1 0 0 0 0,-1-1 1 0 0,0 1-1 0 0,0 0 0 0 0,1-1 0 0 0,-1 1 1 0 0,0-1-1 0 0,1 1 0 0 0,0-1 0 0 0,-1 0 1 0 0,1 0-1 0 0,0 0 0 0 0,0 0 0 0 0,-1 0 1 0 0,1 0-1 0 0,4 1 0 0 0,-2-1 2 0 0,0-1 0 0 0,0 0 1 0 0,0 0-1 0 0,0 0 0 0 0,0 0 0 0 0,0 0 0 0 0,0-1 0 0 0,0 0 0 0 0,0 0 1 0 0,-1 0-1 0 0,1 0 0 0 0,0-1 0 0 0,0 1 0 0 0,-1-1 0 0 0,7-4 0 0 0,3-3 38 0 0,1-1 0 0 0,-1-1 0 0 0,-1-1-1 0 0,0 0 1 0 0,-1 0 0 0 0,0-1-1 0 0,-1 0 1 0 0,15-25 0 0 0,-5 1 144 0 0,-1 0 1 0 0,19-52-1 0 0,-27 61 446 0 0,2-4-312 0 0,-13 31-296 0 0,-2 3-12 0 0,-8 18-2 0 0,-13 30 105 0 0,-34 106 0 0 0,54-145-451 0 0,0 0 0 0 0,0 0 0 0 0,1 0 0 0 0,1 1 1 0 0,0-1-1 0 0,1 21 0 0 0,1-29 123 0 0,-1 1-1 0 0,0-1 1 0 0,1 1-1 0 0,0-1 1 0 0,0 0-1 0 0,0 0 1 0 0,0 0-1 0 0,1 1 1 0 0,-1-1-1 0 0,1 0 1 0 0,-1 0 0 0 0,1-1-1 0 0,0 1 1 0 0,0 0-1 0 0,1-1 1 0 0,-1 1-1 0 0,0-1 1 0 0,1 0-1 0 0,0 0 1 0 0,-1 0-1 0 0,1 0 1 0 0,0 0-1 0 0,0 0 1 0 0,0-1-1 0 0,0 1 1 0 0,6 1 0 0 0,-1-1-409 0 0,-1-1 0 0 0,1 1 0 0 0,-1-2 0 0 0,1 1 0 0 0,0-1 0 0 0,-1 0 0 0 0,1 0 0 0 0,8-2 0 0 0,7-2-1280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3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90 966 2272 0 0,'15'-16'1294'0'0,"-1"-2"0"0"0,-1 0 0 0 0,0 0 0 0 0,-1-1 0 0 0,-1-1 1 0 0,-1 0-1 0 0,-1-1 0 0 0,0 0 0 0 0,9-39 0 0 0,-17 57-1123 0 0,0 0 0 0 0,-1 1 0 0 0,0-1 0 0 0,0 0 0 0 0,0 1 0 0 0,0-1 0 0 0,0-4 1 0 0,-1 0 69 0 0,1 6-235 0 0,0 1-1 0 0,-1 0 1 0 0,1-1 0 0 0,0 1 0 0 0,0 0-1 0 0,0-1 1 0 0,-1 1 0 0 0,1 0 0 0 0,0-1-1 0 0,-1 1 1 0 0,1 0 0 0 0,0-1 0 0 0,-1 1-1 0 0,1 0 1 0 0,0 0 0 0 0,-1-1 0 0 0,1 1-1 0 0,-1 0 1 0 0,1 0 0 0 0,0 0 0 0 0,-1 0-1 0 0,1 0 1 0 0,-1 0 0 0 0,1 0-1 0 0,-1-1 1 0 0,1 1 0 0 0,0 0 0 0 0,-1 0-1 0 0,1 0 1 0 0,-1 1 0 0 0,1-1 0 0 0,-1 0-1 0 0,1 0 1 0 0,0 0 0 0 0,-1 0 0 0 0,1 0-1 0 0,-1 0 1 0 0,1 1 0 0 0,0-1 0 0 0,-1 0-1 0 0,1 0 1 0 0,-1 1 0 0 0,-20 9-86 0 0,4 3 40 0 0,0 1 0 0 0,1 1 1 0 0,0 0-1 0 0,1 1 0 0 0,1 1 0 0 0,0 0 0 0 0,1 1 0 0 0,2 1 0 0 0,-1 0 0 0 0,-8 22 1 0 0,17-35 52 0 0,1 0 1 0 0,0 0 0 0 0,1 0 0 0 0,-1 0 0 0 0,0 11-1 0 0,2-16-11 0 0,0 1-1 0 0,0-1 1 0 0,0 1-1 0 0,0-1 0 0 0,0 1 1 0 0,0 0-1 0 0,1-1 0 0 0,-1 1 1 0 0,0-1-1 0 0,1 1 0 0 0,-1-1 1 0 0,1 1-1 0 0,0-1 0 0 0,0 0 1 0 0,-1 1-1 0 0,1-1 0 0 0,0 0 1 0 0,0 0-1 0 0,0 1 0 0 0,0-1 1 0 0,0 0-1 0 0,0 0 0 0 0,1 0 1 0 0,-1 0-1 0 0,0 0 0 0 0,1 0 1 0 0,-1-1-1 0 0,0 1 0 0 0,1 0 1 0 0,-1-1-1 0 0,2 1 1 0 0,0 0-15 0 0,0 0 1 0 0,0-1-1 0 0,0 0 1 0 0,0 1 0 0 0,0-1-1 0 0,0 0 1 0 0,0-1 0 0 0,0 1-1 0 0,-1 0 1 0 0,1-1 0 0 0,0 0-1 0 0,0 1 1 0 0,0-1-1 0 0,0 0 1 0 0,-1-1 0 0 0,1 1-1 0 0,2-2 1 0 0,2-1-25 0 0,-1 0 0 0 0,0-1 1 0 0,0 0-1 0 0,-1 0 0 0 0,1 0 0 0 0,4-8 0 0 0,6-9 28 0 0,-1 0-1 0 0,-1-2 0 0 0,-1 1 0 0 0,-1-1 1 0 0,15-49-1 0 0,-26 71-60 0 0,-2 4 3 0 0,-14 19 93 0 0,2 1-1 0 0,0 0 1 0 0,2 1-1 0 0,0 1 0 0 0,2 0 1 0 0,0 0-1 0 0,2 1 1 0 0,1 0-1 0 0,0 0 1 0 0,-3 52-1 0 0,9-74-4 0 0,0 1-1 0 0,1-1 0 0 0,-1 1 1 0 0,0-1-1 0 0,1 1 1 0 0,0-1-1 0 0,0 1 0 0 0,0-1 1 0 0,0 0-1 0 0,1 1 1 0 0,-1-1-1 0 0,1 0 0 0 0,0 0 1 0 0,-1 0-1 0 0,1 0 1 0 0,4 3-1 0 0,-4-4-11 0 0,0-1 0 0 0,0 0 0 0 0,0 1-1 0 0,0-1 1 0 0,0 0 0 0 0,0 0 0 0 0,0 0 0 0 0,0-1 0 0 0,0 1-1 0 0,1 0 1 0 0,-1-1 0 0 0,0 0 0 0 0,1 1 0 0 0,-1-1 0 0 0,0 0-1 0 0,1 0 1 0 0,-1 0 0 0 0,0 0 0 0 0,0-1 0 0 0,1 1 0 0 0,-1-1-1 0 0,0 1 1 0 0,0-1 0 0 0,1 0 0 0 0,-1 0 0 0 0,2-1 0 0 0,7-4 14 0 0,-2 0 0 0 0,1 0 1 0 0,-1-1-1 0 0,0 0 1 0 0,0 0-1 0 0,-1-1 1 0 0,0 0-1 0 0,0-1 1 0 0,-1 0-1 0 0,12-17 1 0 0,3-12-39 0 0,26-57 1 0 0,-46 92 13 0 0,70-172-398 0 0,70-251 1 0 0,-91 177 1404 0 0,-44 205-663 0 0,-8 36-395 0 0,-6 11-46 0 0,-6 12 48 0 0,-3 12 110 0 0,2 1 1 0 0,-20 54 0 0 0,-13 67 196 0 0,29-85 4 0 0,-11 33 58 0 0,4 2 0 0 0,-22 185 1 0 0,46-273-324 0 0,-4 84 205 0 0,5-82-80 0 0,1 0 0 0 0,0 0 0 0 0,1-1 0 0 0,0 1 0 0 0,4 13-1 0 0,-5-23-103 0 0,0-1 0 0 0,-1 0 0 0 0,1 1-1 0 0,0-1 1 0 0,1 0 0 0 0,-1 0 0 0 0,0 0-1 0 0,1 0 1 0 0,-1 0 0 0 0,1 0 0 0 0,-1 0-1 0 0,1 0 1 0 0,0 0 0 0 0,0-1 0 0 0,0 1-1 0 0,0-1 1 0 0,0 1 0 0 0,0-1 0 0 0,4 2-1 0 0,-3-2-10 0 0,-1-1-1 0 0,1 0 0 0 0,0 1 0 0 0,0-1 0 0 0,-1 0 0 0 0,1 0 0 0 0,0-1 0 0 0,0 1 0 0 0,-1-1 0 0 0,1 1 0 0 0,0-1 0 0 0,-1 0 0 0 0,1 0 0 0 0,-1 0 1 0 0,1 0-1 0 0,-1 0 0 0 0,0-1 0 0 0,3-1 0 0 0,4-3-9 0 0,-1 0 0 0 0,-1-1 0 0 0,1 0 1 0 0,-1 0-1 0 0,0-1 0 0 0,-1 1 0 0 0,8-13 0 0 0,35-66-63 0 0,-40 69 74 0 0,78-179 302 0 0,-50 103 282 0 0,-36 91-529 0 0,-5 27-123 0 0,-33 107 252 0 0,26-103-196 0 0,2 0 0 0 0,1 1 0 0 0,1 1 0 0 0,2-1 0 0 0,-3 41 0 0 0,8-67 12 0 0,0 0 0 0 0,0 0 0 0 0,0 0 0 0 0,1 0 0 0 0,-1 0 0 0 0,1 0 0 0 0,0 0 0 0 0,0 0 0 0 0,1 0 0 0 0,-1 0 0 0 0,1 0 0 0 0,0-1 0 0 0,0 1-1 0 0,0-1 1 0 0,0 1 0 0 0,1-1 0 0 0,-1 0 0 0 0,1 0 0 0 0,0 0 0 0 0,0 0 0 0 0,0 0 0 0 0,0-1 0 0 0,0 1 0 0 0,1-1 0 0 0,-1 0 0 0 0,1 0 0 0 0,-1 0 0 0 0,1-1 0 0 0,0 1 0 0 0,6 1 0 0 0,-7-3-23 0 0,0 1 0 0 0,0-1-1 0 0,0 0 1 0 0,1 0-1 0 0,-1-1 1 0 0,0 1 0 0 0,0-1-1 0 0,0 1 1 0 0,0-1 0 0 0,0 0-1 0 0,0 0 1 0 0,0 0-1 0 0,0-1 1 0 0,4-1 0 0 0,36-25-86 0 0,-29 16 83 0 0,0-1 0 0 0,-1 0-1 0 0,-1 0 1 0 0,0-2 0 0 0,16-25 0 0 0,41-84 70 0 0,-45 73 112 0 0,-23 49-155 0 0,-9 28-36 0 0,-9 17 182 0 0,5-17-113 0 0,2 0 1 0 0,1 1-1 0 0,0 0 1 0 0,-7 54-1 0 0,16-78-19 0 0,-1-1-3 0 0,1 0 0 0 0,0 1 1 0 0,-1-1-1 0 0,1 0 0 0 0,0 1 0 0 0,0-1 0 0 0,1 0 0 0 0,-1 0 1 0 0,0 1-1 0 0,1-1 0 0 0,0 0 0 0 0,-1 0 0 0 0,1 0 0 0 0,0 0 1 0 0,2 3-1 0 0,-2-3-16 0 0,1 0 1 0 0,0-1-1 0 0,0 0 1 0 0,0 1-1 0 0,0-1 1 0 0,0 0-1 0 0,0 0 1 0 0,0 0-1 0 0,0 0 1 0 0,0 0-1 0 0,1 0 1 0 0,-1-1 0 0 0,0 1-1 0 0,0-1 1 0 0,1 0-1 0 0,-1 1 1 0 0,1-1-1 0 0,-1 0 1 0 0,0 0-1 0 0,1-1 1 0 0,-1 1-1 0 0,0 0 1 0 0,1-1-1 0 0,-1 0 1 0 0,4-1-1 0 0,-1 1 0 0 0,1-2 35 0 0,1 0 0 0 0,-1 0 0 0 0,0 0 0 0 0,0-1 1 0 0,0 0-1 0 0,0 0 0 0 0,-1 0 0 0 0,0-1 0 0 0,0 0 0 0 0,0 0 1 0 0,0 0-1 0 0,-1-1 0 0 0,1 1 0 0 0,-2-1 0 0 0,1 0 0 0 0,0-1 1 0 0,-1 1-1 0 0,2-8 0 0 0,2-4-5 0 0,0-1 0 0 0,-2 1 0 0 0,-1-1 0 0 0,0-1 0 0 0,1-23 0 0 0,-3 26-45 0 0,-2-1 0 0 0,-2-29 0 0 0,2 41-7 0 0,-1 0 0 0 0,0 0-1 0 0,-1 1 1 0 0,1-1 0 0 0,-1 0 0 0 0,0 1 0 0 0,-1-1 0 0 0,1 1 0 0 0,-1 0-1 0 0,0 0 1 0 0,-7-8 0 0 0,9 11 7 0 0,-1 0 0 0 0,0 0-1 0 0,-1 1 1 0 0,1-1 0 0 0,0 1 0 0 0,0 0 0 0 0,-1 0-1 0 0,1 0 1 0 0,0 0 0 0 0,-1 0 0 0 0,1 0 0 0 0,-1 1-1 0 0,1-1 1 0 0,-1 1 0 0 0,1-1 0 0 0,-1 1 0 0 0,0 0-1 0 0,1 0 1 0 0,-1 0 0 0 0,1 1 0 0 0,-1-1 0 0 0,0 1-1 0 0,1-1 1 0 0,-1 1 0 0 0,1 0 0 0 0,0 0 0 0 0,-1 0-1 0 0,1 0 1 0 0,0 0 0 0 0,-3 2 0 0 0,-2 1-5 0 0,1 0-1 0 0,0 0 1 0 0,-1 1 0 0 0,1 0 0 0 0,1 0 0 0 0,-1 0 0 0 0,1 1 0 0 0,0 0 0 0 0,-5 7 0 0 0,5-5-122 0 0,1 0 0 0 0,0 0 0 0 0,0 0 0 0 0,1 1 0 0 0,0-1 0 0 0,1 1 0 0 0,-1 0 0 0 0,0 12 0 0 0,2-18 59 0 0,1 0 1 0 0,0 0-1 0 0,0-1 1 0 0,0 1-1 0 0,0 0 1 0 0,0-1-1 0 0,1 1 1 0 0,-1 0-1 0 0,1-1 1 0 0,0 1 0 0 0,0-1-1 0 0,0 1 1 0 0,0-1-1 0 0,0 1 1 0 0,0-1-1 0 0,1 0 1 0 0,-1 1-1 0 0,1-1 1 0 0,-1 0-1 0 0,1 0 1 0 0,0 0 0 0 0,0 0-1 0 0,0-1 1 0 0,0 1-1 0 0,0 0 1 0 0,0-1-1 0 0,1 0 1 0 0,-1 1-1 0 0,1-1 1 0 0,-1 0-1 0 0,5 2 1 0 0,0-2-14 0 0,0 0 0 0 0,-1 0 0 0 0,1 0 0 0 0,0-1 1 0 0,0 0-1 0 0,-1 0 0 0 0,1-1 0 0 0,0 0 0 0 0,-1 0 0 0 0,1 0 0 0 0,0-1 0 0 0,-1 0 0 0 0,11-5 1 0 0,9-5-20 0 0,48-31 1 0 0,-36 20-17 0 0,-27 17 109 0 0,-5 2-12 0 0,0 0 0 0 0,0 1 0 0 0,1-1 0 0 0,0 2 0 0 0,-1-1 0 0 0,13-2 0 0 0,-17 5 31 0 0,-1 0 1 0 0,0 0 0 0 0,0 0 0 0 0,0 0 0 0 0,0 1 0 0 0,0-1 0 0 0,0 0 0 0 0,0 1 0 0 0,0-1 0 0 0,0 1 0 0 0,0-1 0 0 0,0 1 0 0 0,0-1 0 0 0,0 1 0 0 0,0 0 0 0 0,0 0 0 0 0,-1-1 0 0 0,1 1 0 0 0,0 0 0 0 0,0 0 0 0 0,0 1-1 0 0,10 22 116 0 0,-4 15 1 0 0,-2 1-1 0 0,-2-1 1 0 0,-4 74-1 0 0,-4-27 2442 0 0,5-86-2538 0 0,0 1-1 0 0,0-1 1 0 0,0 0-1 0 0,0 0 1 0 0,0 1-1 0 0,0-1 0 0 0,0 0 1 0 0,0 0-1 0 0,0 1 1 0 0,0-1-1 0 0,0 0 0 0 0,0 0 1 0 0,0 1-1 0 0,0-1 1 0 0,0 0-1 0 0,-1 0 0 0 0,1 0 1 0 0,0 1-1 0 0,0-1 1 0 0,0 0-1 0 0,0 0 0 0 0,-1 0 1 0 0,1 0-1 0 0,0 1 1 0 0,0-1-1 0 0,0 0 0 0 0,-1 0 1 0 0,1 0-1 0 0,0 0 1 0 0,0 0-1 0 0,0 0 1 0 0,-1 1-1 0 0,1-1 0 0 0,0 0 1 0 0,0 0-1 0 0,-1 0 1 0 0,1 0-1 0 0,-1 0 0 0 0,1 0-13 0 0,0-1-1 0 0,-1 1 1 0 0,1 0-1 0 0,0 0 1 0 0,0 0-1 0 0,-1-1 0 0 0,1 1 1 0 0,0 0-1 0 0,0 0 1 0 0,-1-1-1 0 0,1 1 1 0 0,0 0-1 0 0,0-1 1 0 0,0 1-1 0 0,-1 0 0 0 0,1 0 1 0 0,0-1-1 0 0,0 1 1 0 0,0-1-1 0 0,0 1 1 0 0,0 0-1 0 0,0-1 0 0 0,0 1 1 0 0,0 0-1 0 0,0-1 1 0 0,0 1-1 0 0,0 0 1 0 0,0-1-1 0 0,0 1 1 0 0,0 0-1 0 0,0-1 0 0 0,0 1 1 0 0,0 0-1 0 0,0-1 1 0 0,1 1-1 0 0,5-31 92 0 0,2 1 0 0 0,2 0 0 0 0,1 0-1 0 0,1 1 1 0 0,24-43 0 0 0,-26 56-101 0 0,-1 1-1 0 0,2 0 1 0 0,0 0-1 0 0,1 1 1 0 0,1 1-1 0 0,0 0 1 0 0,0 0-1 0 0,2 1 0 0 0,-1 1 1 0 0,1 1-1 0 0,18-10 1 0 0,-30 18-4 0 0,1 1 1 0 0,-1-1 0 0 0,1 0-1 0 0,0 1 1 0 0,0 0-1 0 0,-1 0 1 0 0,1 0-1 0 0,0 1 1 0 0,0-1-1 0 0,0 1 1 0 0,0 0-1 0 0,0 0 1 0 0,0 0-1 0 0,0 0 1 0 0,0 1-1 0 0,0 0 1 0 0,0 0-1 0 0,0 0 1 0 0,0 0 0 0 0,4 2-1 0 0,-5-1 12 0 0,-1 0-1 0 0,1 0 1 0 0,-1 0-1 0 0,1 0 1 0 0,-1 1-1 0 0,0-1 1 0 0,0 1-1 0 0,0-1 1 0 0,0 1-1 0 0,0 0 1 0 0,0 0-1 0 0,-1 0 1 0 0,0 0-1 0 0,1 0 1 0 0,-1 0 0 0 0,0 0-1 0 0,-1 0 1 0 0,1 0-1 0 0,0 0 1 0 0,-1 1-1 0 0,0-1 1 0 0,0 0-1 0 0,0 0 1 0 0,0 6-1 0 0,-3 8-49 0 0,0 0-1 0 0,-1-1 1 0 0,0 1-1 0 0,-2-1 1 0 0,0 1-1 0 0,0-2 1 0 0,-12 21-1 0 0,-16 39-3 0 0,24-44 150 0 0,9-29-130 0 0,2-2 26 0 0,-1 1 1 0 0,0-1-1 0 0,0 1 0 0 0,1-1 1 0 0,-1 1-1 0 0,1-1 1 0 0,-1 0-1 0 0,0 1 1 0 0,1-1-1 0 0,-1 1 1 0 0,1-1-1 0 0,-1 0 1 0 0,1 1-1 0 0,-1-1 1 0 0,1 0-1 0 0,-1 0 1 0 0,1 1-1 0 0,-1-1 1 0 0,1 0-1 0 0,-1 0 1 0 0,1 0-1 0 0,-1 0 1 0 0,1 0-1 0 0,1 0 1 0 0,12-4-12 0 0,0-1 1 0 0,0-1 0 0 0,-1-1 0 0 0,0 0-1 0 0,0 0 1 0 0,0-1 0 0 0,-1-1 0 0 0,18-16-1 0 0,87-92-72 0 0,-43 32 145 0 0,-63 70-13 0 0,-1 1 0 0 0,0-2 0 0 0,-1 1 0 0 0,8-20 0 0 0,-17 33-53 0 0,1 1 1 0 0,-1 0-1 0 0,1-1 1 0 0,-1 1-1 0 0,1 0 1 0 0,-1-1-1 0 0,0 1 1 0 0,1 0-1 0 0,-1-1 1 0 0,0 1-1 0 0,0-1 1 0 0,0 1-1 0 0,0-1 1 0 0,-1-2-1 0 0,1 4 3 0 0,0 0-1 0 0,-1-1 1 0 0,1 1 0 0 0,0 0-1 0 0,-1-1 1 0 0,1 1-1 0 0,0 0 1 0 0,-1-1 0 0 0,1 1-1 0 0,0 0 1 0 0,-1 0 0 0 0,1 0-1 0 0,0-1 1 0 0,-1 1-1 0 0,1 0 1 0 0,-1 0 0 0 0,1 0-1 0 0,0 0 1 0 0,-1 0 0 0 0,1 0-1 0 0,-1-1 1 0 0,1 1-1 0 0,-1 0 1 0 0,1 0 0 0 0,0 0-1 0 0,-1 1 1 0 0,1-1 0 0 0,-1 0-1 0 0,0 0 1 0 0,-2 1-17 0 0,0 0 0 0 0,0 0 1 0 0,0 0-1 0 0,0 1 0 0 0,1-1 0 0 0,-1 1 1 0 0,0 0-1 0 0,1 0 0 0 0,-1 0 0 0 0,-3 4 1 0 0,2-1 8 0 0,0 0 0 0 0,1 0 0 0 0,0 1 0 0 0,0-1 0 0 0,0 1 1 0 0,1 0-1 0 0,0 0 0 0 0,0 0 0 0 0,0 0 0 0 0,1 0 0 0 0,0 0 0 0 0,0 0 1 0 0,1 0-1 0 0,0 1 0 0 0,0-1 0 0 0,0 0 0 0 0,0 0 0 0 0,1 1 1 0 0,3 10-1 0 0,3 9 177 0 0,1 0 0 0 0,1 0 0 0 0,15 28 1 0 0,-21-49-93 0 0,-2-2 64 0 0,1 1 1 0 0,-1-1-1 0 0,0 1 0 0 0,1 0 0 0 0,-2-1 1 0 0,1 1-1 0 0,0 0 0 0 0,-1 0 0 0 0,0-1 1 0 0,1 1-1 0 0,-2 0 0 0 0,1 0 1 0 0,0-1-1 0 0,-1 1 0 0 0,1 0 0 0 0,-1 0 1 0 0,-3 6-1 0 0,2-6-34 0 0,0 0 0 0 0,-1 1 0 0 0,0-1 0 0 0,0 0 0 0 0,0-1 0 0 0,0 1-1 0 0,-1 0 1 0 0,1-1 0 0 0,-1 0 0 0 0,0 0 0 0 0,0 0 0 0 0,-5 3 0 0 0,-2-1-47 0 0,0 1-1 0 0,0-2 0 0 0,-1 1 1 0 0,0-2-1 0 0,1 1 1 0 0,-1-2-1 0 0,0 1 0 0 0,0-2 1 0 0,-1 0-1 0 0,-14 0 1 0 0,14-2-742 0 0,0 0 1 0 0,1-1 0 0 0,-1-1 0 0 0,0 0 0 0 0,1 0 0 0 0,-1-2-1 0 0,-18-8 1 0 0,19 7-1867 0 0,0-2 1 0 0,0 1-1 0 0,-21-18 0 0 0,12 5-4466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117 104 504 0 0,'-19'-21'9922'0'0,"-6"-11"-4961"0"0,-5-4-820 0 0,29 35-4151 0 0,-40-12-17104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6:54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21 2248 0 0,'-74'16'10424'0'0,"71"-16"-9547"0"0,-2-2 1275 0 0,22 2-1531 0 0,204-22-1611 0 0,-126 16-5165 0 0,-36 0-618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22 1736 0 0,'12'-21'9941'0'0,"-12"21"-9898"0"0,0 13 211 0 0,-8 27 61 0 0,-21 71 0 0 0,16-68-216 0 0,-48 152 324 0 0,-41 172-1656 0 0,86-288-4301 0 0,13-61 1579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0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1 249 1216 0 0,'7'-59'3422'0'0,"-3"26"-1628"0"0,0 1 0 0 0,2 0-1 0 0,12-34 1 0 0,-18 65-1752 0 0,0-1 0 0 0,1 1 0 0 0,-1 0 0 0 0,1-1 0 0 0,-1 1 0 0 0,1 0 0 0 0,-1 0 0 0 0,1 0 0 0 0,0-1 0 0 0,0 1 0 0 0,0 0 0 0 0,-1 0 0 0 0,1 0 0 0 0,0 0 0 0 0,0 0 0 0 0,0 0 0 0 0,1 1 0 0 0,-1-1 0 0 0,0 0 0 0 0,0 0 0 0 0,0 1 0 0 0,1-1 0 0 0,-1 1 0 0 0,0-1 0 0 0,1 1 0 0 0,-1 0 0 0 0,0-1 0 0 0,1 1 0 0 0,-1 0 0 0 0,0 0 0 0 0,1 0 0 0 0,-1 0 0 0 0,0 0 1 0 0,1 0-1 0 0,-1 0 0 0 0,1 1 0 0 0,1 0 0 0 0,2 0 76 0 0,-1 1 0 0 0,1 1 1 0 0,-1-1-1 0 0,0 1 1 0 0,0 0-1 0 0,0 0 1 0 0,0 0-1 0 0,0 0 1 0 0,5 7-1 0 0,9 12 229 0 0,-1 0 1 0 0,-1 1-1 0 0,-2 1 1 0 0,0 1-1 0 0,13 32 0 0 0,43 137 777 0 0,-53-144-904 0 0,21 80 125 0 0,8 22 29 0 0,-36-122-446 0 0,2-2-1 0 0,1 1 1 0 0,18 27 0 0 0,-27-50-706 0 0,0 1-1 0 0,1-1 1 0 0,0 0-1 0 0,0 0 1 0 0,0-1-1 0 0,1 1 1 0 0,10 6-1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1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92 2140 0 0,'-42'10'6610'0'0,"40"-10"-5964"0"0,-1 0-154 0 0,96-34 947 0 0,32-13-5103 0 0,-93 36 1300 0 0,1 1-531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1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55 2140 0 0,'-1'-8'13796'0'0,"-2"14"-13673"0"0,0 0-1 0 0,1 1 0 0 0,0-1 1 0 0,0 0-1 0 0,0 1 1 0 0,1 0-1 0 0,-1 10 0 0 0,0 52 247 0 0,2-57-338 0 0,0 0 1 0 0,1 0-1 0 0,1-1 1 0 0,0 1 0 0 0,0-1-1 0 0,1 1 1 0 0,1-1 0 0 0,0 0-1 0 0,9 17 1 0 0,-11-24-93 0 0,0 0 0 0 0,1 0 1 0 0,0 0-1 0 0,-1-1 0 0 0,2 1 0 0 0,-1-1 1 0 0,0 0-1 0 0,0 0 0 0 0,1 0 0 0 0,0 0 1 0 0,0-1-1 0 0,0 1 0 0 0,0-1 0 0 0,0 0 1 0 0,0 0-1 0 0,0 0 0 0 0,0-1 0 0 0,1 0 1 0 0,-1 0-1 0 0,1 0 0 0 0,-1 0 0 0 0,1 0 1 0 0,0-1-1 0 0,-1 0 0 0 0,1 0 0 0 0,-1-1 1 0 0,8 0-1 0 0,-4 0-55 0 0,0-1-1 0 0,0 0 1 0 0,0-1 0 0 0,0 1 0 0 0,0-1-1 0 0,0-1 1 0 0,-1 0 0 0 0,1 0 0 0 0,-1 0-1 0 0,0-1 1 0 0,0 0 0 0 0,-1 0 0 0 0,1-1-1 0 0,-1 0 1 0 0,0 0 0 0 0,-1 0 0 0 0,0-1-1 0 0,0 0 1 0 0,0 0 0 0 0,5-12 0 0 0,-2 3 422 0 0,-2-1 1 0 0,0 0 0 0 0,-1 0-1 0 0,0 0 1 0 0,-2-1 0 0 0,0 0-1 0 0,-1 0 1 0 0,0-31-1 0 0,-2-19 2047 0 0,0 67-2285 0 0,2 22 15 0 0,8 71 22 0 0,8 42-39 0 0,-15-119-757 0 0,1 0 0 0 0,0 0 0 0 0,1-1 0 0 0,1 1 0 0 0,0-1 0 0 0,15 22 0 0 0,-19-33 307 0 0,0 0-1 0 0,0 0 0 0 0,1-1 1 0 0,-1 1-1 0 0,1 0 1 0 0,0-1-1 0 0,-1 0 0 0 0,1 0 1 0 0,0 0-1 0 0,1 0 1 0 0,-1 0-1 0 0,0 0 0 0 0,0-1 1 0 0,1 0-1 0 0,-1 1 1 0 0,1-1-1 0 0,-1-1 0 0 0,1 1 1 0 0,0 0-1 0 0,-1-1 0 0 0,5 0 1 0 0,10-1-2806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2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622 166 2360 0 0,'5'-19'2266'0'0,"-2"-1"-1"0"0,0 1 1 0 0,-1-1-1 0 0,-1 0 1 0 0,-3-39-1 0 0,3 59-2246 0 0,-1 0 0 0 0,0-1 0 0 0,0 1 0 0 0,0 0 0 0 0,0-1 0 0 0,0 1 0 0 0,0 0 0 0 0,0-1-1 0 0,0 1 1 0 0,-1 0 0 0 0,1 0 0 0 0,0-1 0 0 0,0 1 0 0 0,0 0 0 0 0,0-1 0 0 0,0 1 0 0 0,0 0-1 0 0,-1 0 1 0 0,1-1 0 0 0,0 1 0 0 0,0 0 0 0 0,0 0 0 0 0,-1-1 0 0 0,1 1 0 0 0,0 0 0 0 0,0 0-1 0 0,-1 0 1 0 0,1-1 0 0 0,0 1 0 0 0,0 0 0 0 0,-1 0 0 0 0,1 0 0 0 0,0 0 0 0 0,0 0 0 0 0,-1 0-1 0 0,1 0 1 0 0,0 0 0 0 0,-1 0 0 0 0,1-1 0 0 0,0 1 0 0 0,-1 0 0 0 0,1 0 0 0 0,0 1 0 0 0,-1-1-1 0 0,1 0 1 0 0,0 0 0 0 0,0 0 0 0 0,-1 0 0 0 0,1 0 0 0 0,0 0 0 0 0,-1 0 0 0 0,1 0 0 0 0,0 1 0 0 0,0-1-1 0 0,-1 0 1 0 0,1 0 0 0 0,0 0 0 0 0,0 0 0 0 0,-1 1 0 0 0,1-1 0 0 0,-14 13 113 0 0,-17 30 54 0 0,2 0 0 0 0,1 2 0 0 0,-30 69 0 0 0,57-113-185 0 0,-7 15-11 0 0,0 1-1 0 0,1-1 1 0 0,1 1-1 0 0,1 0 1 0 0,0 1-1 0 0,-3 23 1 0 0,8-39-4 0 0,0-1 0 0 0,-1 0 0 0 0,1 0 0 0 0,0 1 0 0 0,0-1 0 0 0,0 0 0 0 0,0 0 0 0 0,1 1 0 0 0,-1-1 0 0 0,0 0 0 0 0,0 0 0 0 0,1 1 1 0 0,-1-1-1 0 0,1 0 0 0 0,-1 0 0 0 0,1 0 0 0 0,-1 0 0 0 0,1 0 0 0 0,0 0 0 0 0,-1 0 0 0 0,1 0 0 0 0,0 0 0 0 0,0 0 0 0 0,0 0 0 0 0,0 0 0 0 0,0 0 1 0 0,1 0-1 0 0,0 0-1 0 0,0-1 1 0 0,0 1 0 0 0,1-1 0 0 0,-1 0-1 0 0,0 0 1 0 0,0 0 0 0 0,0 0 0 0 0,1 0-1 0 0,-1 0 1 0 0,0 0 0 0 0,0-1-1 0 0,0 1 1 0 0,0-1 0 0 0,3-1 0 0 0,5-1-29 0 0,-1-2 0 0 0,1 1 0 0 0,-1-1 0 0 0,0-1 1 0 0,13-9-1 0 0,-13 7 11 0 0,-1 0 1 0 0,0 0 0 0 0,0-1-1 0 0,0 0 1 0 0,-1 0-1 0 0,-1-1 1 0 0,0 0-1 0 0,0 0 1 0 0,8-21-1 0 0,0-11 720 0 0,14-80-1 0 0,-28 122-682 0 0,5 49 25 0 0,4 511 363 0 0,-3-402-158 0 0,3 433 851 0 0,-11-526-481 0 0,-3 0 1 0 0,-15 73 0 0 0,17-119-262 0 0,-2 0 1 0 0,0 0 0 0 0,-2-1-1 0 0,0 0 1 0 0,0 0-1 0 0,-2 0 1 0 0,0-1 0 0 0,-1-1-1 0 0,-1 0 1 0 0,0 0 0 0 0,-24 24-1 0 0,28-33-201 0 0,-1 0-1 0 0,0-1 1 0 0,0-1-1 0 0,-1 1 1 0 0,1-2-1 0 0,-1 1 1 0 0,0-1-1 0 0,0 0 0 0 0,0-1 1 0 0,-1 0-1 0 0,0 0 1 0 0,1-1-1 0 0,-1 0 1 0 0,0-1-1 0 0,0 0 1 0 0,0-1-1 0 0,0 0 1 0 0,1 0-1 0 0,-1-1 1 0 0,0-1-1 0 0,0 1 0 0 0,0-1 1 0 0,1-1-1 0 0,-19-7 1 0 0,11 2-48 0 0,0 0 1 0 0,0-1-1 0 0,1-1 1 0 0,0 0-1 0 0,0-1 1 0 0,1-1-1 0 0,1 0 1 0 0,0-1-1 0 0,0-1 0 0 0,2 0 1 0 0,0-1-1 0 0,-13-19 1 0 0,14 14-85 0 0,0 0 0 0 0,0-1 1 0 0,2 0-1 0 0,1 0 0 0 0,1-1 0 0 0,0 0 1 0 0,2 0-1 0 0,1-1 0 0 0,0 1 0 0 0,0-35 0 0 0,4 30-314 0 0,2 0 0 0 0,0 0 0 0 0,2 0 0 0 0,1 0 0 0 0,1 0 0 0 0,1 1 0 0 0,1 0 0 0 0,18-38 0 0 0,-6 26-796 0 0,1 0 0 0 0,1 1 0 0 0,2 1 1 0 0,2 2-1 0 0,1 0 0 0 0,44-42 1 0 0,-33 42-3009 0 0,0 2 1 0 0,78-50 0 0 0,-81 62-1489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3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29 937 2084 0 0,'-29'-111'13735'0'0,"61"355"-11764"0"0,-22-203-1640 0 0,-10-39-263 0 0,1-2-66 0 0,-1 0 0 0 0,1-1 0 0 0,0 1 0 0 0,-1 0 0 0 0,1-1 0 0 0,-1 1 1 0 0,1 0-1 0 0,-1-1 0 0 0,1 1 0 0 0,-1-1 0 0 0,1 1 0 0 0,-1-1 0 0 0,1 1 0 0 0,-1-1 0 0 0,1 1 0 0 0,-1-1 0 0 0,1 0 0 0 0,13-42-32 0 0,17-43-103 0 0,-27 76 78 0 0,1 1 0 0 0,1-1 0 0 0,-1 1 0 0 0,1 0 0 0 0,1 0 0 0 0,9-10 0 0 0,-15 18 47 0 0,0-1-1 0 0,1 1 0 0 0,-1 0 1 0 0,1-1-1 0 0,-1 1 0 0 0,1 0 1 0 0,0 0-1 0 0,-1 0 0 0 0,1 0 0 0 0,0 0 1 0 0,0 0-1 0 0,-1 1 0 0 0,1-1 1 0 0,0 1-1 0 0,0-1 0 0 0,0 1 1 0 0,0 0-1 0 0,0-1 0 0 0,0 1 1 0 0,0 0-1 0 0,0 0 0 0 0,0 1 1 0 0,0-1-1 0 0,0 0 0 0 0,0 0 1 0 0,0 1-1 0 0,-1 0 0 0 0,1-1 1 0 0,0 1-1 0 0,0 0 0 0 0,0 0 0 0 0,-1 0 1 0 0,1 0-1 0 0,0 0 0 0 0,-1 0 1 0 0,1 0-1 0 0,-1 1 0 0 0,1-1 1 0 0,1 3-1 0 0,3 3 23 0 0,0 0 0 0 0,-1 0 1 0 0,0 1-1 0 0,-1 0 0 0 0,0-1 0 0 0,0 1 1 0 0,4 14-1 0 0,4 10 121 0 0,16 33 0 0 0,-27-64-81 0 0,0-1-52 0 0,0 0 1 0 0,0-1 0 0 0,0 1-1 0 0,0 0 1 0 0,0-1-1 0 0,0 1 1 0 0,0-1-1 0 0,0 1 1 0 0,0-1-1 0 0,0 0 1 0 0,0 1-1 0 0,0-1 1 0 0,0 0-1 0 0,0 0 1 0 0,0 0-1 0 0,-1 1 1 0 0,1-1 0 0 0,0 0-1 0 0,-1 0 1 0 0,2-2-1 0 0,11-25-42 0 0,-9 18 34 0 0,87-164-478 0 0,-89 172 462 0 0,9-15-153 0 0,-11 17 169 0 0,1-1 0 0 0,-1 0 1 0 0,1 1-1 0 0,-1-1 0 0 0,1 1 1 0 0,-1-1-1 0 0,1 1 0 0 0,0-1 1 0 0,-1 1-1 0 0,1-1 0 0 0,0 1 1 0 0,0 0-1 0 0,-1-1 0 0 0,1 1 1 0 0,0 0-1 0 0,0 0 0 0 0,-1 0 1 0 0,1-1-1 0 0,0 1 1 0 0,0 0-1 0 0,0 0 0 0 0,-1 0 1 0 0,2 0-1 0 0,1 1 7 0 0,1 0 0 0 0,-1 0 0 0 0,0 1 1 0 0,0-1-1 0 0,0 1 0 0 0,0-1 0 0 0,0 1 0 0 0,0 0 0 0 0,0 0 0 0 0,0 0 1 0 0,-1 1-1 0 0,1-1 0 0 0,-1 1 0 0 0,0-1 0 0 0,0 1 0 0 0,0 0 1 0 0,0 0-1 0 0,2 4 0 0 0,0-1 8 0 0,27 50 69 0 0,-20-37-26 0 0,0 1 1 0 0,20 25 0 0 0,-29-42-47 0 0,0-1 0 0 0,1 1 0 0 0,-1-1 0 0 0,1 0 0 0 0,0 0 0 0 0,-1 0 0 0 0,1 0 0 0 0,0-1 0 0 0,0 1 0 0 0,0-1 1 0 0,1 0-1 0 0,-1 0 0 0 0,0 0 0 0 0,0 0 0 0 0,1 0 0 0 0,-1-1 0 0 0,1 1 0 0 0,-1-1 0 0 0,0 0 0 0 0,1 0 0 0 0,-1 0 0 0 0,0-1 1 0 0,1 1-1 0 0,-1-1 0 0 0,0 0 0 0 0,1 0 0 0 0,-1 0 0 0 0,0 0 0 0 0,0-1 0 0 0,4-1 0 0 0,2-2-6 0 0,-1 0-1 0 0,0 0 1 0 0,0 0 0 0 0,0-1-1 0 0,-1 0 1 0 0,0 0-1 0 0,0-1 1 0 0,0 0 0 0 0,9-14-1 0 0,-7 8 87 0 0,-1 0 0 0 0,-1-1 0 0 0,0 0-1 0 0,-1 0 1 0 0,-1-1 0 0 0,0 0 0 0 0,0 0-1 0 0,-2 0 1 0 0,0-1 0 0 0,-1 1 0 0 0,0-1-1 0 0,-2-27 1 0 0,0 39 89 0 0,-4-23 478 0 0,4 26-650 0 0,0 1 0 0 0,-1 0 0 0 0,1 0 0 0 0,0 0 0 0 0,0 0 0 0 0,0-1 0 0 0,0 1 0 0 0,0 0 0 0 0,0 0-1 0 0,0 0 1 0 0,0 0 0 0 0,0-1 0 0 0,-1 1 0 0 0,1 0 0 0 0,0 0 0 0 0,0 0 0 0 0,0 0 0 0 0,0 0 0 0 0,0 0 0 0 0,-1 0 0 0 0,1-1-1 0 0,0 1 1 0 0,0 0 0 0 0,0 0 0 0 0,0 0 0 0 0,-1 0 0 0 0,1 0 0 0 0,0 0 0 0 0,0 0 0 0 0,0 0 0 0 0,-1 0 0 0 0,1 0 0 0 0,0 0 0 0 0,0 0-1 0 0,0 0 1 0 0,0 0 0 0 0,-1 0 0 0 0,1 0 0 0 0,-9 12 35 0 0,2 4-34 0 0,2-1 1 0 0,-1 1-1 0 0,2 1 0 0 0,0-1 0 0 0,1 1 0 0 0,1-1 1 0 0,1 1-1 0 0,0 23 0 0 0,1-32-11 0 0,0 0 0 0 0,1 0 0 0 0,0 0 0 0 0,0 0 0 0 0,1 0 0 0 0,0 0 0 0 0,0-1-1 0 0,1 1 1 0 0,0-1 0 0 0,6 11 0 0 0,-7-15-32 0 0,0 0 1 0 0,0 0-1 0 0,0 0 0 0 0,1-1 1 0 0,-1 1-1 0 0,1-1 0 0 0,0 1 0 0 0,-1-1 1 0 0,1 0-1 0 0,0 0 0 0 0,1 0 0 0 0,-1 0 1 0 0,0-1-1 0 0,0 1 0 0 0,1-1 1 0 0,-1 0-1 0 0,1 0 0 0 0,-1 0 0 0 0,1-1 1 0 0,-1 1-1 0 0,1-1 0 0 0,0 0 1 0 0,-1 0-1 0 0,1 0 0 0 0,4-1 0 0 0,4 0-211 0 0,1-2 0 0 0,-1 0-1 0 0,1 0 1 0 0,-1-1 0 0 0,0-1 0 0 0,-1 0-1 0 0,1-1 1 0 0,-1 0 0 0 0,0 0-1 0 0,0-1 1 0 0,-1-1 0 0 0,0 0-1 0 0,0 0 1 0 0,-1-1 0 0 0,0 0-1 0 0,11-15 1 0 0,-1-2 237 0 0,0-2 0 0 0,-2 0 1 0 0,-1-1-1 0 0,-1-1 0 0 0,12-34 0 0 0,4-10 1240 0 0,-30 72-1251 0 0,3 2 19 0 0,-3 0 6 0 0,0 0 0 0 0,0 0 0 0 0,0 0 0 0 0,1 0-1 0 0,-1 0 1 0 0,0 0 0 0 0,0 0 0 0 0,0 0 0 0 0,0 1 0 0 0,1-1-1 0 0,-1 0 1 0 0,0 1 0 0 0,0-1 0 0 0,0 1 0 0 0,0-1 0 0 0,0 1-1 0 0,0 0 1 0 0,0-1 0 0 0,0 1 0 0 0,0 0 0 0 0,0 0 0 0 0,-1 0 0 0 0,1-1-1 0 0,0 1 1 0 0,1 2 0 0 0,6 11 27 0 0,0 0-1 0 0,-1 1 1 0 0,-1 0-1 0 0,0 0 1 0 0,-1 1-1 0 0,0-1 0 0 0,3 27 1 0 0,-3-18 148 0 0,15 45 0 0 0,-15-55 114 0 0,-5-13-215 0 0,1 0 1 0 0,-1 1 0 0 0,0-1 0 0 0,0 0 0 0 0,1 0 0 0 0,-1 0-1 0 0,1 0 1 0 0,-1 0 0 0 0,1-1 0 0 0,-1 1 0 0 0,1 0 0 0 0,0 0 0 0 0,-1 0-1 0 0,2 1 1 0 0,-1-3-56 0 0,0 0-1 0 0,0 1 0 0 0,0-1 1 0 0,0 0-1 0 0,0 0 0 0 0,0 0 0 0 0,0 0 1 0 0,-1 0-1 0 0,1 0 0 0 0,0 0 1 0 0,-1 0-1 0 0,1 0 0 0 0,-1-1 1 0 0,1 1-1 0 0,-1 0 0 0 0,1-2 1 0 0,30-67-70 0 0,44-72 1 0 0,-70 134 10 0 0,-1 1-33 0 0,0 0 1 0 0,0 1-1 0 0,1-1 0 0 0,6-5 0 0 0,-11 11 67 0 0,1 1 1 0 0,0-1-1 0 0,-1 1 1 0 0,1-1-1 0 0,0 1 1 0 0,0 0-1 0 0,-1-1 1 0 0,1 1-1 0 0,0 0 1 0 0,0 0-1 0 0,0 0 1 0 0,-1-1-1 0 0,1 1 1 0 0,0 0-1 0 0,0 0 1 0 0,0 0-1 0 0,-1 0 1 0 0,1 0-1 0 0,0 1 1 0 0,0-1-1 0 0,0 0 0 0 0,-1 0 1 0 0,1 0-1 0 0,0 1 1 0 0,0-1-1 0 0,-1 0 1 0 0,1 1-1 0 0,0-1 1 0 0,0 1-1 0 0,-1-1 1 0 0,1 1-1 0 0,0 0 1 0 0,18 18-2 0 0,-11-5 32 0 0,-1 1 0 0 0,-1-1 0 0 0,0 1 1 0 0,-1 0-1 0 0,0 1 0 0 0,4 24 0 0 0,-6-23 17 0 0,1 0-1 0 0,0 0 0 0 0,2-1 1 0 0,0 1-1 0 0,12 21 1 0 0,-16-35-88 0 0,0 1 1 0 0,0-1-1 0 0,0 0 1 0 0,0-1-1 0 0,1 1 1 0 0,0 0-1 0 0,-1-1 1 0 0,1 1 0 0 0,0-1-1 0 0,0 0 1 0 0,0 0-1 0 0,1 0 1 0 0,-1 0-1 0 0,0-1 1 0 0,1 1-1 0 0,-1-1 1 0 0,1 0-1 0 0,0 0 1 0 0,-1 0-1 0 0,1-1 1 0 0,0 1 0 0 0,-1-1-1 0 0,1 0 1 0 0,0 0-1 0 0,0 0 1 0 0,-1 0-1 0 0,1-1 1 0 0,0 0-1 0 0,-1 1 1 0 0,1-1-1 0 0,-1 0 1 0 0,7-3 0 0 0,0-1-177 0 0,0 0 1 0 0,0 0-1 0 0,0-1 1 0 0,0 0-1 0 0,-1 0 1 0 0,0-1-1 0 0,0-1 1 0 0,-1 0-1 0 0,14-16 1 0 0,-7 3 83 0 0,-1-1 1 0 0,-1-1-1 0 0,-1 0 1 0 0,-1-1-1 0 0,0 0 1 0 0,-2-1-1 0 0,-2 0 1 0 0,9-42-1 0 0,-4-9 1120 0 0,5-128 0 0 0,-28-81 6192 0 0,6 255-6886 0 0,5 28-266 0 0,0 4 26 0 0,11 128 3151 0 0,-9 145 0 0 0,1 19-2160 0 0,-2-282-1076 0 0,1 25-774 0 0,1 1 1 0 0,14 64-1 0 0,-16-101 645 0 0,-1 0-1 0 0,0 1 1 0 0,0-1 0 0 0,1 0 0 0 0,-1 0 0 0 0,1 1-1 0 0,-1-1 1 0 0,1 0 0 0 0,-1 0 0 0 0,1 0 0 0 0,0 0-1 0 0,0 0 1 0 0,0 1 0 0 0,-1-1 0 0 0,1-1 0 0 0,0 1-1 0 0,0 0 1 0 0,0 0 0 0 0,1 0 0 0 0,-1 0 0 0 0,0-1-1 0 0,1 2 1 0 0,0-2-39 0 0,0 0 0 0 0,-1-1 0 0 0,1 1 0 0 0,0 0-1 0 0,-1 0 1 0 0,1-1 0 0 0,-1 1 0 0 0,1-1 0 0 0,0 1 0 0 0,-1-1-1 0 0,1 0 1 0 0,-1 1 0 0 0,1-1 0 0 0,-1 0 0 0 0,0 0 0 0 0,1 0 0 0 0,-1 0-1 0 0,0-1 1 0 0,2 0 0 0 0,4-6-1082 0 0,0 1-1 0 0,0-1 1 0 0,0-1-1 0 0,-1 1 1 0 0,0-1-1 0 0,-1 0 1 0 0,5-11-1 0 0,2-8-5170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3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136 131 2296 0 0,'-70'-26'10112'0'0,"6"3"-4440"0"0,62 22-5528 0 0,4 0-26 0 0,4-3-124 0 0,0 0-1 0 0,0 1 0 0 0,0 0 0 0 0,0 0 1 0 0,1 0-1 0 0,10-3 0 0 0,48-9-1359 0 0,-45 10 732 0 0,85-15-3023 0 0,-35 11-1812 0 0,-33 4 704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4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6 214 1772 0 0,'-6'-15'12641'0'0,"18"19"-12597"0"0,0-2 0 0 0,1 1 0 0 0,-1-2 0 0 0,1 0-1 0 0,-1 0 1 0 0,0-1 0 0 0,1 0 0 0 0,-1-1 0 0 0,20-4-1 0 0,-29 4-27 0 0,0 1-1 0 0,-1 0 0 0 0,1-1 0 0 0,0 0 0 0 0,0 0 0 0 0,0 0 1 0 0,-1 0-1 0 0,1 0 0 0 0,0 0 0 0 0,-1-1 0 0 0,1 1 1 0 0,-1-1-1 0 0,0 1 0 0 0,3-4 0 0 0,1 0 20 0 0,-3 3-25 0 0,-2 0 0 0 0,1-1-1 0 0,0 1 1 0 0,0 0 0 0 0,-1 0 0 0 0,1-1-1 0 0,-1 1 1 0 0,0-1 0 0 0,1 1 0 0 0,-1-1 0 0 0,0 0-1 0 0,-1 1 1 0 0,1-1 0 0 0,0 0 0 0 0,-1 0-1 0 0,0 1 1 0 0,1-1 0 0 0,-1 0 0 0 0,0 0 0 0 0,-1 0-1 0 0,1 1 1 0 0,0-1 0 0 0,-1 0 0 0 0,-1-4-1 0 0,0-2 7 0 0,0 1-1 0 0,-1 0 0 0 0,0 0 1 0 0,-1 1-1 0 0,1-1 0 0 0,-10-12 0 0 0,10 15-21 0 0,0 1 15 0 0,1 0 0 0 0,-1 1 0 0 0,0-1 0 0 0,0 1 1 0 0,-1-1-1 0 0,1 1 0 0 0,-1 0 0 0 0,1 0 0 0 0,-5-2 0 0 0,6 4-10 0 0,1 1 1 0 0,-1-1-1 0 0,1 1 0 0 0,-1 0 0 0 0,0 0 1 0 0,1 0-1 0 0,-1 0 0 0 0,1 0 1 0 0,-1 0-1 0 0,0 0 0 0 0,1 1 0 0 0,-1-1 1 0 0,1 0-1 0 0,-1 1 0 0 0,1-1 1 0 0,-1 1-1 0 0,1 0 0 0 0,-1 0 0 0 0,1-1 1 0 0,0 1-1 0 0,-1 0 0 0 0,1 0 1 0 0,0 0-1 0 0,0 0 0 0 0,0 1 0 0 0,-1-1 1 0 0,1 0-1 0 0,1 0 0 0 0,-1 1 1 0 0,0-1-1 0 0,0 0 0 0 0,0 1 0 0 0,1-1 1 0 0,-2 3-1 0 0,0 0 14 0 0,-7 10-2 0 0,0 0 0 0 0,2 1-1 0 0,0 0 1 0 0,0 1 0 0 0,1 0 0 0 0,1 0-1 0 0,1 0 1 0 0,0 0 0 0 0,1 1 0 0 0,1-1-1 0 0,1 1 1 0 0,0 0 0 0 0,2 21 0 0 0,-1-33-125 0 0,1 0 0 0 0,0 0 1 0 0,0-1-1 0 0,1 1 0 0 0,-1 0 1 0 0,1-1-1 0 0,0 1 0 0 0,0-1 1 0 0,0 0-1 0 0,1 0 0 0 0,0 0 1 0 0,-1 0-1 0 0,1 0 0 0 0,1 0 0 0 0,-1-1 1 0 0,1 0-1 0 0,-1 0 0 0 0,1 1 1 0 0,0-2-1 0 0,0 1 0 0 0,0 0 1 0 0,0-1-1 0 0,1 0 0 0 0,-1 0 1 0 0,1 0-1 0 0,-1-1 0 0 0,1 1 1 0 0,0-1-1 0 0,-1 0 0 0 0,1-1 1 0 0,5 1-1 0 0,10 0-852 0 0,0-1 1 0 0,0-1-1 0 0,0 0 1 0 0,0-2-1 0 0,-1 0 0 0 0,24-8 1 0 0,0 0-1923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5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219 800 1192 0 0,'2'-4'670'0'0,"-1"-1"-1"0"0,1 0 1 0 0,-1 0-1 0 0,0 1 1 0 0,0-1-1 0 0,-1 0 1 0 0,1 0 0 0 0,-1 0-1 0 0,0 0 1 0 0,0 0-1 0 0,-2-8 1 0 0,2 12-607 0 0,-1 1 0 0 0,1-1-1 0 0,0 0 1 0 0,-1 1 0 0 0,1-1 0 0 0,0 1 0 0 0,-1-1 0 0 0,1 1 0 0 0,-1-1 0 0 0,1 1-1 0 0,-1-1 1 0 0,1 1 0 0 0,-1-1 0 0 0,1 1 0 0 0,-1-1 0 0 0,1 1 0 0 0,-1 0 0 0 0,0-1-1 0 0,1 1 1 0 0,-1 0 0 0 0,0 0 0 0 0,1 0 0 0 0,-1-1 0 0 0,0 1 0 0 0,1 0-1 0 0,-1 0 1 0 0,0 0 0 0 0,0 0 0 0 0,-19 3 463 0 0,11 3-424 0 0,0 0 1 0 0,1 0-1 0 0,0 1 1 0 0,0 0-1 0 0,0 1 0 0 0,1 0 1 0 0,-7 9-1 0 0,-4 7 22 0 0,-18 34-1 0 0,35-56-116 0 0,-14 24 82 0 0,-20 49 1 0 0,33-68-79 0 0,-1 0 0 0 0,1-1 0 0 0,0 1 0 0 0,1 0 1 0 0,-1 0-1 0 0,1 0 0 0 0,1 0 0 0 0,-1 0 0 0 0,1 0 1 0 0,1 0-1 0 0,-1 1 0 0 0,1-1 0 0 0,3 10 1 0 0,-3-15-9 0 0,-1 0 0 0 0,1 0 1 0 0,0 0-1 0 0,0-1 0 0 0,0 1 1 0 0,0 0-1 0 0,0-1 1 0 0,1 1-1 0 0,-1-1 0 0 0,0 1 1 0 0,1-1-1 0 0,-1 0 0 0 0,1 1 1 0 0,0-1-1 0 0,-1 0 1 0 0,1 0-1 0 0,0 0 0 0 0,2 1 1 0 0,-1-1 1 0 0,1 0-1 0 0,0 0 1 0 0,-1-1 0 0 0,1 1 0 0 0,0-1 0 0 0,0 1 0 0 0,0-1 0 0 0,7-1 0 0 0,2-1-9 0 0,1-1 1 0 0,0 0 0 0 0,-1-1-1 0 0,15-7 1 0 0,-9 2-28 0 0,0 0 1 0 0,0-1-1 0 0,-2-1 1 0 0,1-1-1 0 0,-1-1 1 0 0,-1 0-1 0 0,0-1 1 0 0,26-30-1 0 0,-21 18-115 0 0,-2-1 0 0 0,0-1-1 0 0,-1 0 1 0 0,25-58 0 0 0,-24 38 60 0 0,-2-1 0 0 0,-2-1-1 0 0,-2-1 1 0 0,6-56 0 0 0,-10 37 120 0 0,-4 0-1 0 0,-6-105 0 0 0,-5 41 1643 0 0,4 125-1533 0 0,-5 12-59 0 0,-4 15-22 0 0,1 16 37 0 0,0 1 0 0 0,3 1 0 0 0,-6 60 0 0 0,7 111-48 0 0,9-137 61 0 0,20 128-1 0 0,9-66-1896 0 0,-19-93-1267 0 0,23 48 0 0 0,-19-51-1029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55 1116 0 0,'-8'-19'7586'0'0,"-6"-6"-2569"0"0,15 44-4684 0 0,1 0 1 0 0,7 31 0 0 0,3 18-3 0 0,-9 10-131 0 0,2 22 3521 0 0,-8-125-3371 0 0,3 6-321 0 0,1 0 0 0 0,1 1-1 0 0,7-29 1 0 0,-7 38-74 0 0,1 0-1 0 0,0 0 0 0 0,0 0 1 0 0,1 0-1 0 0,0 1 1 0 0,1-1-1 0 0,0 1 1 0 0,11-15-1 0 0,-14 21 33 0 0,0 1-1 0 0,0-1 1 0 0,0 0-1 0 0,0 1 1 0 0,1-1-1 0 0,-1 1 1 0 0,0 0 0 0 0,1 0-1 0 0,-1 0 1 0 0,1 0-1 0 0,-1 0 1 0 0,1 1-1 0 0,-1-1 1 0 0,1 1-1 0 0,-1-1 1 0 0,1 1 0 0 0,0 0-1 0 0,-1 0 1 0 0,1 0-1 0 0,0 0 1 0 0,-1 1-1 0 0,1-1 1 0 0,-1 1 0 0 0,1-1-1 0 0,-1 1 1 0 0,1 0-1 0 0,-1 0 1 0 0,4 2-1 0 0,3 1 0 0 0,-1 1 0 0 0,1 0 0 0 0,-1 1-1 0 0,0 0 1 0 0,0 0 0 0 0,9 9 0 0 0,-2 3 31 0 0,0 0 0 0 0,16 26 0 0 0,4 4 370 0 0,-34-47-321 0 0,0-1-61 0 0,0 1-1 0 0,0-1 1 0 0,0 0-1 0 0,1-1 0 0 0,-1 1 1 0 0,0 0-1 0 0,0 0 0 0 0,0 0 1 0 0,0-1-1 0 0,0 1 1 0 0,0 0-1 0 0,0-1 0 0 0,2 0 1 0 0,10-17-35 0 0,0 0 1 0 0,18-34-1 0 0,4-6-11 0 0,-21 36-59 0 0,2 0 0 0 0,1 2 0 0 0,0 0 0 0 0,32-29 0 0 0,-48 48 93 0 0,0 1 0 0 0,0-1 0 0 0,1 0 0 0 0,-1 0 0 0 0,0 1 0 0 0,0-1 0 0 0,1 0 0 0 0,-1 1 0 0 0,0 0 0 0 0,1-1-1 0 0,-1 1 1 0 0,0 0 0 0 0,1-1 0 0 0,-1 1 0 0 0,0 0 0 0 0,1 0 0 0 0,-1 0 0 0 0,1 0 0 0 0,-1 0 0 0 0,0 1 0 0 0,1-1 0 0 0,-1 0-1 0 0,0 1 1 0 0,1-1 0 0 0,-1 1 0 0 0,0-1 0 0 0,0 1 0 0 0,1 0 0 0 0,-1-1 0 0 0,0 1 0 0 0,0 0 0 0 0,0 0 0 0 0,0 0 0 0 0,0 0-1 0 0,0 0 1 0 0,0 0 0 0 0,0 0 0 0 0,0 0 0 0 0,0 0 0 0 0,0 2 0 0 0,3 3 11 0 0,0 0 1 0 0,-1 1-1 0 0,0-1 0 0 0,0 1 1 0 0,0 0-1 0 0,2 10 0 0 0,12 88 299 0 0,-12-68-1261 0 0,13 53 0 0 0,-17-86 695 0 0,1 0 0 0 0,-1-1-1 0 0,1 1 1 0 0,-1 0 0 0 0,1-1 0 0 0,0 1 0 0 0,0-1 0 0 0,1 0-1 0 0,-1 0 1 0 0,1 0 0 0 0,-1 0 0 0 0,1 0 0 0 0,0 0 0 0 0,0-1 0 0 0,4 3-1 0 0,-1-2-389 0 0,-1 0 0 0 0,1 0 0 0 0,-1-1 0 0 0,1 0-1 0 0,0 0 1 0 0,0-1 0 0 0,0 0 0 0 0,0 0 0 0 0,8 1 0 0 0,10-2-2802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7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238 870 20 0 0,'4'-7'1052'0'0,"-1"0"1"0"0,1 0-1 0 0,-1 0 1 0 0,-1-1-1 0 0,0 1 0 0 0,0-1 1 0 0,0 1-1 0 0,-1-1 1 0 0,1-15-1 0 0,-2 18-632 0 0,0 0 1 0 0,0 0-1 0 0,-1 0 0 0 0,0 0 0 0 0,0 0 1 0 0,0 1-1 0 0,0-1 0 0 0,-1 0 1 0 0,0 0-1 0 0,0 1 0 0 0,0-1 0 0 0,0 1 1 0 0,-1 0-1 0 0,0 0 0 0 0,1 0 1 0 0,-6-5-1 0 0,8 8-384 0 0,-1 1 0 0 0,0-1-1 0 0,0 1 1 0 0,0-1 0 0 0,0 0 0 0 0,0 1 0 0 0,0 0 0 0 0,-1-1 0 0 0,1 1-1 0 0,0 0 1 0 0,0-1 0 0 0,0 1 0 0 0,0 0 0 0 0,0 0 0 0 0,0 0-1 0 0,-1 0 1 0 0,1 0 0 0 0,0 0 0 0 0,0 0 0 0 0,-2 1 0 0 0,-22 9 142 0 0,14-3-144 0 0,1 0 0 0 0,-1 1 0 0 0,1 0 0 0 0,0 1 0 0 0,1 0 0 0 0,0 1 0 0 0,-9 13 0 0 0,0 2-21 0 0,-28 53 0 0 0,41-68-14 0 0,0 0-1 0 0,1 0 0 0 0,0 1 0 0 0,1 0 0 0 0,0 0 0 0 0,-3 22 0 0 0,6-31-7 0 0,0 1-1 0 0,-1-1 0 0 0,1 0 1 0 0,0 1-1 0 0,0-1 1 0 0,1 1-1 0 0,-1-1 0 0 0,0 0 1 0 0,1 0-1 0 0,-1 1 1 0 0,1-1-1 0 0,0 0 0 0 0,0 0 1 0 0,0 1-1 0 0,0-1 0 0 0,0 0 1 0 0,0 0-1 0 0,1 0 1 0 0,-1-1-1 0 0,1 1 0 0 0,-1 0 1 0 0,1 0-1 0 0,0-1 1 0 0,0 1-1 0 0,-1-1 0 0 0,1 1 1 0 0,0-1-1 0 0,0 0 1 0 0,0 0-1 0 0,1 0 0 0 0,-1 0 1 0 0,0 0-1 0 0,0 0 1 0 0,1-1-1 0 0,-1 1 0 0 0,0-1 1 0 0,0 0-1 0 0,1 1 1 0 0,3-1-1 0 0,2 0-38 0 0,-1 0 1 0 0,0-1-1 0 0,0 0 1 0 0,0 0-1 0 0,0 0 1 0 0,0-1-1 0 0,0 0 0 0 0,0 0 1 0 0,0-1-1 0 0,0 0 1 0 0,-1 0-1 0 0,0 0 1 0 0,1-1-1 0 0,-1 0 0 0 0,-1 0 1 0 0,1-1-1 0 0,-1 0 1 0 0,1 0-1 0 0,-1 0 1 0 0,-1 0-1 0 0,8-10 0 0 0,-2-1 171 0 0,-1 1 0 0 0,0-2 0 0 0,-1 1-1 0 0,0-1 1 0 0,-1-1 0 0 0,-1 1 0 0 0,4-23-1 0 0,2-10 556 0 0,-12 49-714 0 0,0 23-15 0 0,-6 115 33 0 0,6-119 36 0 0,1 0 1 0 0,1 0 0 0 0,1 0 0 0 0,0 0-1 0 0,9 26 1 0 0,-10-39-8 0 0,0-1 1 0 0,0 1-1 0 0,0-1 0 0 0,0 1 1 0 0,1-1-1 0 0,0 0 0 0 0,0 0 1 0 0,0 0-1 0 0,0 0 0 0 0,0-1 1 0 0,1 1-1 0 0,0-1 0 0 0,0 0 1 0 0,0 0-1 0 0,8 4 0 0 0,-6-4-34 0 0,-1-1 0 0 0,1 0-1 0 0,0 0 1 0 0,0-1 0 0 0,0 0-1 0 0,0 0 1 0 0,0 0 0 0 0,1-1-1 0 0,-1 0 1 0 0,0 0 0 0 0,9-2 0 0 0,0 0-185 0 0,0-2 0 0 0,0 0 1 0 0,0-1-1 0 0,0 0 0 0 0,-1-2 1 0 0,0 1-1 0 0,0-2 0 0 0,0 0 1 0 0,16-13-1 0 0,-9 3-105 0 0,-1-1-1 0 0,-1-1 0 0 0,-1 0 1 0 0,0-1-1 0 0,-2-2 1 0 0,0 1-1 0 0,-2-2 0 0 0,0 0 1 0 0,-2-1-1 0 0,14-36 0 0 0,-2-11 50 0 0,-2-1 0 0 0,18-117-1 0 0,-31 132 1359 0 0,-3-1 0 0 0,-2 0-1 0 0,-3 0 1 0 0,-2 1 0 0 0,-15-97 0 0 0,16 155-1091 0 0,0 0 1 0 0,0 0 0 0 0,0-1 0 0 0,0 1-1 0 0,0 0 1 0 0,0 0 0 0 0,0 0-1 0 0,0-1 1 0 0,0 1 0 0 0,0 0-1 0 0,0 0 1 0 0,0 0 0 0 0,0-1-1 0 0,0 1 1 0 0,0 0 0 0 0,0 0 0 0 0,0 0-1 0 0,0 0 1 0 0,0-1 0 0 0,-1 1-1 0 0,1 0 1 0 0,0 0 0 0 0,0 0-1 0 0,0 0 1 0 0,0-1 0 0 0,0 1-1 0 0,0 0 1 0 0,0 0 0 0 0,-1 0 0 0 0,1 0-1 0 0,0 0 1 0 0,0 0 0 0 0,0-1-1 0 0,0 1 1 0 0,0 0 0 0 0,-1 0-1 0 0,1 0 1 0 0,0 0 0 0 0,0 0-1 0 0,0 0 1 0 0,-1 0 0 0 0,1 0 0 0 0,0 0-1 0 0,0 0 1 0 0,0 0 0 0 0,-1 0-1 0 0,1 0 1 0 0,0 0 0 0 0,0 0-1 0 0,0 0 1 0 0,0 0 0 0 0,-1 0 0 0 0,-7 12 48 0 0,-4 18-54 0 0,-3 39 132 0 0,-10 127 1 0 0,18-124 53 0 0,-8 78 157 0 0,6 158 0 0 0,9-276-316 0 0,0-10 11 0 0,1 0 0 0 0,0 0 0 0 0,1 0 0 0 0,2 0-1 0 0,7 25 1 0 0,-11-45-27 0 0,0-1 0 0 0,1 1-1 0 0,-1 0 1 0 0,1-1 0 0 0,0 1-1 0 0,0 0 1 0 0,0-1 0 0 0,-1 1 0 0 0,1-1-1 0 0,1 1 1 0 0,-1-1 0 0 0,0 0-1 0 0,0 1 1 0 0,0-1 0 0 0,1 0 0 0 0,-1 0-1 0 0,1 0 1 0 0,-1 0 0 0 0,1 0-1 0 0,-1 0 1 0 0,1 0 0 0 0,-1-1 0 0 0,1 1-1 0 0,0-1 1 0 0,-1 1 0 0 0,1-1-1 0 0,0 1 1 0 0,0-1 0 0 0,-1 0-1 0 0,1 0 1 0 0,0 0 0 0 0,0 0 0 0 0,-1 0-1 0 0,1 0 1 0 0,0 0 0 0 0,0-1-1 0 0,-1 1 1 0 0,1-1 0 0 0,0 1 0 0 0,-1-1-1 0 0,1 0 1 0 0,0 0 0 0 0,-1 1-1 0 0,2-2 1 0 0,6-4 15 0 0,0 1 1 0 0,0-2-1 0 0,-1 1 0 0 0,0-1 0 0 0,14-15 1 0 0,-4 0 0 0 0,0 0 1 0 0,-2-2 0 0 0,0 0-1 0 0,-2 0 1 0 0,0-2 0 0 0,-2 0-1 0 0,-1 0 1 0 0,-1-1 0 0 0,-1 0-1 0 0,-2-1 1 0 0,6-36 0 0 0,-12-5-196 0 0,2 75 132 0 0,0 1 1 0 0,0-1-1 0 0,1 0 0 0 0,0 0 0 0 0,0-1 0 0 0,1 1 0 0 0,-1-1 0 0 0,1 0 0 0 0,0 0 0 0 0,1-1 0 0 0,-1 1 1 0 0,1-1-1 0 0,0 0 0 0 0,0-1 0 0 0,0 1 0 0 0,1-1 0 0 0,-1-1 0 0 0,8 3 0 0 0,12 4-51 0 0,0-1-1 0 0,1-2 0 0 0,36 4 1 0 0,-40-7 85 0 0,1-2 1 0 0,41-2 0 0 0,-62 0 27 0 0,0 1 0 0 0,0-1 0 0 0,-1 1 0 0 0,1-1 0 0 0,0 0 0 0 0,0 0 0 0 0,-1 0 0 0 0,1-1 0 0 0,-1 1 0 0 0,1-1 0 0 0,2-1 0 0 0,1-1 170 0 0,-5 3-132 0 0,0 1 1 0 0,-1 0-1 0 0,1 0 0 0 0,0-1 0 0 0,-1 1 0 0 0,1 0 0 0 0,0-1 0 0 0,-1 1 0 0 0,1 0 1 0 0,-1-1-1 0 0,1 1 0 0 0,-1-1 0 0 0,1 1 0 0 0,-1-1 0 0 0,1 1 0 0 0,-1-1 1 0 0,1 0-1 0 0,-1 1 0 0 0,0-1 0 0 0,1 0 0 0 0,-1 1 0 0 0,0-2 0 0 0,-1 2-48 0 0,0 1-1 0 0,1-1 1 0 0,-1 1 0 0 0,0-1-1 0 0,0 0 1 0 0,0 1-1 0 0,0-1 1 0 0,0 1-1 0 0,0 0 1 0 0,1-1-1 0 0,-1 1 1 0 0,0 0 0 0 0,1 0-1 0 0,-1-1 1 0 0,0 1-1 0 0,0 1 1 0 0,-14 20-28 0 0,0 0 1 0 0,2 1-1 0 0,0 1 0 0 0,2 0 1 0 0,0 1-1 0 0,2 0 1 0 0,1 0-1 0 0,0 1 0 0 0,-3 32 1 0 0,9-46 8 0 0,0 1 0 0 0,1 0 0 0 0,1-1 0 0 0,0 1 0 0 0,3 18 0 0 0,-3-28 4 0 0,1 0-1 0 0,-1 1 1 0 0,1-1 0 0 0,0 0-1 0 0,0 0 1 0 0,0 0 0 0 0,1 0-1 0 0,-1 0 1 0 0,1 0-1 0 0,-1 0 1 0 0,1-1 0 0 0,0 1-1 0 0,0-1 1 0 0,0 1 0 0 0,1-1-1 0 0,-1 0 1 0 0,0 1-1 0 0,1-1 1 0 0,0 0 0 0 0,-1-1-1 0 0,1 1 1 0 0,0 0 0 0 0,0-1-1 0 0,0 0 1 0 0,0 1-1 0 0,4 0 1 0 0,-1-1-53 0 0,-1 0 0 0 0,1 0 0 0 0,0-1 0 0 0,-1 0-1 0 0,1 0 1 0 0,-1 0 0 0 0,1-1 0 0 0,0 1 0 0 0,-1-1 0 0 0,1-1 0 0 0,-1 1 0 0 0,10-5 0 0 0,-6 2-77 0 0,-1 0 1 0 0,0-1 0 0 0,-1 0 0 0 0,1 0 0 0 0,-1-1 0 0 0,0 0-1 0 0,8-9 1 0 0,-2-1-62 0 0,0-1 0 0 0,-1 0-1 0 0,0 0 1 0 0,-2-1 0 0 0,0-1-1 0 0,9-24 1 0 0,-12 21 804 0 0,-1 0 0 0 0,-1 0 1 0 0,-1 0-1 0 0,0-1 0 0 0,-2 1 0 0 0,-1-35 0 0 0,-9 86-589 0 0,2-7-24 0 0,4-11-71 0 0,-19 138 250 0 0,20-127-627 0 0,0 1 0 0 0,1-1 0 0 0,2 0 0 0 0,6 39 0 0 0,-6-55-89 0 0,0 0 1 0 0,0 1-1 0 0,0-1 0 0 0,0 0 1 0 0,1 0-1 0 0,6 9 1 0 0,-6-11-522 0 0,-1-1 0 0 0,1 0 0 0 0,0 1 0 0 0,0-1 0 0 0,0-1 1 0 0,1 1-1 0 0,3 2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1880 0 0,'3'-60'10000'0'0,"1"37"-8559"0"0,-4 23-1410 0 0,1-1-1 0 0,-1 0 1 0 0,1 1-1 0 0,-1-1 1 0 0,1 0 0 0 0,-1 1-1 0 0,1-1 1 0 0,0 1-1 0 0,0-1 1 0 0,-1 1-1 0 0,1-1 1 0 0,0 1 0 0 0,-1 0-1 0 0,1-1 1 0 0,0 1-1 0 0,0 0 1 0 0,0 0-1 0 0,0-1 1 0 0,-1 1-1 0 0,1 0 1 0 0,0 0 0 0 0,0 0-1 0 0,0 0 1 0 0,0 0-1 0 0,0 0 1 0 0,-1 0-1 0 0,1 0 1 0 0,0 0 0 0 0,0 1-1 0 0,0-1 1 0 0,-1 0-1 0 0,1 1 1 0 0,0-1-1 0 0,0 0 1 0 0,0 1-1 0 0,0 0 1 0 0,5 3 50 0 0,-1-1 1 0 0,0 1-1 0 0,0 1 1 0 0,-1-1-1 0 0,1 1 0 0 0,-1 0 1 0 0,0 0-1 0 0,0 0 1 0 0,-1 0-1 0 0,1 1 0 0 0,-1-1 1 0 0,-1 1-1 0 0,1 0 1 0 0,-1 0-1 0 0,0 0 0 0 0,0 0 1 0 0,0 0-1 0 0,-1 1 1 0 0,0-1-1 0 0,0 7 0 0 0,0 1 139 0 0,-1-1-1 0 0,-1 1 1 0 0,0 0-1 0 0,-1 0 1 0 0,0 0-1 0 0,-1-1 0 0 0,0 1 1 0 0,-9 19-1 0 0,-12 43 901 0 0,45-93-1047 0 0,11-12-220 0 0,-1-1 0 0 0,-2-1 0 0 0,42-58 1 0 0,-41 50 114 0 0,6-9 170 0 0,-35 47-183 0 0,-3 15-109 0 0,-11 32 130 0 0,8-33 26 0 0,1 0 0 0 0,1 0 0 0 0,0 1 0 0 0,1-1 1 0 0,-1 20-1 0 0,3-26 20 0 0,0 1 0 0 0,0-1 0 0 0,1 1 0 0 0,0-1 0 0 0,1 0-1 0 0,0 1 1 0 0,0-1 0 0 0,0 0 0 0 0,1 0 0 0 0,0 0 0 0 0,7 11 0 0 0,-8-15-9 0 0,1 0 0 0 0,-1 0-1 0 0,1 0 1 0 0,0-1 0 0 0,0 1 0 0 0,0-1-1 0 0,0 0 1 0 0,0 0 0 0 0,0 0 0 0 0,0 0-1 0 0,1 0 1 0 0,-1-1 0 0 0,1 0 0 0 0,-1 1-1 0 0,1-1 1 0 0,0 0 0 0 0,-1-1 0 0 0,1 1-1 0 0,0-1 1 0 0,0 0 0 0 0,-1 0-1 0 0,1 0 1 0 0,0 0 0 0 0,0 0 0 0 0,4-2-1 0 0,1 0-389 0 0,-1 0 0 0 0,0-1 0 0 0,0 1 0 0 0,0-2 0 0 0,0 1 0 0 0,0-1 0 0 0,-1-1 0 0 0,1 1-1 0 0,-1-1 1 0 0,12-10 0 0 0,-13 8-900 0 0,1 0 0 0 0,-1 0-1 0 0,0 0 1 0 0,0 0 0 0 0,8-16 0 0 0,-1-4-3740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8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68 272 0 0,'-163'-29'14593'0'0,"59"6"-9045"0"0,98 22-6444 0 0,0-1-1 0 0,0 0 1 0 0,0 0-1 0 0,0 0 0 0 0,-6-5 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38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0 3292 0 0,'-42'5'4746'0'0,"-75"18"-1"0"0,117-23-4720 0 0,0 0 0 0 0,0 0-1 0 0,-1 0 1 0 0,1 1 0 0 0,0-1 0 0 0,0 0-1 0 0,0 0 1 0 0,-1 0 0 0 0,1 0-1 0 0,0 0 1 0 0,0 0 0 0 0,-1 0 0 0 0,1 0-1 0 0,0 1 1 0 0,0-1 0 0 0,0 0 0 0 0,0 0-1 0 0,-1 0 1 0 0,1 0 0 0 0,0 1 0 0 0,0-1-1 0 0,0 0 1 0 0,0 0 0 0 0,0 0-1 0 0,0 1 1 0 0,-1-1 0 0 0,1 0 0 0 0,0 0-1 0 0,0 0 1 0 0,0 1 0 0 0,0-1 0 0 0,0 0-1 0 0,0 0 1 0 0,0 1 0 0 0,0-1 0 0 0,0 0-1 0 0,0 0 1 0 0,0 1 0 0 0,0-1-1 0 0,0 0 1 0 0,0 0 0 0 0,0 0 0 0 0,1 1-1 0 0,-1-1 1 0 0,0 0 0 0 0,0 0 0 0 0,0 0-1 0 0,0 1 1 0 0,0-1 0 0 0,0 0-1 0 0,0 0 1 0 0,1 0 0 0 0,-1 1 0 0 0,0-1-1 0 0,0 0 1 0 0,0 0 0 0 0,1 0 0 0 0,-1 0-1 0 0,0 0 1 0 0,0 0 0 0 0,0 1 0 0 0,1-1-1 0 0,-1 0 1 0 0,0 0 0 0 0,0 0-1 0 0,0 0 1 0 0,1 0 0 0 0,-1 0 0 0 0,14 7 354 0 0,9-1-205 0 0,0-1 0 0 0,0-2 0 0 0,0 0 0 0 0,0-2 0 0 0,28-1 0 0 0,-9 1-310 0 0,159 1-2297 0 0,-68-4-2506 0 0,-36 0-1062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39:5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81 1252 0 0,'24'-20'11689'0'0,"-24"18"-11608"0"0,0 0 1 0 0,0 1 0 0 0,-1-1 0 0 0,1 0 0 0 0,-1 1 0 0 0,1-1 0 0 0,-1 1-1 0 0,0-1 1 0 0,1 0 0 0 0,-1 1 0 0 0,0 0 0 0 0,0-1 0 0 0,0 1 0 0 0,0 0-1 0 0,0-1 1 0 0,0 1 0 0 0,-1 0 0 0 0,1 0 0 0 0,0 0 0 0 0,0 0 0 0 0,-1 0-1 0 0,1 0 1 0 0,-2-1 0 0 0,-5-1-76 0 0,1 0-1 0 0,-1 0 0 0 0,-11-3 1 0 0,5 1 35 0 0,5 3-52 0 0,0 1 0 0 0,-1-1 1 0 0,1 1-1 0 0,0 1 0 0 0,-11 0 0 0 0,13 0 5 0 0,-20 0-21 0 0,-44 6-1 0 0,68-5 11 0 0,-17 1-104 0 0,19-2 110 0 0,-1 1-1 0 0,1-1 1 0 0,-1 1-1 0 0,1-1 1 0 0,-1 1-1 0 0,1-1 1 0 0,-1 1 0 0 0,1 0-1 0 0,0 0 1 0 0,-1 0-1 0 0,1-1 1 0 0,0 1-1 0 0,0 1 1 0 0,-1-1 0 0 0,1 0-1 0 0,0 0 1 0 0,-1 2-1 0 0,-1 4-6 0 0,0 0-1 0 0,1 0 1 0 0,0 0-1 0 0,-2 8 1 0 0,2-7 13 0 0,-3 18-15 0 0,2 0-1 0 0,1 0 1 0 0,1 49 0 0 0,1-40 34 0 0,0-21-12 0 0,-9 681 207 0 0,-19-166 249 0 0,15-371-385 0 0,2-47 33 0 0,5 134 1 0 0,6-234-106 0 0,1 1-1 0 0,0-1 1 0 0,1 0-1 0 0,1 0 1 0 0,-1 0-1 0 0,2 0 1 0 0,0 0-1 0 0,6 13 0 0 0,-7-19 1 0 0,0 0 0 0 0,1 0-1 0 0,-1 0 1 0 0,1-1 0 0 0,0 1-1 0 0,0-1 1 0 0,0 0-1 0 0,0 0 1 0 0,1-1 0 0 0,0 1-1 0 0,0-1 1 0 0,0 0 0 0 0,0-1-1 0 0,0 1 1 0 0,0-1 0 0 0,1 0-1 0 0,-1 0 1 0 0,8 1-1 0 0,3 0-66 0 0,-1-2 0 0 0,1 1 0 0 0,-1-2 0 0 0,1 0 0 0 0,-1-1 0 0 0,1-1 0 0 0,0 0 0 0 0,15-5 0 0 0,18-6-1406 0 0,52-22 0 0 0,2-11-3510 0 0,-53 21 601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0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161 480 400 0 0,'-3'-9'1011'0'0,"-30"-99"8249"0"0,17 67-6123 0 0,15 40-2957 0 0,1 1-174 0 0,0 0-1 0 0,0 0 1 0 0,0 0 0 0 0,0 1-1 0 0,0-1 1 0 0,0 0 0 0 0,0 0-1 0 0,0 0 1 0 0,0 0 0 0 0,-1 0-1 0 0,1 0 1 0 0,0 0 0 0 0,0 0-1 0 0,0 0 1 0 0,0 0 0 0 0,0 0-1 0 0,0 0 1 0 0,0 1 0 0 0,-1-1-1 0 0,1 0 1 0 0,0 0 0 0 0,0 0-1 0 0,0 0 1 0 0,0 0 0 0 0,0 0-1 0 0,0 0 1 0 0,0 0 0 0 0,-1 0-1 0 0,1 0 1 0 0,0 0 0 0 0,0 0-1 0 0,0 0 1 0 0,0 0 0 0 0,0 0-1 0 0,0-1 1 0 0,-1 1 0 0 0,1 0-1 0 0,0 0 1 0 0,0 0 0 0 0,0 0-1 0 0,0 0 1 0 0,0 0 0 0 0,0 0 0 0 0,0 0-1 0 0,0 0 1 0 0,0 0 0 0 0,-1 0-1 0 0,1-1 1 0 0,0 1 0 0 0,0 0-1 0 0,0 0 1 0 0,0 0 0 0 0,0 0-1 0 0,0 0 1 0 0,0 0 0 0 0,0 0-1 0 0,0 0 1 0 0,0-1 0 0 0,0 1-1 0 0,0 0 1 0 0,0 0 0 0 0,0 0-1 0 0,0 0 1 0 0,0 0 0 0 0,0 0-1 0 0,0-1 1 0 0,0 1 0 0 0,-6 7 127 0 0,0 14 138 0 0,0 0 0 0 0,2 0 0 0 0,-4 33 0 0 0,1 2-43 0 0,-34 254 429 0 0,37-276-603 0 0,-12 119 2391 0 0,14-168-2359 0 0,0 0 1 0 0,1 0-1 0 0,1 0 0 0 0,1 0 0 0 0,0 0 0 0 0,3-18 1 0 0,2-13-53 0 0,3-65-52 0 0,36-162 1 0 0,-31 213-39 0 0,3 0 1 0 0,3 2 0 0 0,2 0 0 0 0,37-70 0 0 0,-50 114-14 0 0,0 0 1 0 0,15-16-1 0 0,-15 18 7 0 0,-8 11 58 0 0,0 0 1 0 0,0 0 0 0 0,0 1-1 0 0,0-1 1 0 0,0 0 0 0 0,0 1-1 0 0,1-1 1 0 0,-1 1-1 0 0,0-1 1 0 0,0 1 0 0 0,0-1-1 0 0,0 1 1 0 0,1 0 0 0 0,-1 0-1 0 0,0-1 1 0 0,0 1 0 0 0,1 0-1 0 0,-1 0 1 0 0,0 0-1 0 0,0 0 1 0 0,1 1 0 0 0,-1-1-1 0 0,0 0 1 0 0,0 1 0 0 0,0-1-1 0 0,1 0 1 0 0,-1 1-1 0 0,0-1 1 0 0,2 2 0 0 0,1 0 7 0 0,0 0 1 0 0,0 1 0 0 0,0 0-1 0 0,0-1 1 0 0,0 1-1 0 0,4 5 1 0 0,1 3 21 0 0,0 1-1 0 0,-1 0 1 0 0,0 0 0 0 0,-1 0-1 0 0,-1 1 1 0 0,0 0 0 0 0,6 19-1 0 0,22 99 633 0 0,18 295 824 0 0,-33-211-1083 0 0,-17-184-340 0 0,-1-21-471 0 0,-1 1 0 0 0,1-1 0 0 0,1 0 0 0 0,3 12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0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97 141 1880 0 0,'-86'-21'12906'0'0,"84"20"-12652"0"0,2 1-228 0 0,-1 0-1 0 0,1 0 0 0 0,-1 0 1 0 0,1 0-1 0 0,-1 0 1 0 0,1-1-1 0 0,-1 1 1 0 0,1 0-1 0 0,0 0 1 0 0,-1-1-1 0 0,1 1 1 0 0,-1 0-1 0 0,1-1 1 0 0,0 1-1 0 0,-1 0 1 0 0,1-1-1 0 0,0 1 0 0 0,-1-1 1 0 0,0 0-1 0 0,14-6 1 0 0,-1 1-1 0 0,0 1 0 0 0,1 0 0 0 0,0 0 0 0 0,21-4 0 0 0,-13 3-368 0 0,69-23-2191 0 0,-30 7-2224 0 0,-14 4-903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0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1884 0 0,'3'-42'9822'0'0,"7"69"-9546"0"0,-9-10-891 0 0,0-1-1 0 0,-2 24 0 0 0,-5 8-3594 0 0,3-23 689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1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1672 0 0,'-4'30'7424'0'0,"0"-4"-3809"0"0,4-25-3135 0 0,-1 0-454 0 0,1 0-1 0 0,0 0 1 0 0,0 0 0 0 0,-1 0-1 0 0,1-1 1 0 0,0 1-1 0 0,0 0 1 0 0,0 0 0 0 0,0 0-1 0 0,0 0 1 0 0,0 0 0 0 0,0-1-1 0 0,0 1 1 0 0,1 0-1 0 0,-1 0 1 0 0,0 0 0 0 0,0 0-1 0 0,1-1 1 0 0,-1 1-1 0 0,1 0 1 0 0,0 1 0 0 0,8-5-1540 0 0,0-1 1 0 0,0 0 0 0 0,-1-1-1 0 0,12-7 1 0 0,-4 2-2271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1740 0 0,'15'-42'13187'0'0,"-15"42"-13125"0"0,0 21 1186 0 0,-16 230 424 0 0,17-217-1627 0 0,1 1 1 0 0,1-1 0 0 0,2 0-1 0 0,2 0 1 0 0,14 43-1 0 0,-18-66-30 0 0,1-1-1 0 0,1 0 0 0 0,0-1 0 0 0,1 1 1 0 0,-1-1-1 0 0,2 0 0 0 0,7 9 0 0 0,-10-14-5 0 0,-1 0 0 0 0,1 0 0 0 0,0 0 0 0 0,1-1 0 0 0,-1 0-1 0 0,1 0 1 0 0,-1 0 0 0 0,1 0 0 0 0,0-1 0 0 0,0 0 0 0 0,0 0 0 0 0,0 0 0 0 0,0 0-1 0 0,1-1 1 0 0,-1 0 0 0 0,7 0 0 0 0,-3 0 2 0 0,1-1 1 0 0,-1-1-1 0 0,0 1 1 0 0,0-2-1 0 0,0 1 1 0 0,0-1-1 0 0,0-1 1 0 0,0 0-1 0 0,0 0 1 0 0,-1 0-1 0 0,1-1 0 0 0,-1-1 1 0 0,0 1-1 0 0,0-1 1 0 0,-1 0-1 0 0,1-1 1 0 0,-1 0-1 0 0,-1 0 1 0 0,12-14-1 0 0,-8 8-1 0 0,-1-1 1 0 0,-1-1-1 0 0,0 1 0 0 0,-1-1 1 0 0,-1 0-1 0 0,0-1 0 0 0,0 0 1 0 0,-2 0-1 0 0,0 0 0 0 0,4-31 1 0 0,-5 20 52 0 0,-1 0 1 0 0,-2-1 0 0 0,-1 1 0 0 0,0-1 0 0 0,-2 1-1 0 0,-1 0 1 0 0,-1 0 0 0 0,-2 0 0 0 0,0 1-1 0 0,-2 0 1 0 0,0 0 0 0 0,-2 1 0 0 0,-1 0 0 0 0,0 1-1 0 0,-2 0 1 0 0,-18-22 0 0 0,27 38-51 0 0,-1 1 0 0 0,0 0 0 0 0,0 0 0 0 0,-1 0 0 0 0,1 1 0 0 0,-1 0 0 0 0,0 0 0 0 0,-1 1 0 0 0,1-1 0 0 0,-9-2 0 0 0,13 6-39 0 0,-1 0 0 0 0,1 0 0 0 0,-1 0 0 0 0,1 1 1 0 0,-1-1-1 0 0,1 1 0 0 0,-1 0 0 0 0,1 0 1 0 0,-1 0-1 0 0,0 0 0 0 0,1 1 0 0 0,-1 0 1 0 0,1-1-1 0 0,0 1 0 0 0,-1 1 0 0 0,1-1 1 0 0,0 0-1 0 0,-1 1 0 0 0,1-1 0 0 0,0 1 1 0 0,0 0-1 0 0,0 0 0 0 0,1 1 0 0 0,-1-1 1 0 0,0 0-1 0 0,-2 5 0 0 0,-2 0-345 0 0,1 0 0 0 0,1 1-1 0 0,-1-1 1 0 0,2 2 0 0 0,-1-1-1 0 0,1 0 1 0 0,0 1 0 0 0,-3 10-1 0 0,4-9-1113 0 0,0 0 0 0 0,1 0-1 0 0,1 0 1 0 0,-1 12 0 0 0,3-3-4664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2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4 174 1904 0 0,'-2'-33'7300'0'0,"1"28"-6653"0"0,1 0-1 0 0,-1 0 1 0 0,1 0-1 0 0,0 0 1 0 0,1 0-1 0 0,-1 0 1 0 0,1 0-1 0 0,2-8 1 0 0,-1 11-613 0 0,0 0 1 0 0,0 0-1 0 0,0 0 1 0 0,0 1-1 0 0,0-1 1 0 0,0 1-1 0 0,0-1 1 0 0,1 1-1 0 0,-1 0 1 0 0,1 0-1 0 0,-1 0 1 0 0,4-1-1 0 0,-3 1 8 0 0,35-13 52 0 0,0 3 0 0 0,80-14 0 0 0,-37 9-53 0 0,-78 16-21 0 0,0 0 0 0 0,-1-1 0 0 0,1 1 1 0 0,0 0-1 0 0,0 1 0 0 0,0-1 0 0 0,-1 1 0 0 0,1-1 0 0 0,0 1 0 0 0,0 0 0 0 0,-1 0 1 0 0,1 0-1 0 0,0 0 0 0 0,-1 0 0 0 0,1 1 0 0 0,-1-1 0 0 0,0 1 0 0 0,0-1 0 0 0,1 1 1 0 0,-1 0-1 0 0,0 0 0 0 0,0 0 0 0 0,0 0 0 0 0,-1 0 0 0 0,1 1 0 0 0,-1-1 0 0 0,1 1 1 0 0,1 3-1 0 0,4 7 141 0 0,-2 1 0 0 0,1-1 0 0 0,-2 1 0 0 0,4 14 0 0 0,-7-24-136 0 0,17 78 1322 0 0,9 87 1 0 0,-4 85 29 0 0,-22-238-1342 0 0,0-12-21 0 0,31 624 1289 0 0,-32-595-372 0 0,-8 54 0 0 0,7-77-628 0 0,-1 0 0 0 0,0 1 0 0 0,-1-1 0 0 0,-1 0 0 0 0,1 0 0 0 0,-1 0 0 0 0,-1-1 0 0 0,0 0 0 0 0,-8 12 1 0 0,8-15-149 0 0,-1 0 0 0 0,1-1 0 0 0,-1 0 0 0 0,-1 0 0 0 0,1 0 0 0 0,0-1 0 0 0,-1 0 0 0 0,0 0 0 0 0,0 0 0 0 0,0-1 0 0 0,-1 0 0 0 0,1-1 0 0 0,-1 0 0 0 0,1 0 0 0 0,-12 1 0 0 0,-12 1-74 0 0,0-2 0 0 0,-50-3 0 0 0,29 0-41 0 0,-11-3-2441 0 0,26-1-5013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2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21 143 3428 0 0,'-20'-28'16653'0'0,"20"27"-16640"0"0,-1 1 0 0 0,1-1 1 0 0,0 1-1 0 0,0-1 1 0 0,0 1-1 0 0,0 0 1 0 0,0-1-1 0 0,0 1 0 0 0,0-1 1 0 0,0 1-1 0 0,0-1 1 0 0,1 1-1 0 0,-1 0 1 0 0,0-1-1 0 0,0 1 0 0 0,0-1 1 0 0,0 1-1 0 0,1 0 1 0 0,-1-1-1 0 0,0 1 1 0 0,0 0-1 0 0,1-1 0 0 0,-1 1 1 0 0,0 0-1 0 0,0-1 1 0 0,1 1-1 0 0,-1 0 1 0 0,0 0-1 0 0,1-1 1 0 0,-1 1-1 0 0,1 0 0 0 0,-1 0 1 0 0,0 0-1 0 0,1-1 1 0 0,0 1-1 0 0,17-7 146 0 0,-16 6-142 0 0,61-20-181 0 0,46-15-2353 0 0,-37 11-5534 0 0,-43 14 447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 3388 0 0,'-80'57'10461'0'0,"75"-47"-9432"0"0,4-9-1012 0 0,1-1 0 0 0,0 0-1 0 0,0 0 1 0 0,0 1 0 0 0,0-1 0 0 0,0 0 0 0 0,0 1 0 0 0,0-1 0 0 0,0 0-1 0 0,0 1 1 0 0,1-1 0 0 0,-1 0 0 0 0,0 0 0 0 0,0 1 0 0 0,0-1 0 0 0,0 0 0 0 0,0 1-1 0 0,0-1 1 0 0,1 0 0 0 0,-1 0 0 0 0,0 1 0 0 0,0-1 0 0 0,0 0 0 0 0,1 0-1 0 0,-1 0 1 0 0,0 1 0 0 0,0-1 0 0 0,0 0 0 0 0,1 0 0 0 0,-1 0 0 0 0,0 0 0 0 0,1 1-1 0 0,-1-1 1 0 0,0 0 0 0 0,0 0 0 0 0,1 0 0 0 0,-1 0 0 0 0,0 0 0 0 0,1 0-1 0 0,-1 0 1 0 0,0 0 0 0 0,1 0 0 0 0,-1 0 0 0 0,1 0 0 0 0,26-1-194 0 0,0-1 0 0 0,39-9 0 0 0,56-19-6600 0 0,-67 15 852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736 113 392 0 0,'8'-9'9430'0'0,"-8"9"-9190"0"0,0-1-1 0 0,1 0 0 0 0,-1 1 1 0 0,0-1-1 0 0,0 0 1 0 0,1 1-1 0 0,-1-1 0 0 0,0 0 1 0 0,0 1-1 0 0,0-1 0 0 0,0 0 1 0 0,0 0-1 0 0,0 1 1 0 0,0-1-1 0 0,0 0 0 0 0,0 0 1 0 0,0 1-1 0 0,0-1 1 0 0,-1 0-1 0 0,1 0 0 0 0,0 1 1 0 0,0-1-1 0 0,-2-1 0 0 0,-14-14 1635 0 0,4 9-1955 0 0,1 1 0 0 0,-16-7 0 0 0,17 9 673 0 0,2 0-487 0 0,-2-1-50 0 0,0 0 0 0 0,-1 0 0 0 0,1 1 0 0 0,-1 0 0 0 0,0 1 1 0 0,0 0-1 0 0,0 1 0 0 0,-1 0 0 0 0,1 1 0 0 0,-17-1 0 0 0,23 3-61 0 0,1 1 1 0 0,-1-1-1 0 0,0 0 0 0 0,0 1 1 0 0,0 0-1 0 0,1 0 0 0 0,-1 1 1 0 0,1-1-1 0 0,0 1 0 0 0,0 0 0 0 0,0 0 1 0 0,0 1-1 0 0,-5 4 0 0 0,-2 4-27 0 0,0 1-1 0 0,-14 21 0 0 0,12-13 15 0 0,1 0 1 0 0,1 1-1 0 0,2 1 0 0 0,0 0 0 0 0,1 0 0 0 0,1 0 0 0 0,1 1 0 0 0,-4 32 1 0 0,2 19 92 0 0,2 104 1 0 0,9 117 469 0 0,-2 154 205 0 0,-4-230-500 0 0,-10 433 1363 0 0,-20-235-46 0 0,-23-2-291 0 0,46-343-1150 0 0,-163 1120 3095 0 0,162-1129-3098 0 0,3 0 0 0 0,2 116 1 0 0,6-171-125 0 0,1-1 0 0 0,0 1 0 0 0,1 0 0 0 0,0-1 0 0 0,0 0 1 0 0,1 1-1 0 0,0-1 0 0 0,7 13 0 0 0,-8-17-37 0 0,0-1 1 0 0,1 0-1 0 0,-1 0 0 0 0,1 0 0 0 0,0 0 0 0 0,-1 0 0 0 0,1 0 0 0 0,1-1 1 0 0,-1 1-1 0 0,0-1 0 0 0,1 0 0 0 0,-1 0 0 0 0,1 0 0 0 0,0-1 1 0 0,-1 1-1 0 0,1-1 0 0 0,0 0 0 0 0,0 0 0 0 0,0 0 0 0 0,7 0 0 0 0,2 0-236 0 0,0-1-1 0 0,1-1 1 0 0,-1 0-1 0 0,0-1 0 0 0,18-4 1 0 0,64-24-1382 0 0,-76 24 1302 0 0,370-161-8852 0 0,-264 105 4373 0 0,1-5-2230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4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86 1416 0 0,'1'-2'1463'0'0,"0"-2"-827"0"0,0 0 0 0 0,0-1 1 0 0,0 1-1 0 0,0 0 0 0 0,-1 0 1 0 0,0-1-1 0 0,0 1 0 0 0,0 0 0 0 0,-1-6 1 0 0,1 8-517 0 0,0 0 1 0 0,-1 1 0 0 0,1-1 0 0 0,-1 0-1 0 0,1 1 1 0 0,-1-1 0 0 0,0 1-1 0 0,1-1 1 0 0,-1 1 0 0 0,0-1 0 0 0,0 1-1 0 0,0-1 1 0 0,0 1 0 0 0,-1 0-1 0 0,1 0 1 0 0,0 0 0 0 0,0-1 0 0 0,-1 1-1 0 0,1 0 1 0 0,0 1 0 0 0,-1-1-1 0 0,1 0 1 0 0,-1 0 0 0 0,0 1 0 0 0,1-1-1 0 0,-1 0 1 0 0,1 1 0 0 0,-1 0-1 0 0,0-1 1 0 0,-2 1 0 0 0,-3 0-67 0 0,0 0-1 0 0,0 1 1 0 0,1 0 0 0 0,-1 0-1 0 0,0 1 1 0 0,1 0 0 0 0,-1 0 0 0 0,1 0-1 0 0,0 1 1 0 0,-1 0 0 0 0,1 0 0 0 0,1 1-1 0 0,-1-1 1 0 0,0 1 0 0 0,1 1-1 0 0,0-1 1 0 0,-6 7 0 0 0,-3 3-6 0 0,0 1 0 0 0,1 1 0 0 0,1 0 0 0 0,-17 30 0 0 0,18-28-30 0 0,2 0 0 0 0,0 1 0 0 0,-11 38 0 0 0,18-51-16 0 0,1 0 1 0 0,-1 0-1 0 0,1 1 1 0 0,0-1-1 0 0,1 0 0 0 0,0 0 1 0 0,0 1-1 0 0,0-1 0 0 0,0 0 1 0 0,1 1-1 0 0,0-1 0 0 0,1 0 1 0 0,-1 0-1 0 0,1 0 1 0 0,1 0-1 0 0,4 11 0 0 0,-5-14 4 0 0,0 0 0 0 0,0-1 0 0 0,0 1 0 0 0,0-1 1 0 0,1 0-1 0 0,-1 1 0 0 0,1-1 0 0 0,-1 0 0 0 0,1-1 0 0 0,0 1 0 0 0,-1 0 0 0 0,1-1 0 0 0,0 1 0 0 0,0-1 0 0 0,0 0 0 0 0,1 0 0 0 0,-1 0 0 0 0,0-1 0 0 0,0 1 0 0 0,0-1 0 0 0,1 1 0 0 0,-1-1 0 0 0,0 0 0 0 0,0 0 0 0 0,1-1 0 0 0,-1 1 0 0 0,0-1 0 0 0,0 1 1 0 0,0-1-1 0 0,0 0 0 0 0,0 0 0 0 0,4-2 0 0 0,1-1 2 0 0,0 0 1 0 0,-1 0 0 0 0,1 0-1 0 0,-1-1 1 0 0,0 0 0 0 0,0-1-1 0 0,-1 1 1 0 0,1-1 0 0 0,-1-1-1 0 0,-1 1 1 0 0,6-8 0 0 0,-1-4-39 0 0,-1 0-1 0 0,-1-1 1 0 0,0 0 0 0 0,-1 0 0 0 0,5-29 0 0 0,3-6 55 0 0,-9 34 54 0 0,-5 15-47 0 0,0 0 0 0 0,0 0 1 0 0,1 0-1 0 0,-1 0 1 0 0,1 0-1 0 0,1 0 1 0 0,3-6-1 0 0,-5 10 192 0 0,9 27 152 0 0,-8-3-248 0 0,-1 0 0 0 0,0-1 1 0 0,-2 1-1 0 0,-7 39 1 0 0,3-18-78 0 0,1-8-313 0 0,-4 65-1654 0 0,8-84-1275 0 0,4 32 0 0 0,-1-28-1927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4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71 860 0 0,'15'-37'9958'0'0,"-4"12"-5117"0"0,-10 23-4209 0 0,-1 2-576 0 0,0-1-1 0 0,0 1 1 0 0,0 0 0 0 0,0 0-1 0 0,0-1 1 0 0,0 1 0 0 0,0 0 0 0 0,0 0-1 0 0,0-1 1 0 0,0 1 0 0 0,0 0-1 0 0,0 0 1 0 0,0 0 0 0 0,0-1 0 0 0,0 1-1 0 0,0 0 1 0 0,1 0 0 0 0,-1 0-1 0 0,0-1 1 0 0,0 1 0 0 0,0 0 0 0 0,0 0-1 0 0,1 0 1 0 0,-1 0 0 0 0,0-1 0 0 0,0 1-1 0 0,0 0 1 0 0,1 0 0 0 0,-1 0-1 0 0,0 0 1 0 0,0 0 0 0 0,0 0 0 0 0,1 0-1 0 0,-1 0 1 0 0,0 0 0 0 0,1-1-1 0 0,-1 2-32 0 0,0-1 0 0 0,0 0 0 0 0,1 0-1 0 0,-1 0 1 0 0,0 0 0 0 0,0 1-1 0 0,0-1 1 0 0,1 0 0 0 0,-1 0-1 0 0,0 0 1 0 0,0 1 0 0 0,0-1 0 0 0,1 0-1 0 0,-1 0 1 0 0,0 1 0 0 0,0-1-1 0 0,0 0 1 0 0,0 0 0 0 0,0 1-1 0 0,0-1 1 0 0,0 0 0 0 0,0 0 0 0 0,0 1-1 0 0,0-1 1 0 0,0 0 0 0 0,0 1-1 0 0,0-1 1 0 0,0 0 0 0 0,0 0 0 0 0,0 1-1 0 0,0-1 1 0 0,0 0 0 0 0,0 0-1 0 0,0 1 1 0 0,0-1 0 0 0,0 1-1 0 0,-2 6-130 0 0,-28 163 1158 0 0,24-113-4581 0 0,3-1-5137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4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2132 0 0,'34'-59'12948'0'0,"-34"59"-12932"0"0,0-1 0 0 0,0 1 0 0 0,0 0 0 0 0,0 0 0 0 0,0 0 0 0 0,0 0 0 0 0,0-1 0 0 0,0 1 0 0 0,0 0 0 0 0,0 0 0 0 0,0 0-1 0 0,0 0 1 0 0,0 0 0 0 0,0 0 0 0 0,0-1 0 0 0,1 1 0 0 0,-1 0 0 0 0,0 0 0 0 0,0 0 0 0 0,0 0 0 0 0,0 0 0 0 0,0 0 0 0 0,0 0 0 0 0,1-1 0 0 0,-1 1 0 0 0,0 0 0 0 0,0 0 0 0 0,0 0 0 0 0,0 0 0 0 0,0 0 0 0 0,1 0 0 0 0,-1 0-1 0 0,0 0 1 0 0,0 0 0 0 0,0 0 0 0 0,0 0 0 0 0,1 0 0 0 0,-1 0 0 0 0,0 0 0 0 0,0 0 0 0 0,0 0 0 0 0,0 0 0 0 0,0 0 0 0 0,1 0 0 0 0,-1 0 0 0 0,0 0 0 0 0,0 0 0 0 0,0 0 0 0 0,0 1 0 0 0,0-1 0 0 0,1 0 0 0 0,-1 0 0 0 0,0 0-1 0 0,0 0 1 0 0,5 12 279 0 0,1 17-119 0 0,-4-1-657 0 0,8 34 0 0 0,7-4-6635 0 0,-9-37 1170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302 116 1192 0 0,'3'-10'3544'0'0,"-3"4"-2745"0"0,0-1-1 0 0,0 1 1 0 0,-1 0 0 0 0,0 0 0 0 0,-1 0-1 0 0,1 0 1 0 0,-5-10 0 0 0,5 13-682 0 0,-1 0 0 0 0,1 0 0 0 0,-1 0 0 0 0,0 1 0 0 0,0-1 0 0 0,0 1 1 0 0,0-1-1 0 0,0 1 0 0 0,-1 0 0 0 0,1-1 0 0 0,-1 1 0 0 0,0 0 0 0 0,1 1 0 0 0,-1-1 0 0 0,0 0 0 0 0,0 1 0 0 0,0 0 0 0 0,-4-1 1 0 0,3 0-88 0 0,0 1 1 0 0,0 1-1 0 0,-1-1 0 0 0,1 0 1 0 0,-1 1-1 0 0,1 0 1 0 0,0 0-1 0 0,-1 1 1 0 0,1-1-1 0 0,0 1 1 0 0,-1 0-1 0 0,1 0 1 0 0,0 0-1 0 0,-4 2 1 0 0,0 0-11 0 0,1 1 1 0 0,0 0-1 0 0,0 1 0 0 0,0-1 1 0 0,1 1-1 0 0,0 0 1 0 0,-6 7-1 0 0,-4 6 6 0 0,0 0 0 0 0,2 2 0 0 0,0-1 0 0 0,-11 25 0 0 0,20-34-22 0 0,0 0 0 0 0,1 0 0 0 0,0 0 0 0 0,0 1 0 0 0,1 0 0 0 0,1-1 0 0 0,0 1 0 0 0,-1 19 0 0 0,3-26-2 0 0,0 0-1 0 0,0 0 0 0 0,1 0 1 0 0,-1-1-1 0 0,1 1 1 0 0,0 0-1 0 0,0 0 0 0 0,0-1 1 0 0,1 1-1 0 0,-1 0 1 0 0,1-1-1 0 0,2 4 1 0 0,-2-5 1 0 0,0 0-1 0 0,0 1 1 0 0,0-1 0 0 0,0 0 0 0 0,0-1 0 0 0,0 1 0 0 0,1 0 0 0 0,-1-1 0 0 0,1 1 0 0 0,-1-1 0 0 0,1 0 0 0 0,0 0 0 0 0,-1 0 0 0 0,1 0 0 0 0,0 0 0 0 0,0 0 0 0 0,5 0 0 0 0,-1-1 1 0 0,1 1 0 0 0,-1-1 0 0 0,0 0 0 0 0,0-1 1 0 0,0 0-1 0 0,0 0 0 0 0,0 0 0 0 0,0-1 0 0 0,0 0 0 0 0,0 0 1 0 0,0-1-1 0 0,-1 0 0 0 0,1 0 0 0 0,-1 0 0 0 0,0-1 1 0 0,0 0-1 0 0,8-7 0 0 0,-4 1-18 0 0,0 0-1 0 0,-1 0 1 0 0,-1 0 0 0 0,0-1-1 0 0,0-1 1 0 0,-1 1 0 0 0,0-1 0 0 0,5-16-1 0 0,27-56 1190 0 0,-39 83-1130 0 0,8 20-12 0 0,-16 118 313 0 0,-1-4-578 0 0,9-110-1882 0 0,1-1-1 0 0,1 1 1 0 0,8 38-1 0 0,-5-40-2545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78 16 0 0,'6'-22'5829'0'0,"3"-13"2738"0"0,0 14-4359 0 0,-13 39-3788 0 0,-12 69 78 0 0,-3 23-2193 0 0,14-36-5176 0 0,5-61 3255 0 0,3-1-1336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2328 0 0,'4'-10'1570'0'0,"-2"4"-1066"0"0,1-1 0 0 0,-1 1 0 0 0,1 0-1 0 0,1-1 1 0 0,-1 2 0 0 0,1-1 0 0 0,0 0 0 0 0,0 1 0 0 0,1-1-1 0 0,-1 1 1 0 0,1 0 0 0 0,0 1 0 0 0,9-7 0 0 0,-5 6-212 0 0,0 0-1 0 0,1 0 1 0 0,-1 1 0 0 0,1 0 0 0 0,0 1 0 0 0,0 0 0 0 0,18-2 0 0 0,-24 4-211 0 0,1 1 1 0 0,-1-1-1 0 0,0 1 1 0 0,0 0-1 0 0,0 0 1 0 0,0 1-1 0 0,0-1 1 0 0,0 1-1 0 0,0 0 1 0 0,0 0 0 0 0,0 0-1 0 0,0 1 1 0 0,-1-1-1 0 0,1 1 1 0 0,0 0-1 0 0,-1 0 1 0 0,1 0-1 0 0,-1 0 1 0 0,0 1-1 0 0,0 0 1 0 0,0-1 0 0 0,5 7-1 0 0,-6-5 26 0 0,0-1 1 0 0,0 1-1 0 0,-1 0 0 0 0,1-1 1 0 0,-1 1-1 0 0,0 0 0 0 0,0 0 1 0 0,0 0-1 0 0,-1 0 0 0 0,0 0 1 0 0,1 0-1 0 0,-1 0 0 0 0,-1 0 1 0 0,1 0-1 0 0,-1 0 1 0 0,1 0-1 0 0,-1 0 0 0 0,-2 4 1 0 0,-2 11 247 0 0,-2-1 1 0 0,-12 25-1 0 0,14-32-203 0 0,-68 126 1185 0 0,41-80-1034 0 0,32-56-298 0 0,-1 0 0 0 0,0 1 1 0 0,1-1-1 0 0,-1 0 0 0 0,1 1 1 0 0,-1-1-1 0 0,1 1 0 0 0,-1-1 1 0 0,1 1-1 0 0,0-1 0 0 0,0 0 1 0 0,0 4-1 0 0,0-5-1 0 0,0 1 1 0 0,0 0 0 0 0,1-1-1 0 0,-1 1 1 0 0,0-1-1 0 0,0 1 1 0 0,1-1-1 0 0,-1 1 1 0 0,0 0-1 0 0,1-1 1 0 0,-1 1 0 0 0,1-1-1 0 0,-1 1 1 0 0,0-1-1 0 0,1 0 1 0 0,-1 1-1 0 0,1-1 1 0 0,0 1-1 0 0,-1-1 1 0 0,1 1 0 0 0,2 0 5 0 0,0 0 0 0 0,0-1 0 0 0,0 1 1 0 0,0 0-1 0 0,1-1 0 0 0,-1 0 1 0 0,0 0-1 0 0,5 0 0 0 0,20-3-372 0 0,-1-2-1 0 0,1 0 1 0 0,-1-2-1 0 0,-1-1 0 0 0,31-13 1 0 0,-23 9-755 0 0,100-45-6937 0 0,-90 36 1487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29 268 0 0,'-35'5'10440'0'0,"21"-3"-7540"0"0,17-3-2827 0 0,42-15-2675 0 0,-11 5-2046 0 0,-12 3 621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12 640 0 0,'8'6'11066'0'0,"-4"-5"-10963"0"0,-1 0 0 0 0,1 0-1 0 0,-1 0 1 0 0,1-1 0 0 0,-1 1 0 0 0,1-1 0 0 0,-1 0 0 0 0,1 0 0 0 0,-1 0 0 0 0,7-2 0 0 0,39-11-4494 0 0,-43 11 3036 0 0,13-3-3333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3096 0 0,'4'0'2621'0'0,"41"0"5411"0"0,-43 0-7034 0 0,1 0-148 0 0,23 0 1855 0 0,-11-2-3565 0 0,-9-1-331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7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379 129 1792 0 0,'10'-6'4808'0'0,"-9"4"-4374"0"0,0 0 0 0 0,1 0 0 0 0,-1 0 0 0 0,0 0 0 0 0,0-1 0 0 0,0 1 0 0 0,0 0 0 0 0,0 0 0 0 0,0-1 0 0 0,-1 1 0 0 0,1-1-1 0 0,-1 1 1 0 0,0 0 0 0 0,0-1 0 0 0,0 1 0 0 0,0-6 0 0 0,-1 5-126 0 0,0-1 0 0 0,0 1-1 0 0,0-1 1 0 0,0 1 0 0 0,0 0 0 0 0,-1-1-1 0 0,0 1 1 0 0,1 0 0 0 0,-1 0 0 0 0,-5-5-1 0 0,4 4-244 0 0,1 1-1 0 0,-1 0 0 0 0,-1 0 1 0 0,1 0-1 0 0,0 1 1 0 0,-1-1-1 0 0,1 1 0 0 0,-1 0 1 0 0,0 0-1 0 0,0 0 0 0 0,0 0 1 0 0,0 1-1 0 0,0-1 1 0 0,0 1-1 0 0,0 0 0 0 0,0 1 1 0 0,0-1-1 0 0,-1 1 1 0 0,1-1-1 0 0,-8 2 0 0 0,0 2-57 0 0,0 0-1 0 0,-1 1 1 0 0,2 1-1 0 0,-1 0 1 0 0,0 0-1 0 0,1 2 1 0 0,0-1-1 0 0,1 1 1 0 0,-1 1-1 0 0,-9 9 1 0 0,2-1-21 0 0,1 1 0 0 0,0 0-1 0 0,1 2 1 0 0,-18 28 0 0 0,25-34 5 0 0,1 1 0 0 0,0 0-1 0 0,1 1 1 0 0,1 0 0 0 0,-7 25-1 0 0,11-36 12 0 0,1 1 0 0 0,0-1 0 0 0,0 1-1 0 0,1 0 1 0 0,-1-1 0 0 0,1 1-1 0 0,0 0 1 0 0,0-1 0 0 0,1 1 0 0 0,-1 0-1 0 0,1-1 1 0 0,0 1 0 0 0,0-1-1 0 0,1 1 1 0 0,-1-1 0 0 0,1 1-1 0 0,0-1 1 0 0,0 0 0 0 0,1 0 0 0 0,-1 0-1 0 0,1 0 1 0 0,0 0 0 0 0,5 5-1 0 0,-5-7 9 0 0,0 0 0 0 0,-1 1-1 0 0,1-1 1 0 0,0 0-1 0 0,1-1 1 0 0,-1 1 0 0 0,0 0-1 0 0,0-1 1 0 0,1 0-1 0 0,-1 0 1 0 0,1 0-1 0 0,-1 0 1 0 0,1 0 0 0 0,-1-1-1 0 0,1 1 1 0 0,6-1-1 0 0,-4-1 5 0 0,-1 0-1 0 0,1 0 1 0 0,0-1 0 0 0,0 1-1 0 0,-1-1 1 0 0,1 0-1 0 0,-1-1 1 0 0,0 1-1 0 0,8-6 1 0 0,2-3-2 0 0,-1 0 0 0 0,0-1 1 0 0,0-1-1 0 0,-1 0 0 0 0,16-22 0 0 0,32-37 87 0 0,-59 71-102 0 0,-2 1 4 0 0,1 1 1 0 0,0-1-1 0 0,-1 0 0 0 0,1 0 0 0 0,0 1 0 0 0,-1-1 0 0 0,1 0 0 0 0,0 1 0 0 0,-1-1 0 0 0,1 1 0 0 0,-1-1 0 0 0,1 1 0 0 0,-1-1 0 0 0,1 1 0 0 0,-1-1 1 0 0,1 1-1 0 0,-1-1 0 0 0,1 1 0 0 0,-1 0 0 0 0,0-1 0 0 0,1 1 0 0 0,-1 0 0 0 0,0-1 0 0 0,0 1 0 0 0,0 0 0 0 0,1-1 0 0 0,-1 1 0 0 0,0 1 0 0 0,3 25 20 0 0,-3-24-13 0 0,1 49 110 0 0,-7 59 0 0 0,0 10-1338 0 0,6-114 930 0 0,1 65-2597 0 0,2-23-3457 0 0,-1-29 305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7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2572 0 0,'5'-10'4259'0'0,"0"-1"0"0"0,6-21 0 0 0,-7 17-2764 0 0,-3 14-977 0 0,-1 0-452 0 0,0 1 0 0 0,0 0 1 0 0,0-1-1 0 0,0 1 1 0 0,0 0-1 0 0,0-1 0 0 0,0 1 1 0 0,0 0-1 0 0,0-1 0 0 0,0 1 1 0 0,1 0-1 0 0,-1 0 1 0 0,0-1-1 0 0,0 1 0 0 0,0 0 1 0 0,0 0-1 0 0,1-1 1 0 0,-1 1-1 0 0,0 0 0 0 0,0 0 1 0 0,1-1-1 0 0,-1 1 1 0 0,0 0-1 0 0,0 0 0 0 0,1 0 1 0 0,0 2-25 0 0,0 0-1 0 0,0 0 1 0 0,0 0 0 0 0,0 0 0 0 0,-1 0 0 0 0,1 0-1 0 0,-1 1 1 0 0,0-1 0 0 0,1 0 0 0 0,-1 1 0 0 0,0-1-1 0 0,-1 4 1 0 0,-4 37 165 0 0,2-23-105 0 0,-18 113 371 0 0,7-53-2597 0 0,5 0-7446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1188 0 0,'15'-51'11177'0'0,"-9"31"-8877"0"0,-5 18-1920 0 0,-1 2-365 0 0,0 0-1 0 0,0-1 0 0 0,0 1 0 0 0,-1 0 1 0 0,1 0-1 0 0,0-1 0 0 0,0 1 0 0 0,0 0 1 0 0,0-1-1 0 0,0 1 0 0 0,0 0 0 0 0,0 0 1 0 0,0-1-1 0 0,0 1 0 0 0,1 0 0 0 0,-1 0 1 0 0,0-1-1 0 0,0 1 0 0 0,0 0 0 0 0,0 0 1 0 0,0-1-1 0 0,0 1 0 0 0,0 0 0 0 0,1 0 1 0 0,-1-1-1 0 0,0 1 0 0 0,0 0 0 0 0,0 0 1 0 0,1 0-1 0 0,-1-1 0 0 0,0 1 0 0 0,0 0 1 0 0,0 0-1 0 0,1 0 0 0 0,-1 0 0 0 0,0 0 1 0 0,0 0-1 0 0,1-1 0 0 0,-1 1 0 0 0,0 0 1 0 0,0 0-1 0 0,1 0 0 0 0,-1 0 0 0 0,0 0 1 0 0,1 0-1 0 0,-1 0 0 0 0,0 0 0 0 0,0 0 1 0 0,1 0-1 0 0,-1 0 0 0 0,0 0 0 0 0,0 0 1 0 0,1 1-1 0 0,-1-1 0 0 0,0 0 0 0 0,0 0 1 0 0,1 0-1 0 0,-1 0 0 0 0,0 0 0 0 0,0 0 1 0 0,1 1-1 0 0,-1-1 0 0 0,0 0 0 0 0,0 0 1 0 0,1 1-1 0 0,11 11 220 0 0,-6-2-173 0 0,-1 0-1 0 0,0 1 1 0 0,-1 0-1 0 0,0-1 1 0 0,-1 1 0 0 0,0 1-1 0 0,-1-1 1 0 0,0 0-1 0 0,0 20 1 0 0,-1 4 593 0 0,-8 61 1 0 0,8-79 2497 0 0,-1-16-3122 0 0,8-30 1144 0 0,-5 19-1353 0 0,2-8 194 0 0,2 0 0 0 0,0 0 1 0 0,1 1-1 0 0,1 0 0 0 0,1 1 0 0 0,0 0 0 0 0,1 1 1 0 0,20-23-1 0 0,-22 28-38 0 0,0 1-1 0 0,1 0 1 0 0,-1 1 0 0 0,2 0 0 0 0,-1 0 0 0 0,1 1-1 0 0,0 1 1 0 0,0 0 0 0 0,1 0 0 0 0,0 1 0 0 0,0 1-1 0 0,0 0 1 0 0,18-4 0 0 0,-27 8 14 0 0,1-1 0 0 0,-1 1 0 0 0,0 0 0 0 0,1 0 0 0 0,-1 0 0 0 0,0 1 0 0 0,0-1 0 0 0,1 1 0 0 0,-1 0 0 0 0,0-1 0 0 0,0 2 0 0 0,0-1 0 0 0,0 0 0 0 0,0 1 0 0 0,0-1-1 0 0,0 1 1 0 0,0 0 0 0 0,0 0 0 0 0,-1 0 0 0 0,1 0 0 0 0,-1 0 0 0 0,1 1 0 0 0,-1-1 0 0 0,0 1 0 0 0,0-1 0 0 0,0 1 0 0 0,-1 0 0 0 0,1 0 0 0 0,0 0 0 0 0,-1 0 0 0 0,0 0 0 0 0,0 0 0 0 0,1 4 0 0 0,3 11 15 0 0,-1-1 0 0 0,-1 1 0 0 0,-1 0 0 0 0,1 31 1 0 0,-3-36-18 0 0,0 45 70 0 0,-1-37-1010 0 0,2 0 1 0 0,4 38-1 0 0,-5-58 761 0 0,1 0 0 0 0,-1 0-1 0 0,0 0 1 0 0,0-1-1 0 0,1 1 1 0 0,-1 0-1 0 0,1 0 1 0 0,-1 0-1 0 0,1-1 1 0 0,-1 1-1 0 0,1 0 1 0 0,-1-1 0 0 0,1 1-1 0 0,0 0 1 0 0,-1-1-1 0 0,1 1 1 0 0,0-1-1 0 0,-1 1 1 0 0,1-1-1 0 0,0 1 1 0 0,0-1 0 0 0,0 0-1 0 0,0 1 1 0 0,-1-1-1 0 0,3 1 1 0 0,21-1-5738 0 0,-9-4 167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0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278 158 1376 0 0,'2'-12'3961'0'0,"-2"4"-3346"0"0,-1 0 1 0 0,0 0-1 0 0,0 0 0 0 0,-1 0 0 0 0,0 1 1 0 0,0-1-1 0 0,-1 0 0 0 0,0 1 0 0 0,-4-8 1 0 0,4 11-495 0 0,1-1 1 0 0,-1 1-1 0 0,0-1 0 0 0,0 1 1 0 0,-1 0-1 0 0,1 1 1 0 0,-1-1-1 0 0,0 0 1 0 0,0 1-1 0 0,0 0 0 0 0,0 0 1 0 0,0 0-1 0 0,-1 1 1 0 0,0-1-1 0 0,-5-1 1 0 0,8 3-111 0 0,-1 1 1 0 0,0-1 0 0 0,0 1-1 0 0,1 0 1 0 0,-1 0 0 0 0,0 0-1 0 0,0 0 1 0 0,1 0 0 0 0,-1 1 0 0 0,0 0-1 0 0,0-1 1 0 0,1 1 0 0 0,-1 0-1 0 0,1 0 1 0 0,-1 0 0 0 0,1 0-1 0 0,-1 1 1 0 0,1-1 0 0 0,-4 4 0 0 0,-1 0-10 0 0,0 1 0 0 0,1 0 1 0 0,0 0-1 0 0,-10 12 1 0 0,4 0-12 0 0,1-1 1 0 0,0 2-1 0 0,1 0 1 0 0,1 0 0 0 0,1 1-1 0 0,0-1 1 0 0,-7 37 0 0 0,12-42 4 0 0,0 0 1 0 0,1 0-1 0 0,1 0 1 0 0,0 1-1 0 0,1-1 1 0 0,0 0-1 0 0,1 0 1 0 0,1 0-1 0 0,1 1 1 0 0,0-2-1 0 0,0 1 1 0 0,8 19 0 0 0,-10-30 7 0 0,1 1 1 0 0,0-1 0 0 0,-1 1-1 0 0,1-1 1 0 0,0 0 0 0 0,0 0 0 0 0,1 0-1 0 0,-1 0 1 0 0,1 0 0 0 0,0 0 0 0 0,-1-1-1 0 0,1 1 1 0 0,0-1 0 0 0,0 0-1 0 0,1 0 1 0 0,-1 0 0 0 0,0 0 0 0 0,1 0-1 0 0,-1-1 1 0 0,1 0 0 0 0,0 1 0 0 0,-1-1-1 0 0,1-1 1 0 0,0 1 0 0 0,0 0-1 0 0,-1-1 1 0 0,1 0 0 0 0,0 0 0 0 0,0 0-1 0 0,0-1 1 0 0,-1 1 0 0 0,1-1 0 0 0,0 0-1 0 0,0 0 1 0 0,-1 0 0 0 0,1 0-1 0 0,-1 0 1 0 0,1-1 0 0 0,-1 0 0 0 0,0 0-1 0 0,1 0 1 0 0,-1 0 0 0 0,0 0 0 0 0,5-6-1 0 0,1 0 0 0 0,0-2 0 0 0,-1 1 0 0 0,0-1 0 0 0,-1 0-1 0 0,0 0 1 0 0,-1-1 0 0 0,0 0 0 0 0,0-1 0 0 0,3-12 0 0 0,6-19 19 0 0,10-52 0 0 0,-7 25 235 0 0,-15 61-158 0 0,4-16-37 0 0,-5 23-74 0 0,-4 16 15 0 0,-3 31 47 0 0,2 1 1 0 0,4 61-1 0 0,8 18-414 0 0,-6-108-1898 0 0,1 0 1 0 0,10 29-1 0 0,-7-29-2622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53 1716 0 0,'-12'-33'10472'0'0,"11"33"-10419"0"0,1-1-1 0 0,0 1 0 0 0,0-1 0 0 0,0 0 1 0 0,-1 1-1 0 0,1-1 0 0 0,0 0 0 0 0,0 1 0 0 0,0-1 1 0 0,0 0-1 0 0,0 1 0 0 0,0-1 0 0 0,0 1 1 0 0,0-1-1 0 0,0 0 0 0 0,1 1 0 0 0,-1-1 1 0 0,0 0-1 0 0,0 1 0 0 0,1-1 0 0 0,-1 1 0 0 0,0-1 1 0 0,0 1-1 0 0,1-1 0 0 0,-1 1 0 0 0,1-1 1 0 0,-1 1-1 0 0,0-1 0 0 0,1 1 0 0 0,-1-1 0 0 0,1 1 1 0 0,0-1-1 0 0,1 1-39 0 0,0 0 1 0 0,0 0-1 0 0,0 1 0 0 0,0-1 1 0 0,-1 1-1 0 0,1-1 0 0 0,0 1 1 0 0,0 0-1 0 0,-1-1 0 0 0,1 1 1 0 0,0 0-1 0 0,-1 0 0 0 0,1 0 1 0 0,-1 0-1 0 0,2 3 0 0 0,0-2 14 0 0,0 0 0 0 0,0 1 1 0 0,0 0-1 0 0,0-1 0 0 0,-1 1 0 0 0,1 0 0 0 0,-1 0 0 0 0,0 1 0 0 0,0-1 0 0 0,0 0 0 0 0,-1 1 0 0 0,1-1 1 0 0,-1 1-1 0 0,0 0 0 0 0,2 5 0 0 0,-3-2 50 0 0,1-1-1 0 0,-1 1 1 0 0,0 0 0 0 0,0-1 0 0 0,-1 1 0 0 0,1 0-1 0 0,-2-1 1 0 0,-1 9 0 0 0,-6 10 386 0 0,-1-1-1 0 0,-1 0 1 0 0,-22 36 0 0 0,26-47-222 0 0,-38 65 403 0 0,44-76-632 0 0,1-2-9 0 0,0 1 0 0 0,0-1 0 0 0,0 1 0 0 0,0-1 0 0 0,0 1 0 0 0,0-1 1 0 0,0 1-1 0 0,0 0 0 0 0,0-1 0 0 0,0 1 0 0 0,1-1 0 0 0,-1 1 0 0 0,0-1 0 0 0,0 1 1 0 0,0-1-1 0 0,1 1 0 0 0,-1-1 0 0 0,0 0 0 0 0,1 1 0 0 0,-1-1 0 0 0,0 1 0 0 0,1-1 1 0 0,-1 0-1 0 0,1 1 0 0 0,-1-1 0 0 0,0 0 0 0 0,1 1 0 0 0,-1-1 0 0 0,1 0 0 0 0,-1 0 1 0 0,1 1-1 0 0,-1-1 0 0 0,1 0 0 0 0,-1 0 0 0 0,1 0 0 0 0,-1 0 0 0 0,1 0 0 0 0,-1 0 1 0 0,1 0-1 0 0,0 0 0 0 0,-1 0 0 0 0,1 0 0 0 0,-1 0 0 0 0,1 0 0 0 0,0 0 0 0 0,21-3 22 0 0,-22 3-25 0 0,24-6-582 0 0,1-2-1 0 0,-1 0 0 0 0,-1-2 1 0 0,26-13-1 0 0,39-27-6036 0 0,-79 44 5587 0 0,18-10-4166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0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45 1824 0 0,'6'-44'20756'0'0,"-9"71"-20505"0"0,-1 11-234 0 0,4 132-679 0 0,2-144-1165 0 0,8 33 1 0 0,-6-42-1255 0 0,1 1 0 0 0,12 27 1 0 0,-5-21-3807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 36 0 0,'-5'7'17758'0'0,"13"-6"-18246"0"0,1-1 0 0 0,-1 0 0 0 0,0-1 0 0 0,0 0 0 0 0,0 0 0 0 0,1-1 0 0 0,8-2 0 0 0,7-2-2192 0 0,-1 1-989 0 0,0 0-1468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2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2820 0 0,'55'11'12421'0'0,"-52"-10"-11797"0"0,19 3 1014 0 0,-3-2-4923 0 0,13-6-2695 0 0,-19 0 146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2156 0 0,'0'0'1920'0'0,"17"1"1593"0"0,-2-1-1969 0 0,0 2-2532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98 1976 0 0,'1'-2'1984'0'0,"0"-2"-1130"0"0,1-1-1 0 0,-1 1 1 0 0,-1-1 0 0 0,1 1 0 0 0,-1-1 0 0 0,1 0 0 0 0,-1 1 0 0 0,-1-1 0 0 0,0-6-1 0 0,1 9-651 0 0,-1-1-1 0 0,0 1 0 0 0,1-1 1 0 0,-1 1-1 0 0,0 0 0 0 0,0 0 1 0 0,0-1-1 0 0,-1 1 0 0 0,1 0 1 0 0,0 0-1 0 0,-1 0 0 0 0,1 0 1 0 0,-1 1-1 0 0,0-1 0 0 0,0 0 1 0 0,0 1-1 0 0,0-1 0 0 0,0 1 1 0 0,0 0-1 0 0,-4-3 0 0 0,4 4-173 0 0,-1 0-1 0 0,0 0 1 0 0,1 0 0 0 0,-1 0-1 0 0,1 1 1 0 0,-1-1 0 0 0,1 1-1 0 0,-1-1 1 0 0,1 1 0 0 0,-1 0-1 0 0,1 0 1 0 0,-1 0 0 0 0,1 0-1 0 0,0 0 1 0 0,0 1-1 0 0,-4 2 1 0 0,2-2 13 0 0,-15 10-29 0 0,1 1 0 0 0,1 1-1 0 0,0 0 1 0 0,1 1 0 0 0,0 0 0 0 0,1 2 0 0 0,1 0 0 0 0,1 0-1 0 0,0 1 1 0 0,2 1 0 0 0,-16 30 0 0 0,25-45-17 0 0,1 1 0 0 0,-1-1-1 0 0,1 0 1 0 0,-1 1 0 0 0,1-1 0 0 0,1 1 0 0 0,-1-1 0 0 0,0 1-1 0 0,1 0 1 0 0,0-1 0 0 0,0 1 0 0 0,1 0 0 0 0,-1-1-1 0 0,2 6 1 0 0,-1-8 2 0 0,0 1 0 0 0,1 0 0 0 0,-1-1 0 0 0,1 1 1 0 0,-1 0-1 0 0,1-1 0 0 0,0 0 0 0 0,0 1 0 0 0,0-1 0 0 0,0 0 0 0 0,1 0 0 0 0,-1 0 0 0 0,0 0 0 0 0,1-1 0 0 0,-1 1 0 0 0,1-1 0 0 0,0 1 0 0 0,0-1 0 0 0,-1 0 0 0 0,1 0 0 0 0,0 0 1 0 0,4 0-1 0 0,3 1 10 0 0,-1-1 0 0 0,1 0 1 0 0,-1 0-1 0 0,0-1 1 0 0,1-1-1 0 0,-1 1 1 0 0,1-2-1 0 0,-1 1 0 0 0,0-1 1 0 0,0 0-1 0 0,0-1 1 0 0,0 0-1 0 0,0-1 1 0 0,0 0-1 0 0,-1 0 0 0 0,0-1 1 0 0,0 0-1 0 0,0 0 1 0 0,0-1-1 0 0,-1 0 1 0 0,0 0-1 0 0,0-1 0 0 0,-1 0 1 0 0,0 0-1 0 0,0 0 1 0 0,0-1-1 0 0,-1 0 0 0 0,7-14 1 0 0,43-125-141 0 0,-54 145 90 0 0,3 14-84 0 0,-2 1 129 0 0,-1 0-1 0 0,0 0 1 0 0,-1 0-1 0 0,-2 17 1 0 0,0-7 8 0 0,2-17-88 0 0,-1 134 80 0 0,3-120-2003 0 0,0 1 1 0 0,8 29-1 0 0,-5-35-1638 0 0,0-3-1404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3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3072 0 0,'0'-3'2515'0'0,"0"-1"-1442"0"0,0-1-1 0 0,0 1 1 0 0,1-1 0 0 0,-1 1-1 0 0,1 0 1 0 0,2-6 0 0 0,-3 9-984 0 0,1-1 0 0 0,0 1 1 0 0,-1-1-1 0 0,1 1 0 0 0,0-1 1 0 0,0 1-1 0 0,0 0 0 0 0,0 0 1 0 0,0-1-1 0 0,0 1 0 0 0,1 0 1 0 0,-1 0-1 0 0,0 0 0 0 0,1 0 0 0 0,-1 0 1 0 0,0 1-1 0 0,1-1 0 0 0,-1 0 1 0 0,1 1-1 0 0,-1-1 0 0 0,1 1 1 0 0,-1-1-1 0 0,4 1 0 0 0,-3-1-72 0 0,4 0 59 0 0,2 0 0 0 0,-1 0 0 0 0,0 1 0 0 0,0-1 0 0 0,0 2 0 0 0,11 1-1 0 0,-12-1-30 0 0,1 1 1 0 0,-1 0-1 0 0,0 1 0 0 0,0-1 0 0 0,0 1 0 0 0,8 5 0 0 0,-13-6-8 0 0,1-1 0 0 0,-1 0 0 0 0,1 0 0 0 0,-1 1 0 0 0,0-1 0 0 0,1 1 0 0 0,-1-1 0 0 0,0 1 0 0 0,0 0 0 0 0,0-1-1 0 0,0 1 1 0 0,0 0 0 0 0,0 0 0 0 0,-1-1 0 0 0,1 1 0 0 0,-1 0 0 0 0,1 0 0 0 0,-1 0 0 0 0,0 0 0 0 0,1 0 0 0 0,-1 0 0 0 0,0 0 0 0 0,0 0 0 0 0,-1 0 0 0 0,1 0 0 0 0,0 0 0 0 0,-2 3 0 0 0,-6 18 218 0 0,-1-1 0 0 0,-1 0 0 0 0,-1 0 0 0 0,-18 26 0 0 0,17-28-230 0 0,12-20-24 0 0,-1 1 0 0 0,1-1 0 0 0,-1 1 0 0 0,1 0-1 0 0,-1 0 1 0 0,1-1 0 0 0,0 1 0 0 0,-1 0 0 0 0,1 0-1 0 0,0 0 1 0 0,0-1 0 0 0,-1 1 0 0 0,1 0 0 0 0,0 0-1 0 0,0 0 1 0 0,0-1 0 0 0,0 1 0 0 0,0 0 0 0 0,0 0-1 0 0,0 0 1 0 0,0 0 0 0 0,1 0 0 0 0,-1-1 0 0 0,0 1-1 0 0,0 0 1 0 0,1 0 0 0 0,-1-1 0 0 0,0 1 0 0 0,1 0 0 0 0,-1 0-1 0 0,1-1 1 0 0,-1 1 0 0 0,1 0 0 0 0,-1-1 0 0 0,1 1-1 0 0,0-1 1 0 0,-1 1 0 0 0,1 0 0 0 0,0-1 0 0 0,-1 0-1 0 0,1 1 1 0 0,0-1 0 0 0,0 1 0 0 0,-1-1 0 0 0,1 0-1 0 0,0 0 1 0 0,0 1 0 0 0,0-1 0 0 0,-1 0 0 0 0,1 0-1 0 0,1 0 1 0 0,3 1-15 0 0,1 0-1 0 0,0 0 1 0 0,-1-1 0 0 0,1 0-1 0 0,6 0 1 0 0,7-3-621 0 0,-1-1 1 0 0,1 0-1 0 0,-1-1 1 0 0,32-14 0 0 0,64-40-6852 0 0,-76 36 2154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51 196 0 0,'1'-8'2234'0'0,"0"1"0"0"0,-1-1 0 0 0,0 1 0 0 0,-4-14 3194 0 0,3 43-4214 0 0,-11 239 1839 0 0,4-133-2087 0 0,8-125-692 0 0,0 8 1642 0 0,20-60-1561 0 0,-10 24-311 0 0,1-1 1 0 0,0 2-1 0 0,2-1 1 0 0,23-32-1 0 0,-20 36-68 0 0,1 1-1 0 0,30-27 1 0 0,-41 41-3 0 0,1 1 1 0 0,0 0 0 0 0,0 0-1 0 0,0 0 1 0 0,0 1 0 0 0,1 0-1 0 0,0 0 1 0 0,0 1 0 0 0,0 0-1 0 0,0 1 1 0 0,12-3 0 0 0,-17 5 19 0 0,0 0 0 0 0,1 0 1 0 0,-1 0-1 0 0,0 1 1 0 0,0-1-1 0 0,0 1 0 0 0,0 0 1 0 0,0 0-1 0 0,0 0 1 0 0,0 0-1 0 0,-1 0 0 0 0,1 0 1 0 0,0 1-1 0 0,-1 0 0 0 0,1-1 1 0 0,0 1-1 0 0,-1 0 1 0 0,0 0-1 0 0,0 1 0 0 0,1-1 1 0 0,-1 0-1 0 0,-1 1 0 0 0,1-1 1 0 0,0 1-1 0 0,-1 0 1 0 0,3 4-1 0 0,1 4 19 0 0,0 0 0 0 0,0 0 0 0 0,-2 0 0 0 0,1 1 1 0 0,2 14-1 0 0,1 50-56 0 0,-6-56 95 0 0,1-1 1 0 0,0 1-1 0 0,2 0 0 0 0,6 23 0 0 0,-8-38-171 0 0,0 0 1 0 0,0 0 0 0 0,1 0-1 0 0,0 0 1 0 0,0 0-1 0 0,0 0 1 0 0,0-1-1 0 0,1 0 1 0 0,-1 1 0 0 0,1-1-1 0 0,0 0 1 0 0,0-1-1 0 0,1 1 1 0 0,-1-1 0 0 0,1 0-1 0 0,0 0 1 0 0,0 0-1 0 0,0-1 1 0 0,8 3-1 0 0,-2-1-660 0 0,1-1-1 0 0,0 0 0 0 0,0-1 0 0 0,15 1 0 0 0,24-3-5519 0 0,-14-3-980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5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83 188 0 0,'1'-2'1698'0'0,"10"-21"3139"0"0,9-28 0 0 0,-20 49-4573 0 0,3-2-1397 0 0,-4 7 751 0 0,0 2-148 0 0,-1 3-2847 0 0,-2 6-621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5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1376 0 0,'3'8'4989'0'0,"-1"1"-4253"0"0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2116 0 0,'0'0'1884'0'0,"16"4"4318"0"0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39 1260 0 0,'12'-13'12569'0'0,"-22"-8"-9904"0"0,8 20-2650 0 0,1 1-1 0 0,-1-1 0 0 0,1 1 1 0 0,-1 0-1 0 0,1 0 1 0 0,-1 0-1 0 0,1-1 1 0 0,-1 2-1 0 0,1-1 0 0 0,-1 0 1 0 0,1 0-1 0 0,-1 0 1 0 0,1 1-1 0 0,-1-1 1 0 0,1 0-1 0 0,-1 1 1 0 0,-1 0-1 0 0,-1 2-5 0 0,-1-1 0 0 0,1 1 1 0 0,0 0-1 0 0,0 0 0 0 0,-5 4 1 0 0,-4 7-28 0 0,-21 28 0 0 0,33-41 20 0 0,-16 22-25 0 0,-27 49 1 0 0,38-60-5 0 0,0 1 0 0 0,1 0 0 0 0,0 0 0 0 0,1 1 0 0 0,0-1 0 0 0,-1 15 0 0 0,5-26 26 0 0,-1 1-1 0 0,1-1 1 0 0,0 0-1 0 0,0 0 1 0 0,0 0-1 0 0,0 1 1 0 0,0-1-1 0 0,1 0 1 0 0,-1 0-1 0 0,0 0 1 0 0,1 0-1 0 0,0 0 1 0 0,0 0-1 0 0,-1 0 1 0 0,1 0-1 0 0,0 0 1 0 0,1 0-1 0 0,-1 0 1 0 0,0 0-1 0 0,0-1 1 0 0,1 1-1 0 0,-1 0 1 0 0,1-1 0 0 0,0 1-1 0 0,-1-1 1 0 0,1 0-1 0 0,0 1 1 0 0,0-1-1 0 0,0 0 1 0 0,0 0-1 0 0,-1 0 1 0 0,2-1-1 0 0,-1 1 1 0 0,0 0-1 0 0,0-1 1 0 0,0 1-1 0 0,0-1 1 0 0,4 1-1 0 0,2-1 7 0 0,0-1 0 0 0,0 1 0 0 0,0-1 0 0 0,0 0 0 0 0,-1-1 1 0 0,1 0-1 0 0,0 0 0 0 0,-1-1 0 0 0,0 0 0 0 0,1 0 0 0 0,-1 0 0 0 0,0-1 0 0 0,-1 0 0 0 0,1-1 0 0 0,-1 1 0 0 0,0-1 0 0 0,0-1 0 0 0,0 1 0 0 0,8-12 0 0 0,-3 3 8 0 0,-1 0-1 0 0,0-1 1 0 0,-1-1-1 0 0,-1 1 1 0 0,0-1 0 0 0,-1-1-1 0 0,-1 1 1 0 0,4-19-1 0 0,19-81 444 0 0,-29 114-442 0 0,-5 24 24 0 0,-6 30 13 0 0,-5 58 0 0 0,13-82-53 0 0,2 0 0 0 0,2 0 0 0 0,6 52 0 0 0,-6-72-296 0 0,0-1 0 0 0,1 1 0 0 0,0 0-1 0 0,1-1 1 0 0,0 0 0 0 0,6 13 0 0 0,-6-17-247 0 0,-1 0 0 0 0,0 0 1 0 0,0 0-1 0 0,1 0 0 0 0,0 0 0 0 0,-1 0 1 0 0,1-1-1 0 0,0 0 0 0 0,0 1 0 0 0,1-1 0 0 0,-1 0 1 0 0,0-1-1 0 0,1 1 0 0 0,-1 0 0 0 0,7 1 1 0 0,5 1-3549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54 1348 0 0,'8'-44'11524'0'0,"-7"36"-8421"0"0,-29 150-344 0 0,11-63-2413 0 0,-1-6 396 0 0,17-71-696 0 0,3-25 48 0 0,-1 9-98 0 0,2 0-1 0 0,0 0 0 0 0,0 0 1 0 0,1 0-1 0 0,1 0 0 0 0,1 1 0 0 0,10-19 1 0 0,-12 24-19 0 0,0 0-1 0 0,1 0 1 0 0,1 1 0 0 0,-1 0 0 0 0,1 0 0 0 0,0 0 0 0 0,1 1 0 0 0,-1 0 0 0 0,1 0 0 0 0,1 1 0 0 0,-1-1 0 0 0,1 2 0 0 0,10-6 0 0 0,-15 9 15 0 0,1-1-1 0 0,0 1 1 0 0,0 0 0 0 0,0 0 0 0 0,0 1-1 0 0,1-1 1 0 0,-1 1 0 0 0,0 0 0 0 0,0 0 0 0 0,0 0-1 0 0,0 1 1 0 0,0-1 0 0 0,0 1 0 0 0,0 0-1 0 0,0 0 1 0 0,0 1 0 0 0,0-1 0 0 0,0 1 0 0 0,0 0-1 0 0,-1 0 1 0 0,1 0 0 0 0,-1 0 0 0 0,0 0-1 0 0,1 1 1 0 0,-1 0 0 0 0,0 0 0 0 0,0 0 0 0 0,-1 0-1 0 0,1 0 1 0 0,2 5 0 0 0,1 0 28 0 0,-1 0 0 0 0,0 1 1 0 0,-1-1-1 0 0,0 1 0 0 0,0 0 0 0 0,-1 0 1 0 0,0 1-1 0 0,0-1 0 0 0,-1 1 0 0 0,-1-1 1 0 0,2 19-1 0 0,9 19 485 0 0,-11-56-513 0 0,0 0 1 0 0,1 0-1 0 0,0 0 1 0 0,1 0 0 0 0,0 1-1 0 0,0-1 1 0 0,6-9 0 0 0,0-3-6 0 0,-2 6-14 0 0,0 0-1 0 0,1 1 1 0 0,0 0-1 0 0,13-15 1 0 0,-15 21-4 0 0,1 0 1 0 0,0 1-1 0 0,0 0 1 0 0,1 0-1 0 0,-1 0 1 0 0,2 1-1 0 0,15-9 1 0 0,-22 13 24 0 0,0 1 1 0 0,1 0 0 0 0,-1 0-1 0 0,0 1 1 0 0,1-1 0 0 0,-1 0-1 0 0,1 1 1 0 0,-1-1 0 0 0,1 1-1 0 0,-1 0 1 0 0,1 0 0 0 0,-1 0-1 0 0,1 0 1 0 0,-1 0-1 0 0,1 1 1 0 0,-1-1 0 0 0,0 1-1 0 0,1-1 1 0 0,-1 1 0 0 0,1 0-1 0 0,-1 0 1 0 0,0 0 0 0 0,0 0-1 0 0,1 0 1 0 0,-1 1 0 0 0,3 2-1 0 0,-2-1 1 0 0,1 1-1 0 0,-1 0 1 0 0,0-1-1 0 0,-1 1 1 0 0,1 0-1 0 0,-1 0 0 0 0,1 1 1 0 0,-1-1-1 0 0,0 0 1 0 0,-1 1-1 0 0,1 0 1 0 0,-1-1-1 0 0,1 8 1 0 0,0 1-346 0 0,9 48-3116 0 0,-1-22-4172 0 0,-6-26 2080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7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68 504 0 0,'23'-67'19352'0'0,"-40"129"-18352"0"0,-17 33-873 0 0,-3 5-3092 0 0,16-33-5328 0 0,14-45 972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192 158 1812 0 0,'6'-14'1937'0'0,"-1"0"-1"0"0,0 0 1 0 0,3-18-1 0 0,-7 26-1363 0 0,0 0-1 0 0,0-1 0 0 0,-1 1 1 0 0,0 0-1 0 0,0 0 0 0 0,0 0 1 0 0,-1 0-1 0 0,0-1 0 0 0,0 1 1 0 0,-2-7-1 0 0,3 13-547 0 0,0-1 0 0 0,-1 1 0 0 0,1-1 0 0 0,0 1 0 0 0,-1-1-1 0 0,1 1 1 0 0,0 0 0 0 0,-1-1 0 0 0,1 1 0 0 0,0-1 0 0 0,-1 1 0 0 0,1 0 0 0 0,-1-1 0 0 0,1 1 0 0 0,-1 0-1 0 0,1-1 1 0 0,-1 1 0 0 0,1 0 0 0 0,-1 0 0 0 0,1-1 0 0 0,-1 1 0 0 0,1 0 0 0 0,-1 0 0 0 0,1 0-1 0 0,-1 0 1 0 0,1 0 0 0 0,-1 0 0 0 0,1 0 0 0 0,-1 0 0 0 0,1 0 0 0 0,-1 0 0 0 0,0 0 0 0 0,1 0 0 0 0,-1 0-1 0 0,0 1 1 0 0,-17 8 207 0 0,6 1-185 0 0,2 1 0 0 0,-1-1-1 0 0,2 2 1 0 0,-1-1-1 0 0,2 2 1 0 0,-12 18 0 0 0,-35 84 0 0 0,44-91-50 0 0,2 1 0 0 0,-7 29 1 0 0,14-45-1 0 0,1-1 1 0 0,-1 1-1 0 0,1-1 0 0 0,1 1 1 0 0,0-1-1 0 0,0 1 1 0 0,0-1-1 0 0,1 1 1 0 0,1-1-1 0 0,3 14 1 0 0,-4-18 6 0 0,-1-3-3 0 0,0 0-1 0 0,0 1 1 0 0,1-1 0 0 0,-1 0-1 0 0,1 0 1 0 0,-1 0 0 0 0,1 0-1 0 0,-1 0 1 0 0,1 0 0 0 0,0 0-1 0 0,-1 0 1 0 0,1 0 0 0 0,0 0-1 0 0,0-1 1 0 0,0 1 0 0 0,-1 0 0 0 0,1 0-1 0 0,0-1 1 0 0,0 1 0 0 0,0-1-1 0 0,0 1 1 0 0,0-1 0 0 0,1 1-1 0 0,-1-1 1 0 0,1 1 0 0 0,1 0 1 0 0,-1 0 1 0 0,0 0 0 0 0,0 0 0 0 0,1-1 0 0 0,-1 1 0 0 0,1-1 0 0 0,-1 0-1 0 0,1 1 1 0 0,-1-1 0 0 0,0 0 0 0 0,1 0 0 0 0,-1-1 0 0 0,1 1-1 0 0,-1 0 1 0 0,0-1 0 0 0,1 0 0 0 0,2 0 0 0 0,-1-1 0 0 0,1-1 0 0 0,-1 1 0 0 0,0-1-1 0 0,0 1 1 0 0,-1-1 0 0 0,1 0 0 0 0,0 0 0 0 0,4-6 0 0 0,1-2 4 0 0,-1-1-1 0 0,1 0 1 0 0,-2 0 0 0 0,12-27-1 0 0,3-11 93 0 0,18-66 0 0 0,-39 112-97 0 0,6-15-31 0 0,-7 19 28 0 0,1 0-1 0 0,-1-1 1 0 0,0 1 0 0 0,0 0 0 0 0,0-1 0 0 0,1 1 0 0 0,-1 0-1 0 0,0 0 1 0 0,0-1 0 0 0,1 1 0 0 0,-1 0 0 0 0,0 0-1 0 0,1-1 1 0 0,-1 1 0 0 0,0 0 0 0 0,0 0 0 0 0,1 0-1 0 0,-1 0 1 0 0,1-1 0 0 0,-1 1 0 0 0,0 0 0 0 0,1 0 0 0 0,-1 0-1 0 0,0 0 1 0 0,1 0 0 0 0,-1 0 0 0 0,0 0 0 0 0,1 0-1 0 0,-1 0 1 0 0,1 0 0 0 0,-1 0 0 0 0,0 0 0 0 0,1 0 0 0 0,-1 1-1 0 0,0-1 1 0 0,1 0 0 0 0,-1 0 0 0 0,0 0 0 0 0,1 0-1 0 0,-1 1 1 0 0,2 1 1 0 0,-1 0 0 0 0,0 0-1 0 0,1 0 1 0 0,-1 0 0 0 0,0 0 0 0 0,-1 0-1 0 0,1 1 1 0 0,0-1 0 0 0,0 0-1 0 0,-1 1 1 0 0,0-1 0 0 0,1 1 0 0 0,-1 3-1 0 0,1 1 11 0 0,12 84 42 0 0,5 26-1244 0 0,2-41-7079 0 0,-14-59 2506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8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2340 0 0,'15'-39'10088'0'0,"-2"50"-9491"0"0,-9-1-407 0 0,0 1 0 0 0,-1-1 0 0 0,-1 1 1 0 0,1 0-1 0 0,-2 1 0 0 0,2 14 1 0 0,-3 2 199 0 0,-4 39 1 0 0,3-48-97 0 0,1-19-290 0 0,0 0 0 0 0,0 1 0 0 0,0-1 0 0 0,0 0-1 0 0,0 0 1 0 0,0 0 0 0 0,0 0 0 0 0,0 0 0 0 0,0 0 0 0 0,0 0 0 0 0,0 0 0 0 0,0 0 0 0 0,0 0 0 0 0,0 0 0 0 0,-1 1 0 0 0,1-1 0 0 0,0 0 0 0 0,0 0 0 0 0,0 0 0 0 0,0 0 0 0 0,1 0 0 0 0,-1 0 0 0 0,0 0 0 0 0,0 0-1 0 0,0 0 1 0 0,0 0 0 0 0,0 0 0 0 0,0 1 0 0 0,0-1 0 0 0,0 0 0 0 0,0 0 0 0 0,0 0 0 0 0,0 0 0 0 0,0 0 0 0 0,0 0 0 0 0,0 0 0 0 0,0 0 0 0 0,0 0 0 0 0,0 0 0 0 0,0 0 0 0 0,0 0 0 0 0,1 0 0 0 0,-1 0 0 0 0,0 0 0 0 0,0 0-1 0 0,0 1 1 0 0,0-1 0 0 0,0 0 0 0 0,0 0 0 0 0,0 0 0 0 0,0 0 0 0 0,0 0 0 0 0,0 0 0 0 0,0 0 0 0 0,1 0 0 0 0,-1 0 0 0 0,0 0 0 0 0,0 0 0 0 0,0 0 0 0 0,0 0 0 0 0,0-1 0 0 0,0 1 0 0 0,0 0 0 0 0,0 0 0 0 0,0 0-1 0 0,0 0 1 0 0,11-22 314 0 0,-3 3-364 0 0,7-9 29 0 0,0 0 0 0 0,20-27 0 0 0,-28 47-13 0 0,-1-1 0 0 0,1 1-1 0 0,1 0 1 0 0,0 0 0 0 0,0 1 0 0 0,0 0-1 0 0,1 1 1 0 0,0 0 0 0 0,19-9 0 0 0,-26 13 25 0 0,1 1-1 0 0,0-1 1 0 0,0 1 0 0 0,0 0 0 0 0,0 0-1 0 0,0 1 1 0 0,0-1 0 0 0,0 1 0 0 0,0-1-1 0 0,0 1 1 0 0,0 0 0 0 0,0 0 0 0 0,0 0-1 0 0,0 0 1 0 0,0 1 0 0 0,0-1 0 0 0,0 1 0 0 0,0 0-1 0 0,0 0 1 0 0,0 0 0 0 0,0 0 0 0 0,-1 1-1 0 0,1-1 1 0 0,0 1 0 0 0,-1-1 0 0 0,1 1-1 0 0,-1 0 1 0 0,1 0 0 0 0,-1 0 0 0 0,0 0-1 0 0,0 1 1 0 0,0-1 0 0 0,0 0 0 0 0,0 1-1 0 0,-1 0 1 0 0,1-1 0 0 0,-1 1 0 0 0,2 5 0 0 0,2 5 57 0 0,0 0 1 0 0,-2 0-1 0 0,0 0 1 0 0,0 1-1 0 0,-1-1 1 0 0,-1 1-1 0 0,0 16 1 0 0,2 1 814 0 0,-3-31-857 0 0,0 0 0 0 0,0 0-1 0 0,0 0 1 0 0,0 0-1 0 0,0 0 1 0 0,0 0 0 0 0,0 1-1 0 0,0-1 1 0 0,0 0-1 0 0,0 0 1 0 0,0 0-1 0 0,0 0 1 0 0,0 0 0 0 0,0 0-1 0 0,1 0 1 0 0,-1 0-1 0 0,0 0 1 0 0,0 0 0 0 0,0 0-1 0 0,0 0 1 0 0,0 0-1 0 0,0 0 1 0 0,0 0 0 0 0,0 0-1 0 0,0 0 1 0 0,0 0-1 0 0,0 0 1 0 0,0 1-1 0 0,1-1 1 0 0,-1 0 0 0 0,0 0-1 0 0,0 0 1 0 0,0 0-1 0 0,0 0 1 0 0,0 0 0 0 0,0-1-1 0 0,0 1 1 0 0,0 0-1 0 0,0 0 1 0 0,1 0 0 0 0,-1 0-1 0 0,0 0 1 0 0,0 0-1 0 0,0 0 1 0 0,0 0-1 0 0,0 0 1 0 0,0 0 0 0 0,0 0-1 0 0,0 0 1 0 0,0 0-1 0 0,0 0 1 0 0,0 0 0 0 0,0 0-1 0 0,0 0 1 0 0,0 0-1 0 0,1 0 1 0 0,-1-1 0 0 0,0 1-1 0 0,0 0 1 0 0,0 0-1 0 0,0 0 1 0 0,6-14 106 0 0,4-17-62 0 0,2 1 0 0 0,24-45 0 0 0,-30 64-66 0 0,1 0-1 0 0,0 1 0 0 0,0 0 0 0 0,1 0 0 0 0,0 1 1 0 0,1 0-1 0 0,0 0 0 0 0,1 1 0 0 0,19-14 1 0 0,-17 17-20 0 0,7 3 7 0 0,-1 4 10 0 0,-14-1 35 0 0,0 0 0 0 0,-1 1 1 0 0,0 0-1 0 0,1 0 1 0 0,-1 0-1 0 0,0 0 0 0 0,0 1 1 0 0,0-1-1 0 0,0 1 1 0 0,0 0-1 0 0,-1 0 1 0 0,1 0-1 0 0,-1 0 0 0 0,0 0 1 0 0,0 0-1 0 0,0 1 1 0 0,0-1-1 0 0,-1 1 0 0 0,1 0 1 0 0,-1-1-1 0 0,0 1 1 0 0,0 0-1 0 0,1 5 1 0 0,0 2-243 0 0,-1 0 0 0 0,1 21 0 0 0,-5 16-3785 0 0,0-35-288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1988 0 0,'2'-5'691'0'0,"1"0"0"0"0,0 0 1 0 0,0 0-1 0 0,0 1 0 0 0,0-1 0 0 0,1 1 0 0 0,-1 0 0 0 0,1-1 0 0 0,0 2 1 0 0,0-1-1 0 0,1 0 0 0 0,4-2 0 0 0,-6 4-555 0 0,-1 1 0 0 0,1 0 0 0 0,-1-1 0 0 0,1 1 0 0 0,0 0 0 0 0,0 1 0 0 0,-1-1-1 0 0,1 0 1 0 0,0 1 0 0 0,0 0 0 0 0,0 0 0 0 0,0-1 0 0 0,0 2 0 0 0,-1-1 0 0 0,1 0 0 0 0,0 0 0 0 0,0 1 0 0 0,0 0 0 0 0,-1 0 0 0 0,1-1 0 0 0,0 1 0 0 0,0 1 0 0 0,-1-1-1 0 0,1 0 1 0 0,2 3 0 0 0,-2-2 38 0 0,0 0 0 0 0,0 1 0 0 0,-1-1 0 0 0,1 1 0 0 0,-1 0-1 0 0,0 0 1 0 0,1 0 0 0 0,-1 0 0 0 0,-1 0 0 0 0,1 1 0 0 0,0-1-1 0 0,-1 1 1 0 0,1-1 0 0 0,-1 1 0 0 0,0-1 0 0 0,0 1 0 0 0,-1-1-1 0 0,1 1 1 0 0,-1 0 0 0 0,0 0 0 0 0,0-1 0 0 0,0 1 0 0 0,0 0-1 0 0,-1-1 1 0 0,0 6 0 0 0,-3 9 358 0 0,-1 0 0 0 0,0 0 0 0 0,-14 30 0 0 0,14-37-374 0 0,-47 120 843 0 0,52-131-992 0 0,-1 1 0 0 0,1 0 0 0 0,0-1 0 0 0,0 1 1 0 0,-1 0-1 0 0,1-1 0 0 0,0 1 0 0 0,0 0 0 0 0,0 0 0 0 0,0-1 0 0 0,0 1 0 0 0,0 0 0 0 0,0-1 0 0 0,0 1 1 0 0,1 0-1 0 0,-1 0 0 0 0,0-1 0 0 0,0 1 0 0 0,0 0 0 0 0,1-1 0 0 0,-1 1 0 0 0,0-1 0 0 0,1 1 0 0 0,-1 0 1 0 0,1-1-1 0 0,0 2 0 0 0,0-1-1 0 0,0-1 0 0 0,1 1 0 0 0,-1 0 1 0 0,0-1-1 0 0,1 1 0 0 0,-1-1 0 0 0,1 1 1 0 0,-1-1-1 0 0,0 0 0 0 0,1 1 0 0 0,-1-1 1 0 0,3 0-1 0 0,4 0-12 0 0,0 0 1 0 0,0-1-1 0 0,12-2 1 0 0,37-9-1944 0 0,78-29 0 0 0,-11-6-5952 0 0,-48 15-557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 3372 0 0,'-40'4'7957'0'0,"-14"-3"-2234"0"0,51-1-5369 0 0,3 1-397 0 0,-1-1 0 0 0,0 0 0 0 0,1 0 0 0 0,-1 0-1 0 0,1 1 1 0 0,-1-1 0 0 0,0 0 0 0 0,1 0 0 0 0,-1 0 0 0 0,0 0 0 0 0,1 0-1 0 0,-1 0 1 0 0,0-1 0 0 0,1 1 0 0 0,-1 0 0 0 0,1 0 0 0 0,-2-1 0 0 0,5-1-922 0 0,-1 0 0 0 0,1 0 1 0 0,0 0-1 0 0,0 0 0 0 0,0 1 0 0 0,0-1 1 0 0,3-1-1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9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2960 0 0,'3'1'4907'0'0,"5"-1"-3046"0"0,0 0 0 0 0,0 0 0 0 0,16-2 0 0 0,56-17-821 0 0,-26 5-1732 0 0,34-10-7568 0 0,-64 18 3265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9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2176 0 0,'2'1'2980'0'0,"24"3"5797"0"0,-2 0-4288 0 0,2-4-6301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390 201 20 0 0,'-3'-3'619'0'0,"-1"-1"0"0"0,1 0 0 0 0,0-1 0 0 0,0 1 0 0 0,1 0 0 0 0,-1-1 1 0 0,1 0-1 0 0,0 1 0 0 0,0-1 0 0 0,0 0 0 0 0,1 0 0 0 0,0 0 0 0 0,0 0 0 0 0,0-1 0 0 0,0-8 0 0 0,0 5 462 0 0,0 0-1 0 0,0 1 1 0 0,-2-1-1 0 0,-4-14 1 0 0,6 20-971 0 0,-1-1 0 0 0,1 1 0 0 0,-1-1-1 0 0,0 1 1 0 0,0 0 0 0 0,0 0 0 0 0,-1 0 0 0 0,1 0 0 0 0,-1 0 0 0 0,1 0-1 0 0,-1 0 1 0 0,0 1 0 0 0,0 0 0 0 0,0-1 0 0 0,-1 1 0 0 0,1 0-1 0 0,0 1 1 0 0,-1-1 0 0 0,1 0 0 0 0,-1 1 0 0 0,0 0 0 0 0,1 0-1 0 0,-1 0 1 0 0,0 0 0 0 0,0 1 0 0 0,0 0 0 0 0,1-1 0 0 0,-1 1 0 0 0,0 1-1 0 0,0-1 1 0 0,0 0 0 0 0,0 1 0 0 0,1 0 0 0 0,-1 0 0 0 0,0 0-1 0 0,1 0 1 0 0,-1 1 0 0 0,1 0 0 0 0,-6 2 0 0 0,-8 6-95 0 0,1 1 0 0 0,1 0 0 0 0,0 1 0 0 0,0 1 0 0 0,1 0-1 0 0,0 1 1 0 0,2 0 0 0 0,-1 1 0 0 0,2 1 0 0 0,0 0 0 0 0,1 0 0 0 0,1 1 0 0 0,0 0 0 0 0,1 1 0 0 0,1 0 0 0 0,-5 19 0 0 0,11-32-13 0 0,0 0-1 0 0,0-1 1 0 0,1 1 0 0 0,-1 0 0 0 0,1-1-1 0 0,0 1 1 0 0,0 0 0 0 0,1-1 0 0 0,-1 1 0 0 0,1 0-1 0 0,0-1 1 0 0,1 1 0 0 0,2 7 0 0 0,-2-9-2 0 0,-1-1 1 0 0,1 0 0 0 0,-1 0 0 0 0,1 1 0 0 0,0-1 0 0 0,0 0-1 0 0,0 0 1 0 0,0-1 0 0 0,0 1 0 0 0,0 0 0 0 0,1-1 0 0 0,-1 1-1 0 0,1-1 1 0 0,-1 0 0 0 0,1 0 0 0 0,-1 0 0 0 0,1 0-1 0 0,-1 0 1 0 0,1 0 0 0 0,0-1 0 0 0,0 1 0 0 0,-1-1 0 0 0,1 0-1 0 0,4 0 1 0 0,0 0-3 0 0,0 0-1 0 0,0-1 1 0 0,0 0-1 0 0,0 0 1 0 0,-1-1-1 0 0,1 0 0 0 0,-1 0 1 0 0,1 0-1 0 0,-1-1 1 0 0,0 0-1 0 0,0 0 1 0 0,6-5-1 0 0,-4 2 10 0 0,0 0 0 0 0,0-1 0 0 0,-1 0 0 0 0,0-1 1 0 0,0 0-1 0 0,-1 0 0 0 0,7-11 0 0 0,0-6-16 0 0,0 1 0 0 0,-2-2 0 0 0,-1 1 0 0 0,-1-1 0 0 0,5-28 0 0 0,-14 54 5 0 0,0-1 0 0 0,0 1 0 0 0,0-1 0 0 0,0 1-1 0 0,0 0 1 0 0,0-1 0 0 0,0 1 0 0 0,0-1 0 0 0,0 1 0 0 0,0 0 0 0 0,0-1-1 0 0,0 1 1 0 0,1-1 0 0 0,-1 1 0 0 0,0 0 0 0 0,0-1 0 0 0,0 1 0 0 0,1 0-1 0 0,-1-1 1 0 0,0 1 0 0 0,1 0 0 0 0,-1-1 0 0 0,0 1 0 0 0,1 0 0 0 0,-1 0-1 0 0,0-1 1 0 0,1 1 0 0 0,3 11-8 0 0,-1 22 9 0 0,-13 119 246 0 0,0-17-1668 0 0,9-107-1795 0 0,5 34 0 0 0,-1-50-791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1760 0 0,'6'-17'4900'0'0,"0"-4"-276"0"0,-6 21-4597 0 0,0 0 1 0 0,0 0-1 0 0,0-1 1 0 0,0 1-1 0 0,0 0 1 0 0,0 0 0 0 0,0 0-1 0 0,0-1 1 0 0,0 1-1 0 0,0 0 1 0 0,1 0-1 0 0,-1 0 1 0 0,0 0-1 0 0,0-1 1 0 0,0 1-1 0 0,0 0 1 0 0,0 0 0 0 0,0 0-1 0 0,0 0 1 0 0,1-1-1 0 0,-1 1 1 0 0,0 0-1 0 0,0 0 1 0 0,0 0-1 0 0,0 0 1 0 0,1 0-1 0 0,-1 0 1 0 0,0 0 0 0 0,0 0-1 0 0,0-1 1 0 0,0 1-1 0 0,1 0 1 0 0,-1 0-1 0 0,0 0 1 0 0,0 0-1 0 0,0 0 1 0 0,1 0-1 0 0,-1 0 1 0 0,0 0-1 0 0,0 0 1 0 0,0 0 0 0 0,1 0-1 0 0,-1 0 1 0 0,0 0-1 0 0,0 0 1 0 0,0 1-1 0 0,1-1 1 0 0,-1 0-1 0 0,0 0 1 0 0,0 0-1 0 0,1 0 1 0 0,9 10 931 0 0,-6-2-645 0 0,-1 1 0 0 0,0 0 1 0 0,0 0-1 0 0,-1 0 1 0 0,0 0-1 0 0,0 0 1 0 0,0 18-1 0 0,-7 67 754 0 0,0-18-459 0 0,3-57-146 0 0,2-19-458 0 0,0 0 0 0 0,0-1 0 0 0,0 1 0 0 0,0 0 0 0 0,0 0 0 0 0,0 0 0 0 0,0 0 0 0 0,0 0 1 0 0,0 0-1 0 0,0 0 0 0 0,0 0 0 0 0,0 0 0 0 0,0 0 0 0 0,0 0 0 0 0,0 0 0 0 0,0 0 0 0 0,-1 0 0 0 0,1 0 0 0 0,0 0 0 0 0,0 0 1 0 0,0 0-1 0 0,0 0 0 0 0,0 0 0 0 0,0 0 0 0 0,0 0 0 0 0,0 0 0 0 0,0 0 0 0 0,0 0 0 0 0,0 0 0 0 0,0 0 0 0 0,-1 0 0 0 0,1 0 1 0 0,0 0-1 0 0,0 0 0 0 0,0 0 0 0 0,0 0 0 0 0,0 0 0 0 0,0 0 0 0 0,0 0 0 0 0,0 0 0 0 0,0 0 0 0 0,0 1 0 0 0,0-1 0 0 0,0 0 1 0 0,0 0-1 0 0,0 0 0 0 0,0 0 0 0 0,0 0 0 0 0,0 0 0 0 0,0 0 0 0 0,0 0 0 0 0,0 0 0 0 0,0 0 0 0 0,0 0 0 0 0,0 0 0 0 0,0 0 1 0 0,0 1-1 0 0,0-1 0 0 0,0 0 0 0 0,0 0 0 0 0,0 0 0 0 0,0 0 0 0 0,-1-2 8 0 0,0-1 1 0 0,1 1-1 0 0,0 0 1 0 0,-1-1-1 0 0,1 1 0 0 0,0 0 1 0 0,0-1-1 0 0,1 1 0 0 0,0-4 1 0 0,2-11-11 0 0,1 1 0 0 0,0 0 1 0 0,2 0-1 0 0,0 1 0 0 0,1-1 1 0 0,17-28-1 0 0,-21 38-18 0 0,2 0 1 0 0,-1 0-1 0 0,1 0 1 0 0,0 1-1 0 0,0 0 0 0 0,0 0 1 0 0,1 0-1 0 0,0 0 1 0 0,0 1-1 0 0,0 0 0 0 0,0 0 1 0 0,1 1-1 0 0,0 0 1 0 0,-1 0-1 0 0,1 0 0 0 0,0 1 1 0 0,0 0-1 0 0,10-1 1 0 0,-13 2 5 0 0,0 1 0 0 0,1-1 0 0 0,-1 1 0 0 0,0 1 1 0 0,0-1-1 0 0,0 0 0 0 0,0 1 0 0 0,0 0 0 0 0,0 0 0 0 0,0 0 1 0 0,0 1-1 0 0,0-1 0 0 0,-1 1 0 0 0,1 0 0 0 0,6 4 0 0 0,-5-2 1 0 0,-1 0-1 0 0,-1-1 1 0 0,1 1-1 0 0,0 1 1 0 0,-1-1-1 0 0,0 1 0 0 0,0-1 1 0 0,0 1-1 0 0,-1 0 1 0 0,4 9-1 0 0,-2-1 45 0 0,0 0-1 0 0,-1 0 1 0 0,-1 0 0 0 0,0 1 0 0 0,0-1-1 0 0,-2 1 1 0 0,0-1 0 0 0,-3 26 0 0 0,-9 16 878 0 0,9-45-654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25 166 184 0 0,'0'-28'7547'0'0,"0"-12"-1692"0"0,6 48-4597 0 0,-2 2-1046 0 0,-1 1 0 0 0,0 0-1 0 0,-1 0 1 0 0,0 0 0 0 0,-1 0 0 0 0,0 0 0 0 0,-1 16 0 0 0,-8 81 408 0 0,5-87-520 0 0,2-9 45 0 0,0 0 1 0 0,-1-1-1 0 0,0 1 0 0 0,-6 13 1 0 0,8-23 86 0 0,-5-4-188 0 0,5 2-43 0 0,-1 0-1 0 0,1 0 1 0 0,0 0 0 0 0,-1 0 0 0 0,1 0 0 0 0,-1 0 0 0 0,1 0 0 0 0,0 0 0 0 0,-1-1 0 0 0,1 1 0 0 0,-1 0 0 0 0,1 0-1 0 0,0 0 1 0 0,-1 0 0 0 0,1-1 0 0 0,0 1 0 0 0,-1 0 0 0 0,1 0 0 0 0,0 0 0 0 0,0-1 0 0 0,-1 1 0 0 0,1 0 0 0 0,0-1 0 0 0,-1 1-1 0 0,1 0 1 0 0,0-1 0 0 0,0 1 0 0 0,0 0 0 0 0,-1-1 0 0 0,-1-10 6 0 0,0 1 0 0 0,1-1-1 0 0,0 0 1 0 0,1 0 0 0 0,0 0 0 0 0,0 0-1 0 0,1 0 1 0 0,1 1 0 0 0,0-1 0 0 0,5-18-1 0 0,3 0-13 0 0,0 0 0 0 0,25-44 0 0 0,-28 59-12 0 0,1 1-1 0 0,0 0 1 0 0,21-24-1 0 0,-23 31-1 0 0,0 0 1 0 0,1 0 0 0 0,-1 1-1 0 0,1-1 1 0 0,0 1-1 0 0,1 1 1 0 0,-1-1-1 0 0,14-4 1 0 0,-18 7 15 0 0,1 1 0 0 0,-1 0 0 0 0,1 0-1 0 0,0 1 1 0 0,0-1 0 0 0,-1 1 0 0 0,1 0 0 0 0,0 0 0 0 0,0 0 0 0 0,0 0 0 0 0,-1 0 0 0 0,1 1 0 0 0,0 0 0 0 0,-1 0 0 0 0,1 0 0 0 0,0 0 0 0 0,-1 1 0 0 0,1-1 0 0 0,-1 1 0 0 0,0 0 0 0 0,1 0 0 0 0,-1 0 0 0 0,0 0 0 0 0,0 1 0 0 0,-1-1 0 0 0,1 1 0 0 0,0 0 0 0 0,-1-1 0 0 0,0 1-1 0 0,1 0 1 0 0,-1 1 0 0 0,0-1 0 0 0,2 5 0 0 0,0 0 7 0 0,-1 1-1 0 0,0 0 0 0 0,0 0 1 0 0,0 0-1 0 0,-1 0 1 0 0,-1 0-1 0 0,1 12 0 0 0,-1 68 12 0 0,-1-50 23 0 0,-2-8-297 0 0,1-20 236 0 0,0-1 1 0 0,2 20-1 0 0,0-27-1090 0 0,-1 1 0 0 0,1-1 0 0 0,0 0 0 0 0,0 1 0 0 0,0-1 0 0 0,0 0 0 0 0,3 5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1 116 880 0 0,'0'0'3363'0'0,"3"-10"-155"0"0,-1 6-2881 0 0,-1 0-1 0 0,1 0 1 0 0,0 0 0 0 0,0 0 0 0 0,0 1 0 0 0,1-1 0 0 0,-1 1-1 0 0,1-1 1 0 0,0 1 0 0 0,0 0 0 0 0,0 0 0 0 0,0 0 0 0 0,1 1-1 0 0,6-5 1 0 0,4-2 379 0 0,0 0 1 0 0,25-10-1 0 0,-33 17-605 0 0,0-1 0 0 0,0 1 0 0 0,0 1 1 0 0,0-1-1 0 0,0 1 0 0 0,1 0 0 0 0,-1 0 0 0 0,0 1 0 0 0,1 0 0 0 0,-1 0 1 0 0,1 0-1 0 0,-1 1 0 0 0,0 0 0 0 0,0 0 0 0 0,1 1 0 0 0,-1-1 0 0 0,8 4 0 0 0,-8-1-6 0 0,1 0 0 0 0,-1 0 0 0 0,1 0 0 0 0,-1 0-1 0 0,0 1 1 0 0,-1 0 0 0 0,1 1 0 0 0,-1-1 0 0 0,0 1-1 0 0,-1 0 1 0 0,1 0 0 0 0,-1 0 0 0 0,0 1 0 0 0,4 8-1 0 0,-3-1-8 0 0,-1-1-1 0 0,0 0 1 0 0,-1 1-1 0 0,0 0 0 0 0,-1 0 1 0 0,-1 0-1 0 0,0 0 1 0 0,-2 26-1 0 0,2 22-1204 0 0,5-35-1739 0 0,-5-26 2317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4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7 908 0 0,'14'-7'10820'0'0,"-14"7"-10742"0"0,0 0 0 0 0,0 1 0 0 0,0-1 0 0 0,1 0 0 0 0,0 1 546 0 0,-1-1-546 0 0,0 0 0 0 0,1 1 0 0 0,-1-1 0 0 0,0 0 0 0 0,0 0 0 0 0,0 0 0 0 0,0 1 0 0 0,0-1 0 0 0,0 0 0 0 0,0 0 0 0 0,0 1 0 0 0,0-1 0 0 0,0 0 0 0 0,0 0 0 0 0,0 0 0 0 0,0 1 0 0 0,0-1 0 0 0,0 0 0 0 0,0 0 0 0 0,0 1 1 0 0,-8 30-5712 0 0,4-18 3873 0 0,-1 5-2824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1288 0 0,'3'10'7697'0'0,"5"5"-1950"0"0,-4-5-5307 0 0,-2-6-540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5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99 2616 0 0,'9'-34'8596'0'0,"0"-17"-1753"0"0,-9 47-6431 0 0,1 2-140 0 0,-1-6-233 0 0,-3 22-5491 0 0,1-7 4235 0 0,0 0 0 0 0,-5 12 0 0 0,4-11-834 0 0,-4 11-3169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1 720 0 0,'0'19'8022'0'0,"5"31"840"0"0,-5-41-7226 0 0,0 10-368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7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52 940 0 0,'38'-41'13177'0'0,"-37"40"-12715"0"0,7-9 1547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0 760 0 0,'0'0'2672'0'0,"0"10"-363"0"0,-2 2-1121 0 0,4 0-680 0 0,0 0-180 0 0,-2 2-44 0 0,-2 3-312 0 0,2-7-536 0 0,-2 0-1769 0 0,-3 2-387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2744 0 0,'4'10'9350'0'0,"0"2"-7275"0"0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2592 0 0,'10'-4'12106'0'0,"-9"5"-12126"0"0,0 0-1 0 0,0 0 1 0 0,-1 0-1 0 0,1 0 0 0 0,0 0 1 0 0,-1 0-1 0 0,1 1 1 0 0,-1-1-1 0 0,0 0 1 0 0,1 0-1 0 0,-1 1 1 0 0,0-1-1 0 0,1 0 1 0 0,-1 1-1 0 0,0-1 1 0 0,0 0-1 0 0,0 1 1 0 0,-1-1-1 0 0,1 0 1 0 0,0 2-1 0 0,-7 35-5207 0 0,6-31 2775 0 0,-1 3-1729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2216 0 0,'0'11'9656'0'0,"0"5"-3463"0"0,-2-9-6798 0 0,3 5-3702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120 136 16 0 0,'0'0'438'0'0,"5"-14"1900"0"0,-1-1 0 0 0,-1 1 0 0 0,0-1-1 0 0,1-17 1 0 0,-4 29-2044 0 0,0 1 1 0 0,0-1-1 0 0,0 0 0 0 0,-1 1 0 0 0,1-1 1 0 0,-1 0-1 0 0,1 1 0 0 0,-1-1 1 0 0,0 0-1 0 0,0 1 0 0 0,0-1 0 0 0,0 1 1 0 0,-1-1-1 0 0,1 1 0 0 0,-3-3 1 0 0,3 3-34 0 0,-2 4-56 0 0,-2 1-170 0 0,0 1 0 0 0,0-1 0 0 0,1 1 0 0 0,0 0 0 0 0,0 0 0 0 0,0 1 0 0 0,0-1 0 0 0,0 1-1 0 0,1 0 1 0 0,0 0 0 0 0,0 0 0 0 0,-3 9 0 0 0,-5 11 52 0 0,-9 35-1 0 0,10-28-55 0 0,2 1 0 0 0,2 0 1 0 0,1 0-1 0 0,-2 63 0 0 0,8-72-23 0 0,0-1-1 0 0,1 0 0 0 0,1 0 0 0 0,2 0 1 0 0,0-1-1 0 0,1 0 0 0 0,18 42 1 0 0,-20-55 92 0 0,1 0 1 0 0,0 0 0 0 0,1-1-1 0 0,0 1 1 0 0,0-1-1 0 0,1-1 1 0 0,0 1 0 0 0,0-1-1 0 0,1-1 1 0 0,0 1 0 0 0,0-1-1 0 0,0-1 1 0 0,1 1 0 0 0,0-2-1 0 0,11 6 1 0 0,-13-7-8 0 0,0-1 1 0 0,0 0-1 0 0,0 0 0 0 0,0-1 1 0 0,1 0-1 0 0,-1 0 0 0 0,0-1 1 0 0,0 0-1 0 0,1 0 1 0 0,-1 0-1 0 0,0-1 0 0 0,1 0 1 0 0,-1-1-1 0 0,0 0 0 0 0,0 0 1 0 0,0 0-1 0 0,0-1 1 0 0,-1 0-1 0 0,1 0 0 0 0,-1-1 1 0 0,9-5-1 0 0,-3-1-27 0 0,-2 1-1 0 0,1-1 1 0 0,-2-1-1 0 0,1 1 1 0 0,-1-2-1 0 0,-1 1 1 0 0,0-1-1 0 0,-1-1 1 0 0,0 0-1 0 0,-1 1 1 0 0,0-2-1 0 0,-1 1 1 0 0,4-15-1 0 0,-3 3 78 0 0,-1 1 0 0 0,-1-1 0 0 0,0 1 0 0 0,-2-1 0 0 0,-1 0 0 0 0,-4-42 0 0 0,1 53-100 0 0,0 0 0 0 0,0 0 0 0 0,-2 1 0 0 0,0-1 0 0 0,0 1 0 0 0,-1 0-1 0 0,-1 0 1 0 0,0 1 0 0 0,-13-21 0 0 0,16 29-163 0 0,0 0 0 0 0,0 0 0 0 0,0 0 0 0 0,-1 1 0 0 0,1-1 0 0 0,-1 1 0 0 0,0 0 0 0 0,0 0 0 0 0,0 1 0 0 0,0-1 0 0 0,-1 1 0 0 0,1 0 0 0 0,-1 0 0 0 0,1 0 0 0 0,-1 1-1 0 0,0-1 1 0 0,1 1 0 0 0,-1 0 0 0 0,0 1 0 0 0,0-1 0 0 0,0 1 0 0 0,0 0 0 0 0,0 0 0 0 0,0 1 0 0 0,1-1 0 0 0,-1 1 0 0 0,0 0 0 0 0,0 0 0 0 0,0 1 0 0 0,-8 3 0 0 0,-4 3-1168 0 0,0 0 0 0 0,1 1 0 0 0,-25 18-1 0 0,-13 18-5224 0 0,22-14 133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78 2472 0 0,'11'-9'2943'0'0,"-1"0"-1"0"0,2 1 1 0 0,22-12 513 0 0,-29 19-2476 0 0,-3 1-335 0 0,-4 6-508 0 0,1-3-216 0 0,-59 134 532 0 0,-2 7-419 0 0,49-107-37 0 0,-13 70 0 0 0,24-96 55 0 0,0 0 0 0 0,1 0-1 0 0,1-1 1 0 0,0 1-1 0 0,1 0 1 0 0,0 0 0 0 0,0-1-1 0 0,1 1 1 0 0,0 0-1 0 0,1-1 1 0 0,6 16 0 0 0,-7-23-13 0 0,-1 0 1 0 0,0-1-1 0 0,1 1 1 0 0,0-1-1 0 0,-1 0 1 0 0,1 1-1 0 0,0-1 1 0 0,0 0-1 0 0,0 0 1 0 0,1 0-1 0 0,-1 0 1 0 0,0 0-1 0 0,1-1 1 0 0,-1 1-1 0 0,1-1 1 0 0,5 3-1 0 0,-4-3 39 0 0,0 0 0 0 0,0 0 0 0 0,1-1 1 0 0,-1 1-1 0 0,0-1 0 0 0,1 0 0 0 0,-1 0 0 0 0,0-1 0 0 0,1 1 0 0 0,5-2 1 0 0,0-1 74 0 0,0 0 1 0 0,-1-1 0 0 0,1 1 0 0 0,-1-2-1 0 0,0 1 1 0 0,0-2 0 0 0,-1 1-1 0 0,1-1 1 0 0,6-7 0 0 0,-3 1-40 0 0,-1 0 1 0 0,-1-1-1 0 0,0 0 1 0 0,0-1-1 0 0,-2 0 0 0 0,0 0 1 0 0,0-1-1 0 0,-1 0 1 0 0,-1-1-1 0 0,-1 1 1 0 0,0-1-1 0 0,5-32 0 0 0,-6 22-72 0 0,-1-1-1 0 0,-2 0 0 0 0,0 0 0 0 0,-2 0 0 0 0,-1 0 0 0 0,-1 0 1 0 0,-8-32-1 0 0,8 48-47 0 0,0-1 0 0 0,0 1 0 0 0,-2 0-1 0 0,1 0 1 0 0,-1 1 0 0 0,-1-1 0 0 0,-7-9 0 0 0,11 17-72 0 0,1 0-1 0 0,-1 1 0 0 0,-1 0 1 0 0,1-1-1 0 0,0 1 1 0 0,0 0-1 0 0,-1 0 0 0 0,1 0 1 0 0,-1 0-1 0 0,0 1 0 0 0,1-1 1 0 0,-1 1-1 0 0,0-1 1 0 0,0 1-1 0 0,0 0 0 0 0,0 0 1 0 0,0 1-1 0 0,0-1 1 0 0,0 0-1 0 0,-1 1 0 0 0,1 0 1 0 0,0 0-1 0 0,0 0 0 0 0,0 0 1 0 0,0 0-1 0 0,0 1 1 0 0,-1-1-1 0 0,1 1 0 0 0,0 0 1 0 0,-4 2-1 0 0,-2 1-404 0 0,1 0 1 0 0,0 1-1 0 0,0 0 0 0 0,0 0 1 0 0,0 1-1 0 0,1 0 0 0 0,-8 8 1 0 0,-43 53-6383 0 0,58-67 6843 0 0,-30 40-6765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29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46 1580 0 0,'5'-10'6827'0'0,"-5"10"-6560"0"0,1-1 0 0 0,0 0 0 0 0,-1 1 0 0 0,1-1 0 0 0,-1 0 0 0 0,1 0 1 0 0,-1 1-1 0 0,0-1 0 0 0,1 0 0 0 0,-1 0 0 0 0,0 0 0 0 0,1 0 0 0 0,-1 0 0 0 0,0 1 0 0 0,0-1 1 0 0,0 0-1 0 0,0 0 0 0 0,0 0 0 0 0,0 0 0 0 0,0 0 0 0 0,0 0 0 0 0,0 0 0 0 0,0 1 0 0 0,0-1 0 0 0,-1 0 1 0 0,1 0-1 0 0,0 0 0 0 0,-1 0 0 0 0,1 0 0 0 0,0 1 0 0 0,-1-1 0 0 0,1 0 0 0 0,-1 0 0 0 0,0 1 1 0 0,1-1-1 0 0,-1 0 0 0 0,1 1 0 0 0,-2-2 0 0 0,1 2-222 0 0,0-1-1 0 0,0 1 1 0 0,-1-1-1 0 0,1 1 1 0 0,0-1 0 0 0,0 1-1 0 0,0 0 1 0 0,0-1-1 0 0,0 1 1 0 0,-1 0 0 0 0,1 0-1 0 0,0 0 1 0 0,0 0 0 0 0,-2 0-1 0 0,-4 2-25 0 0,-1 0 0 0 0,1 0 0 0 0,0 1 0 0 0,0 0 0 0 0,1 0 0 0 0,-1 1 0 0 0,1 0 0 0 0,-1 0-1 0 0,1 0 1 0 0,0 1 0 0 0,1 0 0 0 0,-1 0 0 0 0,-6 7 0 0 0,-8 12-68 0 0,-34 47 0 0 0,38-46 8 0 0,1 0 0 0 0,1 2 0 0 0,-19 47 0 0 0,28-63 35 0 0,2 0-1 0 0,0 0 1 0 0,0 1-1 0 0,1-1 1 0 0,0 1-1 0 0,1 0 0 0 0,0-1 1 0 0,1 1-1 0 0,0 0 1 0 0,1 0-1 0 0,0-1 1 0 0,4 17-1 0 0,-3-23 16 0 0,0 0-1 0 0,0 1 1 0 0,1-1 0 0 0,-1 0-1 0 0,1-1 1 0 0,0 1-1 0 0,1-1 1 0 0,-1 1 0 0 0,1-1-1 0 0,0 0 1 0 0,0 0-1 0 0,6 5 1 0 0,-2-4 21 0 0,0 0 0 0 0,0 0 0 0 0,0-1 1 0 0,1 0-1 0 0,0 0 0 0 0,16 4 0 0 0,-6-3 120 0 0,0-2 1 0 0,0 0-1 0 0,0-2 0 0 0,0 0 1 0 0,1 0-1 0 0,32-5 1 0 0,-37 1 75 0 0,0 1 1 0 0,0-2 0 0 0,0 0 0 0 0,-1-1 0 0 0,1 0 0 0 0,-1-1 0 0 0,-1-1-1 0 0,1 0 1 0 0,-1-1 0 0 0,0 0 0 0 0,22-19 0 0 0,-26 18-102 0 0,0-1 0 0 0,0 1 0 0 0,-1-1 0 0 0,-1 0 0 0 0,0-1 0 0 0,0 0 0 0 0,-1 0 1 0 0,0-1-1 0 0,-1 1 0 0 0,0-1 0 0 0,-1 0 0 0 0,-1-1 0 0 0,0 1 0 0 0,3-20 0 0 0,-5 18-66 0 0,0 1-1 0 0,-1 0 1 0 0,-1 0-1 0 0,0-1 1 0 0,0 1-1 0 0,-1 0 1 0 0,-1 0-1 0 0,0 0 1 0 0,-1 0-1 0 0,0 1 1 0 0,-1 0-1 0 0,-7-13 1 0 0,7 17-145 0 0,0-1 1 0 0,0 1 0 0 0,-1 1-1 0 0,0-1 1 0 0,0 1-1 0 0,-1 0 1 0 0,0 1-1 0 0,0-1 1 0 0,-1 1-1 0 0,1 1 1 0 0,-1-1-1 0 0,-1 1 1 0 0,1 1-1 0 0,-1 0 1 0 0,0 0 0 0 0,0 0-1 0 0,-10-2 1 0 0,7 4-553 0 0,0 0 0 0 0,0 0 0 0 0,0 2 1 0 0,0-1-1 0 0,0 1 0 0 0,0 1 0 0 0,-19 3 0 0 0,-44 14-8741 0 0,46-9 1657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3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128 608 0 0,'17'-37'7658'0'0,"-14"28"-5292"0"0,1 1 0 0 0,0-1 0 0 0,11-15 0 0 0,-14 22-2000 0 0,5-7 478 0 0,-5 7-819 0 0,1 1 0 0 0,-1 0 0 0 0,1 0 0 0 0,0 0 0 0 0,-1 0 0 0 0,1 0 0 0 0,0 0 0 0 0,-1 1 0 0 0,1-1 0 0 0,0 1 0 0 0,0-1 0 0 0,0 1 0 0 0,-1-1 0 0 0,4 1 0 0 0,35-2 77 0 0,-14 1-55 0 0,196-14-48 0 0,329 19 0 0 0,-528-3-35 0 0,1 2 0 0 0,31 7 0 0 0,-50-9 29 0 0,1 1-1 0 0,-1-1 0 0 0,1 1 0 0 0,-1 0 1 0 0,0 1-1 0 0,0-1 0 0 0,0 1 0 0 0,0 0 1 0 0,0 0-1 0 0,-1 1 0 0 0,1-1 0 0 0,-1 1 1 0 0,0 0-1 0 0,0 0 0 0 0,6 9 0 0 0,-3 2-25 0 0,0 0-1 0 0,0 0 0 0 0,-2 1 0 0 0,0-1 0 0 0,0 1 0 0 0,-2 1 1 0 0,0-1-1 0 0,1 22 0 0 0,-2 20-31 0 0,-5 60 0 0 0,0-61 10 0 0,-71 893 516 0 0,40-598 432 0 0,-118 938 1543 0 0,34-212-1858 0 0,45-243-414 0 0,49-682 582 0 0,23-148-397 0 0,0-1 0 0 0,0 1 0 0 0,0-1 0 0 0,0 1 1 0 0,-1-1-1 0 0,0 0 0 0 0,0 0 0 0 0,0 1 0 0 0,-4 4 0 0 0,4-7-238 0 0,0 1-1 0 0,-1-1 0 0 0,0-1 0 0 0,1 1 1 0 0,-1 0-1 0 0,0-1 0 0 0,0 1 0 0 0,0-1 1 0 0,1 0-1 0 0,-2 0 0 0 0,1 0 0 0 0,0 0 1 0 0,-6 0-1 0 0,-55 8 115 0 0,-1-3 0 0 0,-91-3 0 0 0,41-2-501 0 0,-341 18-3972 0 0,-6 19-4632 0 0,312-22 3339 0 0,-1 1-2839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1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281 144 1052 0 0,'1'-9'1055'0'0,"3"-53"4502"0"0,-4 57-5191 0 0,0 0 0 0 0,0 0-1 0 0,-1 0 1 0 0,0 0-1 0 0,0 0 1 0 0,0 0 0 0 0,-1 1-1 0 0,1-1 1 0 0,-5-7-1 0 0,5 10-334 0 0,0 1 0 0 0,1 0 0 0 0,-1 0 0 0 0,0 0 0 0 0,-1 0 0 0 0,1 0 0 0 0,0 0 0 0 0,0 0 0 0 0,0 0-1 0 0,-1 0 1 0 0,1 0 0 0 0,0 1 0 0 0,0-1 0 0 0,-1 0 0 0 0,1 1 0 0 0,-1 0 0 0 0,1-1 0 0 0,-1 1 0 0 0,1 0 0 0 0,-1-1-1 0 0,1 1 1 0 0,-1 0 0 0 0,1 0 0 0 0,-1 0 0 0 0,1 0 0 0 0,-1 1 0 0 0,1-1 0 0 0,-1 0 0 0 0,1 1 0 0 0,0-1-1 0 0,-1 1 1 0 0,1-1 0 0 0,-1 1 0 0 0,1 0 0 0 0,0-1 0 0 0,-2 2 0 0 0,-5 3-10 0 0,1 0-1 0 0,-1 0 1 0 0,1 1 0 0 0,-11 10-1 0 0,-2 6 19 0 0,0 0 0 0 0,2 2 1 0 0,0 0-1 0 0,-18 33 0 0 0,26-38-20 0 0,0 1 0 0 0,1 0 1 0 0,1 1-1 0 0,1 0 0 0 0,1 0 1 0 0,-5 31-1 0 0,10-46-13 0 0,0-1-1 0 0,1 0 1 0 0,0 1 0 0 0,0-1-1 0 0,1 1 1 0 0,-1-1 0 0 0,1 0 0 0 0,0 1-1 0 0,0-1 1 0 0,1 0 0 0 0,0 0 0 0 0,4 10-1 0 0,-5-13-1 0 0,1 1 0 0 0,0-1 0 0 0,0 0 0 0 0,0 0 0 0 0,0 1 0 0 0,0-1 0 0 0,0 0 0 0 0,0-1 0 0 0,1 1 0 0 0,-1 0 0 0 0,1-1-1 0 0,-1 1 1 0 0,1-1 0 0 0,0 0 0 0 0,0 0 0 0 0,-1 0 0 0 0,1 0 0 0 0,0 0 0 0 0,0-1 0 0 0,0 1 0 0 0,0-1 0 0 0,0 0 0 0 0,0 0 0 0 0,5 0 0 0 0,-1-1-1 0 0,0 1 1 0 0,-1-1-1 0 0,1-1 1 0 0,0 1-1 0 0,0-1 1 0 0,-1-1-1 0 0,1 1 1 0 0,-1-1 0 0 0,0 0-1 0 0,1 0 1 0 0,-1-1-1 0 0,-1 0 1 0 0,1 0-1 0 0,-1 0 1 0 0,1-1-1 0 0,-1 0 1 0 0,-1 0-1 0 0,9-11 1 0 0,-3 2 17 0 0,-1-2-1 0 0,-1 1 1 0 0,0-1 0 0 0,-1 0-1 0 0,-1-1 1 0 0,6-22 0 0 0,23-85 1891 0 0,-35 122-1853 0 0,2 6-23 0 0,-1-1 0 0 0,-1 1-1 0 0,1-1 1 0 0,0 0 0 0 0,-1 1 0 0 0,0 5-1 0 0,0-7-16 0 0,-1 80 374 0 0,0-26-494 0 0,1 1 1 0 0,11 69 0 0 0,-10-122-94 0 0,9 47-2283 0 0,3-20-3180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3 131 2048 0 0,'-2'-42'6838'0'0,"2"37"-6510"0"0,1 1 1 0 0,0 0-1 0 0,0-1 0 0 0,0 1 0 0 0,0-1 1 0 0,3-5-1 0 0,-2 6-269 0 0,1 1 0 0 0,-1-1 0 0 0,0 1 0 0 0,1 0 0 0 0,-1 0 0 0 0,1 0 0 0 0,0 0 0 0 0,0 1 0 0 0,0-1 0 0 0,0 1 1 0 0,1-1-1 0 0,-1 1 0 0 0,1 0 0 0 0,-1 1 0 0 0,1-1 0 0 0,0 0 0 0 0,0 1 0 0 0,7-2 0 0 0,-8 2-17 0 0,1 1 0 0 0,-1-1 0 0 0,1 1 0 0 0,-1 0 0 0 0,0-1 0 0 0,1 1 1 0 0,-1 1-1 0 0,1-1 0 0 0,-1 1 0 0 0,1-1 0 0 0,2 2 0 0 0,-4-2 2 0 0,-1 1 0 0 0,0 0 0 0 0,1-1 0 0 0,-1 1-1 0 0,0 0 1 0 0,1 0 0 0 0,-1 0 0 0 0,0 0 0 0 0,0 0 0 0 0,0 0-1 0 0,0 0 1 0 0,0 0 0 0 0,0 0 0 0 0,0 1 0 0 0,0-1 0 0 0,0 0-1 0 0,-1 1 1 0 0,1-1 0 0 0,0 0 0 0 0,-1 1 0 0 0,1-1 0 0 0,-1 1 0 0 0,0-1-1 0 0,1 1 1 0 0,-1-1 0 0 0,0 1 0 0 0,0-1 0 0 0,0 3 0 0 0,-1 7 200 0 0,0 1 1 0 0,0-1 0 0 0,-1 0-1 0 0,-1 1 1 0 0,0-1 0 0 0,-1 0 0 0 0,-5 11-1 0 0,-41 75 816 0 0,30-62-730 0 0,-1 6-149 0 0,21-39-160 0 0,0-1-10 0 0,0 0 0 0 0,1 0 0 0 0,0 0 0 0 0,-1 0 0 0 0,1 0 0 0 0,-1 0 0 0 0,1 0 0 0 0,0 0 0 0 0,0 0 0 0 0,0 0 0 0 0,0 0 0 0 0,-1-1 0 0 0,1 1 0 0 0,0 0 0 0 0,2 0 0 0 0,13-3-151 0 0,1-2 0 0 0,-1 0-1 0 0,1 0 1 0 0,-1-1 0 0 0,-1-2-1 0 0,1 1 1 0 0,14-10 0 0 0,-2 0-3026 0 0,0-2 1 0 0,44-36 0 0 0,-50 34-1621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11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44 2216 0 0,'-2'-22'8789'0'0,"4"2"-6461"0"0,-2 18-1812 0 0,13 7-102 0 0,-9 0-246 0 0,0-1 0 0 0,0 1 0 0 0,0 1-1 0 0,-1-1 1 0 0,0 1 0 0 0,0-1 0 0 0,0 1 0 0 0,-1 0-1 0 0,0 0 1 0 0,0 0 0 0 0,0 0 0 0 0,-1 0-1 0 0,0 0 1 0 0,0 1 0 0 0,0-1 0 0 0,-1 0 0 0 0,-1 11-1 0 0,-1 7 170 0 0,-2 1-1 0 0,-1-1 0 0 0,-9 29 0 0 0,10-39-314 0 0,2-7 13 0 0,1-4-27 0 0,0-1-1 0 0,0 1 1 0 0,1 0 0 0 0,-1-1-1 0 0,1 1 1 0 0,-1 0 0 0 0,1 0-1 0 0,0 0 1 0 0,0-1 0 0 0,0 1-1 0 0,0 0 1 0 0,0 0 0 0 0,1-1-1 0 0,-1 1 1 0 0,2 4 0 0 0,-1-7-7 0 0,0 1 1 0 0,1 0-1 0 0,-1 0 0 0 0,0-1 1 0 0,0 1-1 0 0,0-1 1 0 0,0 1-1 0 0,1-1 1 0 0,-1 0-1 0 0,0 1 1 0 0,0-1-1 0 0,1 0 0 0 0,-1 0 1 0 0,0 0-1 0 0,0 0 1 0 0,1 0-1 0 0,-1 0 1 0 0,0 0-1 0 0,0 0 1 0 0,3-1-1 0 0,26-5-386 0 0,161-55-9155 0 0,-184 58 8768 0 0,43-14-4965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30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19 908 0 0,'7'-10'7351'0'0,"-7"9"-7233"0"0,0 1 0 0 0,0 0 0 0 0,0-1 0 0 0,0 1 0 0 0,0-1 0 0 0,1 1 0 0 0,-1 0 0 0 0,0-1 0 0 0,0 1 0 0 0,1 0 0 0 0,-1-1 1 0 0,0 1-1 0 0,0 0 0 0 0,1-1 0 0 0,-1 1 0 0 0,0 0 0 0 0,1 0 0 0 0,-1-1 0 0 0,1 1 0 0 0,-1 0 0 0 0,0 0 0 0 0,1 0 0 0 0,-1-1 0 0 0,1 1 0 0 0,-1 0 0 0 0,0 0 1 0 0,1 0-1 0 0,-1 0 0 0 0,1 0 0 0 0,-1 0 0 0 0,1 0 0 0 0,-1 0 0 0 0,0 0 0 0 0,1 0 0 0 0,-1 0 0 0 0,1 0 0 0 0,-1 0 0 0 0,0 1 0 0 0,1-1 0 0 0,-1 0 0 0 0,1 0 1 0 0,0 1-1 0 0,-1 0-259 0 0,1 0 1 0 0,-1 0-1 0 0,1 0 1 0 0,-1 1-1 0 0,0-1 1 0 0,0 0 0 0 0,1 0-1 0 0,-1 0 1 0 0,0 1-1 0 0,0-1 1 0 0,0 0-1 0 0,0 0 1 0 0,-1 1-1 0 0,1 1 1 0 0,-3 10-3437 0 0,-1 0-1671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3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3028 0 0,'0'0'2212'0'0,"0"14"817"0"0,1-2-1137 0 0,-1-2-340 0 0,0 0-724 0 0,4-2-664 0 0,-1 1-2904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7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76 0 0,'-7'-3'10576'0'0,"28"42"-9218"0"0,-9-19-941 0 0,-2 1 0 0 0,9 21 0 0 0,62 164 417 0 0,-60-161-752 0 0,2-1 0 0 0,42 59 0 0 0,-55-89-63 0 0,2-1-1 0 0,0 0 1 0 0,0-1 0 0 0,1-1 0 0 0,1 0 0 0 0,0 0 0 0 0,0-1 0 0 0,1-1 0 0 0,1-1 0 0 0,26 12 0 0 0,-6-7-3 0 0,0-1 0 0 0,0-2 0 0 0,71 10 0 0 0,-24-8 25 0 0,156 2 0 0 0,-159-19-8 0 0,-2-4 0 0 0,102-23 0 0 0,152-55-42 0 0,-30 6-23 0 0,-182 55 14 0 0,1 6 0 0 0,2 5 0 0 0,-1 6 0 0 0,1 5 0 0 0,141 13 0 0 0,-56 16 4 0 0,-1 9 1 0 0,239 71 0 0 0,-334-74 5 0 0,-3 5 0 0 0,116 55 0 0 0,-193-76 17 0 0,83 36 99 0 0,-113-51-93 0 0,22 10 437 0 0,-14-13-338 0 0,0 0 0 0 0,0-1 0 0 0,0-1 0 0 0,-1 1 0 0 0,0-2 1 0 0,0 1-1 0 0,13-11 0 0 0,11-7-68 0 0,26-11-57 0 0,1 3-1 0 0,2 2 1 0 0,0 3 0 0 0,2 2-1 0 0,93-20 1 0 0,-17 16-2 0 0,1 6-1 0 0,1 7 1 0 0,1 6 0 0 0,0 6-1 0 0,0 6 1 0 0,209 32 0 0 0,258 80 56 0 0,-223-37-16 0 0,598 65 28 0 0,-551-126 48 0 0,-372-20-81 0 0,0-2 0 0 0,-1-3 1 0 0,0-3-1 0 0,118-37 0 0 0,55-45-8 0 0,-187 70-9 0 0,-2-2 0 0 0,78-55 0 0 0,-99 62 20 0 0,-1-2 1 0 0,-1-1 0 0 0,38-45-1 0 0,-50 53-13 0 0,0-1 0 0 0,-1 1 0 0 0,-1-2 0 0 0,-1 1 0 0 0,1-1 0 0 0,-2 0 0 0 0,0 0 0 0 0,7-32 0 0 0,-12 40-91 0 0,0 1-1 0 0,-1-1 1 0 0,1 0 0 0 0,-1 1 0 0 0,0-1 0 0 0,-1 0 0 0 0,0 1-1 0 0,0-1 1 0 0,0 0 0 0 0,-1 1 0 0 0,0-1 0 0 0,0 1 0 0 0,0 0-1 0 0,-1 0 1 0 0,0 0 0 0 0,0 0 0 0 0,-1 0 0 0 0,0 1-1 0 0,0-1 1 0 0,0 1 0 0 0,0 0 0 0 0,-1 0 0 0 0,0 1 0 0 0,0-1-1 0 0,0 1 1 0 0,-1 0 0 0 0,1 1 0 0 0,-1-1 0 0 0,0 1-1 0 0,0 0 1 0 0,0 1 0 0 0,-7-3 0 0 0,-7-1-1543 0 0,-1 1 0 0 0,0 1-1 0 0,-36-3 1 0 0,7 3-3413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8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93 247 1596 0 0,'3'-18'3902'0'0,"1"-1"0"0"0,12-35-1 0 0,-15 52-3555 0 0,-3 30 313 0 0,0 0 1 0 0,-10 40 0 0 0,-22 75-258 0 0,7-38-134 0 0,-7 49 415 0 0,29-131 1897 0 0,6-41-338 0 0,13-66-2104 0 0,4 1 0 0 0,3 1 0 0 0,35-84 0 0 0,-45 131-169 0 0,2 1 1 0 0,2 1 0 0 0,1 0-1 0 0,1 1 1 0 0,30-42 0 0 0,-46 72 18 0 0,1 0 0 0 0,0 0 1 0 0,-1 0-1 0 0,1 0 0 0 0,0 0 1 0 0,0 0-1 0 0,0 0 0 0 0,0 1 1 0 0,0-1-1 0 0,1 1 0 0 0,-1 0 1 0 0,0-1-1 0 0,1 1 0 0 0,-1 0 1 0 0,1 0-1 0 0,-1 1 0 0 0,1-1 1 0 0,0 0-1 0 0,-1 1 0 0 0,1 0 1 0 0,-1 0-1 0 0,1-1 0 0 0,0 1 1 0 0,-1 1-1 0 0,5-1 0 0 0,-3 2 2 0 0,0 0 0 0 0,1 0 0 0 0,-1 0 0 0 0,0 0 0 0 0,0 0 0 0 0,0 1-1 0 0,-1 0 1 0 0,1 0 0 0 0,0 0 0 0 0,-1 0 0 0 0,0 1 0 0 0,0-1 0 0 0,0 1-1 0 0,2 4 1 0 0,11 15 3 0 0,-2 1-1 0 0,0 1 1 0 0,-2 0-1 0 0,17 53 0 0 0,22 112 46 0 0,-47-172-30 0 0,42 227 193 0 0,-27-137-850 0 0,-15-89-1110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111 121 1144 0 0,'-28'-10'5838'0'0,"-46"-23"-1"0"0,74 33-5779 0 0,-1 0-1 0 0,1 0 1 0 0,0-1-1 0 0,-1 1 1 0 0,1 0-1 0 0,-1 0 0 0 0,1 0 1 0 0,-1-1-1 0 0,1 1 1 0 0,0 0-1 0 0,-1 0 1 0 0,1-1-1 0 0,0 1 1 0 0,-1 0-1 0 0,1-1 1 0 0,0 1-1 0 0,0-1 1 0 0,-1 1-1 0 0,1 0 1 0 0,0-1-1 0 0,0 1 1 0 0,0-1-1 0 0,-1 1 0 0 0,1 0 1 0 0,0-1-1 0 0,0 1 1 0 0,0-1-1 0 0,0 1 1 0 0,0-1-1 0 0,0 1 1 0 0,0-1-1 0 0,0 1 1 0 0,0 0-1 0 0,0-2 1 0 0,1 1-9 0 0,0 0 0 0 0,-1 1 0 0 0,1-1 0 0 0,0 0 0 0 0,0 0 0 0 0,0 0 0 0 0,0 1 0 0 0,0-1 0 0 0,0 1 0 0 0,0-1 0 0 0,0 0 0 0 0,3 0 0 0 0,37-9 224 0 0,249-23-4132 0 0,-211 27-153 0 0,-8 0-1454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62 1480 0 0,'-23'-48'10242'0'0,"22"47"-9825"0"0,-11-11 2856 0 0,11 14-3230 0 0,1 0 0 0 0,-1 1-1 0 0,1-1 1 0 0,0 0 0 0 0,0 1 0 0 0,0-1-1 0 0,0 1 1 0 0,1-1 0 0 0,-1 0 0 0 0,1 1-1 0 0,0 2 1 0 0,12 34 538 0 0,-5-17 93 0 0,9 43-170 0 0,11 90 0 0 0,-13-62-422 0 0,149 612 138 0 0,-163-699-219 0 0,111 321 18 0 0,-93-281-5 0 0,2 0-1 0 0,2-2 1 0 0,2-1 0 0 0,57 75 0 0 0,-69-103 2 0 0,0-1 0 0 0,1 0 0 0 0,0 0-1 0 0,1-2 1 0 0,0 0 0 0 0,1-1 0 0 0,1 0 0 0 0,0-1 0 0 0,0-1-1 0 0,1-1 1 0 0,0 0 0 0 0,0-2 0 0 0,1 0 0 0 0,0 0 0 0 0,0-2 0 0 0,27 3-1 0 0,26-1-3 0 0,0-3-1 0 0,1-3 0 0 0,85-11 0 0 0,-36-5 9 0 0,126-36-1 0 0,190-73-7 0 0,-47 12-2 0 0,-132 52 10 0 0,3 11-1 0 0,412-25 1 0 0,-555 70-66 0 0,0 6-1 0 0,183 24 1 0 0,-221-12 18 0 0,-1 4 1 0 0,0 3 0 0 0,-1 4-1 0 0,119 53 1 0 0,-91-25 43 0 0,149 100 1 0 0,-93-60 180 0 0,-161-91-142 0 0,1 0 1 0 0,-1 0-1 0 0,1 0 1 0 0,0-1-1 0 0,-1 1 0 0 0,1-1 1 0 0,0 1-1 0 0,0-1 0 0 0,-1 0 1 0 0,1 0-1 0 0,0 0 0 0 0,0-1 1 0 0,-1 1-1 0 0,1-1 1 0 0,0 1-1 0 0,0-1 0 0 0,-1 0 1 0 0,1 0-1 0 0,-1 0 0 0 0,1 0 1 0 0,-1-1-1 0 0,1 1 0 0 0,-1-1 1 0 0,0 1-1 0 0,0-1 1 0 0,1 0-1 0 0,1-3 0 0 0,7-6-25 0 0,-1 0-1 0 0,0-2 0 0 0,15-23 1 0 0,-10 13 35 0 0,28-36 11 0 0,58-61 1 0 0,-77 95-88 0 0,1 1 0 0 0,1 2 1 0 0,0 0-1 0 0,52-30 0 0 0,-21 22-4 0 0,1 2 1 0 0,1 3-1 0 0,1 2 0 0 0,1 3 0 0 0,65-12 1 0 0,-10 10-46 0 0,218-11 0 0 0,237 37 21 0 0,-1 44 38 0 0,593 129-104 0 0,-273-35 47 0 0,-646-111 42 0 0,491-3 1 0 0,-228-74 33 0 0,-385 25 0 0 0,-2-5 1 0 0,132-47 0 0 0,-209 57 90 0 0,0-1 1 0 0,-1-2 0 0 0,-1-3 0 0 0,-1-1-1 0 0,-1-1 1 0 0,-1-3 0 0 0,-1-1 0 0 0,-2-1-1 0 0,-1-2 1 0 0,-1-2 0 0 0,-2-1 0 0 0,-1-1-1 0 0,-2-2 1 0 0,-1-1 0 0 0,35-67 0 0 0,-46 74-86 0 0,-2-2 0 0 0,-1 0 0 0 0,-2 0 0 0 0,-2-1 1 0 0,0 0-1 0 0,5-54 0 0 0,-10 52-1 0 0,-2 1 0 0 0,-2-1-1 0 0,0 1 1 0 0,-7-38 0 0 0,6 68-12 0 0,-9-40 78 0 0,10 41-83 0 0,-9-21 35 0 0,6 19-19 0 0,-4-14-2 0 0,7 19 37 0 0,-1 0-58 0 0,-1-4-5 0 0,1 4 26 0 0,-10-12-318 0 0,0 5-3615 0 0,-27 1-4113 0 0,10 1-62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11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1 452 0 0,'0'0'2675'0'0,"-9"5"-4422"0"0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0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50 457 1528 0 0,'-8'-12'1463'0'0,"1"0"-1"0"0,1-1 1 0 0,0 0-1 0 0,0 0 1 0 0,2 0 0 0 0,-4-15-1 0 0,6 21-1328 0 0,1 0-1 0 0,0 0 0 0 0,1 0 1 0 0,0-1-1 0 0,0 1 1 0 0,0 0-1 0 0,1 0 0 0 0,0 0 1 0 0,1 0-1 0 0,-1 0 1 0 0,1 0-1 0 0,1 0 1 0 0,5-11-1 0 0,0 2-88 0 0,2 1 1 0 0,0 1-1 0 0,0 0 0 0 0,2 0 1 0 0,0 1-1 0 0,0 0 1 0 0,1 1-1 0 0,1 1 0 0 0,-1 0 1 0 0,2 1-1 0 0,17-10 0 0 0,-9 8-7 0 0,1 0-1 0 0,0 1 0 0 0,1 1 1 0 0,0 2-1 0 0,1 0 1 0 0,46-7-1 0 0,-62 14-67 0 0,0 0 0 0 0,0 0 0 0 0,0 0 1 0 0,0 2-1 0 0,0-1 0 0 0,0 1 0 0 0,0 1 0 0 0,0-1 0 0 0,0 2 1 0 0,0-1-1 0 0,-1 2 0 0 0,1-1 0 0 0,-1 1 0 0 0,0 0 0 0 0,0 1 1 0 0,0 0-1 0 0,-1 1 0 0 0,1 0 0 0 0,-1 0 0 0 0,-1 1 0 0 0,1 0 0 0 0,-1 0 1 0 0,0 0-1 0 0,-1 1 0 0 0,0 0 0 0 0,0 1 0 0 0,-1-1 0 0 0,0 1 1 0 0,0 0-1 0 0,-1 0 0 0 0,0 1 0 0 0,2 9 0 0 0,-1-1-620 0 0,-1 1-1 0 0,0-1 1 0 0,1 26-1 0 0,-4-25-1615 0 0,-3 30 1 0 0,-3-14-1653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116 200 1976 0 0,'-12'-31'3306'0'0,"1"-2"0"0"0,-12-56 0 0 0,12 43-1615 0 0,14 93-1196 0 0,-5 87-1 0 0,1-111-419 0 0,-18 324-49 0 0,-9-117-7172 0 0,17-179 2021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41 292 2532 0 0,'-3'-3'740'0'0,"1"1"-1"0"0,-1 0 1 0 0,1 0-1 0 0,-1 0 1 0 0,0 0-1 0 0,0 0 0 0 0,0 1 1 0 0,0-1-1 0 0,0 1 1 0 0,0 0-1 0 0,-4-1 1 0 0,7 2-712 0 0,0 0 0 0 0,-1 1 0 0 0,1-1 0 0 0,0 0 0 0 0,0 1 0 0 0,-1-1 0 0 0,1 1 0 0 0,0-1 0 0 0,0 0 0 0 0,0 1 0 0 0,0-1 0 0 0,-1 1 0 0 0,1-1 0 0 0,0 1 0 0 0,0-1 1 0 0,0 1-1 0 0,0-1 0 0 0,0 0 0 0 0,0 1 0 0 0,0-1 0 0 0,0 1 0 0 0,0-1 0 0 0,0 1 0 0 0,1-1 0 0 0,-1 1 0 0 0,0-1 0 0 0,0 1 0 0 0,3 11 123 0 0,5 9-47 0 0,1-2-1 0 0,0 1 0 0 0,2-1 0 0 0,0 0 0 0 0,2-1 0 0 0,21 24 0 0 0,-26-32-79 0 0,0 0 0 0 0,0-1 0 0 0,2-1 1 0 0,-1 1-1 0 0,1-1 0 0 0,0-1 0 0 0,0 0 0 0 0,1 0 0 0 0,0-1 1 0 0,0-1-1 0 0,17 6 0 0 0,-19-8-67 0 0,0 0 0 0 0,1-1 0 0 0,-1-1 0 0 0,1 1 0 0 0,-1-2 0 0 0,1 1 0 0 0,0-1 0 0 0,-1-1 0 0 0,1 0 0 0 0,-1 0 0 0 0,1-1 0 0 0,-1 0 0 0 0,1 0 0 0 0,-1-1 0 0 0,11-6 0 0 0,-5 2-215 0 0,0-1 0 0 0,-1-1-1 0 0,0-1 1 0 0,0 0 0 0 0,-1 0-1 0 0,-1-2 1 0 0,0 1-1 0 0,0-2 1 0 0,-1 1 0 0 0,-1-2-1 0 0,0 1 1 0 0,0-1-1 0 0,-2-1 1 0 0,11-22 0 0 0,-8 11 588 0 0,-1 0 1 0 0,-2-1-1 0 0,0-1 1 0 0,-2 1-1 0 0,-1-1 1 0 0,-1 0-1 0 0,1-53 1 0 0,-7 9 2830 0 0,2 70-2781 0 0,-3 24-170 0 0,-4 247-83 0 0,7-257-118 0 0,0 15 67 0 0,0-1 0 0 0,6 34-1 0 0,-5-60-72 0 0,-1-1-1 0 0,0 1 1 0 0,0 0-1 0 0,0 0 1 0 0,0-1-1 0 0,0 1 0 0 0,0 0 1 0 0,0 0-1 0 0,0 0 1 0 0,1-1-1 0 0,-1 1 0 0 0,0 0 1 0 0,0 0-1 0 0,0 0 1 0 0,0 0-1 0 0,1-1 1 0 0,-1 1-1 0 0,0 0 0 0 0,0 0 1 0 0,0 0-1 0 0,1 0 1 0 0,-1 0-1 0 0,0 0 0 0 0,0 0 1 0 0,1 0-1 0 0,-1 0 1 0 0,0 0-1 0 0,0-1 1 0 0,0 1-1 0 0,1 0 0 0 0,-1 0 1 0 0,0 0-1 0 0,0 0 1 0 0,1 1-1 0 0,-1-1 0 0 0,0 0 1 0 0,0 0-1 0 0,1 0 1 0 0,-1 0-1 0 0,0 0 1 0 0,0 0-1 0 0,0 0 0 0 0,1 0 1 0 0,-1 0-1 0 0,0 1 1 0 0,0-1-1 0 0,0 0 1 0 0,1 0-1 0 0,-1 0 0 0 0,0 0 1 0 0,0 1-1 0 0,0-1 1 0 0,0 0-1 0 0,0 0 0 0 0,1 0 1 0 0,-1 1-1 0 0,0-1 1 0 0,0 0-1 0 0,0 0 1 0 0,0 0-1 0 0,0 1 0 0 0,0-1 1 0 0,0 0-1 0 0,0 0 1 0 0,0 1-1 0 0,0-1 0 0 0,0 0 1 0 0,0 1-1 0 0,10-18 37 0 0,28-91 83 0 0,7-14-69 0 0,-38 105-90 0 0,1 1 1 0 0,1 0 0 0 0,1 0 0 0 0,0 1 0 0 0,12-14 0 0 0,-20 26 23 0 0,1 0 0 0 0,-1 1-1 0 0,1 0 1 0 0,-1-1 0 0 0,1 1 0 0 0,-1 0 0 0 0,1 0 0 0 0,0 0 0 0 0,0 1 0 0 0,0-1 0 0 0,0 1-1 0 0,1-1 1 0 0,-1 1 0 0 0,0 0 0 0 0,7-1 0 0 0,-8 2 12 0 0,1 0-1 0 0,-1 1 1 0 0,1-1 0 0 0,-1 1-1 0 0,1-1 1 0 0,-1 1 0 0 0,1 0-1 0 0,-1-1 1 0 0,1 1 0 0 0,-1 1 0 0 0,0-1-1 0 0,0 0 1 0 0,0 0 0 0 0,1 1-1 0 0,-1-1 1 0 0,0 1 0 0 0,-1 0-1 0 0,1 0 1 0 0,0 0 0 0 0,0 0-1 0 0,1 2 1 0 0,4 7 18 0 0,0 0 0 0 0,0 0 0 0 0,-1 1 0 0 0,-1-1 0 0 0,0 1 0 0 0,0 1 1 0 0,4 22-1 0 0,10 95 95 0 0,-13-78-64 0 0,-4-15-63 0 0,3 21-1071 0 0,-4-54 549 0 0,0-1 0 0 0,0 0 0 0 0,0 0 0 0 0,0 1 0 0 0,0-1 0 0 0,1 0 0 0 0,3 5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1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1 472 1260 0 0,'4'12'9270'0'0,"-4"-7"-9004"0"0,1 0 0 0 0,0 1-1 0 0,0-1 1 0 0,1 0 0 0 0,0-1 0 0 0,0 1-1 0 0,0 0 1 0 0,0 0 0 0 0,1-1 0 0 0,-1 1-1 0 0,1-1 1 0 0,0 0 0 0 0,1 0 0 0 0,-1 0-1 0 0,1 0 1 0 0,7 6 0 0 0,-7-8-204 0 0,0 0 0 0 0,0 1-1 0 0,0-1 1 0 0,0-1 0 0 0,1 1 0 0 0,-1 0 0 0 0,0-1 0 0 0,1 0 0 0 0,-1 0 0 0 0,1-1 0 0 0,-1 1-1 0 0,1-1 1 0 0,0 0 0 0 0,-1 0 0 0 0,1 0 0 0 0,-1-1 0 0 0,1 1 0 0 0,-1-1 0 0 0,9-3-1 0 0,0-1-2 0 0,-1 0-1 0 0,1-1 0 0 0,-1-1 0 0 0,-1 0 0 0 0,1 0 0 0 0,-1-1 0 0 0,-1-1 0 0 0,0 0 0 0 0,0 0 0 0 0,0-1 0 0 0,-1 0 0 0 0,-1-1 0 0 0,0 0 0 0 0,10-17 0 0 0,-2-1-18 0 0,-1 0-1 0 0,-2-1 1 0 0,-1 0 0 0 0,15-60 0 0 0,-2-50 96 0 0,-12 50 15 0 0,-43 231-215 0 0,9-45 85 0 0,-77 502 5 0 0,74-404 405 0 0,24-192-383 0 0,1-4-27 0 0,23-66 84 0 0,-16 38-136 0 0,3 1 0 0 0,0 0 0 0 0,2 1 0 0 0,1 0 0 0 0,22-34 0 0 0,-35 61 24 0 0,0 0 0 0 0,-1 0 0 0 0,1-1 0 0 0,0 1 0 0 0,0 0 0 0 0,0 0 0 0 0,0 0 0 0 0,0 0 0 0 0,0 0 0 0 0,0 0 0 0 0,0 0 0 0 0,0 1 0 0 0,1-1 0 0 0,-1 0 0 0 0,0 1 0 0 0,0-1 0 0 0,1 1 0 0 0,-1-1 0 0 0,1 1 0 0 0,-1-1 0 0 0,0 1 1 0 0,1 0-1 0 0,-1 0 0 0 0,1 0 0 0 0,-1 0 0 0 0,0 0 0 0 0,1 0 0 0 0,-1 0 0 0 0,1 0 0 0 0,-1 0 0 0 0,0 1 0 0 0,1-1 0 0 0,-1 1 0 0 0,0-1 0 0 0,1 1 0 0 0,-1-1 0 0 0,2 2 0 0 0,1 1 15 0 0,-1 0 1 0 0,1 1-1 0 0,-1-1 1 0 0,0 0-1 0 0,-1 1 1 0 0,1 0-1 0 0,-1-1 1 0 0,1 1-1 0 0,-1 0 1 0 0,3 8-1 0 0,4 17 120 0 0,0 1-1 0 0,-2 0 0 0 0,4 44 1 0 0,9 37-1392 0 0,-20-110 1172 0 0,0 0 0 0 0,0-1 0 0 0,0 1 0 0 0,0-1 1 0 0,0 1-1 0 0,0-1 0 0 0,0 1 0 0 0,0 0 0 0 0,1-1 1 0 0,-1 1-1 0 0,0-1 0 0 0,0 1 0 0 0,0-1 0 0 0,1 1 1 0 0,-1-1-1 0 0,0 1 0 0 0,1-1 0 0 0,-1 1 1 0 0,0-1-1 0 0,1 1 0 0 0,-1-1 0 0 0,1 0 0 0 0,-1 1 1 0 0,1-1-1 0 0,-1 0 0 0 0,0 1 0 0 0,1-1 0 0 0,0 0 1 0 0,-1 1-1 0 0,1-1 0 0 0,-1 0 0 0 0,1 0 0 0 0,-1 0 1 0 0,1 0-1 0 0,-1 1 0 0 0,1-1 0 0 0,0 0 0 0 0,-1 0 1 0 0,1 0-1 0 0,-1 0 0 0 0,1 0 0 0 0,-1 0 0 0 0,1 0 1 0 0,0-1-1 0 0,-1 1 0 0 0,1 0 0 0 0,-1 0 1 0 0,1 0-1 0 0,-1-1 0 0 0,1 1 0 0 0,-1 0 0 0 0,1 0 1 0 0,-1-1-1 0 0,1 1 0 0 0,-1-1 0 0 0,1 1 0 0 0,0-1 1 0 0,3-3-943 0 0,1-1-1 0 0,-1 0 1 0 0,0 0 0 0 0,5-7 0 0 0,5-10-3185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199 172 2432 0 0,'4'-14'4074'0'0,"1"-1"1"0"0,3-25 2393 0 0,-17 57-5637 0 0,3 16-603 0 0,2 0 0 0 0,1 0 1 0 0,1 0-1 0 0,3 0 0 0 0,0 1 1 0 0,2-1-1 0 0,1 0 0 0 0,16 55 0 0 0,-19-82-211 0 0,2 0 0 0 0,-1 0-1 0 0,1-1 1 0 0,0 1 0 0 0,0-1-1 0 0,0 1 1 0 0,1-1-1 0 0,-1 0 1 0 0,1-1 0 0 0,1 1-1 0 0,-1-1 1 0 0,1 1-1 0 0,5 3 1 0 0,-7-6-10 0 0,-1-1 1 0 0,1 1-1 0 0,-1-1 0 0 0,1 0 0 0 0,-1 0 1 0 0,1 0-1 0 0,0 0 0 0 0,0-1 0 0 0,-1 1 1 0 0,1-1-1 0 0,0 1 0 0 0,0-1 0 0 0,0 0 1 0 0,0 0-1 0 0,0 0 0 0 0,-1-1 0 0 0,1 1 1 0 0,0-1-1 0 0,0 1 0 0 0,0-1 0 0 0,-1 0 1 0 0,1 0-1 0 0,0 0 0 0 0,-1 0 0 0 0,1-1 1 0 0,-1 1-1 0 0,1-1 0 0 0,-1 0 0 0 0,0 1 1 0 0,3-4-1 0 0,1-1-1 0 0,-1 1 0 0 0,-1-1 0 0 0,1 0-1 0 0,-1 0 1 0 0,0 0 0 0 0,0 0 0 0 0,-1-1 0 0 0,0 1 0 0 0,0-1 0 0 0,0 0 0 0 0,-1 0 0 0 0,0 0 0 0 0,-1-1-1 0 0,1 1 1 0 0,-2 0 0 0 0,1-1 0 0 0,-1-12 0 0 0,0 4 18 0 0,-2 0 0 0 0,0 0 0 0 0,-1 1 0 0 0,0-1 0 0 0,-1 1 0 0 0,-1-1 0 0 0,-7-15 0 0 0,7 20 16 0 0,0 1 0 0 0,0 0 0 0 0,-1 1-1 0 0,0-1 1 0 0,-1 1 0 0 0,0 0 0 0 0,-1 1 0 0 0,0 0 0 0 0,0 0 0 0 0,0 1 0 0 0,-1 0-1 0 0,-18-11 1 0 0,21 15-34 0 0,1 0 0 0 0,-1 1 0 0 0,0-1 0 0 0,0 1 0 0 0,0 1 0 0 0,0-1 0 0 0,0 1 0 0 0,0 0-1 0 0,-1 0 1 0 0,1 1 0 0 0,0 0 0 0 0,-1 0 0 0 0,1 0 0 0 0,0 1 0 0 0,0 0 0 0 0,0 0 0 0 0,0 1 0 0 0,0 0 0 0 0,0 0-1 0 0,0 0 1 0 0,0 0 0 0 0,0 1 0 0 0,1 0 0 0 0,-7 5 0 0 0,2-1-19 0 0,1 1 0 0 0,0 0 0 0 0,0 0 0 0 0,1 1 0 0 0,0 0 0 0 0,1 0 0 0 0,-1 1 0 0 0,2 0 0 0 0,-7 13 0 0 0,8-14-4 0 0,1 0 1 0 0,0 0-1 0 0,1 1 1 0 0,0-1-1 0 0,0 1 1 0 0,1 0 0 0 0,1-1-1 0 0,-1 1 1 0 0,1 0-1 0 0,1 0 1 0 0,1 15 0 0 0,0-21-81 0 0,-1 0 1 0 0,1 0 0 0 0,0 0-1 0 0,0 0 1 0 0,1 0 0 0 0,-1-1-1 0 0,1 1 1 0 0,0 0 0 0 0,0-1 0 0 0,0 1-1 0 0,1-1 1 0 0,-1 0 0 0 0,1 0-1 0 0,-1 0 1 0 0,1 0 0 0 0,0 0-1 0 0,0-1 1 0 0,1 1 0 0 0,-1-1-1 0 0,0 0 1 0 0,1 0 0 0 0,-1 0-1 0 0,1 0 1 0 0,0-1 0 0 0,0 0 0 0 0,-1 1-1 0 0,1-1 1 0 0,0 0 0 0 0,0-1-1 0 0,5 1 1 0 0,6 1-343 0 0,1-2-1 0 0,0 1 1 0 0,0-2-1 0 0,0 0 1 0 0,-1-1 0 0 0,20-5-1 0 0,-5 0-53 0 0,-1-1-1 0 0,-1-1 0 0 0,1-1 0 0 0,-1-2 1 0 0,48-28-1 0 0,-61 30 413 0 0,0 0 1 0 0,0-1-1 0 0,-1-1 0 0 0,-1-1 1 0 0,0 1-1 0 0,0-2 1 0 0,-2 0-1 0 0,1 0 1 0 0,-2-1-1 0 0,17-32 0 0 0,-12 10 1985 0 0,-1-1 1 0 0,10-45-1 0 0,-13 45-97 0 0,-10 36-1656 0 0,0 3-133 0 0,-1 0 0 0 0,1 0-1 0 0,0 0 1 0 0,0 0 0 0 0,-1 0 0 0 0,1 0 0 0 0,-1 0-1 0 0,1 0 1 0 0,-1 0 0 0 0,1 0 0 0 0,-1 1-1 0 0,1-1 1 0 0,-1 0 0 0 0,0 0 0 0 0,0 1 0 0 0,0 1-1 0 0,0-2 8 0 0,8 63 619 0 0,-1 92-1 0 0,-3-27-323 0 0,-1-36-159 0 0,5 53 259 0 0,-3-130-224 0 0,-4-16-193 0 0,-1 0 1 0 0,0 0-1 0 0,1 0 0 0 0,-1 0 0 0 0,0 0 0 0 0,0 0 0 0 0,1-1 0 0 0,-1 1 0 0 0,0 0 0 0 0,0 0 0 0 0,1 0 0 0 0,-1 0 0 0 0,0 0 0 0 0,0 0 0 0 0,1-1 0 0 0,-1 1 1 0 0,0 0-1 0 0,0 0 0 0 0,0 0 0 0 0,1-1 0 0 0,-1 1 0 0 0,0 0 0 0 0,0 0 0 0 0,0-1 0 0 0,0 1 0 0 0,1 0 0 0 0,-1 0 0 0 0,0-1 0 0 0,0 1 0 0 0,0 0 0 0 0,0-1 1 0 0,11-32 58 0 0,11-82 10 0 0,9-38 16 0 0,-25 130-102 0 0,1 1-1 0 0,2-1 1 0 0,0 1-1 0 0,17-29 1 0 0,-24 47-3 0 0,0 0 0 0 0,1 1 0 0 0,0-1 0 0 0,-1 1 0 0 0,1 0 0 0 0,0 0 1 0 0,1 0-1 0 0,-1 0 0 0 0,0 0 0 0 0,1 1 0 0 0,0 0 0 0 0,4-3 0 0 0,-6 5 9 0 0,0 0 0 0 0,1 0 1 0 0,-1 0-1 0 0,1 0 0 0 0,-1 0 0 0 0,1 0 0 0 0,-1 1 0 0 0,0-1 0 0 0,1 1 0 0 0,-1 0 0 0 0,0-1 0 0 0,0 1 1 0 0,1 0-1 0 0,-1 0 0 0 0,0 1 0 0 0,3 1 0 0 0,-4-2 6 0 0,9 6-10 0 0,1 0-1 0 0,-1 1 0 0 0,0 1 0 0 0,-1 0 1 0 0,0 0-1 0 0,-1 1 0 0 0,0 0 0 0 0,0 0 1 0 0,8 15-1 0 0,7 16 36 0 0,20 53 0 0 0,-34-74-6 0 0,12 35 564 0 0,-20-53-384 0 0,9-48 1 0 0,-4 4-182 0 0,2 1-1 0 0,23-70 0 0 0,-24 91-47 0 0,1 0 1 0 0,1 1-1 0 0,1-1 1 0 0,0 2-1 0 0,2 0 0 0 0,0 0 1 0 0,18-20-1 0 0,-28 36 17 0 0,0 0 0 0 0,0-1 0 0 0,0 2 0 0 0,0-1 0 0 0,1 0 0 0 0,-1 0 0 0 0,1 1 0 0 0,-1-1 0 0 0,1 1 0 0 0,-1 0 0 0 0,1 0 0 0 0,0 0 0 0 0,0 0 0 0 0,4-1 0 0 0,-6 2 10 0 0,1 0 1 0 0,0 0 0 0 0,-1 1-1 0 0,1-1 1 0 0,0 0-1 0 0,-1 0 1 0 0,1 1 0 0 0,-1-1-1 0 0,1 1 1 0 0,0 0-1 0 0,-1 0 1 0 0,1-1-1 0 0,-1 1 1 0 0,0 0 0 0 0,1 0-1 0 0,-1 0 1 0 0,0 0-1 0 0,1 0 1 0 0,-1 1 0 0 0,0-1-1 0 0,0 0 1 0 0,0 1-1 0 0,0-1 1 0 0,0 0-1 0 0,1 4 1 0 0,2 4 24 0 0,1 1 1 0 0,-2-1-1 0 0,1 1 0 0 0,-2 0 1 0 0,1 0-1 0 0,-1 0 0 0 0,1 13 1 0 0,0 74 157 0 0,-4-71-150 0 0,-1 37 30 0 0,0-42-727 0 0,1 1 0 0 0,1 0 0 0 0,6 40-1 0 0,-6-61 465 0 0,0 0 0 0 0,0 0 0 0 0,0 0 0 0 0,1 0 0 0 0,-1 0 0 0 0,0 0 0 0 0,1 0 0 0 0,-1 0 0 0 0,1 0 0 0 0,-1 0 0 0 0,1 0 0 0 0,-1 0 0 0 0,1 0 0 0 0,0 0 0 0 0,0-1 0 0 0,-1 1 0 0 0,1 0 0 0 0,0 0 0 0 0,0-1 0 0 0,0 1 0 0 0,0-1 0 0 0,-1 1-1 0 0,1-1 1 0 0,2 1 0 0 0,-1 0-436 0 0,0-1 0 0 0,0 0 0 0 0,1 0 0 0 0,-1 0 0 0 0,0 0-1 0 0,1 0 1 0 0,-1 0 0 0 0,0 0 0 0 0,4-2 0 0 0,14-4-4926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98 3432 0 0,'0'-3'1047'0'0,"-1"0"0"0"0,0 0 1 0 0,0 0-1 0 0,0 0 0 0 0,-1 0 0 0 0,1 1 0 0 0,-1-1 0 0 0,1 1 0 0 0,-1-1 0 0 0,-4-4 0 0 0,6 7-973 0 0,0 0 0 0 0,-1 0 0 0 0,1 0 0 0 0,0 0 0 0 0,-1 0 0 0 0,1 0-1 0 0,0 0 1 0 0,-1-1 0 0 0,1 1 0 0 0,0 0 0 0 0,-1 0 0 0 0,1 0 0 0 0,0 0 0 0 0,-1 0 0 0 0,1 0-1 0 0,0 1 1 0 0,-1-1 0 0 0,1 0 0 0 0,0 0 0 0 0,-1 0 0 0 0,1 0 0 0 0,0 0 0 0 0,0 0 0 0 0,-1 1-1 0 0,1-1 1 0 0,0 0 0 0 0,-1 0 0 0 0,1 0 0 0 0,0 1 0 0 0,0-1 0 0 0,0 0 0 0 0,-1 1 0 0 0,-10 19 1349 0 0,0 21-771 0 0,2 0-1 0 0,1 0 1 0 0,2 1-1 0 0,2 0 1 0 0,2 61-1 0 0,2-101-640 0 0,0 21 148 0 0,3 28 0 0 0,-2-46-131 0 0,0 0 0 0 0,0 1 0 0 0,0-1 0 0 0,1 0 0 0 0,-1 0 0 0 0,1 1 0 0 0,0-1 0 0 0,1-1 0 0 0,-1 1 0 0 0,1 0 0 0 0,4 5-1 0 0,-5-9-22 0 0,-1 1-1 0 0,0-1 0 0 0,1 0 0 0 0,-1 0 0 0 0,1 0 0 0 0,-1 0 0 0 0,1 0 0 0 0,0 0 0 0 0,-1-1 1 0 0,1 1-1 0 0,0 0 0 0 0,0-1 0 0 0,-1 1 0 0 0,1-1 0 0 0,0 0 0 0 0,0 0 0 0 0,0 1 0 0 0,0-1 0 0 0,-1 0 1 0 0,1-1-1 0 0,0 1 0 0 0,0 0 0 0 0,0-1 0 0 0,0 1 0 0 0,-1 0 0 0 0,1-1 0 0 0,0 0 0 0 0,-1 0 0 0 0,1 1 1 0 0,0-1-1 0 0,-1 0 0 0 0,1 0 0 0 0,-1 0 0 0 0,1-1 0 0 0,1 0 0 0 0,2-3-1 0 0,0 1 0 0 0,0-1 0 0 0,0 0 0 0 0,-1-1 0 0 0,1 1 0 0 0,-1-1 0 0 0,-1 1 0 0 0,5-9 0 0 0,-1-4 8 0 0,0 0 0 0 0,-2 0 0 0 0,0 0 0 0 0,-1-1 0 0 0,-1 1 0 0 0,-1-1 0 0 0,0 0 0 0 0,-2 0 0 0 0,0 0 0 0 0,-3-24-1 0 0,1 26 11 0 0,-1 1 0 0 0,0-1-1 0 0,-1 1 1 0 0,-1 0-1 0 0,0 0 1 0 0,-2 0-1 0 0,1 0 1 0 0,-2 1-1 0 0,0 1 1 0 0,-1-1-1 0 0,-19-23 1 0 0,24 34-73 0 0,0 0 0 0 0,0 0 0 0 0,0 0 1 0 0,0 1-1 0 0,-1 0 0 0 0,1 0 0 0 0,-1 0 1 0 0,0 0-1 0 0,0 1 0 0 0,0-1 0 0 0,-1 1 0 0 0,1 1 1 0 0,-11-3-1 0 0,13 4-248 0 0,0 0 0 0 0,1-1 0 0 0,-1 2 0 0 0,0-1 0 0 0,1 0 0 0 0,-1 0 0 0 0,0 1 0 0 0,1 0 0 0 0,-1-1 0 0 0,1 1 1 0 0,-1 0-1 0 0,1 0 0 0 0,-1 1 0 0 0,1-1 0 0 0,0 0 0 0 0,-1 1 0 0 0,1-1 0 0 0,0 1 0 0 0,0 0 0 0 0,0 0 0 0 0,0 0 0 0 0,1 0 0 0 0,-1 0 0 0 0,0 0 1 0 0,1 0-1 0 0,-1 1 0 0 0,1-1 0 0 0,0 0 0 0 0,0 1 0 0 0,-1 4 0 0 0,-3 9-4321 0 0,3 1-2258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230 372 20 0 0,'17'-84'6862'0'0,"-10"56"-5172"0"0,-1 0 1 0 0,-1-1-1 0 0,-1 1 0 0 0,-2-1 0 0 0,-2-47 0 0 0,-1 71-1513 0 0,0 0-1 0 0,0 0 1 0 0,0 1 0 0 0,0-1 0 0 0,0 1-1 0 0,-1-1 1 0 0,0 1 0 0 0,0-1 0 0 0,0 1-1 0 0,-1 0 1 0 0,1 0 0 0 0,-7-7-1 0 0,9 11-162 0 0,-1-1-1 0 0,0 1 0 0 0,0-1 0 0 0,0 1 0 0 0,0-1 0 0 0,0 1 0 0 0,0 0 0 0 0,1-1 0 0 0,-1 1 0 0 0,0 0 0 0 0,0 0 0 0 0,0 0 0 0 0,0 0 1 0 0,0 0-1 0 0,0 0 0 0 0,0 0 0 0 0,0 0 0 0 0,0 0 0 0 0,0 0 0 0 0,0 1 0 0 0,0-1 0 0 0,0 0 0 0 0,0 0 0 0 0,0 1 0 0 0,0-1 1 0 0,1 1-1 0 0,-1-1 0 0 0,-1 2 0 0 0,-23 17 74 0 0,15-8-82 0 0,1 1 0 0 0,0-1 0 0 0,1 1-1 0 0,0 1 1 0 0,1-1 0 0 0,1 1 0 0 0,-8 22 0 0 0,4-5-16 0 0,1 0 0 0 0,-7 47-1 0 0,12-58-2 0 0,2 1-1 0 0,1 0 1 0 0,1 27-1 0 0,0-40 18 0 0,1 0 0 0 0,0 0-1 0 0,0 0 1 0 0,0-1 0 0 0,1 1-1 0 0,0 0 1 0 0,1-1 0 0 0,0 0-1 0 0,0 1 1 0 0,0-1 0 0 0,0 0-1 0 0,1-1 1 0 0,6 9 0 0 0,-8-13 0 0 0,0 1 0 0 0,0 0-1 0 0,0 0 1 0 0,0-1 0 0 0,0 0 0 0 0,1 1 0 0 0,-1-1 0 0 0,0 0-1 0 0,1 0 1 0 0,-1 0 0 0 0,1 0 0 0 0,-1-1 0 0 0,1 1 0 0 0,0-1 0 0 0,-1 1-1 0 0,1-1 1 0 0,0 0 0 0 0,-1 0 0 0 0,1 0 0 0 0,-1 0 0 0 0,1-1 0 0 0,0 1-1 0 0,-1-1 1 0 0,1 1 0 0 0,2-2 0 0 0,0 0 5 0 0,0 0 0 0 0,1-1 1 0 0,-1 1-1 0 0,0-1 0 0 0,-1 0 0 0 0,1 0 0 0 0,0-1 0 0 0,-1 1 0 0 0,0-1 1 0 0,8-8-1 0 0,-5 1 4 0 0,0 0 0 0 0,0 0 1 0 0,-1 0-1 0 0,0-1 0 0 0,6-19 1 0 0,16-68 42 0 0,-17 57-84 0 0,-11 41 24 0 0,0 1-1 0 0,0 0 1 0 0,0-1 0 0 0,0 1 0 0 0,0-1 0 0 0,0 1 0 0 0,0 0-1 0 0,0-1 1 0 0,0 1 0 0 0,0-1 0 0 0,0 1 0 0 0,0 0 0 0 0,0-1-1 0 0,1 1 1 0 0,-1 0 0 0 0,0-1 0 0 0,0 1 0 0 0,0 0 0 0 0,1-1-1 0 0,-1 1 1 0 0,0 0 0 0 0,0-1 0 0 0,1 1 0 0 0,-1 0-1 0 0,0-1 1 0 0,1 1 0 0 0,-1 0 0 0 0,0 0 0 0 0,1 0 0 0 0,-1-1-1 0 0,0 1 1 0 0,1 0 0 0 0,0 0 0 0 0,3 14-48 0 0,1 28 30 0 0,1 130 307 0 0,-8 1 0 0 0,-7-1 0 0 0,-36 197-1 0 0,39-334-181 0 0,-24 109 922 0 0,26-128-685 0 0,-1-1 1 0 0,-1 1 0 0 0,-1-1 0 0 0,0-1-1 0 0,0 1 1 0 0,-19 24 0 0 0,25-37-287 0 0,-1 0 0 0 0,0 0 0 0 0,0 0 0 0 0,0 0 0 0 0,0 0 0 0 0,0 0 0 0 0,0 0 0 0 0,-1 0 1 0 0,1-1-1 0 0,0 1 0 0 0,-1-1 0 0 0,0 0 0 0 0,1 0 0 0 0,-1 0 0 0 0,0 0 0 0 0,1 0 0 0 0,-1-1 0 0 0,0 1 0 0 0,0-1 0 0 0,0 0 0 0 0,1 1 0 0 0,-5-2 0 0 0,3 1-19 0 0,0-1 0 0 0,0-1 0 0 0,0 1 0 0 0,0 0-1 0 0,0-1 1 0 0,1 0 0 0 0,-1 0 0 0 0,1 0 0 0 0,-1 0-1 0 0,1-1 1 0 0,0 1 0 0 0,0-1 0 0 0,0 0 0 0 0,-5-6-1 0 0,-1-1 0 0 0,2-1 0 0 0,-1 0 1 0 0,1 0-1 0 0,1 0 0 0 0,0-1 0 0 0,1 0 0 0 0,0 0 0 0 0,-5-19 0 0 0,6 12-10 0 0,1 0 1 0 0,0 0-1 0 0,2-1 1 0 0,0 1 0 0 0,2-24-1 0 0,2 9-100 0 0,2 0 0 0 0,2 0 0 0 0,1 0 0 0 0,1 1 0 0 0,2 1 0 0 0,18-37 0 0 0,-10 31-428 0 0,1 0-1 0 0,3 2 0 0 0,1 0 1 0 0,1 1-1 0 0,2 2 1 0 0,49-47-1 0 0,-8 18-857 0 0,3 4 0 0 0,79-50 0 0 0,-127 93 1134 0 0,8-6-62 0 0,0-1 1 0 0,38-35-1 0 0,-62 50 275 0 0,0 0 0 0 0,0-1 0 0 0,-1 0 0 0 0,1 0 0 0 0,-2 0 0 0 0,1-1 1 0 0,-2 0-1 0 0,1 0 0 0 0,-1 0 0 0 0,0 0 0 0 0,-1-1 0 0 0,0 0 0 0 0,3-18 0 0 0,-6 24 56 0 0,0-1-1 0 0,0 1 0 0 0,0-1 0 0 0,-1 1 1 0 0,1-1-1 0 0,-1 1 0 0 0,0-1 1 0 0,-1 1-1 0 0,1-1 0 0 0,-1 1 0 0 0,0 0 1 0 0,0 0-1 0 0,0 0 0 0 0,0 0 1 0 0,-1 0-1 0 0,0 1 0 0 0,1-1 0 0 0,-2 1 1 0 0,1-1-1 0 0,0 1 0 0 0,0 0 1 0 0,-1 0-1 0 0,0 1 0 0 0,0-1 0 0 0,0 1 1 0 0,0 0-1 0 0,-7-3 0 0 0,9 4-28 0 0,0 1 0 0 0,-1-1 0 0 0,1 1-1 0 0,-1 0 1 0 0,1 0 0 0 0,-1 0 0 0 0,1 0 0 0 0,0 0-1 0 0,-1 0 1 0 0,1 1 0 0 0,-1-1 0 0 0,1 1-1 0 0,0 0 1 0 0,-1-1 0 0 0,1 1 0 0 0,0 0 0 0 0,0 0-1 0 0,0 1 1 0 0,0-1 0 0 0,0 0 0 0 0,0 1 0 0 0,0-1-1 0 0,0 1 1 0 0,0 0 0 0 0,1 0 0 0 0,-1 0-1 0 0,-2 3 1 0 0,-2 3-6 0 0,1 1-1 0 0,0 0 1 0 0,0 0-1 0 0,-7 20 0 0 0,3-3 6 0 0,2 1 0 0 0,2 0-1 0 0,0 1 1 0 0,1-1 0 0 0,2 1-1 0 0,1 0 1 0 0,1 0 0 0 0,2 0-1 0 0,9 51 1 0 0,-9-67 7 0 0,1 0 1 0 0,0-1-1 0 0,1 1 0 0 0,0-1 0 0 0,1 0 1 0 0,1 0-1 0 0,-1 0 0 0 0,10 12 0 0 0,-13-20-11 0 0,0-1 0 0 0,0 1-1 0 0,1-1 1 0 0,-1 1 0 0 0,1-1 0 0 0,-1 0-1 0 0,1 0 1 0 0,-1 0 0 0 0,1-1-1 0 0,0 1 1 0 0,0 0 0 0 0,0-1-1 0 0,0 0 1 0 0,0 0 0 0 0,0 0 0 0 0,0 0-1 0 0,1 0 1 0 0,-1-1 0 0 0,0 1-1 0 0,0-1 1 0 0,1 0 0 0 0,-1 0 0 0 0,0 0-1 0 0,0 0 1 0 0,1-1 0 0 0,-1 1-1 0 0,0-1 1 0 0,0 0 0 0 0,0 0 0 0 0,0 0-1 0 0,1 0 1 0 0,-2-1 0 0 0,1 1-1 0 0,0-1 1 0 0,4-2 0 0 0,4-4 4 0 0,-1-1 1 0 0,1 1-1 0 0,-2-2 0 0 0,1 1 1 0 0,-1-1-1 0 0,0-1 1 0 0,-1 0-1 0 0,-1 0 0 0 0,10-17 1 0 0,6-17 17 0 0,19-53 0 0 0,-38 89-22 0 0,83-199-110 0 0,-87 207 102 0 0,0 0-1 0 0,0 0 0 0 0,0 1 0 0 0,0-1 1 0 0,1 0-1 0 0,-1 1 0 0 0,0-1 0 0 0,1 0 0 0 0,-1 1 1 0 0,0-1-1 0 0,1 0 0 0 0,-1 1 0 0 0,1-1 1 0 0,-1 1-1 0 0,1-1 0 0 0,-1 1 0 0 0,1-1 1 0 0,-1 1-1 0 0,1-1 0 0 0,0 1 0 0 0,-1-1 0 0 0,1 1 1 0 0,0 0-1 0 0,-1-1 0 0 0,1 1 0 0 0,0 0 1 0 0,-1 0-1 0 0,1 0 0 0 0,0-1 0 0 0,0 1 0 0 0,-1 0 1 0 0,1 0-1 0 0,0 0 0 0 0,0 0 0 0 0,-1 0 1 0 0,1 0-1 0 0,0 0 0 0 0,-1 1 0 0 0,1-1 1 0 0,0 0-1 0 0,0 0 0 0 0,-1 0 0 0 0,1 1 0 0 0,0-1 1 0 0,-1 0-1 0 0,1 1 0 0 0,0-1 0 0 0,-1 1 1 0 0,1-1-1 0 0,-1 1 0 0 0,1-1 0 0 0,-1 1 1 0 0,1-1-1 0 0,-1 1 0 0 0,1 0 0 0 0,-1-1 0 0 0,1 2 1 0 0,2 2 7 0 0,1 1 1 0 0,-1 0 0 0 0,0 0 0 0 0,-1 0-1 0 0,1 0 1 0 0,1 6 0 0 0,10 38 62 0 0,-3 2-1 0 0,9 82 1 0 0,-11-59 379 0 0,-9-72-413 0 0,1-1 0 0 0,-1 0-1 0 0,0 0 1 0 0,0 0-1 0 0,0 0 1 0 0,0 0 0 0 0,0 1-1 0 0,0-1 1 0 0,0 0-1 0 0,0 0 1 0 0,-1 0-1 0 0,1 0 1 0 0,0 0 0 0 0,-1 0-1 0 0,1 0 1 0 0,-2 2-1 0 0,-1-5 173 0 0,1-12-163 0 0,3-11-89 0 0,0 0 1 0 0,2 1 0 0 0,1-1-1 0 0,1 1 1 0 0,15-45-1 0 0,-15 55 21 0 0,0 0 0 0 0,2 0-1 0 0,-1 1 1 0 0,2 0 0 0 0,0 0 0 0 0,0 1-1 0 0,1 0 1 0 0,1 0 0 0 0,0 1-1 0 0,1 0 1 0 0,12-9 0 0 0,-20 18 18 0 0,-1 0 1 0 0,1 0 0 0 0,0 0-1 0 0,0 0 1 0 0,0 1 0 0 0,0-1-1 0 0,0 1 1 0 0,0 0 0 0 0,0 0-1 0 0,1 0 1 0 0,-1 0-1 0 0,0 1 1 0 0,1-1 0 0 0,-1 1-1 0 0,0 0 1 0 0,1 0 0 0 0,-1 0-1 0 0,0 0 1 0 0,1 1-1 0 0,-1-1 1 0 0,0 1 0 0 0,1 0-1 0 0,-1 0 1 0 0,0 0 0 0 0,6 3-1 0 0,-4-1 56 0 0,-1 1 0 0 0,1-1 0 0 0,-1 1-1 0 0,0 0 1 0 0,0 0 0 0 0,0 0 0 0 0,-1 0-1 0 0,1 1 1 0 0,-1-1 0 0 0,0 1 0 0 0,0 0 0 0 0,-1 0-1 0 0,1 0 1 0 0,2 10 0 0 0,0 3 288 0 0,-1 1 0 0 0,0-1 0 0 0,-2 1 0 0 0,1 36 1 0 0,-10 78 667 0 0,2-68-786 0 0,6-35-101 0 0,-1-29-115 0 0,0 0-1 0 0,0 0 1 0 0,1 0-1 0 0,-1 0 1 0 0,0 0-1 0 0,0 0 0 0 0,1 0 1 0 0,-1 0-1 0 0,0 0 1 0 0,1-1-1 0 0,-1 1 1 0 0,1 0-1 0 0,-1 0 1 0 0,1 0-1 0 0,-1 0 0 0 0,1-1 1 0 0,0 1-1 0 0,-1 0 1 0 0,1-1-1 0 0,0 1 1 0 0,0 0-1 0 0,-1-1 1 0 0,1 1-1 0 0,0-1 0 0 0,0 1 1 0 0,0-1-1 0 0,0 0 1 0 0,0 1-1 0 0,0-1 1 0 0,1 0-1 0 0,9-1-148 0 0,0 0 0 0 0,0-1-1 0 0,0-1 1 0 0,-1 0 0 0 0,1 0 0 0 0,-1-1-1 0 0,1 0 1 0 0,-1-1 0 0 0,0 0 0 0 0,-1-1-1 0 0,0 0 1 0 0,11-8 0 0 0,6-7-424 0 0,-1-1 1 0 0,42-47-1 0 0,-52 51 404 0 0,0-1 0 0 0,-2 0-1 0 0,23-41 1 0 0,-31 51 238 0 0,-1 0 0 0 0,-1 0 0 0 0,0 0 0 0 0,0 0 0 0 0,0-1 0 0 0,-1 0 0 0 0,-1 1 0 0 0,1-1 0 0 0,-2 0 0 0 0,1 0 0 0 0,-2 0 0 0 0,0-10 0 0 0,1 18-56 0 0,0 1 0 0 0,0 0 0 0 0,0 0 0 0 0,0 0 0 0 0,-1 0-1 0 0,1 0 1 0 0,0 0 0 0 0,0 0 0 0 0,-1 0 0 0 0,1 0 0 0 0,-1 0 0 0 0,1 0 0 0 0,-1 0 0 0 0,1 0-1 0 0,-1 0 1 0 0,0 0 0 0 0,1 0 0 0 0,-1 0 0 0 0,0 0 0 0 0,0 1 0 0 0,0-1 0 0 0,0 0 0 0 0,1 1-1 0 0,-1-1 1 0 0,0 1 0 0 0,0-1 0 0 0,0 1 0 0 0,0-1 0 0 0,0 1 0 0 0,0-1 0 0 0,-1 1-1 0 0,1 0 1 0 0,0 0 0 0 0,0 0 0 0 0,-1-1 0 0 0,0 2-15 0 0,0-1 0 0 0,0 1 0 0 0,0 0 0 0 0,0-1 0 0 0,0 1 0 0 0,0 0 0 0 0,0 0 0 0 0,0 0 0 0 0,0 1 0 0 0,1-1 0 0 0,-1 0 0 0 0,0 1 0 0 0,1-1 0 0 0,-1 1 0 0 0,1-1 0 0 0,0 1 0 0 0,-2 2 0 0 0,-6 11 5 0 0,0 1 0 0 0,1 0 0 0 0,1 0 0 0 0,0 0-1 0 0,1 1 1 0 0,1 0 0 0 0,-4 26 0 0 0,5-18 7 0 0,1 1-1 0 0,1-1 1 0 0,2 0 0 0 0,4 44-1 0 0,-3-60-4 0 0,0 0 1 0 0,1 0-1 0 0,0-1 0 0 0,1 1 0 0 0,0-1 1 0 0,0 0-1 0 0,1 0 0 0 0,-1 0 0 0 0,2 0 1 0 0,0 0-1 0 0,0-1 0 0 0,0 0 0 0 0,0 0 0 0 0,1 0 1 0 0,1-1-1 0 0,10 9 0 0 0,-9-9-135 0 0,0-1-1 0 0,1 0 1 0 0,0 0-1 0 0,0-1 1 0 0,0 0-1 0 0,0-1 1 0 0,1 0-1 0 0,-1 0 1 0 0,1-1-1 0 0,0-1 0 0 0,0 1 1 0 0,0-1-1 0 0,0-1 1 0 0,17-1-1 0 0,-9 0-314 0 0,0-2 0 0 0,0 0 0 0 0,0-1 0 0 0,-1 0-1 0 0,1-2 1 0 0,-1 0 0 0 0,0-1 0 0 0,-1 0 0 0 0,17-11-1 0 0,-20 10 147 0 0,0-2-1 0 0,-1 1 0 0 0,0-1 1 0 0,0-1-1 0 0,-1 0 0 0 0,-1-1 1 0 0,1 0-1 0 0,-2-1 0 0 0,0 0 1 0 0,13-26-1 0 0,-10 14 407 0 0,-2-1 0 0 0,0 0 0 0 0,9-44 0 0 0,-13 38 1830 0 0,-1 0 0 0 0,1-59 1 0 0,-6 90-1927 0 0,0 1-1 0 0,1 0 1 0 0,-1 0 0 0 0,0 0 0 0 0,0-1 0 0 0,0 1 0 0 0,0 0 0 0 0,0 0 0 0 0,0-1 0 0 0,0 1-1 0 0,0 0 1 0 0,0 0 0 0 0,0 0 0 0 0,0-1 0 0 0,-1 1 0 0 0,1 0 0 0 0,0 0 0 0 0,0 0 0 0 0,0-1 0 0 0,0 1-1 0 0,0 0 1 0 0,0 0 0 0 0,0 0 0 0 0,0 0 0 0 0,-1-1 0 0 0,1 1 0 0 0,0 0 0 0 0,0 0 0 0 0,0 0 0 0 0,0 0-1 0 0,0 0 1 0 0,-1-1 0 0 0,1 1 0 0 0,0 0 0 0 0,0 0 0 0 0,0 0 0 0 0,-1 0 0 0 0,1 0 0 0 0,0 0 0 0 0,0 0-1 0 0,0 0 1 0 0,-1 0 0 0 0,1 0 0 0 0,0 0 0 0 0,0 0 0 0 0,-1 0 0 0 0,1 0 0 0 0,0 0 0 0 0,0 0 0 0 0,0 0-1 0 0,-1 0 1 0 0,1 0 0 0 0,0 0 0 0 0,0 0 0 0 0,0 0 0 0 0,-1 0 0 0 0,1 1 0 0 0,-9 5 198 0 0,6-1-96 0 0,-1-1 0 0 0,1 2 0 0 0,0-1 0 0 0,1 0 0 0 0,-1 0 0 0 0,1 1 0 0 0,-2 7 0 0 0,-10 42 529 0 0,13-49-586 0 0,-1 2 16 0 0,-8 37 348 0 0,-4 57 1 0 0,13-89-378 0 0,0 0 0 0 0,2 0-1 0 0,-1 0 1 0 0,1 0 0 0 0,1 0-1 0 0,1 0 1 0 0,-1 0-1 0 0,2 0 1 0 0,6 14 0 0 0,-9-24-33 0 0,0 0 0 0 0,1 0 0 0 0,-1 0 0 0 0,1-1 0 0 0,0 1 1 0 0,0-1-1 0 0,0 1 0 0 0,0-1 0 0 0,0 0 0 0 0,1 0 0 0 0,-1 0 1 0 0,1 0-1 0 0,-1 0 0 0 0,1 0 0 0 0,0-1 0 0 0,-1 1 0 0 0,5 1 0 0 0,-2-2-5 0 0,0 0-1 0 0,-1 0 0 0 0,1 0 0 0 0,0-1 0 0 0,0 0 0 0 0,0 0 0 0 0,-1 0 0 0 0,1 0 0 0 0,0-1 0 0 0,6-1 0 0 0,4-3-83 0 0,0 1 0 0 0,-1-2-1 0 0,0 0 1 0 0,0-1-1 0 0,0 0 1 0 0,13-11 0 0 0,-14 9-75 0 0,0-2 1 0 0,-1 0 0 0 0,0 0 0 0 0,-1-1 0 0 0,0 0-1 0 0,-1-1 1 0 0,-1 0 0 0 0,0-1 0 0 0,0 0-1 0 0,-2 0 1 0 0,0-1 0 0 0,0 0 0 0 0,-1 0 0 0 0,7-32-1 0 0,-11 36 117 0 0,0 0-1 0 0,-1 0 1 0 0,0 0-1 0 0,-1 0 1 0 0,0-1 0 0 0,-1 1-1 0 0,0 0 1 0 0,-1 0-1 0 0,-6-21 1 0 0,5 23 53 0 0,0 1 0 0 0,-1-1 0 0 0,0 1 1 0 0,-1 0-1 0 0,0 0 0 0 0,0 1 1 0 0,-1-1-1 0 0,0 1 0 0 0,0 1 0 0 0,0-1 1 0 0,-1 1-1 0 0,0 0 0 0 0,-10-7 0 0 0,9 8 4 0 0,0 1-1 0 0,0-1 1 0 0,-1 1-1 0 0,0 1 1 0 0,1 0-1 0 0,-1 0 0 0 0,0 0 1 0 0,-1 1-1 0 0,1 1 1 0 0,0-1-1 0 0,-1 2 1 0 0,-13-1-1 0 0,18 1-21 0 0,1 1 0 0 0,-1-1 0 0 0,0 1-1 0 0,1 0 1 0 0,-1 0 0 0 0,1 1 0 0 0,0-1 0 0 0,-1 1 0 0 0,1 0 0 0 0,0 0-1 0 0,0 0 1 0 0,0 1 0 0 0,0-1 0 0 0,0 1 0 0 0,1 0 0 0 0,-1 0-1 0 0,1 0 1 0 0,0 1 0 0 0,0-1 0 0 0,0 1 0 0 0,0 0 0 0 0,0 0 0 0 0,1 0-1 0 0,0 0 1 0 0,0 0 0 0 0,0 0 0 0 0,-2 6 0 0 0,4-7 2 0 0,-1-1 0 0 0,0 0 0 0 0,1 1 0 0 0,-1-1 0 0 0,1 0 0 0 0,0 1 0 0 0,0-1 0 0 0,0 0 0 0 0,0 1 1 0 0,0-1-1 0 0,0 0 0 0 0,1 1 0 0 0,-1-1 0 0 0,1 0 0 0 0,0 1 0 0 0,-1-1 0 0 0,1 0 0 0 0,0 0 0 0 0,2 3 0 0 0,-1-2-27 0 0,0-1 1 0 0,0 1-1 0 0,1-1 0 0 0,-1 0 0 0 0,1 0 0 0 0,0 1 0 0 0,0-2 0 0 0,0 1 0 0 0,0 0 0 0 0,0 0 0 0 0,6 1 1 0 0,3 1-331 0 0,1-1 1 0 0,-1 0 0 0 0,1-1 0 0 0,0 0 0 0 0,23-1 0 0 0,12-4-382 0 0,-1-2 1 0 0,0-2-1 0 0,54-16 1 0 0,-50 11 426 0 0,2-1 24 0 0,-15 3 1556 0 0,66-7 1 0 0,-103 17-1221 0 0,1 0-1 0 0,-1 0 1 0 0,0 0 0 0 0,0 1 0 0 0,0-1-1 0 0,0 1 1 0 0,0-1 0 0 0,-1 0 0 0 0,1 1-1 0 0,0-1 1 0 0,0 1 0 0 0,0 0 0 0 0,0-1 0 0 0,0 1-1 0 0,-1 0 1 0 0,1 0 0 0 0,0-1 0 0 0,-1 1-1 0 0,1 0 1 0 0,0 0 0 0 0,-1 0 0 0 0,1 0-1 0 0,-1 0 1 0 0,1 0 0 0 0,-1 0 0 0 0,0 0 0 0 0,1 1-1 0 0,5 26 867 0 0,-6 16 26 0 0,-9 70 0 0 0,6-82-777 0 0,1-14-111 0 0,0 0 28 0 0,0 1 0 0 0,1-1 0 0 0,1 1-1 0 0,4 30 1 0 0,-4-45-72 0 0,1 1 0 0 0,0-1 0 0 0,0 0 0 0 0,1 1 0 0 0,-1-1 0 0 0,1 0 1 0 0,0 0-1 0 0,0 0 0 0 0,1 0 0 0 0,-1-1 0 0 0,1 1 0 0 0,0 0 0 0 0,0-1 0 0 0,0 0 0 0 0,0 0 0 0 0,0 0 0 0 0,1 0 0 0 0,-1 0 0 0 0,1-1 0 0 0,0 1 0 0 0,0-1 0 0 0,0 0 0 0 0,0 0 0 0 0,8 2 0 0 0,-5-2-129 0 0,1 0 0 0 0,0-1-1 0 0,-1 1 1 0 0,1-2 0 0 0,0 1-1 0 0,0-1 1 0 0,0 0 0 0 0,0-1-1 0 0,0 1 1 0 0,-1-2 0 0 0,1 1-1 0 0,13-5 1 0 0,-11 2-113 0 0,0 0 0 0 0,0-1-1 0 0,0-1 1 0 0,-1 0 0 0 0,0 0-1 0 0,0 0 1 0 0,0-1 0 0 0,9-10 0 0 0,-2-1-20 0 0,0-1 0 0 0,-1-1 0 0 0,-2 0 0 0 0,0 0 0 0 0,0-1-1 0 0,-2-1 1 0 0,13-36 0 0 0,4-42 2301 0 0,-5 18 806 0 0,-23 81-2694 0 0,0 3-64 0 0,1 20 301 0 0,-1 0-1 0 0,-1 0 1 0 0,-7 42-1 0 0,1-9 18 0 0,4-28-251 0 0,-7 103 308 0 0,9-108-364 0 0,2 1 1 0 0,0-1 0 0 0,8 39 0 0 0,-9-58-102 0 0,1 0 1 0 0,0 0-1 0 0,-1-1 1 0 0,1 1-1 0 0,0 0 1 0 0,1-1-1 0 0,-1 1 1 0 0,0-1-1 0 0,1 1 1 0 0,-1-1-1 0 0,1 0 0 0 0,0 0 1 0 0,0 0-1 0 0,0 0 1 0 0,0 0-1 0 0,0 0 1 0 0,0 0-1 0 0,1 0 1 0 0,-1-1-1 0 0,0 1 1 0 0,1-1-1 0 0,2 1 1 0 0,0-1-61 0 0,-1 0 1 0 0,1 0-1 0 0,-1 0 0 0 0,1-1 1 0 0,-1 0-1 0 0,1 0 1 0 0,-1 0-1 0 0,1 0 1 0 0,-1-1-1 0 0,1 0 0 0 0,-1 0 1 0 0,0 0-1 0 0,7-3 1 0 0,8-4-227 0 0,-1 0 0 0 0,0-2 0 0 0,-1 0 0 0 0,1-1 0 0 0,-2-1 0 0 0,0-1 0 0 0,0 0 1 0 0,-2-1-1 0 0,22-25 0 0 0,3-9-542 0 0,60-98 0 0 0,-95 138 793 0 0,55-99-370 0 0,-54 97 471 0 0,-1 0 1 0 0,0 0-1 0 0,0-1 1 0 0,-2 0-1 0 0,1 1 1 0 0,-1-1-1 0 0,-1 0 1 0 0,1-21-1 0 0,-2 31-38 0 0,0-1-1 0 0,0 0 1 0 0,-1 1-1 0 0,1-1 1 0 0,0 1 0 0 0,-1-1-1 0 0,1 0 1 0 0,-1 1-1 0 0,1-1 1 0 0,-1 1 0 0 0,0-1-1 0 0,1 1 1 0 0,-1 0-1 0 0,0-1 1 0 0,0 1-1 0 0,0 0 1 0 0,0 0 0 0 0,0-1-1 0 0,-1 1 1 0 0,1 0-1 0 0,0 0 1 0 0,-1 0 0 0 0,1 0-1 0 0,0 1 1 0 0,-1-1-1 0 0,1 0 1 0 0,-1 1 0 0 0,1-1-1 0 0,-1 0 1 0 0,1 1-1 0 0,-1 0 1 0 0,0-1-1 0 0,1 1 1 0 0,-1 0 0 0 0,1 0-1 0 0,-1 0 1 0 0,0 0-1 0 0,1 0 1 0 0,-4 1 0 0 0,1-1-3 0 0,0 1 1 0 0,0 0 0 0 0,0 0 0 0 0,0 0-1 0 0,0 1 1 0 0,0-1 0 0 0,0 1 0 0 0,0 0-1 0 0,1 0 1 0 0,-1 0 0 0 0,1 1 0 0 0,0-1-1 0 0,-1 1 1 0 0,-3 4 0 0 0,3-2-30 0 0,1 0 0 0 0,0 0 0 0 0,0 0 0 0 0,0 0 0 0 0,1 0 0 0 0,0 0 0 0 0,0 1 0 0 0,0-1 0 0 0,0 1 0 0 0,1 0 0 0 0,0-1 0 0 0,0 9 0 0 0,1-5-2 0 0,0 0-1 0 0,1 0 0 0 0,0 0 1 0 0,0 0-1 0 0,1 0 1 0 0,1 0-1 0 0,3 9 1 0 0,6 10-9 0 0,1 0 1 0 0,2-1 0 0 0,28 40 0 0 0,-34-53 2 0 0,20 27 8 0 0,-14-21 81 0 0,-1 0 1 0 0,19 38-1 0 0,-32-56-56 0 0,0 0 0 0 0,0 1 0 0 0,-1-1 1 0 0,1 0-1 0 0,0 0 0 0 0,-1 1 0 0 0,0-1 0 0 0,1 0 1 0 0,-1 1-1 0 0,0-1 0 0 0,0 0 0 0 0,0 1 0 0 0,-1-1 1 0 0,1 0-1 0 0,0 1 0 0 0,-1-1 0 0 0,0 0 1 0 0,1 1-1 0 0,-2 1 0 0 0,0 0-3 0 0,0-1 0 0 0,0-1 0 0 0,-1 1 0 0 0,1 0 0 0 0,0 0 0 0 0,-1-1 0 0 0,0 0 0 0 0,0 1 0 0 0,1-1 0 0 0,-1 0 0 0 0,-5 2 0 0 0,-5 2-34 0 0,0 0 0 0 0,0-2 0 0 0,-1 1 0 0 0,1-2-1 0 0,-19 4 1 0 0,4-3-900 0 0,-1-2 1 0 0,0 0-1 0 0,-39-4 1 0 0,36 0-3244 0 0,-37-9 1 0 0,26 1-4062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7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34 572 92 0 0,'-33'12'18818'0'0,"48"-19"-18700"0"0,19-10 202 0 0,-1-1 0 0 0,-1-2 0 0 0,32-26 0 0 0,82-78 13 0 0,-117 97-309 0 0,0-2 0 0 0,-2-1 1 0 0,-1-1-1 0 0,-2-1 0 0 0,-1-1 0 0 0,34-66 0 0 0,-52 90-39 0 0,-2 0-1 0 0,0-1 1 0 0,0 1 0 0 0,2-11-1 0 0,-5 20 13 0 0,0-1 0 0 0,0 1-1 0 0,0 0 1 0 0,0-1 0 0 0,0 1 0 0 0,0-1-1 0 0,0 1 1 0 0,0-1 0 0 0,0 1 0 0 0,0-1 0 0 0,0 1-1 0 0,0-1 1 0 0,0 1 0 0 0,0-1 0 0 0,-1 1-1 0 0,1 0 1 0 0,0-1 0 0 0,0 1 0 0 0,0-1-1 0 0,-1 1 1 0 0,1 0 0 0 0,0-1 0 0 0,-1 1-1 0 0,1 0 1 0 0,0-1 0 0 0,-1 1 0 0 0,1 0-1 0 0,0-1 1 0 0,-1 1 0 0 0,1 0 0 0 0,0 0-1 0 0,-1 0 1 0 0,1-1 0 0 0,-1 1 0 0 0,1 0-1 0 0,-1 0 1 0 0,1 0 0 0 0,-1 0 0 0 0,1 0-1 0 0,0 0 1 0 0,-1 0 0 0 0,1 0 0 0 0,-2 0-1 0 0,-18 5-60 0 0,11 0 40 0 0,1 0-1 0 0,0 1 1 0 0,0 0 0 0 0,0 0-1 0 0,1 0 1 0 0,0 1 0 0 0,1 1-1 0 0,-1-1 1 0 0,1 1 0 0 0,1 0-1 0 0,-1 0 1 0 0,1 1 0 0 0,-4 10-1 0 0,6-13 17 0 0,1 1 0 0 0,-1 0 0 0 0,1 0 0 0 0,1 0 0 0 0,-1 0 0 0 0,1 0 0 0 0,1 0-1 0 0,-1 0 1 0 0,1 0 0 0 0,0 1 0 0 0,1-1 0 0 0,0 0 0 0 0,0 0 0 0 0,0 0 0 0 0,1 0 0 0 0,0 0-1 0 0,0 0 1 0 0,6 10 0 0 0,5 4 1 0 0,1 0-1 0 0,0-1 1 0 0,24 24 0 0 0,18 25-37 0 0,-51-62 104 0 0,-1-1-1 0 0,0 1 1 0 0,0 0 0 0 0,-1 0 0 0 0,1 0-1 0 0,-2 0 1 0 0,1 0 0 0 0,2 13 0 0 0,-4-16 9 0 0,-1 0 0 0 0,0 0 0 0 0,0-1-1 0 0,0 1 1 0 0,-1 0 0 0 0,1 0 0 0 0,-1-1 0 0 0,0 1 0 0 0,0 0 0 0 0,0-1 0 0 0,-1 1 0 0 0,1-1 0 0 0,-1 1 0 0 0,0-1-1 0 0,0 1 1 0 0,0-1 0 0 0,0 0 0 0 0,0 0 0 0 0,-5 4 0 0 0,-2 2 61 0 0,-1-1-1 0 0,0 0 1 0 0,0 0-1 0 0,-1-1 1 0 0,0 0-1 0 0,0-1 1 0 0,0 0-1 0 0,-1-1 1 0 0,0 0 0 0 0,0-1-1 0 0,-1-1 1 0 0,1 0-1 0 0,-1 0 1 0 0,1-1-1 0 0,-23 0 1 0 0,32-2-154 0 0,1 0-1 0 0,-1 0 1 0 0,1 0 0 0 0,-1 0-1 0 0,0-1 1 0 0,1 1 0 0 0,-1-1 0 0 0,1 0-1 0 0,-4-1 1 0 0,5 1-35 0 0,1 1-1 0 0,-1-1 1 0 0,0 1 0 0 0,0-1-1 0 0,0 0 1 0 0,1 1 0 0 0,-1-1-1 0 0,0 0 1 0 0,1 1 0 0 0,-1-1-1 0 0,1 0 1 0 0,-1 0 0 0 0,1 0-1 0 0,-1 0 1 0 0,1 1 0 0 0,-1-1-1 0 0,1 0 1 0 0,0-1 0 0 0,-1-1-95 0 0,1 1 0 0 0,1 0-1 0 0,-1-1 1 0 0,0 1 0 0 0,0 0 0 0 0,1 0 0 0 0,0-1 0 0 0,-1 1 0 0 0,1 0 0 0 0,0 0-1 0 0,0 0 1 0 0,0 0 0 0 0,0 0 0 0 0,0 0 0 0 0,1 0 0 0 0,-1 0 0 0 0,1 0 0 0 0,1-2-1 0 0,47-46-3693 0 0,1 3 0 0 0,94-68 0 0 0,-38 32 2755 0 0,-7-6 5616 0 0,-84 71-2051 0 0,-13 14-1833 0 0,1 0-1 0 0,-1 0 1 0 0,1 0-1 0 0,0 0 1 0 0,6-3 0 0 0,-9 6-345 0 0,0 3 9 0 0,2 7-115 0 0,-1-1 1 0 0,0 1-1 0 0,0-1 0 0 0,-1 1 1 0 0,0 0-1 0 0,-1 0 0 0 0,0 12 1 0 0,0 14 47 0 0,1-29-199 0 0,2 35 226 0 0,12 65-1 0 0,-12-95-233 0 0,-1 0-1 0 0,1-1 1 0 0,1 1 0 0 0,0-1 0 0 0,0 0-1 0 0,1 0 1 0 0,1-1 0 0 0,-1 1-1 0 0,1-1 1 0 0,1 0 0 0 0,10 11 0 0 0,-13-17-71 0 0,-1-1 1 0 0,1 1-1 0 0,0 0 1 0 0,0-1-1 0 0,0 0 1 0 0,0 0 0 0 0,0 0-1 0 0,0 0 1 0 0,1-1-1 0 0,-1 1 1 0 0,0-1 0 0 0,1 0-1 0 0,-1-1 1 0 0,1 1-1 0 0,0-1 1 0 0,-1 0-1 0 0,1 0 1 0 0,-1 0 0 0 0,1-1-1 0 0,-1 1 1 0 0,1-1-1 0 0,-1 0 1 0 0,1-1-1 0 0,-1 1 1 0 0,0-1 0 0 0,1 0-1 0 0,6-4 1 0 0,0 0-153 0 0,0-1 0 0 0,0-1 1 0 0,0 0-1 0 0,-1 0 0 0 0,-1-1 1 0 0,1 0-1 0 0,-1-1 0 0 0,12-16 1 0 0,-7 4-38 0 0,-1-1-1 0 0,-1 0 1 0 0,0-1 0 0 0,13-41 0 0 0,19-103 455 0 0,-27 99 684 0 0,-12 88-602 0 0,-17 361 3291 0 0,8-317-3103 0 0,-35 375 1516 0 0,22-305-1510 0 0,-44 163-1 0 0,51-261-333 0 0,-1 0-1 0 0,-1-1 0 0 0,-2-1 0 0 0,-1 0 0 0 0,-25 39 1 0 0,31-59-38 0 0,0-1 0 0 0,-1 1 0 0 0,-1-2 1 0 0,0 1-1 0 0,0-2 0 0 0,-16 13 1 0 0,18-17-57 0 0,1-1 1 0 0,-1 0 0 0 0,0 0 0 0 0,-1-1 0 0 0,1 0-1 0 0,-1-1 1 0 0,1 1 0 0 0,-1-2 0 0 0,0 0 0 0 0,-15 2 0 0 0,15-3-49 0 0,-1-1-1 0 0,1 0 1 0 0,0-1 0 0 0,0 0 0 0 0,0-1 0 0 0,0 0 0 0 0,1 0 0 0 0,-1-1 0 0 0,0 0 0 0 0,1-1 0 0 0,0 0 0 0 0,0 0 0 0 0,0-1 0 0 0,0 0 0 0 0,1-1 0 0 0,0 0-1 0 0,0 0 1 0 0,0-1 0 0 0,1 0 0 0 0,-12-13 0 0 0,12 9-52 0 0,-1 1 1 0 0,2-1-1 0 0,-1 0 0 0 0,1 0 0 0 0,1-1 1 0 0,0 1-1 0 0,1-1 0 0 0,0-1 0 0 0,1 1 1 0 0,0 0-1 0 0,1-1 0 0 0,0 0 0 0 0,1 1 1 0 0,0-1-1 0 0,3-25 0 0 0,3 11-220 0 0,0-1-1 0 0,2 1 1 0 0,1 0 0 0 0,1 0-1 0 0,1 1 1 0 0,2 1-1 0 0,28-48 1 0 0,-1 14-392 0 0,2 3 1 0 0,49-53-1 0 0,3 10-384 0 0,112-93 1 0 0,117-72-508 0 0,-276 227 1254 0 0,-28 23 166 0 0,124-108-664 0 0,-127 108 721 0 0,-1-2-1 0 0,0 0 1 0 0,-1-1 0 0 0,-1 0-1 0 0,-1-1 1 0 0,16-32 0 0 0,-26 48 56 0 0,0 0 0 0 0,0-1 0 0 0,0 1 0 0 0,0 0 0 0 0,-1 0 1 0 0,1-1-1 0 0,-1 1 0 0 0,1 0 0 0 0,-1-1 0 0 0,0 1 0 0 0,0-1 0 0 0,0 1 1 0 0,0 0-1 0 0,-1-1 0 0 0,1 1 0 0 0,0 0 0 0 0,-1-1 0 0 0,0 1 0 0 0,0 0 1 0 0,1-1-1 0 0,-1 1 0 0 0,-1 0 0 0 0,1 0 0 0 0,0 0 0 0 0,0 0 0 0 0,-3-2 1 0 0,2 2 1 0 0,0 0 1 0 0,0 1 0 0 0,-1-1-1 0 0,1 1 1 0 0,-1 0 0 0 0,1 0-1 0 0,-1-1 1 0 0,0 2 0 0 0,1-1-1 0 0,-1 0 1 0 0,0 1 0 0 0,0-1-1 0 0,1 1 1 0 0,-1 0 0 0 0,0-1-1 0 0,0 2 1 0 0,0-1 0 0 0,0 0-1 0 0,1 0 1 0 0,-1 1 0 0 0,0 0-1 0 0,-3 1 1 0 0,-2 0-9 0 0,0 1 0 0 0,0 0 0 0 0,0 0 0 0 0,1 1 0 0 0,0 0 0 0 0,0 0 0 0 0,0 1 0 0 0,0 0 0 0 0,0 0 0 0 0,1 1 0 0 0,0-1 0 0 0,-6 9 0 0 0,8-9 1 0 0,1-1 0 0 0,0 1 1 0 0,0 0-1 0 0,1 0 0 0 0,-1 0 1 0 0,1 0-1 0 0,0 1 0 0 0,0-1 1 0 0,1 1-1 0 0,0-1 0 0 0,0 1 1 0 0,0-1-1 0 0,0 1 0 0 0,1 0 1 0 0,0-1-1 0 0,0 1 0 0 0,1 0 0 0 0,0-1 1 0 0,1 6-1 0 0,5 10 0 0 0,0 0 1 0 0,2-1-1 0 0,0 0 0 0 0,2 0 1 0 0,0-1-1 0 0,1 0 0 0 0,15 16 0 0 0,-7-6 33 0 0,26 47-1 0 0,-43-72 29 0 0,-1 0 0 0 0,-1 0-1 0 0,1 1 1 0 0,-1-1 0 0 0,1 0-1 0 0,-1 1 1 0 0,0-1-1 0 0,-1 1 1 0 0,1-1 0 0 0,-1 1-1 0 0,0 0 1 0 0,0-1-1 0 0,-1 6 1 0 0,0-7-3 0 0,0 1 1 0 0,0-1-1 0 0,-1 1 0 0 0,1-1 0 0 0,-1 1 1 0 0,0-1-1 0 0,0 0 0 0 0,0 0 0 0 0,0 0 1 0 0,0 0-1 0 0,-1 0 0 0 0,1-1 1 0 0,-1 1-1 0 0,0-1 0 0 0,0 1 0 0 0,-4 2 1 0 0,-7 3 67 0 0,0 0 1 0 0,-1 0 0 0 0,1-2-1 0 0,-1 0 1 0 0,-23 6 0 0 0,4-3 128 0 0,-48 4 0 0 0,81-12-256 0 0,0-1 1 0 0,0 0 0 0 0,0 0-1 0 0,0 0 1 0 0,1 1 0 0 0,-1-1 0 0 0,0 0-1 0 0,0 0 1 0 0,0 0 0 0 0,0 0-1 0 0,1-1 1 0 0,-1 1 0 0 0,0 0-1 0 0,0 0 1 0 0,0 0 0 0 0,1-1-1 0 0,-1 1 1 0 0,0 0 0 0 0,0-1-1 0 0,1 1 1 0 0,-1 0 0 0 0,-1-2-1 0 0,2 1-17 0 0,0 1 0 0 0,0-1-1 0 0,0 0 1 0 0,0 1 0 0 0,0-1-1 0 0,0 0 1 0 0,0 1 0 0 0,0-1-1 0 0,0 0 1 0 0,0 1 0 0 0,1-1-1 0 0,-1 0 1 0 0,0 1 0 0 0,1-1-1 0 0,-1 1 1 0 0,0-1 0 0 0,1 0-1 0 0,-1 1 1 0 0,0-1-1 0 0,1 1 1 0 0,0-1 0 0 0,30-29-1142 0 0,-30 29 1126 0 0,249-211-6578 0 0,-20-22 985 0 0,-177 171 2969 0 0,-2-2-658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8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51 507 4100 0 0,'21'-53'1569'0'0,"-3"0"-1"0"0,-3-2 1 0 0,-1 0-1 0 0,-3 0 1 0 0,4-72-1 0 0,-7 18 3290 0 0,-116 816-1613 0 0,88-565-2958 0 0,-4 243 0 0 0,24-369-279 0 0,1 1-1 0 0,1-1 1 0 0,0 0 0 0 0,1 0 0 0 0,1 0-1 0 0,1 0 1 0 0,0 0 0 0 0,10 21-1 0 0,-11-31-66 0 0,0 1 0 0 0,0 0 0 0 0,0-1 0 0 0,1 0 0 0 0,0 0 0 0 0,0-1 0 0 0,0 1 0 0 0,1-1 0 0 0,0 0 0 0 0,0 0-1 0 0,0-1 1 0 0,1 0 0 0 0,-1 0 0 0 0,1 0 0 0 0,0-1 0 0 0,0 0 0 0 0,1 0 0 0 0,-1-1 0 0 0,0 0 0 0 0,9 1 0 0 0,-9-2-67 0 0,0 0 1 0 0,0-1-1 0 0,0 0 1 0 0,0 0-1 0 0,0 0 1 0 0,0-1-1 0 0,0 0 1 0 0,-1 0-1 0 0,1-1 1 0 0,0 0-1 0 0,-1 0 1 0 0,1-1-1 0 0,-1 0 1 0 0,7-3-1 0 0,-3 0 10 0 0,-2-1-1 0 0,1 1 0 0 0,-1-2 1 0 0,0 1-1 0 0,0-1 1 0 0,-1 0-1 0 0,0 0 0 0 0,8-13 1 0 0,-1-3 118 0 0,0-1 1 0 0,-2 0-1 0 0,-1-1 1 0 0,-1-1 0 0 0,-1 0-1 0 0,6-30 1 0 0,-11 36 395 0 0,-1 1 0 0 0,2-28 0 0 0,-5 41-271 0 0,0 0-1 0 0,0 0 0 0 0,0 0 0 0 0,-1 0 0 0 0,0 0 0 0 0,0 1 1 0 0,-1-1-1 0 0,0 0 0 0 0,0 0 0 0 0,-5-9 0 0 0,6 16-118 0 0,1-1 0 0 0,0 1 1 0 0,-1-1-1 0 0,1 1 0 0 0,-1-1 0 0 0,0 1 0 0 0,1-1 0 0 0,-1 1 0 0 0,1-1 0 0 0,-1 1 0 0 0,1 0 1 0 0,-1-1-1 0 0,0 1 0 0 0,1 0 0 0 0,-1 0 0 0 0,0-1 0 0 0,0 1 0 0 0,1 0 0 0 0,-1 0 0 0 0,0 0 1 0 0,1 0-1 0 0,-1 0 0 0 0,0 0 0 0 0,0 0 0 0 0,1 0 0 0 0,-1 0 0 0 0,0 0 0 0 0,1 0 0 0 0,-1 1 1 0 0,-1-1-1 0 0,0 1-4 0 0,1-1 1 0 0,-1 1-1 0 0,0 0 0 0 0,0 0 1 0 0,1 0-1 0 0,-1 0 1 0 0,1 0-1 0 0,-1 0 0 0 0,1 1 1 0 0,-2 1-1 0 0,-5 7 1 0 0,0 1-1 0 0,2 0 0 0 0,-1 0 0 0 0,1 1 1 0 0,1 0-1 0 0,0 0 0 0 0,1 0 1 0 0,0 1-1 0 0,1-1 0 0 0,-3 20 0 0 0,4-21 10 0 0,1 1 0 0 0,0-1 0 0 0,1 0-1 0 0,0 0 1 0 0,1 1 0 0 0,1-1 0 0 0,-1 0-1 0 0,2 0 1 0 0,-1 0 0 0 0,1 0 0 0 0,1-1 0 0 0,8 17-1 0 0,-9-21-37 0 0,1 0-1 0 0,1 0 1 0 0,-1 0-1 0 0,1-1 1 0 0,0 1-1 0 0,0-1 0 0 0,1-1 1 0 0,0 1-1 0 0,0-1 1 0 0,10 6-1 0 0,-6-4-202 0 0,1-1 0 0 0,0-1 0 0 0,0 1 0 0 0,1-2 0 0 0,-1 0 0 0 0,14 2 0 0 0,-7-3-366 0 0,0 0 0 0 0,0-1-1 0 0,0-1 1 0 0,-1-1 0 0 0,1-1 0 0 0,0 0 0 0 0,0-1 0 0 0,29-10 0 0 0,-30 6 225 0 0,-1 0 0 0 0,-1-1-1 0 0,1-1 1 0 0,-1 0 0 0 0,-1-1 0 0 0,0-1 0 0 0,0-1 0 0 0,-1 1-1 0 0,-1-2 1 0 0,0 0 0 0 0,0 0 0 0 0,-2-1 0 0 0,11-17 0 0 0,7-16 1567 0 0,-3-1 1 0 0,38-99 0 0 0,-49 111 626 0 0,15-39 1786 0 0,-27 73-3309 0 0,-2 3-266 0 0,1-1 0 0 0,-1 0 1 0 0,1 0-1 0 0,0 1 0 0 0,-1-1 1 0 0,1 1-1 0 0,-1-1 0 0 0,1 1 0 0 0,-1-1 1 0 0,1 1-1 0 0,-1-1 0 0 0,0 1 1 0 0,1-1-1 0 0,-1 1 0 0 0,1-1 1 0 0,-1 1-1 0 0,0 0 0 0 0,0-1 1 0 0,1 1-1 0 0,-1 0 0 0 0,0-1 1 0 0,0 1-1 0 0,0 0 0 0 0,0-1 0 0 0,0 1 1 0 0,0 0-1 0 0,0 0 0 0 0,2 25 609 0 0,-2-21-486 0 0,0 38 437 0 0,-3 0-1 0 0,-12 69 1 0 0,9-72-449 0 0,-8 76 411 0 0,13-113-505 0 0,16-19-104 0 0,-8 3-132 0 0,66-113-1190 0 0,-62 109 1254 0 0,2 1 0 0 0,0 0 1 0 0,0 0-1 0 0,2 1 0 0 0,15-12 1 0 0,-22 21 69 0 0,0 1 1 0 0,0 1 0 0 0,1-1 0 0 0,-1 1 0 0 0,17-4 0 0 0,-24 7 41 0 0,1 1 0 0 0,-1-1 0 0 0,0 1 0 0 0,1 0 0 0 0,0 0 0 0 0,-1 0 0 0 0,1 0 0 0 0,-1 0 1 0 0,1 0-1 0 0,-1 0 0 0 0,1 0 0 0 0,-1 1 0 0 0,1-1 0 0 0,-1 1 0 0 0,2 0 0 0 0,2 0-9 0 0,0 1 4 0 0,0-1-1 0 0,-1 1 0 0 0,1 0 1 0 0,0 0-1 0 0,-1 1 0 0 0,1-1 1 0 0,-1 1-1 0 0,0 0 0 0 0,0 0 0 0 0,0 0 1 0 0,0 1-1 0 0,0 0 0 0 0,4 5 1 0 0,3 5-3 0 0,-1 1 0 0 0,11 19 0 0 0,-21-33 13 0 0,8 12 46 0 0,-1 1-1 0 0,-1 0 1 0 0,-1 0 0 0 0,0 0-1 0 0,0 1 1 0 0,-2-1 0 0 0,1 1 0 0 0,-2 0-1 0 0,0 0 1 0 0,-1 17 0 0 0,-1-31-31 0 0,0 0-1 0 0,0 0 1 0 0,0 0 0 0 0,0 1-1 0 0,0-1 1 0 0,0 0 0 0 0,-1 0-1 0 0,1 0 1 0 0,0 0 0 0 0,-1 0-1 0 0,1 0 1 0 0,-1 0 0 0 0,1 0-1 0 0,-1 0 1 0 0,0 2 0 0 0,0-3-9 0 0,1 0 0 0 0,0 1 0 0 0,-1-1 1 0 0,1 0-1 0 0,-1 1 0 0 0,1-1 0 0 0,-1 0 0 0 0,1 0 1 0 0,0 0-1 0 0,-1 0 0 0 0,1 1 0 0 0,-1-1 1 0 0,1 0-1 0 0,-1 0 0 0 0,1 0 0 0 0,-1 0 1 0 0,1 0-1 0 0,-1 0 0 0 0,1 0 0 0 0,-1 0 0 0 0,1 0 1 0 0,-1 0-1 0 0,1 0 0 0 0,0-1 0 0 0,-1 1 1 0 0,0 0-1 0 0,0-1-6 0 0,1 0 1 0 0,-1 1-1 0 0,1-1 1 0 0,0 0-1 0 0,-1 0 0 0 0,1 0 1 0 0,0 1-1 0 0,0-1 1 0 0,-1 0-1 0 0,1 0 0 0 0,0 0 1 0 0,0 0-1 0 0,0 1 1 0 0,0-1-1 0 0,0 0 1 0 0,0 0-1 0 0,0 0 0 0 0,0-1 1 0 0,0 2-2 0 0,0-15-88 0 0,1 0 0 0 0,0-1 1 0 0,1 1-1 0 0,0 0 1 0 0,6-18-1 0 0,27-71-379 0 0,-31 94 452 0 0,5-14-44 0 0,1 1 1 0 0,1 0-1 0 0,19-28 0 0 0,-25 43 40 0 0,1 0-1 0 0,0 1 1 0 0,0-1-1 0 0,0 1 0 0 0,1 0 1 0 0,0 1-1 0 0,1-1 1 0 0,-1 2-1 0 0,1-1 0 0 0,0 1 1 0 0,17-8-1 0 0,-21 11 53 0 0,-1 1 1 0 0,1 0-1 0 0,0 0 0 0 0,0 0 1 0 0,-1 0-1 0 0,1 1 0 0 0,0-1 1 0 0,0 1-1 0 0,0 0 0 0 0,0 0 1 0 0,0 1-1 0 0,0-1 0 0 0,-1 1 1 0 0,1 0-1 0 0,0 0 0 0 0,0 0 1 0 0,3 2-1 0 0,-2-1 48 0 0,-1 1 0 0 0,0 0 0 0 0,0 0 0 0 0,0 0 0 0 0,0 0 1 0 0,-1 1-1 0 0,1-1 0 0 0,-1 1 0 0 0,0 0 0 0 0,0 0 0 0 0,4 8 0 0 0,0 4 95 0 0,1 0 0 0 0,-2 1 0 0 0,-1 0-1 0 0,0 1 1 0 0,-1-1 0 0 0,2 21 0 0 0,-2-11-139 0 0,5 33-366 0 0,1-24-2837 0 0,-1-28-3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54 4448 0 0,'-201'-22'13852'0'0,"194"19"-12648"0"0,11-1-657 0 0,11-1-275 0 0,23-2-186 0 0,0 1-1 0 0,50-1 0 0 0,78 7-2097 0 0,-102 1 792 0 0,91 3-6156 0 0,-79 0-191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28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3488 0 0,'0'0'9791'0'0,"13"8"-6630"0"0,-11-2-2994 0 0,-1-1 0 0 0,0 0-1 0 0,0 1 1 0 0,-1-1 0 0 0,0 1-1 0 0,1-1 1 0 0,-2 1 0 0 0,1-1-1 0 0,-1 1 1 0 0,0-1 0 0 0,0 0-1 0 0,0 1 1 0 0,-1-1 0 0 0,1 0 0 0 0,-6 9-1 0 0,-4 9-133 0 0,-1 0-1 0 0,-15 21 1 0 0,-37 47-2208 0 0,18-34-5082 0 0,26-34-112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503 176 348 0 0,'4'-7'758'0'0,"-1"0"0"0"0,0 0 0 0 0,-1 0 0 0 0,0 0 0 0 0,0-1 0 0 0,0 1 0 0 0,-1 0 0 0 0,0-1 0 0 0,-1 1 0 0 0,1-1 0 0 0,-2 0 0 0 0,1 1 0 0 0,-1-1 0 0 0,0 1-1 0 0,0 0 1 0 0,-1-1 0 0 0,0 1 0 0 0,-6-14 0 0 0,7 20-694 0 0,1-1-1 0 0,-1 1 0 0 0,0-1 0 0 0,0 1 0 0 0,0 0 0 0 0,0 0 0 0 0,0-1 1 0 0,0 1-1 0 0,0 0 0 0 0,0 0 0 0 0,-1 0 0 0 0,1 0 0 0 0,0 0 1 0 0,-1 0-1 0 0,1 1 0 0 0,-1-1 0 0 0,1 0 0 0 0,-1 1 0 0 0,1-1 1 0 0,-1 1-1 0 0,1-1 0 0 0,-3 1 0 0 0,1 0-19 0 0,-1 0 0 0 0,1 0 0 0 0,0 0 0 0 0,-1 1 0 0 0,1-1 0 0 0,0 1 0 0 0,-1 0 0 0 0,1 0 0 0 0,0 0 0 0 0,-4 2 0 0 0,-5 4 0 0 0,-1 1 0 0 0,1 0 0 0 0,-20 17 0 0 0,-10 15-17 0 0,1 1 1 0 0,3 3-1 0 0,1 0 1 0 0,3 3 0 0 0,1 1-1 0 0,-44 88 1 0 0,65-114-41 0 0,2 0 1 0 0,1 1 0 0 0,0 0-1 0 0,2 1 1 0 0,0-1-1 0 0,-5 44 1 0 0,11-59 4 0 0,1 0 1 0 0,0 0-1 0 0,1-1 1 0 0,-1 1-1 0 0,1 0 1 0 0,1 0-1 0 0,-1 0 1 0 0,2-1-1 0 0,-1 1 1 0 0,7 13-1 0 0,-6-16 3 0 0,0 0-1 0 0,1 0 1 0 0,0 0-1 0 0,0 0 1 0 0,0-1 0 0 0,1 1-1 0 0,-1-1 1 0 0,1 0 0 0 0,0 0-1 0 0,0-1 1 0 0,0 0-1 0 0,1 0 1 0 0,-1 0 0 0 0,1 0-1 0 0,9 2 1 0 0,0-1-112 0 0,0 0 1 0 0,1-1 0 0 0,-1-1-1 0 0,1 0 1 0 0,-1-1 0 0 0,1-1-1 0 0,-1-1 1 0 0,1 0-1 0 0,-1-1 1 0 0,20-5 0 0 0,-7 1-69 0 0,-1-2 0 0 0,-1-1-1 0 0,1-2 1 0 0,45-24 0 0 0,-53 23 125 0 0,-1-1 0 0 0,0 0 0 0 0,0-1 0 0 0,-2 0 0 0 0,1-2 0 0 0,-2 0 0 0 0,0-1 0 0 0,-1 0 0 0 0,-1-1 0 0 0,16-29 0 0 0,-9 7 305 0 0,-1 0 0 0 0,-3-1 0 0 0,-1-1 1 0 0,12-55-1 0 0,-22 81 306 0 0,-2 0 0 0 0,4-33 1 0 0,-7 47-473 0 0,-3 3-66 0 0,1 1 0 0 0,1 0 0 0 0,-1 0 0 0 0,0 1 1 0 0,0-1-1 0 0,1 0 0 0 0,-1 1 0 0 0,1-1 0 0 0,-2 5 0 0 0,-12 26 15 0 0,1 1 1 0 0,-13 55-1 0 0,22-68-22 0 0,1 0 0 0 0,1 0-1 0 0,0 1 1 0 0,2-1 0 0 0,3 38 0 0 0,-2-51-2 0 0,1 0-1 0 0,1-1 1 0 0,0 1 0 0 0,0-1-1 0 0,0 1 1 0 0,1-1 0 0 0,0 0-1 0 0,0 0 1 0 0,1 0 0 0 0,0-1-1 0 0,0 1 1 0 0,0-1 0 0 0,1 0-1 0 0,0 0 1 0 0,7 6 0 0 0,-7-8 0 0 0,0 0 1 0 0,0-1 0 0 0,0 1 0 0 0,1-1-1 0 0,-1-1 1 0 0,1 1 0 0 0,0-1-1 0 0,0 1 1 0 0,0-2 0 0 0,0 1 0 0 0,0-1-1 0 0,0 0 1 0 0,1 0 0 0 0,-1-1 0 0 0,0 1-1 0 0,1-1 1 0 0,-1-1 0 0 0,0 1-1 0 0,7-3 1 0 0,-4 2 0 0 0,0-2 0 0 0,0 1-1 0 0,0-1 1 0 0,0-1 0 0 0,0 0 0 0 0,-1 0-1 0 0,0-1 1 0 0,0 1 0 0 0,0-2-1 0 0,0 1 1 0 0,-1-1 0 0 0,0 0 0 0 0,0-1-1 0 0,9-11 1 0 0,-8 7 3 0 0,-1 0 0 0 0,0 0 1 0 0,-1 0-1 0 0,0-1 0 0 0,0 0 0 0 0,-1 0 0 0 0,-1 0 0 0 0,0-1 1 0 0,-1 1-1 0 0,2-15 0 0 0,-3 14 2 0 0,-1 0 0 0 0,0-1 0 0 0,-1 1 0 0 0,-1-1 0 0 0,0 1 1 0 0,-1-1-1 0 0,0 1 0 0 0,-1 0 0 0 0,-8-23 0 0 0,8 27-3 0 0,-1 0 0 0 0,0 1 0 0 0,-1-1 0 0 0,0 1-1 0 0,0 0 1 0 0,-1 0 0 0 0,0 1 0 0 0,-1-1 0 0 0,1 1 0 0 0,-1 1 0 0 0,-1-1 0 0 0,1 1 0 0 0,-1 0 0 0 0,-9-4 0 0 0,12 7-9 0 0,0 0 0 0 0,-1 1 0 0 0,1 0 0 0 0,-1 0 0 0 0,1 0 0 0 0,-1 1 0 0 0,0 0 1 0 0,0 0-1 0 0,1 0 0 0 0,-1 1 0 0 0,0 0 0 0 0,0 0 0 0 0,-10 1 0 0 0,8 1-2 0 0,0 0 0 0 0,0 1 0 0 0,0-1-1 0 0,0 2 1 0 0,0-1 0 0 0,1 1 0 0 0,-1 0-1 0 0,-10 9 1 0 0,2-1-5 0 0,2 1-1 0 0,0 0 1 0 0,0 2 0 0 0,2-1-1 0 0,0 2 1 0 0,0-1 0 0 0,-13 27-1 0 0,18-31 8 0 0,2 1 0 0 0,0-1 0 0 0,0 1 0 0 0,1 0 0 0 0,1 0 0 0 0,0 1 0 0 0,0-1 0 0 0,1 0 0 0 0,1 1 0 0 0,0 25 0 0 0,2-33 2 0 0,-1 1 0 0 0,1 0 0 0 0,0-1 0 0 0,1 0 0 0 0,-1 1 0 0 0,1-1-1 0 0,0 0 1 0 0,0 1 0 0 0,1-1 0 0 0,-1 0 0 0 0,1-1 0 0 0,0 1-1 0 0,1 0 1 0 0,-1-1 0 0 0,1 0 0 0 0,0 0 0 0 0,0 0 0 0 0,0 0 0 0 0,0-1-1 0 0,1 1 1 0 0,0-1 0 0 0,-1 0 0 0 0,1 0 0 0 0,0-1 0 0 0,1 0-1 0 0,8 4 1 0 0,0-3-9 0 0,-1 0 0 0 0,1-1-1 0 0,0 0 1 0 0,-1-1 0 0 0,1 0-1 0 0,0-1 1 0 0,0-1 0 0 0,0 0-1 0 0,25-6 1 0 0,-11 0-24 0 0,1-2 1 0 0,-1 0-1 0 0,41-21 1 0 0,-50 19 1 0 0,0 0 1 0 0,0-1-1 0 0,-1-1 0 0 0,24-23 1 0 0,59-67-10 0 0,-34 32-61 0 0,-66 70 94 0 0,0-1 0 0 0,0 1-1 0 0,0 0 1 0 0,0 0 0 0 0,0 0 0 0 0,0 1 0 0 0,0-1 0 0 0,0 0-1 0 0,0 0 1 0 0,0 0 0 0 0,0 1 0 0 0,1-1 0 0 0,-1 1 0 0 0,0-1-1 0 0,0 1 1 0 0,1-1 0 0 0,-1 1 0 0 0,0 0 0 0 0,1-1 0 0 0,-1 1-1 0 0,0 0 1 0 0,1 0 0 0 0,-1 0 0 0 0,1 0 0 0 0,-1 1 0 0 0,0-1 0 0 0,1 0-1 0 0,1 1 1 0 0,-2 0 5 0 0,1 1 0 0 0,-1-1 0 0 0,1 0 0 0 0,-1 1 0 0 0,0 0-1 0 0,0-1 1 0 0,0 1 0 0 0,0 0 0 0 0,0-1 0 0 0,0 1 0 0 0,0 0 0 0 0,0 0 0 0 0,-1 0-1 0 0,1 0 1 0 0,-1 0 0 0 0,1 0 0 0 0,-1 0 0 0 0,0 3 0 0 0,2 25-1 0 0,-1-1-1 0 0,-1 1 1 0 0,-5 34 0 0 0,-20 87 177 0 0,23-136-21 0 0,6-20-65 0 0,9-27-39 0 0,-10 25-50 0 0,73-158 34 0 0,-66 149-47 0 0,0-1-1 0 0,0 2 1 0 0,2-1 0 0 0,0 1-1 0 0,0 1 1 0 0,2 0-1 0 0,21-17 1 0 0,-32 28 14 0 0,1 0 0 0 0,0 1 0 0 0,-1 0 0 0 0,1-1 0 0 0,0 1 1 0 0,0 1-1 0 0,0-1 0 0 0,0 1 0 0 0,1-1 0 0 0,-1 1 0 0 0,0 0 0 0 0,1 1 0 0 0,-1-1 0 0 0,0 1 0 0 0,1 0 1 0 0,-1 0-1 0 0,1 0 0 0 0,-1 0 0 0 0,0 1 0 0 0,1 0 0 0 0,-1 0 0 0 0,0 0 0 0 0,1 0 0 0 0,-1 1 0 0 0,0 0 1 0 0,0 0-1 0 0,0 0 0 0 0,-1 0 0 0 0,1 0 0 0 0,0 1 0 0 0,-1 0 0 0 0,1 0 0 0 0,-1 0 0 0 0,0 0 0 0 0,0 0 1 0 0,0 0-1 0 0,-1 1 0 0 0,1 0 0 0 0,-1-1 0 0 0,0 1 0 0 0,0 0 0 0 0,0 0 0 0 0,0 0 0 0 0,-1 0 0 0 0,2 8 1 0 0,0 1 57 0 0,0 0 0 0 0,-1 0 0 0 0,-1 0 1 0 0,0 1-1 0 0,-2 19 0 0 0,-12 66 184 0 0,7-68-499 0 0,-2 60 1 0 0,8-89 167 0 0,0 0 1 0 0,0-1-1 0 0,0 1 1 0 0,0 0-1 0 0,0 0 1 0 0,1-1-1 0 0,-1 1 1 0 0,0 0 0 0 0,1-1-1 0 0,0 1 1 0 0,-1 0-1 0 0,1-1 1 0 0,0 1-1 0 0,0-1 1 0 0,0 1-1 0 0,0-1 1 0 0,0 1-1 0 0,0-1 1 0 0,0 0 0 0 0,0 1-1 0 0,3 1 1 0 0,-2-2-46 0 0,0 0-1 0 0,1 0 1 0 0,-1 0 0 0 0,0-1 0 0 0,1 1 0 0 0,-1-1 0 0 0,0 1 0 0 0,1-1 0 0 0,-1 0-1 0 0,1 0 1 0 0,-1 0 0 0 0,0 0 0 0 0,5-1 0 0 0,4-1-229 0 0,0-1 0 0 0,0 0-1 0 0,0-1 1 0 0,0 0 0 0 0,16-9 0 0 0,-6 0 141 0 0,-1-1 0 0 0,0 0 1 0 0,-1-2-1 0 0,0 0 0 0 0,22-26 0 0 0,75-101 1029 0 0,-98 120-468 0 0,0 0 620 0 0,-1-1 0 0 0,-1 0 0 0 0,-1-1 0 0 0,-1-1 0 0 0,14-35 0 0 0,-28 61-926 0 0,0-1 0 0 0,1 1 0 0 0,-1-1 0 0 0,0 1 0 0 0,1-1 0 0 0,-1 0 0 0 0,0 1 0 0 0,0-1 0 0 0,0 0 0 0 0,1 1 0 0 0,-1-1 0 0 0,0 0 0 0 0,0 1-1 0 0,0-1 1 0 0,0 0 0 0 0,0 1 0 0 0,0-1 0 0 0,-1 0 0 0 0,1 1 0 0 0,0-1 0 0 0,0 0 0 0 0,0 1 0 0 0,0-1 0 0 0,-1 0 0 0 0,1 1 0 0 0,0-1 0 0 0,-1 1 0 0 0,1-1 0 0 0,-1 1 0 0 0,1-1 0 0 0,0 1-1 0 0,-1-1 1 0 0,1 1 0 0 0,-2-1 0 0 0,1 0-7 0 0,-1 1 0 0 0,0 0 0 0 0,1 0 0 0 0,-1 0 1 0 0,0 0-1 0 0,1 0 0 0 0,-1 0 0 0 0,0 1 0 0 0,1-1 0 0 0,-1 0 0 0 0,0 1 0 0 0,1-1 0 0 0,-2 2 0 0 0,-10 3 19 0 0,0 2 1 0 0,-14 8-1 0 0,15-7-23 0 0,0 0-1 0 0,0 1 1 0 0,1 0-1 0 0,1 1 1 0 0,-1 0-1 0 0,1 1 0 0 0,-10 14 1 0 0,18-22-20 0 0,-1 1-1 0 0,1 0 1 0 0,-1 0-1 0 0,1-1 1 0 0,0 1 0 0 0,1 0-1 0 0,-1 1 1 0 0,1-1 0 0 0,0 0-1 0 0,0 0 1 0 0,0 1 0 0 0,0-1-1 0 0,1 0 1 0 0,0 1-1 0 0,0-1 1 0 0,0 1 0 0 0,0-1-1 0 0,1 0 1 0 0,0 1 0 0 0,0-1-1 0 0,0 0 1 0 0,0 0 0 0 0,1 1-1 0 0,-1-1 1 0 0,1 0-1 0 0,0 0 1 0 0,5 6 0 0 0,9 9-6 0 0,0-1 1 0 0,1-1-1 0 0,38 30 1 0 0,-35-31-15 0 0,-1 0 0 0 0,-1 0 1 0 0,29 36-1 0 0,-44-49 33 0 0,-1 0 0 0 0,0 0-1 0 0,0 0 1 0 0,-1 0 0 0 0,1 0 0 0 0,-1 0 0 0 0,1 1-1 0 0,-1-1 1 0 0,0 1 0 0 0,0-1 0 0 0,-1 1 0 0 0,1-1-1 0 0,-1 1 1 0 0,1-1 0 0 0,-1 1 0 0 0,0-1 0 0 0,-1 1-1 0 0,0 5 1 0 0,0-5 33 0 0,-1 1 0 0 0,0-1 0 0 0,0 0 0 0 0,0 0 0 0 0,0 0-1 0 0,-1 0 1 0 0,1 0 0 0 0,-1 0 0 0 0,0-1 0 0 0,0 1 0 0 0,0-1 0 0 0,-7 5-1 0 0,0 0 70 0 0,-1-1 0 0 0,1 0 0 0 0,-2-1-1 0 0,1 0 1 0 0,-1-1 0 0 0,0 0 0 0 0,0-1-1 0 0,0 0 1 0 0,-17 2 0 0 0,15-4-8 0 0,-1-1 1 0 0,0 0 0 0 0,-25-3-1 0 0,33 2-89 0 0,0-1 0 0 0,1 0-1 0 0,-1-1 1 0 0,1 1 0 0 0,-1-1-1 0 0,1-1 1 0 0,0 1 0 0 0,0-1-1 0 0,0 0 1 0 0,-9-6 0 0 0,14 8-84 0 0,0 0 0 0 0,-1 0 0 0 0,1 0 0 0 0,0 0 0 0 0,0 0 0 0 0,0 0 0 0 0,0-1 0 0 0,0 1 0 0 0,1 0 0 0 0,-1 0 0 0 0,0-1 0 0 0,0 1 0 0 0,1 0 0 0 0,-1-1 0 0 0,1 1 0 0 0,0-1 0 0 0,-1 1 0 0 0,1-1 0 0 0,0 1 0 0 0,0-1 0 0 0,-1 1 0 0 0,1-1 0 0 0,1-2 0 0 0,0 1-136 0 0,-1 0 1 0 0,2 0 0 0 0,-1 1-1 0 0,0-1 1 0 0,0 0-1 0 0,1 1 1 0 0,0-1-1 0 0,-1 1 1 0 0,1-1 0 0 0,0 1-1 0 0,3-3 1 0 0,6-5-1038 0 0,1 0 0 0 0,0 0 0 0 0,22-11 0 0 0,-32 19 1064 0 0,49-27-5115 0 0,-20 12 769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1 284 952 0 0,'20'-40'4041'0'0,"-1"-2"0"0"0,-2 0 0 0 0,18-73 0 0 0,-22 72-1373 0 0,-12 42-2481 0 0,-1 17 262 0 0,-5 23 242 0 0,-17 75 1 0 0,3-26-404 0 0,17-74-292 0 0,-17 120 295 0 0,17-114-378 0 0,2 0-1 0 0,0 1 1 0 0,1-1-1 0 0,6 33 1 0 0,-6-49-98 0 0,0 0 1 0 0,0 0-1 0 0,0 0 1 0 0,1 0-1 0 0,3 6 1 0 0,-4-9 10 0 0,0 0 0 0 0,-1 1-1 0 0,1-1 1 0 0,0 0 0 0 0,0 0 0 0 0,0 0 0 0 0,0 0 0 0 0,0 0 0 0 0,0 0-1 0 0,0-1 1 0 0,0 1 0 0 0,1 0 0 0 0,-1-1 0 0 0,0 1 0 0 0,0 0 0 0 0,1-1-1 0 0,-1 1 1 0 0,0-1 0 0 0,1 0 0 0 0,-1 1 0 0 0,0-1 0 0 0,1 0-1 0 0,-1 0 1 0 0,2 0 0 0 0,19-5-1950 0 0,-19 4 1401 0 0,-1 0 1 0 0,1-1-1 0 0,-1 1 0 0 0,1-1 0 0 0,-1 1 1 0 0,0-1-1 0 0,4-4 0 0 0,8-10-5447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4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120 165 1800 0 0,'-4'-14'1039'0'0,"1"0"-1"0"0,-2 1 1 0 0,0-1 0 0 0,-1 1-1 0 0,0 0 1 0 0,0 0 0 0 0,-2 1-1 0 0,0 0 1 0 0,0 0 0 0 0,-17-18-1 0 0,25 30-1028 0 0,-1-1 0 0 0,1 1 0 0 0,-1 0 0 0 0,1-1 0 0 0,0 1 0 0 0,-1 0 0 0 0,1-1 0 0 0,-1 1 0 0 0,1 0 0 0 0,-1-1 0 0 0,0 1 0 0 0,1 0 0 0 0,-1 0 0 0 0,1 0 0 0 0,-1 0 0 0 0,1-1 0 0 0,-1 1-1 0 0,1 0 1 0 0,-1 0 0 0 0,0 0 0 0 0,1 0 0 0 0,-1 0 0 0 0,1 0 0 0 0,-1 1 0 0 0,1-1 0 0 0,-1 0 0 0 0,0 0 0 0 0,1 0 0 0 0,-1 0 0 0 0,1 1 0 0 0,-1-1 0 0 0,1 0 0 0 0,-1 1 0 0 0,1-1 0 0 0,-1 0 0 0 0,1 1 0 0 0,-1-1 0 0 0,1 0 0 0 0,0 1 0 0 0,-1-1 0 0 0,1 1 0 0 0,0-1-1 0 0,-1 2 1 0 0,-1 0-136 0 0,1 0 1 0 0,-1 0-1 0 0,1 1 0 0 0,0-1 0 0 0,0 1 0 0 0,0 0 0 0 0,-1 4 0 0 0,1 4-1212 0 0,0 1 1 0 0,0-1-1 0 0,1 1 1 0 0,3 17 0 0 0,0-6-2228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0 1220 0 0,'5'5'14767'0'0,"-15"0"-12718"0"0,-1 1-3450 0 0,-1 2 1495 0 0,0 1 1 0 0,1 0-1 0 0,0 1 0 0 0,0 0 1 0 0,1 0-1 0 0,0 2 0 0 0,-15 22 1 0 0,22-29-90 0 0,0 0 1 0 0,0 0-1 0 0,1 0 0 0 0,0 0 1 0 0,0 0-1 0 0,0 1 0 0 0,1-1 1 0 0,-1 1-1 0 0,1-1 1 0 0,0 1-1 0 0,1 0 0 0 0,0-1 1 0 0,0 1-1 0 0,0 0 1 0 0,0-1-1 0 0,1 1 0 0 0,0 0 1 0 0,0-1-1 0 0,1 1 0 0 0,-1-1 1 0 0,1 1-1 0 0,0-1 1 0 0,4 6-1 0 0,5 7-8 0 0,1-2 0 0 0,1 0 0 0 0,26 27 0 0 0,-23-27-5 0 0,0 1 0 0 0,20 30 1 0 0,-35-45 42 0 0,0 0 1 0 0,0 0 0 0 0,0 0 0 0 0,0 0-1 0 0,0 0 1 0 0,-1 1 0 0 0,1-1 0 0 0,-1 0-1 0 0,1 0 1 0 0,-1 1 0 0 0,0-1 0 0 0,1 0-1 0 0,-1 0 1 0 0,-1 1 0 0 0,1-1-1 0 0,0 0 1 0 0,-1 4 0 0 0,-1-2 42 0 0,1 0 1 0 0,-1 0-1 0 0,0 0 1 0 0,0-1-1 0 0,0 1 1 0 0,0 0-1 0 0,0-1 1 0 0,-1 0-1 0 0,-3 4 1 0 0,-2 1 82 0 0,-1 0 0 0 0,0-1 1 0 0,-1 1-1 0 0,0-2 0 0 0,0 0 1 0 0,-11 6-1 0 0,1-3 1 0 0,0-1 0 0 0,-21 6 0 0 0,32-11-137 0 0,1-1-1 0 0,-1-1 1 0 0,1 1 0 0 0,-1-1-1 0 0,0-1 1 0 0,1 0-1 0 0,-1 0 1 0 0,-9-2 0 0 0,17 2-90 0 0,-1 0 1 0 0,1 0 0 0 0,0 0 0 0 0,-1-1 0 0 0,1 1 0 0 0,-1 0-1 0 0,1-1 1 0 0,-1 1 0 0 0,1-1 0 0 0,0 0 0 0 0,-1 0-1 0 0,1 1 1 0 0,0-1 0 0 0,0 0 0 0 0,-1 0 0 0 0,1 0 0 0 0,0 0-1 0 0,0 0 1 0 0,0 0 0 0 0,0 0 0 0 0,0-1 0 0 0,1 1 0 0 0,-1 0-1 0 0,0-1 1 0 0,1 1 0 0 0,-1 0 0 0 0,0-1 0 0 0,1 1-1 0 0,0-1 1 0 0,-1 1 0 0 0,1 0 0 0 0,0-1 0 0 0,0 1 0 0 0,0-1-1 0 0,0 1 1 0 0,0-1 0 0 0,0 1 0 0 0,0-1 0 0 0,0 1 0 0 0,0-1-1 0 0,1 1 1 0 0,-1-1 0 0 0,2-1 0 0 0,0-5-485 0 0,2 0 0 0 0,-1 0 0 0 0,1 1 1 0 0,0 0-1 0 0,1-1 0 0 0,8-9 0 0 0,69-75-6535 0 0,-45 57 2489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134 202 1464 0 0,'10'-39'5371'0'0,"-3"-1"0"0"0,5-80 0 0 0,-12 118-4920 0 0,0 5-272 0 0,-85 549 2726 0 0,46-273-2482 0 0,10-64-207 0 0,23-146-79 0 0,3 78 0 0 0,3-142-170 0 0,5 50-476 0 0,-5-51 232 0 0,1 0-1 0 0,0-1 1 0 0,0 1 0 0 0,1 0 0 0 0,-1-1 0 0 0,1 1 0 0 0,-1-1 0 0 0,1 0 0 0 0,0 1 0 0 0,1-1 0 0 0,3 5 0 0 0,-5-8 57 0 0,0 1 1 0 0,-1-1 0 0 0,1 1-1 0 0,0-1 1 0 0,0 0 0 0 0,0 1 0 0 0,0-1-1 0 0,-1 0 1 0 0,1 1 0 0 0,0-1-1 0 0,0 0 1 0 0,0 0 0 0 0,0 0 0 0 0,0 0-1 0 0,0 0 1 0 0,0 0 0 0 0,0 0-1 0 0,0 0 1 0 0,0 0 0 0 0,0-1-1 0 0,-1 1 1 0 0,3-1 0 0 0,15-7-3893 0 0,-18 8 3931 0 0,15-12-6236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168 153 2896 0 0,'-159'-92'15812'0'0,"158"91"-15789"0"0,1 1 0 0 0,-1 0 0 0 0,1 0 0 0 0,-1 0 1 0 0,1-1-1 0 0,0 1 0 0 0,-1 0 0 0 0,1-1 0 0 0,-1 1 1 0 0,1 0-1 0 0,0-1 0 0 0,-1 1 0 0 0,1 0 0 0 0,0-1 1 0 0,-1 1-1 0 0,1-1 0 0 0,0 1 0 0 0,0-1 0 0 0,-1 1 1 0 0,1-1-1 0 0,0 1 0 0 0,0-1 0 0 0,0 1 0 0 0,0-1 0 0 0,0 1 1 0 0,0-1-1 0 0,0 1 0 0 0,0-1 0 0 0,0 1 0 0 0,0-1 1 0 0,0 1-1 0 0,0-1 0 0 0,0 1 0 0 0,0-1 0 0 0,0 1 1 0 0,0-1-1 0 0,0 1 0 0 0,1-1 0 0 0,-1 1 0 0 0,0-1 1 0 0,0 1-1 0 0,1 0 0 0 0,-1-1 0 0 0,0 1 0 0 0,1-1 0 0 0,-1 1 1 0 0,0 0-1 0 0,1-1 0 0 0,-1 1 0 0 0,1 0 0 0 0,-1-1 1 0 0,1 1-1 0 0,-1 0 0 0 0,0 0 0 0 0,1-1 0 0 0,-1 1 1 0 0,1 0-1 0 0,-1 0 0 0 0,2 0 0 0 0,30-12-87 0 0,-31 12 69 0 0,34-9-1055 0 0,1 3 0 0 0,0 1 0 0 0,46-1 0 0 0,109 12-7599 0 0,-143-2 3862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35 1944 0 0,'-34'37'7124'0'0,"14"-16"-4403"0"0,-18 25-1 0 0,33-40-2509 0 0,1 0 0 0 0,0 1 0 0 0,0-1 1 0 0,0 1-1 0 0,1 0 0 0 0,0 1 1 0 0,1-1-1 0 0,-4 15 0 0 0,6-20-184 0 0,0 0-1 0 0,0 0 0 0 0,0 0 1 0 0,0 0-1 0 0,0 0 1 0 0,0 0-1 0 0,0 0 0 0 0,1 0 1 0 0,-1 0-1 0 0,1 1 0 0 0,-1-1 1 0 0,1-1-1 0 0,0 1 1 0 0,0 0-1 0 0,0 0 0 0 0,0 0 1 0 0,0 0-1 0 0,2 2 1 0 0,0-2-4 0 0,-1 1 0 0 0,1-1 1 0 0,0 0-1 0 0,0 1 1 0 0,0-1-1 0 0,0-1 0 0 0,0 1 1 0 0,0 0-1 0 0,0-1 1 0 0,5 2-1 0 0,-2-1-3 0 0,0-1 1 0 0,1 1-1 0 0,-1-1 0 0 0,1 0 1 0 0,-1-1-1 0 0,0 1 1 0 0,1-1-1 0 0,-1-1 0 0 0,1 1 1 0 0,-1-1-1 0 0,11-3 1 0 0,-13 3-16 0 0,1-1 0 0 0,-1 1 0 0 0,0-1 1 0 0,0-1-1 0 0,0 1 0 0 0,-1 0 1 0 0,1-1-1 0 0,0 0 0 0 0,-1 0 0 0 0,0 0 1 0 0,1 0-1 0 0,-1 0 0 0 0,-1-1 0 0 0,1 1 1 0 0,0-1-1 0 0,-1 0 0 0 0,0 0 1 0 0,0 0-1 0 0,0 0 0 0 0,2-7 0 0 0,-3 5 0 0 0,1-1-1 0 0,-1 1 0 0 0,-1-1 1 0 0,1 0-1 0 0,-1 1 0 0 0,-1-1 1 0 0,1 0-1 0 0,-1 1 0 0 0,0-1 0 0 0,0 0 1 0 0,-1 1-1 0 0,-5-13 0 0 0,4 11 3 0 0,0 0-1 0 0,-1 1 0 0 0,-1-1 1 0 0,1 1-1 0 0,-1 0 0 0 0,-1 0 1 0 0,1 0-1 0 0,-1 1 0 0 0,0 0 1 0 0,-8-7-1 0 0,10 10 3 0 0,-1 0 0 0 0,1 0 0 0 0,-1 0 0 0 0,0 0 0 0 0,0 1 0 0 0,0 0-1 0 0,0 0 1 0 0,0 0 0 0 0,0 1 0 0 0,0-1 0 0 0,-1 1 0 0 0,1 1 0 0 0,0-1 0 0 0,-1 1 0 0 0,1 0 0 0 0,-9 0 0 0 0,6 2 37 0 0,1 0 0 0 0,0 1 0 0 0,0-1 0 0 0,0 1 0 0 0,0 1 0 0 0,0-1 1 0 0,1 1-1 0 0,0 0 0 0 0,-1 1 0 0 0,1-1 0 0 0,1 1 0 0 0,-1 0 1 0 0,1 1-1 0 0,0-1 0 0 0,-6 10 0 0 0,-5 6 120 0 0,2 1 0 0 0,1 1 0 0 0,-12 26 0 0 0,14-25-64 0 0,1 1 0 0 0,0 1 0 0 0,-9 47 0 0 0,16-61-72 0 0,1 0 0 0 0,1 0 0 0 0,0-1 0 0 0,1 1 0 0 0,0 0 1 0 0,1 0-1 0 0,0 0 0 0 0,1 0 0 0 0,0-1 0 0 0,1 1 0 0 0,5 13 0 0 0,-5-19-34 0 0,0 1 1 0 0,0-1-1 0 0,1 0 0 0 0,0 0 0 0 0,0 0 1 0 0,1-1-1 0 0,-1 1 0 0 0,1-1 1 0 0,0 0-1 0 0,1 0 0 0 0,-1-1 0 0 0,8 5 1 0 0,-3-3-160 0 0,0-1 0 0 0,0 0 0 0 0,1-1 0 0 0,-1 0 0 0 0,1-1 0 0 0,0 0 0 0 0,13 2 0 0 0,0-2-525 0 0,1-1 1 0 0,-1-2-1 0 0,1 0 1 0 0,0-1-1 0 0,-1-2 1 0 0,35-7 0 0 0,-42 6-401 0 0,1-1 0 0 0,0-1 0 0 0,-1 0 0 0 0,0-1 0 0 0,31-18 0 0 0,-7-2-3789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6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24 779 3400 0 0,'8'-24'2566'0'0,"0"0"-1"0"0,8-43 0 0 0,-8 26 244 0 0,-4 26-2053 0 0,-2 7 474 0 0,-4 26-711 0 0,-56 401 1067 0 0,52-389-1320 0 0,5-28-198 0 0,-2-14-38 0 0,3 4-71 0 0,0 0 0 0 0,1-1 0 0 0,0 1-1 0 0,0 0 1 0 0,1 0 0 0 0,0 0 0 0 0,6-15-1 0 0,-3 6-38 0 0,9-30-63 0 0,2 2 1 0 0,29-60-1 0 0,-37 88 114 0 0,1 1 0 0 0,1 0-1 0 0,1 1 1 0 0,0 0 0 0 0,1 1 0 0 0,0 0-1 0 0,1 1 1 0 0,1 0 0 0 0,19-14 0 0 0,-30 25 23 0 0,0 0 0 0 0,1 0 1 0 0,-1 0-1 0 0,0 0 0 0 0,0 1 1 0 0,1-1-1 0 0,-1 1 1 0 0,1 0-1 0 0,-1 0 0 0 0,1 0 1 0 0,0 1-1 0 0,-1-1 0 0 0,1 1 1 0 0,0 0-1 0 0,-1 0 0 0 0,1 0 1 0 0,0 0-1 0 0,-1 1 1 0 0,1-1-1 0 0,0 1 0 0 0,-1 0 1 0 0,1 0-1 0 0,4 3 0 0 0,-3-1 30 0 0,-1-1-1 0 0,0 2 1 0 0,1-1-1 0 0,-1 0 1 0 0,0 1-1 0 0,-1 0 1 0 0,1 0-1 0 0,-1 0 0 0 0,1 0 1 0 0,-1 0-1 0 0,-1 1 1 0 0,1 0-1 0 0,0-1 1 0 0,-1 1-1 0 0,2 8 1 0 0,0 0 72 0 0,0 0 0 0 0,-1 0 0 0 0,-1 1 1 0 0,0-1-1 0 0,-1 0 0 0 0,-1 15 0 0 0,-10 81 247 0 0,1-22-198 0 0,9-84-170 0 0,0 0-1 0 0,0 0 1 0 0,0-1-1 0 0,0 1 0 0 0,0 0 1 0 0,1 0-1 0 0,-1-1 1 0 0,1 1-1 0 0,-1 0 1 0 0,1 0-1 0 0,0-1 1 0 0,0 1-1 0 0,1-1 1 0 0,-1 1-1 0 0,0-1 1 0 0,1 0-1 0 0,0 1 1 0 0,-1-1-1 0 0,1 0 1 0 0,0 0-1 0 0,0 0 1 0 0,0 0-1 0 0,0 0 1 0 0,3 1-1 0 0,-1-1-98 0 0,0 0 0 0 0,0-1 0 0 0,-1 0 0 0 0,1 0 0 0 0,0 0 0 0 0,0 0-1 0 0,0-1 1 0 0,0 1 0 0 0,0-1 0 0 0,0 0 0 0 0,0 0 0 0 0,0-1 0 0 0,0 1 0 0 0,0-1 0 0 0,0 0 0 0 0,6-2-1 0 0,1-1-224 0 0,0-1 0 0 0,0 0-1 0 0,0-1 1 0 0,-1 0 0 0 0,0-1-1 0 0,0 0 1 0 0,-1 0-1 0 0,1-1 1 0 0,-2 0 0 0 0,16-19-1 0 0,-3 0-246 0 0,-1-1-1 0 0,25-48 0 0 0,4-18-8 0 0,56-152-1 0 0,-32 8 3029 0 0,-43 91 2066 0 0,-15 68-1796 0 0,-15 79-2677 0 0,0 0 0 0 0,0-1 0 0 0,0 1 0 0 0,0 0 0 0 0,1 0 0 0 0,-1 0-1 0 0,0-1 1 0 0,0 1 0 0 0,0 0 0 0 0,0 0 0 0 0,0 0 0 0 0,0-1 0 0 0,0 1-1 0 0,0 0 1 0 0,0 0 0 0 0,0-1 0 0 0,0 1 0 0 0,0 0 0 0 0,0 0 0 0 0,0-1 0 0 0,0 1-1 0 0,0 0 1 0 0,0 0 0 0 0,0 0 0 0 0,0-1 0 0 0,0 1 0 0 0,0 0 0 0 0,0 0-1 0 0,0-1 1 0 0,0 1 0 0 0,0 0 0 0 0,-1 0 0 0 0,1 0 0 0 0,0-1 0 0 0,0 1 0 0 0,0 0-1 0 0,0 0 1 0 0,-1 0 0 0 0,1-1 0 0 0,-7 11 217 0 0,-9 20 66 0 0,-3 39 380 0 0,2 2 1 0 0,-9 78-1 0 0,10-49-177 0 0,3-25-178 0 0,-20 121 113 0 0,27-144-312 0 0,1 91 0 0 0,5-135-245 0 0,0-1 1 0 0,1 1-1 0 0,0-1 0 0 0,0 1 0 0 0,1-1 0 0 0,0 0 1 0 0,0 0-1 0 0,6 12 0 0 0,-6-16-115 0 0,-1-1-1 0 0,1 1 1 0 0,0-1 0 0 0,-1 0 0 0 0,1 0-1 0 0,0 0 1 0 0,1 0 0 0 0,-1 0 0 0 0,0-1-1 0 0,0 1 1 0 0,1-1 0 0 0,-1 1 0 0 0,1-1-1 0 0,-1 0 1 0 0,1 0 0 0 0,0 0 0 0 0,-1 0-1 0 0,1 0 1 0 0,0-1 0 0 0,0 1 0 0 0,0-1-1 0 0,-1 0 1 0 0,1 0 0 0 0,0 0 0 0 0,0 0-1 0 0,3-1 1 0 0,-1 1-644 0 0,-1-1 0 0 0,1 0 1 0 0,-1 0-1 0 0,0 0 0 0 0,1-1 0 0 0,-1 1 0 0 0,4-3 0 0 0,15-8-5618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6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257 158 872 0 0,'-254'-89'20923'0'0,"252"88"-20543"0"0,35-12 326 0 0,105-7-584 0 0,147-2 0 0 0,-139 13-3359 0 0,-102 6 508 0 0,-15 3-6022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7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82 1052 0 0,'-14'2'9209'0'0,"14"-2"-9112"0"0,-1 0 0 0 0,1 1 0 0 0,-1-1-1 0 0,1 0 1 0 0,0 0 0 0 0,-1 0 0 0 0,1 1 0 0 0,-1-1 0 0 0,1 0 0 0 0,-1 0 0 0 0,1 1 0 0 0,0-1-1 0 0,-1 1 1 0 0,1-1 0 0 0,0 0 0 0 0,-1 1 0 0 0,1-1 0 0 0,0 1 0 0 0,-1-1 0 0 0,1 0-1 0 0,0 1 1 0 0,0-1 0 0 0,0 1 0 0 0,0-1 0 0 0,-1 1 0 0 0,1-1 0 0 0,0 1 0 0 0,0-1-1 0 0,0 1 1 0 0,0-1 0 0 0,0 1 0 0 0,0-1 0 0 0,0 1 0 0 0,0 0 0 0 0,1 1 10 0 0,0 0 0 0 0,0-1 1 0 0,0 1-1 0 0,0-1 0 0 0,0 1 1 0 0,0-1-1 0 0,0 1 0 0 0,0-1 0 0 0,1 0 1 0 0,1 2-1 0 0,3 2 52 0 0,1 0 1 0 0,0 0 0 0 0,14 7-1 0 0,-5-6-42 0 0,0 0 0 0 0,0-2 0 0 0,0 0 0 0 0,28 4 1 0 0,-33-7-80 0 0,0 0 1 0 0,-1-1 0 0 0,1 0 0 0 0,0 0 0 0 0,0-1 0 0 0,-1-1 0 0 0,1 0 0 0 0,14-5 0 0 0,-23 6-31 0 0,1 1 1 0 0,-1-1 0 0 0,1-1-1 0 0,-1 1 1 0 0,0 0 0 0 0,1 0-1 0 0,-1-1 1 0 0,0 0 0 0 0,0 1-1 0 0,0-1 1 0 0,0 0 0 0 0,0 0 0 0 0,0 0-1 0 0,-1 0 1 0 0,1 0 0 0 0,-1-1-1 0 0,1 1 1 0 0,-1 0 0 0 0,0-1-1 0 0,0 1 1 0 0,0-1 0 0 0,0 1 0 0 0,0-1-1 0 0,-1 1 1 0 0,1-1 0 0 0,-1 0-1 0 0,1 1 1 0 0,-1-1 0 0 0,0 0-1 0 0,0 0 1 0 0,-1 1 0 0 0,1-1 0 0 0,0 0-1 0 0,-1 1 1 0 0,0-1 0 0 0,1 1-1 0 0,-1-1 1 0 0,-2-3 0 0 0,1 2 10 0 0,0-1-1 0 0,0 0 1 0 0,-1 1 0 0 0,1-1 0 0 0,-1 1 0 0 0,0 0 0 0 0,-1 0 0 0 0,1 0 0 0 0,-1 1 0 0 0,1-1 0 0 0,-1 1 0 0 0,0 0 0 0 0,-1 0-1 0 0,1 0 1 0 0,0 0 0 0 0,-1 1 0 0 0,1 0 0 0 0,-1 0 0 0 0,-8-3 0 0 0,6 5-6 0 0,0-1 0 0 0,-1 1-1 0 0,1 0 1 0 0,0 1 0 0 0,-1-1 0 0 0,1 1 0 0 0,0 1 0 0 0,-1 0-1 0 0,1 0 1 0 0,0 0 0 0 0,0 1 0 0 0,1 0 0 0 0,-11 5 0 0 0,-6 6 4 0 0,1 0 1 0 0,-27 24 0 0 0,28-21-6 0 0,2 1 0 0 0,0 0-1 0 0,1 2 1 0 0,1 0 0 0 0,-18 29 0 0 0,26-34-3 0 0,0 0 0 0 0,1 0-1 0 0,0 1 1 0 0,2 0-1 0 0,-1 0 1 0 0,2 0 0 0 0,1 1-1 0 0,0 0 1 0 0,-2 19 0 0 0,5-31 8 0 0,1 1 0 0 0,0 0 0 0 0,0-1 0 0 0,0 1 0 0 0,1 0 0 0 0,0-1 0 0 0,0 1 0 0 0,0-1 0 0 0,1 1 0 0 0,0-1 0 0 0,0 0 0 0 0,0 0 1 0 0,1 0-1 0 0,-1 0 0 0 0,1 0 0 0 0,7 8 0 0 0,-4-7-55 0 0,-1-1 0 0 0,1 0 0 0 0,0 0 0 0 0,1-1 1 0 0,-1 1-1 0 0,1-1 0 0 0,0-1 0 0 0,0 0 0 0 0,0 0 0 0 0,0 0 1 0 0,8 2-1 0 0,11 0-741 0 0,-1-1 1 0 0,1-1 0 0 0,0-1-1 0 0,0-1 1 0 0,0-1-1 0 0,34-5 1 0 0,-3-3-3069 0 0,1-3-1803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384 121 1992 0 0,'2'-8'846'0'0,"1"-5"972"0"0,0 1 1 0 0,3-21 0 0 0,-6 31-1586 0 0,0-1 0 0 0,0 1 0 0 0,0-1 0 0 0,0 1 0 0 0,0-1 0 0 0,0 1 0 0 0,0 0-1 0 0,-1-1 1 0 0,0 1 0 0 0,1-1 0 0 0,-1 1 0 0 0,0 0 0 0 0,0 0 0 0 0,0-1 0 0 0,0 1 0 0 0,0 0 0 0 0,-1 0 0 0 0,1 0 0 0 0,-1 0 0 0 0,-1-2 0 0 0,1 4-159 0 0,1-1 1 0 0,-1 0-1 0 0,1 1 1 0 0,-1-1-1 0 0,0 1 1 0 0,1-1-1 0 0,-1 1 1 0 0,1 0-1 0 0,-1 0 1 0 0,0 0-1 0 0,1 0 1 0 0,-1 0 0 0 0,0 0-1 0 0,1 0 1 0 0,-1 0-1 0 0,0 1 1 0 0,1-1-1 0 0,-1 0 1 0 0,1 1-1 0 0,-1 0 1 0 0,-1 0-1 0 0,-32 18 550 0 0,33-18-564 0 0,-17 12 143 0 0,1 1 1 0 0,0 0 0 0 0,2 1-1 0 0,-1 1 1 0 0,2 0-1 0 0,-19 26 1 0 0,23-27-151 0 0,1 1-1 0 0,0 0 1 0 0,1 0-1 0 0,1 1 1 0 0,0 0-1 0 0,2 0 1 0 0,0 1-1 0 0,-4 21 1 0 0,8-32-44 0 0,1 1 1 0 0,0-1-1 0 0,0 1 0 0 0,1-1 1 0 0,0 1-1 0 0,1-1 0 0 0,0 1 1 0 0,0-1-1 0 0,0 1 0 0 0,1-1 1 0 0,0 0-1 0 0,0 1 1 0 0,1-1-1 0 0,0-1 0 0 0,0 1 1 0 0,1 0-1 0 0,0-1 0 0 0,0 1 1 0 0,0-1-1 0 0,1 0 0 0 0,0-1 1 0 0,0 1-1 0 0,1-1 0 0 0,-1 0 1 0 0,1 0-1 0 0,0-1 0 0 0,0 0 1 0 0,1 0-1 0 0,-1 0 1 0 0,1-1-1 0 0,0 0 0 0 0,0 0 1 0 0,0 0-1 0 0,0-1 0 0 0,11 2 1 0 0,-10-3-14 0 0,1 0 1 0 0,0 0-1 0 0,0-1 1 0 0,0 0-1 0 0,-1 0 1 0 0,1-1-1 0 0,0 0 1 0 0,0 0-1 0 0,-1-1 1 0 0,1-1-1 0 0,-1 1 0 0 0,0-1 1 0 0,10-5-1 0 0,-8 2 0 0 0,-1 0 0 0 0,0 0 0 0 0,0 0 0 0 0,-1-1-1 0 0,0-1 1 0 0,0 1 0 0 0,0-2 0 0 0,-1 1 0 0 0,-1-1-1 0 0,8-12 1 0 0,3-10 278 0 0,-1-2 0 0 0,-2 0 0 0 0,-2 0-1 0 0,0-2 1 0 0,7-44 0 0 0,-5 27-97 0 0,-10 33 71 0 0,-8 26-92 0 0,-13 37 20 0 0,13-35-128 0 0,-508 1590 2755 0 0,502-1565-3522 0 0,-5 26-786 0 0,10-21-4967 0 0,26-50 258 0 0,-6-5 629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0 284 924 0 0,'43'-105'5835'0'0,"32"-71"4133"0"0,-74 174-9416 0 0,-1 5-268 0 0,-13 77 706 0 0,7-45-753 0 0,-4 69-1 0 0,10-94-219 0 0,0 1 0 0 0,1-1 0 0 0,0 0 0 0 0,0 1 1 0 0,1-1-1 0 0,1 0 0 0 0,0 0 0 0 0,0 0 0 0 0,1-1 0 0 0,0 1 1 0 0,7 10-1 0 0,-8-16-12 0 0,-1 0 1 0 0,1 0-1 0 0,1 0 0 0 0,-1-1 1 0 0,0 1-1 0 0,1-1 1 0 0,0 0-1 0 0,0 0 1 0 0,0 0-1 0 0,0 0 0 0 0,0-1 1 0 0,1 1-1 0 0,-1-1 1 0 0,1 0-1 0 0,4 1 1 0 0,-2-1-21 0 0,0-1 0 0 0,0 0 1 0 0,0 0-1 0 0,0-1 1 0 0,0 0-1 0 0,0 0 1 0 0,0 0-1 0 0,0-1 1 0 0,12-3-1 0 0,-7 1-18 0 0,0-1 0 0 0,0-1 0 0 0,-1 0 0 0 0,1 0 0 0 0,-1-1 0 0 0,0 0 0 0 0,0-1 0 0 0,-1 0 0 0 0,0-1 0 0 0,0 0-1 0 0,13-15 1 0 0,-2-5 139 0 0,-1-1-1 0 0,-2 0 1 0 0,18-36-1 0 0,6-12 45 0 0,-41 75-148 0 0,-2 5 2 0 0,-34 100-12 0 0,-2 1 115 0 0,33-87-341 0 0,0 0 0 0 0,1 0 0 0 0,0 1 0 0 0,1 22 0 0 0,2-35 2 0 0,0 1 0 0 0,1-1 0 0 0,0 0 0 0 0,0 1-1 0 0,0-1 1 0 0,0 0 0 0 0,1 0 0 0 0,0 0 0 0 0,0 0 0 0 0,1 0 0 0 0,-1 0 0 0 0,1-1 0 0 0,0 1-1 0 0,0-1 1 0 0,0 0 0 0 0,7 7 0 0 0,-5-7-427 0 0,-1-1 0 0 0,1 1 0 0 0,0 0 0 0 0,0-1 0 0 0,0 0 0 0 0,1 0 0 0 0,-1-1 0 0 0,1 0 0 0 0,6 2 0 0 0,17 5-4684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8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1177 580 0 0,'3'-14'1507'0'0,"0"0"0"0"0,-1 0-1 0 0,-1-1 1 0 0,-1-23 0 0 0,0 29-965 0 0,-1 0 1 0 0,0 1 0 0 0,0-1-1 0 0,-1 0 1 0 0,-1 1-1 0 0,1 0 1 0 0,-1 0-1 0 0,-1-1 1 0 0,-4-7-1 0 0,7 15-458 0 0,0-1 1 0 0,0 0-1 0 0,-1 0 0 0 0,1 1 0 0 0,0-1 0 0 0,-1 0 1 0 0,0 1-1 0 0,1 0 0 0 0,-1-1 0 0 0,0 1 0 0 0,0 0 1 0 0,0 0-1 0 0,0 0 0 0 0,0 0 0 0 0,0 0 0 0 0,0 0 1 0 0,0 0-1 0 0,-4 0 0 0 0,2 1-12 0 0,0 0 1 0 0,0 0-1 0 0,0 0 1 0 0,0 0-1 0 0,0 1 1 0 0,0-1-1 0 0,0 1 0 0 0,0 0 1 0 0,-6 2-1 0 0,-3 3 33 0 0,-1 1-1 0 0,1 0 0 0 0,0 0 0 0 0,-17 15 0 0 0,13-9-46 0 0,1 1 0 0 0,1 1-1 0 0,0 0 1 0 0,0 2 0 0 0,2-1 0 0 0,0 2 0 0 0,-12 19-1 0 0,20-28-38 0 0,1-1-1 0 0,-1 1 0 0 0,1 0 1 0 0,1 0-1 0 0,0 0 1 0 0,0 0-1 0 0,0 1 0 0 0,2-1 1 0 0,-1 1-1 0 0,1 0 0 0 0,0-1 1 0 0,1 1-1 0 0,0 0 0 0 0,1 0 1 0 0,0-1-1 0 0,0 1 1 0 0,6 17-1 0 0,-6-22-16 0 0,1-1 1 0 0,0 0-1 0 0,0 0 0 0 0,0 0 1 0 0,0 0-1 0 0,1 0 1 0 0,-1 0-1 0 0,1-1 0 0 0,0 1 1 0 0,0-1-1 0 0,1 0 1 0 0,-1 0-1 0 0,1 0 0 0 0,-1 0 1 0 0,1 0-1 0 0,0-1 1 0 0,0 0-1 0 0,0 0 0 0 0,0 0 1 0 0,0 0-1 0 0,1-1 0 0 0,-1 1 1 0 0,1-1-1 0 0,-1 0 1 0 0,1 0-1 0 0,-1-1 0 0 0,1 0 1 0 0,-1 1-1 0 0,1-2 1 0 0,-1 1-1 0 0,10-2 0 0 0,-5 1-6 0 0,0-2-1 0 0,0 1 1 0 0,0-1-1 0 0,0 0 1 0 0,0-1-1 0 0,-1 0 1 0 0,0 0-1 0 0,1-1 1 0 0,-2 0-1 0 0,1-1 1 0 0,-1 0-1 0 0,1 0 1 0 0,-1 0-1 0 0,10-14 1 0 0,4-11 83 0 0,-1-1-1 0 0,-2 0 1 0 0,-2-2 0 0 0,-1 0 0 0 0,-1 0 0 0 0,14-57 0 0 0,-26 81-27 0 0,-2 12-23 0 0,-5 22-14 0 0,-3 21-1 0 0,3-8-11 0 0,1 61 0 0 0,4-87 6 0 0,1-1-1 0 0,0 0 0 0 0,1 1 1 0 0,0-1-1 0 0,0 0 1 0 0,1 0-1 0 0,0 0 0 0 0,1 0 1 0 0,0-1-1 0 0,10 18 0 0 0,-10-22-72 0 0,0-1 0 0 0,0 1 0 0 0,0-1 0 0 0,1 0-1 0 0,-1-1 1 0 0,1 1 0 0 0,0-1 0 0 0,0 0 0 0 0,0 0 0 0 0,1 0-1 0 0,-1-1 1 0 0,1 0 0 0 0,-1 0 0 0 0,1 0 0 0 0,0-1 0 0 0,0 0-1 0 0,0 0 1 0 0,0 0 0 0 0,9-1 0 0 0,-4 0-165 0 0,0 0 0 0 0,0-1 0 0 0,0-1 0 0 0,0 0 0 0 0,0 0 0 0 0,0-1 0 0 0,-1 0 0 0 0,1-1 0 0 0,17-9 0 0 0,-13 3 19 0 0,-1 0 0 0 0,1-1 1 0 0,-2 0-1 0 0,1-1 0 0 0,-2-1 0 0 0,0 0 1 0 0,0-1-1 0 0,19-29 0 0 0,0-9-240 0 0,31-72 1 0 0,-7-2 532 0 0,-6-2 0 0 0,-6-2 0 0 0,-5-1 1 0 0,23-154-1 0 0,-43 135 2144 0 0,-1 11 331 0 0,-83 589 95 0 0,-23 127-864 0 0,36-217-2257 0 0,52-347 15 0 0,1 0 1 0 0,0 1-1 0 0,1-1 1 0 0,0 0 0 0 0,1 1-1 0 0,7 22 1 0 0,-7-31 54 0 0,0 0 0 0 0,0 0 0 0 0,0 0 0 0 0,1 0 1 0 0,0 0-1 0 0,0-1 0 0 0,0 1 0 0 0,5 4 0 0 0,-5-6-140 0 0,0 0-1 0 0,0-1 1 0 0,1 1-1 0 0,-1-1 1 0 0,0 0-1 0 0,1 0 1 0 0,0 0-1 0 0,-1 0 1 0 0,1-1-1 0 0,0 0 1 0 0,0 1-1 0 0,5 0 1 0 0,9 0-4071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39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1768 0 0,'72'-117'10925'0'0,"-40"61"-6076"0"0,-28 51-3897 0 0,-2 5-337 0 0,-2 13-94 0 0,-7 21-236 0 0,4-20-250 0 0,-34 139 551 0 0,33-129-727 0 0,0 0-1 0 0,2 1 0 0 0,1-1 0 0 0,4 36 0 0 0,-2-52-145 0 0,0-1-1 0 0,1 0 0 0 0,0 0 1 0 0,0 0-1 0 0,1 0 1 0 0,0 0-1 0 0,0 0 1 0 0,0-1-1 0 0,1 1 1 0 0,7 9-1 0 0,-8-13-230 0 0,0 1-1 0 0,1 0 1 0 0,-1-1 0 0 0,0 0-1 0 0,1 0 1 0 0,0 0 0 0 0,0 0-1 0 0,0 0 1 0 0,0-1 0 0 0,0 0-1 0 0,1 0 1 0 0,-1 0 0 0 0,0 0-1 0 0,1-1 1 0 0,0 0 0 0 0,-1 0-1 0 0,8 1 1 0 0,6-3-4412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40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1 397 540 0 0,'27'-65'7463'0'0,"33"-117"-1"0"0,-59 180-6947 0 0,-4 91 492 0 0,0-60-913 0 0,2 0-1 0 0,1 0 1 0 0,1 0 0 0 0,2 0 0 0 0,1-1 0 0 0,7 30 0 0 0,-9-53-83 0 0,0 0 1 0 0,0 1 0 0 0,1-1 0 0 0,-1 0-1 0 0,1-1 1 0 0,1 1 0 0 0,-1 0 0 0 0,0-1 0 0 0,1 0-1 0 0,0 0 1 0 0,0 0 0 0 0,0 0 0 0 0,1 0-1 0 0,-1-1 1 0 0,1 0 0 0 0,0 0 0 0 0,0 0-1 0 0,0-1 1 0 0,0 0 0 0 0,10 4 0 0 0,-11-5-7 0 0,0 0 0 0 0,0-1 1 0 0,0 1-1 0 0,1-1 1 0 0,-1 1-1 0 0,0-1 0 0 0,0-1 1 0 0,0 1-1 0 0,0 0 0 0 0,0-1 1 0 0,1 0-1 0 0,-1 0 0 0 0,0 0 1 0 0,-1-1-1 0 0,1 1 1 0 0,0-1-1 0 0,0 0 0 0 0,-1 0 1 0 0,1 0-1 0 0,-1-1 0 0 0,1 1 1 0 0,-1-1-1 0 0,0 1 0 0 0,0-1 1 0 0,0 0-1 0 0,-1-1 1 0 0,1 1-1 0 0,3-6 0 0 0,1-4 2 0 0,-1 0 0 0 0,0 0 0 0 0,-1-1 1 0 0,0 1-1 0 0,-1-1 0 0 0,0 0 0 0 0,-2-1 0 0 0,1 1 0 0 0,-2 0 0 0 0,0-28 0 0 0,-1 23 17 0 0,-2 0 0 0 0,0 1 1 0 0,-1-1-1 0 0,-1 1 0 0 0,0 0 1 0 0,-2 0-1 0 0,0 1 0 0 0,-9-18 0 0 0,12 27-4 0 0,-1 1-1 0 0,-1 0 1 0 0,1 0-1 0 0,-1 1 1 0 0,0-1-1 0 0,-1 1 0 0 0,1 0 1 0 0,-1 0-1 0 0,0 1 1 0 0,-1 0-1 0 0,1 0 1 0 0,-14-7-1 0 0,14 9-15 0 0,0 1-1 0 0,0 0 1 0 0,0 0 0 0 0,0 0-1 0 0,-1 1 1 0 0,1 0 0 0 0,0 0-1 0 0,-1 0 1 0 0,1 1 0 0 0,0 0-1 0 0,-1 0 1 0 0,1 1 0 0 0,-1 0-1 0 0,1 0 1 0 0,0 0 0 0 0,0 1-1 0 0,-7 2 1 0 0,3 0-2 0 0,1 1 0 0 0,-1-1 0 0 0,1 1 1 0 0,0 1-1 0 0,-15 11 0 0 0,21-14-2 0 0,0 0 0 0 0,0 0 0 0 0,0 0-1 0 0,1 0 1 0 0,-1 0 0 0 0,1 0 0 0 0,0 0 0 0 0,-2 6 0 0 0,3-7 0 0 0,0-1 0 0 0,1 1 1 0 0,-1 0-1 0 0,1 0 0 0 0,-1 0 1 0 0,1 0-1 0 0,0 0 1 0 0,0 0-1 0 0,0 0 0 0 0,0 0 1 0 0,0 0-1 0 0,0 0 0 0 0,1 0 1 0 0,-1 0-1 0 0,1 0 0 0 0,-1 0 1 0 0,2 2-1 0 0,0-1 4 0 0,0 0-1 0 0,0-1 1 0 0,0 1-1 0 0,0-1 0 0 0,0 0 1 0 0,1 1-1 0 0,-1-1 1 0 0,1 0-1 0 0,0-1 1 0 0,-1 1-1 0 0,1 0 1 0 0,0-1-1 0 0,0 0 1 0 0,0 1-1 0 0,0-1 1 0 0,0 0-1 0 0,6 1 1 0 0,4 0 0 0 0,0 1 0 0 0,25 0 0 0 0,2-5-9 0 0,0-1 0 0 0,-1-2 0 0 0,1-1 0 0 0,44-15 0 0 0,15-1-26 0 0,-84 19 43 0 0,0-1-19 0 0,0 2 0 0 0,0-1 0 0 0,0 2-1 0 0,26 0 1 0 0,-36 2 8 0 0,0-1 0 0 0,0 1 0 0 0,-1 1-1 0 0,1-1 1 0 0,0 0 0 0 0,-1 1 0 0 0,0 0 0 0 0,1 0 0 0 0,-1 0 0 0 0,0 1-1 0 0,0 0 1 0 0,0-1 0 0 0,0 1 0 0 0,-1 1 0 0 0,1-1 0 0 0,-1 0-1 0 0,0 1 1 0 0,0 0 0 0 0,3 4 0 0 0,3 6 69 0 0,-1 1 0 0 0,-1 0 0 0 0,0 0 0 0 0,-1 0 0 0 0,-1 0 0 0 0,0 1 0 0 0,-2 0 0 0 0,1 0 0 0 0,-2 1 0 0 0,0-1 0 0 0,-1 0 0 0 0,-1 1 0 0 0,0-1 0 0 0,-1 1 0 0 0,-1-1 0 0 0,-7 30 0 0 0,1-27 349 0 0,8-19-412 0 0,0 0 0 0 0,-1 1 0 0 0,1-1 1 0 0,0 0-1 0 0,0 0 0 0 0,0 0 0 0 0,0 1 0 0 0,0-1 1 0 0,-1 0-1 0 0,1 0 0 0 0,0 0 0 0 0,0 0 0 0 0,0 1 1 0 0,-1-1-1 0 0,1 0 0 0 0,0 0 0 0 0,0 0 0 0 0,-1 0 0 0 0,1 0 1 0 0,0 0-1 0 0,0 0 0 0 0,-1 0 0 0 0,1 0 0 0 0,0 0 1 0 0,0 0-1 0 0,0 0 0 0 0,-1 0 0 0 0,1 0 0 0 0,0 0 1 0 0,0 0-1 0 0,-1 0 0 0 0,1 0 0 0 0,0 0 0 0 0,0 0 0 0 0,-1 0 1 0 0,1 0-1 0 0,0 0 0 0 0,0 0 0 0 0,-1-1 0 0 0,1 1 1 0 0,0 0-1 0 0,0 0 0 0 0,0 0 0 0 0,-1 0 0 0 0,1-1 1 0 0,0 0-2 0 0,0 0 1 0 0,0-1 0 0 0,-1 1 0 0 0,2 0-1 0 0,-1 0 1 0 0,0 0 0 0 0,0-1 0 0 0,0 1 0 0 0,0 0-1 0 0,1 0 1 0 0,-1 0 0 0 0,1-1 0 0 0,-1 1 0 0 0,2-2-1 0 0,-2 3 6 0 0,8-24 17 0 0,0 1 0 0 0,2 1-1 0 0,1 0 1 0 0,21-33 0 0 0,61-74-84 0 0,-68 98 12 0 0,41-41-1 0 0,-53 61 20 0 0,-1-1 0 0 0,1 2 0 0 0,1 0 0 0 0,0 1-1 0 0,1 0 1 0 0,15-7 0 0 0,-27 15 26 0 0,0 0 0 0 0,0-1 0 0 0,-1 1 0 0 0,1 1 1 0 0,0-1-1 0 0,0 0 0 0 0,0 1 0 0 0,1-1 0 0 0,-1 1 0 0 0,0 0 0 0 0,0 0 0 0 0,0 0 0 0 0,0 0 0 0 0,0 1 0 0 0,0 0 0 0 0,0-1 0 0 0,0 1 0 0 0,0 0 0 0 0,0 0 0 0 0,0 0 1 0 0,-1 1-1 0 0,1-1 0 0 0,4 4 0 0 0,-3-2 21 0 0,-2 0-1 0 0,1 0 1 0 0,0 0 0 0 0,-1 1 0 0 0,1-1 0 0 0,-1 1-1 0 0,0-1 1 0 0,0 1 0 0 0,-1 0 0 0 0,1 0 0 0 0,-1 0-1 0 0,1 0 1 0 0,-1 0 0 0 0,-1 0 0 0 0,1 0 0 0 0,0 0-1 0 0,-1 6 1 0 0,0 22 103 0 0,-2 0 1 0 0,-7 39-1 0 0,5-43-372 0 0,1 0 0 0 0,1 1 0 0 0,2 38 0 0 0,0-63 157 0 0,0 0 0 0 0,1 0 0 0 0,-1 0 0 0 0,1-1 0 0 0,0 1 0 0 0,0 0 0 0 0,1-1-1 0 0,-1 1 1 0 0,1-1 0 0 0,0 1 0 0 0,0-1 0 0 0,0 1 0 0 0,0-1 0 0 0,0 0 0 0 0,1 0 0 0 0,-1 0 0 0 0,1-1 0 0 0,0 1 0 0 0,0-1 0 0 0,0 1 0 0 0,0-1 0 0 0,0 0 0 0 0,0 0 0 0 0,1 0 0 0 0,-1-1 0 0 0,1 1 0 0 0,0-1 0 0 0,-1 0-1 0 0,1 0 1 0 0,0 0 0 0 0,0 0 0 0 0,-1-1 0 0 0,1 1 0 0 0,0-1 0 0 0,0 0 0 0 0,0 0 0 0 0,0 0 0 0 0,-1-1 0 0 0,1 0 0 0 0,5-1 0 0 0,3-1 4 0 0,0-1-1 0 0,-1 0 1 0 0,1-1 0 0 0,-1-1-1 0 0,0 1 1 0 0,0-2 0 0 0,0 0 0 0 0,-1 0-1 0 0,11-10 1 0 0,8-9-52 0 0,40-48 1 0 0,-48 50 314 0 0,-2-1 0 0 0,0-1 0 0 0,14-29 0 0 0,-27 46 8 0 0,-1-2 1 0 0,0 1-1 0 0,-1 0 0 0 0,0-1 0 0 0,-1 0 0 0 0,0 1 1 0 0,-1-2-1 0 0,0 1 0 0 0,-1 0 0 0 0,0 0 0 0 0,-1-22 1 0 0,0 31-149 0 0,-1-1 1 0 0,1 1-1 0 0,-1-1 1 0 0,1 1 0 0 0,-1-1-1 0 0,0 1 1 0 0,0 0 0 0 0,0 0-1 0 0,-3-4 1 0 0,4 5-31 0 0,-1 0 0 0 0,1 1 0 0 0,-1-1 0 0 0,1 0-1 0 0,-1 1 1 0 0,0-1 0 0 0,0 1 0 0 0,1-1 0 0 0,-1 1 0 0 0,0-1 0 0 0,0 1 0 0 0,1 0 0 0 0,-1-1 0 0 0,0 1 0 0 0,0 0 0 0 0,0 0 0 0 0,0-1 0 0 0,0 1 0 0 0,1 0 0 0 0,-1 0 0 0 0,0 0 0 0 0,0 0 0 0 0,0 0 0 0 0,0 0 0 0 0,0 0 0 0 0,0 1-1 0 0,-1-1 1 0 0,1 1-5 0 0,0-1-1 0 0,0 1 0 0 0,0 0 0 0 0,0-1 0 0 0,0 1 0 0 0,0 0 1 0 0,0-1-1 0 0,0 1 0 0 0,0 0 0 0 0,1 0 0 0 0,-1 0 1 0 0,0 0-1 0 0,1 0 0 0 0,-1 0 0 0 0,0 0 0 0 0,1 0 0 0 0,-1 0 1 0 0,1 0-1 0 0,0 0 0 0 0,-1 1 0 0 0,1-1 0 0 0,0 0 0 0 0,0 0 1 0 0,-1 0-1 0 0,1 0 0 0 0,1 3 0 0 0,1 29 39 0 0,3-15-33 0 0,0-1 0 0 0,1 0-1 0 0,1 0 1 0 0,0-1-1 0 0,14 22 1 0 0,54 72 15 0 0,-46-73 153 0 0,28 53-1 0 0,-50-77-106 0 0,-3-7 104 0 0,-1 0 0 0 0,1 0 0 0 0,-1 1 0 0 0,-1-1 0 0 0,1 1 0 0 0,1 8 0 0 0,-4-13-131 0 0,0 0 1 0 0,0 0-1 0 0,0 1 0 0 0,0-1 0 0 0,0 0 1 0 0,-1 0-1 0 0,1 0 0 0 0,-1 1 1 0 0,1-1-1 0 0,-1 0 0 0 0,0 0 1 0 0,0 0-1 0 0,0 0 0 0 0,0 0 0 0 0,0 0 1 0 0,0 0-1 0 0,0-1 0 0 0,-1 1 1 0 0,1 0-1 0 0,-1-1 0 0 0,1 1 0 0 0,-1-1 1 0 0,0 1-1 0 0,-2 1 0 0 0,-4 2-7 0 0,-2 1 0 0 0,1-1-1 0 0,0 0 1 0 0,-1-1-1 0 0,0 0 1 0 0,0-1 0 0 0,0 0-1 0 0,0 0 1 0 0,-1-1-1 0 0,-14 1 1 0 0,-14 0-1150 0 0,-55-4 1 0 0,92 1 1040 0 0,-102-9-3867 0 0,35-4-1751 0 0,7-2-2416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4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1314 236 2560 0 0,'-16'-19'3321'0'0,"8"2"-489"0"0,-2 2-388 0 0,0 0-380 0 0,3 3-420 0 0,-2 0-328 0 0,4 3-279 0 0,0-1-297 0 0,2 2-352 0 0,3-6-980 0 0,1 2-1557 0 0</inkml:trace>
  <inkml:trace contextRef="#ctx0" brushRef="#br0" timeOffset="1">86 92 232 0 0,'-13'-2'2326'0'0,"-1"0"0"0"0,0-1 0 0 0,-24-8 0 0 0,37 11-2278 0 0,1 0 0 0 0,0 0 0 0 0,-1-1 0 0 0,1 1-1 0 0,0 0 1 0 0,-1 0 0 0 0,1 0 0 0 0,0-1 0 0 0,0 1 0 0 0,-1 0-1 0 0,1 0 1 0 0,0-1 0 0 0,0 1 0 0 0,-1 0 0 0 0,1 0 0 0 0,0-1 0 0 0,0 1-1 0 0,0 0 1 0 0,-1-1 0 0 0,1 1 0 0 0,0 0 0 0 0,0-1 0 0 0,0 1-1 0 0,0 0 1 0 0,0-1 0 0 0,0 1 0 0 0,0 0 0 0 0,0-1 0 0 0,-1 1-1 0 0,2-1 1 0 0,-1 1 0 0 0,0 0 0 0 0,0-1 0 0 0,0 1 0 0 0,0 0-1 0 0,0-1 1 0 0,0 1 0 0 0,0 0 0 0 0,0-1 0 0 0,0 1 0 0 0,1 0 0 0 0,-1-1-1 0 0,0 1 1 0 0,0 0 0 0 0,0-1 0 0 0,1 1 0 0 0,-1 0 0 0 0,0 0-1 0 0,0-1 1 0 0,1 1 0 0 0,-1 0 0 0 0,0 0 0 0 0,1-1 0 0 0,-1 1-1 0 0,0 0 1 0 0,1 0 0 0 0,-1 0 0 0 0,0 0 0 0 0,1-1 0 0 0,18-10 560 0 0,3 4-295 0 0,0 1-1 0 0,1 0 0 0 0,34-3 1 0 0,73-1-30 0 0,-83 7-224 0 0,229-1-2809 0 0,-127 5-2676 0 0,-82-3 1399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54 224 0 0,'6'-24'7027'0'0,"5"-5"1852"0"0,-18 45-9296 0 0,-16 46 635 0 0,-23 96 1 0 0,-1 71-169 0 0,23-108-17 0 0,-47 320 160 0 0,65-394-143 0 0,1 82-1 0 0,6-110-40 0 0,0 1-1 0 0,1-1 1 0 0,1 0-1 0 0,1 1 0 0 0,1-1 1 0 0,14 35-1 0 0,-17-49-110 0 0,1 1-1 0 0,0-1 0 0 0,0 0 1 0 0,0 0-1 0 0,1 0 0 0 0,0 0 1 0 0,0 0-1 0 0,0-1 1 0 0,0 0-1 0 0,1 0 0 0 0,0 0 1 0 0,0-1-1 0 0,0 1 1 0 0,10 4-1 0 0,-12-7-121 0 0,1 1 1 0 0,-1-1-1 0 0,1-1 0 0 0,0 1 1 0 0,0 0-1 0 0,-1-1 0 0 0,1 0 1 0 0,0 0-1 0 0,0 0 0 0 0,-1 0 1 0 0,1 0-1 0 0,0-1 0 0 0,0 0 1 0 0,-1 0-1 0 0,1 0 0 0 0,0 0 1 0 0,-1 0-1 0 0,1-1 0 0 0,-1 0 1 0 0,0 0-1 0 0,1 0 1 0 0,-1 0-1 0 0,0 0 0 0 0,4-5 1 0 0,11-11-2775 0 0,-5-3-1054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41 296 772 0 0,'-8'-17'1242'0'0,"1"-1"0"0"0,1 1 0 0 0,1-1 0 0 0,0 0 0 0 0,-4-36-1 0 0,8 50-1076 0 0,1 0-1 0 0,1 0 0 0 0,-1 0 1 0 0,0 0-1 0 0,1 0 0 0 0,0 0 1 0 0,0 0-1 0 0,0 0 0 0 0,1 0 0 0 0,-1 0 1 0 0,1 1-1 0 0,0-1 0 0 0,0 0 1 0 0,3-3-1 0 0,-1 2-9 0 0,0 0 1 0 0,1 0-1 0 0,0 0 1 0 0,0 0 0 0 0,1 1-1 0 0,-1 0 1 0 0,11-6-1 0 0,0 2 12 0 0,0 1 0 0 0,0 1 0 0 0,1 0 0 0 0,0 1 0 0 0,29-4 0 0 0,-19 5-41 0 0,0 2 0 0 0,0 0 0 0 0,-1 2 0 0 0,35 4 0 0 0,-47-3-55 0 0,0 2 1 0 0,0-1-1 0 0,-1 2 1 0 0,1 0-1 0 0,-1 0 0 0 0,1 2 1 0 0,-2-1-1 0 0,1 2 1 0 0,21 13-1 0 0,-30-17-27 0 0,-1-1 0 0 0,0 1 0 0 0,0 0 1 0 0,0 1-1 0 0,0-1 0 0 0,0 0 0 0 0,0 1 0 0 0,-1-1 0 0 0,0 1 0 0 0,0 0 1 0 0,0 0-1 0 0,0 0 0 0 0,-1 0 0 0 0,1 0 0 0 0,-1 0 0 0 0,1 6 1 0 0,-1-2 4 0 0,-1-1 1 0 0,0 0 0 0 0,0 0-1 0 0,-1 0 1 0 0,0 0 0 0 0,0 0-1 0 0,0 0 1 0 0,-1 0 0 0 0,-3 8-1 0 0,-4 5 30 0 0,0-1 0 0 0,-2 1 0 0 0,0-2 0 0 0,-1 0 0 0 0,-22 26 0 0 0,20-26-28 0 0,-2-1 0 0 0,1-1 0 0 0,-2 0-1 0 0,0-1 1 0 0,-1-1 0 0 0,0-1 0 0 0,-1-1-1 0 0,-1 0 1 0 0,0-1 0 0 0,-35 13 0 0 0,52-23-103 0 0,-1 0 0 0 0,0 0-1 0 0,1 0 1 0 0,-1 0 0 0 0,0-1 0 0 0,0 1 0 0 0,0-1 0 0 0,1 0 0 0 0,-1 0 0 0 0,0-1 0 0 0,0 1 0 0 0,0-1 0 0 0,1 0 0 0 0,-1 0 0 0 0,0 0 0 0 0,1 0 0 0 0,-1-1 0 0 0,-4-2 0 0 0,5 2-338 0 0,1 0-1 0 0,-1 0 1 0 0,1 0-1 0 0,0-1 1 0 0,0 1-1 0 0,0-1 0 0 0,0 1 1 0 0,0-1-1 0 0,1 0 1 0 0,-1 1-1 0 0,1-1 1 0 0,0 0-1 0 0,0 0 1 0 0,0 0-1 0 0,0 0 0 0 0,0 0 1 0 0,1-1-1 0 0,-1 1 1 0 0,1 0-1 0 0,0 0 1 0 0,0 0-1 0 0,0-4 1 0 0,2-16-3793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63 64 0 0,'2'-25'5393'0'0,"-1"22"-4678"0"0,0 0 0 0 0,-1-1 0 0 0,0 1-1 0 0,0 0 1 0 0,1 0 0 0 0,-2-1 0 0 0,1 1 0 0 0,0 0 0 0 0,-2-6 0 0 0,1 10-623 0 0,-1-1 0 0 0,1 1 0 0 0,-1 0 0 0 0,1-1 0 0 0,0 1 0 0 0,0 0 0 0 0,0 0 0 0 0,-1 0 0 0 0,1 0 0 0 0,0 0 1 0 0,-1 2-1 0 0,-9 10 151 0 0,1 1 1 0 0,0 0 0 0 0,1 0 0 0 0,-8 17-1 0 0,-25 66 139 0 0,36-83-315 0 0,-28 72 133 0 0,4 1 0 0 0,-33 161 0 0 0,54-195-183 0 0,2 1 1 0 0,3-1 0 0 0,1 1 0 0 0,3 0 0 0 0,3-1 0 0 0,10 63 0 0 0,-9-95-46 0 0,1 1 1 0 0,1-1 0 0 0,1 0-1 0 0,12 23 1 0 0,-14-33-495 0 0,1-1 0 0 0,1 1 0 0 0,11 14 0 0 0,-13-19-360 0 0,1 0-1 0 0,-1-1 0 0 0,1 0 1 0 0,0 0-1 0 0,0 0 1 0 0,10 5-1 0 0,3-1-4413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146 325 156 0 0,'2'-20'4353'0'0,"-1"1"1"0"0,-2-39-1 0 0,0 20-775 0 0,1 36-2784 0 0,-1 2-775 0 0,1 0-1 0 0,-1 0 1 0 0,0 1-1 0 0,0-1 0 0 0,1 0 1 0 0,-1 1-1 0 0,0-1 1 0 0,0 0-1 0 0,1 1 1 0 0,-1-1-1 0 0,1 1 0 0 0,-1 0 1 0 0,0-1-1 0 0,1 1 1 0 0,-1-1-1 0 0,1 1 1 0 0,-1 0-1 0 0,1-1 0 0 0,-1 1 1 0 0,1 0-1 0 0,0 0 1 0 0,-1-1-1 0 0,1 1 1 0 0,0 1-1 0 0,-8 25 117 0 0,6-19-73 0 0,-98 476 466 0 0,79-344-122 0 0,20-139-397 0 0,1-4-16 0 0,-1-16 2 0 0,1 0 1 0 0,1-1 0 0 0,6-33-1 0 0,18-61-2 0 0,-16 74 0 0 0,67-232-74 0 0,-64 239 40 0 0,2 0 1 0 0,1 0-1 0 0,2 2 0 0 0,1 0 1 0 0,41-54-1 0 0,-52 77 14 0 0,0-1 0 0 0,1 1 0 0 0,0 0-1 0 0,1 1 1 0 0,0 0 0 0 0,18-11 0 0 0,-24 16 24 0 0,0 1 0 0 0,0 0 1 0 0,0-1-1 0 0,0 1 0 0 0,0 0 0 0 0,0 0 0 0 0,0 1 1 0 0,0-1-1 0 0,1 1 0 0 0,-1 0 0 0 0,0-1 1 0 0,0 1-1 0 0,1 1 0 0 0,-1-1 0 0 0,0 0 0 0 0,0 1 1 0 0,0 0-1 0 0,0-1 0 0 0,0 1 0 0 0,1 1 1 0 0,-1-1-1 0 0,-1 0 0 0 0,1 1 0 0 0,0-1 0 0 0,0 1 1 0 0,-1 0-1 0 0,1 0 0 0 0,3 3 0 0 0,2 4 46 0 0,0 0-1 0 0,-1 1 0 0 0,0-1 0 0 0,-1 1 0 0 0,0 1 0 0 0,0-1 0 0 0,-1 1 0 0 0,-1 0 1 0 0,0 0-1 0 0,0 1 0 0 0,-1-1 0 0 0,-1 1 0 0 0,2 13 0 0 0,1 19 88 0 0,-2 1 0 0 0,-4 49 0 0 0,-17 166 96 0 0,16-236-311 0 0,-1 19-231 0 0,-2-18-2758 0 0,-3-17-228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134 176 152 0 0,'-113'-36'13619'0'0,"94"28"-12436"0"0,19 8-1168 0 0,-1 0-1 0 0,1 0 0 0 0,0 0 0 0 0,0-1 0 0 0,0 1 0 0 0,0 0 0 0 0,0 0 1 0 0,0 0-1 0 0,0 0 0 0 0,0 0 0 0 0,-1 0 0 0 0,1-1 0 0 0,0 1 1 0 0,0 0-1 0 0,0 0 0 0 0,0 0 0 0 0,0 0 0 0 0,0 0 0 0 0,0-1 0 0 0,0 1 1 0 0,0 0-1 0 0,0 0 0 0 0,0 0 0 0 0,0 0 0 0 0,0-1 0 0 0,0 1 1 0 0,0 0-1 0 0,0 0 0 0 0,0 0 0 0 0,0 0 0 0 0,0 0 0 0 0,0-1 1 0 0,0 1-1 0 0,1 0 0 0 0,-1 0 0 0 0,0 0 0 0 0,0 0 0 0 0,0 0 0 0 0,0-1 1 0 0,0 1-1 0 0,0 0 0 0 0,0 0 0 0 0,0 0 0 0 0,1 0 0 0 0,-1 0 1 0 0,0 0-1 0 0,0 0 0 0 0,0 0 0 0 0,1-1 0 0 0,30-8 443 0 0,-16 5-474 0 0,45-14-306 0 0,56-18-2291 0 0,-2-8-4291 0 0,-80 30 3049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4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86 2772 0 0,'-27'-48'10248'0'0,"7"10"-4060"0"0,20 40-5989 0 0,1 1-1 0 0,-1-1 0 0 0,1 0 0 0 0,0 0 0 0 0,-1 1 0 0 0,1-1 0 0 0,0 0 0 0 0,0 0 0 0 0,1 0 0 0 0,2 3 0 0 0,-1 1 154 0 0,22 44 250 0 0,-2 1 0 0 0,-2 1 0 0 0,-2 1 0 0 0,-3 1 0 0 0,12 73-1 0 0,-21-80-558 0 0,-2 1 0 0 0,-2 0 0 0 0,-2 0 0 0 0,-2 0 0 0 0,-3 0 0 0 0,-14 72 0 0 0,6-66-185 0 0,-3 0 0 0 0,-2-2 0 0 0,-2 0 0 0 0,-33 64-1 0 0,30-77-1909 0 0,-49 69-1 0 0,48-79-1492 0 0,-2-1-1 0 0,-45 41 1 0 0,32-37-4250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4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1 416 0 0,'0'0'4024'0'0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6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77 1348 0 0,'-3'0'1924'0'0,"-41"-13"13921"0"0,66 8-16014 0 0,108-24 824 0 0,-79 19-708 0 0,50-8-2531 0 0,-86 17 461 0 0,0 0 0 0 0,20 2-1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19 592 0 0,'-18'12'3637'0'0,"-32"20"6326"0"0,20-11-6060 0 0,28-20-3414 0 0,4 0-298 0 0,5 0-147 0 0,-1 0 1 0 0,0 0-1 0 0,1-1 0 0 0,-1 0 0 0 0,1-1 1 0 0,-1 1-1 0 0,0-1 0 0 0,1 0 0 0 0,-1-1 1 0 0,8-2-1 0 0,5-1-44 0 0,32-5-612 0 0,69-15-2771 0 0,-40 3-3027 0 0,-31 5-43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56 1588 0 0,'1'-2'1672'0'0,"0"-5"102"0"0,1 0 1 0 0,-1 1 0 0 0,0-1 0 0 0,-2-20 4816 0 0,-1 30-6513 0 0,0 0 1 0 0,0 0-1 0 0,0 0 1 0 0,1 0-1 0 0,-1 0 1 0 0,1 0-1 0 0,-1 0 1 0 0,1 0-1 0 0,-1 5 1 0 0,-6 39 619 0 0,4-20-379 0 0,-36 191 1715 0 0,-20 440 0 0 0,59-623-1992 0 0,-1 269 206 0 0,5-216-141 0 0,22 128 1 0 0,-24-214-111 0 0,1 16 13 0 0,1-1 1 0 0,1 0 0 0 0,1 0-1 0 0,0-1 1 0 0,1 1 0 0 0,10 17-1 0 0,-16-33-78 0 0,1 0 0 0 0,0 1-1 0 0,0-1 1 0 0,0 0 0 0 0,0 0 0 0 0,0 1-1 0 0,0-1 1 0 0,0 0 0 0 0,0 0 0 0 0,0 0 0 0 0,0 0-1 0 0,1-1 1 0 0,-1 1 0 0 0,0 0 0 0 0,1 0-1 0 0,-1-1 1 0 0,0 1 0 0 0,1-1 0 0 0,-1 1-1 0 0,1-1 1 0 0,-1 0 0 0 0,1 1 0 0 0,-1-1 0 0 0,1 0-1 0 0,-1 0 1 0 0,1 0 0 0 0,-1 0 0 0 0,1 0-1 0 0,-1-1 1 0 0,1 1 0 0 0,-1 0 0 0 0,1-1-1 0 0,-1 1 1 0 0,1-1 0 0 0,-1 1 0 0 0,0-1-1 0 0,1 0 1 0 0,-1 0 0 0 0,0 1 0 0 0,1-1 0 0 0,-1 0-1 0 0,2-2 1 0 0,5-4-589 0 0,-1 0 0 0 0,0 0 0 0 0,0-1 1 0 0,-1 0-1 0 0,7-10 0 0 0,-1-3-1364 0 0,0 0 0 0 0,-2 0 0 0 0,15-41 0 0 0,-9 10-4012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90 273 84 0 0,'-21'-31'2474'0'0,"7"12"-679"0"0,2-1 0 0 0,0 0 0 0 0,-12-28 0 0 0,23 45-1663 0 0,0 0 1 0 0,0 0 0 0 0,0 0-1 0 0,0-1 1 0 0,0 1 0 0 0,1 0-1 0 0,0-1 1 0 0,-1 1 0 0 0,1 0-1 0 0,0-1 1 0 0,1 1 0 0 0,-1 0-1 0 0,1-1 1 0 0,-1 1 0 0 0,1 0-1 0 0,0 0 1 0 0,0-1 0 0 0,3-3-1 0 0,-2 3-25 0 0,1 0 0 0 0,-1 1 0 0 0,1-1 0 0 0,0 1 0 0 0,1 0 0 0 0,-1 0 0 0 0,0 0 0 0 0,1 0 0 0 0,0 1 0 0 0,0-1 0 0 0,-1 1 0 0 0,7-2 0 0 0,4-2 81 0 0,1 1 1 0 0,0 1-1 0 0,0 0 1 0 0,0 1-1 0 0,1 1 1 0 0,28-2-1 0 0,-14 4-20 0 0,-1 2 0 0 0,0 0 1 0 0,-1 2-1 0 0,1 1 0 0 0,0 2 0 0 0,53 19 0 0 0,-65-20-75 0 0,-1 1 0 0 0,0 1 0 0 0,0 1 0 0 0,-1 0 0 0 0,0 1 0 0 0,-1 0 0 0 0,0 1 0 0 0,0 1 0 0 0,-1 0 0 0 0,-1 1 0 0 0,0 0 0 0 0,16 25 0 0 0,-25-32 32 0 0,1 0 0 0 0,-1 1 0 0 0,0-1 0 0 0,0 1 0 0 0,-1 0-1 0 0,0 0 1 0 0,0 0 0 0 0,-1 0 0 0 0,0 0 0 0 0,0 0 0 0 0,-1 0-1 0 0,0 14 1 0 0,-1-11-15 0 0,-1 0 0 0 0,0 0-1 0 0,-1 0 1 0 0,0 0 0 0 0,0-1-1 0 0,-1 1 1 0 0,-1-1-1 0 0,-6 11 1 0 0,-4 2-4 0 0,-1 0 0 0 0,-1-2 0 0 0,-1 0 0 0 0,0-1 0 0 0,-2 0 0 0 0,-23 16 0 0 0,22-18-16 0 0,-2-2 0 0 0,0 0 1 0 0,-39 18-1 0 0,52-28-178 0 0,0-1-1 0 0,-1 0 1 0 0,0-1-1 0 0,0 0 1 0 0,0 0-1 0 0,0-1 1 0 0,0-1 0 0 0,-1 0-1 0 0,1 0 1 0 0,0-1-1 0 0,-16-2 1 0 0,24 1-141 0 0,-1 1 0 0 0,1-1 0 0 0,0 0 0 0 0,0 0 0 0 0,0-1 0 0 0,-1 1 0 0 0,1 0 0 0 0,0-1 0 0 0,1 0 0 0 0,-1 0 0 0 0,0 0 0 0 0,0 0 0 0 0,1 0 0 0 0,-1-1 0 0 0,1 1 0 0 0,0-1-1 0 0,-4-4 1 0 0,4 3-376 0 0,0 0-1 0 0,1 0 0 0 0,-1 0 0 0 0,1 0 1 0 0,-1 0-1 0 0,1 0 0 0 0,1 0 0 0 0,-1 0 1 0 0,0-1-1 0 0,1 1 0 0 0,0 0 0 0 0,0 0 0 0 0,1-8 1 0 0,5-16-4394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0:59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547 139 2212 0 0,'1'-8'956'0'0,"-1"1"0"0"0,1-1 0 0 0,-1 0 0 0 0,-1 1 0 0 0,0-1 0 0 0,0 1 0 0 0,0-1 0 0 0,-3-8 0 0 0,2 12-609 0 0,0-1 1 0 0,0 1-1 0 0,0 0 0 0 0,0 0 1 0 0,-1 0-1 0 0,1 1 1 0 0,-1-1-1 0 0,0 1 0 0 0,0-1 1 0 0,0 1-1 0 0,-1 0 1 0 0,1 0-1 0 0,-1 0 0 0 0,-5-2 1 0 0,6 4-279 0 0,0 0 1 0 0,1 0-1 0 0,-1 0 1 0 0,0 0-1 0 0,0 1 0 0 0,0 0 1 0 0,0-1-1 0 0,0 1 1 0 0,0 0-1 0 0,0 0 1 0 0,-5 2-1 0 0,-34 6 276 0 0,29-3-299 0 0,-1-1-1 0 0,1 2 1 0 0,0 0-1 0 0,1 0 1 0 0,0 1 0 0 0,0 1-1 0 0,0 0 1 0 0,1 0 0 0 0,-17 18-1 0 0,13-11-25 0 0,1 1 0 0 0,1 1 0 0 0,1 0 0 0 0,1 1 0 0 0,-18 35 0 0 0,10-6 19 0 0,1 1 1 0 0,3 1-1 0 0,2 0 0 0 0,-11 80 1 0 0,-1 187 1196 0 0,25 3-858 0 0,-2 57 29 0 0,-45 288 790 0 0,45-640-1170 0 0,-11 166 44 0 0,13-159-53 0 0,2 0 0 0 0,0-1 1 0 0,2 1-1 0 0,9 34 0 0 0,-12-59-32 0 0,1-1 1 0 0,0 1-1 0 0,0-1 0 0 0,0 0 0 0 0,1 0 0 0 0,-1 0 1 0 0,1 0-1 0 0,0 0 0 0 0,1 0 0 0 0,-1-1 0 0 0,7 7 0 0 0,-7-9-108 0 0,0 0-1 0 0,0 0 0 0 0,0 0 1 0 0,0-1-1 0 0,0 1 0 0 0,0-1 1 0 0,0 0-1 0 0,0 0 0 0 0,0 0 1 0 0,1 0-1 0 0,-1 0 0 0 0,0-1 1 0 0,1 0-1 0 0,-1 0 0 0 0,0 1 0 0 0,1-2 1 0 0,-1 1-1 0 0,1 0 0 0 0,-1-1 1 0 0,0 0-1 0 0,5-1 0 0 0,10-4-1270 0 0,0-1 1 0 0,-1-1-1 0 0,0-1 0 0 0,0 0 0 0 0,-1-1 0 0 0,27-22 0 0 0,-1-3-4973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162 300 288 0 0,'-9'-43'6930'0'0,"-22"-65"1824"0"0,10 237-4548 0 0,9-47-3606 0 0,-70 410 575 0 0,76-460-868 0 0,5-30-203 0 0,2-3-22 0 0,3-17-50 0 0,32-198-84 0 0,13-63-182 0 0,-37 229 150 0 0,2 0-1 0 0,2 1 1 0 0,33-67 0 0 0,-43 104 45 0 0,1-1 1 0 0,1 2-1 0 0,12-17 1 0 0,-17 24 23 0 0,1 0-1 0 0,-1 0 1 0 0,1 0 0 0 0,0 1 0 0 0,1 0-1 0 0,-1-1 1 0 0,1 1 0 0 0,-1 1 0 0 0,1-1-1 0 0,0 1 1 0 0,8-3 0 0 0,-11 5 12 0 0,1-1 0 0 0,-1 1 0 0 0,1 0-1 0 0,0 0 1 0 0,-1 0 0 0 0,1 0 0 0 0,-1 0 0 0 0,1 1 0 0 0,0-1-1 0 0,-1 1 1 0 0,1 0 0 0 0,-1 0 0 0 0,0 0 0 0 0,1 0 0 0 0,-1 0-1 0 0,0 0 1 0 0,1 1 0 0 0,-1-1 0 0 0,0 1 0 0 0,0-1 0 0 0,0 1 0 0 0,0 0-1 0 0,-1 0 1 0 0,3 2 0 0 0,1 2 24 0 0,1 1 0 0 0,-1 0 0 0 0,-1 1 0 0 0,1-1 0 0 0,5 14 0 0 0,3 14 76 0 0,-2-1-1 0 0,-1 2 1 0 0,9 61 0 0 0,0 113-565 0 0,-12-117-1146 0 0,-4-49-1873 0 0,-2-16-4455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133 147 1460 0 0,'-10'-2'1426'0'0,"-24"-3"6562"0"0,-53-17-1 0 0,85 22-7648 0 0,18-14 352 0 0,123-29-1933 0 0,13-4-8858 0 0,-116 34 3955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69 760 0 0,'-1'-25'13266'0'0,"-4"0"-7766"0"0,4 25-5384 0 0,1-1 0 0 0,0 0 0 0 0,-1 1 1 0 0,1-1-1 0 0,0 0 0 0 0,0 0 0 0 0,0 1 0 0 0,-1-1 0 0 0,1 0 1 0 0,0 0-1 0 0,0 1 0 0 0,0-1 0 0 0,0 0 0 0 0,0 0 1 0 0,1 1-1 0 0,-1-1 0 0 0,0 0 0 0 0,0 0 0 0 0,3-3-1377 0 0,1 15-1689 0 0,-2 3 290 0 0,-1-2-2131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0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0 596 0 0,'-16'44'14366'0'0,"4"-13"-7015"0"0,8-19-10706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1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75 174 1500 0 0,'4'-16'8322'0'0,"2"-14"3108"0"0,-6 23-10041 0 0,-33 160-552 0 0,-7 37-923 0 0,40-189 86 0 0,-6 42-22 0 0,0 53-1 0 0,6-83 35 0 0,1 1 0 0 0,0-1 0 0 0,1 0 0 0 0,1 0 0 0 0,0 0 0 0 0,0 0 0 0 0,1-1 0 0 0,8 18 0 0 0,-10-26-4 0 0,0-1-1 0 0,0 0 1 0 0,0 0-1 0 0,0 0 0 0 0,0 0 1 0 0,1 0-1 0 0,-1-1 1 0 0,1 1-1 0 0,0-1 0 0 0,0 1 1 0 0,0-1-1 0 0,0 0 1 0 0,0 0-1 0 0,0-1 0 0 0,6 3 1 0 0,-3-2 3 0 0,-1 0 1 0 0,1-1 0 0 0,-1 0 0 0 0,1 0-1 0 0,-1-1 1 0 0,1 0 0 0 0,0 0 0 0 0,-1 0-1 0 0,9-2 1 0 0,-3 0 4 0 0,0 0-1 0 0,-1-1 1 0 0,0-1-1 0 0,1 1 1 0 0,-1-2-1 0 0,-1 0 1 0 0,1 0-1 0 0,-1 0 1 0 0,0-1 0 0 0,10-9-1 0 0,-3 0 16 0 0,0-1 1 0 0,-2-1-1 0 0,0 0 0 0 0,-1-1 0 0 0,-1-1 0 0 0,0 0 0 0 0,-2-1 1 0 0,0 0-1 0 0,-1 0 0 0 0,8-30 0 0 0,-11 29-32 0 0,-1 0 0 0 0,0 0-1 0 0,-2-1 1 0 0,0 1 0 0 0,-2-1-1 0 0,0 0 1 0 0,-1 1 0 0 0,-2-1-1 0 0,0 0 1 0 0,-8-35 0 0 0,5 44-21 0 0,1-1-1 0 0,-2 0 1 0 0,0 1 0 0 0,0 0 0 0 0,-2 1-1 0 0,1-1 1 0 0,-1 1 0 0 0,-1 1 0 0 0,0 0 0 0 0,-1 0-1 0 0,0 0 1 0 0,-1 1 0 0 0,0 1 0 0 0,0 0-1 0 0,-1 1 1 0 0,0 0 0 0 0,-1 0 0 0 0,0 1-1 0 0,-26-9 1 0 0,35 15-144 0 0,-1 0 0 0 0,1 0-1 0 0,-1 0 1 0 0,1 1-1 0 0,-1 0 1 0 0,1 0 0 0 0,-1 0-1 0 0,1 0 1 0 0,-1 1 0 0 0,1 0-1 0 0,0 0 1 0 0,-1 0 0 0 0,1 0-1 0 0,0 1 1 0 0,-8 3 0 0 0,9-3-278 0 0,-1 0 1 0 0,1 0-1 0 0,0 1 0 0 0,0-1 1 0 0,0 1-1 0 0,0-1 0 0 0,0 1 1 0 0,-2 4-1 0 0,3-5-267 0 0,0 0-1 0 0,0 1 1 0 0,1 0 0 0 0,0-1-1 0 0,-1 1 1 0 0,1 0 0 0 0,0 0-1 0 0,1 0 1 0 0,-1 0 0 0 0,0 0-1 0 0,0 4 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0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531 216 668 0 0,'-30'-67'11071'0'0,"2"6"-3122"0"0,27 60-7918 0 0,1 0 0 0 0,0 0 0 0 0,0 0 0 0 0,0 0 0 0 0,-1 0 0 0 0,1 0 0 0 0,0 0 0 0 0,0 0 0 0 0,0 0 0 0 0,1 0 0 0 0,-1 0 0 0 0,0 0 0 0 0,0 0 0 0 0,0 0 0 0 0,1 0 0 0 0,-1 0 0 0 0,1 0 0 0 0,-1 0 0 0 0,1 0 0 0 0,-1 0 0 0 0,1 1 0 0 0,-1-1 0 0 0,1 0 0 0 0,0 0 0 0 0,-1 0 1 0 0,1 1-1 0 0,0-1 0 0 0,0 0 0 0 0,0 1 0 0 0,0-1 0 0 0,-1 1 0 0 0,1-1 0 0 0,2 0 0 0 0,36-17 67 0 0,-34 16-54 0 0,20-7-36 0 0,-1 2 1 0 0,1 0-1 0 0,1 2 1 0 0,-1 1 0 0 0,1 1-1 0 0,-1 1 1 0 0,1 1-1 0 0,0 1 1 0 0,36 6 0 0 0,-55-5-13 0 0,1 0 0 0 0,-1 1 0 0 0,1 0 0 0 0,-1 1 0 0 0,0 0 0 0 0,0 0 0 0 0,0 0 0 0 0,8 6 0 0 0,-11-5 12 0 0,0-1 1 0 0,0 1-1 0 0,0-1 0 0 0,-1 1 1 0 0,1 1-1 0 0,-1-1 1 0 0,0 0-1 0 0,0 1 0 0 0,0-1 1 0 0,-1 1-1 0 0,0 0 1 0 0,3 8-1 0 0,5 18 295 0 0,-2 1 1 0 0,-1 1 0 0 0,5 62-1 0 0,-8 104 1086 0 0,-4-148-1121 0 0,-2 186 1220 0 0,17 503-492 0 0,0-583-1008 0 0,7 244 3606 0 0,-22-378-3374 0 0,-2-1 0 0 0,0 1 0 0 0,-2 0 0 0 0,0-1 0 0 0,-1 0 0 0 0,-11 28 0 0 0,12-41-146 0 0,0 0-1 0 0,-1 0 0 0 0,0 0 0 0 0,-1 0 1 0 0,1-1-1 0 0,-2 0 0 0 0,1 0 1 0 0,-1-1-1 0 0,0 0 0 0 0,-1 0 0 0 0,1 0 1 0 0,-1-1-1 0 0,-1 0 0 0 0,1-1 0 0 0,-1 0 1 0 0,-14 6-1 0 0,-3-1-68 0 0,0-1 0 0 0,-54 9 1 0 0,-59 1-18 0 0,35-7-69 0 0,-134 36-6174 0 0,83-3-4893 0 0,56-11-1735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42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1232 0 0,'0'0'2412'0'0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1:4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0 528 0 0,'0'0'692'0'0,"12"4"592"0"0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3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1 152 0 0,'0'0'1068'0'0,"-4"10"288"0"0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40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21 316 0 0,'0'0'3724'0'0,"7"-9"-2312"0"0,-14 2-2364 0 0,-3 2-1144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4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14 844 0 0,'0'0'348'0'0,"11"-5"-756"0"0,-1-4 136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4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0,'0'0'416'0'0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5:4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16 140 0 0,'0'0'520'0'0,"7"-7"24"0"0,-2-1-368 0 0,2 14-312 0 0,-2 5-572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1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1 168 0 0,'0'0'3888'0'0,"15"0"-4052"0"0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12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36 0 0,'0'0'580'0'0,"-9"5"-792"0"0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1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48 1244 0 0,'6'-8'5620'0'0,"2"-5"-2291"0"0,-8 12-3303 0 0,0 0 0 0 0,0 1 0 0 0,0-1 0 0 0,0 0 0 0 0,0 1-1 0 0,-1-1 1 0 0,1 0 0 0 0,0 1 0 0 0,0-1 0 0 0,-1 1 0 0 0,1-1 0 0 0,-1 1 0 0 0,1-1 0 0 0,0 1 0 0 0,-1-1-1 0 0,1 1 1 0 0,-1-1 0 0 0,1 1 0 0 0,-1-1 0 0 0,1 1 0 0 0,-1 0 0 0 0,1-1 0 0 0,-1 1 0 0 0,0 0 0 0 0,1-1-1 0 0,-2 1 1 0 0,1-1 43 0 0,-41-10 444 0 0,29 11-436 0 0,0 0 1 0 0,0 0 0 0 0,1 1 0 0 0,-1 0-1 0 0,0 1 1 0 0,-20 7 0 0 0,7-2-21 0 0,1 2 0 0 0,-32 16 1 0 0,39-14-36 0 0,0 0 1 0 0,1 0-1 0 0,0 2 1 0 0,1 0-1 0 0,0 1 1 0 0,1 1-1 0 0,1 0 1 0 0,0 1-1 0 0,1 1 1 0 0,-12 19-1 0 0,13-17-3 0 0,2 0-1 0 0,0 1 0 0 0,1 0 0 0 0,0 0 1 0 0,2 1-1 0 0,1-1 0 0 0,0 2 0 0 0,1-1 1 0 0,-2 35-1 0 0,6-39 31 0 0,1 0 0 0 0,1 0 0 0 0,0 0 0 0 0,2 0-1 0 0,0 0 1 0 0,0 0 0 0 0,2-1 0 0 0,0 0 0 0 0,1 0 0 0 0,13 27 0 0 0,-13-33 8 0 0,1 1 1 0 0,0-1-1 0 0,0 0 0 0 0,1 0 0 0 0,0-1 0 0 0,1 0 1 0 0,0-1-1 0 0,1 0 0 0 0,0 0 0 0 0,0-1 1 0 0,0-1-1 0 0,1 1 0 0 0,0-1 0 0 0,0-1 1 0 0,16 5-1 0 0,-9-4-13 0 0,1-2 1 0 0,0 0-1 0 0,0-2 1 0 0,0 0-1 0 0,26 0 1 0 0,-5-3 21 0 0,61-11 1 0 0,-60 4-18 0 0,0-2 1 0 0,75-29-1 0 0,-15 4-3 0 0,-57 16-37 0 0,-42 18-1 0 0,0 1-5 0 0,6-2 3 0 0,-6 1 169 0 0,-3 2-172 0 0,0 1 0 0 0,-1-1 1 0 0,1 0-1 0 0,-1 0 1 0 0,1 0-1 0 0,-1 0 0 0 0,1 0 1 0 0,-1 0-1 0 0,1 0 1 0 0,-1 0-1 0 0,0-1 0 0 0,0 1 1 0 0,1 0-1 0 0,-1-1 1 0 0,-3 1-1 0 0,2 0 1 0 0,-62 19 72 0 0,35-15 291 0 0,-1 0 0 0 0,1-2 0 0 0,-60 0 0 0 0,84-3-368 0 0,-44-3 91 0 0,0-1 0 0 0,0-2 0 0 0,-57-16 0 0 0,92 19-50 0 0,0 0 1 0 0,0-2-1 0 0,1 1 0 0 0,-24-12 0 0 0,29 11-5 0 0,1 2-8 0 0,1-1 0 0 0,0 0 0 0 0,0-1 0 0 0,0 0 0 0 0,0 0 0 0 0,1-1 0 0 0,-1 1 0 0 0,2-1 0 0 0,-1-1 0 0 0,1 1 0 0 0,-1-1 0 0 0,2 0 0 0 0,-1 0 0 0 0,1 0 1 0 0,0-1-1 0 0,-5-13 0 0 0,6 9-23 0 0,0 0 0 0 0,0 0 0 0 0,1-1 1 0 0,1 1-1 0 0,0 0 0 0 0,1-1 0 0 0,0 1 1 0 0,0 0-1 0 0,2-1 0 0 0,3-17 0 0 0,1 7-12 0 0,1 1-1 0 0,2-1 1 0 0,0 2-1 0 0,1-1 0 0 0,1 1 1 0 0,1 1-1 0 0,1 0 1 0 0,0 1-1 0 0,2 0 1 0 0,0 1-1 0 0,1 1 1 0 0,26-22-1 0 0,12 0-26 0 0,-44 32 34 0 0,1 2 2 0 0,17-5-11 0 0,12-1-12 0 0,3 2 19 0 0,-5 1 22 0 0,-36 8-9 0 0,3-3-8 0 0,-5 3-2 0 0,0 0 1 0 0,0 0 0 0 0,0 0 0 0 0,0 0 0 0 0,0 0-1 0 0,-1 0 1 0 0,1 0 0 0 0,0 0 0 0 0,0 0-1 0 0,0-1 1 0 0,0 1 0 0 0,0 0 0 0 0,0 0 0 0 0,0 0-1 0 0,0 0 1 0 0,0 0 0 0 0,0-1 0 0 0,-1 1 0 0 0,1 0-1 0 0,0 0 1 0 0,0 0 0 0 0,0 0 0 0 0,0 0 0 0 0,0-1-1 0 0,0 1 1 0 0,0 0 0 0 0,0 0 0 0 0,0 0-1 0 0,0 0 1 0 0,0-1 0 0 0,0 1 0 0 0,1 0 0 0 0,-1 0-1 0 0,0 0 1 0 0,0 0 0 0 0,0 0 0 0 0,0-1 0 0 0,0 1-1 0 0,0 0 1 0 0,0 0 0 0 0,0 0 0 0 0,0 0 0 0 0,0 0-1 0 0,1 0 1 0 0,-1 0 0 0 0,0-1 0 0 0,0 1 0 0 0,0 0-1 0 0,0 0 1 0 0,0 0 0 0 0,0 0 0 0 0,1 0-1 0 0,-1 0 1 0 0,0 0 0 0 0,0 0 0 0 0,0 0 0 0 0,0 0-1 0 0,1 0 1 0 0,-1 0 0 0 0,0 0 0 0 0,0 0 0 0 0,0 0-1 0 0,0 0 1 0 0,1 0 0 0 0,-2-1 2 0 0,-1 0-12 0 0,-6 0 7 0 0,6 1-3 0 0,-7 5-2524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39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0 420 0 0,'21'9'2788'0'0,"-18"-8"-3700"0"0,7-1 5255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65 992 0 0,'-27'10'11780'0'0,"22"-8"-11324"0"0,-9 10 1805 0 0,131-66-2109 0 0,-97 46-1300 0 0,1 1 0 0 0,-1 1 1 0 0,1 0-1 0 0,22-1 0 0 0,-30 6-2012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1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81 155 788 0 0,'-81'81'9766'0'0,"84"-83"-9565"0"0,61-40-176 0 0,108-53 0 0 0,-3 19-5163 0 0,-116 55 1875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1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45 284 0 0,'-16'-29'11004'0'0,"9"14"-8621"0"0,6 14-1961 0 0,-1 3-266 0 0,-1 2-109 0 0,0 1-1 0 0,0-1 1 0 0,0 1-1 0 0,1 0 1 0 0,-1-1 0 0 0,1 1-1 0 0,0 1 1 0 0,0-1-1 0 0,-1 9 1 0 0,-9 55 357 0 0,11-57-290 0 0,-11 83 608 0 0,1 140 0 0 0,13-172-653 0 0,3 0 0 0 0,2-1 0 0 0,19 79 1 0 0,-21-121-41 0 0,1 0 1 0 0,16 36 0 0 0,-20-52-15 0 0,0 1 0 0 0,1 0-1 0 0,-1-1 1 0 0,1 1 0 0 0,0-1 0 0 0,0 0 0 0 0,1 0 0 0 0,-1 0 0 0 0,1-1 0 0 0,0 1 0 0 0,0-1 0 0 0,0 0-1 0 0,0 0 1 0 0,1 0 0 0 0,-1 0 0 0 0,1-1 0 0 0,4 2 0 0 0,-6-3-47 0 0,0 0 1 0 0,-1-1-1 0 0,1 0 0 0 0,0 1 0 0 0,-1-1 1 0 0,1 0-1 0 0,0 0 0 0 0,0 0 1 0 0,-1-1-1 0 0,1 1 0 0 0,0-1 1 0 0,-1 0-1 0 0,1 1 0 0 0,-1-1 0 0 0,1 0 1 0 0,2-2-1 0 0,-1 1-182 0 0,1-1 0 0 0,-1 0 0 0 0,0 0 0 0 0,-1-1 0 0 0,1 1-1 0 0,0-1 1 0 0,-1 0 0 0 0,4-5 0 0 0,-1 0-1021 0 0,0-1 0 0 0,0-1-1 0 0,-1 1 1 0 0,0-1 0 0 0,-1 0 0 0 0,6-20 0 0 0,-5 8-2560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1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62 309 420 0 0,'-8'-10'1380'0'0,"0"1"-1"0"0,0-1 1 0 0,1 0-1 0 0,0 0 1 0 0,-8-19-1 0 0,13 24-1212 0 0,1 0-1 0 0,-1 0 0 0 0,1 1 0 0 0,0-1 0 0 0,0 0 0 0 0,1 0 0 0 0,-1 0 0 0 0,1 0 0 0 0,0 0 0 0 0,1 0 0 0 0,-1 0 1 0 0,1 0-1 0 0,0 0 0 0 0,0 0 0 0 0,1 0 0 0 0,3-8 0 0 0,0 3-121 0 0,0 1 0 0 0,1 0 0 0 0,0 0 0 0 0,0 1 0 0 0,1-1 0 0 0,0 1 0 0 0,1 1 0 0 0,0-1 0 0 0,0 2 0 0 0,1-1 0 0 0,-1 1 0 0 0,1 0 0 0 0,1 1 0 0 0,-1 0 0 0 0,1 0 0 0 0,0 1 0 0 0,0 0 0 0 0,0 1 0 0 0,0 0 0 0 0,1 1 0 0 0,-1 0 0 0 0,1 0 0 0 0,0 2 0 0 0,-1-1 0 0 0,1 1 0 0 0,0 0 0 0 0,0 1 0 0 0,-1 1 0 0 0,1 0 0 0 0,-1 0 0 0 0,1 1 0 0 0,-1 0 0 0 0,0 0 1 0 0,12 7-1 0 0,-17-7 35 0 0,0 0 0 0 0,-1 1 0 0 0,1-1 0 0 0,-1 1 0 0 0,0 0 0 0 0,0 0 0 0 0,0 0 0 0 0,0 1 0 0 0,-1-1 0 0 0,0 1 0 0 0,0 0 0 0 0,0 0 0 0 0,0 0 0 0 0,-1 0 1 0 0,0 0-1 0 0,0 1 0 0 0,0-1 0 0 0,-1 1 0 0 0,0-1 0 0 0,0 1 0 0 0,0 0 0 0 0,-1-1 0 0 0,0 1 0 0 0,0 0 0 0 0,0 0 0 0 0,-1-1 0 0 0,-1 10 0 0 0,0-5 20 0 0,-1 1 0 0 0,0-1 0 0 0,0 1 0 0 0,-1-1 0 0 0,-1 0-1 0 0,0 0 1 0 0,0-1 0 0 0,0 1 0 0 0,-1-1 0 0 0,-1-1 0 0 0,0 1 0 0 0,0-1-1 0 0,-13 12 1 0 0,7-11-65 0 0,-1-1-1 0 0,0 0 1 0 0,0-1-1 0 0,-1 0 1 0 0,0-1 0 0 0,0-1-1 0 0,-1 0 1 0 0,-31 5-1 0 0,39-8-93 0 0,6-2-379 0 0,1 0 353 0 0,1 0 0 0 0,-1 1 0 0 0,1-1 0 0 0,0 0 0 0 0,-1 0 0 0 0,1 0 0 0 0,-1 0 0 0 0,1 0 0 0 0,-1 0 0 0 0,1 0 0 0 0,0 0 0 0 0,-1 0 0 0 0,1 0 1 0 0,-1 0-1 0 0,1-1 0 0 0,-1 1 0 0 0,1 0 0 0 0,0 0 0 0 0,-1 0 0 0 0,1 0 0 0 0,0-1 0 0 0,-1 1 0 0 0,1 0 0 0 0,0 0 0 0 0,-1-1 0 0 0,1 1 0 0 0,0 0 1 0 0,-1-1-1 0 0,1 1 0 0 0,0 0 0 0 0,0-1 0 0 0,-1 1 0 0 0,1 0 0 0 0,0-1 0 0 0,0 1 0 0 0,0-1 0 0 0,0 1 0 0 0,-1-1 0 0 0,9-15-5279 0 0,-1 3-105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404 116 1704 0 0,'0'-2'414'0'0,"-4"-16"6170"0"0,-10-31 693 0 0,4 27-4070 0 0,-16 2-1776 0 0,24 19-1325 0 0,-1 1-33 0 0,0-1-67 0 0,-6 0 37 0 0,1 0 0 0 0,-1 0 0 0 0,1 1 0 0 0,-1 0 0 0 0,0 1 0 0 0,-11 2 0 0 0,12-2-40 0 0,1 1 1 0 0,0 0 0 0 0,0 0 0 0 0,0 1 0 0 0,1-1 0 0 0,-1 2 0 0 0,1-1 0 0 0,-11 8 0 0 0,3-1 12 0 0,0 0 0 0 0,-16 18 1 0 0,17-15-26 0 0,1 0 0 0 0,0 1 0 0 0,1 0 0 0 0,1 1 0 0 0,0 1 0 0 0,1-1 0 0 0,1 1 0 0 0,0 1 0 0 0,1-1 0 0 0,1 1 0 0 0,0 1 0 0 0,2-1 0 0 0,0 1 0 0 0,1 0 0 0 0,-2 18 0 0 0,1 26 9 0 0,-3 74-29 0 0,9-35 48 0 0,5-2 1 0 0,4 1-1 0 0,31 124 1 0 0,-34-193-26 0 0,2 1 0 0 0,1-1 0 0 0,2-1 1 0 0,1 0-1 0 0,1 0 0 0 0,1-2 0 0 0,2 0 0 0 0,1-1 1 0 0,1-1-1 0 0,33 34 0 0 0,-45-53-34 0 0,-1 0 0 0 0,1-1 0 0 0,0 0 0 0 0,1 0 0 0 0,0-1 0 0 0,0 0 0 0 0,0 0 0 0 0,0-1 0 0 0,1 0 0 0 0,-1-1 1 0 0,1 0-1 0 0,0-1 0 0 0,0 0 0 0 0,20 2 0 0 0,-15-4-771 0 0,1 0 1 0 0,-1-1 0 0 0,24-4 0 0 0,-16 1-3111 0 0,39-15 0 0 0,-28 5-3021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3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99 1960 0 0,'-9'-12'2737'0'0,"0"-1"-599"0"0,-1 1 0 0 0,-1 0 0 0 0,1 1-1 0 0,-23-17 1 0 0,30 26-2087 0 0,1 1-1 0 0,-1-1 1 0 0,0 1-1 0 0,0 0 1 0 0,0 0 0 0 0,0 1-1 0 0,1-1 1 0 0,-1 0-1 0 0,0 1 1 0 0,0 0 0 0 0,-1 0-1 0 0,1 0 1 0 0,0 0-1 0 0,0 0 1 0 0,0 0 0 0 0,0 1-1 0 0,1 0 1 0 0,-1-1-1 0 0,0 1 1 0 0,0 0 0 0 0,0 1-1 0 0,0-1 1 0 0,1 0-1 0 0,-1 1 1 0 0,1-1 0 0 0,-1 1-1 0 0,1 0 1 0 0,-5 4-1 0 0,-5 5-49 0 0,0 1 0 0 0,0 0 0 0 0,-17 26-1 0 0,24-31 52 0 0,-8 10-45 0 0,2 0-1 0 0,1 1 0 0 0,0 0 0 0 0,1 1 1 0 0,0 0-1 0 0,2 0 0 0 0,1 1 1 0 0,0 0-1 0 0,1 0 0 0 0,1 0 1 0 0,1 1-1 0 0,0 38 0 0 0,3-51 1 0 0,1 0 0 0 0,0 0 0 0 0,0 0-1 0 0,1 0 1 0 0,0-1 0 0 0,1 1 0 0 0,0 0-1 0 0,0-1 1 0 0,0 0 0 0 0,1 1 0 0 0,0-1-1 0 0,1-1 1 0 0,-1 1 0 0 0,1-1 0 0 0,0 0-1 0 0,1 0 1 0 0,0 0 0 0 0,6 5 0 0 0,-3-5 5 0 0,1 1 1 0 0,-1-2 0 0 0,1 1-1 0 0,0-1 1 0 0,0-1 0 0 0,0 0-1 0 0,1 0 1 0 0,0-1 0 0 0,-1-1 0 0 0,1 0-1 0 0,0 0 1 0 0,18 0 0 0 0,-9-1-588 0 0,1-2 0 0 0,-1 0 1 0 0,0-2-1 0 0,37-8 1 0 0,-36 5-1749 0 0,-1-1 1 0 0,26-13-1 0 0,-12 3-2716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2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136 109 1088 0 0,'-28'-22'4374'0'0,"-47"-39"6282"0"0,46 38-8096 0 0,25 21-2160 0 0,19 12-366 0 0,21 15 133 0 0,-2 1 0 0 0,0 2 0 0 0,-2 1 0 0 0,-1 2 0 0 0,-1 1 0 0 0,-2 2-1 0 0,-1 0 1 0 0,34 59 0 0 0,-43-59-65 0 0,0 0 0 0 0,-3 1 0 0 0,-1 1 0 0 0,-1 0-1 0 0,-3 1 1 0 0,0 0 0 0 0,-3 1 0 0 0,-1 0 0 0 0,2 76 0 0 0,-10-65-6 0 0,-2 1 1 0 0,-2-1-1 0 0,-2-1 1 0 0,-2 1-1 0 0,-3-2 1 0 0,-18 48-1 0 0,-2-12-220 0 0,-4-2-1 0 0,-67 109 1 0 0,25-73-3872 0 0,64-97-371 0 0,-32 29 1 0 0,20-26-2436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49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24 763 808 0 0,'0'0'1794'0'0,"-13"4"1204"0"0,2 2 46 0 0,11-5-2986 0 0,1-1-1 0 0,-1 0 0 0 0,0 1 0 0 0,0-1 0 0 0,1 0 0 0 0,-1 1 0 0 0,0-1 0 0 0,0 0 1 0 0,1 0-1 0 0,-1 1 0 0 0,0-1 0 0 0,1 0 0 0 0,-1 0 0 0 0,0 0 0 0 0,1 1 0 0 0,-1-1 1 0 0,1 0-1 0 0,-1 0 0 0 0,0 0 0 0 0,1 0 0 0 0,-1 0 0 0 0,1 0 0 0 0,-1 0 0 0 0,0 0 0 0 0,1 0 1 0 0,-1 0-1 0 0,0 0 0 0 0,1 0 0 0 0,2 0 47 0 0,27 0 120 0 0,-27 0-201 0 0,0 0 26 0 0,182 2 224 0 0,330-19-103 0 0,-270 2-50 0 0,366-32 226 0 0,-346 6 153 0 0,-19 3-272 0 0,627-36 60 0 0,-567 54-141 0 0,-211 13-101 0 0,417-38 147 0 0,308-42-24 0 0,-740 79-170 0 0,552-71 84 0 0,-61 6-78 0 0,-286 40 9 0 0,184-8 4 0 0,-182 18-42 0 0,-3 2 73 0 0,127-14-7 0 0,-257 19 20 0 0,135-18 885 0 0,-205 20 318 0 0,-82 14-1134 0 0,1 0 4 0 0,9-1-17 0 0,-10 0-4 0 0,15-2 232 0 0,16-3-158 0 0,-31 5-162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10 934 492 0 0,'0'0'8853'0'0,"-10"3"-7716"0"0,77-6-612 0 0,81-15 0 0 0,-50 5-392 0 0,325-43 149 0 0,-72 9-171 0 0,-194 27-55 0 0,1223-125 76 0 0,756 25 16 0 0,-1327 93-113 0 0,-30 2-132 0 0,660-59-32 0 0,643-74 83 0 0,-624 56 410 0 0,-918 71-72 0 0,196-17 408 0 0,-694 44-673 0 0,129-16 177 0 0,-104 9-63 0 0,-65 10-433 0 0,-14-2-2017 0 0,-10 3-1294 0 0,-11 0-1674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6:5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1 468 904 0 0,'0'0'6849'0'0,"18"-11"-5397"0"0,9-13 1635 0 0,-26 23-2592 0 0,12-5 115 0 0,84-16 216 0 0,249-36-379 0 0,229-6-325 0 0,-321 39-17 0 0,-236 21-64 0 0,11-1 13 0 0,-57-8-29 0 0,2 1-25 0 0,0 0 1 0 0,1-2-1 0 0,1-1 1 0 0,0-1-1 0 0,1-1 1 0 0,1-1-1 0 0,0 0 1 0 0,-26-32-1 0 0,21 15 7 0 0,27 35-7 0 0,0-1-1 0 0,-1 0 1 0 0,1 1-1 0 0,0-1 1 0 0,0 1-1 0 0,0-1 1 0 0,0 0 0 0 0,0 1-1 0 0,0-1 1 0 0,0 1-1 0 0,0-1 1 0 0,0 0-1 0 0,0 1 1 0 0,0-1 0 0 0,0 1-1 0 0,0-1 1 0 0,1 1-1 0 0,-1-1 1 0 0,0 0-1 0 0,0 1 1 0 0,1-1 0 0 0,-1 1-1 0 0,0-1 1 0 0,1 1-1 0 0,-1-1 1 0 0,0 1-1 0 0,1 0 1 0 0,-1-1-1 0 0,1 1 1 0 0,-1-1 0 0 0,1 1-1 0 0,-1 0 1 0 0,1-1-1 0 0,-1 1 1 0 0,1 0-1 0 0,0-1 1 0 0,1 0 3 0 0,1 0 0 0 0,-1 0 1 0 0,1 0-1 0 0,-1 0 0 0 0,1 0 0 0 0,-1 0 0 0 0,1 0 1 0 0,2 1-1 0 0,4-1 18 0 0,0 2-1 0 0,0-1 1 0 0,0 1 0 0 0,-1 1 0 0 0,1 0 0 0 0,0 0 0 0 0,-1 0 0 0 0,0 1-1 0 0,1 0 1 0 0,-1 1 0 0 0,0 0 0 0 0,-1 0 0 0 0,1 1 0 0 0,-1 0 0 0 0,0 0-1 0 0,0 1 1 0 0,0 0 0 0 0,-1 0 0 0 0,11 14 0 0 0,-10-13-7 0 0,-1 1 1 0 0,-1 0-1 0 0,0 1 0 0 0,0-1 1 0 0,0 1-1 0 0,-1 0 0 0 0,0 0 1 0 0,-1 1-1 0 0,0-1 0 0 0,-1 1 1 0 0,0-1-1 0 0,0 1 0 0 0,-1 0 0 0 0,0 0 1 0 0,-1 0-1 0 0,0-1 0 0 0,0 1 1 0 0,-3 12-1 0 0,-3 2 11 0 0,-2 0 0 0 0,0 0-1 0 0,-2-1 1 0 0,-1 0 0 0 0,0-1 0 0 0,-2 0-1 0 0,0-1 1 0 0,-24 27 0 0 0,-16 16-692 0 0,-74 66 0 0 0,6-20-5281 0 0,52-52-319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190 204 1608 0 0,'7'-8'3213'0'0,"10"-9"3817"0"0,-17 27-6860 0 0,-4 10 358 0 0,-1 0-1 0 0,-12 35 1 0 0,1-6-201 0 0,-131 463 1101 0 0,123-427-230 0 0,24-83-615 0 0,3-17-401 0 0,67-209-110 0 0,-28 103-133 0 0,46-132-25 0 0,-57 176-40 0 0,51-89-1 0 0,-76 156 99 0 0,-1 1 0 0 0,1 0 0 0 0,1 0 0 0 0,0 0 0 0 0,0 1 0 0 0,12-10 0 0 0,-18 17 29 0 0,0 1 0 0 0,-1-1-1 0 0,1 1 1 0 0,0 0 0 0 0,0-1-1 0 0,0 1 1 0 0,0 0 0 0 0,0 0-1 0 0,0-1 1 0 0,0 1 0 0 0,0 0-1 0 0,0 0 1 0 0,0 0 0 0 0,0 0-1 0 0,0 0 1 0 0,0 0 0 0 0,0 1-1 0 0,0-1 1 0 0,0 0 0 0 0,0 0-1 0 0,0 1 1 0 0,0-1 0 0 0,0 1-1 0 0,0-1 1 0 0,1 2 0 0 0,1-1 10 0 0,-1 1 0 0 0,0-1 1 0 0,1 1-1 0 0,-1 0 1 0 0,0 0-1 0 0,0 0 0 0 0,0 0 1 0 0,1 3-1 0 0,4 7 70 0 0,-1 0-1 0 0,0 0 0 0 0,-1 0 1 0 0,0 1-1 0 0,4 21 1 0 0,9 70 223 0 0,-15-87-249 0 0,26 324 526 0 0,-14-116-348 0 0,-6-171-1462 0 0,-8-51 213 0 0,0 1 0 0 0,1-1 1 0 0,-1 1-1 0 0,1-1 0 0 0,-1 1 1 0 0,5 5-1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88 1188 0 0,'-32'1'3159'0'0,"-54"-3"3612"0"0,84 2-5839 0 0,30-7-724 0 0,135-28-19 0 0,-75 17-1725 0 0,-1-2-3546 0 0,-58 13 1657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46 1788 0 0,'-23'-24'7321'0'0,"1"2"-1551"0"0,21 23-5700 0 0,1-1-1 0 0,0 0 0 0 0,0 1 1 0 0,0-1-1 0 0,0 1 0 0 0,-1-1 1 0 0,1 1-1 0 0,0-1 0 0 0,0 0 1 0 0,0 1-1 0 0,0-1 0 0 0,0 1 1 0 0,0-1-1 0 0,0 1 0 0 0,0-1 1 0 0,0 1-1 0 0,0-1 0 0 0,0 0 1 0 0,1 1-1 0 0,-1-1 0 0 0,0 1 1 0 0,0-1-1 0 0,0 0 0 0 0,1 1 1 0 0,-1-1-1 0 0,0 1 0 0 0,0-1 1 0 0,1 0-1 0 0,-1 1 0 0 0,6 11 534 0 0,130 218 3244 0 0,95 97-3270 0 0,-228-323-660 0 0,43 52-2624 0 0,-42-51 1533 0 0,2 0-1 0 0,-1 0 1 0 0,0 0-1 0 0,8 4 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6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75 700 0 0,'-6'-9'1542'0'0,"0"0"0"0"0,0 1 0 0 0,0-1 0 0 0,-1 2 0 0 0,0-1-1 0 0,-1 1 1 0 0,-12-10 0 0 0,19 17-1454 0 0,0 0 0 0 0,0-1 0 0 0,0 1 0 0 0,0 0 1 0 0,-1 0-1 0 0,1 0 0 0 0,0 0 0 0 0,0 0 0 0 0,0 0 0 0 0,0 0 0 0 0,0 1 0 0 0,0-1 0 0 0,0 0 0 0 0,0 0 0 0 0,0 1 0 0 0,0-1 0 0 0,0 1 0 0 0,0-1 1 0 0,0 1-1 0 0,0-1 0 0 0,-1 2 0 0 0,-18 14 839 0 0,20-15-870 0 0,-25 24 818 0 0,1 1-1 0 0,-33 48 1 0 0,-32 65-174 0 0,56-85-467 0 0,19-32-381 0 0,-64 109 859 0 0,65-106-1457 0 0,1 0 1 0 0,1 1-1 0 0,-10 36 1 0 0,21-62 712 0 0,-6 28-2837 0 0,8-11-3126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59 156 0 0,'0'0'14409'0'0,"2"1"-14161"0"0,6 2 42 0 0,1-1 0 0 0,-1 0 1 0 0,1-1-1 0 0,-1 1 0 0 0,1-2 1 0 0,0 1-1 0 0,14-2 1 0 0,67-13-89 0 0,-27 4-7 0 0,58-11-2205 0 0,-43 0-6572 0 0,-66 17 4045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6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2096 0 0,'-47'29'7585'0'0,"-50"41"0"0"0,82-54-6400 0 0,15-16-1160 0 0,-1 1 0 0 0,1-1 0 0 0,0 1 0 0 0,0 0 0 0 0,0-1 0 0 0,-1 1 0 0 0,1 0 0 0 0,0-1 0 0 0,0 1 0 0 0,0 0 0 0 0,0-1 1 0 0,0 1-1 0 0,0 0 0 0 0,0-1 0 0 0,0 1 0 0 0,0-1 0 0 0,0 1 0 0 0,1 0 0 0 0,-1-1 0 0 0,0 1 0 0 0,0 0 0 0 0,1-1 0 0 0,-1 1 0 0 0,0-1 0 0 0,1 1 0 0 0,-1 0 0 0 0,1 0 0 0 0,0 0-2 0 0,1 0 0 0 0,-1-1-1 0 0,1 1 1 0 0,-1 0-1 0 0,1 0 1 0 0,-1-1 0 0 0,1 1-1 0 0,-1-1 1 0 0,1 0-1 0 0,0 1 1 0 0,-1-1 0 0 0,1 0-1 0 0,0 0 1 0 0,2 0 0 0 0,29-2 71 0 0,-29 2-84 0 0,134-20-4185 0 0,-48-3-3275 0 0,-53 11 1883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0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471 277 608 0 0,'2'-16'9276'0'0,"-3"14"-8786"0"0,1-1 0 0 0,-1 0 0 0 0,1 0 0 0 0,-1 1 0 0 0,0-1 0 0 0,0 0 1 0 0,0 1-1 0 0,0-1 0 0 0,-1 1 0 0 0,1-1 0 0 0,-1 1 0 0 0,1 0 0 0 0,-1-1 1 0 0,0 1-1 0 0,0 0 0 0 0,0 0 0 0 0,-3-2 0 0 0,2 2-323 0 0,-1 0-1 0 0,1 0 1 0 0,-1 0-1 0 0,0 1 1 0 0,0 0 0 0 0,1-1-1 0 0,-1 1 1 0 0,0 0-1 0 0,0 1 1 0 0,0-1 0 0 0,0 1-1 0 0,-6 0 1 0 0,-1 0-81 0 0,0 1 0 0 0,1 0 0 0 0,-1 1-1 0 0,0 0 1 0 0,1 0 0 0 0,0 2 0 0 0,-1-1 0 0 0,1 1 0 0 0,-10 6 0 0 0,6-2-38 0 0,0 0 0 0 0,1 2 1 0 0,0-1-1 0 0,1 1 0 0 0,-18 19 1 0 0,9-5-30 0 0,2 1 1 0 0,0 0-1 0 0,2 2 0 0 0,0 0 1 0 0,-20 48-1 0 0,27-53-12 0 0,2 1-1 0 0,0 0 0 0 0,1 0 1 0 0,1 1-1 0 0,2 0 1 0 0,0 0-1 0 0,0 27 0 0 0,4-41-4 0 0,0-1-1 0 0,1 1 1 0 0,1 0-1 0 0,-1 0 0 0 0,1 0 1 0 0,1-1-1 0 0,0 1 1 0 0,7 15-1 0 0,-6-19 6 0 0,-1 0 0 0 0,1 0 0 0 0,0 0 0 0 0,1 0 0 0 0,0-1 0 0 0,0 0 0 0 0,0 0 0 0 0,0 0 0 0 0,1 0 0 0 0,-1-1 0 0 0,1 0 0 0 0,0 0 0 0 0,9 3 0 0 0,-4-2 2 0 0,1-1-1 0 0,-1-1 0 0 0,1 0 1 0 0,0-1-1 0 0,-1 0 0 0 0,1 0 1 0 0,0-1-1 0 0,0-1 1 0 0,14-1-1 0 0,-2-1 9 0 0,0-1 0 0 0,0-1 1 0 0,36-11-1 0 0,-29 4 0 0 0,-1-1-1 0 0,-1-1 1 0 0,0-2-1 0 0,0 0 1 0 0,-2-2-1 0 0,0-1 1 0 0,-1-2-1 0 0,-1 0 1 0 0,36-38-1 0 0,-45 41 35 0 0,0-1 1 0 0,-2 0-1 0 0,0-2 0 0 0,-1 1 1 0 0,0-2-1 0 0,-2 0 0 0 0,-1 0 1 0 0,0-1-1 0 0,-2 0 0 0 0,0 0 1 0 0,-2-1-1 0 0,0 0 0 0 0,4-43 0 0 0,-10 53-18 0 0,0-1 0 0 0,-1 1 0 0 0,0 0 0 0 0,-1-1 0 0 0,-1 1 0 0 0,0 0 0 0 0,-1 1 0 0 0,0-1 0 0 0,-1 0 0 0 0,0 1 0 0 0,-1 0 0 0 0,0 0 0 0 0,-1 1 0 0 0,-1 0 0 0 0,1 0 0 0 0,-2 1 0 0 0,-10-11 0 0 0,6 8-30 0 0,-1 0-1 0 0,0 1 1 0 0,-1 1-1 0 0,0 1 1 0 0,-1 0-1 0 0,0 1 1 0 0,0 0-1 0 0,-1 1 1 0 0,0 1-1 0 0,-1 1 1 0 0,-33-7 0 0 0,35 10-120 0 0,1 0 0 0 0,-1 1 0 0 0,1 1 1 0 0,-1 1-1 0 0,0 0 0 0 0,0 1 0 0 0,-22 5 1 0 0,28-4-351 0 0,0 1 0 0 0,1 0 1 0 0,0 1-1 0 0,-1 0 0 0 0,1 0 1 0 0,1 1-1 0 0,-1 0 1 0 0,1 1-1 0 0,0 0 0 0 0,0 0 1 0 0,0 1-1 0 0,1 0 0 0 0,-7 8 1 0 0,1 1-2357 0 0,1 1 0 0 0,-17 30 0 0 0,16-18-2797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83 1536 0 0,'-4'-11'4069'0'0,"3"9"-3835"0"0,0-1 0 0 0,1 0-1 0 0,-1 1 1 0 0,0-1 0 0 0,1 0-1 0 0,0 0 1 0 0,-1 0 0 0 0,1 1 0 0 0,0-1-1 0 0,1 0 1 0 0,-1 0 0 0 0,0 0 0 0 0,1 0-1 0 0,-1 1 1 0 0,1-1 0 0 0,0 0-1 0 0,0 1 1 0 0,0-1 0 0 0,1 0 0 0 0,-1 1-1 0 0,3-4 1 0 0,-3 5-221 0 0,0 0 0 0 0,0 0 0 0 0,0 0 0 0 0,0 1 1 0 0,0-1-1 0 0,0 1 0 0 0,0-1 0 0 0,0 1 0 0 0,0-1 0 0 0,0 1 0 0 0,1-1 1 0 0,-1 1-1 0 0,0 0 0 0 0,0 0 0 0 0,0 0 0 0 0,1 0 0 0 0,-1 0 0 0 0,0 0 0 0 0,0 0 1 0 0,1 0-1 0 0,1 0 0 0 0,23 7 102 0 0,-20-4-64 0 0,-1 0-1 0 0,1 0 1 0 0,0 0-1 0 0,-1 1 1 0 0,0 0-1 0 0,0 0 0 0 0,0 0 1 0 0,-1 1-1 0 0,1 0 1 0 0,-1-1-1 0 0,0 2 1 0 0,0-1-1 0 0,-1 0 1 0 0,0 1-1 0 0,5 10 1 0 0,-2-2 63 0 0,0 0 0 0 0,-2 0 0 0 0,1 0 1 0 0,-2 0-1 0 0,4 26 0 0 0,-6-16 91 0 0,-1 0 1 0 0,-1 0 0 0 0,-1-1-1 0 0,-2 1 1 0 0,0 0 0 0 0,-1-1-1 0 0,-1 0 1 0 0,-1 0 0 0 0,-2-1-1 0 0,-19 40 1 0 0,28-62-199 0 0,0 0 0 0 0,0 1-1 0 0,0-1 1 0 0,0 0 0 0 0,0 0 0 0 0,-1 1 0 0 0,1-1-1 0 0,0 0 1 0 0,0 1 0 0 0,0-1 0 0 0,0 0 0 0 0,0 0-1 0 0,-1 1 1 0 0,1-1 0 0 0,0 0 0 0 0,0 0-1 0 0,0 1 1 0 0,-1-1 0 0 0,1 0 0 0 0,0 0 0 0 0,0 0-1 0 0,-1 0 1 0 0,1 1 0 0 0,0-1 0 0 0,-1 0 0 0 0,1 0-1 0 0,0 0 1 0 0,-1 0 0 0 0,1 0 0 0 0,0 0-1 0 0,0 0 1 0 0,-1 0 0 0 0,1 0 0 0 0,0 0 0 0 0,-1 0-1 0 0,1 0 1 0 0,0 0 0 0 0,-1 0 0 0 0,1 0 0 0 0,0 0-1 0 0,0 0 1 0 0,-1 0 0 0 0,1 0 0 0 0,0 0 0 0 0,-1-1-1 0 0,1 1 1 0 0,0 0 0 0 0,0 0 0 0 0,-1 0-1 0 0,1-1 1 0 0,0 1 0 0 0,0 0 0 0 0,-1 0 0 0 0,1 0-1 0 0,0-1 1 0 0,0 1 0 0 0,-8-18 54 0 0,8 0-52 0 0,0 1 1 0 0,1 0-1 0 0,1 0 1 0 0,0 0-1 0 0,1 0 0 0 0,9-24 1 0 0,-5 13-4 0 0,-2 8-18 0 0,1 0 1 0 0,2 0-1 0 0,-1 1 0 0 0,2 0 1 0 0,1 1-1 0 0,14-22 1 0 0,-19 32 5 0 0,0 1 0 0 0,1 0 0 0 0,0 0 0 0 0,0 0 0 0 0,0 1 1 0 0,1 0-1 0 0,0 0 0 0 0,0 0 0 0 0,1 1 0 0 0,0 0 0 0 0,0 1 1 0 0,0-1-1 0 0,0 2 0 0 0,0-1 0 0 0,1 1 0 0 0,14-3 0 0 0,-18 5 7 0 0,1 1 0 0 0,0-1 0 0 0,-1 1 0 0 0,1 0 0 0 0,0 1 0 0 0,0-1-1 0 0,-1 1 1 0 0,1 0 0 0 0,-1 1 0 0 0,1-1 0 0 0,-1 1 0 0 0,1 0 0 0 0,-1 1-1 0 0,7 3 1 0 0,-5-1 4 0 0,0 0 0 0 0,-1 0 0 0 0,0 0 0 0 0,0 1-1 0 0,0 0 1 0 0,-1 0 0 0 0,0 1 0 0 0,0 0 0 0 0,4 7-1 0 0,2 7 24 0 0,-1 0 0 0 0,-1 1 0 0 0,-1 0 0 0 0,-1 1 0 0 0,8 46 0 0 0,-1-4 177 0 0,-14-64-202 0 0,0-1-1 0 0,0 0 0 0 0,0 0 0 0 0,0 1 1 0 0,0-1-1 0 0,0 0 0 0 0,0 0 0 0 0,0 1 1 0 0,1-1-1 0 0,-1 0 0 0 0,0 0 0 0 0,0 0 1 0 0,0 1-1 0 0,0-1 0 0 0,0 0 0 0 0,0 0 1 0 0,0 1-1 0 0,1-1 0 0 0,-1 0 0 0 0,0 0 1 0 0,0 0-1 0 0,0 0 0 0 0,1 1 1 0 0,-1-1-1 0 0,0 0 0 0 0,0 0 0 0 0,0 0 1 0 0,1 0-1 0 0,-1 0 0 0 0,0 0 0 0 0,0 0 1 0 0,1 0-1 0 0,-1 0 0 0 0,0 1 0 0 0,0-1 1 0 0,1 0-1 0 0,7-7 10 0 0,4-15-26 0 0,7-21 5 0 0,2 1 1 0 0,42-63 0 0 0,-54 91-8 0 0,1 1 1 0 0,1 0-1 0 0,0 0 0 0 0,1 1 1 0 0,0 1-1 0 0,0 0 1 0 0,1 1-1 0 0,1 0 0 0 0,0 1 1 0 0,29-14-1 0 0,-39 21 19 0 0,-1 1-1 0 0,0-1 0 0 0,0 1 1 0 0,1 0-1 0 0,-1 0 1 0 0,1 1-1 0 0,-1-1 1 0 0,1 1-1 0 0,-1 0 1 0 0,1 0-1 0 0,-1 0 0 0 0,1 0 1 0 0,-1 0-1 0 0,0 1 1 0 0,1 0-1 0 0,-1-1 1 0 0,1 1-1 0 0,-1 1 1 0 0,0-1-1 0 0,0 0 0 0 0,1 1 1 0 0,-1 0-1 0 0,0-1 1 0 0,0 1-1 0 0,-1 0 1 0 0,1 1-1 0 0,4 3 1 0 0,-3 0 17 0 0,1-1 1 0 0,-1 1 0 0 0,-1 0 0 0 0,1 1-1 0 0,-1-1 1 0 0,0 0 0 0 0,0 1 0 0 0,-1 0 0 0 0,0 0-1 0 0,0 0 1 0 0,-1 0 0 0 0,2 11 0 0 0,0 59 168 0 0,-3-50-784 0 0,1 0 0 0 0,5 27 0 0 0,-5-51 224 0 0,0 0 0 0 0,-1 1 0 0 0,2-1 0 0 0,-1 0-1 0 0,0 0 1 0 0,1 0 0 0 0,1 3 0 0 0,11 8-4504 0 0,-4-9 816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2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80 166 1572 0 0,'-3'1'1511'0'0,"-55"15"7881"0"0,40-8-4828 0 0,30-7-4515 0 0,0-1-1 0 0,0 0 1 0 0,0 0 0 0 0,0-1-1 0 0,0-1 1 0 0,0 0 0 0 0,13-4 0 0 0,10-1-11 0 0,270-29 12 0 0,-187 25 16 0 0,-93 9-14 0 0,34-5 128 0 0,-56 6-183 0 0,-3 1 4 0 0,1 1 1 0 0,-1-1-1 0 0,1 0 1 0 0,-1 0 0 0 0,1 0-1 0 0,0 0 1 0 0,-1-1-1 0 0,1 1 1 0 0,-1 0-1 0 0,1 0 1 0 0,-1 0 0 0 0,1 0-1 0 0,-1 0 1 0 0,1-1-1 0 0,-1 1 1 0 0,1 0-1 0 0,-1 0 1 0 0,1-1 0 0 0,-1 1-1 0 0,1-1 1 0 0,-1 1-1 0 0,1 0 1 0 0,-1-1-1 0 0,0 1 1 0 0,1-1 0 0 0,-1 1-1 0 0,0-1 1 0 0,1 1-1 0 0,-1 0 1 0 0,0-1-1 0 0,0 0 1 0 0,1 1 0 0 0,-1-1-1 0 0,0 1 1 0 0,0-1-1 0 0,0 1 1 0 0,0-1-1 0 0,0 1 1 0 0,0-1 0 0 0,0 0-1 0 0,0 1 1 0 0,0-1-1 0 0,0 1 1 0 0,0-1-1 0 0,0 1 1 0 0,0-1 0 0 0,0 1-1 0 0,0-1 1 0 0,-1 0-1 0 0,-1-1 1 0 0,0 0 0 0 0,0 0 0 0 0,1 1-1 0 0,-2-1 1 0 0,1 1 0 0 0,0 0 0 0 0,0 0-1 0 0,0-1 1 0 0,-1 1 0 0 0,1 1 0 0 0,-3-2 0 0 0,-3-1 5 0 0,-5-3-16 0 0,3 2 10 0 0,0 0-1 0 0,1-1 1 0 0,0 0 0 0 0,-16-12 0 0 0,24 17-10 0 0,-5-8-30 0 0,5 7 34 0 0,1 0 1 0 0,-1 1-1 0 0,0-1 0 0 0,0 0 1 0 0,0 0-1 0 0,1 0 0 0 0,-1 0 1 0 0,0 1-1 0 0,1-1 0 0 0,-1 0 1 0 0,1 0-1 0 0,-1 0 0 0 0,1 0 1 0 0,0-1-1 0 0,-1 1 1 0 0,1 0-1 0 0,0 0 0 0 0,0-1 1 0 0,0 1 0 0 0,0 1 1 0 0,0-1 0 0 0,0 1 0 0 0,0 0-1 0 0,0-1 1 0 0,0 1 0 0 0,0-1-1 0 0,1 1 1 0 0,-1-1 0 0 0,0 1 0 0 0,0 0-1 0 0,0-1 1 0 0,1 1 0 0 0,-1 0 0 0 0,0-1-1 0 0,1 1 1 0 0,-1 0 0 0 0,0-1-1 0 0,1 1 1 0 0,-1 0 0 0 0,0-1 0 0 0,1 1-1 0 0,-1 0 1 0 0,1 0 0 0 0,-1 0 0 0 0,0-1-1 0 0,1 1 1 0 0,-1 0 0 0 0,1 0-1 0 0,-1 0 1 0 0,1 0 0 0 0,-1 0 0 0 0,1 0-1 0 0,17 6-22 0 0,17 21 28 0 0,-31-23 12 0 0,1 0 1 0 0,-1 0-1 0 0,0 1 0 0 0,0-1 0 0 0,-1 1 0 0 0,1 0 1 0 0,-1 0-1 0 0,0 0 0 0 0,0 1 0 0 0,-1-1 0 0 0,0 1 0 0 0,0 0 1 0 0,3 10-1 0 0,-5-9-44 0 0,1-1 0 0 0,-1 1 0 0 0,0-1 0 0 0,-1 1 0 0 0,0-1 0 0 0,0 1 1 0 0,0-1-1 0 0,-1 0 0 0 0,0 1 0 0 0,0-1 0 0 0,0 0 0 0 0,-7 10 0 0 0,-2 6-1095 0 0,-2-1-1 0 0,-15 19 0 0 0,-15 9-4772 0 0,16-23 125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3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0 137 124 0 0,'5'-12'1101'0'0,"0"0"1"0"0,0 0-1 0 0,1 0 1 0 0,1 1-1 0 0,-1 0 1 0 0,2 1-1 0 0,12-15 1 0 0,-17 22-1051 0 0,0 0 0 0 0,0 1 0 0 0,0-1 1 0 0,0 0-1 0 0,1 1 0 0 0,-1 0 0 0 0,1 0 0 0 0,0 0 1 0 0,-1 0-1 0 0,1 1 0 0 0,0-1 0 0 0,0 1 0 0 0,0 0 1 0 0,0 0-1 0 0,1 0 0 0 0,-1 1 0 0 0,0 0 0 0 0,0-1 1 0 0,0 1-1 0 0,0 1 0 0 0,1-1 0 0 0,-1 1 0 0 0,0-1 1 0 0,0 1-1 0 0,0 0 0 0 0,7 4 0 0 0,-1-1-23 0 0,-1 1-1 0 0,0 0 0 0 0,0 1 1 0 0,0 0-1 0 0,0 0 1 0 0,-1 1-1 0 0,0 0 0 0 0,-1 1 1 0 0,1 0-1 0 0,-2 0 0 0 0,1 0 1 0 0,-1 1-1 0 0,0 0 1 0 0,-1 0-1 0 0,0 1 0 0 0,0-1 1 0 0,3 12-1 0 0,-3-5 7 0 0,0 1 1 0 0,0 0-1 0 0,-2 0 0 0 0,0 0 0 0 0,-1 0 1 0 0,-1 0-1 0 0,0 0 0 0 0,-1 1 0 0 0,-5 30 1 0 0,-1-15 129 0 0,-13 43 0 0 0,18-74-129 0 0,5-28-24 0 0,4-15-25 0 0,1 0 1 0 0,27-73-1 0 0,-30 99 7 0 0,1-1 1 0 0,1 1-1 0 0,0 1 0 0 0,1-1 1 0 0,0 1-1 0 0,1 1 0 0 0,1 0 1 0 0,0 1-1 0 0,1 0 0 0 0,14-12 1 0 0,-22 21 8 0 0,1-1 0 0 0,-1 1 0 0 0,1 1 0 0 0,0-1 0 0 0,0 1 0 0 0,0 0 0 0 0,1 0 1 0 0,-1 0-1 0 0,0 0 0 0 0,1 1 0 0 0,8-1 0 0 0,-11 2 2 0 0,-1 0 1 0 0,1 0-1 0 0,-1 0 0 0 0,0 1 0 0 0,1-1 1 0 0,-1 1-1 0 0,1-1 0 0 0,-1 1 0 0 0,0 0 1 0 0,0 0-1 0 0,0 0 0 0 0,1 0 1 0 0,-1 0-1 0 0,0 1 0 0 0,0-1 0 0 0,0 1 1 0 0,-1-1-1 0 0,1 1 0 0 0,0-1 1 0 0,0 1-1 0 0,-1 0 0 0 0,1 0 0 0 0,-1 0 1 0 0,0 0-1 0 0,0 0 0 0 0,0 0 1 0 0,0 1-1 0 0,2 3 0 0 0,0 4 116 0 0,-1-1 0 0 0,1 0 0 0 0,-2 1 1 0 0,1-1-1 0 0,-1 1 0 0 0,-1 12 0 0 0,-6 60 296 0 0,0-4-183 0 0,6-58-195 0 0,-1-9-12 0 0,1 0 0 0 0,0 0 0 0 0,3 16 0 0 0,-3-25-22 0 0,1 0 0 0 0,-1 0 1 0 0,1 0-1 0 0,-1 0 0 0 0,1 0 0 0 0,0 0 1 0 0,0 0-1 0 0,-1 0 0 0 0,1-1 1 0 0,1 1-1 0 0,-1 0 0 0 0,0-1 0 0 0,0 1 1 0 0,1-1-1 0 0,-1 1 0 0 0,1-1 1 0 0,-1 1-1 0 0,1-1 0 0 0,-1 0 0 0 0,1 0 1 0 0,0 0-1 0 0,0 0 0 0 0,0 0 1 0 0,2 1-1 0 0,1-2 0 0 0,1 0 0 0 0,-1 0 0 0 0,0-1 0 0 0,0 0 0 0 0,1 1 0 0 0,-1-2 0 0 0,0 1 0 0 0,0-1 0 0 0,0 1 0 0 0,0-1 0 0 0,4-3 0 0 0,-6 4-3 0 0,12-6-19 0 0,0-1 0 0 0,0-1 0 0 0,-1 0 0 0 0,0-1 1 0 0,0-1-1 0 0,-1 0 0 0 0,-1 0 0 0 0,0-2 0 0 0,18-22 1 0 0,-15 14-13 0 0,0-1 0 0 0,-2-1 0 0 0,0 0 0 0 0,-2-1 1 0 0,15-40-1 0 0,-5-3 19 0 0,-20 65 12 0 0,-3 3-2 0 0,1 1 1 0 0,0 0 0 0 0,0-1-1 0 0,0 1 1 0 0,0 0 0 0 0,0 0-1 0 0,0 0 1 0 0,0 0-1 0 0,0 3 1 0 0,0-5 1 0 0,-7 25 38 0 0,1 0-1 0 0,-4 31 1 0 0,8-42-26 0 0,2-1 0 0 0,0 1 0 0 0,1-1 0 0 0,0 1 1 0 0,4 26-1 0 0,-3-36-8 0 0,0 1-1 0 0,0-1 1 0 0,1 0 0 0 0,-1 0-1 0 0,1 0 1 0 0,0 1 0 0 0,0-2-1 0 0,0 1 1 0 0,0 0 0 0 0,1 0-1 0 0,0-1 1 0 0,0 1 0 0 0,0-1-1 0 0,0 0 1 0 0,0 0 0 0 0,1 0-1 0 0,-1-1 1 0 0,7 5 0 0 0,-5-5 1 0 0,1 1 1 0 0,0-1 0 0 0,0 0-1 0 0,0-1 1 0 0,0 0-1 0 0,0 0 1 0 0,1 0 0 0 0,-1 0-1 0 0,0-1 1 0 0,0 0-1 0 0,1 0 1 0 0,10-3 0 0 0,-6 1-39 0 0,1 0 0 0 0,0-1 0 0 0,-1-1 0 0 0,0 0 1 0 0,1 0-1 0 0,-2-1 0 0 0,1-1 0 0 0,-1 0 1 0 0,1 0-1 0 0,-2-1 0 0 0,1 0 0 0 0,-1-1 0 0 0,0 0 1 0 0,12-14-1 0 0,-11 9-1 0 0,0 0 0 0 0,-1 0-1 0 0,-1-1 1 0 0,0 0 0 0 0,-1 0 0 0 0,-1-1 0 0 0,0 0 0 0 0,-1 0-1 0 0,0-1 1 0 0,3-22 0 0 0,3-38 791 0 0,-11 74-451 0 0,-1 5-11 0 0,-6 22 97 0 0,0 1 1 0 0,2 0-1 0 0,-4 44 0 0 0,7-55-474 0 0,2 1 0 0 0,0-1 0 0 0,1 0-1 0 0,1 1 1 0 0,0-1 0 0 0,1 0 0 0 0,9 28-1 0 0,-10-38-261 0 0,0-1 0 0 0,0 1-1 0 0,0-1 1 0 0,1 0 0 0 0,0 0-1 0 0,0 0 1 0 0,5 6 0 0 0,-6-8-259 0 0,0 0 0 0 0,1 0 0 0 0,-1-1 0 0 0,1 1 0 0 0,-1 0 0 0 0,1-1 0 0 0,-1 0 0 0 0,6 2 0 0 0,5 1-3623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53 136 0 0,'1'-43'9771'0'0,"-1"33"-6781"0"0,-1 33-1342 0 0,-2 15-1315 0 0,-1 0-1 0 0,-2 0 0 0 0,-2-1 1 0 0,-1 0-1 0 0,-25 64 1 0 0,21-75-149 0 0,12-25-162 0 0,-1-5-18 0 0,-1-6-3 0 0,6-8-15 0 0,1 0 0 0 0,1 0-1 0 0,0 0 1 0 0,1 1 0 0 0,1 0 0 0 0,1 0 0 0 0,0 0 0 0 0,17-24-1 0 0,-21 36 10 0 0,1-1 0 0 0,-1 1 0 0 0,1-1 0 0 0,0 2-1 0 0,0-1 1 0 0,0 0 0 0 0,1 1 0 0 0,0 0 0 0 0,-1 0 0 0 0,1 1-1 0 0,1-1 1 0 0,-1 1 0 0 0,0 1 0 0 0,1-1 0 0 0,0 1 0 0 0,-1 0-1 0 0,1 1 1 0 0,0 0 0 0 0,0 0 0 0 0,0 0 0 0 0,0 1 0 0 0,0 0-1 0 0,0 0 1 0 0,0 1 0 0 0,11 2 0 0 0,-12-2 5 0 0,-1 0 0 0 0,1 1 0 0 0,-1 0 1 0 0,0 0-1 0 0,0 0 0 0 0,0 1 0 0 0,0 0 0 0 0,0 0 0 0 0,0 0 0 0 0,-1 0 1 0 0,0 1-1 0 0,0 0 0 0 0,0 0 0 0 0,0 0 0 0 0,0 0 0 0 0,-1 1 1 0 0,1-1-1 0 0,-1 1 0 0 0,-1 0 0 0 0,1 0 0 0 0,-1 0 0 0 0,1 0 1 0 0,1 8-1 0 0,-2-6 15 0 0,-1 0 0 0 0,1 0-1 0 0,-2 0 1 0 0,1 0 0 0 0,-1 0 0 0 0,0 0 0 0 0,0 1 0 0 0,-1-1 0 0 0,0 0 0 0 0,0 0 0 0 0,0 0 0 0 0,-1 0-1 0 0,0-1 1 0 0,-1 1 0 0 0,0 0 0 0 0,0-1 0 0 0,-6 11 0 0 0,8-15-7 0 0,0-3-10 0 0,1 1 0 0 0,-1 0 1 0 0,1 0-1 0 0,-1 0 0 0 0,1-1 0 0 0,-1 1 1 0 0,1 0-1 0 0,-1 0 0 0 0,1-1 0 0 0,0 1 1 0 0,-1 0-1 0 0,1-1 0 0 0,0 1 0 0 0,-1 0 1 0 0,1-1-1 0 0,0 1 0 0 0,-1-1 0 0 0,1 1 0 0 0,0-1 1 0 0,0 1-1 0 0,-1-1 0 0 0,1 1 0 0 0,0-1 1 0 0,0 1-1 0 0,0-1 0 0 0,0 1 0 0 0,0-1 1 0 0,0 1-1 0 0,0-1 0 0 0,0 1 0 0 0,0-1 1 0 0,0 1-1 0 0,0-1 0 0 0,0 0 0 0 0,2-23-25 0 0,-1 22 33 0 0,1-12-21 0 0,2 0 1 0 0,0 1 0 0 0,0-1-1 0 0,1 1 1 0 0,1 0 0 0 0,0 1-1 0 0,1 0 1 0 0,0 0 0 0 0,1 0-1 0 0,0 0 1 0 0,1 2 0 0 0,0-1 0 0 0,1 1-1 0 0,0 0 1 0 0,1 1 0 0 0,0 0-1 0 0,0 1 1 0 0,0 0 0 0 0,1 1-1 0 0,1 0 1 0 0,-1 1 0 0 0,1 0-1 0 0,26-8 1 0 0,-36 14 18 0 0,0-1 1 0 0,-1 1-1 0 0,1 0 0 0 0,0 0 0 0 0,-1 0 0 0 0,1 0 1 0 0,0 0-1 0 0,-1 0 0 0 0,1 1 0 0 0,0-1 0 0 0,-1 1 1 0 0,1 0-1 0 0,-1 0 0 0 0,1 0 0 0 0,-1 0 1 0 0,1 0-1 0 0,-1 0 0 0 0,0 1 0 0 0,1-1 0 0 0,-1 1 1 0 0,0 0-1 0 0,0-1 0 0 0,0 1 0 0 0,0 0 0 0 0,-1 0 1 0 0,1 0-1 0 0,0 1 0 0 0,2 3 0 0 0,-1 0 9 0 0,0 1 0 0 0,0-1 0 0 0,0 1 0 0 0,0 0 0 0 0,-1-1 0 0 0,-1 1 0 0 0,1 0 0 0 0,-1 0 0 0 0,1 9 0 0 0,-2 6 60 0 0,-5 30-1 0 0,0 18-559 0 0,5-63 18 0 0,1 0 1 0 0,-1 0-1 0 0,1 0 1 0 0,0 0-1 0 0,1 0 1 0 0,0 0-1 0 0,3 8 1 0 0,-4-13-28 0 0,0 0 0 0 0,0 0 0 0 0,0 0 0 0 0,0 0 1 0 0,0-1-1 0 0,1 1 0 0 0,-1 0 0 0 0,0-1 0 0 0,1 1 0 0 0,2 1 0 0 0,7 4-4149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5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131 169 1428 0 0,'47'-117'11011'0'0,"-30"68"-7657"0"0,-16 47-3124 0 0,-5 11-77 0 0,1 0-1 0 0,0 0 0 0 0,1 0 0 0 0,-2 13 1 0 0,-4 15-8 0 0,-51 189 374 0 0,14-49-266 0 0,28-118 3 0 0,16-57-205 0 0,2-8-58 0 0,0 0 0 0 0,0 0 0 0 0,0-1 0 0 0,1 1 0 0 0,0 1 0 0 0,0-1 0 0 0,0 0 0 0 0,1 0 0 0 0,0 1 0 0 0,5-8 0 0 0,-1 2-16 0 0,0 1 1 0 0,1 0-1 0 0,1 1 1 0 0,11-11 0 0 0,-13 14 5 0 0,0 0 1 0 0,1 1 0 0 0,0 0 0 0 0,0 0-1 0 0,0 1 1 0 0,0 0 0 0 0,1 1 0 0 0,-1 0-1 0 0,1 0 1 0 0,0 0 0 0 0,0 1 0 0 0,0 1-1 0 0,12-1 1 0 0,-16 1 21 0 0,0 1-1 0 0,1 1 0 0 0,-1-1 1 0 0,1 1-1 0 0,-1 0 1 0 0,0 0-1 0 0,0 0 0 0 0,1 1 1 0 0,-1 0-1 0 0,0 0 1 0 0,0 0-1 0 0,-1 1 0 0 0,1-1 1 0 0,0 1-1 0 0,-1 0 1 0 0,0 1-1 0 0,0-1 0 0 0,0 1 1 0 0,0-1-1 0 0,0 1 1 0 0,-1 1-1 0 0,1-1 1 0 0,-1 0-1 0 0,3 6 0 0 0,-4-7 102 0 0,0 1 0 0 0,-1 0 0 0 0,1 0-1 0 0,-1-1 1 0 0,0 1 0 0 0,1 0 0 0 0,-2 0-1 0 0,1 0 1 0 0,0 0 0 0 0,-1 0 0 0 0,0 1-1 0 0,0-1 1 0 0,0 0 0 0 0,0 0 0 0 0,-2 7-1 0 0,0-5 16 0 0,0 0-1 0 0,0 0 0 0 0,-1 0 0 0 0,0-1 0 0 0,0 1 0 0 0,0-1 0 0 0,-1 0 0 0 0,1 0 0 0 0,-8 7 0 0 0,1-1-14 0 0,-1-2-1 0 0,0 1 0 0 0,-1-1 0 0 0,0-1 0 0 0,0 0 0 0 0,-1-1 1 0 0,0 0-1 0 0,-15 5 0 0 0,10-6-189 0 0,1-1 0 0 0,-1-1 0 0 0,0-1 0 0 0,0 0 0 0 0,0-1 0 0 0,0-1 0 0 0,-1-1 0 0 0,1 0 1 0 0,-33-6-1 0 0,51 6-16 0 0,-1 0 0 0 0,1 0 1 0 0,-1 0-1 0 0,0 0 1 0 0,1-1-1 0 0,-1 1 1 0 0,1 0-1 0 0,-1 0 1 0 0,1 0-1 0 0,-1-1 0 0 0,1 1 1 0 0,0 0-1 0 0,-1-1 1 0 0,1 1-1 0 0,-1 0 1 0 0,1-1-1 0 0,-1 1 1 0 0,1-1-1 0 0,0 1 0 0 0,-1 0 1 0 0,1-1-1 0 0,0 1 1 0 0,0-1-1 0 0,-1 1 1 0 0,1-1-1 0 0,0 1 1 0 0,0-1-1 0 0,0 1 0 0 0,-1-1 1 0 0,1 1-1 0 0,0-1 1 0 0,0 0-1 0 0,0 1 1 0 0,0-1-1 0 0,0 1 1 0 0,0-1-1 0 0,0 1 0 0 0,0-1 1 0 0,0 1-1 0 0,1-1 1 0 0,-1 1-1 0 0,0-1 1 0 0,0 0-1 0 0,0 1 1 0 0,1-1-1 0 0,-1 1 0 0 0,0 0 1 0 0,0-1-1 0 0,1 1 1 0 0,-1-1-1 0 0,17-21-2980 0 0,17-7-2565 0 0,-14 14 1149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5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34 138 496 0 0,'37'-4'7445'0'0,"-28"4"-6284"0"0,-7 0-940 0 0,1 0-1 0 0,-1 0 1 0 0,0 0-1 0 0,1 0 1 0 0,-1 0-1 0 0,1 0 1 0 0,-1 1-1 0 0,0-1 1 0 0,1 1-1 0 0,-1 0 1 0 0,0-1-1 0 0,0 1 1 0 0,1 0-1 0 0,-1 0 1 0 0,0 1-1 0 0,0-1 1 0 0,3 2-1 0 0,-4-1-139 0 0,2 0-17 0 0,1 1 0 0 0,-1-1 0 0 0,1 0 0 0 0,0 0 0 0 0,-1 0 0 0 0,1 0 0 0 0,0-1 0 0 0,0 1 1 0 0,7 0-1 0 0,-9-1 4 0 0,1-1 1 0 0,-1 0 0 0 0,0 0-1 0 0,1 0 1 0 0,-1-1 0 0 0,1 1-1 0 0,-1-1 1 0 0,0 1 0 0 0,1-1-1 0 0,-1 0 1 0 0,0 0 0 0 0,0 0 0 0 0,1 0-1 0 0,-1 0 1 0 0,0 0 0 0 0,0-1-1 0 0,0 1 1 0 0,0-1 0 0 0,-1 1-1 0 0,1-1 1 0 0,0 0 0 0 0,-1 0-1 0 0,1 0 1 0 0,-1 0 0 0 0,1 0 0 0 0,-1 0-1 0 0,0 0 1 0 0,0 0 0 0 0,0-1-1 0 0,0 1 1 0 0,-1 0 0 0 0,1 0-1 0 0,0-1 1 0 0,-1 1 0 0 0,0-1-1 0 0,1 1 1 0 0,-1 0 0 0 0,0-1-1 0 0,-1-3 1 0 0,1-1 6 0 0,0 0 0 0 0,-1 1-1 0 0,0-1 1 0 0,-1 1 0 0 0,1-1-1 0 0,-1 1 1 0 0,0-1 0 0 0,-1 1-1 0 0,0 0 1 0 0,0 0 0 0 0,0 0-1 0 0,0 1 1 0 0,-7-9 0 0 0,8 13-72 0 0,1 0 0 0 0,0 0 1 0 0,0 0-1 0 0,0 1 1 0 0,0-1-1 0 0,-1 0 0 0 0,1 0 1 0 0,0 1-1 0 0,-1-1 1 0 0,1 1-1 0 0,-1 0 0 0 0,1-1 1 0 0,0 1-1 0 0,-1 0 1 0 0,1 0-1 0 0,-1 0 0 0 0,1 0 1 0 0,-1 0-1 0 0,-1 0 0 0 0,-29 7 6 0 0,23-2-13 0 0,-1 0 1 0 0,1 0-1 0 0,1 1 1 0 0,-1 1 0 0 0,1 0-1 0 0,0 0 1 0 0,0 0-1 0 0,1 1 1 0 0,0 0-1 0 0,1 1 1 0 0,0-1 0 0 0,0 1-1 0 0,0 0 1 0 0,-5 14-1 0 0,8-16 4 0 0,0 0-1 0 0,1 0 1 0 0,0 0 0 0 0,0 1-1 0 0,0-1 1 0 0,1 1-1 0 0,0-1 1 0 0,1 0-1 0 0,0 13 1 0 0,1-15 6 0 0,-1-1 1 0 0,1 1 0 0 0,0 0-1 0 0,1-1 1 0 0,-1 1-1 0 0,1-1 1 0 0,0 1-1 0 0,0-1 1 0 0,0 0 0 0 0,1 1-1 0 0,-1-1 1 0 0,1-1-1 0 0,0 1 1 0 0,0 0-1 0 0,7 5 1 0 0,-4-4-179 0 0,0-1 0 0 0,0 0 1 0 0,0-1-1 0 0,0 0 0 0 0,0 0 0 0 0,1 0 0 0 0,-1 0 0 0 0,1-1 1 0 0,0 0-1 0 0,0-1 0 0 0,0 1 0 0 0,0-2 0 0 0,0 1 1 0 0,0 0-1 0 0,10-2 0 0 0,-1 0-1255 0 0,-1-1 1 0 0,0 0-1 0 0,1-2 0 0 0,-1 1 1 0 0,29-13-1 0 0,-11 1-2571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95 2028 0 0,'5'-10'5199'0'0,"12"-12"425"0"0,-13 23-5330 0 0,-4-1-283 0 0,0 0 1 0 0,1 0-1 0 0,-1 0 0 0 0,1 0 0 0 0,-1 0 0 0 0,1 1 0 0 0,-1-1 0 0 0,1 0 1 0 0,-1 0-1 0 0,1 0 0 0 0,-1 0 0 0 0,1 1 0 0 0,-1-1 0 0 0,0 0 0 0 0,1 0 1 0 0,-1 1-1 0 0,1-1 0 0 0,-1 0 0 0 0,0 1 0 0 0,1 0 0 0 0,7 12 379 0 0,-1 1-1 0 0,-1 0 0 0 0,0 1 1 0 0,-1 0-1 0 0,-1 0 0 0 0,0 0 1 0 0,-1 0-1 0 0,-1 0 0 0 0,0 1 1 0 0,0 26-1 0 0,-2-31-17 0 0,-1 1 1 0 0,0-1-1 0 0,0 0 1 0 0,-1 1-1 0 0,-1-1 1 0 0,0 0-1 0 0,0 0 0 0 0,-1 0 1 0 0,0-1-1 0 0,-1 1 1 0 0,0-1-1 0 0,-1 0 1 0 0,0-1-1 0 0,-1 1 0 0 0,-10 11 1 0 0,17-20-308 0 0,-1-1 1 0 0,0 1-1 0 0,1 0 1 0 0,-1 0-1 0 0,0-1 0 0 0,1 1 1 0 0,-1 0-1 0 0,0-1 1 0 0,0 1-1 0 0,0-1 0 0 0,0 1 1 0 0,0-1-1 0 0,0 1 1 0 0,0-1-1 0 0,1 0 1 0 0,-1 1-1 0 0,0-1 0 0 0,0 0 1 0 0,0 0-1 0 0,0 0 1 0 0,0 0-1 0 0,0 0 1 0 0,0 0-1 0 0,-1 0 0 0 0,0 0 1 0 0,1-1-34 0 0,-1 0-1 0 0,1 0 1 0 0,0 0 0 0 0,0 0 0 0 0,0 0 0 0 0,0 0 0 0 0,0 0-1 0 0,1 0 1 0 0,-1 0 0 0 0,0 0 0 0 0,0 0 0 0 0,1 0-1 0 0,-1-1 1 0 0,1 1 0 0 0,-1 0 0 0 0,0-2 0 0 0,-1-5-61 0 0,0 1 0 0 0,1-1 0 0 0,0 0 0 0 0,0 0 0 0 0,1-10 0 0 0,1 5-230 0 0,1 1-1 0 0,1 0 1 0 0,0-1 0 0 0,1 2-1 0 0,0-1 1 0 0,1 0-1 0 0,0 1 1 0 0,0 0 0 0 0,2 0-1 0 0,-1 0 1 0 0,16-18 0 0 0,3 0-1998 0 0,1 1 0 0 0,47-40 1 0 0,-2 7-4955 0 0,-34 32 1019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7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167 481 1540 0 0,'1'-4'1235'0'0,"-1"-1"1"0"0,1 0-1 0 0,-1 0 0 0 0,-1 0 1 0 0,0-8-1 0 0,1 10-811 0 0,-1 0 0 0 0,0 0 0 0 0,0 0 1 0 0,0 0-1 0 0,0 0 0 0 0,0 0 0 0 0,0 0 0 0 0,-4-5 0 0 0,4 6-163 0 0,-2 1-62 0 0,2 1-178 0 0,-1 0-1 0 0,1-1 1 0 0,0 1-1 0 0,-1 0 1 0 0,1 0 0 0 0,-1 0-1 0 0,1 0 1 0 0,-1 0-1 0 0,1 1 1 0 0,-1-1-1 0 0,1 0 1 0 0,0 1 0 0 0,-1-1-1 0 0,1 1 1 0 0,0-1-1 0 0,-1 1 1 0 0,0 0-1 0 0,-28 21 108 0 0,19-11-107 0 0,1 1 0 0 0,-15 20 0 0 0,15-17-15 0 0,1 0 0 0 0,-10 24 0 0 0,17-36-5 0 0,0 1-1 0 0,1 0 1 0 0,0-1 0 0 0,-1 1 0 0 0,2 0 0 0 0,-1 0 0 0 0,0 0 0 0 0,1 0 0 0 0,-1 0 0 0 0,1 0 0 0 0,1 0 0 0 0,-1 0 0 0 0,0 0 0 0 0,1 0 0 0 0,0 0 0 0 0,0 0 0 0 0,1 4 0 0 0,0-6 2 0 0,-1 0 1 0 0,0 0-1 0 0,0-1 1 0 0,1 1 0 0 0,0-1-1 0 0,-1 1 1 0 0,1-1 0 0 0,-1 0-1 0 0,1 0 1 0 0,0 1-1 0 0,0-1 1 0 0,0 0 0 0 0,0-1-1 0 0,0 1 1 0 0,0 0 0 0 0,0 0-1 0 0,0-1 1 0 0,0 0-1 0 0,0 1 1 0 0,0-1 0 0 0,0 0-1 0 0,1 0 1 0 0,-1 0 0 0 0,0 0-1 0 0,0 0 1 0 0,0 0-1 0 0,0-1 1 0 0,0 1 0 0 0,0-1-1 0 0,3 0 1 0 0,3-2 13 0 0,0 1 0 0 0,1-1 0 0 0,-1-1 0 0 0,0 0-1 0 0,-1 0 1 0 0,9-5 0 0 0,-7 1-8 0 0,-1 1-1 0 0,1-1 1 0 0,-1 0-1 0 0,-1-1 1 0 0,0 0-1 0 0,0 0 1 0 0,-1-1-1 0 0,0 0 1 0 0,0 0-1 0 0,-1 0 1 0 0,-1-1-1 0 0,1 0 1 0 0,-2 1-1 0 0,0-1 1 0 0,0-1 0 0 0,-1 1-1 0 0,0 0 1 0 0,-1-1-1 0 0,0 1 1 0 0,-1-1-1 0 0,0 1 1 0 0,-1-1-1 0 0,0 1 1 0 0,-1 0-1 0 0,-6-20 1 0 0,8 29-14 0 0,0 1 1 0 0,0 0-1 0 0,0 0 1 0 0,-1-1-1 0 0,1 1 1 0 0,-1 0-1 0 0,1 0 1 0 0,-1 0-1 0 0,1 0 1 0 0,-1 0-1 0 0,1 0 1 0 0,-1 0-1 0 0,0 0 1 0 0,0 0-1 0 0,0 0 1 0 0,1 0-1 0 0,-1 0 1 0 0,0 0-1 0 0,0 1 1 0 0,0-1-1 0 0,0 0 1 0 0,0 1-1 0 0,-1-1 1 0 0,1 1-1 0 0,0-1 1 0 0,0 1-1 0 0,0-1 1 0 0,0 1-1 0 0,-1 0 1 0 0,1 0-1 0 0,0-1 1 0 0,0 1-1 0 0,-1 0 1 0 0,1 0-1 0 0,0 0 1 0 0,0 0-1 0 0,0 1 1 0 0,-1-1-1 0 0,1 0 1 0 0,0 0-1 0 0,0 1 1 0 0,0-1-1 0 0,-2 1 1 0 0,0 1-6 0 0,-1 0 1 0 0,1 0-1 0 0,0 0 0 0 0,0 1 1 0 0,0-1-1 0 0,1 1 0 0 0,-1-1 0 0 0,0 1 1 0 0,1 0-1 0 0,0 0 0 0 0,0 0 1 0 0,0 0-1 0 0,-3 6 0 0 0,3-4 10 0 0,0-1-1 0 0,1 0 0 0 0,0 0 1 0 0,-1 1-1 0 0,2-1 0 0 0,-1 1 1 0 0,0-1-1 0 0,1 1 0 0 0,0-1 1 0 0,0 1-1 0 0,0-1 0 0 0,1 1 1 0 0,-1-1-1 0 0,1 1 0 0 0,0-1 1 0 0,0 0-1 0 0,1 1 0 0 0,-1-1 1 0 0,1 0-1 0 0,0 0 0 0 0,0 0 1 0 0,0 0-1 0 0,1 0 0 0 0,0-1 1 0 0,-1 1-1 0 0,1-1 0 0 0,0 1 1 0 0,1-1-1 0 0,-1 0 0 0 0,0 0 1 0 0,1-1-1 0 0,0 1 0 0 0,0-1 1 0 0,0 1-1 0 0,0-1 0 0 0,0 0 1 0 0,0-1-1 0 0,0 1 0 0 0,1-1 1 0 0,-1 0-1 0 0,0 0 0 0 0,1 0 1 0 0,6 0-1 0 0,8 0 7 0 0,0-1-1 0 0,-1 0 1 0 0,1-2 0 0 0,0 0 0 0 0,-1-1 0 0 0,0 0-1 0 0,23-9 1 0 0,-17 4 17 0 0,0-1 0 0 0,0-2 0 0 0,-1 0 0 0 0,38-26 0 0 0,-47 26 7 0 0,0 0-1 0 0,0-1 0 0 0,-1 0 0 0 0,-1-1 1 0 0,0-1-1 0 0,-1 0 0 0 0,-1-1 1 0 0,0 0-1 0 0,-1 0 0 0 0,11-23 0 0 0,-6 3 267 0 0,-2 0-1 0 0,-1 0 0 0 0,-1-1 0 0 0,6-51 0 0 0,-15 77-322 0 0,-16 34-11 0 0,-15 70 77 0 0,5 2-1 0 0,-15 105 1 0 0,-5 201 87 0 0,28-116 1 0 0,17-211-73 0 0,17 136 0 0 0,-15-197-38 0 0,1 0 0 0 0,0-1-1 0 0,8 20 1 0 0,-11-30-7 0 0,1-1 1 0 0,1 1 0 0 0,-1 0 0 0 0,0-1-1 0 0,0 1 1 0 0,1 0 0 0 0,0-1 0 0 0,-1 0-1 0 0,1 1 1 0 0,0-1 0 0 0,0 0 0 0 0,0 0-1 0 0,1 0 1 0 0,-1 0 0 0 0,0-1-1 0 0,1 1 1 0 0,-1-1 0 0 0,1 1 0 0 0,0-1-1 0 0,-1 0 1 0 0,1 0 0 0 0,3 1 0 0 0,-3-2 1 0 0,1 0 1 0 0,-1 0 0 0 0,1 0-1 0 0,-1 0 1 0 0,1-1-1 0 0,-1 0 1 0 0,1 1 0 0 0,-1-1-1 0 0,1-1 1 0 0,-1 1 0 0 0,0 0-1 0 0,0-1 1 0 0,0 0 0 0 0,0 1-1 0 0,0-1 1 0 0,0 0 0 0 0,0-1-1 0 0,0 1 1 0 0,-1 0 0 0 0,5-6-1 0 0,-2 2 4 0 0,-1 0 0 0 0,0 0 0 0 0,1-1 0 0 0,-2 1-1 0 0,1-1 1 0 0,-1 0 0 0 0,0 0 0 0 0,2-10 0 0 0,-3 10 24 0 0,-1-1 1 0 0,0 1 0 0 0,0-1 0 0 0,0 0 0 0 0,-1 1 0 0 0,0-1 0 0 0,-1 1 0 0 0,0-1 0 0 0,0 0 0 0 0,-1 1 0 0 0,-2-9 0 0 0,0 5 9 0 0,-1 0 1 0 0,0 0-1 0 0,0 1 1 0 0,-1-1 0 0 0,-1 1-1 0 0,-11-14 1 0 0,0 4 16 0 0,0 2-1 0 0,-2 0 1 0 0,0 1 0 0 0,0 1 0 0 0,-43-24-1 0 0,-1 7 65 0 0,-103-38 0 0 0,31 15 17 0 0,134 55-200 0 0,-1 1 1 0 0,1-1-1 0 0,0-1 0 0 0,0 1 1 0 0,0 0-1 0 0,0 0 0 0 0,0-1 0 0 0,0 1 1 0 0,0-1-1 0 0,0 0 0 0 0,1 0 1 0 0,-1 1-1 0 0,1-1 0 0 0,-1 0 1 0 0,1 0-1 0 0,0-1 0 0 0,-1 1 0 0 0,0-4 1 0 0,1 3-69 0 0,1 1 0 0 0,0-1-1 0 0,0 0 1 0 0,0 0 0 0 0,0 1 0 0 0,1-1 0 0 0,-1 0 0 0 0,1 1 0 0 0,-1-1 0 0 0,1 1 0 0 0,0-1 0 0 0,0 1 0 0 0,0-1 0 0 0,0 1 0 0 0,1-1-1 0 0,2-3 1 0 0,6-8-564 0 0,0 1 0 0 0,1 1 0 0 0,0 0 0 0 0,20-16 0 0 0,55-38-4184 0 0,-24 23 50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65 1084 0 0,'-4'1'2084'0'0,"-6"0"-444"0"0,5 0-974 0 0,0-1-1 0 0,0 1 1 0 0,0 0-1 0 0,0 1 1 0 0,-6 2-1 0 0,9-4-585 0 0,1 1-1 0 0,-1 0 0 0 0,0 0 0 0 0,1 0 0 0 0,-1 1 0 0 0,1-1 0 0 0,-1 0 1 0 0,1 1-1 0 0,0-1 0 0 0,0 0 0 0 0,-1 1 0 0 0,1 0 0 0 0,0-1 0 0 0,0 1 1 0 0,0 0-1 0 0,1-1 0 0 0,-1 1 0 0 0,0 0 0 0 0,0 3 0 0 0,-1 2 16 0 0,1-1-1 0 0,0 1 1 0 0,0 0 0 0 0,0 9-1 0 0,1-14-72 0 0,0 1-1 0 0,0-1 1 0 0,1 0-1 0 0,-1 1 1 0 0,0-1-1 0 0,1 0 1 0 0,0 0 0 0 0,-1 1-1 0 0,1-1 1 0 0,0 0-1 0 0,0 0 1 0 0,0 0-1 0 0,0 0 1 0 0,1 0 0 0 0,-1 0-1 0 0,1 0 1 0 0,-1-1-1 0 0,1 1 1 0 0,2 2-1 0 0,-2-3 31 0 0,0 1-1 0 0,0-1 0 0 0,0 0 1 0 0,0 0-1 0 0,0 0 0 0 0,0 0 1 0 0,0 0-1 0 0,0-1 0 0 0,1 1 0 0 0,-1-1 1 0 0,0 1-1 0 0,0-1 0 0 0,1 0 1 0 0,-1 0-1 0 0,0 0 0 0 0,1 0 1 0 0,-1 0-1 0 0,0 0 0 0 0,0-1 0 0 0,1 1 1 0 0,-1-1-1 0 0,0 1 0 0 0,0-1 1 0 0,0 0-1 0 0,0 0 0 0 0,0 0 1 0 0,0 0-1 0 0,0 0 0 0 0,0-1 1 0 0,0 1-1 0 0,0-1 0 0 0,-1 1 0 0 0,1-1 1 0 0,-1 1-1 0 0,1-1 0 0 0,-1 0 1 0 0,0 0-1 0 0,1 0 0 0 0,0-3 1 0 0,1 0-19 0 0,-2-1 1 0 0,1 1 0 0 0,0-1 0 0 0,-1 1 0 0 0,0-1-1 0 0,0 0 1 0 0,-1 0 0 0 0,0 0 0 0 0,0 1 0 0 0,0-1-1 0 0,-1 0 1 0 0,1 0 0 0 0,-1 0 0 0 0,-1 1 0 0 0,1-1-1 0 0,-1 1 1 0 0,0-1 0 0 0,0 1 0 0 0,-5-8-1 0 0,5 9-34 0 0,0 0 1 0 0,-1 1-1 0 0,0-1 0 0 0,1 1 0 0 0,-1-1 0 0 0,0 1 0 0 0,-1 0 0 0 0,1 0 0 0 0,0 0 0 0 0,-1 1 0 0 0,0-1 0 0 0,0 1 0 0 0,0 0 0 0 0,0 0 0 0 0,0 0 0 0 0,0 0 0 0 0,0 1 0 0 0,0 0 0 0 0,-1 0 0 0 0,1 0 0 0 0,0 0 0 0 0,-1 1 0 0 0,1-1 0 0 0,-1 1 0 0 0,-8 1 0 0 0,0 2-7 0 0,1 0 1 0 0,-1 0 0 0 0,1 1-1 0 0,-1 1 1 0 0,1 0 0 0 0,1 0-1 0 0,-1 2 1 0 0,1-1 0 0 0,-15 12-1 0 0,10-5-4 0 0,0 0 1 0 0,2 0-1 0 0,-1 2 0 0 0,2 0 0 0 0,-17 23 0 0 0,24-30 8 0 0,1 1-1 0 0,1 0 1 0 0,-1-1-1 0 0,1 1 1 0 0,1 1 0 0 0,0-1-1 0 0,0 1 1 0 0,0-1 0 0 0,2 1-1 0 0,-1 0 1 0 0,0 18-1 0 0,2-24 4 0 0,0 1 0 0 0,1 0 0 0 0,-1-1 1 0 0,1 1-1 0 0,0-1 0 0 0,0 1 0 0 0,1-1 0 0 0,-1 0 0 0 0,1 1 0 0 0,0-1 0 0 0,0 0 0 0 0,0 0 0 0 0,1 0 0 0 0,-1 0 0 0 0,1-1 0 0 0,0 1 0 0 0,0-1 0 0 0,0 0 0 0 0,1 0 0 0 0,-1 0 0 0 0,1 0 0 0 0,0 0 0 0 0,0-1 0 0 0,-1 1 0 0 0,2-1 0 0 0,-1 0 0 0 0,6 2 0 0 0,6 1-184 0 0,1-1-1 0 0,-1-1 1 0 0,1-1-1 0 0,0 0 1 0 0,0-1 0 0 0,0 0-1 0 0,0-2 1 0 0,0 0 0 0 0,23-4-1 0 0,6-5-397 0 0,-1-1 0 0 0,51-20-1 0 0,-69 22 611 0 0,0-2-1 0 0,-2-2 1 0 0,1 0-1 0 0,-1-1 0 0 0,-1-2 1 0 0,-1 0-1 0 0,25-24 1 0 0,-40 33 309 0 0,-2 0 0 0 0,1-1 0 0 0,-1 0 1 0 0,0 0-1 0 0,8-18 0 0 0,-12 24-239 0 0,-1-1-1 0 0,1 0 0 0 0,-1 1 0 0 0,0-1 0 0 0,0 0 0 0 0,0 0 1 0 0,0 0-1 0 0,-1 0 0 0 0,1 0 0 0 0,-1 0 0 0 0,0 0 0 0 0,0 0 1 0 0,0 0-1 0 0,0 0 0 0 0,0 0 0 0 0,-1 0 0 0 0,1 0 0 0 0,-1 0 1 0 0,0 0-1 0 0,0 0 0 0 0,0 0 0 0 0,-2-5 0 0 0,1 7-77 0 0,0-1-1 0 0,1 0 0 0 0,-1 1 0 0 0,0 0 0 0 0,0-1 0 0 0,0 1 1 0 0,0 0-1 0 0,0 0 0 0 0,0 0 0 0 0,0 0 0 0 0,0 0 1 0 0,-1 1-1 0 0,1-1 0 0 0,0 1 0 0 0,0-1 0 0 0,-1 1 0 0 0,1 0 1 0 0,0 0-1 0 0,-1 0 0 0 0,1 0 0 0 0,0 0 0 0 0,0 1 1 0 0,-1-1-1 0 0,1 1 0 0 0,0-1 0 0 0,0 1 0 0 0,-3 1 0 0 0,-7 2-3 0 0,0 1-1 0 0,1 1 1 0 0,-16 9-1 0 0,26-15-11 0 0,-16 11 4 0 0,1 0-1 0 0,1 1 1 0 0,0 0 0 0 0,1 1-1 0 0,-17 20 1 0 0,24-25-13 0 0,0 0 1 0 0,1 0 0 0 0,0 1 0 0 0,0 0 0 0 0,1 0-1 0 0,0 1 1 0 0,1 0 0 0 0,0 0 0 0 0,1 0-1 0 0,0 0 1 0 0,-3 13 0 0 0,6-20 8 0 0,-1-1 0 0 0,1 1-1 0 0,0 0 1 0 0,0-1 0 0 0,0 1 0 0 0,0-1-1 0 0,0 1 1 0 0,1-1 0 0 0,-1 1-1 0 0,1 0 1 0 0,0-1 0 0 0,-1 1 0 0 0,1-1-1 0 0,0 0 1 0 0,0 1 0 0 0,1-1 0 0 0,-1 0-1 0 0,0 0 1 0 0,1 0 0 0 0,0 1 0 0 0,-1-2-1 0 0,1 1 1 0 0,0 0 0 0 0,0 0 0 0 0,0 0-1 0 0,3 1 1 0 0,0-1 3 0 0,0 0 0 0 0,0 0 0 0 0,-1-1-1 0 0,1 1 1 0 0,0-1 0 0 0,0-1 0 0 0,1 1 0 0 0,-1-1 0 0 0,0 1 0 0 0,0-2-1 0 0,0 1 1 0 0,9-2 0 0 0,-4 0-8 0 0,1 0 1 0 0,-1-1-1 0 0,0 0 1 0 0,0 0-1 0 0,0-1 1 0 0,0-1-1 0 0,-1 0 0 0 0,1 0 1 0 0,-1-1-1 0 0,-1 0 1 0 0,11-8-1 0 0,-8 3 105 0 0,0 0-1 0 0,0-1 0 0 0,-2 0 1 0 0,1 0-1 0 0,-1-1 1 0 0,13-28-1 0 0,7-14 930 0 0,-29 54-1058 0 0,1 2 4 0 0,-1 0 21 0 0,1 1-1 0 0,-1-1 0 0 0,0 1 0 0 0,0-1 1 0 0,0 0-1 0 0,1 1 0 0 0,-2-1 0 0 0,1 1 0 0 0,0-1 1 0 0,0 1-1 0 0,0-1 0 0 0,-1 0 0 0 0,0 2 1 0 0,-137 440 1568 0 0,52-190-1114 0 0,74-213-536 0 0,-9 27-615 0 0,-13 70 0 0 0,32-128 373 0 0,1-7-301 0 0,1 0 0 0 0,-1 0-1 0 0,1 1 1 0 0,0-1 0 0 0,-1 0-1 0 0,1 0 1 0 0,0 1-1 0 0,1 3 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1 233 600 0 0,'11'-37'4290'0'0,"-7"21"-2810"0"0,1 1 1 0 0,0 0 0 0 0,1 0-1 0 0,11-20 1 0 0,-17 34-1439 0 0,1 0 0 0 0,0 0 0 0 0,-1 0 1 0 0,1 0-1 0 0,0 0 0 0 0,0 0 0 0 0,0 0 0 0 0,0 0 0 0 0,0 0 0 0 0,0 0 0 0 0,0 0 0 0 0,0 0 1 0 0,0 1-1 0 0,0-1 0 0 0,0 0 0 0 0,0 1 0 0 0,1-1 0 0 0,-1 1 0 0 0,0 0 0 0 0,0-1 0 0 0,1 1 1 0 0,-1 0-1 0 0,0 0 0 0 0,2-1 0 0 0,-1 2-24 0 0,-1-1-1 0 0,1 1 1 0 0,-1 0 0 0 0,1-1 0 0 0,-1 1-1 0 0,1 0 1 0 0,-1 0 0 0 0,0 0 0 0 0,1 0-1 0 0,-1 0 1 0 0,0 0 0 0 0,0 0 0 0 0,1 0 0 0 0,-1 1-1 0 0,0-1 1 0 0,1 2 0 0 0,2 4-3 0 0,0-1 0 0 0,-1 1 0 0 0,0 0 0 0 0,0 0-1 0 0,0 0 1 0 0,-1 1 0 0 0,2 8 0 0 0,-2 5 73 0 0,-1 0 0 0 0,-1-1 1 0 0,0 1-1 0 0,-2 0 0 0 0,0-1 0 0 0,-2 1 0 0 0,0-1 0 0 0,-7 21 0 0 0,4-25 780 0 0,6-23-314 0 0,7-29-349 0 0,3 10-207 0 0,1 1 0 0 0,1 1 1 0 0,27-45-1 0 0,-30 58-31 0 0,-1 0 0 0 0,2 1 0 0 0,-1-1 0 0 0,1 2-1 0 0,1-1 1 0 0,0 1 0 0 0,0 1 0 0 0,1 0 0 0 0,22-13 0 0 0,-30 20 25 0 0,0-1 0 0 0,-1 1 0 0 0,1 0 0 0 0,0 0-1 0 0,0 0 1 0 0,0 0 0 0 0,0 0 0 0 0,0 1 0 0 0,0-1 0 0 0,0 1 0 0 0,0 0 0 0 0,0 0 0 0 0,0 0 0 0 0,0 0 0 0 0,0 1 0 0 0,0-1 0 0 0,0 1 0 0 0,5 1 0 0 0,-5 0 7 0 0,0 0 0 0 0,0 0 1 0 0,0 0-1 0 0,0 0 0 0 0,-1 0 0 0 0,1 1 1 0 0,-1-1-1 0 0,1 1 0 0 0,-1 0 0 0 0,0 0 1 0 0,0 0-1 0 0,0 0 0 0 0,2 5 1 0 0,3 9 29 0 0,-1 0 1 0 0,-1 1 0 0 0,0 0-1 0 0,3 34 1 0 0,-6-45-21 0 0,-1 2-387 0 0,0 1 1 0 0,1-1 0 0 0,0 1-1 0 0,1-1 1 0 0,0 0-1 0 0,7 14 1 0 0,-9-21 203 0 0,1 0 0 0 0,-1 0 0 0 0,1 1 0 0 0,0-1 0 0 0,0 0 1 0 0,-1-1-1 0 0,1 1 0 0 0,0 0 0 0 0,1-1 0 0 0,-1 1 0 0 0,0-1 0 0 0,0 1 0 0 0,1-1 0 0 0,-1 0 0 0 0,0 0 0 0 0,1 0 0 0 0,-1 0 1 0 0,1-1-1 0 0,0 1 0 0 0,-1-1 0 0 0,1 1 0 0 0,-1-1 0 0 0,1 0 0 0 0,0 0 0 0 0,-1 0 0 0 0,1 0 0 0 0,0-1 0 0 0,4 0 0 0 0,7-3-127 0 0,-1 0 0 0 0,0-1 0 0 0,0 0 0 0 0,0-1 0 0 0,-1 0 0 0 0,1-1 0 0 0,-2 0 0 0 0,1-1-1 0 0,10-10 1 0 0,5-5 711 0 0,-1-1-1 0 0,31-39 0 0 0,-44 47 703 0 0,0-1 1 0 0,12-22-1 0 0,-21 32-691 0 0,0 0 0 0 0,-1 0 0 0 0,0 0 1 0 0,0 0-1 0 0,-1-1 0 0 0,0 1 0 0 0,0 0 0 0 0,-1-1 0 0 0,1-9 1 0 0,-2 16-368 0 0,0-1 1 0 0,0 1 0 0 0,0 0 0 0 0,0-1 0 0 0,0 1-1 0 0,0 0 1 0 0,0 0 0 0 0,-1-1 0 0 0,1 1 0 0 0,-1 0 0 0 0,1 0-1 0 0,-1 0 1 0 0,1-1 0 0 0,-1 1 0 0 0,0 0 0 0 0,1 0-1 0 0,-1 0 1 0 0,-2-2 0 0 0,3 3-35 0 0,-1-1 1 0 0,0 1-1 0 0,0-1 0 0 0,0 1 0 0 0,0 0 1 0 0,0-1-1 0 0,0 1 0 0 0,1 0 1 0 0,-1 0-1 0 0,0 0 0 0 0,0 0 0 0 0,0-1 1 0 0,0 1-1 0 0,0 0 0 0 0,0 1 1 0 0,0-1-1 0 0,0 0 0 0 0,0 0 0 0 0,-1 1 1 0 0,0-1-19 0 0,0 1 1 0 0,0 0-1 0 0,0 0 1 0 0,0 0 0 0 0,0 0-1 0 0,1 0 1 0 0,-1 0-1 0 0,0 0 1 0 0,1 1-1 0 0,-1-1 1 0 0,1 0-1 0 0,-1 1 1 0 0,1 0 0 0 0,0-1-1 0 0,-1 1 1 0 0,1 0-1 0 0,0-1 1 0 0,0 1-1 0 0,0 0 1 0 0,1 0 0 0 0,-2 3-1 0 0,1 1-4 0 0,0 0-1 0 0,1 1 1 0 0,0-1-1 0 0,0 0 1 0 0,1 1 0 0 0,-1-1-1 0 0,1 0 1 0 0,1 1-1 0 0,3 10 1 0 0,2 1-9 0 0,0-1 1 0 0,11 16-1 0 0,-11-21 69 0 0,-1 0-1 0 0,0 0 1 0 0,0 0 0 0 0,-1 1 0 0 0,-1 0-1 0 0,3 13 1 0 0,-7-22 28 0 0,0 0-1 0 0,0 0 1 0 0,-1 0-1 0 0,1 0 1 0 0,-1 0-1 0 0,0-1 1 0 0,0 1-1 0 0,0 0 1 0 0,-1-1-1 0 0,1 1 0 0 0,-1-1 1 0 0,0 1-1 0 0,0-1 1 0 0,0 0-1 0 0,0 0 1 0 0,-1 0-1 0 0,1 0 1 0 0,-1 0-1 0 0,0 0 1 0 0,0-1-1 0 0,-6 5 1 0 0,-2 2-30 0 0,-1-1 1 0 0,0-1 0 0 0,-1 0-1 0 0,-23 10 1 0 0,17-10-566 0 0,-1-1 1 0 0,1-1-1 0 0,-1 0 1 0 0,-24 2 0 0 0,27-6-1356 0 0,0 0 1 0 0,0-1-1 0 0,-18-2 1 0 0,5-3-3675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84 660 0 0,'1'-21'5670'0'0,"6"-40"0"0"0,-7 60-5542 0 0,-5 22 188 0 0,-8 30-181 0 0,-3-1 0 0 0,-25 57 0 0 0,18-50-430 0 0,-2 8-1162 0 0,2-3-3335 0 0,13-36 891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1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7 106 1644 0 0,'-1'-3'1938'0'0,"0"2"-1692"0"0,1-1 0 0 0,-1 0 1 0 0,0 1-1 0 0,1-1 1 0 0,-1 0-1 0 0,1 0 0 0 0,-1 0 1 0 0,1 0-1 0 0,0 0 0 0 0,0 0 1 0 0,0 1-1 0 0,0-1 0 0 0,0 0 1 0 0,0 0-1 0 0,1 0 1 0 0,-1 0-1 0 0,0 0 0 0 0,1 0 1 0 0,0 1-1 0 0,1-4 0 0 0,0 2-49 0 0,0 0-1 0 0,0 0 1 0 0,0 0-1 0 0,1 0 0 0 0,-1 0 1 0 0,1 1-1 0 0,0-1 1 0 0,0 1-1 0 0,0 0 1 0 0,3-3-1 0 0,2 1-76 0 0,0 0 1 0 0,0 0-1 0 0,0 0 0 0 0,1 1 1 0 0,-1 1-1 0 0,1-1 0 0 0,0 1 1 0 0,13-1-1 0 0,-15 3-100 0 0,0 0 1 0 0,1 0-1 0 0,-1 1 1 0 0,0 0-1 0 0,0 1 0 0 0,0 0 1 0 0,0 0-1 0 0,0 0 0 0 0,0 1 1 0 0,-1 0-1 0 0,1 0 1 0 0,-1 0-1 0 0,0 1 0 0 0,1 0 1 0 0,-2 1-1 0 0,1-1 0 0 0,-1 1 1 0 0,1 0-1 0 0,-1 0 0 0 0,0 1 1 0 0,-1 0-1 0 0,0-1 1 0 0,7 12-1 0 0,-4-4 18 0 0,-1 0-1 0 0,0 0 1 0 0,-1 0 0 0 0,0 1 0 0 0,-1-1-1 0 0,0 1 1 0 0,-2 1 0 0 0,1-1-1 0 0,-2 0 1 0 0,0 0 0 0 0,0 16 0 0 0,-7 64 1652 0 0,5-74 497 0 0,8-45-1941 0 0,3 1-223 0 0,1 1 0 0 0,1 0-1 0 0,1 0 1 0 0,1 2 0 0 0,1-1-1 0 0,20-20 1 0 0,-17 24-56 0 0,1 0 0 0 0,0 1 0 0 0,38-26 0 0 0,-46 36 9 0 0,1 0 1 0 0,0 1 0 0 0,1 0-1 0 0,0 1 1 0 0,0 0-1 0 0,0 1 1 0 0,0 0 0 0 0,24-3-1 0 0,-32 7 22 0 0,0-1-1 0 0,0 1 0 0 0,0 0 1 0 0,0 0-1 0 0,0 1 0 0 0,0 0 1 0 0,0 0-1 0 0,0 0 1 0 0,0 0-1 0 0,0 1 0 0 0,-1-1 1 0 0,1 1-1 0 0,0 0 0 0 0,-1 1 1 0 0,0-1-1 0 0,0 1 0 0 0,1 0 1 0 0,-1 0-1 0 0,-1 0 1 0 0,1 1-1 0 0,5 5 0 0 0,-1 3 18 0 0,0-1-1 0 0,-1 1 1 0 0,-1 1-1 0 0,1-1 1 0 0,-2 1-1 0 0,6 21 1 0 0,6 28-297 0 0,7 19-2197 0 0,-21-73 1541 0 0,0 1 1 0 0,1-1-1 0 0,0 0 1 0 0,1-1-1 0 0,0 1 1 0 0,0-1-1 0 0,6 8 1 0 0,3-1-3322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0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1 373 2896 0 0,'1'-2'2379'0'0,"27"-36"6789"0"0,-27 37-8994 0 0,29-15 258 0 0,95-20-130 0 0,-7 2-1333 0 0,-103 29 529 0 0,-1-1 0 0 0,0 0 0 0 0,0-1 0 0 0,-1-1 0 0 0,22-16 0 0 0,-32 21 387 0 0,1 0 0 0 0,-1 0-1 0 0,0-1 1 0 0,0 1-1 0 0,0-1 1 0 0,0 1-1 0 0,-1-1 1 0 0,1 0-1 0 0,-1 0 1 0 0,0 0 0 0 0,0 0-1 0 0,-1-1 1 0 0,1 1-1 0 0,0-8 1 0 0,0 0 444 0 0,-1 0 1 0 0,-1 0-1 0 0,-1-24 1 0 0,-1-3 1325 0 0,2 37-1582 0 0,1-1-7 0 0,-1 2-64 0 0,0 1 0 0 0,0 0 1 0 0,0 0-1 0 0,0-1 0 0 0,0 1 0 0 0,0 0 0 0 0,0-1 0 0 0,0 1 0 0 0,0 0 0 0 0,0 0 0 0 0,0-1 0 0 0,1 1 0 0 0,-1 0 0 0 0,0 0 0 0 0,0-1 0 0 0,0 1 0 0 0,0 0 0 0 0,0 0 0 0 0,1-1 0 0 0,-1 1 0 0 0,0 0 0 0 0,0 0 0 0 0,0 0 0 0 0,1-1 0 0 0,-1 1 0 0 0,0 0 0 0 0,0 0 0 0 0,0 0 0 0 0,1-1 1 0 0,2 1-3 0 0,0-1 1 0 0,-1 1 0 0 0,1 0 0 0 0,0 0 0 0 0,0 0 0 0 0,0 0 0 0 0,0 0 0 0 0,-1 0 0 0 0,1 1 0 0 0,0-1 0 0 0,0 1 0 0 0,-1 0 0 0 0,6 2 0 0 0,-2 0 5 0 0,0 0 0 0 0,0 1 0 0 0,-1-1 0 0 0,1 1-1 0 0,8 9 1 0 0,-7-7 8 0 0,0 2-1 0 0,-1-1 1 0 0,0 1 0 0 0,0 0-1 0 0,0 0 1 0 0,-1 0-1 0 0,-1 1 1 0 0,6 12-1 0 0,-8-14 20 0 0,-1 0 0 0 0,0 0-1 0 0,0 1 1 0 0,-1-1 0 0 0,0 0 0 0 0,0 1 0 0 0,0-1-1 0 0,-1 0 1 0 0,0 0 0 0 0,-1 0 0 0 0,0 1-1 0 0,0-1 1 0 0,0-1 0 0 0,-1 1 0 0 0,-6 11-1 0 0,3-5-425 0 0,-2 0 0 0 0,-14 18 0 0 0,13-19-1305 0 0,-1 0 0 0 0,-12 10 0 0 0,6-9-3070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1 174 184 0 0,'5'-10'1459'0'0,"1"1"-1"0"0,0-1 0 0 0,1 1 1 0 0,7-9-1 0 0,-7 10-986 0 0,0 2-1 0 0,0-1 0 0 0,0 1 0 0 0,1 0 0 0 0,9-5 0 0 0,-11 8-416 0 0,-1-1-1 0 0,1 2 0 0 0,1-1 0 0 0,-1 1 0 0 0,0-1 1 0 0,1 2-1 0 0,-1-1 0 0 0,1 1 0 0 0,0 0 1 0 0,-1 0-1 0 0,1 1 0 0 0,0 0 0 0 0,-1 0 1 0 0,1 1-1 0 0,0-1 0 0 0,-1 2 0 0 0,1-1 0 0 0,9 4 1 0 0,-8-3-35 0 0,-1 1 0 0 0,0 1 0 0 0,0-1 0 0 0,0 1 1 0 0,0 1-1 0 0,-1-1 0 0 0,0 1 0 0 0,0 0 0 0 0,0 1 1 0 0,0-1-1 0 0,-1 1 0 0 0,0 0 0 0 0,0 0 0 0 0,0 1 0 0 0,-1 0 1 0 0,0-1-1 0 0,5 14 0 0 0,-5-9 132 0 0,-1-1 0 0 0,0 1-1 0 0,0 1 1 0 0,-1-1 0 0 0,-1 0 0 0 0,0 0 0 0 0,-1 1-1 0 0,0-1 1 0 0,0 1 0 0 0,-1-1 0 0 0,-5 21 0 0 0,-3 1 2288 0 0,7-35-2313 0 0,1-1-107 0 0,-1-1 1 0 0,1 1-1 0 0,0-1 0 0 0,0 1 0 0 0,0-1 1 0 0,1 0-1 0 0,-1 0 0 0 0,1 1 0 0 0,0-1 0 0 0,0 0 1 0 0,0 0-1 0 0,1 1 0 0 0,-1-1 0 0 0,2-6 1 0 0,2-8 17 0 0,11-29 0 0 0,-9 31-59 0 0,1 1 0 0 0,1 0-1 0 0,0 0 1 0 0,1 1 0 0 0,1 0-1 0 0,0 0 1 0 0,1 1 0 0 0,0 1 0 0 0,1 0-1 0 0,17-14 1 0 0,-21 19 3 0 0,0 1-1 0 0,0 0 1 0 0,1 1-1 0 0,-1 0 1 0 0,1 0-1 0 0,0 1 1 0 0,1 0-1 0 0,-1 1 1 0 0,1 0-1 0 0,0 0 1 0 0,0 1-1 0 0,0 0 1 0 0,0 1-1 0 0,0 0 1 0 0,0 0-1 0 0,0 1 1 0 0,0 1-1 0 0,14 1 1 0 0,-20-1 18 0 0,0 1 0 0 0,0-1 0 0 0,0 0 0 0 0,0 1 0 0 0,0 0 0 0 0,-1 0 0 0 0,1 0 0 0 0,-1 1 0 0 0,1-1 0 0 0,-1 1 0 0 0,0-1 0 0 0,0 1 0 0 0,4 5 0 0 0,-2-2 2 0 0,-1 0-1 0 0,0 0 1 0 0,0 1 0 0 0,-1-1-1 0 0,1 1 1 0 0,-2 0 0 0 0,3 8-1 0 0,0 2 16 0 0,-1 1 0 0 0,-2-1 0 0 0,1 1 0 0 0,-2 0 0 0 0,-1 27 0 0 0,-3 3-206 0 0,0 13-2376 0 0,2-23-4672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85 552 0 0,'1'-16'5851'0'0,"0"-6"-1378"0"0,-1 19-3766 0 0,-4-19 2017 0 0,1 26-2722 0 0,0 0-1 0 0,1 1 1 0 0,-1 0-1 0 0,1-1 1 0 0,1 1-1 0 0,-1 0 1 0 0,-1 8-1 0 0,-6 42 12 0 0,7-39-12 0 0,1-7 0 0 0,-4 20 21 0 0,1 33 1 0 0,3-54-17 0 0,2 0 0 0 0,-1 0 0 0 0,1 1 0 0 0,0-1-1 0 0,1 0 1 0 0,0 0 0 0 0,0 0 0 0 0,6 13 0 0 0,-7-20-2 0 0,0 0 0 0 0,-1 0 0 0 0,1 0-1 0 0,0 0 1 0 0,0-1 0 0 0,0 1 0 0 0,0 0 0 0 0,0 0 0 0 0,0-1 0 0 0,0 1-1 0 0,0-1 1 0 0,0 1 0 0 0,0-1 0 0 0,0 0 0 0 0,0 1 0 0 0,0-1-1 0 0,0 0 1 0 0,0 1 0 0 0,0-1 0 0 0,1 0 0 0 0,-1 0 0 0 0,0 0 0 0 0,2 0-1 0 0,23-6 38 0 0,-18 2-35 0 0,0 0 0 0 0,0-1-1 0 0,0-1 1 0 0,-1 1 0 0 0,0-1-1 0 0,0 0 1 0 0,-1-1-1 0 0,1 0 1 0 0,-1 0 0 0 0,8-13-1 0 0,3-7 129 0 0,21-50-1 0 0,-19 39 234 0 0,-10 23-413 0 0,-9 15 45 0 0,0 0 0 0 0,0 0 0 0 0,0 0 0 0 0,0 0 0 0 0,0 0 0 0 0,0 0 0 0 0,0 0 0 0 0,0 0 0 0 0,0 0 0 0 0,0 0 0 0 0,0 0 0 0 0,0 1 0 0 0,0-1 0 0 0,0 0 0 0 0,0 0 0 0 0,0 0 1 0 0,0 0-1 0 0,0 0 0 0 0,0 0 0 0 0,0 0 0 0 0,0 0 0 0 0,0 0 0 0 0,0 0 0 0 0,0 0 0 0 0,0 0 0 0 0,0 0 0 0 0,1 0 0 0 0,-1 0 0 0 0,0 0 0 0 0,0 0 0 0 0,0 0 0 0 0,0 0 0 0 0,0 0 0 0 0,0 0 0 0 0,0 0 0 0 0,0 0 0 0 0,0 0 0 0 0,0 0 1 0 0,0 0-1 0 0,0 0 0 0 0,1 0 0 0 0,-1 0 0 0 0,0 0 0 0 0,0 0 0 0 0,0 0 0 0 0,0 0 0 0 0,0 0 0 0 0,0 0 0 0 0,0 0 0 0 0,0 0 0 0 0,0 0 0 0 0,0 0 0 0 0,0 0 0 0 0,0 0 0 0 0,0 0 0 0 0,0 0 0 0 0,0 0 0 0 0,1 0 0 0 0,-1 0 0 0 0,0 0 1 0 0,0 0-1 0 0,0-1 0 0 0,0 1 0 0 0,0 0 0 0 0,0 0 0 0 0,0 0 0 0 0,0 0 0 0 0,0 0 0 0 0,-3 25-79 0 0,2-15 102 0 0,-5 23-154 0 0,2-10 216 0 0,-3 43 0 0 0,7-60-281 0 0,0 0 1 0 0,0-1 0 0 0,1 1-1 0 0,-1 0 1 0 0,1-1 0 0 0,1 1-1 0 0,-1-1 1 0 0,1 1 0 0 0,0-1-1 0 0,0 0 1 0 0,1 0 0 0 0,5 10-1 0 0,-6-13 8 0 0,0 0-1 0 0,0 0 0 0 0,1 0 1 0 0,-1 0-1 0 0,1 0 0 0 0,-1-1 1 0 0,1 1-1 0 0,0-1 0 0 0,-1 0 1 0 0,1 1-1 0 0,0-1 0 0 0,0-1 0 0 0,0 1 1 0 0,0 0-1 0 0,0-1 0 0 0,0 1 1 0 0,0-1-1 0 0,0 0 0 0 0,0 0 1 0 0,0 0-1 0 0,0 0 0 0 0,0-1 0 0 0,0 1 1 0 0,4-2-1 0 0,2 0-168 0 0,0-1-1 0 0,-1 0 1 0 0,1 0 0 0 0,-1-1-1 0 0,1 0 1 0 0,13-9 0 0 0,-14 7 346 0 0,0-1 1 0 0,-1 0 0 0 0,0 0-1 0 0,-1 0 1 0 0,1 0 0 0 0,-1-1-1 0 0,-1 0 1 0 0,7-12 0 0 0,3-9 1787 0 0,12-36 0 0 0,-20 48-799 0 0,18-60 2174 0 0,-24 76-3058 0 0,4 16 13 0 0,-7 19-81 0 0,-1 1-1 0 0,-1-1 0 0 0,-2 0 1 0 0,-2 0-1 0 0,-18 51 0 0 0,16-53 410 0 0,11-28-257 0 0,8-20-223 0 0,6-12 7 0 0,2-5-54 0 0,35-50 1 0 0,-46 74 66 0 0,1 1-1 0 0,0 0 1 0 0,1 0 0 0 0,0 0 0 0 0,0 1-1 0 0,1 0 1 0 0,-1 1 0 0 0,2 0 0 0 0,-1 0-1 0 0,11-4 1 0 0,-17 8 23 0 0,-1 1 1 0 0,1 1-1 0 0,-1-1 0 0 0,1 0 0 0 0,0 0 0 0 0,-1 1 0 0 0,1 0 0 0 0,0-1 1 0 0,-1 1-1 0 0,1 0 0 0 0,0 1 0 0 0,-1-1 0 0 0,1 0 0 0 0,0 1 1 0 0,-1-1-1 0 0,1 1 0 0 0,-1 0 0 0 0,1 0 0 0 0,-1 0 0 0 0,1 0 0 0 0,-1 0 1 0 0,1 1-1 0 0,-1-1 0 0 0,0 1 0 0 0,0-1 0 0 0,0 1 0 0 0,0 0 1 0 0,0 0-1 0 0,0 0 0 0 0,0 0 0 0 0,-1 0 0 0 0,1 0 0 0 0,-1 1 0 0 0,0-1 1 0 0,2 3-1 0 0,1 2 2 0 0,-1 0 0 0 0,0 1 0 0 0,0-1 1 0 0,-1 1-1 0 0,0 0 0 0 0,0-1 1 0 0,-1 1-1 0 0,0 0 0 0 0,0 0 0 0 0,-1 11 1 0 0,-1-9 4 0 0,1 0 70 0 0,-1 0 1 0 0,0 0 0 0 0,-4 14 0 0 0,4-22 126 0 0,2-5-236 0 0,2-18-41 0 0,2 1 0 0 0,0-1 0 0 0,1 1-1 0 0,2 0 1 0 0,0 1 0 0 0,1 0 0 0 0,0 0 0 0 0,2 1 0 0 0,0 0 0 0 0,24-28 0 0 0,-29 39 46 0 0,1 0 1 0 0,-1 1-1 0 0,1 0 1 0 0,0 0-1 0 0,1 1 1 0 0,0-1-1 0 0,0 2 1 0 0,0-1-1 0 0,15-5 1 0 0,-20 9 33 0 0,1 0 0 0 0,0 0 0 0 0,-1 0 0 0 0,1 0 0 0 0,-1 1 0 0 0,1 0-1 0 0,0 0 1 0 0,-1 0 0 0 0,1 0 0 0 0,0 0 0 0 0,-1 1 0 0 0,1 0 0 0 0,-1 0 0 0 0,1 0 0 0 0,-1 0 0 0 0,1 0 0 0 0,-1 1 0 0 0,1-1 0 0 0,-1 1 0 0 0,0 0 0 0 0,0 0 0 0 0,0 0 0 0 0,0 0 0 0 0,0 1 0 0 0,-1-1 0 0 0,1 1 0 0 0,2 3-1 0 0,-1 0-2 0 0,0-1-1 0 0,0 0 0 0 0,-1 1 0 0 0,0 0 0 0 0,0 0 0 0 0,-1 0 0 0 0,1 0 0 0 0,-1 0 0 0 0,0 1 0 0 0,-1-1 0 0 0,2 11 0 0 0,-2 3 104 0 0,-1 1 1 0 0,-2 27 0 0 0,0-31-696 0 0,1-1-1 0 0,1 1 1 0 0,0-1 0 0 0,4 24 0 0 0,4-22-3473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123 168 2356 0 0,'62'-147'12310'0'0,"-52"128"-11317"0"0,-6 18-564 0 0,-1 11-376 0 0,-2 13 21 0 0,-2 1-1 0 0,0 0 0 0 0,-2-1 0 0 0,-10 46 1 0 0,7-42-20 0 0,-15 77 98 0 0,-5-2 0 0 0,-76 193 0 0 0,74-228 1500 0 0,27-66-1269 0 0,1-3-263 0 0,0-3-102 0 0,0 0 0 0 0,1 1 0 0 0,-1-1 0 0 0,1 1 0 0 0,0-1 0 0 0,1 1 0 0 0,-1-1 0 0 0,1 1 0 0 0,0 0 0 0 0,0 0 0 0 0,0 0 0 0 0,0 0 0 0 0,1 0 0 0 0,0 0 0 0 0,4-5 0 0 0,0 2-38 0 0,-1 0-1 0 0,1 0 0 0 0,1 0 1 0 0,-1 1-1 0 0,1 0 0 0 0,14-8 0 0 0,-16 11 4 0 0,1 1-1 0 0,0-1 0 0 0,-1 1 1 0 0,1 0-1 0 0,0 1 0 0 0,0 0 1 0 0,0 0-1 0 0,1 0 1 0 0,-1 1-1 0 0,0 0 0 0 0,0 1 1 0 0,0-1-1 0 0,0 1 0 0 0,0 1 1 0 0,12 3-1 0 0,-15-4 16 0 0,1 1 0 0 0,0-1 1 0 0,0 1-1 0 0,-1 1 0 0 0,1-1 0 0 0,-1 0 0 0 0,0 1 1 0 0,0 0-1 0 0,0 0 0 0 0,0 0 0 0 0,0 1 1 0 0,-1-1-1 0 0,1 1 0 0 0,-1 0 0 0 0,0 0 1 0 0,0 0-1 0 0,-1 1 0 0 0,1-1 0 0 0,-1 0 0 0 0,0 1 1 0 0,0 0-1 0 0,2 7 0 0 0,-3-9 43 0 0,-1 0 0 0 0,0 0-1 0 0,1 0 1 0 0,-1 0 0 0 0,0 0 0 0 0,0 0 0 0 0,-1-1-1 0 0,1 1 1 0 0,-1 0 0 0 0,1 0 0 0 0,-1 0 0 0 0,0 0-1 0 0,0-1 1 0 0,0 1 0 0 0,0 0 0 0 0,-1-1 0 0 0,1 1-1 0 0,-3 2 1 0 0,1-1 34 0 0,-1 0 0 0 0,1-1-1 0 0,-1 1 1 0 0,0-1 0 0 0,0 0-1 0 0,-1 0 1 0 0,1 0 0 0 0,0-1-1 0 0,-9 4 1 0 0,0-1 26 0 0,0-1 1 0 0,0 0-1 0 0,-1-1 0 0 0,1-1 0 0 0,-1 0 1 0 0,-21 0-1 0 0,28-1-314 0 0,0-1 1 0 0,0-1-1 0 0,0 1 0 0 0,0-1 1 0 0,0-1-1 0 0,0 1 0 0 0,-10-5 1 0 0,16 6 14 0 0,-1-1 1 0 0,1 0 0 0 0,0 1 0 0 0,0-1-1 0 0,-1 0 1 0 0,1 0 0 0 0,0 0 0 0 0,0 0 0 0 0,0 0-1 0 0,0 0 1 0 0,0 0 0 0 0,1-1 0 0 0,-1 1-1 0 0,0 0 1 0 0,0 0 0 0 0,1-1 0 0 0,-1 1-1 0 0,1 0 1 0 0,-1-1 0 0 0,1 1 0 0 0,0-1-1 0 0,-1 1 1 0 0,1 0 0 0 0,0-1 0 0 0,0 1 0 0 0,0-1-1 0 0,0 1 1 0 0,0-1 0 0 0,0 1 0 0 0,1-1-1 0 0,-1 1 1 0 0,0 0 0 0 0,1-1 0 0 0,-1 1-1 0 0,1-1 1 0 0,-1 1 0 0 0,1 0 0 0 0,1-2-1 0 0,1-4-876 0 0,0 1 0 0 0,0 0 0 0 0,1 0 0 0 0,5-6 0 0 0,9-9-2982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59 134 1992 0 0,'42'-9'7959'0'0,"-40"8"-7445"0"0,16 15 967 0 0,-16-11-1410 0 0,0 0 1 0 0,0 0-1 0 0,0-1 0 0 0,0 1 0 0 0,1 0 0 0 0,-1-1 0 0 0,1 1 0 0 0,0-1 0 0 0,0 0 0 0 0,0 0 0 0 0,0 0 0 0 0,0 0 0 0 0,0-1 0 0 0,0 1 0 0 0,0-1 0 0 0,1 0 0 0 0,-1 0 0 0 0,0 0 0 0 0,1 0 0 0 0,-1 0 0 0 0,1-1 1 0 0,0 0-1 0 0,-1 1 0 0 0,1-1 0 0 0,-1-1 0 0 0,1 1 0 0 0,-1 0 0 0 0,1-1 0 0 0,3-1 0 0 0,-3 1-29 0 0,0-1 0 0 0,0 1 0 0 0,0-1 0 0 0,-1 0 0 0 0,1 0 0 0 0,-1 0 0 0 0,0-1 0 0 0,1 1 0 0 0,-1-1 0 0 0,0 1 0 0 0,0-1 0 0 0,-1 0 0 0 0,1-1 0 0 0,-1 1 0 0 0,1 0 0 0 0,-1-1 0 0 0,0 1 0 0 0,0-1 0 0 0,-1 1 0 0 0,1-1 0 0 0,1-6 0 0 0,-2 5-26 0 0,0 0-1 0 0,0-1 0 0 0,0 1 1 0 0,-1 0-1 0 0,0 0 1 0 0,0-1-1 0 0,0 1 0 0 0,-1 0 1 0 0,1 0-1 0 0,-1-1 1 0 0,-1 1-1 0 0,1 0 0 0 0,-1 0 1 0 0,0 0-1 0 0,0 0 1 0 0,-4-7-1 0 0,5 11-18 0 0,0 0 0 0 0,0 0-1 0 0,0 0 1 0 0,-1-1 0 0 0,1 1 0 0 0,0 0 0 0 0,-1 0 0 0 0,1 0-1 0 0,-1 1 1 0 0,1-1 0 0 0,-1 0 0 0 0,1 1 0 0 0,-1-1-1 0 0,1 1 1 0 0,-1-1 0 0 0,0 1 0 0 0,1 0 0 0 0,-1-1-1 0 0,0 1 1 0 0,1 0 0 0 0,-1 0 0 0 0,0 0 0 0 0,1 0 0 0 0,-1 1-1 0 0,0-1 1 0 0,1 0 0 0 0,-1 1 0 0 0,0-1 0 0 0,-2 2-1 0 0,-4 1-14 0 0,0 1-1 0 0,0-1 0 0 0,0 1 0 0 0,-8 6 1 0 0,1 0 10 0 0,1 1 1 0 0,0 0-1 0 0,1 1 0 0 0,0 1 1 0 0,1 0-1 0 0,1 0 1 0 0,-17 26-1 0 0,21-28 4 0 0,0 0-1 0 0,1 1 1 0 0,1 0-1 0 0,0 0 1 0 0,0 1-1 0 0,1 0 1 0 0,1-1 0 0 0,0 1-1 0 0,1 0 1 0 0,-1 25-1 0 0,3-33 18 0 0,0 0-1 0 0,0 0 1 0 0,0 0-1 0 0,1 0 1 0 0,0-1-1 0 0,0 1 1 0 0,1 0 0 0 0,-1-1-1 0 0,1 1 1 0 0,0-1-1 0 0,0 0 1 0 0,0 1-1 0 0,1-1 1 0 0,0 0-1 0 0,-1 0 1 0 0,5 3-1 0 0,-3-3-73 0 0,1 0 1 0 0,0 0-1 0 0,0 0 0 0 0,0-1 0 0 0,1 0 1 0 0,-1 0-1 0 0,1 0 0 0 0,-1-1 1 0 0,1 1-1 0 0,0-1 0 0 0,7 1 0 0 0,2-1-240 0 0,0 1-1 0 0,1-2 1 0 0,0 0-1 0 0,-1-1 1 0 0,1-1-1 0 0,-1 0 1 0 0,1-1-1 0 0,-1-1 1 0 0,16-4-1 0 0,-13 1 62 0 0,0-1-1 0 0,0-1 0 0 0,0 0 0 0 0,-1-1 0 0 0,0-1 0 0 0,-1-1 0 0 0,0 0 1 0 0,-1-1-1 0 0,0-1 0 0 0,14-15 0 0 0,-3-2 772 0 0,-2 0 0 0 0,0-1 0 0 0,-2-1 0 0 0,18-37 0 0 0,-38 65-400 0 0,7-14 663 0 0,1 1 0 0 0,18-22 0 0 0,-28 38-789 0 0,1 1-1 0 0,-1-1 1 0 0,1 0 0 0 0,-1 1-1 0 0,1-1 1 0 0,0 1-1 0 0,-1-1 1 0 0,1 1 0 0 0,0-1-1 0 0,-1 1 1 0 0,1 0-1 0 0,0-1 1 0 0,0 1 0 0 0,-1 0-1 0 0,1-1 1 0 0,0 1-1 0 0,0 0 1 0 0,0 0 0 0 0,-1 0-1 0 0,1 0 1 0 0,0 0 0 0 0,0 0-1 0 0,0 0 1 0 0,-1 0-1 0 0,3 0 1 0 0,-2 1 0 0 0,1 0 1 0 0,-1-1-1 0 0,1 1 1 0 0,0 0-1 0 0,-1 0 0 0 0,0 0 1 0 0,1 0-1 0 0,-1 0 1 0 0,0 1-1 0 0,1-1 1 0 0,0 2-1 0 0,3 3 19 0 0,-1 0 1 0 0,-1 0 0 0 0,1 0-1 0 0,4 11 1 0 0,-4-5 6 0 0,0-1 0 0 0,-1 1 0 0 0,-1-1 1 0 0,1 1-1 0 0,-2 0 0 0 0,0 0 1 0 0,0 0-1 0 0,-1 0 0 0 0,-1 0 0 0 0,0 0 1 0 0,0 0-1 0 0,-5 18 0 0 0,1-15 408 0 0,-1 0-1 0 0,0 0 1 0 0,0 0-1 0 0,-2-1 1 0 0,0 0 0 0 0,0-1-1 0 0,-1 1 1 0 0,-21 21-1 0 0,27-30-208 0 0,-11 9 1172 0 0,13-14-1396 0 0,1 0-1 0 0,0 0 1 0 0,0 0 0 0 0,-1 0 0 0 0,1 0-1 0 0,0 1 1 0 0,-1-1 0 0 0,1 0-1 0 0,0 0 1 0 0,0 0 0 0 0,-1 0 0 0 0,1 0-1 0 0,0 0 1 0 0,-1 0 0 0 0,1 0-1 0 0,0 0 1 0 0,-1 0 0 0 0,1 0 0 0 0,0 0-1 0 0,0 0 1 0 0,-1 0 0 0 0,1 0-1 0 0,0-1 1 0 0,-1 1 0 0 0,1 0 0 0 0,0 0-1 0 0,0 0 1 0 0,-1 0 0 0 0,1-1-1 0 0,0 1 1 0 0,0 0 0 0 0,0 0 0 0 0,-1 0-1 0 0,1-1 1 0 0,0 1 0 0 0,0 0-1 0 0,0 0 1 0 0,-1-1 0 0 0,1 1 0 0 0,0 0-1 0 0,0 0 1 0 0,0-1 0 0 0,0 1 0 0 0,0 0-1 0 0,0 0 1 0 0,0-1 0 0 0,0 1-1 0 0,0 0 1 0 0,0-1 0 0 0,0 1 0 0 0,0-1-1 0 0,0-1-93 0 0,0-1 0 0 0,0 0 0 0 0,1 0 0 0 0,-1 1 0 0 0,1-1 0 0 0,0 0 0 0 0,0 1 0 0 0,0-1 0 0 0,0 0 0 0 0,0 1 0 0 0,1-1 0 0 0,1-2 0 0 0,2-3-213 0 0,7-14-807 0 0,1 0-1 0 0,2 0 1 0 0,26-31-1 0 0,60-52-6022 0 0,-98 101 6709 0 0,35-35-4285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163 802 1184 0 0,'-1'-15'2516'0'0,"-1"-1"110"0"0,0 1 0 0 0,-1 0 0 0 0,-8-28 0 0 0,10 42-2331 0 0,-2 2-201 0 0,-4 1-83 0 0,1 0 0 0 0,0 0 0 0 0,1 1 0 0 0,-1 0 0 0 0,0 0 0 0 0,1 1-1 0 0,-1 0 1 0 0,1-1 0 0 0,0 2 0 0 0,1-1 0 0 0,-1 1 0 0 0,-5 7 0 0 0,0-1-51 0 0,1 1 0 0 0,0 0 1 0 0,1 0-1 0 0,-11 24 1 0 0,18-32 31 0 0,-1 0 1 0 0,1 1 0 0 0,0-1-1 0 0,0 1 1 0 0,0 0 0 0 0,0-1-1 0 0,1 1 1 0 0,0 0 0 0 0,1 7-1 0 0,-1-10 11 0 0,0-1 0 0 0,0 1-1 0 0,1-1 1 0 0,-1 1 0 0 0,0-1-1 0 0,1 1 1 0 0,0-1 0 0 0,-1 1-1 0 0,1-1 1 0 0,0 0 0 0 0,0 1-1 0 0,-1-1 1 0 0,1 0 0 0 0,0 0-1 0 0,0 0 1 0 0,1 1 0 0 0,-1-1 0 0 0,0 0-1 0 0,0 0 1 0 0,0-1 0 0 0,1 1-1 0 0,-1 0 1 0 0,0 0 0 0 0,1-1-1 0 0,-1 1 1 0 0,1 0 0 0 0,-1-1-1 0 0,1 0 1 0 0,-1 1 0 0 0,1-1 0 0 0,-1 0-1 0 0,1 0 1 0 0,-1 0 0 0 0,1 0-1 0 0,-1 0 1 0 0,3 0 0 0 0,6-1 22 0 0,1 0 1 0 0,-1-1 0 0 0,0 0 0 0 0,0-1-1 0 0,0 0 1 0 0,0 0 0 0 0,0-1-1 0 0,-1-1 1 0 0,1 0 0 0 0,-1 0 0 0 0,11-8-1 0 0,-8 3 8 0 0,0 0-1 0 0,-1 0 1 0 0,-1-1-1 0 0,0 0 1 0 0,0-1-1 0 0,-1 0 1 0 0,10-19-1 0 0,-9 13-17 0 0,0-1 1 0 0,-2 0-1 0 0,0 0 0 0 0,-2-1 1 0 0,0 0-1 0 0,-1 0 0 0 0,-1 0 1 0 0,-1-1-1 0 0,0 1 0 0 0,-2-1 0 0 0,-2-40 1 0 0,0 52-34 0 0,0 0 0 0 0,-1 0 0 0 0,0 0 1 0 0,0 0-1 0 0,-1 0 0 0 0,0 0 0 0 0,-6-10 1 0 0,8 17 9 0 0,0 0 0 0 0,0 1 1 0 0,0-1-1 0 0,-1 0 0 0 0,1 1 1 0 0,0-1-1 0 0,-1 0 0 0 0,1 1 1 0 0,-1 0-1 0 0,0-1 0 0 0,0 1 1 0 0,1 0-1 0 0,-1 0 0 0 0,0 0 1 0 0,0 0-1 0 0,0 0 1 0 0,0 0-1 0 0,0 1 0 0 0,0-1 1 0 0,0 1-1 0 0,0-1 0 0 0,0 1 1 0 0,0 0-1 0 0,-1 0 0 0 0,1 0 1 0 0,0 0-1 0 0,0 0 0 0 0,0 0 1 0 0,0 1-1 0 0,0-1 0 0 0,0 1 1 0 0,0-1-1 0 0,0 1 0 0 0,0 0 1 0 0,0 0-1 0 0,-3 2 0 0 0,-7 3 4 0 0,1 1-1 0 0,0 0 1 0 0,1 0-1 0 0,0 1 1 0 0,0 1-1 0 0,0 0 1 0 0,1 0-1 0 0,-15 20 1 0 0,18-20-9 0 0,0 0 1 0 0,0 0-1 0 0,1 0 1 0 0,0 0 0 0 0,1 1-1 0 0,0 0 1 0 0,0 0 0 0 0,1 0-1 0 0,1 1 1 0 0,-1-1-1 0 0,0 14 1 0 0,3-21 7 0 0,0 0 0 0 0,0 1 0 0 0,0-1 1 0 0,0 1-1 0 0,1-1 0 0 0,-1 0 0 0 0,1 1 0 0 0,0-1 0 0 0,0 0 0 0 0,0 0 1 0 0,0 1-1 0 0,1-1 0 0 0,-1 0 0 0 0,1 0 0 0 0,0-1 0 0 0,0 1 1 0 0,0 0-1 0 0,0 0 0 0 0,0-1 0 0 0,0 1 0 0 0,1-1 0 0 0,0 0 0 0 0,-1 0 1 0 0,1 0-1 0 0,0 0 0 0 0,0 0 0 0 0,0-1 0 0 0,0 1 0 0 0,0-1 0 0 0,0 0 1 0 0,0 0-1 0 0,1 0 0 0 0,-1 0 0 0 0,6 0 0 0 0,7 1 16 0 0,0-1 0 0 0,0 0 0 0 0,0-2 0 0 0,0 0 0 0 0,-1 0 0 0 0,18-5 0 0 0,0 0-116 0 0,1-2-1 0 0,-1-2 1 0 0,-1-1-1 0 0,0-1 0 0 0,-1-2 1 0 0,0-1-1 0 0,-1-1 1 0 0,47-35-1 0 0,-54 33 19 0 0,-1 0-1 0 0,-1-2 1 0 0,-1 0 0 0 0,-1-2-1 0 0,0 0 1 0 0,-2-1-1 0 0,0-1 1 0 0,-2 0 0 0 0,-1-1-1 0 0,19-46 1 0 0,-14 17 620 0 0,-3 0 0 0 0,15-94 0 0 0,-30 146-548 0 0,-7 10-37 0 0,0 0 36 0 0,1 0 0 0 0,0 1 0 0 0,1-1 0 0 0,-1 1 1 0 0,2 0-1 0 0,-1 1 0 0 0,-2 14 0 0 0,-2-1 8 0 0,-158 618-24 0 0,112-405 78 0 0,-13 84 41 0 0,32 3-1 0 0,34-304-66 0 0,0 69-22 0 0,2-79 47 0 0,0-1-1 0 0,0 1 1 0 0,1 0 0 0 0,0-1 0 0 0,0 1 0 0 0,1-1 0 0 0,5 13 0 0 0,-7-20-19 0 0,0 1 0 0 0,0-1 0 0 0,0 0 0 0 0,-1 1 0 0 0,1-1 0 0 0,1 0 0 0 0,-1 1 0 0 0,0-1 0 0 0,0 0 0 0 0,0 0 0 0 0,1 0 0 0 0,-1 0 0 0 0,0 0 0 0 0,1 0 0 0 0,-1-1 0 0 0,1 1 0 0 0,-1 0 0 0 0,1-1 0 0 0,0 1 0 0 0,-1-1 0 0 0,1 1 1 0 0,-1-1-1 0 0,3 0 0 0 0,-1 0 3 0 0,1 0 1 0 0,-1 0 0 0 0,0-1-1 0 0,1 0 1 0 0,-1 0-1 0 0,0 0 1 0 0,0 0 0 0 0,0 0-1 0 0,1 0 1 0 0,4-4 0 0 0,3-2 78 0 0,0-1 1 0 0,0-1-1 0 0,-1 0 1 0 0,15-15-1 0 0,-16 14 37 0 0,-1-1-1 0 0,1 0 1 0 0,-2 0 0 0 0,0 0-1 0 0,0-1 1 0 0,-1 0 0 0 0,0-1-1 0 0,-1 1 1 0 0,0-1-1 0 0,3-19 1 0 0,-6 22-71 0 0,-1 1 1 0 0,0-1-1 0 0,0 0 0 0 0,-1 1 0 0 0,0-1 1 0 0,-1 1-1 0 0,0-1 0 0 0,-1 1 1 0 0,0-1-1 0 0,0 1 0 0 0,-1 0 1 0 0,0 0-1 0 0,-1 0 0 0 0,0 0 0 0 0,-7-12 1 0 0,1 6-11 0 0,-1 1 1 0 0,0 0-1 0 0,-1 0 0 0 0,-1 1 1 0 0,0 1-1 0 0,0 0 1 0 0,-2 1-1 0 0,1 0 0 0 0,-25-13 1 0 0,-12-1-263 0 0,-89-33 0 0 0,46 21-1533 0 0,90 36 1276 0 0,-1-1 0 0 0,1 0 0 0 0,0 0 1 0 0,0 0-1 0 0,1-1 0 0 0,-6-4 0 0 0,8 6 171 0 0,0 0 0 0 0,0 0 0 0 0,0 0 0 0 0,0 0 0 0 0,1 0 0 0 0,-1 0 0 0 0,1 0 0 0 0,-1 0-1 0 0,1-1 1 0 0,-1 1 0 0 0,1 0 0 0 0,-1 0 0 0 0,1-1 0 0 0,0 1 0 0 0,0 0 0 0 0,0-1 0 0 0,0 1 0 0 0,0 0 0 0 0,0-1 0 0 0,0 1 0 0 0,0 0 0 0 0,0-1 0 0 0,1 1-1 0 0,-1 0 1 0 0,0 0 0 0 0,2-3 0 0 0,5-15-3905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39 1768 0 0,'-2'-15'6225'0'0,"1"7"-4591"0"0,-2-8 1416 0 0,-1 17-2336 0 0,-1 9-705 0 0,-13 29 153 0 0,-17 61 0 0 0,30-82-163 0 0,1 0-1 0 0,0 1 0 0 0,1-1 1 0 0,2 1-1 0 0,0 36 1 0 0,1-54 7 0 0,0 1 0 0 0,0-1 0 0 0,0 1 0 0 0,0 0 0 0 0,0-1 0 0 0,1 1 0 0 0,-1-1 0 0 0,0 1 0 0 0,1-1 1 0 0,0 0-1 0 0,-1 1 0 0 0,1-1 0 0 0,0 1 0 0 0,-1-1 0 0 0,1 0 0 0 0,0 0 0 0 0,0 1 0 0 0,0-1 0 0 0,0 0 0 0 0,0 0 1 0 0,1 0-1 0 0,-1 0 0 0 0,2 1 0 0 0,-1-1 1 0 0,0-1 0 0 0,0 0 0 0 0,0 1 0 0 0,0-1 0 0 0,0 0 0 0 0,0 0 0 0 0,0 0 0 0 0,0 0 0 0 0,0 0 0 0 0,0-1 0 0 0,0 1 0 0 0,0 0 0 0 0,0-1 0 0 0,0 0 0 0 0,2-1 0 0 0,6-2 18 0 0,0-2 1 0 0,-1 1-1 0 0,0-1 0 0 0,0 0 0 0 0,11-11 1 0 0,-1-2 190 0 0,-2-1 0 0 0,0-1 0 0 0,-1-1 0 0 0,-2 0 0 0 0,20-39 0 0 0,18-26 1273 0 0,-41 75-1534 0 0,-11 12 44 0 0,1 0 0 0 0,-1 0 1 0 0,0 0-1 0 0,0 0 0 0 0,0 0 0 0 0,0 0 0 0 0,1 0 0 0 0,-1 0 0 0 0,0 0 0 0 0,0 0 0 0 0,0 0 0 0 0,1 0 0 0 0,-1 0 0 0 0,0 0 1 0 0,0 0-1 0 0,0 0 0 0 0,1 0 0 0 0,-1 0 0 0 0,0 0 0 0 0,0 1 0 0 0,0-1 0 0 0,0 0 0 0 0,1 0 0 0 0,-1 0 0 0 0,0 0 0 0 0,0 0 1 0 0,0 0-1 0 0,0 1 0 0 0,0-1 0 0 0,0 0 0 0 0,1 0 0 0 0,-1 0 0 0 0,0 0 0 0 0,0 1 0 0 0,0-1 0 0 0,0 0 0 0 0,0 0 1 0 0,0 0-1 0 0,0 1 0 0 0,1 2-3 0 0,-1 1 0 0 0,1-1 1 0 0,-1 1-1 0 0,0-1 0 0 0,0 1 1 0 0,-1 5-1 0 0,-14 87-5 0 0,0 11-2207 0 0,11-34-5476 0 0,4-62 3210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2076 0 0,'6'-9'1283'0'0,"0"-1"-1"0"0,1 1 1 0 0,0 1 0 0 0,0-1-1 0 0,12-10 1 0 0,-18 18-1234 0 0,1-1-1 0 0,0 1 1 0 0,-1 0 0 0 0,1 0 0 0 0,0 0-1 0 0,0 0 1 0 0,0 0 0 0 0,-1 0 0 0 0,1 0-1 0 0,0 0 1 0 0,0 1 0 0 0,0-1 0 0 0,1 1-1 0 0,-1-1 1 0 0,0 1 0 0 0,0 0 0 0 0,0 0-1 0 0,0 0 1 0 0,0 0 0 0 0,0 0 0 0 0,0 1-1 0 0,0-1 1 0 0,0 1 0 0 0,0-1 0 0 0,0 1-1 0 0,0 0 1 0 0,0-1 0 0 0,0 1 0 0 0,0 0-1 0 0,0 0 1 0 0,0 1 0 0 0,-1-1 0 0 0,1 0-1 0 0,0 0 1 0 0,-1 1 0 0 0,2 1 0 0 0,1 1-35 0 0,-1 0 0 0 0,0 0 0 0 0,0 1 1 0 0,0-1-1 0 0,-1 1 0 0 0,1 0 0 0 0,-1-1 0 0 0,0 1 1 0 0,-1 0-1 0 0,1 0 0 0 0,-1 1 0 0 0,0-1 1 0 0,0 0-1 0 0,-1 0 0 0 0,1 0 0 0 0,-1 8 0 0 0,-2 9 262 0 0,0-1-1 0 0,-9 36 0 0 0,4-18 2499 0 0,8-42-2557 0 0,95-150 497 0 0,-81 133-763 0 0,1 0 0 0 0,1 0 1 0 0,1 2-1 0 0,1 0 0 0 0,24-17 0 0 0,-40 33 31 0 0,0 0 0 0 0,0 0-1 0 0,0 0 1 0 0,0 0-1 0 0,1 1 1 0 0,-1-1 0 0 0,1 1-1 0 0,-1 0 1 0 0,1 0-1 0 0,-1 0 1 0 0,1 0 0 0 0,-1 1-1 0 0,1-1 1 0 0,7 1-1 0 0,-8 1 18 0 0,-1-1 1 0 0,1 1-1 0 0,0 0 0 0 0,-1 0 0 0 0,1 0 0 0 0,0 0 0 0 0,-1 1 0 0 0,1-1 1 0 0,-1 1-1 0 0,0-1 0 0 0,1 1 0 0 0,-1 0 0 0 0,0 0 0 0 0,0 0 0 0 0,0 0 1 0 0,-1 0-1 0 0,1 1 0 0 0,0-1 0 0 0,1 4 0 0 0,1 1-1 0 0,0 1 0 0 0,0 0 0 0 0,-1 0 0 0 0,0 1-1 0 0,0-1 1 0 0,2 18 0 0 0,1 53-2 0 0,-3-26-2665 0 0,6-3-3974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5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101 162 2548 0 0,'32'-68'5717'0'0,"11"-20"-623"0"0,-43 88-5076 0 0,0 0 0 0 0,0-1 0 0 0,0 1 1 0 0,0 0-1 0 0,0 0 0 0 0,1-1 0 0 0,-1 1 1 0 0,0 0-1 0 0,0 0 0 0 0,0-1 0 0 0,0 1 0 0 0,1 0 1 0 0,-1 0-1 0 0,0-1 0 0 0,0 1 0 0 0,0 0 1 0 0,1 0-1 0 0,-1 0 0 0 0,0 0 0 0 0,0-1 1 0 0,1 1-1 0 0,-1 0 0 0 0,0 0 0 0 0,0 0 1 0 0,1 0-1 0 0,-1 0 0 0 0,0 0 0 0 0,0 0 1 0 0,1 0-1 0 0,-1 0 0 0 0,0 0 0 0 0,1 0 1 0 0,-1 0-1 0 0,4 9 196 0 0,-2 19-140 0 0,-2-26-44 0 0,-4 58 60 0 0,-2 0 0 0 0,-18 79 1 0 0,14-85-66 0 0,-87 348 433 0 0,95-393-272 0 0,-1 0-1 0 0,0 0 0 0 0,-1-1 1 0 0,0 1-1 0 0,0-1 0 0 0,-7 10 1 0 0,10-16 119 0 0,-10-10-83 0 0,9 4-211 0 0,2 0 0 0 0,-1 0 1 0 0,0 0-1 0 0,1 0 0 0 0,0 0 1 0 0,-1 0-1 0 0,2 0 0 0 0,-1 1 1 0 0,0-1-1 0 0,1 0 1 0 0,1-5-1 0 0,-1 5-10 0 0,5-29-30 0 0,3-1-1 0 0,1 1 1 0 0,1 0 0 0 0,1 1 0 0 0,2 0-1 0 0,2 1 1 0 0,1 1 0 0 0,1 0-1 0 0,26-32 1 0 0,-34 49 43 0 0,1 2 0 0 0,0 0 0 0 0,25-19 0 0 0,-29 25-33 0 0,0 0 0 0 0,0 0 0 0 0,0 1 1 0 0,1 1-1 0 0,-1-1 0 0 0,1 1 0 0 0,0 0 1 0 0,15-3-1 0 0,-20 6 6 0 0,1 0 0 0 0,-1 0 1 0 0,0 0-1 0 0,0 0 0 0 0,0 0 1 0 0,0 1-1 0 0,4 0 0 0 0,-6 0 12 0 0,0-1-1 0 0,0 0 1 0 0,0 0-1 0 0,0 1 1 0 0,0-1-1 0 0,0 1 1 0 0,0-1-1 0 0,0 1 1 0 0,-1-1 0 0 0,1 1-1 0 0,0-1 1 0 0,0 1-1 0 0,-1 0 1 0 0,1-1-1 0 0,0 1 1 0 0,-1 0-1 0 0,1 0 1 0 0,-1-1-1 0 0,1 1 1 0 0,-1 0-1 0 0,1 0 1 0 0,-1 0 0 0 0,1 0-1 0 0,-1 0 1 0 0,0 0-1 0 0,0 0 1 0 0,1 0-1 0 0,-1 1 1 0 0,-1 4-7 0 0,0 0 1 0 0,0-1-1 0 0,0 1 1 0 0,-1-1-1 0 0,0 1 1 0 0,0-1-1 0 0,0 0 0 0 0,-1 0 1 0 0,1 0-1 0 0,-1 0 1 0 0,-1 0-1 0 0,1-1 1 0 0,-1 1-1 0 0,1-1 0 0 0,-1 0 1 0 0,-7 5-1 0 0,-11 10 52 0 0,-1-1-1 0 0,-25 14 0 0 0,28-19-6 0 0,13-9-23 0 0,-5 5 24 0 0,-1-1-1 0 0,-24 11 1 0 0,36-18-86 0 0,-10 9-236 0 0,10-7 272 0 0,0 1 0 0 0,1-1 0 0 0,-1 1 0 0 0,1-1-1 0 0,0 1 1 0 0,0-1 0 0 0,0 1 0 0 0,0-1 0 0 0,1 1 0 0 0,-1-1 0 0 0,1 1-1 0 0,0-1 1 0 0,0 1 0 0 0,2 3 0 0 0,25 52 94 0 0,-20-44-61 0 0,0 3-498 0 0,2-1 0 0 0,0-1-1 0 0,19 24 1 0 0,-23-33-713 0 0,1 0 0 0 0,0 0 0 0 0,1 0 0 0 0,-1-1 1 0 0,11 6-1 0 0,0-1-3575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6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19 152 2988 0 0,'6'-30'6348'0'0,"3"-13"-328"0"0,-8 41-5681 0 0,-1 2-322 0 0,0 0-1 0 0,0 0 0 0 0,0-1 1 0 0,0 1-1 0 0,0 0 0 0 0,0-1 0 0 0,0 1 1 0 0,0 0-1 0 0,0 0 0 0 0,0-1 0 0 0,0 1 1 0 0,0 0-1 0 0,0 0 0 0 0,0-1 1 0 0,1 1-1 0 0,-1 0 0 0 0,0 0 0 0 0,0 0 1 0 0,0-1-1 0 0,0 1 0 0 0,1 0 0 0 0,-1 0 1 0 0,0 0-1 0 0,0 0 0 0 0,1-1 1 0 0,-1 1-1 0 0,0 0 0 0 0,0 0 0 0 0,0 0 1 0 0,1 0-1 0 0,-1 0 0 0 0,3 4-1 0 0,0 0-1 0 0,-1 0 0 0 0,0 1 1 0 0,0-1-1 0 0,-1 1 1 0 0,1 0-1 0 0,-1 0 0 0 0,0-1 1 0 0,0 1-1 0 0,0 0 1 0 0,-1 0-1 0 0,0 0 0 0 0,0 0 1 0 0,0 0-1 0 0,-1 0 1 0 0,0 6-1 0 0,-3 7 42 0 0,1 0-1 0 0,-2-1 1 0 0,-8 21 0 0 0,8-26 50 0 0,0-1 1 0 0,-1 0-1 0 0,-7 12 1 0 0,12-22-23 0 0,1-7-80 0 0,0-1 0 0 0,1 1 1 0 0,0 0-1 0 0,0-1 0 0 0,0 1 1 0 0,1 0-1 0 0,0 0 0 0 0,0 0 1 0 0,0 0-1 0 0,1 0 0 0 0,0 1 1 0 0,6-10-1 0 0,2-2 22 0 0,2 0 1 0 0,23-25-1 0 0,-22 27-66 0 0,1 0 0 0 0,0 1 0 0 0,1 0 0 0 0,1 2 0 0 0,0 0 0 0 0,1 1 0 0 0,0 0 0 0 0,1 2 0 0 0,0 0 0 0 0,24-8 0 0 0,-41 17 32 0 0,1-1 0 0 0,-1 0 0 0 0,1 1-1 0 0,-1 0 1 0 0,1-1 0 0 0,-1 1 0 0 0,1 0 0 0 0,0 0 0 0 0,-1 1 0 0 0,1-1 0 0 0,-1 0 0 0 0,1 1 0 0 0,-1 0 0 0 0,1-1-1 0 0,-1 1 1 0 0,0 0 0 0 0,1 0 0 0 0,-1 1 0 0 0,0-1 0 0 0,0 0 0 0 0,0 1 0 0 0,1-1 0 0 0,-2 1 0 0 0,1 0-1 0 0,0 0 1 0 0,0 0 0 0 0,0-1 0 0 0,-1 2 0 0 0,1-1 0 0 0,-1 0 0 0 0,2 3 0 0 0,-1 0-2 0 0,1 1-1 0 0,-1 0 1 0 0,0 0 0 0 0,0 0 0 0 0,0 0-1 0 0,-1 0 1 0 0,0 0 0 0 0,0 0 0 0 0,0 0-1 0 0,-1 0 1 0 0,-1 8 0 0 0,-15 113-2478 0 0,15-83-5079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95 172 380 0 0,'18'-35'9389'0'0,"-2"4"-3619"0"0,-43 55-5380 0 0,1 5-466 0 0,-11 24 13 0 0,33-47 62 0 0,0 0 0 0 0,1 0 0 0 0,0 0 0 0 0,1 1-1 0 0,-1-1 1 0 0,1 0 0 0 0,1 1 0 0 0,-1 0-1 0 0,1 0 1 0 0,0-1 0 0 0,0 1 0 0 0,1 0 0 0 0,1 8-1 0 0,-1-12 9 0 0,0-1-1 0 0,1 1 0 0 0,0 0 0 0 0,-1-1 1 0 0,1 1-1 0 0,0-1 0 0 0,0 1 0 0 0,1-1 0 0 0,-1 1 1 0 0,0-1-1 0 0,1 0 0 0 0,0 0 0 0 0,-1 1 0 0 0,1-1 1 0 0,0 0-1 0 0,0-1 0 0 0,0 1 0 0 0,0 0 1 0 0,1 0-1 0 0,-1-1 0 0 0,0 0 0 0 0,1 1 0 0 0,-1-1 1 0 0,1 0-1 0 0,-1 0 0 0 0,1 0 0 0 0,0 0 1 0 0,3 0-1 0 0,-1 0 30 0 0,0-1 1 0 0,0 0-1 0 0,0 0 1 0 0,0 0-1 0 0,0 0 1 0 0,0-1-1 0 0,0 0 1 0 0,0 0-1 0 0,0 0 0 0 0,0 0 1 0 0,-1-1-1 0 0,1 0 1 0 0,0 0-1 0 0,6-4 1 0 0,-2-1 81 0 0,0 1-1 0 0,-1-2 1 0 0,0 1 0 0 0,0-1 0 0 0,-1-1 0 0 0,0 1-1 0 0,0-1 1 0 0,-1 0 0 0 0,0-1 0 0 0,-1 0 0 0 0,7-14-1 0 0,-6 9 43 0 0,0 0 0 0 0,-1-1 0 0 0,-1 0-1 0 0,-1 0 1 0 0,0 0 0 0 0,-1 0 0 0 0,1-19-1 0 0,-3 31-143 0 0,0 1 0 0 0,0-1 0 0 0,-1 0 0 0 0,1 1 0 0 0,-1-1 0 0 0,0 1 0 0 0,0-1 0 0 0,0 1 0 0 0,0 0 0 0 0,0-1 0 0 0,-1 1-1 0 0,0 0 1 0 0,1 0 0 0 0,-1 0 0 0 0,0 0 0 0 0,-1 0 0 0 0,1 0 0 0 0,-5-4 0 0 0,3 4-69 0 0,0 1 0 0 0,0-1 0 0 0,-1 1 1 0 0,1-1-1 0 0,-1 1 0 0 0,0 1 0 0 0,1-1 0 0 0,-1 1 0 0 0,0-1 0 0 0,0 1 1 0 0,0 1-1 0 0,-6-1 0 0 0,1 0-558 0 0,-1 2 1 0 0,0-1-1 0 0,1 1 0 0 0,-1 1 1 0 0,1-1-1 0 0,0 2 0 0 0,0 0 1 0 0,-1 0-1 0 0,2 1 1 0 0,-1 0-1 0 0,0 0 0 0 0,-10 8 1 0 0,-5 8-4295 0 0,17-11 1344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49 245 1696 0 0,'8'-42'10451'0'0,"1"-4"-4467"0"0,-11 50-5977 0 0,0 0 0 0 0,0 0 1 0 0,0 0-1 0 0,0-1 0 0 0,-5 7 0 0 0,0 0-43 0 0,0 2 15 0 0,2-1 0 0 0,-1 1-1 0 0,1 0 1 0 0,1 1-1 0 0,0-1 1 0 0,1 1 0 0 0,1-1-1 0 0,0 1 1 0 0,-1 14-1 0 0,3-21 4 0 0,0 0 1 0 0,0 1-1 0 0,1-1 0 0 0,0 0 0 0 0,0 0 0 0 0,0 1 0 0 0,1-1 0 0 0,0 0 0 0 0,3 7 0 0 0,-3-10 23 0 0,0 1-1 0 0,0-1 0 0 0,0 0 0 0 0,1 0 0 0 0,-1 0 0 0 0,1 0 1 0 0,-1 0-1 0 0,1-1 0 0 0,0 1 0 0 0,0-1 0 0 0,1 0 0 0 0,-1 0 1 0 0,0 0-1 0 0,1 0 0 0 0,-1 0 0 0 0,5 1 0 0 0,-2-2 29 0 0,0 0-1 0 0,0 0 1 0 0,1 0 0 0 0,-1-1-1 0 0,1 0 1 0 0,-1 0-1 0 0,0 0 1 0 0,1-1-1 0 0,-1 0 1 0 0,0 0 0 0 0,1-1-1 0 0,-1 1 1 0 0,0-2-1 0 0,0 1 1 0 0,0 0-1 0 0,0-1 1 0 0,10-7-1 0 0,3-3 501 0 0,0 0 0 0 0,-1-1 0 0 0,27-28-1 0 0,-3 6 279 0 0,-41 35-910 0 0,1 2 21 0 0,-1 0 71 0 0,0-1 0 0 0,0 1 0 0 0,1 0 0 0 0,-1 0 0 0 0,0 0 0 0 0,0 0 0 0 0,0 0-1 0 0,-1 0 1 0 0,1 0 0 0 0,0 0 0 0 0,0 1 0 0 0,-1-1 0 0 0,1 0 0 0 0,0 0 0 0 0,0 2 0 0 0,10 30-58 0 0,-9-26 31 0 0,0 1-1 0 0,1-1 1 0 0,0 0-1 0 0,3 7 1 0 0,-1-7 5 0 0,0-1 1 0 0,0 1 0 0 0,1-1 0 0 0,0 0 0 0 0,0-1 0 0 0,0 0-1 0 0,1 1 1 0 0,-1-2 0 0 0,1 1 0 0 0,0-1 0 0 0,1 0 0 0 0,13 5 0 0 0,-18-9 62 0 0,0 0 0 0 0,0 0 0 0 0,0 0 0 0 0,0 0 0 0 0,0 0 0 0 0,0 0 0 0 0,-1-1 0 0 0,1 0 0 0 0,0 0 0 0 0,0 1 0 0 0,0-1 0 0 0,-1-1 0 0 0,1 1 0 0 0,-1 0 0 0 0,1-1 0 0 0,-1 1 0 0 0,1-1 0 0 0,-1 0 0 0 0,4-4 0 0 0,-1 1 8 0 0,0-1 0 0 0,-1-1 0 0 0,0 1 0 0 0,0-1 0 0 0,-1 1 1 0 0,0-1-1 0 0,0 0 0 0 0,0 0 0 0 0,-1 0 0 0 0,0-1 0 0 0,-1 1 0 0 0,1-1 1 0 0,-1-13-1 0 0,0-2 247 0 0,-1 0 0 0 0,-1-1 1 0 0,-5-26-1 0 0,-4 3 39 0 0,6 32-539 0 0,1 0-1 0 0,1 0 0 0 0,-2-25 0 0 0,4 38 159 0 0,1-1 1 0 0,0 0-1 0 0,0 1 0 0 0,0-1 0 0 0,0 1 0 0 0,0-1 0 0 0,0 1 0 0 0,0 0 0 0 0,1-1 0 0 0,-1 1 0 0 0,1 0 0 0 0,0 0 0 0 0,0 0 0 0 0,0 0 0 0 0,0 0 0 0 0,0 1 1 0 0,0-1-1 0 0,0 0 0 0 0,1 1 0 0 0,-1 0 0 0 0,0-1 0 0 0,1 1 0 0 0,3-1 0 0 0,11-5-25 0 0,0 1 0 0 0,23-6 1 0 0,-35 11 44 0 0,16-4-55 0 0,0 1-1 0 0,0 0 1 0 0,40 0-1 0 0,-53 4 62 0 0,-1 0 0 0 0,1 0-1 0 0,-1 1 1 0 0,1 0 0 0 0,-1 1-1 0 0,0-1 1 0 0,0 1 0 0 0,1 1-1 0 0,-1-1 1 0 0,-1 1 0 0 0,1 1-1 0 0,0-1 1 0 0,-1 1 0 0 0,10 8-1 0 0,-13-10 27 0 0,0 1-1 0 0,0 0 0 0 0,0 1 1 0 0,-1-1-1 0 0,1 0 0 0 0,-1 1 1 0 0,0 0-1 0 0,0-1 0 0 0,0 1 1 0 0,-1 0-1 0 0,1 0 0 0 0,-1 0 1 0 0,0 0-1 0 0,0 0 0 0 0,0 5 1 0 0,0-2-10 0 0,-1 0 1 0 0,-1 0-1 0 0,1 0 0 0 0,-1 0 1 0 0,0-1-1 0 0,-1 1 0 0 0,0 0 1 0 0,-3 9-1 0 0,-5 5-42 0 0,0-1 1 0 0,-1 0-1 0 0,-1-1 0 0 0,-21 26 1 0 0,-18 20 243 0 0,49-63-108 0 0,3-5-59 0 0,1 0 0 0 0,-1 1-1 0 0,0-1 1 0 0,1 1 0 0 0,-1-1-1 0 0,1 1 1 0 0,0 0-1 0 0,0 0 1 0 0,3-3 0 0 0,0 0 8 0 0,25-29 6 0 0,0 3 0 0 0,2 0 0 0 0,2 2 0 0 0,70-47 0 0 0,-84 65-131 0 0,0 0 0 0 0,1 0 0 0 0,-1 2 0 0 0,37-11 0 0 0,-56 20 86 0 0,0-1 0 0 0,1 1-1 0 0,-1-1 1 0 0,0 1-1 0 0,1 0 1 0 0,-1 0-1 0 0,1 0 1 0 0,-1 0-1 0 0,1 0 1 0 0,-1 0-1 0 0,1 0 1 0 0,-1 0-1 0 0,1 0 1 0 0,-1 1-1 0 0,0-1 1 0 0,1 0-1 0 0,-1 1 1 0 0,1 0-1 0 0,-1-1 1 0 0,0 1-1 0 0,0 0 1 0 0,1-1-1 0 0,-1 1 1 0 0,0 0-1 0 0,0 0 1 0 0,0 0-1 0 0,0 0 1 0 0,0 0-1 0 0,0 0 1 0 0,0 0-1 0 0,0 1 1 0 0,0-1-1 0 0,-1 0 1 0 0,1 0-1 0 0,0 1 1 0 0,-1-1-1 0 0,1 3 1 0 0,0 0 7 0 0,0 0 0 0 0,0 0 0 0 0,-1 0 0 0 0,1 0 0 0 0,-1 0 0 0 0,0 0 1 0 0,0 0-1 0 0,-1 0 0 0 0,1-1 0 0 0,-1 1 0 0 0,0 0 0 0 0,-2 6 0 0 0,-31 57-1101 0 0,1-4-2126 0 0,29-55 1762 0 0,1 0 0 0 0,1 0 1 0 0,-1 0-1 0 0,1 1 0 0 0,-2 15 1 0 0,5-13-2675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2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502 199 2592 0 0,'6'-9'1086'0'0,"0"0"0"0"0,-1-1 0 0 0,0 0 0 0 0,-1 0 0 0 0,0 0 0 0 0,-1 0 0 0 0,4-17 0 0 0,-5 15-611 0 0,-1-1 1 0 0,0 1 0 0 0,0-1 0 0 0,-1 1 0 0 0,-1-1 0 0 0,-2-13 0 0 0,3 24-449 0 0,0 2-38 0 0,-1 1 11 0 0,0 0-1 0 0,1-1 0 0 0,-1 1 0 0 0,1 0 1 0 0,0-1-1 0 0,-1 1 0 0 0,1 0 1 0 0,0 0-1 0 0,-1-1 0 0 0,1 1 0 0 0,0 0 1 0 0,0 0-1 0 0,0-1 0 0 0,0 1 0 0 0,-1 0 1 0 0,1 0-1 0 0,0 0 0 0 0,0 0 1 0 0,1-1-1 0 0,-1 1 0 0 0,0 0 0 0 0,0 0 1 0 0,1 1-1 0 0,8 35-16 0 0,-6-28 74 0 0,0-1 0 0 0,0 1 1 0 0,-1 0-1 0 0,-1 0 0 0 0,1 0 0 0 0,-2 0 0 0 0,1 0 0 0 0,-1 1 1 0 0,0-1-1 0 0,-3 15 0 0 0,1-21 130 0 0,1 0 1 0 0,-1 0-1 0 0,0 0 1 0 0,0 0-1 0 0,0 0 0 0 0,0-1 1 0 0,0 1-1 0 0,-1-1 1 0 0,1 1-1 0 0,-1-1 0 0 0,0 0 1 0 0,1 0-1 0 0,-1 0 0 0 0,0 0 1 0 0,0-1-1 0 0,-1 1 1 0 0,1-1-1 0 0,-5 2 0 0 0,-8 2 55 0 0,0-1 0 0 0,-22 4-1 0 0,38-8-240 0 0,-57 9 329 0 0,-74 3-1 0 0,100-11-1484 0 0,1-2-1 0 0,0-1 1 0 0,0-1-1 0 0,-37-9 1 0 0,60 10-145 0 0,0 0 1 0 0,0 0-1 0 0,0-1 1 0 0,-7-4-1 0 0,-5-6-4188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3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2 828 0 0,'0'0'3011'0'0,"12"-1"-4772"0"0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914 136 1492 0 0,'5'-22'3223'0'0,"-2"13"-2163"0"0,-1 1 0 0 0,0-1 1 0 0,-1 0-1 0 0,0 0 0 0 0,0 1 0 0 0,-1-13 0 0 0,-1 19-969 0 0,1 0 0 0 0,0 0 0 0 0,-1 0 0 0 0,0 0 0 0 0,1 0 0 0 0,-1 1 0 0 0,0-1 0 0 0,0 0 0 0 0,0 0 0 0 0,0 1 0 0 0,0-1 0 0 0,-1 0 0 0 0,1 1 0 0 0,0-1 0 0 0,-1 1 0 0 0,1 0 0 0 0,-1-1 0 0 0,1 1 0 0 0,-1 0 0 0 0,0 0 0 0 0,0 0 0 0 0,1 0 0 0 0,-1 0 0 0 0,0 1 0 0 0,0-1 0 0 0,0 0 0 0 0,0 1 0 0 0,0 0 0 0 0,0-1-1 0 0,0 1 1 0 0,0 0 0 0 0,0 0 0 0 0,-3 0 0 0 0,-6 0 1 0 0,0 1 0 0 0,0 0-1 0 0,0 0 1 0 0,0 1-1 0 0,0 1 1 0 0,0 0 0 0 0,0 0-1 0 0,-17 9 1 0 0,-9 6 10 0 0,-34 24 1 0 0,54-32-61 0 0,-64 41 174 0 0,-145 119-1 0 0,184-133-125 0 0,2 2-1 0 0,2 2 1 0 0,1 2 0 0 0,-55 83-1 0 0,78-103-56 0 0,1 0-1 0 0,1 1 0 0 0,-16 46 0 0 0,25-62-25 0 0,0 1-1 0 0,1 0 0 0 0,0-1 1 0 0,1 1-1 0 0,0 0 0 0 0,0 0 1 0 0,1 0-1 0 0,0 0 0 0 0,0 0 0 0 0,1 0 1 0 0,1 0-1 0 0,-1 0 0 0 0,2-1 1 0 0,-1 1-1 0 0,4 8 0 0 0,-2-11-62 0 0,-1 0 0 0 0,1-1 0 0 0,0 0 0 0 0,0 0 0 0 0,0 0 0 0 0,1-1 0 0 0,0 1 0 0 0,0-1 0 0 0,0 0 0 0 0,0 0-1 0 0,1-1 1 0 0,-1 0 0 0 0,1 0 0 0 0,0 0 0 0 0,0 0 0 0 0,9 1 0 0 0,3 2-445 0 0,0-2 1 0 0,1 0-1 0 0,0-1 0 0 0,26 0 0 0 0,-7-2-548 0 0,1-3 1 0 0,0-1-1 0 0,-1-1 0 0 0,56-15 0 0 0,-44 5 8 0 0,0-2-1 0 0,86-40 0 0 0,-105 40 879 0 0,-1 0 0 0 0,47-36 0 0 0,-66 43 560 0 0,0 0 0 0 0,0-1 0 0 0,-1 0 1 0 0,0-1-1 0 0,-1 0 0 0 0,0 0 0 0 0,-1-1 0 0 0,0 0 1 0 0,7-16-1 0 0,-13 24-137 0 0,0 0 0 0 0,-1 0 0 0 0,0-1 0 0 0,0 1 0 0 0,0 0-1 0 0,0-1 1 0 0,0 0 0 0 0,-1 1 0 0 0,0-1 0 0 0,0 1 0 0 0,-1-7 0 0 0,1 9-189 0 0,-1 1 0 0 0,1-1 0 0 0,-1 1 0 0 0,1-1 1 0 0,-1 1-1 0 0,0-1 0 0 0,1 1 0 0 0,-1-1 0 0 0,0 1 0 0 0,0 0 0 0 0,0-1 0 0 0,0 1 0 0 0,0 0 0 0 0,-1 0 0 0 0,1 0 1 0 0,0 0-1 0 0,0 0 0 0 0,-1 0 0 0 0,1 0 0 0 0,-1 0 0 0 0,1 0 0 0 0,-1 1 0 0 0,1-1 0 0 0,-1 1 0 0 0,1-1 0 0 0,-1 1 0 0 0,1-1 1 0 0,-1 1-1 0 0,0 0 0 0 0,1 0 0 0 0,-1 0 0 0 0,-3 0 0 0 0,-1 0-5 0 0,0 1 1 0 0,0 0-1 0 0,0 0 0 0 0,0 1 0 0 0,1-1 1 0 0,-1 1-1 0 0,0 1 0 0 0,1-1 0 0 0,-1 1 1 0 0,1 0-1 0 0,-5 3 0 0 0,-9 7 91 0 0,-25 24 0 0 0,37-30-123 0 0,-8 6 2 0 0,2 1-1 0 0,-1 0 1 0 0,2 1-1 0 0,0 1 1 0 0,-15 25-1 0 0,22-32-22 0 0,0 0 0 0 0,1 0-1 0 0,0 1 1 0 0,0-1 0 0 0,1 1 0 0 0,0 0-1 0 0,1 0 1 0 0,0 0 0 0 0,1 0 0 0 0,0 0 0 0 0,1 0-1 0 0,0 15 1 0 0,1-23-8 0 0,-1 0 0 0 0,0 0 0 0 0,1 0 0 0 0,-1 0 0 0 0,1 0 1 0 0,-1 0-1 0 0,1 0 0 0 0,0 0 0 0 0,0 0 0 0 0,0 0 0 0 0,0 0 0 0 0,0-1 0 0 0,1 1 0 0 0,-1 0 0 0 0,0-1 0 0 0,1 1 0 0 0,-1-1 0 0 0,1 0 0 0 0,0 1 1 0 0,2 0-1 0 0,-1 0-8 0 0,1-1 0 0 0,-1 1 0 0 0,0-1 0 0 0,1 0 0 0 0,0-1 0 0 0,-1 1 0 0 0,1 0 0 0 0,-1-1 0 0 0,1 0 1 0 0,7 0-1 0 0,0-2-45 0 0,1 0 1 0 0,0 0 0 0 0,0-1 0 0 0,-1-1 0 0 0,0 1-1 0 0,13-7 1 0 0,-10 2 8 0 0,-1 1 1 0 0,0-2-1 0 0,0 0 0 0 0,0 0 1 0 0,-1-1-1 0 0,-1-1 0 0 0,0 0 1 0 0,0-1-1 0 0,9-13 0 0 0,-6 5 17 0 0,-1-1-1 0 0,0-1 0 0 0,-2 0 0 0 0,17-46 0 0 0,-7 10-140 0 0,-20 56 144 0 0,-3 4 19 0 0,0-1 0 0 0,1 1 1 0 0,-1 0-1 0 0,1 0 0 0 0,0 1 1 0 0,-1-1-1 0 0,1 0 1 0 0,0 0-1 0 0,-1 4 0 0 0,2-5 1 0 0,-42 110-2 0 0,38-96 4 0 0,0 0-1 0 0,1 0 1 0 0,1 0-1 0 0,0 1 1 0 0,1 24-1 0 0,1-37 5 0 0,0 0-1 0 0,1 0 0 0 0,-1 0 0 0 0,0 0 0 0 0,1 0 1 0 0,0 0-1 0 0,0 0 0 0 0,0 0 0 0 0,0 0 0 0 0,0-1 0 0 0,1 1 1 0 0,-1 0-1 0 0,1-1 0 0 0,-1 1 0 0 0,1-1 0 0 0,0 1 1 0 0,0-1-1 0 0,4 3 0 0 0,-4-4-1 0 0,1 1 0 0 0,-1-1 0 0 0,1 0 1 0 0,-1 0-1 0 0,1 0 0 0 0,0 0 0 0 0,0 0 0 0 0,0-1 0 0 0,-1 1 0 0 0,1-1 0 0 0,0 0 0 0 0,0 0 1 0 0,0 0-1 0 0,0 0 0 0 0,0 0 0 0 0,0-1 0 0 0,-1 0 0 0 0,1 1 0 0 0,3-2 0 0 0,6-2 2 0 0,-1-1 0 0 0,-1 0 0 0 0,1 0 0 0 0,-1-1-1 0 0,1 0 1 0 0,-2-1 0 0 0,1 0 0 0 0,-1-1 0 0 0,0 0-1 0 0,11-13 1 0 0,9-13 13 0 0,35-54-1 0 0,-32 42-27 0 0,-23 33 4 0 0,5-6-28 0 0,20-23 1 0 0,-30 38 24 0 0,0 0 1 0 0,0 0-1 0 0,0 0 1 0 0,1 0-1 0 0,-1 1 1 0 0,1 0-1 0 0,0 0 1 0 0,0 1 0 0 0,0-1-1 0 0,10-3 1 0 0,-12 6 5 0 0,1 0 1 0 0,0 0 0 0 0,-1-1-1 0 0,1 2 1 0 0,0-1 0 0 0,-1 0-1 0 0,1 1 1 0 0,-1 0 0 0 0,1 0-1 0 0,-1 0 1 0 0,1 0 0 0 0,-1 1-1 0 0,0-1 1 0 0,1 1 0 0 0,2 2-1 0 0,5 3 8 0 0,0 0 0 0 0,15 14 0 0 0,-19-15 54 0 0,-1 0 1 0 0,1 1-1 0 0,-1 0 0 0 0,0 0 0 0 0,-1 1 0 0 0,0-1 1 0 0,0 1-1 0 0,0 0 0 0 0,-1 0 0 0 0,-1 1 1 0 0,1-1-1 0 0,-1 1 0 0 0,-1 0 0 0 0,4 18 0 0 0,-6-20 40 0 0,1 1-1 0 0,-1-1 0 0 0,-1 0 1 0 0,1 1-1 0 0,-1-1 0 0 0,-1 0 1 0 0,1 1-1 0 0,-1-1 0 0 0,0 0 0 0 0,-1 0 1 0 0,0-1-1 0 0,0 1 0 0 0,0 0 1 0 0,-1-1-1 0 0,0 0 0 0 0,0 0 0 0 0,-1 0 1 0 0,0 0-1 0 0,-5 5 0 0 0,2-4 27 0 0,-1 1-1 0 0,0-2 1 0 0,0 1-1 0 0,0-1 0 0 0,-1 0 1 0 0,-18 7-1 0 0,3-3 382 0 0,-41 9-1 0 0,65-19-494 0 0,0 1 0 0 0,0-1 0 0 0,0 0 0 0 0,0 0 0 0 0,0 1 0 0 0,0-1 0 0 0,0 0 0 0 0,0 0 0 0 0,0 0 0 0 0,0 0 0 0 0,0 0 0 0 0,0 0 0 0 0,-1-1 1 0 0,1 1-1 0 0,0 0 0 0 0,0-1 0 0 0,0 1 0 0 0,0 0 0 0 0,0-1 0 0 0,0 1 0 0 0,-1-2 0 0 0,2 2-10 0 0,-1-1-1 0 0,1 1 1 0 0,0-1 0 0 0,0 0 0 0 0,0 1-1 0 0,-1-1 1 0 0,1 1 0 0 0,0-1 0 0 0,0 0-1 0 0,0 1 1 0 0,0-1 0 0 0,0 0 0 0 0,0 1-1 0 0,0-1 1 0 0,0 1 0 0 0,0-1 0 0 0,1 0 0 0 0,-1 1-1 0 0,0-1 1 0 0,0 1 0 0 0,0-1 0 0 0,1 1-1 0 0,-1-1 1 0 0,0 0 0 0 0,1 1 0 0 0,-1-1-1 0 0,0 1 1 0 0,1-1 0 0 0,-1 1 0 0 0,1 0-1 0 0,-1-1 1 0 0,1 0 0 0 0,11-9 4 0 0,0-1-1 0 0,0 2 1 0 0,1-1 0 0 0,0 2-1 0 0,1 0 1 0 0,17-8 0 0 0,0 0-13 0 0,97-49-47 0 0,-75 41-13 0 0,-1-3-1 0 0,-2-2 1 0 0,76-58 0 0 0,-117 80 62 0 0,-1 0 1 0 0,0-1-1 0 0,11-14 1 0 0,-18 20 0 0 0,1 1-1 0 0,-1-1 1 0 0,0 1 0 0 0,0-1-1 0 0,0 0 1 0 0,0 1-1 0 0,0-1 1 0 0,0 0 0 0 0,-1 0-1 0 0,1 0 1 0 0,0 1-1 0 0,-1-1 1 0 0,0 0 0 0 0,1 0-1 0 0,-1 0 1 0 0,0 0-1 0 0,0 0 1 0 0,0 0 0 0 0,0 0-1 0 0,0 0 1 0 0,-1 0-1 0 0,1 0 1 0 0,-1 0 0 0 0,1 1-1 0 0,-1-1 1 0 0,0 0-1 0 0,1 0 1 0 0,-2-2 0 0 0,1 3-1 0 0,-1 0 1 0 0,1 0 0 0 0,0 0 0 0 0,0 0-1 0 0,-1 1 1 0 0,1-1 0 0 0,0 0 0 0 0,-1 0-1 0 0,1 1 1 0 0,-1-1 0 0 0,1 1 0 0 0,0-1-1 0 0,-1 1 1 0 0,0 0 0 0 0,1 0 0 0 0,-1-1-1 0 0,1 1 1 0 0,-1 0 0 0 0,1 0 0 0 0,-3 1-1 0 0,-32 7-40 0 0,22-3 40 0 0,1 1 0 0 0,1 1 0 0 0,-1 0 1 0 0,1 1-1 0 0,1 0 0 0 0,-1 1 0 0 0,2 0 0 0 0,-1 1 0 0 0,1 0 1 0 0,0 1-1 0 0,1-1 0 0 0,1 2 0 0 0,-11 17 0 0 0,14-21 3 0 0,1 0 1 0 0,0 1-1 0 0,0 0 0 0 0,1 0 0 0 0,0 0 0 0 0,1 0 1 0 0,0 1-1 0 0,0-1 0 0 0,0 13 0 0 0,2-15 5 0 0,0 0 0 0 0,0 0 0 0 0,1 0 0 0 0,0-1 0 0 0,1 1 0 0 0,0 0 0 0 0,0-1 0 0 0,0 1 0 0 0,0-1 0 0 0,1 0 0 0 0,0 1 0 0 0,1-1 0 0 0,7 10 1 0 0,-6-11 3 0 0,0 1 0 0 0,0-2 0 0 0,0 1 0 0 0,1 0 0 0 0,-1-1 0 0 0,1 0 0 0 0,0-1 0 0 0,1 1 0 0 0,-1-1 0 0 0,0 0 0 0 0,1-1 0 0 0,0 1 0 0 0,0-1 0 0 0,12 2 0 0 0,-2-2 16 0 0,0 0 0 0 0,0-1 0 0 0,0-1 0 0 0,33-4 0 0 0,-44 4-20 0 0,0-2 0 0 0,1 1 0 0 0,-1-1 0 0 0,0 1 0 0 0,0-2 0 0 0,0 1 0 0 0,0-1 0 0 0,0 0 0 0 0,9-6 0 0 0,-2-6-3532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4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131 236 1044 0 0,'-2'-1'541'0'0,"-26"-9"4681"0"0,1-1 0 0 0,-32-17 1 0 0,58 27-5172 0 0,0 1 1 0 0,0-1 0 0 0,0 1 0 0 0,0-1 0 0 0,1 0 0 0 0,-1 1 0 0 0,0-1 0 0 0,0 0 0 0 0,1 1 0 0 0,-1-1-1 0 0,0 0 1 0 0,1 0 0 0 0,-1 0 0 0 0,1 0 0 0 0,-1 0 0 0 0,1 1 0 0 0,-1-1 0 0 0,1 0 0 0 0,0 0-1 0 0,0 0 1 0 0,-1 0 0 0 0,1 0 0 0 0,0 0 0 0 0,0 0 0 0 0,0 0 0 0 0,0 0 0 0 0,0 0 0 0 0,0 0 0 0 0,0 0-1 0 0,0 0 1 0 0,0 0 0 0 0,1 0 0 0 0,-1 0 0 0 0,0 0 0 0 0,1 0 0 0 0,-1 0 0 0 0,1 0 0 0 0,-1 0-1 0 0,1 0 1 0 0,-1 0 0 0 0,1 0 0 0 0,0 1 0 0 0,-1-1 0 0 0,1 0 0 0 0,0 0 0 0 0,0 1 0 0 0,-1-1 0 0 0,2 0-1 0 0,4-5 13 0 0,1 1-1 0 0,-1 0 0 0 0,1 1 0 0 0,11-7 0 0 0,13-4 18 0 0,1 2 1 0 0,1 1 0 0 0,43-10-1 0 0,104-13-46 0 0,-55 19-5978 0 0,-105 17 2435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4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0 732 0 0,'-20'5'4552'0'0,"9"-2"-1232"0"0,-1 0-1 0 0,-16 7 1 0 0,26-8-3095 0 0,0-1-1 0 0,0 1 0 0 0,0-1 1 0 0,0 1-1 0 0,0 0 0 0 0,1-1 0 0 0,-1 1 1 0 0,0 0-1 0 0,1 0 0 0 0,0 0 1 0 0,-1 0-1 0 0,1 1 0 0 0,0-1 0 0 0,-1 3 1 0 0,-10 36 866 0 0,8-25-685 0 0,-48 214 1132 0 0,27-102-887 0 0,16-74-2827 0 0,-1 12-9041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5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52 1744 0 0,'-55'17'6109'0'0,"-51"20"2615"0"0,104-37-8319 0 0,5 2-243 0 0,0-1-132 0 0,1 0 0 0 0,-1 1 0 0 0,1-1 0 0 0,0-1 1 0 0,-1 1-1 0 0,1-1 0 0 0,0 1 0 0 0,-1-1 0 0 0,1 0 0 0 0,4-1 0 0 0,44-5 100 0 0,-29 2-85 0 0,350-52 167 0 0,-200 29 704 0 0,-124 18 30 0 0,-47 8-844 0 0,17-3-353 0 0,-18 4 319 0 0,7-6-2793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3028 0 0,'9'-26'11219'0'0,"-5"9"-6659"0"0,-3 16-3921 0 0,7-14 998 0 0,-13 42-13587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5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1 948 0 0,'-19'52'19687'0'0,"19"-47"-18695"0"0,-2 7-46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268 362 504 0 0,'-18'-23'10379'0'0,"17"22"-10319"0"0,1 1 0 0 0,-1-1 0 0 0,1 1-1 0 0,-1-1 1 0 0,1 1 0 0 0,-1-1 0 0 0,1 1 0 0 0,-1-1 0 0 0,1 1 0 0 0,-1-1 0 0 0,1 1-1 0 0,0-1 1 0 0,-1 0 0 0 0,1 1 0 0 0,0-1 0 0 0,0 0 0 0 0,-1 1 0 0 0,1-1 0 0 0,0 0 0 0 0,0 1-1 0 0,0-1 1 0 0,0-1 0 0 0,12-6 182 0 0,4-1-222 0 0,18-13 11 0 0,0-1 0 0 0,-2-2 0 0 0,-1-2 0 0 0,-1 0 0 0 0,-1-2 0 0 0,40-52 0 0 0,-56 64 378 0 0,19-37 1 0 0,-31 53-367 0 0,-3 2-43 0 0,0 0 0 0 0,0 1 0 0 0,0-1 0 0 0,0 1 0 0 0,1-1 0 0 0,-1 1 0 0 0,0 0 0 0 0,1 0 0 0 0,0 0 0 0 0,-1 0 0 0 0,-1 3 0 0 0,1-1 1 0 0,-41 66 43 0 0,-36 79 0 0 0,44-80-14 0 0,-44 89 75 0 0,18-33-36 0 0,-79 120 0 0 0,64-140 2553 0 0,75-104-2353 0 0,0-1-242 0 0,0 0 1 0 0,0 0 0 0 0,0 0-1 0 0,0 0 1 0 0,0 0-1 0 0,0 0 1 0 0,0-1 0 0 0,0 1-1 0 0,0 0 1 0 0,0-1 0 0 0,0 1-1 0 0,0 0 1 0 0,0-1 0 0 0,0 1-1 0 0,0-1 1 0 0,0 0 0 0 0,1 1-1 0 0,-2-2 1 0 0,0 0-13 0 0,1 0 0 0 0,0 0 0 0 0,0 0 0 0 0,0 0 0 0 0,0 0 0 0 0,1 0 0 0 0,-1 0 0 0 0,0 0 1 0 0,1-3-1 0 0,-4-14-10 0 0,2 1 0 0 0,0-1 0 0 0,1 0 0 0 0,1 1 0 0 0,1-1 0 0 0,1 0 0 0 0,0 0 0 0 0,2 1 0 0 0,0 0 1 0 0,7-21-1 0 0,-10 36-14 0 0,-1 1 1 0 0,1 0 0 0 0,0 0 0 0 0,0 0-1 0 0,0 1 1 0 0,0-1 0 0 0,0 0 0 0 0,0 0 0 0 0,1 0-1 0 0,-1 1 1 0 0,0-1 0 0 0,1 1 0 0 0,-1-1-1 0 0,1 1 1 0 0,0 0 0 0 0,0-1 0 0 0,-1 1 0 0 0,4-1-1 0 0,-4 1 6 0 0,1 1-1 0 0,0 0 1 0 0,0-1-1 0 0,0 1 1 0 0,0 0-1 0 0,0 0 1 0 0,0 0-1 0 0,0 0 1 0 0,0 0-1 0 0,0 1 1 0 0,0-1 0 0 0,-1 1-1 0 0,1-1 1 0 0,0 1-1 0 0,0 0 1 0 0,2 0-1 0 0,4 4 4 0 0,-1 0-1 0 0,0 0 0 0 0,0 0 1 0 0,0 1-1 0 0,0 0 1 0 0,-1 0-1 0 0,8 10 1 0 0,49 69-26 0 0,-41-53 38 0 0,2-1-1 0 0,1 0 1 0 0,43 39 0 0 0,-59-62-28 0 0,0-1 1 0 0,1 1-1 0 0,0-2 0 0 0,1 0 1 0 0,-1 0-1 0 0,1-1 1 0 0,0 0-1 0 0,0 0 1 0 0,1-2-1 0 0,0 1 0 0 0,-1-1 1 0 0,1-1-1 0 0,0 0 1 0 0,0-1-1 0 0,21 0 1 0 0,-23-2-7 0 0,0 0 0 0 0,0 0 0 0 0,0-1 0 0 0,0 0 0 0 0,0-1 0 0 0,0 0 1 0 0,-1 0-1 0 0,1-1 0 0 0,-1 0 0 0 0,0-1 0 0 0,0 0 0 0 0,-1 0 1 0 0,0-1-1 0 0,0 0 0 0 0,0-1 0 0 0,0 0 0 0 0,-1 0 0 0 0,0 0 0 0 0,-1-1 1 0 0,0 0-1 0 0,0 0 0 0 0,0-1 0 0 0,-1 0 0 0 0,0 0 0 0 0,6-17 1 0 0,-3 0 8 0 0,0-1 0 0 0,-2 0 1 0 0,-1 0-1 0 0,3-51 1 0 0,-7 68 27 0 0,0 9-18 0 0,-1 0 1 0 0,0 0 0 0 0,0 0-1 0 0,0 0 1 0 0,1 0 0 0 0,-1-1 0 0 0,0 1-1 0 0,0 0 1 0 0,0 0 0 0 0,-1 0-1 0 0,1 0 1 0 0,0 0 0 0 0,0 0 0 0 0,-1-1-1 0 0,1 1 1 0 0,0 0 0 0 0,-1 0-1 0 0,1 0 1 0 0,-1 0 0 0 0,0 0 0 0 0,1 0-1 0 0,-1 0 1 0 0,0 1 0 0 0,-1-3 0 0 0,1 3 1 0 0,-1 0 1 0 0,1 0 0 0 0,0 1 0 0 0,0-1 0 0 0,-1 0 0 0 0,1 0-1 0 0,0 1 1 0 0,0-1 0 0 0,-1 1 0 0 0,1-1 0 0 0,0 1 0 0 0,0 0-1 0 0,0-1 1 0 0,0 1 0 0 0,0 0 0 0 0,0 0 0 0 0,0 0 0 0 0,0 0-1 0 0,0 0 1 0 0,0 0 0 0 0,0 0 0 0 0,0 1 0 0 0,-27 29 2 0 0,-38 54 0 0 0,56-70-14 0 0,1-1-1 0 0,0 2 0 0 0,2-1 0 0 0,-1 1 0 0 0,2 0 0 0 0,-7 28 0 0 0,12-40-5 0 0,0 0 0 0 0,0 0 0 0 0,1 0 0 0 0,-1 0 0 0 0,1 0 0 0 0,0 0 0 0 0,1 0 0 0 0,-1 0 0 0 0,1 0 0 0 0,0 0 0 0 0,0 0 0 0 0,1 5 0 0 0,-1-7-8 0 0,1 0 0 0 0,-1 0 0 0 0,0 0 0 0 0,1 0 0 0 0,-1 0 0 0 0,1-1 0 0 0,-1 1 0 0 0,1 0 0 0 0,0-1 0 0 0,0 1 0 0 0,0-1 0 0 0,0 0 0 0 0,0 1 0 0 0,0-1 0 0 0,0 0 0 0 0,0 0 0 0 0,0-1 0 0 0,1 1 0 0 0,-1 0 0 0 0,0-1 0 0 0,0 1 0 0 0,5-1 0 0 0,9 1-345 0 0,-1-1-1 0 0,1 0 0 0 0,-1-1 0 0 0,1-1 1 0 0,-1 0-1 0 0,0-1 0 0 0,28-10 0 0 0,-6-1-1082 0 0,67-35 1 0 0,-67 29-940 0 0,66-50 0 0 0,-61 34-79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38 348 432 0 0,'15'-54'3687'0'0,"-2"-1"0"0"0,8-86-1 0 0,-16 102-1962 0 0,0-18 47 0 0,-5 55-1642 0 0,-2 11-36 0 0,-78 428 515 0 0,66-310-517 0 0,13-113-69 0 0,1 1-1 0 0,1-1 1 0 0,1 1 0 0 0,-1-1-1 0 0,2 0 1 0 0,8 26-1 0 0,-9-35-23 0 0,0-1 0 0 0,0 0 0 0 0,0 1 0 0 0,1-1 0 0 0,-1 0 0 0 0,1 0 0 0 0,0-1 0 0 0,0 1-1 0 0,1 0 1 0 0,-1-1 0 0 0,1 0 0 0 0,0 0 0 0 0,-1 0 0 0 0,1 0 0 0 0,1-1 0 0 0,-1 0 0 0 0,0 1-1 0 0,1-2 1 0 0,-1 1 0 0 0,1 0 0 0 0,-1-1 0 0 0,1 0 0 0 0,0 0 0 0 0,-1 0 0 0 0,1-1 0 0 0,0 1-1 0 0,6-1 1 0 0,1 0-447 0 0,-1-1 0 0 0,0 0 1 0 0,0-1-1 0 0,17-5 0 0 0,-12 3-1519 0 0,-1-2 0 0 0,21-9 0 0 0,-5-2-3480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176 150 1648 0 0,'-63'-3'6954'0'0,"-47"-3"3496"0"0,108 5-9907 0 0,3 0-514 0 0,0-1 0 0 0,1 1 0 0 0,-1-1 0 0 0,1 1 1 0 0,-1 0-1 0 0,1 0 0 0 0,0-1 0 0 0,-1 1 0 0 0,1 0 0 0 0,0 1 0 0 0,0-1 0 0 0,-1 0 0 0 0,1 0 0 0 0,0 1 0 0 0,3-1 1 0 0,70-22 196 0 0,82-13 0 0 0,79-2-1372 0 0,-137 23-507 0 0,-78 11 1176 0 0,-8 2-984 0 0,-1 0 0 0 0,0 1 1 0 0,24 0-1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5 142 228 0 0,'-1'-4'640'0'0,"0"1"0"0"0,0-1 0 0 0,0 0 0 0 0,1 1 0 0 0,0-1 0 0 0,-1 0 0 0 0,2 0 0 0 0,-1 1 0 0 0,0-1 1 0 0,1 0-1 0 0,-1 1 0 0 0,3-6 0 0 0,-2 6-526 0 0,0 0 1 0 0,0-1-1 0 0,1 2 0 0 0,-1-1 1 0 0,1 0-1 0 0,0 0 1 0 0,0 0-1 0 0,0 1 1 0 0,0-1-1 0 0,0 1 0 0 0,0 0 1 0 0,1-1-1 0 0,-1 1 1 0 0,1 0-1 0 0,0 1 1 0 0,0-1-1 0 0,-1 0 0 0 0,1 1 1 0 0,0-1-1 0 0,0 1 1 0 0,1 0-1 0 0,-1 0 1 0 0,6-1-1 0 0,-5 2-87 0 0,1-1 1 0 0,-1 1-1 0 0,1 0 0 0 0,-1 0 1 0 0,0 0-1 0 0,1 1 0 0 0,-1-1 0 0 0,1 1 1 0 0,-1 0-1 0 0,0 1 0 0 0,0-1 1 0 0,0 1-1 0 0,1 0 0 0 0,-2 0 0 0 0,1 0 1 0 0,0 0-1 0 0,0 0 0 0 0,-1 1 1 0 0,1 0-1 0 0,-1 0 0 0 0,0 0 1 0 0,0 0-1 0 0,0 1 0 0 0,0-1 0 0 0,0 1 1 0 0,2 4-1 0 0,-2-2 17 0 0,1 1 1 0 0,-1 0-1 0 0,0 0 1 0 0,-1 1-1 0 0,1-1 0 0 0,-1 1 1 0 0,-1-1-1 0 0,0 1 0 0 0,0-1 1 0 0,0 1-1 0 0,-1 0 1 0 0,0 0-1 0 0,0-1 0 0 0,-4 16 1 0 0,-3 4 1407 0 0,-19 50-1 0 0,26-76-1071 0 0,-1-1-368 0 0,1-1-1 0 0,-1 1 1 0 0,1 0-1 0 0,-1-1 1 0 0,1 1-1 0 0,-1-1 1 0 0,1 0-1 0 0,0 1 1 0 0,-1-1-1 0 0,1 1 1 0 0,-1-1-1 0 0,1 1 1 0 0,0-1-1 0 0,0 0 1 0 0,-1 1-1 0 0,1-1 1 0 0,0 0-1 0 0,0 1 0 0 0,0-1 1 0 0,0 0-1 0 0,0 1 1 0 0,0-1-1 0 0,0 0 1 0 0,0 1-1 0 0,0-1 1 0 0,0 0-1 0 0,0 1 1 0 0,0-1-1 0 0,0 0 1 0 0,1-1-1 0 0,3-22 60 0 0,0 12-79 0 0,0-1 0 0 0,0 0 0 0 0,1 1 0 0 0,1 0 1 0 0,0 0-1 0 0,1 1 0 0 0,0-1 0 0 0,1 1 1 0 0,0 1-1 0 0,0 0 0 0 0,1 0 0 0 0,1 0 0 0 0,20-15 1 0 0,-23 20 2 0 0,-1 1-1 0 0,1 0 1 0 0,0 0 0 0 0,0 0 0 0 0,0 1 0 0 0,0 0 0 0 0,0 1 0 0 0,1-1 0 0 0,0 1 0 0 0,-1 1-1 0 0,1 0 1 0 0,0 0 0 0 0,0 0 0 0 0,-1 1 0 0 0,1 0 0 0 0,0 0 0 0 0,0 1 0 0 0,0 0-1 0 0,-1 1 1 0 0,1 0 0 0 0,-1 0 0 0 0,1 0 0 0 0,-1 1 0 0 0,14 7 0 0 0,-16-7 12 0 0,0 0 0 0 0,0 0 0 0 0,-1 1 0 0 0,1-1 0 0 0,-1 1 0 0 0,0 0 1 0 0,0 1-1 0 0,-1-1 0 0 0,1 1 0 0 0,-1-1 0 0 0,0 1 0 0 0,0 0 0 0 0,0 0 0 0 0,-1 0 0 0 0,4 10 0 0 0,-4-7 7 0 0,0 1 0 0 0,-1-1-1 0 0,0 0 1 0 0,0 0-1 0 0,0 1 1 0 0,-1-1-1 0 0,-1 0 1 0 0,1 1 0 0 0,-4 14-1 0 0,2-12 30 0 0,-1-1 183 0 0,3-10-224 0 0,0 1 1 0 0,0-1-1 0 0,-1 0 0 0 0,1 0 1 0 0,0 0-1 0 0,0 0 0 0 0,0 0 1 0 0,0 0-1 0 0,-1 0 0 0 0,1 0 1 0 0,0 0-1 0 0,0 0 0 0 0,0 0 1 0 0,-1 0-1 0 0,1 0 0 0 0,0 0 1 0 0,0 0-1 0 0,0 0 0 0 0,0 0 1 0 0,-1 0-1 0 0,1 0 0 0 0,0 0 1 0 0,0 0-1 0 0,0 0 0 0 0,0 0 1 0 0,-1 0-1 0 0,1 0 0 0 0,0 0 1 0 0,0 0-1 0 0,0-1 0 0 0,0 1 1 0 0,-1 0-1 0 0,1 0 0 0 0,0 0 1 0 0,0 0-1 0 0,0 0 0 0 0,0 0 1 0 0,0-1-1 0 0,0 1 0 0 0,0 0 1 0 0,-1 0-1 0 0,1 0 0 0 0,0-1 1 0 0,0 0-1 0 0,-1-1-1 0 0,1 0 1 0 0,0 0 0 0 0,-1 1 0 0 0,1-1 0 0 0,0 0 0 0 0,0 0 0 0 0,0 1 0 0 0,0-1 0 0 0,0 0 0 0 0,1 0 0 0 0,-1 0 0 0 0,1 1 0 0 0,-1-1 0 0 0,2-2 0 0 0,-2 1 3 0 0,5-15-24 0 0,0 1 0 0 0,1 0 1 0 0,0 0-1 0 0,1 1 0 0 0,1-1 1 0 0,1 2-1 0 0,0-1 0 0 0,1 1 1 0 0,13-15-1 0 0,-17 24 7 0 0,-1 0 0 0 0,1 0 0 0 0,0 1 0 0 0,0 0-1 0 0,1 0 1 0 0,0 0 0 0 0,0 1 0 0 0,0 0 0 0 0,0 0 0 0 0,0 1 0 0 0,1 0 0 0 0,0 0-1 0 0,0 0 1 0 0,0 1 0 0 0,0 1 0 0 0,0-1 0 0 0,0 1 0 0 0,0 1 0 0 0,0-1 0 0 0,0 1-1 0 0,0 1 1 0 0,11 1 0 0 0,-15-1 13 0 0,1-1-1 0 0,-1 1 0 0 0,0 0 0 0 0,-1 1 1 0 0,1-1-1 0 0,0 1 0 0 0,0-1 1 0 0,0 1-1 0 0,-1 0 0 0 0,1 1 1 0 0,-1-1-1 0 0,0 0 0 0 0,0 1 1 0 0,0 0-1 0 0,0 0 0 0 0,0 0 1 0 0,0 0-1 0 0,-1 0 0 0 0,4 7 1 0 0,-3-5 7 0 0,-1 1 1 0 0,0 0 0 0 0,-1-1-1 0 0,1 1 1 0 0,-1 0 0 0 0,0 0-1 0 0,-1 0 1 0 0,1 0-1 0 0,-1 0 1 0 0,0 0 0 0 0,-1 0-1 0 0,-1 11 1 0 0,-4 6 22 0 0,0-1-1 0 0,-1 1 1 0 0,-13 25 0 0 0,-6 22-219 0 0,25-70 144 0 0,1 1 0 0 0,0 0-1 0 0,0-1 1 0 0,0 1 0 0 0,-1-1-1 0 0,1 1 1 0 0,0 0 0 0 0,0-1-1 0 0,0 1 1 0 0,0-1 0 0 0,0 1-1 0 0,0 0 1 0 0,0-1 0 0 0,0 1-1 0 0,0-1 1 0 0,0 1 0 0 0,1 0-1 0 0,-1-1 1 0 0,0 1 0 0 0,0-1-1 0 0,1 1 1 0 0,-1 0 0 0 0,0-1-1 0 0,0 1 1 0 0,1-1 0 0 0,-1 1-1 0 0,1-1 1 0 0,-1 0 0 0 0,1 1-1 0 0,0 0-68 0 0,0-1-1 0 0,1 1 1 0 0,-1-1-1 0 0,0 1 1 0 0,0-1-1 0 0,1 0 1 0 0,-1 0-1 0 0,0 0 0 0 0,0 0 1 0 0,1 0-1 0 0,-1 0 1 0 0,0 0-1 0 0,2 0 1 0 0,7-2-1000 0 0,-1 0 1 0 0,18-7-1 0 0,-24 7 681 0 0,26-9-2694 0 0,4-4-1071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2204 0 0,'27'-22'10058'0'0,"-17"14"-7048"0"0,-1 4-2859 0 0,-1 0 0 0 0,1 1 0 0 0,0 0 0 0 0,0 0 0 0 0,0 1 0 0 0,0 1 1 0 0,0-1-1 0 0,10 1 0 0 0,19-4-61 0 0,164-26-377 0 0,-118 23-8860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9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51 808 0 0,'-104'51'11610'0'0,"52"-24"-7845"0"0,54-25-3454 0 0,-1-2-299 0 0,-1 1-1 0 0,0-1 0 0 0,0 0 0 0 0,0 1 0 0 0,0-1 0 0 0,1 0 0 0 0,-1 1 0 0 0,0-1 0 0 0,0 0 0 0 0,1 1 1 0 0,-1-1-1 0 0,0 0 0 0 0,1 1 0 0 0,-1-1 0 0 0,0 0 0 0 0,1 0 0 0 0,-1 0 0 0 0,0 1 0 0 0,1-1 1 0 0,-1 0-1 0 0,1 0 0 0 0,-1 0 0 0 0,0 0 0 0 0,1 0 0 0 0,-1 1 0 0 0,1-1 0 0 0,29 0 201 0 0,0 0 0 0 0,52-8 0 0 0,64-18-10 0 0,-126 21-174 0 0,5 1-233 0 0,89-23-841 0 0,-60 4-1957 0 0,-47 20 1710 0 0,0-2 0 0 0,0 1 0 0 0,-1-1 0 0 0,11-9 0 0 0,-5 0-3244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49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60 808 0 0,'-45'-59'16560'0'0,"42"63"-16250"0"0,2-4-291 0 0,1 0 0 0 0,0 0 0 0 0,-1 0 0 0 0,1 0 0 0 0,0 0 0 0 0,-1 1 0 0 0,1-1 0 0 0,0 0 0 0 0,-1 0 0 0 0,1 1 0 0 0,0-1 0 0 0,0 0 0 0 0,-1 0 0 0 0,1 1 0 0 0,0-1 0 0 0,0 0 0 0 0,0 0 0 0 0,-1 1 0 0 0,1-1 0 0 0,0 0 0 0 0,0 1 0 0 0,0-1 0 0 0,0 0 0 0 0,0 1 0 0 0,0-1 0 0 0,0 0 0 0 0,0 1 0 0 0,-24 154 3050 0 0,-3 20-2113 0 0,-50 216-322 0 0,67-334-567 0 0,-12 60 330 0 0,18-100-378 0 0,1 1 635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0 100 616 0 0,'6'-14'4953'0'0,"7"-11"-505"0"0,-7 13-2781 0 0,-1 1 0 0 0,13-18 1 0 0,-17 28-1653 0 0,0 1 1 0 0,1-1 0 0 0,-1 0 0 0 0,0 0-1 0 0,0 0 1 0 0,1 1 0 0 0,-1-1 0 0 0,1 1-1 0 0,-1-1 1 0 0,0 1 0 0 0,1 0 0 0 0,-1-1-1 0 0,1 1 1 0 0,-1 0 0 0 0,1 0 0 0 0,-1 0-1 0 0,1 0 1 0 0,-1 0 0 0 0,1 0 0 0 0,-1 1-1 0 0,0-1 1 0 0,1 0 0 0 0,-1 1 0 0 0,1-1-1 0 0,-1 1 1 0 0,2 0 0 0 0,-2-1-4 0 0,3 3-3 0 0,1-1-1 0 0,0 1 1 0 0,-1 0-1 0 0,0 0 1 0 0,0 0-1 0 0,0 0 1 0 0,0 1 0 0 0,0-1-1 0 0,0 1 1 0 0,-1 0-1 0 0,0 1 1 0 0,0-1-1 0 0,0 0 1 0 0,-1 1 0 0 0,5 9-1 0 0,-2-2 25 0 0,-1 0 0 0 0,0 0 0 0 0,-1 1-1 0 0,0-1 1 0 0,1 16 0 0 0,-3-18-16 0 0,-1 1 0 0 0,-1-1 0 0 0,0 0 1 0 0,0 1-1 0 0,-1-1 0 0 0,0 0 0 0 0,0 0 0 0 0,-2 0 0 0 0,-5 14 0 0 0,3-11 356 0 0,0-1 0 0 0,-1 1 0 0 0,-1-1 0 0 0,0-1 0 0 0,0 0 0 0 0,-14 15 0 0 0,20-24-216 0 0,0-1-1 0 0,-1 1 0 0 0,1 0 0 0 0,0-1 0 0 0,0 1 0 0 0,-1-1 1 0 0,1 0-1 0 0,-1 0 0 0 0,1 0 0 0 0,-1 0 0 0 0,0 0 0 0 0,-4 1 1 0 0,4-2-14 0 0,-10-7 202 0 0,12 5-342 0 0,0 1 1 0 0,1-1 0 0 0,-1 0 0 0 0,0 0-1 0 0,0 0 1 0 0,1 0 0 0 0,-1 1-1 0 0,1-1 1 0 0,0 0 0 0 0,0 0 0 0 0,0 0-1 0 0,0 0 1 0 0,0 0 0 0 0,0 0-1 0 0,1-4 1 0 0,0 1 9 0 0,1 0 0 0 0,-1-1 0 0 0,1 1 0 0 0,0 0 0 0 0,5-7 0 0 0,3-4 19 0 0,1 0 0 0 0,17-17 1 0 0,-28 33-33 0 0,19-23-17 0 0,1 1 0 0 0,2 2 0 0 0,0 0 1 0 0,1 1-1 0 0,0 1 0 0 0,2 1 0 0 0,0 1 1 0 0,32-14-1 0 0,-52 28 5 0 0,0 0 1 0 0,0 0 0 0 0,0 1-1 0 0,0-1 1 0 0,1 1-1 0 0,-1 0 1 0 0,0 1-1 0 0,1-1 1 0 0,-1 1-1 0 0,0 0 1 0 0,1 0-1 0 0,-1 1 1 0 0,6 1-1 0 0,-7-1 10 0 0,-1-1 0 0 0,0 1 0 0 0,0 0 0 0 0,0 0 0 0 0,0 1 0 0 0,0-1 0 0 0,0 1 0 0 0,-1-1 0 0 0,1 1 0 0 0,0 0 0 0 0,-1 0 0 0 0,1 0 0 0 0,-1 0 0 0 0,0 1 0 0 0,0-1 0 0 0,0 1 0 0 0,0-1 0 0 0,0 1 0 0 0,0 0 0 0 0,-1 0 0 0 0,1 0 0 0 0,-1 0 0 0 0,0 0 0 0 0,0 0 0 0 0,2 6 0 0 0,-1 1 10 0 0,-1 1-1 0 0,1-1 0 0 0,-2 1 0 0 0,1 0 0 0 0,-1 0 1 0 0,-2 11-1 0 0,-1-7 7 0 0,0 0 0 0 0,-9 26 0 0 0,8-28-8 0 0,0 0 0 0 0,1 1 0 0 0,0-1 1 0 0,0 1-1 0 0,0 22 0 0 0,3-35-6 0 0,0 1 1 0 0,1-1 0 0 0,-1 1 0 0 0,0-1-1 0 0,0 1 1 0 0,0-1 0 0 0,1 1 0 0 0,-1-1-1 0 0,1 1 1 0 0,-1-1 0 0 0,1 1 0 0 0,0-1-1 0 0,0 0 1 0 0,-1 1 0 0 0,1-1 0 0 0,0 0-1 0 0,0 0 1 0 0,0 0 0 0 0,0 1 0 0 0,1-1 0 0 0,-1 0-1 0 0,0 0 1 0 0,0-1 0 0 0,1 1 0 0 0,-1 0-1 0 0,0 0 1 0 0,1-1 0 0 0,-1 1 0 0 0,1-1-1 0 0,-1 1 1 0 0,1-1 0 0 0,-1 1 0 0 0,1-1-1 0 0,-1 0 1 0 0,1 0 0 0 0,-1 0 0 0 0,1 0-1 0 0,1 0 1 0 0,8 0-314 0 0,-1-1 0 0 0,1 0 0 0 0,-1-1 0 0 0,15-4 0 0 0,-16 3-275 0 0,24-4-4305 0 0,56-22-1 0 0,-42 8-1882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61 1468 0 0,'0'0'1555'0'0,"3"-35"8413"0"0,-7 11-6468 0 0,4 24-3492 0 0,0 0-1 0 0,0 0 1 0 0,0 0-1 0 0,0 0 1 0 0,0 0-1 0 0,0 0 1 0 0,0 0-1 0 0,0 0 1 0 0,0 0-1 0 0,0 0 1 0 0,0 1-1 0 0,0-1 0 0 0,0 0 1 0 0,0 0-1 0 0,0 0 1 0 0,0 0-1 0 0,0 0 1 0 0,0 0-1 0 0,-1 0 1 0 0,1 0-1 0 0,0 0 1 0 0,0 0-1 0 0,0 0 1 0 0,0 0-1 0 0,0 0 0 0 0,0 0 1 0 0,0 0-1 0 0,0 0 1 0 0,0 0-1 0 0,0 0 1 0 0,0 0-1 0 0,-1 0 1 0 0,1 0-1 0 0,0 0 1 0 0,0 0-1 0 0,0 0 1 0 0,0 0-1 0 0,0 0 0 0 0,0 0 1 0 0,0 0-1 0 0,0 0 1 0 0,0 0-1 0 0,0 0 1 0 0,0 0-1 0 0,0 0 1 0 0,0 0-1 0 0,-1 0 1 0 0,1 0-1 0 0,0-1 0 0 0,0 1 1 0 0,0 0-1 0 0,0 0 1 0 0,0 0-1 0 0,0 0 1 0 0,0 0-1 0 0,0 0 1 0 0,0 0-1 0 0,0 0 1 0 0,0 0-1 0 0,0 0 1 0 0,0 0-1 0 0,0 0 0 0 0,0-1 1 0 0,0 1-1 0 0,0 0 1 0 0,0 0-1 0 0,0 0 1 0 0,0 0-1 0 0,0 0 1 0 0,-3 18-44 0 0,-4 24 91 0 0,-23 75 0 0 0,21-86-44 0 0,-13 42 34 0 0,9-33-232 0 0,-11 55 0 0 0,21-86-520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96 1628 0 0,'-14'-37'8358'0'0,"0"-1"-3327"0"0,13 37-4556 0 0,-2-7 388 0 0,-1-3-75 0 0,4 11-784 0 0,1 0 0 0 0,-1 0 0 0 0,0 0 1 0 0,1 0-1 0 0,-1-1 0 0 0,1 1 0 0 0,0 0 0 0 0,-1 0 1 0 0,1 0-1 0 0,-1 0 0 0 0,1 0 0 0 0,-1 0 1 0 0,1 0-1 0 0,-1 1 0 0 0,1-1 0 0 0,-1 0 0 0 0,1 0 1 0 0,-1 0-1 0 0,1 0 0 0 0,-1 1 0 0 0,0-1 0 0 0,1 0 1 0 0,-1 0-1 0 0,1 1 0 0 0,-1-1 0 0 0,1 0 0 0 0,-1 1 1 0 0,1 0-1 0 0,31 15 14 0 0,0 2 0 0 0,-2 2 0 0 0,0 0-1 0 0,-1 2 1 0 0,-1 1 0 0 0,-1 2 0 0 0,45 52 0 0 0,-57-58-14 0 0,-2 0 0 0 0,0 0 1 0 0,-1 1-1 0 0,-1 1 0 0 0,-1 0 0 0 0,-1 0 0 0 0,0 1 0 0 0,-2 0 0 0 0,-1 1 1 0 0,0-1-1 0 0,-2 1 0 0 0,-1 0 0 0 0,1 37 0 0 0,-5-28-200 0 0,-2-1-1 0 0,-1 0 0 0 0,-1 1 1 0 0,-2-1-1 0 0,-1-1 0 0 0,-14 37 1 0 0,-6-2-1984 0 0,-58 104 0 0 0,30-79-1630 0 0,-11 6-1706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5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2248 0 0,'10'-5'4361'0'0,"4"-3"-1829"0"0,-4 3-2164 0 0,2-2-4453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1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22 852 0 0,'0'0'996'0'0,"12"-22"5607"0"0,-14 30-6462 0 0,1-1 0 0 0,-1 0 0 0 0,-1 0-1 0 0,1 0 1 0 0,-1 0 0 0 0,0 0 0 0 0,-5 6-1 0 0,-32 48 81 0 0,22-36-103 0 0,-90 121-137 0 0,-32 49-5035 0 0,124-170 2615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53 92 0 0,'15'-22'6251'0'0,"-7"7"-3374"0"0,-8 13-2650 0 0,1 0 0 0 0,0 1 1 0 0,0-1-1 0 0,1 1 0 0 0,-1-1 1 0 0,0 1-1 0 0,0-1 0 0 0,3-1 1 0 0,-2 7-199 0 0,-1-1 0 0 0,0 1-1 0 0,0-1 1 0 0,-1 1 0 0 0,1 0 0 0 0,-1 0 0 0 0,0-1 0 0 0,0 1 0 0 0,0 0 0 0 0,0 0 0 0 0,-2 5 0 0 0,-9 48 64 0 0,9-48-69 0 0,-47 179 230 0 0,-7 34-62 0 0,51-181-139 0 0,5-39-43 0 0,0 1 0 0 0,0-1-1 0 0,1 0 1 0 0,-1 0 0 0 0,0 1-1 0 0,1-1 1 0 0,0 0-1 0 0,-1 0 1 0 0,1 0 0 0 0,0 0-1 0 0,0 1 1 0 0,0-1 0 0 0,0 0-1 0 0,3 3 1 0 0,-2-4-6 0 0,0 0 0 0 0,0 0 1 0 0,0-1-1 0 0,0 1 0 0 0,0 0 1 0 0,1-1-1 0 0,-1 0 0 0 0,0 1 1 0 0,0-1-1 0 0,0 0 0 0 0,0 0 1 0 0,1 0-1 0 0,-1 0 0 0 0,0 0 1 0 0,3-2-1 0 0,-3 2 1 0 0,11-2-66 0 0,-1-1 1 0 0,1-1-1 0 0,-1 0 0 0 0,0 0 1 0 0,0-2-1 0 0,0 1 0 0 0,-1-2 1 0 0,1 1-1 0 0,-2-1 0 0 0,1-1 1 0 0,-1 0-1 0 0,0-1 1 0 0,9-9-1 0 0,4-6-145 0 0,-1-2 0 0 0,-2 0-1 0 0,33-54 1 0 0,-29 36 1094 0 0,-2 0 0 0 0,-1-2 0 0 0,22-79-1 0 0,-42 123-687 0 0,-1 21-50 0 0,-50 224 476 0 0,44-218-886 0 0,1-1 1 0 0,2 1-1 0 0,0 0 0 0 0,2 0 0 0 0,2 38 0 0 0,5-37-1772 0 0,-5-25 1649 0 0,-1 0 0 0 0,0 0 0 0 0,1 0 0 0 0,-1 0-1 0 0,1 0 1 0 0,8 7-3449 0 0,3-4 657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5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1 122 580 0 0,'21'-110'9790'0'0,"-21"110"-9764"0"0,0 0 1 0 0,0-1-1 0 0,0 1 1 0 0,0 0 0 0 0,0-1-1 0 0,0 1 1 0 0,0 0-1 0 0,0-1 1 0 0,0 1-1 0 0,0 0 1 0 0,1-1 0 0 0,-1 1-1 0 0,0 0 1 0 0,0-1-1 0 0,0 1 1 0 0,0 0-1 0 0,0-1 1 0 0,1 1 0 0 0,-1 0-1 0 0,0 0 1 0 0,0-1-1 0 0,1 1 1 0 0,-1 0 0 0 0,0 0-1 0 0,0-1 1 0 0,1 1-1 0 0,-1 0 1 0 0,0 0-1 0 0,1 0 1 0 0,-1 0 0 0 0,0-1-1 0 0,0 1 1 0 0,1 0-1 0 0,0 0 1 0 0,6 9 275 0 0,3 18-58 0 0,-4 14 32 0 0,-3 1 1 0 0,-1 0-1 0 0,-2 0 1 0 0,-2 0-1 0 0,-10 57 1 0 0,10-82 848 0 0,2-10 45 0 0,-1-16-808 0 0,2-6-305 0 0,0 0 1 0 0,1 0-1 0 0,1 1 1 0 0,0-1-1 0 0,9-22 0 0 0,1 4-45 0 0,20-38 0 0 0,-25 57-31 0 0,0-1 0 0 0,1 2 1 0 0,0-1-1 0 0,1 1 0 0 0,12-12 1 0 0,-16 20 0 0 0,-1 0 0 0 0,1 0 1 0 0,-1 1-1 0 0,1-1 0 0 0,1 1 1 0 0,-1 0-1 0 0,0 1 0 0 0,1 0 1 0 0,0 0-1 0 0,0 0 0 0 0,0 1 1 0 0,0 0-1 0 0,8-2 0 0 0,-11 4 12 0 0,0 0 0 0 0,0-1-1 0 0,0 1 1 0 0,0 0 0 0 0,0 1-1 0 0,0-1 1 0 0,0 1 0 0 0,0 0-1 0 0,0 0 1 0 0,-1 0 0 0 0,1 0-1 0 0,0 1 1 0 0,-1-1 0 0 0,1 1 0 0 0,-1 0-1 0 0,5 3 1 0 0,-4-2 4 0 0,0 1 1 0 0,0 0 0 0 0,0 1-1 0 0,0-1 1 0 0,-1 1-1 0 0,0-1 1 0 0,0 1-1 0 0,0 0 1 0 0,0 0 0 0 0,1 6-1 0 0,3 7 12 0 0,-2 0-1 0 0,-1 0 1 0 0,0 0-1 0 0,-1 1 1 0 0,1 28-1 0 0,-4-34 65 0 0,5 45-658 0 0,-4-53 397 0 0,0-1-1 0 0,0 0 0 0 0,0 1 0 0 0,1-1 1 0 0,0 0-1 0 0,-1 0 0 0 0,1 0 0 0 0,1 0 1 0 0,-1 0-1 0 0,4 5 0 0 0,-3-7 37 0 0,-1 0-1 0 0,0-1 1 0 0,1 1-1 0 0,-1 0 0 0 0,1-1 1 0 0,-1 0-1 0 0,1 0 1 0 0,0 0-1 0 0,0 0 0 0 0,0 0 1 0 0,-1 0-1 0 0,1-1 1 0 0,0 1-1 0 0,0-1 1 0 0,0 0-1 0 0,0 0 0 0 0,0 0 1 0 0,0 0-1 0 0,0 0 1 0 0,0-1-1 0 0,0 1 0 0 0,4-2 1 0 0,2-1-161 0 0,-1 1 0 0 0,0-1 0 0 0,1-1 1 0 0,-2 0-1 0 0,1 0 0 0 0,11-8 0 0 0,-8 4 329 0 0,-1-1 0 0 0,0 0 0 0 0,0-1-1 0 0,-1 0 1 0 0,-1 0 0 0 0,1-1 0 0 0,-2-1 0 0 0,1 1 0 0 0,7-19-1 0 0,2-9 2675 0 0,18-70 0 0 0,-26 82-1470 0 0,-2 11-458 0 0,-5 31-595 0 0,-5 32-165 0 0,1-35 14 0 0,-6 114 53 0 0,8-112-48 0 0,0-1 1 0 0,1 0 0 0 0,1 0-1 0 0,0 0 1 0 0,1 0 0 0 0,1 0 0 0 0,6 17-1 0 0,-9-28-44 0 0,-1-1 0 0 0,1 0 0 0 0,0 0 0 0 0,-1 0 0 0 0,1 0 0 0 0,0 0 0 0 0,0 0-1 0 0,-1 0 1 0 0,1-1 0 0 0,0 1 0 0 0,0 0 0 0 0,0 0 0 0 0,0-1 0 0 0,0 1 0 0 0,0 0-1 0 0,0-1 1 0 0,0 1 0 0 0,1-1 0 0 0,-1 0 0 0 0,0 1 0 0 0,0-1 0 0 0,0 0-1 0 0,1 1 1 0 0,1-1 0 0 0,0 0-145 0 0,0 0-1 0 0,-1-1 1 0 0,1 1-1 0 0,0-1 0 0 0,0 1 1 0 0,-1-1-1 0 0,1 0 1 0 0,0 0-1 0 0,2-1 1 0 0,0-1-554 0 0,0-1 1 0 0,0 1-1 0 0,-1-1 1 0 0,1 1 0 0 0,-1-1-1 0 0,0-1 1 0 0,0 1 0 0 0,5-9-1 0 0,7-9-3996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42 1696 0 0,'-1'-3'408'0'0,"0"1"0"0"0,-1-1 0 0 0,1 1 0 0 0,0-1 0 0 0,-1 1 0 0 0,0-1 0 0 0,1 1 0 0 0,-1 0 0 0 0,0 0 0 0 0,0 0 0 0 0,0 0 0 0 0,0 0 0 0 0,-1 1 0 0 0,1-1 0 0 0,0 0 0 0 0,-1 1 0 0 0,1 0 0 0 0,-1-1 0 0 0,0 1 0 0 0,-3-1 0 0 0,5 2-381 0 0,0 0 0 0 0,0 0 1 0 0,0 1-1 0 0,0-1 0 0 0,0 0 1 0 0,0 0-1 0 0,0 1 0 0 0,1-1 0 0 0,-1 0 1 0 0,0 1-1 0 0,0-1 0 0 0,0 1 1 0 0,1-1-1 0 0,-1 1 0 0 0,0-1 1 0 0,0 1-1 0 0,1-1 0 0 0,-1 1 1 0 0,0 0-1 0 0,1 0 0 0 0,-1-1 1 0 0,1 1-1 0 0,-1 0 0 0 0,0 1 1 0 0,-9 19 55 0 0,7-13-1116 0 0,1 2 1 0 0,0-1 0 0 0,0 0-1 0 0,-1 16 1 0 0,3-7-2432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85 2248 0 0,'1'-2'2392'0'0,"0"-1"-1892"0"0,0 0 0 0 0,-1 0 1 0 0,1 1-1 0 0,-1-1 0 0 0,0 0 1 0 0,0 0-1 0 0,0 0 0 0 0,0 0 0 0 0,0 0 1 0 0,0 0-1 0 0,-1 1 0 0 0,0-1 1 0 0,1 0-1 0 0,-1 0 0 0 0,-2-4 0 0 0,1 5-353 0 0,1-1-1 0 0,0 1 0 0 0,-1 0 0 0 0,1 0 0 0 0,-1 0 0 0 0,0 0 1 0 0,0 0-1 0 0,0 1 0 0 0,0-1 0 0 0,0 0 0 0 0,0 1 0 0 0,0 0 0 0 0,0-1 1 0 0,-1 1-1 0 0,1 0 0 0 0,0 0 0 0 0,-1 0 0 0 0,1 0 0 0 0,-5 0 0 0 0,0 0-79 0 0,0 1-1 0 0,1 0 1 0 0,-1 0 0 0 0,0 1-1 0 0,0 0 1 0 0,0 0-1 0 0,1 1 1 0 0,-1-1-1 0 0,1 1 1 0 0,-1 1-1 0 0,1-1 1 0 0,0 1-1 0 0,-9 6 1 0 0,-2 1-17 0 0,0 2 0 0 0,1 0 0 0 0,-20 18 1 0 0,21-16-34 0 0,1 0 0 0 0,0 1 0 0 0,1 0 0 0 0,0 1 1 0 0,1 1-1 0 0,1 0 0 0 0,1 0 0 0 0,1 1 1 0 0,0 0-1 0 0,1 1 0 0 0,-8 29 0 0 0,15-46-19 0 0,0 1 0 0 0,1-1-1 0 0,-1 0 1 0 0,1 1 0 0 0,-1-1 0 0 0,1 0-1 0 0,0 1 1 0 0,0-1 0 0 0,0 1 0 0 0,0-1-1 0 0,0 1 1 0 0,1-1 0 0 0,-1 0-1 0 0,1 1 1 0 0,0-1 0 0 0,-1 0 0 0 0,1 0-1 0 0,0 1 1 0 0,0-1 0 0 0,1 0 0 0 0,-1 0-1 0 0,0 0 1 0 0,1 0 0 0 0,-1 0 0 0 0,1 0-1 0 0,0-1 1 0 0,-1 1 0 0 0,1 0 0 0 0,0-1-1 0 0,0 0 1 0 0,0 1 0 0 0,0-1-1 0 0,0 0 1 0 0,1 0 0 0 0,-1 0 0 0 0,0 0-1 0 0,0 0 1 0 0,1-1 0 0 0,-1 1 0 0 0,0-1-1 0 0,1 1 1 0 0,-1-1 0 0 0,5 0 0 0 0,3 0-29 0 0,0 0 1 0 0,0 0-1 0 0,0-1 1 0 0,0 0-1 0 0,-1-1 1 0 0,1 0-1 0 0,-1-1 1 0 0,1 0 0 0 0,13-6-1 0 0,-12 2 11 0 0,1 0-1 0 0,-1-1 0 0 0,0 0 0 0 0,-1-1 1 0 0,0 0-1 0 0,-1 0 0 0 0,0-1 1 0 0,0 0-1 0 0,12-20 0 0 0,-1-3 453 0 0,0-1-1 0 0,14-38 1 0 0,-32 66-269 0 0,6-10 6 0 0,-8 16-167 0 0,0-1-1 0 0,0 1 0 0 0,1 0 1 0 0,-1 0-1 0 0,0 0 1 0 0,0 0-1 0 0,0-1 0 0 0,0 1 1 0 0,0 0-1 0 0,0 0 1 0 0,1 0-1 0 0,-1 0 0 0 0,0 0 1 0 0,0-1-1 0 0,0 1 0 0 0,0 0 1 0 0,1 0-1 0 0,-1 0 1 0 0,0 0-1 0 0,0 0 0 0 0,0 0 1 0 0,1 0-1 0 0,-1 0 0 0 0,0 0 1 0 0,0 0-1 0 0,0 0 1 0 0,1 0-1 0 0,-1 0 0 0 0,0 0 1 0 0,0 0-1 0 0,1 0 0 0 0,-1 0 1 0 0,0 0-1 0 0,0 0 1 0 0,0 0-1 0 0,1 0 0 0 0,-1 0 1 0 0,0 0-1 0 0,0 0 0 0 0,0 0 1 0 0,0 0-1 0 0,1 1 1 0 0,-1-1-1 0 0,0 0 0 0 0,0 0 1 0 0,0 0-1 0 0,0 0 1 0 0,0 0-1 0 0,1 1 0 0 0,-1-1 1 0 0,0 0-1 0 0,0 0 0 0 0,0 0 1 0 0,0 1-1 0 0,0-1 1 0 0,0 0-1 0 0,1 1 1 0 0,-1 0 0 0 0,0 0 1 0 0,1 0-1 0 0,-1 0 0 0 0,0 0 0 0 0,0 0 0 0 0,0 1 1 0 0,0-1-1 0 0,0 0 0 0 0,0 0 0 0 0,0 0 0 0 0,0 0 1 0 0,0 0-1 0 0,-1 0 0 0 0,0 2 0 0 0,1 1 7 0 0,-20 152 917 0 0,-7 0 0 0 0,-62 204 0 0 0,70-293-1145 0 0,-21 72 463 0 0,12-47-6731 0 0,26-88 5663 0 0,0 2-171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1952 0 0,'45'-145'14561'0'0,"-45"142"-13635"0"0,0 7-777 0 0,-20 114 465 0 0,13-83-526 0 0,1 0 0 0 0,-3 58 0 0 0,9-82-73 0 0,0 5 16 0 0,0 1 0 0 0,4 21 0 0 0,-3-34-36 0 0,-1 0 0 0 0,1-1 1 0 0,0 1-1 0 0,0 0 0 0 0,1 0 0 0 0,-1-1 0 0 0,1 1 1 0 0,0-1-1 0 0,0 0 0 0 0,0 1 0 0 0,0-1 0 0 0,1 0 0 0 0,-1 0 1 0 0,1 0-1 0 0,4 3 0 0 0,-5-5-7 0 0,0 1 0 0 0,1-1-1 0 0,-1 0 1 0 0,1-1 0 0 0,-1 1 0 0 0,0 0-1 0 0,1-1 1 0 0,0 1 0 0 0,-1-1 0 0 0,1 0-1 0 0,-1 0 1 0 0,1 0 0 0 0,-1 0 0 0 0,1 0-1 0 0,3-2 1 0 0,0 1-18 0 0,1 0 1 0 0,-1-1-1 0 0,0 0 0 0 0,0 0 0 0 0,8-5 0 0 0,-2 0 0 0 0,-1-1-1 0 0,0-1 0 0 0,0 0 1 0 0,-1 0-1 0 0,0-1 1 0 0,0 0-1 0 0,-1-1 0 0 0,-1 0 1 0 0,13-20-1 0 0,2-11-6 0 0,27-62 0 0 0,20-67 405 0 0,-57 149-278 0 0,-13 21-87 0 0,0 1-1 0 0,0 0 0 0 0,1 0 0 0 0,-1 0 1 0 0,0 0-1 0 0,0 0 0 0 0,0 0 1 0 0,0 0-1 0 0,0 0 0 0 0,1-1 1 0 0,-1 1-1 0 0,0 0 0 0 0,0 0 0 0 0,0 0 1 0 0,0 0-1 0 0,1 0 0 0 0,-1 0 1 0 0,0 0-1 0 0,0 0 0 0 0,0 0 1 0 0,1 0-1 0 0,-1 0 0 0 0,0 0 0 0 0,0 0 1 0 0,0 0-1 0 0,0 0 0 0 0,1 1 1 0 0,-1-1-1 0 0,0 0 0 0 0,0 0 1 0 0,0 0-1 0 0,0 0 0 0 0,1 0 0 0 0,-1 0 1 0 0,0 0-1 0 0,0 0 0 0 0,0 1 1 0 0,6 13 128 0 0,-3 2 150 0 0,-1 1 0 0 0,0 0 1 0 0,-1 0-1 0 0,-3 33 0 0 0,-15 69 441 0 0,13-93-642 0 0,-5 17-17 0 0,3-13-191 0 0,-2 33 0 0 0,7-53-551 0 0,1-1 0 0 0,0 1 0 0 0,1-1 1 0 0,2 13-1 0 0,-3-20 474 0 0,0-1 0 0 0,1 0 0 0 0,-1 1 1 0 0,0-1-1 0 0,1 0 0 0 0,-1 1 1 0 0,1-1-1 0 0,0 0 0 0 0,-1 0 0 0 0,1 0 1 0 0,0 1-1 0 0,0-1 0 0 0,0 0 1 0 0,0 0-1 0 0,0 0 0 0 0,1 1 0 0 0,12 2-5781 0 0,7-3 817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218 122 2640 0 0,'10'-14'3730'0'0,"7"-6"2028"0"0,-14 23-4986 0 0,-2-3-720 0 0,-1 0 0 0 0,1 0 0 0 0,-1 1 0 0 0,1-1 0 0 0,-1 0 0 0 0,1 0 0 0 0,-1 1 0 0 0,1-1 0 0 0,-1 0-1 0 0,0 1 1 0 0,1-1 0 0 0,-1 1 0 0 0,0-1 0 0 0,1 0 0 0 0,-1 1 0 0 0,0-1 0 0 0,1 1 0 0 0,-1-1 0 0 0,0 1 0 0 0,0-1 0 0 0,0 1-1 0 0,0-1 1 0 0,1 1 0 0 0,-1-1 0 0 0,0 1 0 0 0,0 0 0 0 0,0 3 65 0 0,0 0 0 0 0,0 0 1 0 0,1 0-1 0 0,0 0 0 0 0,-1 0 0 0 0,1 0 1 0 0,1 0-1 0 0,-1 0 0 0 0,1-1 1 0 0,-1 1-1 0 0,1 0 0 0 0,0-1 0 0 0,0 0 1 0 0,1 1-1 0 0,-1-1 0 0 0,1 0 0 0 0,-1 0 1 0 0,1 0-1 0 0,0 0 0 0 0,0-1 0 0 0,5 4 1 0 0,-6-5-6 0 0,0-1-82 0 0,1 0 0 0 0,-1-1-1 0 0,1 1 1 0 0,-1 0 0 0 0,1-1-1 0 0,-1 0 1 0 0,1 1 0 0 0,-1-1-1 0 0,0 0 1 0 0,0 0 0 0 0,1 0-1 0 0,-1-1 1 0 0,0 1 0 0 0,0 0-1 0 0,0-1 1 0 0,0 0 0 0 0,2-2-1 0 0,-1 0-7 0 0,0 0 1 0 0,0 1-1 0 0,-1-1 0 0 0,1-1 0 0 0,-1 1 0 0 0,-1 0 1 0 0,1 0-1 0 0,0-1 0 0 0,0-4 0 0 0,0 1-2 0 0,0 0 0 0 0,-1 0-1 0 0,0 1 1 0 0,-1-1 0 0 0,0 0-1 0 0,0 0 1 0 0,-1 0 0 0 0,0 0 0 0 0,0 0-1 0 0,-5-15 1 0 0,6 22-18 0 0,-1 0 0 0 0,1 0 0 0 0,-1 0 0 0 0,1 1 0 0 0,-1-1 0 0 0,0 0 0 0 0,1 0 0 0 0,-1 0 0 0 0,0 0 0 0 0,0 1 0 0 0,1-1 0 0 0,-1 0 0 0 0,0 1 0 0 0,0-1 0 0 0,0 0 0 0 0,0 1 0 0 0,0-1 0 0 0,0 1 0 0 0,0 0 0 0 0,0-1-1 0 0,0 1 1 0 0,0 0 0 0 0,0-1 0 0 0,-2 1 0 0 0,-1 0 2 0 0,0 0-1 0 0,0 0 1 0 0,1 1-1 0 0,-1-1 1 0 0,0 1-1 0 0,1 0 1 0 0,-6 2 0 0 0,-4 2 7 0 0,0 1 1 0 0,1 0-1 0 0,-12 8 1 0 0,0 2 105 0 0,0 2 0 0 0,2 0 1 0 0,0 2-1 0 0,-28 31 0 0 0,36-35-54 0 0,2 0 0 0 0,0 1-1 0 0,0 0 1 0 0,2 1 0 0 0,0 0 0 0 0,1 1-1 0 0,-7 22 1 0 0,15-36-37 0 0,-1 0 0 0 0,1 0 0 0 0,0 0 1 0 0,0 0-1 0 0,0 0 0 0 0,1 0 0 0 0,0 1 0 0 0,0-1 0 0 0,0 0 0 0 0,1 0 0 0 0,-1 0 1 0 0,1 0-1 0 0,1 1 0 0 0,-1-1 0 0 0,1 0 0 0 0,0-1 0 0 0,4 9 0 0 0,-3-8 3 0 0,1 0 0 0 0,-1 0 0 0 0,2 0 0 0 0,-1-1 0 0 0,0 0 0 0 0,1 0 0 0 0,-1 0 0 0 0,1 0 0 0 0,0-1 0 0 0,1 0 0 0 0,-1 0 0 0 0,0 0 0 0 0,1-1 0 0 0,10 4 1 0 0,-1-2 13 0 0,0-1 1 0 0,1-1 0 0 0,-1 0 0 0 0,0-1 0 0 0,1 0 0 0 0,-1-1 0 0 0,0-1-1 0 0,1-1 1 0 0,28-6 0 0 0,-20 2-337 0 0,1-2-1 0 0,-1 0 0 0 0,0-1 0 0 0,-1-2 1 0 0,27-15-1 0 0,4-10-2974 0 0,-20 9-3026 0 0,-18 10-501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96 1432 0 0,'10'-18'2602'0'0,"-4"10"-999"0"0,-1-2-1 0 0,0 1 1 0 0,-1-1 0 0 0,0 1-1 0 0,4-15 1 0 0,-7 22-1305 0 0,-2 2-284 0 0,1 0 0 0 0,0-1-1 0 0,0 1 1 0 0,0 0 0 0 0,0 0 0 0 0,0-1 0 0 0,0 1-1 0 0,0 0 1 0 0,0 0 0 0 0,-1-1 0 0 0,1 1 0 0 0,0 0-1 0 0,0 0 1 0 0,0-1 0 0 0,-1 1 0 0 0,1 0 0 0 0,0 0-1 0 0,0 0 1 0 0,-1 0 0 0 0,1-1 0 0 0,0 1 0 0 0,0 0 0 0 0,-1 0-1 0 0,1 0 1 0 0,0 0 0 0 0,0 0 0 0 0,-1 0 0 0 0,1 0-1 0 0,0 0 1 0 0,-1 0 0 0 0,1 0 0 0 0,0 0 0 0 0,0 0-1 0 0,-1 0 1 0 0,1 0 0 0 0,0 0 0 0 0,-1 0 0 0 0,1 0-1 0 0,0 0 1 0 0,0 0 0 0 0,-1 0 0 0 0,1 0 0 0 0,-12 4 103 0 0,-3 4-72 0 0,0 1-1 0 0,1 1 0 0 0,0 0 1 0 0,1 1-1 0 0,0 1 1 0 0,1 0-1 0 0,0 0 0 0 0,-14 20 1 0 0,18-22-42 0 0,1-1 0 0 0,0 1 0 0 0,1 0 0 0 0,0 1 0 0 0,-7 16 0 0 0,12-24-3 0 0,0 0 1 0 0,0 0-1 0 0,0 0 0 0 0,1 0 0 0 0,-1 0 0 0 0,1 0 0 0 0,0 0 1 0 0,-1 1-1 0 0,1-1 0 0 0,1 0 0 0 0,-1 0 0 0 0,0 0 1 0 0,1 0-1 0 0,0 0 0 0 0,-1 0 0 0 0,1 0 0 0 0,1 0 0 0 0,-1 0 1 0 0,0-1-1 0 0,1 1 0 0 0,-1 0 0 0 0,1-1 0 0 0,0 1 1 0 0,-1-1-1 0 0,1 1 0 0 0,4 2 0 0 0,9 7 3 0 0,0 0 0 0 0,1-2 0 0 0,1 0 1 0 0,0 0-1 0 0,0-2 0 0 0,25 9 0 0 0,64 34-2 0 0,-104-50-33 0 0,15 10 470 0 0,-17-11-394 0 0,1 1 0 0 0,-1-1-1 0 0,1 1 1 0 0,-1-1 0 0 0,1 1-1 0 0,-1-1 1 0 0,1 1-1 0 0,-1-1 1 0 0,0 1 0 0 0,1-1-1 0 0,-1 1 1 0 0,0-1 0 0 0,1 1-1 0 0,-1 0 1 0 0,0-1 0 0 0,0 1-1 0 0,0 0 1 0 0,1-1-1 0 0,-1 1 1 0 0,0 0 0 0 0,0-1-1 0 0,0 1 1 0 0,0 0 0 0 0,0-1-1 0 0,0 1 1 0 0,0 0 0 0 0,-1-1-1 0 0,1 2 1 0 0,-3 2 98 0 0,0 0-1 0 0,0-1 1 0 0,0 1 0 0 0,-1-1 0 0 0,1 0 0 0 0,-1 0-1 0 0,0 0 1 0 0,1 0 0 0 0,-1-1 0 0 0,-1 1 0 0 0,1-1-1 0 0,0 0 1 0 0,-1-1 0 0 0,1 1 0 0 0,-1-1-1 0 0,1 0 1 0 0,-9 2 0 0 0,-5 0 14 0 0,0-1 0 0 0,1-1 0 0 0,-28 0-1 0 0,29-2-70 0 0,1-1 0 0 0,0-1-1 0 0,-24-6 1 0 0,32 7-377 0 0,-1 0 1 0 0,1-1 0 0 0,0 0 0 0 0,0 0 0 0 0,0-1 0 0 0,1 0 0 0 0,-1 0-1 0 0,-10-10 1 0 0,16 13 61 0 0,0 0 0 0 0,0 0 0 0 0,0 0 0 0 0,1-1 0 0 0,-1 1 0 0 0,0 0 0 0 0,1 0 0 0 0,-1 0 0 0 0,1-1 0 0 0,-1 1 0 0 0,1 0 0 0 0,0 0 0 0 0,-1-1 0 0 0,1 1 0 0 0,0 0-1 0 0,0-1 1 0 0,0 1 0 0 0,0-1 0 0 0,0 1 0 0 0,0 0 0 0 0,0-1 0 0 0,1 1 0 0 0,-1-2 0 0 0,2 0-414 0 0,-1-1-1 0 0,0 1 0 0 0,1 0 1 0 0,0 0-1 0 0,-1 0 1 0 0,1 0-1 0 0,0 0 0 0 0,3-3 1 0 0,10-8-3300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0 480 1456 0 0,'78'-47'11469'0'0,"-76"46"-10937"0"0,-1 3-483 0 0,0-1 0 0 0,-1 0 1 0 0,1 1-1 0 0,0-1 0 0 0,-1 0 0 0 0,1 1 0 0 0,-1-1 0 0 0,0 1 0 0 0,1-1 0 0 0,-1 1 1 0 0,0-1-1 0 0,0 1 0 0 0,0-1 0 0 0,0 1 0 0 0,0-1 0 0 0,0 1 0 0 0,0-1 0 0 0,-1 3 0 0 0,-10 36 462 0 0,4-16-256 0 0,2-6-149 0 0,2 1 1 0 0,1 0-1 0 0,0-1 0 0 0,1 1 0 0 0,3 34 1 0 0,-1-48-82 0 0,0 0 1 0 0,0 0 0 0 0,0 0 0 0 0,1 0 0 0 0,-1 0 0 0 0,1 0-1 0 0,1-1 1 0 0,-1 1 0 0 0,1-1 0 0 0,-1 0 0 0 0,6 6 0 0 0,-5-7-1 0 0,0 0 0 0 0,0 0 0 0 0,0-1 0 0 0,1 0 0 0 0,-1 1 0 0 0,1-1 0 0 0,-1-1 0 0 0,1 1 0 0 0,0 0 0 0 0,-1-1 0 0 0,1 0 0 0 0,0 0 0 0 0,0 0 0 0 0,0 0 0 0 0,0-1 0 0 0,6 1 0 0 0,-3-1 3 0 0,0 0 0 0 0,0-1 0 0 0,0 1 0 0 0,-1-1 0 0 0,1-1 0 0 0,0 1 0 0 0,0-1 0 0 0,-1 0 0 0 0,1-1 0 0 0,-1 1 0 0 0,0-1 0 0 0,0-1 0 0 0,8-5 0 0 0,-6 3-4 0 0,0 0-1 0 0,0-1 1 0 0,-1-1 0 0 0,0 1 0 0 0,0-1-1 0 0,-1 0 1 0 0,0-1 0 0 0,7-13-1 0 0,-6 10 9 0 0,-1-1 0 0 0,-1 0 0 0 0,0-1-1 0 0,0 1 1 0 0,-2-1 0 0 0,0 0-1 0 0,0 0 1 0 0,-1 0 0 0 0,-1 0-1 0 0,0 0 1 0 0,-1-1 0 0 0,-1 1 0 0 0,-3-19-1 0 0,4 30-28 0 0,-1 0 0 0 0,1 0 0 0 0,-1 0-1 0 0,0 0 1 0 0,0 0 0 0 0,-1 0 0 0 0,1 0-1 0 0,-1 1 1 0 0,1-1 0 0 0,-1 0 0 0 0,0 1 0 0 0,0-1-1 0 0,0 1 1 0 0,0 0 0 0 0,0 0 0 0 0,-1-1-1 0 0,1 2 1 0 0,-1-1 0 0 0,1 0 0 0 0,-1 0 0 0 0,0 1-1 0 0,-5-3 1 0 0,3 3 1 0 0,0 0-1 0 0,0 0 1 0 0,-1 0-1 0 0,1 1 1 0 0,0 0-1 0 0,-1 0 1 0 0,1 0-1 0 0,0 1 1 0 0,0-1-1 0 0,-1 1 0 0 0,1 1 1 0 0,0-1-1 0 0,-5 3 1 0 0,-7 2-7 0 0,1 1 0 0 0,0 1 1 0 0,0 1-1 0 0,1 0 0 0 0,0 1 1 0 0,-16 14-1 0 0,21-15 0 0 0,0 0 0 0 0,1 0 0 0 0,0 1 1 0 0,0 0-1 0 0,1 0 0 0 0,1 1 0 0 0,0 0 0 0 0,0 1 0 0 0,-5 13 1 0 0,11-23 1 0 0,0 0 1 0 0,0 0 0 0 0,0 0 0 0 0,0 1 0 0 0,1-1-1 0 0,-1 0 1 0 0,1 1 0 0 0,-1-1 0 0 0,1 1 0 0 0,0-1-1 0 0,0 1 1 0 0,0-1 0 0 0,1 0 0 0 0,-1 1 0 0 0,0-1-1 0 0,1 0 1 0 0,0 1 0 0 0,-1-1 0 0 0,1 0 0 0 0,0 1-1 0 0,0-1 1 0 0,0 0 0 0 0,1 0 0 0 0,-1 0 0 0 0,0 0-1 0 0,1 0 1 0 0,1 2 0 0 0,1-2-1 0 0,0 1 1 0 0,0-1-1 0 0,-1 1 0 0 0,1-1 0 0 0,0 0 1 0 0,1-1-1 0 0,-1 1 0 0 0,0-1 0 0 0,0 0 1 0 0,1 0-1 0 0,-1 0 0 0 0,1 0 0 0 0,8-1 1 0 0,12 0-58 0 0,1-2 1 0 0,-1 0 0 0 0,0-2 0 0 0,0-1 0 0 0,-1-1-1 0 0,0-1 1 0 0,0-1 0 0 0,0-1 0 0 0,32-17 0 0 0,-21 7-105 0 0,-1-2 0 0 0,0-1 0 0 0,-2-2 0 0 0,-1 0 0 0 0,36-39 0 0 0,-38 33 22 0 0,-3-2 1 0 0,44-66-1 0 0,30-80 75 0 0,-57 96 285 0 0,-43 80-248 0 0,0 16-1 0 0,-2-1 29 0 0,0 1 0 0 0,-7 20-1 0 0,0 7 43 0 0,3-10-12 0 0,-26 166 66 0 0,27-150-72 0 0,2 0 0 0 0,3 57 0 0 0,0-86-2 0 0,2-1-1 0 0,0 0 1 0 0,1 0-1 0 0,1 0 0 0 0,9 27 1 0 0,-11-40-17 0 0,-1 0 0 0 0,1 0 0 0 0,0 0-1 0 0,1 0 1 0 0,-1 0 0 0 0,1-1 0 0 0,-1 1 0 0 0,1-1 0 0 0,0 1 0 0 0,0-1 0 0 0,1 0 0 0 0,-1-1-1 0 0,1 1 1 0 0,-1 0 0 0 0,1-1 0 0 0,0 0 0 0 0,0 0 0 0 0,0 0 0 0 0,0 0 0 0 0,0-1 0 0 0,0 1-1 0 0,1-1 1 0 0,-1 0 0 0 0,0-1 0 0 0,1 1 0 0 0,7-1 0 0 0,-3 0-18 0 0,0 0 1 0 0,-1-1-1 0 0,1-1 0 0 0,0 1 1 0 0,-1-1-1 0 0,0-1 0 0 0,1 0 1 0 0,-1 0-1 0 0,12-7 0 0 0,-8 3-16 0 0,-1 0-1 0 0,0-1 1 0 0,0-1-1 0 0,-1 0 1 0 0,14-15 0 0 0,2-9 129 0 0,-1 0 1 0 0,-2-2 0 0 0,19-37 0 0 0,-32 54 71 0 0,27-40 124 0 0,-36 56-302 0 0,0 5 5 0 0,0 0-1 0 0,0 0 1 0 0,0 0 0 0 0,-1 1-1 0 0,1-1 1 0 0,-1 0 0 0 0,0 0-1 0 0,0 6 1 0 0,-1 35-1 0 0,-1-27 0 0 0,2 1 0 0 0,0-1 0 0 0,1 0 0 0 0,6 33 0 0 0,-6-45 7 0 0,1-1 1 0 0,-1 1 0 0 0,1-1-1 0 0,0 1 1 0 0,0-1 0 0 0,1 0-1 0 0,-1 0 1 0 0,1 0 0 0 0,0 0-1 0 0,0 0 1 0 0,0-1 0 0 0,0 1-1 0 0,1-1 1 0 0,0 0 0 0 0,-1 0-1 0 0,1 0 1 0 0,0-1 0 0 0,0 1-1 0 0,1-1 1 0 0,-1 0 0 0 0,0 0-1 0 0,8 2 1 0 0,-2-1-8 0 0,1-1 1 0 0,-1 0-1 0 0,0 0 0 0 0,1-1 1 0 0,0 0-1 0 0,-1-1 0 0 0,1 0 1 0 0,0-1-1 0 0,-1 0 1 0 0,1-1-1 0 0,-1 0 0 0 0,0 0 1 0 0,1-2-1 0 0,-1 1 0 0 0,0-1 1 0 0,-1 0-1 0 0,12-7 1 0 0,-7 2-2 0 0,0 0 1 0 0,-1-1-1 0 0,-1 0 1 0 0,0-1 0 0 0,0 0-1 0 0,-1-1 1 0 0,0 0 0 0 0,-1-1-1 0 0,-1 0 1 0 0,13-23 0 0 0,42-91 1763 0 0,-63 125-1561 0 0,-2 4-174 0 0,-33 89 65 0 0,21-59-125 0 0,0 0 1 0 0,3 1-1 0 0,0 1 1 0 0,2 0 0 0 0,-4 44-1 0 0,12-76-98 0 0,-1 1 0 0 0,1-1 0 0 0,0 1 0 0 0,0-1 0 0 0,1 1 0 0 0,-1 0-1 0 0,1-1 1 0 0,-1 1 0 0 0,1-1 0 0 0,0 1 0 0 0,-1-1 0 0 0,1 0 0 0 0,1 1 0 0 0,-1-1 0 0 0,0 0 0 0 0,1 0 0 0 0,-1 0-1 0 0,1 0 1 0 0,-1 0 0 0 0,1 0 0 0 0,0 0 0 0 0,2 2 0 0 0,0-2-514 0 0,0 0 0 0 0,0 0 0 0 0,-1-1 0 0 0,1 1 0 0 0,0-1 0 0 0,0 0 0 0 0,1 0 0 0 0,-1 0 0 0 0,0 0 0 0 0,0-1 0 0 0,0 0 0 0 0,8 0 0 0 0,12-2-4267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218 146 16 0 0,'0'-145'16131'0'0,"-12"173"-15364"0"0,-84 402 3334 0 0,60-237-3283 0 0,-11 75-225 0 0,40-228-516 0 0,1-8-23 0 0,-7 55-1229 0 0,12-78 166 0 0,1 0 0 0 0,0 1 0 0 0,3 16 0 0 0,-3-26 973 0 0,6 20-3451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70 2296 0 0,'3'-9'1766'0'0,"2"-6"1739"0"0,0 1 1 0 0,10-18 1414 0 0,-7 71-4104 0 0,-28 121 201 0 0,0 8-3294 0 0,21-128-719 0 0,0-38 2316 0 0,-1 1 0 0 0,1-1 0 0 0,0 1 0 0 0,0-1 1 0 0,0 1-1 0 0,0-1 0 0 0,2 4 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9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48 146 1944 0 0,'12'-26'12594'0'0,"-15"44"-11825"0"0,-16 49 957 0 0,7-27-962 0 0,-9 50-1 0 0,20-78-681 0 0,-1-1 0 0 0,1 1 1 0 0,1 0-1 0 0,0 0 0 0 0,1 0 0 0 0,0 0 0 0 0,1 0 0 0 0,5 21 0 0 0,-5-29-60 0 0,-1 0 0 0 0,1 0-1 0 0,-1 0 1 0 0,1-1 0 0 0,0 1 0 0 0,0-1 0 0 0,1 1-1 0 0,-1-1 1 0 0,1 0 0 0 0,-1 0 0 0 0,1 0-1 0 0,0 0 1 0 0,0 0 0 0 0,0-1 0 0 0,1 1 0 0 0,-1-1-1 0 0,1 0 1 0 0,-1 0 0 0 0,1 0 0 0 0,0 0-1 0 0,0-1 1 0 0,0 0 0 0 0,0 0 0 0 0,0 0 0 0 0,0 0-1 0 0,0 0 1 0 0,0-1 0 0 0,0 0 0 0 0,0 1-1 0 0,0-2 1 0 0,8 0 0 0 0,-5 0-8 0 0,0 0-1 0 0,-1-1 1 0 0,1 0-1 0 0,0 0 1 0 0,-1-1-1 0 0,0 0 1 0 0,1 0-1 0 0,-1 0 1 0 0,0-1-1 0 0,-1 0 1 0 0,1 0-1 0 0,-1 0 1 0 0,1-1 0 0 0,-1 0-1 0 0,-1 0 1 0 0,1 0-1 0 0,-1 0 1 0 0,5-8-1 0 0,-4 3-12 0 0,0 1 0 0 0,-1-1 0 0 0,0 0 0 0 0,-1 0 0 0 0,0-1 0 0 0,0 1-1 0 0,-1 0 1 0 0,-1-1 0 0 0,0 0 0 0 0,0 1 0 0 0,-1-1 0 0 0,0 1 0 0 0,-1-1 0 0 0,-3-16 0 0 0,1 13-1 0 0,-1 1 1 0 0,0 0 0 0 0,-1 0 0 0 0,0 0 0 0 0,-1 0-1 0 0,-1 1 1 0 0,0 0 0 0 0,0 0 0 0 0,-1 1-1 0 0,-16-18 1 0 0,3 8-54 0 0,9 10-18 0 0,2 0 0 0 0,0-1-1 0 0,-11-16 1 0 0,21 27 68 0 0,0 1-1 0 0,0-1 0 0 0,0 1 1 0 0,0 0-1 0 0,0-1 1 0 0,0 1-1 0 0,0-1 0 0 0,0 1 1 0 0,1 0-1 0 0,-1-1 0 0 0,0 1 1 0 0,0 0-1 0 0,0-1 1 0 0,1 1-1 0 0,-1 0 0 0 0,0-1 1 0 0,0 1-1 0 0,1 0 1 0 0,-1-1-1 0 0,0 1 0 0 0,1 0 1 0 0,-1 0-1 0 0,0-1 1 0 0,1 1-1 0 0,-1 0 0 0 0,1 0 1 0 0,-1 0-1 0 0,1-1 1 0 0,12-5-41 0 0,20-3-3 0 0,1 2 0 0 0,0 1 0 0 0,0 1 0 0 0,1 2 0 0 0,-1 2 0 0 0,1 1 0 0 0,67 8-1 0 0,-90-6 42 0 0,0 0 0 0 0,0 1 0 0 0,0 1 0 0 0,0 0 0 0 0,-1 0 0 0 0,0 1 0 0 0,0 0 0 0 0,0 1 0 0 0,-1 0 0 0 0,1 1 0 0 0,-2 0 0 0 0,1 1 0 0 0,-1 0-1 0 0,14 16 1 0 0,-16-17 15 0 0,-2 1-1 0 0,1 0 0 0 0,-1 1 1 0 0,0-1-1 0 0,-1 1 0 0 0,0 0 1 0 0,-1 0-1 0 0,0 0 0 0 0,0 1 0 0 0,0-1 1 0 0,-2 1-1 0 0,1 0 0 0 0,-1-1 1 0 0,0 1-1 0 0,-1 0 0 0 0,0 0 1 0 0,-1-1-1 0 0,-3 20 0 0 0,1-17 26 0 0,-1 0 1 0 0,0-1-1 0 0,-1 1 0 0 0,0-1 0 0 0,0 1 0 0 0,-1-2 1 0 0,-1 1-1 0 0,-9 11 0 0 0,4-6 335 0 0,-1-1 0 0 0,-1-1 0 0 0,-1 0 1 0 0,-20 16-1 0 0,34-29-355 0 0,1-1 1 0 0,-1 0-1 0 0,1 1 1 0 0,-1-1-1 0 0,1 0 1 0 0,-1 1-1 0 0,1-1 1 0 0,-1 0-1 0 0,1 1 1 0 0,-1-1-1 0 0,1 0 1 0 0,-1 0-1 0 0,0 0 1 0 0,1 0-1 0 0,-1 1 1 0 0,1-1-1 0 0,-1 0 1 0 0,0 0-1 0 0,1 0 0 0 0,-1 0 1 0 0,1 0-1 0 0,-1-1 1 0 0,0 1-1 0 0,1 0 1 0 0,-1 0-1 0 0,1 0 1 0 0,-1 0-1 0 0,0-1 1 0 0,1 1-1 0 0,-1 0 1 0 0,1-1-1 0 0,-1 1 1 0 0,1 0-1 0 0,-1-1 1 0 0,1 1-1 0 0,-1 0 1 0 0,1-1-1 0 0,0 1 1 0 0,-1-1-1 0 0,1 1 1 0 0,0-1-1 0 0,-1 1 1 0 0,1-1-1 0 0,0 1 1 0 0,-1-1-1 0 0,1 1 1 0 0,0-1-1 0 0,0 0 1 0 0,0 1-1 0 0,0-1 1 0 0,-1 1-1 0 0,1-1 1 0 0,0 0-1 0 0,0 1 1 0 0,0-1-1 0 0,0 1 1 0 0,0-1-1 0 0,1 0 1 0 0,-1 1-1 0 0,0-1 1 0 0,0 1-1 0 0,0-1 1 0 0,1 0-1 0 0,3-15 20 0 0,1 1 0 0 0,1 1-1 0 0,0-1 1 0 0,1 1 0 0 0,9-15-1 0 0,0-1-48 0 0,9-16-14 0 0,40-60 0 0 0,-53 90 4 0 0,0 0 0 0 0,2 1 1 0 0,-1 0-1 0 0,2 1 0 0 0,0 0 1 0 0,28-19-1 0 0,-39 31 10 0 0,0-1 0 0 0,0 1 0 0 0,0 0 0 0 0,0 0 0 0 0,0 1 0 0 0,0-1 0 0 0,0 1 0 0 0,1 0 0 0 0,-1 0 0 0 0,0 1 0 0 0,1-1 0 0 0,-1 1 0 0 0,1 0 0 0 0,-1 0 0 0 0,0 0 0 0 0,1 1 0 0 0,-1-1 0 0 0,0 1 0 0 0,6 2 0 0 0,-5-1 4 0 0,0 0 0 0 0,-1 0 1 0 0,1 1-1 0 0,-1 0 0 0 0,0 0 0 0 0,1 0 0 0 0,-1 1 1 0 0,-1-1-1 0 0,1 1 0 0 0,0 0 0 0 0,-1 0 1 0 0,0 0-1 0 0,0 0 0 0 0,0 1 0 0 0,-1-1 0 0 0,3 6 1 0 0,1 4 22 0 0,-1 0-1 0 0,0 0 1 0 0,-2 0 0 0 0,1 0 0 0 0,-2 1 0 0 0,3 25 0 0 0,-5-8-1128 0 0,0-1 1 0 0,-6 37-1 0 0,0-44-1859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19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264 152 1940 0 0,'-219'-123'15303'0'0,"200"112"-16356"0"0,-6-6-7796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0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1 432 0 0,'-31'9'3144'0'0,"10"-4"-1218"0"0,0 2-1 0 0,1 0 1 0 0,-30 16-1 0 0,50-23-1901 0 0,-1 1 1 0 0,1-1-1 0 0,0 0 0 0 0,-1 0 0 0 0,1 0 0 0 0,0 1 0 0 0,-1-1 0 0 0,1 0 0 0 0,0 1 0 0 0,0-1 0 0 0,0 0 0 0 0,-1 0 0 0 0,1 1 0 0 0,0-1 0 0 0,0 0 1 0 0,0 1-1 0 0,0-1 0 0 0,-1 0 0 0 0,1 1 0 0 0,0-1 0 0 0,0 1 0 0 0,0-1 0 0 0,0 0 0 0 0,0 1 0 0 0,0-1 0 0 0,0 0 0 0 0,0 1 0 0 0,0-1 0 0 0,0 0 1 0 0,0 1-1 0 0,0-1 0 0 0,0 1 0 0 0,1-1 0 0 0,-1 0 0 0 0,0 1 0 0 0,0-1 0 0 0,0 0 0 0 0,0 0 0 0 0,1 1 0 0 0,-1-1 0 0 0,0 0 0 0 0,0 1 0 0 0,1-1 1 0 0,-1 0-1 0 0,11 10 321 0 0,-1-6-248 0 0,0 0 0 0 0,1-1 1 0 0,-1 0-1 0 0,0 0 1 0 0,1-1-1 0 0,0-1 0 0 0,14 1 1 0 0,4 1 9 0 0,242 25-951 0 0,-88-20-5343 0 0,-115-9 2029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2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48 424 0 0,'1'-2'2027'0'0,"10"-42"4459"0"0,-11 43-5786 0 0,-3 19-572 0 0,-24 89 168 0 0,-43 112 1 0 0,16-55-6 0 0,51-156-278 0 0,-83 301 250 0 0,72-244-218 0 0,2 0 1 0 0,-5 122 0 0 0,17-156 2 0 0,1-1 0 0 0,1 0 1 0 0,2 0-1 0 0,1 0 0 0 0,2 0 1 0 0,1-1-1 0 0,16 43 1 0 0,-16-55-281 0 0,0 0 1 0 0,1 0-1 0 0,0-1 1 0 0,1-1 0 0 0,1 1-1 0 0,1-2 1 0 0,0 1 0 0 0,1-2-1 0 0,0 0 1 0 0,1 0 0 0 0,1-1-1 0 0,0-1 1 0 0,20 12-1 0 0,-7-10-2322 0 0,0-4-697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3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111 124 276 0 0,'34'-94'6483'0'0,"-34"92"-5950"0"0,9-25 4473 0 0,-36 150-160 0 0,-4 9-3382 0 0,-55 265-1956 0 0,82-373 491 0 0,1 0 1 0 0,1 0 0 0 0,2 0-1 0 0,0 0 1 0 0,4 26 0 0 0,-4-48-17 0 0,0 0 1 0 0,0 0-1 0 0,1 0 0 0 0,-1 0 1 0 0,1 0-1 0 0,0-1 1 0 0,-1 1-1 0 0,1 0 1 0 0,0 0-1 0 0,0-1 1 0 0,0 1-1 0 0,0 0 0 0 0,0-1 1 0 0,1 1-1 0 0,-1-1 1 0 0,0 0-1 0 0,1 1 1 0 0,-1-1-1 0 0,1 0 1 0 0,-1 0-1 0 0,1 0 1 0 0,0 0-1 0 0,-1 0 0 0 0,1 0 1 0 0,0 0-1 0 0,0-1 1 0 0,0 1-1 0 0,0-1 1 0 0,0 1-1 0 0,-1-1 1 0 0,1 0-1 0 0,0 1 0 0 0,0-1 1 0 0,0 0-1 0 0,0 0 1 0 0,0-1-1 0 0,0 1 1 0 0,0 0-1 0 0,0-1 1 0 0,2 0-1 0 0,4-1-467 0 0,0 0 0 0 0,1-1 1 0 0,-2 0-1 0 0,1 0 0 0 0,0-1 0 0 0,-1 0 0 0 0,0-1 0 0 0,8-5 1 0 0,-9 5-467 0 0,0-1 1 0 0,0 0-1 0 0,-1 0 1 0 0,0 0-1 0 0,0 0 1 0 0,5-9 0 0 0,1-4-3082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3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181 192 1600 0 0,'-179'-42'10153'0'0,"177"42"-10003"0"0,2-2-130 0 0,1 1 0 0 0,-1 0 1 0 0,1 0-1 0 0,0-1 0 0 0,-1 1 0 0 0,1 0 0 0 0,0 0 0 0 0,0 0 1 0 0,0 0-1 0 0,0 0 0 0 0,-1 0 0 0 0,2 0 0 0 0,-1 0 0 0 0,0 0 0 0 0,0 0 1 0 0,0 1-1 0 0,0-1 0 0 0,0 0 0 0 0,1 1 0 0 0,-1-1 0 0 0,0 1 1 0 0,2-1-1 0 0,40-13 50 0 0,-31 11-12 0 0,336-88 173 0 0,-317 82-231 0 0,-26 7-8 0 0,0 0-1 0 0,0 0 1 0 0,0 1-1 0 0,1 0 1 0 0,-1 0-1 0 0,11 0 0 0 0,-14 1 5 0 0,0 0 0 0 0,1 0-1 0 0,-1 1 1 0 0,0-1 0 0 0,1 1-1 0 0,-1-1 1 0 0,0 1 0 0 0,1 0-1 0 0,-1 0 1 0 0,0 0 0 0 0,0 0-1 0 0,0 1 1 0 0,0-1 0 0 0,0 0-1 0 0,2 3 1 0 0,0 0-5 0 0,0 0 1 0 0,-1 0 0 0 0,1 1-1 0 0,-1-1 1 0 0,0 1 0 0 0,3 7-1 0 0,2 6-30 0 0,-1 0-1 0 0,8 35 1 0 0,-15-50 32 0 0,1-1 19 0 0,35 167-329 0 0,-33-146 751 0 0,0 0 0 0 0,-2 0 0 0 0,-1 0 0 0 0,0 0 1 0 0,-7 34-1 0 0,7-53-84 0 0,-1 1 1 0 0,0-1 0 0 0,0 1-1 0 0,0-1 1 0 0,0 0 0 0 0,-1 1-1 0 0,0-1 1 0 0,0 0 0 0 0,0 0-1 0 0,0 0 1 0 0,-1 0 0 0 0,0-1-1 0 0,0 1 1 0 0,-3 3 0 0 0,5-6 217 0 0,-4-5-275 0 0,5 4-287 0 0,-1 0 1 0 0,1 0-1 0 0,0 0 0 0 0,-1 0 1 0 0,1 0-1 0 0,0 0 1 0 0,-1 0-1 0 0,1-1 1 0 0,0 1-1 0 0,-1 0 1 0 0,1 0-1 0 0,0 0 1 0 0,-1 0-1 0 0,1-1 1 0 0,0 1-1 0 0,0 0 1 0 0,-1 0-1 0 0,1-1 1 0 0,0 1-1 0 0,0 0 1 0 0,0 0-1 0 0,-1-1 1 0 0,1 1-1 0 0,0 0 1 0 0,0-1-1 0 0,0 1 1 0 0,0 0-1 0 0,0-1 1 0 0,0 1-1 0 0,-1-1 1 0 0,1-5-10 0 0,1 0 1 0 0,-1-1 0 0 0,1 1-1 0 0,0 0 1 0 0,0-1 0 0 0,1 1-1 0 0,0 0 1 0 0,0 0 0 0 0,1 0-1 0 0,-1 1 1 0 0,1-1 0 0 0,0 0-1 0 0,1 1 1 0 0,6-8 0 0 0,8-11-358 0 0,38-36 1 0 0,-51 55 304 0 0,59-53-927 0 0,2 3 1 0 0,90-57 0 0 0,-127 91 803 0 0,-17 11 23 0 0,1 1 0 0 0,1 1 0 0 0,13-8 0 0 0,-25 15 78 0 0,2 1-6 0 0,-3 0 80 0 0,-1 0 1 0 0,0 0-1 0 0,1 0 0 0 0,-1 0 1 0 0,1 0-1 0 0,-1 0 0 0 0,1 0 1 0 0,-1 0-1 0 0,0 0 1 0 0,1 0-1 0 0,-1 0 0 0 0,1 0 1 0 0,-1 0-1 0 0,1 0 0 0 0,-1 0 1 0 0,0 0-1 0 0,1 0 1 0 0,-1 1-1 0 0,1-1 0 0 0,-1 0 1 0 0,0 0-1 0 0,1 1 0 0 0,0-1 1 0 0,2 12-17 0 0,-1-1-1 0 0,0 1 1 0 0,0 0 0 0 0,-1-1 0 0 0,0 1-1 0 0,-1 0 1 0 0,-2 15 0 0 0,0 10-4 0 0,2-18 16 0 0,5 99 19 0 0,-4-105 3 0 0,1 0 0 0 0,1 0 0 0 0,0 0-1 0 0,1-1 1 0 0,1 1 0 0 0,10 22 0 0 0,-13-32-55 0 0,0 1 0 0 0,1-1 1 0 0,-1 0-1 0 0,1-1 0 0 0,-1 1 1 0 0,1 0-1 0 0,0-1 1 0 0,0 1-1 0 0,0-1 0 0 0,0 0 1 0 0,0 0-1 0 0,1 0 0 0 0,-1 0 1 0 0,1-1-1 0 0,-1 0 0 0 0,7 2 1 0 0,-3-1-785 0 0,0-1 0 0 0,-1 0 0 0 0,1 0 1 0 0,0-1-1 0 0,0 0 0 0 0,-1 0 0 0 0,1-1 0 0 0,11-2 1 0 0,5-3-4878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46 2376 0 0,'-12'-10'1892'0'0,"0"0"-507"0"0,2 3-189 0 0,2 0-392 0 0,-1 2 464 0 0,-4-2-428 0 0,-2 12-1040 0 0,9 7-1308 0 0,3 9-4141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 0 0,'0'0'12186'0'0,"10"11"-10849"0"0,125 273-48 0 0,-117-241-1203 0 0,25 51 2676 0 0,-42-92-2293 0 0,13-1 692 0 0,-12-4-1117 0 0,0 0-1 0 0,-1 1 0 0 0,1-1 0 0 0,-1 0 0 0 0,0 0 0 0 0,0 0 0 0 0,0 0 0 0 0,0 0 0 0 0,0-5 0 0 0,1 0 10 0 0,-1 6-43 0 0,8-30 124 0 0,21-47 0 0 0,-26 71-162 0 0,0 0 1 0 0,0 1-1 0 0,0-1 1 0 0,1 1-1 0 0,0 0 0 0 0,0 1 1 0 0,1-1-1 0 0,0 1 0 0 0,0 0 1 0 0,1 0-1 0 0,9-6 0 0 0,-11 11-156 0 0,0-1-1 0 0,0 1 1 0 0,1 0-1 0 0,-1 0 0 0 0,0 1 1 0 0,0-1-1 0 0,1 1 1 0 0,-1 1-1 0 0,0-1 0 0 0,7 2 1 0 0,13 2-751 0 0,-9-1 438 0 0,0-1-1 0 0,0 0 0 0 0,25-1 0 0 0,-37-1 479 0 0,-1 0-1 0 0,1 0 1 0 0,-1-1-1 0 0,1 0 1 0 0,-1 1-1 0 0,1-1 1 0 0,-1-1-1 0 0,1 1 1 0 0,-1 0-1 0 0,0-1 1 0 0,0 0 0 0 0,0 0-1 0 0,0 0 1 0 0,0 0-1 0 0,0 0 1 0 0,0 0-1 0 0,0-1 1 0 0,-1 1-1 0 0,0-1 1 0 0,1 0-1 0 0,1-3 1 0 0,2-8 405 0 0,0 0 0 0 0,-1 0 0 0 0,0 0 0 0 0,-1-1 0 0 0,-1 1 0 0 0,3-27 0 0 0,-6 41-359 0 0,0-2 55 0 0,-4 23-119 0 0,-15 87-10 0 0,17-84-48 0 0,-1 2 189 0 0,2 43 0 0 0,1-64-231 0 0,0 1-1 0 0,1 0 1 0 0,0 0 0 0 0,0-1-1 0 0,1 1 1 0 0,-1 0 0 0 0,1-1 0 0 0,0 1-1 0 0,1-1 1 0 0,-1 0 0 0 0,1 0 0 0 0,0 0-1 0 0,5 6 1 0 0,-7-9-101 0 0,1 0 0 0 0,0 0-1 0 0,1 0 1 0 0,-1 0 0 0 0,0-1 0 0 0,0 1 0 0 0,1-1-1 0 0,-1 1 1 0 0,1-1 0 0 0,-1 0 0 0 0,6 2-1 0 0,12-2-5203 0 0,4-4 761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72 2012 0 0,'-9'-13'1808'0'0,"4"-3"-292"0"0,-3 6-483 0 0,1 0-65 0 0,2 1-324 0 0,-2 3 136 0 0,-5-1-780 0 0,-1 9-1580 0 0,-1 4-3197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354 598 2276 0 0,'14'-14'11371'0'0,"-14"14"-11277"0"0,1-1-1 0 0,-1 1 1 0 0,0-1-1 0 0,0 1 1 0 0,0-1-1 0 0,0 1 0 0 0,0 0 1 0 0,0-1-1 0 0,0 1 1 0 0,0-1-1 0 0,-1 1 1 0 0,1-1-1 0 0,0 1 1 0 0,0 0-1 0 0,0-1 1 0 0,0 1-1 0 0,0 0 1 0 0,-1-1-1 0 0,1 1 1 0 0,0-1-1 0 0,0 1 0 0 0,-1 0 1 0 0,1-1-1 0 0,0 1 1 0 0,-1 0-1 0 0,1 0 1 0 0,0-1-1 0 0,-1 1 1 0 0,1 0-1 0 0,0 0 1 0 0,-1-1-1 0 0,-17 0 1014 0 0,12 2-1026 0 0,0 0-1 0 0,1 1 1 0 0,-1 0 0 0 0,-9 4-1 0 0,-13 9 29 0 0,1 2 0 0 0,1 1 0 0 0,0 1 0 0 0,-30 29 0 0 0,39-31-91 0 0,0 1-1 0 0,1 1 1 0 0,1 0 0 0 0,0 1 0 0 0,2 0-1 0 0,-13 27 1 0 0,21-37-22 0 0,1 1 0 0 0,0-1 0 0 0,1 1 0 0 0,-3 15 1 0 0,5-22-9 0 0,0 1 1 0 0,1-1 0 0 0,0 0-1 0 0,0 1 1 0 0,0-1 0 0 0,0 0-1 0 0,0 1 1 0 0,1-1 0 0 0,0 0-1 0 0,0 1 1 0 0,0-1 0 0 0,1 0-1 0 0,2 6 1 0 0,-3-9 11 0 0,0 0 0 0 0,-1 0 1 0 0,1 0-1 0 0,0 0 0 0 0,0 0 0 0 0,0 0 0 0 0,0-1 0 0 0,0 1 1 0 0,0-1-1 0 0,0 1 0 0 0,0 0 0 0 0,0-1 0 0 0,1 0 0 0 0,-1 1 0 0 0,0-1 1 0 0,0 0-1 0 0,0 1 0 0 0,1-1 0 0 0,-1 0 0 0 0,0 0 0 0 0,0 0 1 0 0,2 0-1 0 0,23-4 21 0 0,-19 1-15 0 0,1 0-1 0 0,-1-1 1 0 0,0 1 0 0 0,-1-1-1 0 0,1-1 1 0 0,-1 1-1 0 0,0-1 1 0 0,0 0-1 0 0,0-1 1 0 0,6-7-1 0 0,7-9 6 0 0,20-31 0 0 0,-38 51-11 0 0,81-109-187 0 0,-82 110 180 0 0,0 1 0 0 0,0 0 0 0 0,1-1 0 0 0,-1 1 0 0 0,0 0 0 0 0,1-1 0 0 0,-1 1-1 0 0,0 0 1 0 0,1-1 0 0 0,-1 1 0 0 0,0 0 0 0 0,1 0 0 0 0,-1 0 0 0 0,0-1 0 0 0,1 1-1 0 0,-1 0 1 0 0,0 0 0 0 0,1 0 0 0 0,-1 0 0 0 0,1 0 0 0 0,-1 0 0 0 0,0 0 0 0 0,1 0 0 0 0,-1 0-1 0 0,1 0 1 0 0,-1 0 0 0 0,0 0 0 0 0,1 0 0 0 0,-1 0 0 0 0,1 0 0 0 0,-1 0 0 0 0,0 0-1 0 0,1 0 1 0 0,0 1 0 0 0,10 14-92 0 0,3 25 67 0 0,-13-37 18 0 0,1 5 14 0 0,0 0-1 0 0,1 0 1 0 0,1 0 0 0 0,-1 0 0 0 0,1 0 0 0 0,0-1 0 0 0,1 1 0 0 0,0-1 0 0 0,0 0 0 0 0,1-1 0 0 0,6 7 0 0 0,-8-9 8 0 0,1-1 0 0 0,-1 0 1 0 0,0-1-1 0 0,1 1 1 0 0,0-1-1 0 0,-1 1 0 0 0,1-2 1 0 0,0 1-1 0 0,0 0 0 0 0,0-1 1 0 0,0 0-1 0 0,0 0 1 0 0,1-1-1 0 0,-1 1 0 0 0,0-1 1 0 0,0 0-1 0 0,0 0 1 0 0,1-1-1 0 0,7-1 0 0 0,2-2 14 0 0,0-1-1 0 0,0 0 1 0 0,0-1-1 0 0,-1-1 1 0 0,0 0-1 0 0,0-1 1 0 0,-1 0-1 0 0,0-1 1 0 0,0 0-1 0 0,-1-1 1 0 0,-1-1-1 0 0,1 0 1 0 0,17-23-1 0 0,-1-3 9 0 0,-1-2 0 0 0,-2-1 1 0 0,27-59-1 0 0,-28 50 131 0 0,-2-2 0 0 0,-2-1 0 0 0,-3 0 0 0 0,-2-2 0 0 0,-2 0 0 0 0,-3 0 0 0 0,-1-1 0 0 0,0-70 0 0 0,-9 121-121 0 0,0 0 1 0 0,0 0 0 0 0,-1-1 0 0 0,1 1-1 0 0,-1 0 1 0 0,-2-5 0 0 0,3 8-38 0 0,0 1 0 0 0,0-1 0 0 0,-1 1 0 0 0,1 0-1 0 0,0-1 1 0 0,-1 1 0 0 0,1 0 0 0 0,0 0 0 0 0,-1-1 0 0 0,1 1 0 0 0,-1 0 0 0 0,1 0 0 0 0,-1 0 0 0 0,1-1 0 0 0,0 1 0 0 0,-1 0-1 0 0,1 0 1 0 0,-1 0 0 0 0,1 0 0 0 0,-1 0 0 0 0,1 0 0 0 0,-1 0 0 0 0,1 0 0 0 0,-1 0 0 0 0,1 0 0 0 0,-1 0 0 0 0,1 0 0 0 0,0 0-1 0 0,-1 0 1 0 0,1 1 0 0 0,-1-1 0 0 0,-14 6 23 0 0,6 2-21 0 0,1 0 0 0 0,-1 1 1 0 0,1 0-1 0 0,0 0 0 0 0,1 0 0 0 0,0 1 0 0 0,1 0 0 0 0,0 1 0 0 0,-7 15 0 0 0,0 7 4 0 0,-18 65-1 0 0,25-71 16 0 0,0 0 0 0 0,2 0 0 0 0,1 0 0 0 0,1 0 0 0 0,2 1 0 0 0,1-1 0 0 0,0 0 0 0 0,2 1 0 0 0,2-1 0 0 0,11 42 0 0 0,-9-48-287 0 0,0-1 0 0 0,1 0 1 0 0,2-1-1 0 0,0 0 0 0 0,1 0 0 0 0,0-1 1 0 0,2 0-1 0 0,0-1 0 0 0,1-1 0 0 0,0 0 1 0 0,2-1-1 0 0,0-1 0 0 0,33 24 0 0 0,-2-9-3967 0 0,61 28-1 0 0,-51-32-2164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7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315 354 1348 0 0,'0'0'1468'0'0,"18"-20"7028"0"0,-45 51-7380 0 0,26-30-510 0 0,0 0-574 0 0,-9 3 1023 0 0,10-4-1036 0 0,0 0 0 0 0,-1 0 0 0 0,1 0-1 0 0,0 0 1 0 0,0 0 0 0 0,-1 0 0 0 0,1 0-1 0 0,0 0 1 0 0,0 0 0 0 0,-1 0 0 0 0,1 0-1 0 0,0 0 1 0 0,0 0 0 0 0,-1 0-1 0 0,1 0 1 0 0,0 0 0 0 0,0 0 0 0 0,-1 0-1 0 0,1 0 1 0 0,0-1 0 0 0,0 1 0 0 0,0 0-1 0 0,-1 0 1 0 0,1 0 0 0 0,0 0 0 0 0,0-1-1 0 0,0 1 1 0 0,0 0 0 0 0,-1 0-1 0 0,1 0 1 0 0,0-1 0 0 0,0 1 0 0 0,0 0-1 0 0,0 0 1 0 0,0-1 0 0 0,0 1 0 0 0,0 0-1 0 0,0 0 1 0 0,0-1 0 0 0,-1 1 0 0 0,1 0-1 0 0,0 0 1 0 0,0-1 0 0 0,0 1 0 0 0,1 0-1 0 0,-1 0 1 0 0,0-1 0 0 0,1-23 40 0 0,0 0 0 0 0,2 0 0 0 0,1 0-1 0 0,1 0 1 0 0,12-33 0 0 0,-4 23-79 0 0,1 1 0 0 0,1 0-1 0 0,22-32 1 0 0,-36 63 14 0 0,0 1 0 0 0,0-1 0 0 0,0 1 0 0 0,0-1 0 0 0,0 1-1 0 0,0-1 1 0 0,1 1 0 0 0,-1 0 0 0 0,1 0 0 0 0,-1-1 0 0 0,1 1 0 0 0,-1 0 0 0 0,1 0 0 0 0,1 0 0 0 0,-2 0 4 0 0,0 1 0 0 0,0 0 0 0 0,0 0 0 0 0,0 0 0 0 0,-1 0 0 0 0,1 0 0 0 0,0 0 0 0 0,0 0 0 0 0,0 0 0 0 0,0 0 0 0 0,-1 1 0 0 0,1-1 0 0 0,0 0 0 0 0,0 0 0 0 0,0 1 0 0 0,-1-1 0 0 0,1 0 0 0 0,0 1 0 0 0,-1-1 0 0 0,1 1 0 0 0,0-1 0 0 0,0 2 0 0 0,2 0 1 0 0,-1 1 1 0 0,0 0-1 0 0,1 1 1 0 0,-2-1-1 0 0,1 0 0 0 0,0 1 1 0 0,0-1-1 0 0,-1 1 1 0 0,0-1-1 0 0,0 1 1 0 0,0 0-1 0 0,1 4 1 0 0,3 38 17 0 0,-1 0 0 0 0,-3 1 1 0 0,-1 0-1 0 0,-3-1 0 0 0,-1 1 1 0 0,-3-1-1 0 0,-1 0 0 0 0,-3-1 1 0 0,-1 0-1 0 0,-22 49 0 0 0,30-84 184 0 0,0 0-1 0 0,-1 0 1 0 0,-1 0-1 0 0,1-1 0 0 0,-2 0 1 0 0,1 0-1 0 0,-1 0 1 0 0,-11 9-1 0 0,14-14-69 0 0,0-1 0 0 0,-1 0 0 0 0,1 1 0 0 0,-1-2-1 0 0,0 1 1 0 0,0 0 0 0 0,0-1 0 0 0,0 0 0 0 0,0 0 0 0 0,0-1 0 0 0,0 1 0 0 0,-1-1 0 0 0,1 0 0 0 0,-1-1-1 0 0,1 1 1 0 0,-1-1 0 0 0,-10-1 0 0 0,1-2-52 0 0,1 0 0 0 0,0-1 1 0 0,0-1-1 0 0,0 0 0 0 0,-22-11 0 0 0,19 7-38 0 0,-32-10 1 0 0,-4-4-856 0 0,51 22 306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65 2780 0 0,'49'-63'9661'0'0,"-48"62"-9139"0"0,2 3-252 0 0,-2-2-259 0 0,-1 0 0 0 0,1 0 0 0 0,-1 0 0 0 0,0 0 0 0 0,1 0 0 0 0,-1 0 1 0 0,0 0-1 0 0,1 0 0 0 0,-1 0 0 0 0,0 0 0 0 0,1 1 0 0 0,-1-1 0 0 0,0 0 0 0 0,1 0 0 0 0,-1 0 0 0 0,0 0 0 0 0,0 1 0 0 0,1-1 0 0 0,-1 0 0 0 0,0 0 0 0 0,0 1 0 0 0,1-1 0 0 0,-1 0 0 0 0,0 0 0 0 0,0 1 0 0 0,0-1 0 0 0,1 0 0 0 0,-1 1 0 0 0,0-1 0 0 0,0 0 0 0 0,0 1 0 0 0,0-1 0 0 0,3 15 335 0 0,-1 1 1 0 0,0-1 0 0 0,-1 0 0 0 0,-1 1 0 0 0,-2 21 0 0 0,-16 83 678 0 0,12-87-788 0 0,-142 590 2014 0 0,40-202-1529 0 0,108-420-722 0 0,-28 139 121 0 0,24-113-92 0 0,2 0 0 0 0,0 0-1 0 0,4 34 1 0 0,-2-57-21 0 0,0 0 0 0 0,1 0 0 0 0,0 1 0 0 0,0-1 0 0 0,0 0 0 0 0,0 0 0 0 0,0-1 0 0 0,1 1 0 0 0,0 0 0 0 0,0 0 0 0 0,0-1 0 0 0,0 1 0 0 0,1-1 1 0 0,-1 0-1 0 0,1 1 0 0 0,0-1 0 0 0,0 0 0 0 0,0-1 0 0 0,0 1 0 0 0,4 2 0 0 0,-2-3 1 0 0,-1 0 1 0 0,0 0-1 0 0,1 0 1 0 0,-1-1-1 0 0,1 0 1 0 0,-1 0-1 0 0,1 0 1 0 0,-1 0-1 0 0,1-1 1 0 0,0 1-1 0 0,0-1 1 0 0,-1 0 0 0 0,1-1-1 0 0,0 1 1 0 0,-1-1-1 0 0,1 0 1 0 0,7-3-1 0 0,-2 1 1 0 0,-1-1 0 0 0,0 0 0 0 0,0 0-1 0 0,-1-1 1 0 0,1 0 0 0 0,-1-1 0 0 0,0 0-1 0 0,0 0 1 0 0,-1-1 0 0 0,1 0 0 0 0,-2 0 0 0 0,12-15-1 0 0,-14 16-3 0 0,0-1-1 0 0,0 1 1 0 0,0-1-1 0 0,-1 0 1 0 0,0 0-1 0 0,-1 0 1 0 0,0-1 0 0 0,0 1-1 0 0,0 0 1 0 0,-1-1-1 0 0,0 1 1 0 0,-1-1-1 0 0,1 1 1 0 0,-1-1-1 0 0,-1 0 1 0 0,0 1-1 0 0,-2-12 1 0 0,-2 2 5 0 0,0 1 0 0 0,-2 0 0 0 0,1 0 0 0 0,-2 1 0 0 0,0 0 0 0 0,-1 0 0 0 0,-1 1 0 0 0,0 0 0 0 0,-1 0 0 0 0,-15-14 0 0 0,-17-12 356 0 0,-80-59-1 0 0,42 37 225 0 0,61 46-527 0 0,9 8 5 0 0,0 0 0 0 0,0-2 0 0 0,1 1 0 0 0,0-1 0 0 0,-9-12 1 0 0,17 19-88 0 0,1 0 0 0 0,-1 1 0 0 0,0-1 0 0 0,1 0 1 0 0,0 0-1 0 0,0 0 0 0 0,0 0 0 0 0,0 0 1 0 0,0 0-1 0 0,0 0 0 0 0,1 0 0 0 0,-1 0 1 0 0,1-1-1 0 0,0 1 0 0 0,0 0 0 0 0,1 0 0 0 0,-1 0 1 0 0,0 0-1 0 0,1 0 0 0 0,0-1 0 0 0,0 1 1 0 0,0 0-1 0 0,0 0 0 0 0,0 1 0 0 0,0-1 1 0 0,1 0-1 0 0,3-5 0 0 0,6-6-453 0 0,0 1-1 0 0,0 1 1 0 0,1 0-1 0 0,1 0 1 0 0,0 1-1 0 0,0 0 1 0 0,20-11 0 0 0,111-53-8554 0 0,-89 49 2083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7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0 1 11529 0 0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8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388 184 1528 0 0,'13'2'4835'0'0,"-9"-1"-4506"0"0,0-1 0 0 0,0 1 0 0 0,0-1 0 0 0,0 0 0 0 0,0 0 1 0 0,0-1-1 0 0,0 1 0 0 0,0-1 0 0 0,-1 0 0 0 0,1 0 0 0 0,0 0 0 0 0,0-1 0 0 0,0 1 0 0 0,-1-1 0 0 0,1 0 0 0 0,-1 0 0 0 0,1 0 0 0 0,-1 0 0 0 0,0-1 0 0 0,0 0 0 0 0,0 1 0 0 0,4-6 0 0 0,-5 4-244 0 0,-1 1-1 0 0,0-1 1 0 0,0 1-1 0 0,0-1 1 0 0,0 0-1 0 0,0 1 0 0 0,-1-1 1 0 0,1 0-1 0 0,-1 1 1 0 0,0-1-1 0 0,0 0 1 0 0,-1 0-1 0 0,1 1 1 0 0,-1-1-1 0 0,0 0 1 0 0,0 1-1 0 0,-2-7 0 0 0,1 4-25 0 0,-1 0-1 0 0,1 0 1 0 0,-1 0-1 0 0,0 0 0 0 0,-1 1 1 0 0,1-1-1 0 0,-1 1 0 0 0,0 0 1 0 0,0 0-1 0 0,-6-5 0 0 0,8 8-45 0 0,1 1-10 0 0,1 0-1 0 0,-1 0 1 0 0,0 1-1 0 0,0-1 0 0 0,1 0 1 0 0,-1 1-1 0 0,0-1 1 0 0,0 1-1 0 0,0-1 0 0 0,0 1 1 0 0,0-1-1 0 0,0 1 1 0 0,0 0-1 0 0,0-1 1 0 0,0 1-1 0 0,0 0 0 0 0,0 0 1 0 0,-1 0-1 0 0,-1-1-7 0 0,1 0-1 0 0,-1 0 1 0 0,0 1 0 0 0,1-1-1 0 0,-1 1 1 0 0,0 0 0 0 0,0 0-1 0 0,1 0 1 0 0,-1 0-1 0 0,0 0 1 0 0,0 1 0 0 0,1-1-1 0 0,-1 1 1 0 0,0 0 0 0 0,1-1-1 0 0,-1 1 1 0 0,-3 2 0 0 0,2 0-3 0 0,-1 0 0 0 0,1 0 0 0 0,-1 1 0 0 0,1-1 0 0 0,0 1 0 0 0,0 0 0 0 0,1 0 0 0 0,-5 6 0 0 0,0 2-5 0 0,0 1 1 0 0,1 0 0 0 0,1 0 0 0 0,0 0 0 0 0,-8 27 0 0 0,12-32 7 0 0,0-1-1 0 0,1 1 1 0 0,0-1 0 0 0,1 1 0 0 0,-1-1-1 0 0,1 1 1 0 0,1 0 0 0 0,-1-1 0 0 0,1 1-1 0 0,1-1 1 0 0,0 1 0 0 0,0-1 0 0 0,0 0-1 0 0,1 0 1 0 0,0 0 0 0 0,4 8 0 0 0,0-3 6 0 0,1-1 1 0 0,0 0 0 0 0,1-1 0 0 0,0 0-1 0 0,0 0 1 0 0,1-1 0 0 0,0 0 0 0 0,15 10-1 0 0,-24-19-1 0 0,28 20 20 0 0,-1 1 0 0 0,43 42 0 0 0,-69-61-12 0 0,-1 0 0 0 0,1 0 0 0 0,0 0 0 0 0,-1 0 0 0 0,1 1 0 0 0,-1-1 0 0 0,1 0 0 0 0,-1 0 0 0 0,0 1 0 0 0,0-1 0 0 0,0 1 0 0 0,-1-1 0 0 0,1 1 0 0 0,0-1 0 0 0,-1 1 0 0 0,0 0 0 0 0,0-1 0 0 0,0 1 0 0 0,0 0 0 0 0,0-1 0 0 0,-1 4 0 0 0,0-1 43 0 0,-1-1-1 0 0,0 1 0 0 0,0-1 1 0 0,0 0-1 0 0,0 0 0 0 0,-1 0 1 0 0,0 0-1 0 0,0-1 0 0 0,0 1 1 0 0,0-1-1 0 0,-5 5 1 0 0,-1-1 74 0 0,-1 1 0 0 0,0-1 0 0 0,0-1 0 0 0,-1 0 1 0 0,0 0-1 0 0,0-1 0 0 0,0 0 0 0 0,-21 5 1 0 0,-3-1 317 0 0,-60 6 0 0 0,55-13-136 0 0,0-1 1 0 0,1-3-1 0 0,-79-12 0 0 0,114 14-306 0 0,3 0-48 0 0,0 0 0 0 0,0 0 0 0 0,0 0 0 0 0,0 0 0 0 0,0-1 1 0 0,0 1-1 0 0,0 0 0 0 0,0 0 0 0 0,0-1 0 0 0,0 1 0 0 0,1 0 0 0 0,-1-1 0 0 0,0 1 0 0 0,0-1 0 0 0,0 1 0 0 0,0-1 0 0 0,0 0 0 0 0,1 1 0 0 0,-1-1 0 0 0,0 0 1 0 0,1 0-1 0 0,-1 1 0 0 0,0-1 0 0 0,1 0 0 0 0,-1 0 0 0 0,1 0 0 0 0,-1 0 0 0 0,1 0 0 0 0,0 0 0 0 0,-1 0 0 0 0,1 0 0 0 0,0 0 0 0 0,-1 0 0 0 0,1 0 0 0 0,0 0 1 0 0,0 0-1 0 0,0 0 0 0 0,0 0 0 0 0,0 0 0 0 0,0 0 0 0 0,1 0 0 0 0,-1 0 0 0 0,0 0 0 0 0,0 0 0 0 0,1 0 0 0 0,0-1 0 0 0,0-2-326 0 0,1 0-1 0 0,0 1 1 0 0,0-1-1 0 0,0 0 1 0 0,1 1-1 0 0,-1 0 1 0 0,1-1-1 0 0,0 1 0 0 0,5-4 1 0 0,51-34-6764 0 0,-34 26 2698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93 287 636 0 0,'9'-7'3119'0'0,"-1"0"1"0"0,0-1-1 0 0,0-1 0 0 0,11-14 2426 0 0,-33 35-5116 0 0,6-1-364 0 0,1 0 0 0 0,0 1 1 0 0,0 0-1 0 0,1 0 0 0 0,1 1 0 0 0,0 0 0 0 0,-4 16 0 0 0,-2 2-16 0 0,-8 21 24 0 0,-13 61 1 0 0,27-92-58 0 0,1 1 0 0 0,2 0 0 0 0,0 0 0 0 0,1 0 0 0 0,3 39 0 0 0,-1-56-12 0 0,-1 1 0 0 0,1-1-1 0 0,1 0 1 0 0,-1 1-1 0 0,1-1 1 0 0,0 0-1 0 0,0 0 1 0 0,0-1-1 0 0,1 1 1 0 0,0 0-1 0 0,0-1 1 0 0,0 1-1 0 0,0-1 1 0 0,4 4-1 0 0,-4-6-1 0 0,0 0 1 0 0,-1 0-1 0 0,1 0 0 0 0,0 0 0 0 0,0-1 0 0 0,0 1 0 0 0,0-1 0 0 0,0 0 1 0 0,0 0-1 0 0,1 0 0 0 0,-1 0 0 0 0,0-1 0 0 0,0 1 0 0 0,1-1 0 0 0,-1 0 0 0 0,0 0 1 0 0,1 0-1 0 0,-1 0 0 0 0,0-1 0 0 0,1 1 0 0 0,-1-1 0 0 0,0 0 0 0 0,5-2 0 0 0,-1 1-1 0 0,0-1-1 0 0,0 0 0 0 0,0-1 0 0 0,-1 1 0 0 0,1-1 0 0 0,-1 0 0 0 0,0-1 0 0 0,0 0 0 0 0,0 0 0 0 0,-1 0 0 0 0,1-1 0 0 0,-1 1 0 0 0,6-10 0 0 0,-6 6-2 0 0,1-1 0 0 0,-1 0-1 0 0,-1 0 1 0 0,0 0 0 0 0,-1-1 0 0 0,1 1 0 0 0,-2-1 0 0 0,3-17 0 0 0,-3 7 5 0 0,-2 0 1 0 0,0-1-1 0 0,-1 1 0 0 0,-1 0 0 0 0,0 0 0 0 0,-2-1 0 0 0,-1 2 1 0 0,0-1-1 0 0,-10-20 0 0 0,15 41-3 0 0,-16-34-13 0 0,15 32 10 0 0,0 0 0 0 0,-1 1 0 0 0,1-1 1 0 0,0 1-1 0 0,-1-1 0 0 0,0 1 1 0 0,1 0-1 0 0,-1-1 0 0 0,0 1 0 0 0,1 0 1 0 0,-1 0-1 0 0,0 0 0 0 0,0 0 1 0 0,-3 0-1 0 0,4 1 0 0 0,0 0 0 0 0,-1 0 0 0 0,1 0 0 0 0,-1 0 0 0 0,1 0 0 0 0,-1 0 0 0 0,1 0 0 0 0,-1 1 0 0 0,1-1 0 0 0,0 1 0 0 0,-1-1 0 0 0,1 1 0 0 0,-1-1 0 0 0,1 1 0 0 0,0 0 0 0 0,0 0 0 0 0,0-1 0 0 0,-1 1 1 0 0,1 0-1 0 0,0 0 0 0 0,-1 2 0 0 0,-18 21-45 0 0,16-15 44 0 0,-1 1 0 0 0,1-1 0 0 0,1 0-1 0 0,0 1 1 0 0,0 0 0 0 0,1 0 0 0 0,0 0-1 0 0,0 0 1 0 0,2 0 0 0 0,-1 0 0 0 0,1 1 0 0 0,1 9-1 0 0,0-16 1 0 0,-1 0-1 0 0,1 0 0 0 0,0-1 0 0 0,0 1 0 0 0,1 0 0 0 0,-1-1 1 0 0,1 1-1 0 0,0-1 0 0 0,0 1 0 0 0,0-1 0 0 0,0 0 0 0 0,0 0 0 0 0,1 0 1 0 0,3 4-1 0 0,-3-5-11 0 0,1 1 1 0 0,-1-1 0 0 0,1 0-1 0 0,-1-1 1 0 0,1 1 0 0 0,0 0-1 0 0,0-1 1 0 0,0 0-1 0 0,-1 0 1 0 0,1 0 0 0 0,0-1-1 0 0,0 1 1 0 0,0-1 0 0 0,0 0-1 0 0,0 0 1 0 0,7-1-1 0 0,7-1-61 0 0,1-2 0 0 0,-1 0 0 0 0,1-1 0 0 0,-1-1 0 0 0,-1 0 0 0 0,1-2 0 0 0,-1 0 0 0 0,0-1 0 0 0,-1 0-1 0 0,0-1 1 0 0,20-18 0 0 0,-12 9-3 0 0,-2-2-1 0 0,0 0 1 0 0,-2-2 0 0 0,0 0-1 0 0,-1-1 1 0 0,20-36-1 0 0,-20 23 71 0 0,-1 0 0 0 0,-2-1-1 0 0,-2-1 1 0 0,-1 0 0 0 0,14-78-1 0 0,-27 116 8 0 0,-1 17-5 0 0,-1 0 1 0 0,0-1-1 0 0,-10 31 1 0 0,3-12 1 0 0,5-13 10 0 0,-47 221 0 0 0,43-187 31 0 0,2 1 0 0 0,1 78 0 0 0,6-112-15 0 0,0 0 1 0 0,10 41-1 0 0,-10-55-18 0 0,1-1 0 0 0,1 0 0 0 0,-1 1 0 0 0,1-1 0 0 0,1 0 0 0 0,-1 0 0 0 0,1-1 0 0 0,0 1 0 0 0,1-1-1 0 0,-1 0 1 0 0,11 11 0 0 0,-12-15-17 0 0,0 0 0 0 0,-1 0 0 0 0,1 0 0 0 0,0 0 0 0 0,0-1 0 0 0,0 1 0 0 0,1-1 0 0 0,-1 0 0 0 0,0 0-1 0 0,0 0 1 0 0,1 0 0 0 0,-1 0 0 0 0,1-1 0 0 0,-1 1 0 0 0,5-1 0 0 0,-2-1-40 0 0,-1 1 1 0 0,1-1-1 0 0,0 0 1 0 0,0-1-1 0 0,-1 1 1 0 0,1-1-1 0 0,-1 0 0 0 0,8-5 1 0 0,-1 0-109 0 0,0 0 0 0 0,0-2 0 0 0,-1 1 0 0 0,0-1 0 0 0,-1-1 0 0 0,16-18 0 0 0,-10 6 97 0 0,-1-1 0 0 0,-1-1-1 0 0,-1 0 1 0 0,-1-1 0 0 0,11-35 0 0 0,6-12 2163 0 0,-28 70-1884 0 0,8-15 261 0 0,-5 13-338 0 0,-1 11 112 0 0,0 58-140 0 0,-2-36-58 0 0,6 38 1 0 0,-6-57-47 0 0,1-1 0 0 0,1 0-1 0 0,0 1 1 0 0,0-1 0 0 0,1 0 0 0 0,0 0 0 0 0,0-1 0 0 0,7 9 0 0 0,-10-14-10 0 0,1-1-1 0 0,0 1 1 0 0,0-1 0 0 0,0 0 0 0 0,0 0 0 0 0,1 0 0 0 0,-1 0-1 0 0,0-1 1 0 0,1 1 0 0 0,0 0 0 0 0,-1-1 0 0 0,1 0 0 0 0,0 1 0 0 0,-1-1-1 0 0,1-1 1 0 0,6 3 0 0 0,-4-3-28 0 0,0 0 0 0 0,0 0-1 0 0,0 0 1 0 0,0 0 0 0 0,0-1 0 0 0,-1 1-1 0 0,1-1 1 0 0,0 0 0 0 0,7-3 0 0 0,-1-1-71 0 0,0 0-1 0 0,0-1 1 0 0,0 0 0 0 0,0 0 0 0 0,-1-1 0 0 0,-1-1 0 0 0,14-12 0 0 0,-5 1 44 0 0,-1 0-1 0 0,-1-2 0 0 0,-1 0 0 0 0,-1-1 1 0 0,-1 0-1 0 0,0-1 0 0 0,-2 0 1 0 0,10-29-1 0 0,3-10 2127 0 0,-23 60-1849 0 0,-2 23-154 0 0,-1 0 0 0 0,-8 36 0 0 0,5-35-39 0 0,-4 45-1 0 0,8-51-72 0 0,1-1-1 0 0,0 1 1 0 0,1-1-1 0 0,1 1 0 0 0,5 21 1 0 0,-6-34-72 0 0,0 0 0 0 0,0 0-1 0 0,0 1 1 0 0,0-1 0 0 0,1 0 0 0 0,0 0 0 0 0,-1 0 0 0 0,1 0-1 0 0,0 0 1 0 0,1-1 0 0 0,-1 1 0 0 0,0-1 0 0 0,1 1 0 0 0,-1-1-1 0 0,1 0 1 0 0,0 0 0 0 0,0 0 0 0 0,0 0 0 0 0,0-1 0 0 0,0 1-1 0 0,0-1 1 0 0,0 1 0 0 0,1-1 0 0 0,-1 0 0 0 0,0-1 0 0 0,1 1-1 0 0,-1 0 1 0 0,1-1 0 0 0,-1 0 0 0 0,5 0 0 0 0,4-1-700 0 0,0 0 1 0 0,0-1 0 0 0,0-1-1 0 0,0 0 1 0 0,-1-1-1 0 0,1 0 1 0 0,-1 0 0 0 0,0-1-1 0 0,0-1 1 0 0,16-10-1 0 0,5-7-3529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29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83 240 96 0 0,'-1'-48'5476'0'0,"-2"-1"0"0"0,-13-70 0 0 0,15 117-5351 0 0,1 0 0 0 0,0 0 0 0 0,0 1 0 0 0,-1-1 0 0 0,1 0 0 0 0,-1 0 0 0 0,0 1-1 0 0,1-1 1 0 0,-1 0 0 0 0,0 1 0 0 0,-1-3 0 0 0,1 4-91 0 0,1 0-1 0 0,-1 1 1 0 0,1-1 0 0 0,0 0-1 0 0,-1 0 1 0 0,1 1 0 0 0,0-1-1 0 0,-1 0 1 0 0,1 0 0 0 0,0 1-1 0 0,0-1 1 0 0,-1 0 0 0 0,1 1-1 0 0,0-1 1 0 0,0 0 0 0 0,-1 1-1 0 0,1-1 1 0 0,0 1 0 0 0,0-1-1 0 0,0 0 1 0 0,0 1 0 0 0,0-1-1 0 0,0 1 1 0 0,0-1 0 0 0,0 1-1 0 0,-1-1 1 0 0,2 0 0 0 0,-1 1-1 0 0,-7 49 375 0 0,7-50-409 0 0,-41 614 506 0 0,40-456-303 0 0,3-129-583 0 0,2-1 1 0 0,0 0-1 0 0,12 41 1 0 0,-15-65 133 0 0,0 0 0 0 0,1 0 1 0 0,-1 0-1 0 0,1-1 0 0 0,0 1 0 0 0,0-1 0 0 0,0 1 0 0 0,0-1 1 0 0,1 0-1 0 0,-1 0 0 0 0,1 0 0 0 0,0 0 0 0 0,0 0 0 0 0,0-1 1 0 0,4 3-1 0 0,-4-3-162 0 0,0-1 0 0 0,0 0 0 0 0,0 0 0 0 0,0 0 0 0 0,0 0 0 0 0,0 0 0 0 0,0-1 0 0 0,0 1 0 0 0,0-1 1 0 0,0 0-1 0 0,0 0 0 0 0,1 0 0 0 0,-1-1 0 0 0,0 1 0 0 0,0-1 0 0 0,0 1 0 0 0,0-1 0 0 0,0 0 0 0 0,5-2 0 0 0,10-6-3650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0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1096 0 0,'24'-83'9709'0'0,"-6"19"-2840"0"0,-18 62-6365 0 0,1 4-327 0 0,-1 15-51 0 0,0 0 0 0 0,-2 0 1 0 0,1 0-1 0 0,-6 18 0 0 0,1 3-37 0 0,2-9-210 0 0,-8 70 550 0 0,11-84-1009 0 0,1-1 0 0 0,1 1 0 0 0,0 0 0 0 0,4 23 0 0 0,-4-36 186 0 0,0 1 1 0 0,0 0-1 0 0,0-1 1 0 0,0 1 0 0 0,0-1-1 0 0,1 1 1 0 0,-1-1-1 0 0,3 3 1 0 0,9 7-5158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96 832 0 0,'-1'-20'12590'0'0,"-6"41"-11909"0"0,2 0-1 0 0,1 0 1 0 0,0 0-1 0 0,2 1 1 0 0,0 31 0 0 0,-1-14-379 0 0,2-17-140 0 0,1 0-1 0 0,2 30 1 0 0,-1-47-134 0 0,-1 1 1 0 0,1-1-1 0 0,0 1 1 0 0,1-1-1 0 0,-1 1 1 0 0,1-1-1 0 0,0 0 1 0 0,0 0-1 0 0,1 0 1 0 0,-1 0-1 0 0,1 0 1 0 0,0-1-1 0 0,1 1 1 0 0,6 6-1 0 0,-7-9-17 0 0,0 1-1 0 0,1-2 1 0 0,-1 1-1 0 0,1 0 0 0 0,0-1 1 0 0,-1 1-1 0 0,1-1 0 0 0,0 0 1 0 0,0-1-1 0 0,0 1 1 0 0,-1-1-1 0 0,1 1 0 0 0,0-1 1 0 0,0 0-1 0 0,0 0 0 0 0,0-1 1 0 0,0 1-1 0 0,0-1 1 0 0,0 0-1 0 0,-1 0 0 0 0,6-2 1 0 0,4-2-4 0 0,1-1 0 0 0,-1 0 0 0 0,0-1 0 0 0,16-11 0 0 0,-20 11-14 0 0,1-1 0 0 0,-2 0 1 0 0,1 0-1 0 0,-1-1 0 0 0,-1 0 0 0 0,1-1 1 0 0,-2 0-1 0 0,1 0 0 0 0,-1 0 1 0 0,-1-1-1 0 0,0 1 0 0 0,0-1 0 0 0,-1-1 1 0 0,-1 1-1 0 0,0-1 0 0 0,0 1 0 0 0,-1-1 1 0 0,1-22-1 0 0,-3 24 6 0 0,0 0 0 0 0,-1 0-1 0 0,0 0 1 0 0,0 0 0 0 0,-1 0 0 0 0,0 0-1 0 0,-1 0 1 0 0,0 1 0 0 0,-1-1 0 0 0,-4-9 0 0 0,4 13 16 0 0,0-1 0 0 0,-1 0 1 0 0,1 1-1 0 0,-1 0 0 0 0,0 0 1 0 0,-1 1-1 0 0,1-1 0 0 0,-1 1 0 0 0,0 0 1 0 0,-1 1-1 0 0,1 0 0 0 0,-1 0 1 0 0,-14-6-1 0 0,15 8-4 0 0,0 0-1 0 0,0 0 1 0 0,0 1 0 0 0,0 0-1 0 0,-1 1 1 0 0,1-1 0 0 0,-1 1-1 0 0,1 0 1 0 0,0 1-1 0 0,-1-1 1 0 0,1 1 0 0 0,0 1-1 0 0,0-1 1 0 0,0 1 0 0 0,0 0-1 0 0,0 0 1 0 0,0 1-1 0 0,0 0 1 0 0,-7 5 0 0 0,9-6-39 0 0,0 0 1 0 0,1 1 0 0 0,-1-1 0 0 0,1 1 0 0 0,0 0-1 0 0,0 0 1 0 0,0 1 0 0 0,0-1 0 0 0,0 1 0 0 0,1-1-1 0 0,-1 1 1 0 0,1 0 0 0 0,0 0 0 0 0,0 0-1 0 0,0 0 1 0 0,1 0 0 0 0,0 0 0 0 0,-1 0 0 0 0,1 1-1 0 0,1-1 1 0 0,-1 0 0 0 0,1 1 0 0 0,0-1-1 0 0,0 1 1 0 0,0-1 0 0 0,0 0 0 0 0,1 1 0 0 0,1 6-1 0 0,-1-9-128 0 0,0 0 0 0 0,0 0 0 0 0,0 0 0 0 0,0 0 0 0 0,0 0 0 0 0,0 0 0 0 0,1-1 0 0 0,-1 1 0 0 0,1 0 0 0 0,-1-1 0 0 0,1 1 0 0 0,0-1 0 0 0,-1 1 0 0 0,1-1 0 0 0,0 0 0 0 0,0 0 0 0 0,0 0 0 0 0,0 0 0 0 0,0 0 0 0 0,0 0 0 0 0,1 0 0 0 0,-1-1 0 0 0,0 1 0 0 0,4-1 0 0 0,3 2-1138 0 0,-1-2-1 0 0,0 0 1 0 0,1 0 0 0 0,-1 0-1 0 0,11-2 1 0 0,3-3-3116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2804 0 0,'18'-13'4169'0'0,"24"-23"0"0"0,-12 9 208 0 0,-28 26-3721 0 0,3 3-315 0 0,-4-2-330 0 0,-1 0 1 0 0,1 0-1 0 0,-1 0 1 0 0,1 0 0 0 0,-1 0-1 0 0,0 0 1 0 0,1 0-1 0 0,-1 0 1 0 0,1 0-1 0 0,-1 0 1 0 0,1 0-1 0 0,-1 1 1 0 0,1-1 0 0 0,-1 0-1 0 0,1 0 1 0 0,-1 1-1 0 0,0-1 1 0 0,1 0-1 0 0,-1 0 1 0 0,0 1-1 0 0,1-1 1 0 0,-1 0 0 0 0,0 1-1 0 0,1-1 1 0 0,-1 1-1 0 0,4 11 209 0 0,-1-1 1 0 0,0 1-1 0 0,-1 0 0 0 0,0-1 0 0 0,-1 1 1 0 0,0 0-1 0 0,-1 17 0 0 0,-14 90 838 0 0,7-70-744 0 0,1-20-83 0 0,-1 13 955 0 0,6-57-1096 0 0,0-10-64 0 0,8-11-44 0 0,1 0 1 0 0,18-49-1 0 0,-22 72 10 0 0,1 1 0 0 0,1 0 0 0 0,0 0-1 0 0,1 1 1 0 0,0 0 0 0 0,1 0 0 0 0,0 1 0 0 0,1 0 0 0 0,0 0 0 0 0,14-11 0 0 0,-21 19 11 0 0,0 0 1 0 0,0 0 0 0 0,1 0 0 0 0,-1 1-1 0 0,1-1 1 0 0,-1 1 0 0 0,1 0 0 0 0,0 0-1 0 0,-1-1 1 0 0,1 2 0 0 0,0-1-1 0 0,0 0 1 0 0,-1 0 0 0 0,1 1 0 0 0,0 0-1 0 0,0 0 1 0 0,0-1 0 0 0,0 2 0 0 0,0-1-1 0 0,0 0 1 0 0,0 1 0 0 0,0-1 0 0 0,-1 1-1 0 0,1 0 1 0 0,0 0 0 0 0,0 0-1 0 0,-1 0 1 0 0,1 0 0 0 0,-1 0 0 0 0,1 1-1 0 0,-1 0 1 0 0,1-1 0 0 0,-1 1 0 0 0,0 0-1 0 0,0 0 1 0 0,0 0 0 0 0,0 0 0 0 0,0 1-1 0 0,0-1 1 0 0,-1 0 0 0 0,1 1 0 0 0,1 4-1 0 0,3 4 123 0 0,-2 0 0 0 0,1 0-1 0 0,-1 1 1 0 0,-1 0 0 0 0,0-1 0 0 0,0 1-1 0 0,0 15 1 0 0,-1 88 626 0 0,1-7-174 0 0,-3-107-581 0 0,0-1-1 0 0,0 1 1 0 0,0-1 0 0 0,0 0-1 0 0,0 1 1 0 0,0-1 0 0 0,0 0-1 0 0,0 1 1 0 0,1-1 0 0 0,-1 1-1 0 0,0-1 1 0 0,0 0 0 0 0,0 1-1 0 0,1-1 1 0 0,-1 0 0 0 0,0 0 0 0 0,1 1-1 0 0,-1-1 1 0 0,0 0 0 0 0,0 0-1 0 0,1 1 1 0 0,-1-1 0 0 0,0 0-1 0 0,1 0 1 0 0,-1 0 0 0 0,0 1-1 0 0,1-1 1 0 0,-1 0 0 0 0,1 0-1 0 0,-1 0 1 0 0,0 0 0 0 0,1 0 0 0 0,-1 0-1 0 0,1 0 1 0 0,-1 0 0 0 0,1 0-1 0 0,12-3-245 0 0,-12 3 248 0 0,2-2-220 0 0,0 0-1 0 0,1 1 1 0 0,-1-1-1 0 0,0-1 0 0 0,0 1 1 0 0,0 0-1 0 0,-1-1 1 0 0,1 1-1 0 0,0-1 1 0 0,-1 0-1 0 0,0 0 1 0 0,3-4-1 0 0,20-40-4136 0 0,-20 37 1950 0 0,-1-1-1 0 0,4-20 1 0 0,-1 1-4189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26 1024 0 0,'-194'-25'16435'0'0,"183"25"-15616"0"0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0 2604 0 0,'-28'15'1950'0'0,"-116"63"7699"0"0,143-78-9567 0 0,0 1-1 0 0,0 0 1 0 0,-1-1-1 0 0,1 1 0 0 0,0-1 1 0 0,0 1-1 0 0,0 0 1 0 0,0 0-1 0 0,0 0 0 0 0,1 0 1 0 0,-1 0-1 0 0,0-1 1 0 0,0 1-1 0 0,1 1 1 0 0,-1-1-1 0 0,0 0 0 0 0,1 0 1 0 0,-2 2-1 0 0,3-2-54 0 0,-1-1-1 0 0,0 1 1 0 0,0-1-1 0 0,1 1 1 0 0,-1-1-1 0 0,0 1 1 0 0,0-1-1 0 0,1 1 1 0 0,-1-1-1 0 0,1 1 1 0 0,-1-1-1 0 0,1 1 1 0 0,-1-1-1 0 0,0 0 1 0 0,1 1-1 0 0,-1-1 1 0 0,1 0-1 0 0,0 1 1 0 0,-1-1-1 0 0,1 0 1 0 0,-1 0-1 0 0,1 1 1 0 0,-1-1-1 0 0,1 0 1 0 0,1 0-1 0 0,5 2 58 0 0,1-1 0 0 0,0 0 0 0 0,-1 0 0 0 0,11-1 1 0 0,81-7-2158 0 0,131-27 1 0 0,-141 18-1942 0 0,10 0-2283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16 277 1976 0 0,'-3'-5'620'0'0,"1"-1"0"0"0,-1 0 1 0 0,2 1-1 0 0,-1-1 0 0 0,0 0 0 0 0,1 0 0 0 0,0-1 0 0 0,1 1 0 0 0,-1 0 1 0 0,1 0-1 0 0,0 0 0 0 0,1 0 0 0 0,-1 0 0 0 0,3-9 0 0 0,-1 10-537 0 0,-1-1-1 0 0,1 1 1 0 0,1 0-1 0 0,-1 0 0 0 0,1 0 1 0 0,-1 1-1 0 0,1-1 1 0 0,1 0-1 0 0,-1 1 1 0 0,1 0-1 0 0,0 0 0 0 0,-1 0 1 0 0,2 0-1 0 0,-1 1 1 0 0,0-1-1 0 0,1 1 0 0 0,0 0 1 0 0,-1 1-1 0 0,1-1 1 0 0,0 1-1 0 0,0 0 1 0 0,1 0-1 0 0,-1 0 0 0 0,0 1 1 0 0,8-1-1 0 0,-4 1-58 0 0,1 0-1 0 0,-1 1 1 0 0,1 0-1 0 0,-1 1 1 0 0,0 0 0 0 0,1 0-1 0 0,-1 1 1 0 0,0 0-1 0 0,0 1 1 0 0,0 0-1 0 0,0 0 1 0 0,-1 1 0 0 0,1 0-1 0 0,-1 1 1 0 0,0 0-1 0 0,0 0 1 0 0,-1 0-1 0 0,1 1 1 0 0,8 10 0 0 0,-11-11 27 0 0,0 0 0 0 0,0 0 1 0 0,-1 1-1 0 0,0-1 0 0 0,0 1 1 0 0,-1 0-1 0 0,1 0 0 0 0,-1 1 1 0 0,-1-1-1 0 0,1 0 0 0 0,-1 1 1 0 0,0 0-1 0 0,-1 0 0 0 0,0-1 1 0 0,0 1-1 0 0,0 0 0 0 0,-1 0 1 0 0,1 0-1 0 0,-2 0 0 0 0,1 0 1 0 0,-1 0-1 0 0,0 0 0 0 0,-1-1 1 0 0,1 1-1 0 0,-1 0 0 0 0,-5 10 1 0 0,5-13 23 0 0,0 1 0 0 0,0-1 0 0 0,0 0 0 0 0,-1 0 0 0 0,0 0 0 0 0,1 0 0 0 0,-1-1 0 0 0,-1 1 0 0 0,1-1 0 0 0,0 0 0 0 0,-1 0 0 0 0,0 0 0 0 0,-5 4 0 0 0,9-7-71 0 0,-1 0 0 0 0,1 0 0 0 0,0 0 1 0 0,0 0-1 0 0,0 0 0 0 0,-1 0 0 0 0,1 0 0 0 0,0 0 0 0 0,0 0 1 0 0,-1 1-1 0 0,1-1 0 0 0,0 0 0 0 0,0 0 0 0 0,0 0 1 0 0,-1-1-1 0 0,1 1 0 0 0,0 0 0 0 0,0 0 0 0 0,0 0 0 0 0,-1 0 1 0 0,1 0-1 0 0,0 0 0 0 0,0 0 0 0 0,0 0 0 0 0,-1 0 1 0 0,1 0-1 0 0,0-1 0 0 0,0 1 0 0 0,0 0 0 0 0,0 0 0 0 0,-1 0 1 0 0,1 0-1 0 0,0 0 0 0 0,0-1 0 0 0,0 1 0 0 0,0 0 0 0 0,0 0 1 0 0,0-1-1 0 0,-3-11 82 0 0,3-10-30 0 0,4 9-53 0 0,0 0 1 0 0,1 1 0 0 0,1-1 0 0 0,0 1 0 0 0,0 0-1 0 0,1 0 1 0 0,1 1 0 0 0,0 0 0 0 0,0 0 0 0 0,1 1-1 0 0,1 0 1 0 0,-1 1 0 0 0,16-12 0 0 0,-18 16-7 0 0,-1 0 0 0 0,1 1 0 0 0,0 0 0 0 0,1 0 0 0 0,-1 0 0 0 0,1 1 0 0 0,0 0 0 0 0,-1 1 0 0 0,1 0 0 0 0,0 0 0 0 0,0 0 1 0 0,1 1-1 0 0,-1 0 0 0 0,0 1 0 0 0,0 0 0 0 0,1 0 0 0 0,-1 1 0 0 0,0 0 0 0 0,0 0 0 0 0,0 1 0 0 0,0 0 0 0 0,0 1 0 0 0,8 3 0 0 0,-7-2 0 0 0,-1 0 1 0 0,1 1-1 0 0,-1 0 0 0 0,0 1 0 0 0,-1-1 0 0 0,1 2 1 0 0,-1-1-1 0 0,0 1 0 0 0,8 11 0 0 0,-7-8 42 0 0,-1 1-1 0 0,-1 1 1 0 0,0-1-1 0 0,0 1 1 0 0,-1 0-1 0 0,5 19 1 0 0,4 10 370 0 0,-13-40-338 0 0,1-2-67 0 0,0-1 1 0 0,0 0 0 0 0,-1 0 0 0 0,1 0-1 0 0,0 0 1 0 0,-1 0 0 0 0,0 0 0 0 0,1 0 0 0 0,-1 0-1 0 0,0 0 1 0 0,0-1 0 0 0,0 1 0 0 0,1-4-1 0 0,1-1 6 0 0,18-31-20 0 0,42-58 1 0 0,-50 80-14 0 0,0 0-1 0 0,1 0 0 0 0,1 1 1 0 0,0 1-1 0 0,26-18 1 0 0,-41 32 21 0 0,1-1 0 0 0,0 0 0 0 0,0 1 0 0 0,0-1 0 0 0,0 1 0 0 0,0-1 0 0 0,0 1 0 0 0,0-1 0 0 0,-1 1 0 0 0,1 0 0 0 0,0 0 0 0 0,1-1 0 0 0,-1 1 0 0 0,0 0 1 0 0,0 0-1 0 0,0 0 0 0 0,0 0 0 0 0,0 0 0 0 0,0 0 0 0 0,1 1 0 0 0,-1-1 2 0 0,1 0-1 0 0,-1 0 1 0 0,0 0 0 0 0,0 0-1 0 0,1 0 1 0 0,-1 0 0 0 0,0 1 0 0 0,0-1-1 0 0,0 1 1 0 0,1-1 0 0 0,-1 1-1 0 0,0-1 1 0 0,0 1 0 0 0,0-1-1 0 0,0 1 1 0 0,0 0 0 0 0,0 0 0 0 0,0 0-1 0 0,0-1 1 0 0,0 1 0 0 0,-1 0-1 0 0,1 0 1 0 0,0 0 0 0 0,-1 0-1 0 0,1 1 1 0 0,0-1 0 0 0,-1 0 0 0 0,1 0-1 0 0,-1 0 1 0 0,1 2 0 0 0,0 1 4 0 0,4 12 30 0 0,-1 0 0 0 0,0 0 0 0 0,-2 0-1 0 0,0 1 1 0 0,-1-1 0 0 0,-1 33 0 0 0,1 0 2 0 0,-1-46-33 0 0,0 11 14 0 0,1 1 1 0 0,0-1-1 0 0,2 1 1 0 0,4 17 0 0 0,-6-28-16 0 0,0 0 1 0 0,1-1 0 0 0,-1 1-1 0 0,1-1 1 0 0,0 0-1 0 0,0 0 1 0 0,0 1 0 0 0,0-1-1 0 0,1 0 1 0 0,-1-1 0 0 0,1 1-1 0 0,-1 0 1 0 0,1-1 0 0 0,0 1-1 0 0,0-1 1 0 0,1 0-1 0 0,-1 0 1 0 0,0 0 0 0 0,1-1-1 0 0,-1 1 1 0 0,7 1 0 0 0,4 0-26 0 0,-1-1 1 0 0,0 0 0 0 0,1-2 0 0 0,-1 1-1 0 0,1-2 1 0 0,-1 1 0 0 0,1-2 0 0 0,-1 0-1 0 0,0-1 1 0 0,21-6 0 0 0,-7 0-141 0 0,-1-1 0 0 0,0-2-1 0 0,0 0 1 0 0,25-18 0 0 0,-26 13 11 0 0,-1 0 1 0 0,0-1-1 0 0,-2-2 1 0 0,25-26-1 0 0,-39 37 429 0 0,1-1-1 0 0,-2 0 1 0 0,1 0 0 0 0,-1-1-1 0 0,-1 1 1 0 0,0-1 0 0 0,-1-1-1 0 0,0 1 1 0 0,0-1 0 0 0,-1 0-1 0 0,-1 0 1 0 0,3-21 0 0 0,-5 32-217 0 0,-1-1 1 0 0,0 1-1 0 0,0 0 0 0 0,0 0 1 0 0,0 0-1 0 0,0-1 1 0 0,0 1-1 0 0,0 0 0 0 0,0 0 1 0 0,-1 0-1 0 0,1-1 0 0 0,0 1 1 0 0,-1 0-1 0 0,1 0 1 0 0,-1 0-1 0 0,1 0 0 0 0,-1 0 1 0 0,1 0-1 0 0,-1 0 1 0 0,0 0-1 0 0,0-1 0 0 0,0 1-35 0 0,0 1-1 0 0,0 0 0 0 0,0-1 0 0 0,0 1 1 0 0,0 0-1 0 0,1 0 0 0 0,-1 0 1 0 0,0 0-1 0 0,0-1 0 0 0,0 1 0 0 0,0 0 1 0 0,0 1-1 0 0,0-1 0 0 0,0 0 0 0 0,0 0 1 0 0,0 0-1 0 0,0 0 0 0 0,1 1 1 0 0,-1-1-1 0 0,-1 1 0 0 0,-4 2 7 0 0,1 0-1 0 0,-1 0 1 0 0,1 0 0 0 0,0 1-1 0 0,1 0 1 0 0,-8 7 0 0 0,-6 9 37 0 0,1 1 1 0 0,-28 44-1 0 0,37-52-47 0 0,1 0 0 0 0,1 0 0 0 0,0 1 0 0 0,1 0 0 0 0,0 0 0 0 0,-5 28 0 0 0,10-38-22 0 0,-1 0 0 0 0,1 0 0 0 0,-1 0 0 0 0,1 1 0 0 0,0-1 0 0 0,1 0 0 0 0,-1 0 0 0 0,1 0 0 0 0,0 0 0 0 0,0 0 1 0 0,0 0-1 0 0,0 0 0 0 0,1 0 0 0 0,0 0 0 0 0,0-1 0 0 0,4 7 0 0 0,-3-6-53 0 0,0-1 0 0 0,0-1 0 0 0,0 1 0 0 0,1 0 0 0 0,-1-1-1 0 0,1 0 1 0 0,0 0 0 0 0,-1 0 0 0 0,1 0 0 0 0,0 0 0 0 0,0-1 0 0 0,0 0 0 0 0,0 0 0 0 0,1 0-1 0 0,-1 0 1 0 0,7 0 0 0 0,9 0-420 0 0,1-1-1 0 0,-1 0 0 0 0,0-2 1 0 0,1 0-1 0 0,-1-2 0 0 0,30-8 1 0 0,-13 0-413 0 0,0-1 0 0 0,51-27-1 0 0,-58 25 697 0 0,-1-2-1 0 0,-1-2 0 0 0,-1 0 0 0 0,-1-2 0 0 0,0 0 1 0 0,-2-2-1 0 0,0-1 0 0 0,23-31 0 0 0,-39 44 622 0 0,0 0 0 0 0,-1-1-1 0 0,7-13 1 0 0,-13 22-302 0 0,0 1 0 0 0,0-1 0 0 0,1 1 0 0 0,-1-1 0 0 0,-1 0 0 0 0,1 1 0 0 0,0-1 0 0 0,-1 0 0 0 0,1 0 0 0 0,-1 1 0 0 0,0-1 0 0 0,0 0 0 0 0,0 0 0 0 0,0 1 0 0 0,-1-1 0 0 0,1 0 0 0 0,-1 0 0 0 0,1 1 0 0 0,-1-1 0 0 0,0 0 0 0 0,-2-4 0 0 0,2 7-97 0 0,0-1 1 0 0,0 0 0 0 0,0 0 0 0 0,0 1 0 0 0,0-1 0 0 0,0 1 0 0 0,0-1-1 0 0,0 1 1 0 0,0 0 0 0 0,0-1 0 0 0,0 1 0 0 0,-1 0 0 0 0,1-1-1 0 0,0 1 1 0 0,0 0 0 0 0,0 0 0 0 0,0 0 0 0 0,0 0 0 0 0,-1 0 0 0 0,-1 1-1 0 0,-23 7 182 0 0,13-1-169 0 0,1 1 0 0 0,0 1-1 0 0,1 0 1 0 0,0 1 0 0 0,1 0 0 0 0,0 0 0 0 0,0 1 0 0 0,1 0-1 0 0,-11 18 1 0 0,11-14-26 0 0,0 0-1 0 0,1 1 1 0 0,1 0-1 0 0,0 0 1 0 0,1 1 0 0 0,1 0-1 0 0,-5 25 1 0 0,9-39-15 0 0,1 0 0 0 0,-1 1 0 0 0,1-1 1 0 0,0 0-1 0 0,0 0 0 0 0,0 0 0 0 0,0 0 1 0 0,0 0-1 0 0,1 0 0 0 0,-1 0 0 0 0,1 0 0 0 0,0 0 1 0 0,0 0-1 0 0,0 0 0 0 0,0 0 0 0 0,1-1 1 0 0,-1 1-1 0 0,1 0 0 0 0,0-1 0 0 0,-1 1 0 0 0,1-1 1 0 0,0 0-1 0 0,0 1 0 0 0,1-1 0 0 0,-1 0 1 0 0,0 0-1 0 0,1 0 0 0 0,-1-1 0 0 0,1 1 0 0 0,0-1 1 0 0,0 1-1 0 0,-1-1 0 0 0,4 1 0 0 0,1 0-2 0 0,-1-1-1 0 0,0 0 0 0 0,0 0 0 0 0,0 0 0 0 0,1-1 1 0 0,-1 0-1 0 0,0-1 0 0 0,0 1 0 0 0,1-1 0 0 0,-1 0 0 0 0,0 0 1 0 0,0-1-1 0 0,0 0 0 0 0,0 0 0 0 0,8-5 0 0 0,-2 1-5 0 0,-1-1-1 0 0,0-1 0 0 0,-1 0 0 0 0,0 0 0 0 0,0-1 0 0 0,0 0 0 0 0,-1 0 0 0 0,9-14 0 0 0,4-9 200 0 0,26-50 0 0 0,-34 56 134 0 0,-4 14-184 0 0,-10 12-142 0 0,0 0 0 0 0,0-1-1 0 0,1 1 1 0 0,-1 0 0 0 0,0 0 0 0 0,0 0 0 0 0,0 0-1 0 0,0 0 1 0 0,0 0 0 0 0,1 0 0 0 0,-1 0 0 0 0,0 0-1 0 0,0 0 1 0 0,0 1 0 0 0,0-1 0 0 0,1 0 0 0 0,-1 0-1 0 0,0 0 1 0 0,0 0 0 0 0,0 0 0 0 0,0 0 0 0 0,0 0-1 0 0,1 0 1 0 0,-1 0 0 0 0,0 0 0 0 0,0 0 0 0 0,0 1-1 0 0,0-1 1 0 0,0 0 0 0 0,0 0 0 0 0,0 0 0 0 0,0 0-1 0 0,1 0 1 0 0,-1 1 0 0 0,0-1 0 0 0,0 0 0 0 0,0 0-1 0 0,0 0 1 0 0,0 0 0 0 0,0 0 0 0 0,0 1 0 0 0,0-1-1 0 0,0 0 1 0 0,2 30 46 0 0,-2-27-47 0 0,-5 71 115 0 0,3-53-582 0 0,0-1-1 0 0,2 1 1 0 0,3 35 0 0 0,-3-55 298 0 0,0 1 0 0 0,0-1-1 0 0,0 0 1 0 0,1 1 0 0 0,-1-1 0 0 0,0 0-1 0 0,1 0 1 0 0,-1 0 0 0 0,1 1-1 0 0,-1-1 1 0 0,1 0 0 0 0,0 0-1 0 0,-1 0 1 0 0,1 0 0 0 0,0 0-1 0 0,0 0 1 0 0,0 0 0 0 0,0 0 0 0 0,0 0-1 0 0,0 0 1 0 0,0-1 0 0 0,0 1-1 0 0,0 0 1 0 0,0-1 0 0 0,0 1-1 0 0,1-1 1 0 0,-1 1 0 0 0,0-1-1 0 0,0 1 1 0 0,1-1 0 0 0,-1 0 0 0 0,0 0-1 0 0,1 1 1 0 0,-1-1 0 0 0,0 0-1 0 0,1 0 1 0 0,1-1 0 0 0,1 1-459 0 0,0-1-1 0 0,1-1 1 0 0,-1 1 0 0 0,0 0 0 0 0,1-1-1 0 0,-1 0 1 0 0,0 0 0 0 0,0 0 0 0 0,6-5 0 0 0,6-5-2762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3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2996 0 0,'59'-170'10742'0'0,"-59"170"-10707"0"0,0-1 0 0 0,0 0 1 0 0,0 0-1 0 0,1 1 0 0 0,-1-1 1 0 0,0 0-1 0 0,1 1 0 0 0,-1-1 0 0 0,0 0 1 0 0,1 1-1 0 0,-1-1 0 0 0,1 0 1 0 0,-1 1-1 0 0,1-1 0 0 0,-1 1 0 0 0,1-1 1 0 0,0 1-1 0 0,-1-1 0 0 0,1 1 0 0 0,0-1 1 0 0,-1 1-1 0 0,1 0 0 0 0,0-1 1 0 0,0 1-1 0 0,-1 0 0 0 0,1-1 0 0 0,1 1 1 0 0,-1 0-12 0 0,0 1 1 0 0,0-1-1 0 0,0 0 0 0 0,0 1 1 0 0,0-1-1 0 0,1 1 0 0 0,-1-1 1 0 0,0 1-1 0 0,0 0 1 0 0,0-1-1 0 0,0 1 0 0 0,-1 0 1 0 0,1 0-1 0 0,0-1 1 0 0,1 3-1 0 0,3 2 102 0 0,-1 1 0 0 0,0 0 0 0 0,0 0 0 0 0,5 13-1 0 0,-1 0 96 0 0,-2 1 0 0 0,0 0-1 0 0,-1 0 1 0 0,-2 0 0 0 0,1 1-1 0 0,-1 26 1 0 0,-3-15 52 0 0,-2-1 0 0 0,-1 0 0 0 0,-10 47 0 0 0,11-61 32 0 0,11-37-212 0 0,2-6-147 0 0,1 3 3 0 0,71-116-158 0 0,-73 125 180 0 0,0 1 0 0 0,2 0 0 0 0,-1 0 0 0 0,1 1 0 0 0,1 1 0 0 0,0 0 0 0 0,20-13 0 0 0,-30 22 23 0 0,0 1 1 0 0,-1-1 0 0 0,1 1-1 0 0,0 0 1 0 0,0 0 0 0 0,0 0-1 0 0,0 0 1 0 0,0 0-1 0 0,0 1 1 0 0,0-1 0 0 0,0 1-1 0 0,0 0 1 0 0,0 0 0 0 0,0 0-1 0 0,0 0 1 0 0,0 0 0 0 0,5 2-1 0 0,-5-1 19 0 0,-1 0 0 0 0,0 0 0 0 0,0 0 0 0 0,0 1 0 0 0,0-1 0 0 0,0 1 0 0 0,0-1 0 0 0,-1 1-1 0 0,1 0 1 0 0,0-1 0 0 0,-1 1 0 0 0,1 0 0 0 0,-1 0 0 0 0,0 0 0 0 0,1 0 0 0 0,-1 0 0 0 0,0 1 0 0 0,0-1-1 0 0,-1 0 1 0 0,1 0 0 0 0,0 1 0 0 0,-1-1 0 0 0,1 5 0 0 0,1 7 123 0 0,-1 0 0 0 0,0 1 0 0 0,-1-1-1 0 0,-1 1 1 0 0,-3 16 0 0 0,-18 72 245 0 0,2-13-294 0 0,19-90-109 0 0,1 1 0 0 0,0 0 0 0 0,0-1-1 0 0,0 1 1 0 0,0 0 0 0 0,0-1-1 0 0,0 1 1 0 0,0 0 0 0 0,0-1 0 0 0,0 1-1 0 0,0 0 1 0 0,0-1 0 0 0,0 1-1 0 0,0 0 1 0 0,1-1 0 0 0,-1 1 0 0 0,0 0-1 0 0,0-1 1 0 0,1 1 0 0 0,-1-1-1 0 0,1 1 1 0 0,-1 0 0 0 0,0-1-1 0 0,1 1 1 0 0,-1-1 0 0 0,1 1 0 0 0,-1-1-1 0 0,1 0 1 0 0,-1 1 0 0 0,2 0-1 0 0,0-1-33 0 0,0 1-1 0 0,-1-1 1 0 0,1 1 0 0 0,0-1-1 0 0,0 0 1 0 0,0 0-1 0 0,0 0 1 0 0,-1 0-1 0 0,1 0 1 0 0,0 0-1 0 0,2-1 1 0 0,7-2-291 0 0,-1 0 0 0 0,19-8 0 0 0,-29 11 332 0 0,32-15-553 0 0,0-2-1 0 0,-2-1 0 0 0,0-1 0 0 0,-1-2 1 0 0,43-39-1 0 0,-40 29 767 0 0,31-39 0 0 0,-36 36 1796 0 0,24-42-1 0 0,-51 76-1976 0 0,2-3 186 0 0,0 1 0 0 0,-1-1 0 0 0,1 0 0 0 0,-1 0 0 0 0,0 0 0 0 0,0 0 0 0 0,0 0-1 0 0,0 0 1 0 0,1-3 0 0 0,-3 6-195 0 0,1-1 0 0 0,0 1 0 0 0,0 0 0 0 0,0 0 0 0 0,0 0 0 0 0,-1 0 0 0 0,1-1 0 0 0,0 1 0 0 0,0 0 0 0 0,0 0 0 0 0,-1 0-1 0 0,1 0 1 0 0,0 0 0 0 0,0 0 0 0 0,-1-1 0 0 0,1 1 0 0 0,0 0 0 0 0,0 0 0 0 0,0 0 0 0 0,-1 0 0 0 0,1 0 0 0 0,0 0 0 0 0,0 0 0 0 0,-1 0 0 0 0,1 0 0 0 0,0 0 0 0 0,0 0-1 0 0,-1 0 1 0 0,1 0 0 0 0,0 0 0 0 0,0 1 0 0 0,-1-1 0 0 0,1 0 0 0 0,0 0 0 0 0,0 0 0 0 0,-1 0 0 0 0,1 0 0 0 0,0 1 0 0 0,-13 4 109 0 0,10-4-97 0 0,1 1-10 0 0,0 0 1 0 0,0 0 0 0 0,0 0-1 0 0,0 0 1 0 0,0 1-1 0 0,0-1 1 0 0,1 0 0 0 0,-1 1-1 0 0,1 0 1 0 0,-1-1-1 0 0,1 1 1 0 0,0 0 0 0 0,0 0-1 0 0,0-1 1 0 0,0 6-1 0 0,0-3-3 0 0,1 1 0 0 0,0-1-1 0 0,0 1 1 0 0,1-1-1 0 0,-1 1 1 0 0,1-1-1 0 0,3 10 1 0 0,2 3 5 0 0,1-1 0 0 0,1 0 0 0 0,17 27 1 0 0,58 75 227 0 0,-82-118-174 0 0,0 1 0 0 0,0 0 0 0 0,0 0 0 0 0,0 0 1 0 0,0 0-1 0 0,-1-1 0 0 0,1 1 0 0 0,-1 0 0 0 0,1 1 1 0 0,-1-1-1 0 0,0 0 0 0 0,0 0 0 0 0,0 0 0 0 0,0 0 1 0 0,0 0-1 0 0,0 0 0 0 0,0 0 0 0 0,-1 0 0 0 0,0 2 1 0 0,0-1-13 0 0,0 0 1 0 0,-1 0-1 0 0,1-1 0 0 0,-1 1 1 0 0,0 0-1 0 0,0-1 1 0 0,0 0-1 0 0,0 1 1 0 0,0-1-1 0 0,-1 0 1 0 0,-3 3-1 0 0,-4 1 12 0 0,0 0 1 0 0,0 0-1 0 0,-1-1 0 0 0,0 0 0 0 0,-17 5 1 0 0,-80 19-362 0 0,51-21-2667 0 0,2-7-5857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2276 0 0,'0'-3'2092'0'0,"0"1"-1818"0"0,1-1 0 0 0,0 1 1 0 0,-1 0-1 0 0,1 0 1 0 0,0 0-1 0 0,0-1 0 0 0,0 1 1 0 0,0 0-1 0 0,0 0 1 0 0,1 1-1 0 0,-1-1 0 0 0,0 0 1 0 0,1 0-1 0 0,0 1 0 0 0,-1-1 1 0 0,1 0-1 0 0,0 1 1 0 0,0 0-1 0 0,2-2 0 0 0,-1 2-95 0 0,0 0-1 0 0,1-1 0 0 0,-1 1 0 0 0,0 1 1 0 0,1-1-1 0 0,-1 0 0 0 0,0 1 1 0 0,1 0-1 0 0,-1 0 0 0 0,1 0 1 0 0,6 0-1 0 0,-4 1-49 0 0,1 1 1 0 0,-1-1-1 0 0,0 1 0 0 0,1 0 1 0 0,-1 0-1 0 0,0 1 1 0 0,0 0-1 0 0,-1 0 1 0 0,1 0-1 0 0,-1 1 0 0 0,1 0 1 0 0,-1 0-1 0 0,8 8 1 0 0,-9-7 50 0 0,0 1 1 0 0,0-1 0 0 0,0 1 0 0 0,-1 0 0 0 0,0 0-1 0 0,0 0 1 0 0,0 1 0 0 0,-1-1 0 0 0,0 1-1 0 0,0-1 1 0 0,-1 1 0 0 0,0 0 0 0 0,0 0 0 0 0,0-1-1 0 0,-1 1 1 0 0,0 0 0 0 0,0 0 0 0 0,-1 0 0 0 0,-2 11-1 0 0,-4 5 201 0 0,0 1-1 0 0,-2-1 1 0 0,-1-1-1 0 0,-14 26 0 0 0,-2 4 46 0 0,26-52-426 0 0,0 0 1 0 0,0 0 0 0 0,1 0 0 0 0,-1 0-1 0 0,0 0 1 0 0,0 0 0 0 0,0 0-1 0 0,0 0 1 0 0,0 0 0 0 0,0 0-1 0 0,0 0 1 0 0,1 0 0 0 0,-1 0 0 0 0,0 0-1 0 0,0 0 1 0 0,0 0 0 0 0,0 0-1 0 0,0 0 1 0 0,0 0 0 0 0,1 0-1 0 0,-1 0 1 0 0,0 0 0 0 0,0 0-1 0 0,0 0 1 0 0,0 0 0 0 0,0 0 0 0 0,0 0-1 0 0,0 0 1 0 0,0 1 0 0 0,1-1-1 0 0,-1 0 1 0 0,0 0 0 0 0,0 0-1 0 0,0 0 1 0 0,0 0 0 0 0,0 0 0 0 0,0 0-1 0 0,0 0 1 0 0,0 1 0 0 0,0-1-1 0 0,0 0 1 0 0,0 0 0 0 0,0 0-1 0 0,0 0 1 0 0,0 0 0 0 0,0 0-1 0 0,0 0 1 0 0,0 1 0 0 0,0-1 0 0 0,0 0-1 0 0,0 0 1 0 0,0 0 0 0 0,0 0-1 0 0,0 0 1 0 0,0 0 0 0 0,0 1-1 0 0,0-1 1 0 0,0 0 0 0 0,0 0 0 0 0,0 0-1 0 0,0 0 1 0 0,0 0 0 0 0,0 0-1 0 0,0 0 1 0 0,0 1 0 0 0,0-1-1 0 0,0 0 1 0 0,-1 0 0 0 0,1 0 0 0 0,16-8 74 0 0,17-14 26 0 0,20-28-103 0 0,-1-2 0 0 0,45-61 0 0 0,-51 59 26 0 0,-37 44-5 0 0,29-32 146 0 0,-36 41-141 0 0,-3 24 260 0 0,-2-1-1 0 0,-9 42 1 0 0,-2 16-73 0 0,11-54-100 0 0,1 1 0 0 0,4 47 0 0 0,-1-66-392 0 0,-1 0 0 0 0,2 1 0 0 0,-1-1 0 0 0,1 0 0 0 0,1-1 0 0 0,-1 1 0 0 0,2 0 0 0 0,-1-1 0 0 0,1 1 0 0 0,0-1 0 0 0,0 0 0 0 0,0 0 0 0 0,9 9 0 0 0,-9-12-183 0 0,1-1 0 0 0,-1 1 0 0 0,1-1-1 0 0,0 0 1 0 0,0 0 0 0 0,0-1 0 0 0,0 1 0 0 0,0-1-1 0 0,1 0 1 0 0,-1-1 0 0 0,1 1 0 0 0,-1-1 0 0 0,1 0-1 0 0,-1 0 1 0 0,1-1 0 0 0,6 0 0 0 0,10-1-54 0 0,1 0 0 0 0,40-10 0 0 0,-42 7 3012 0 0,-1 1-1 0 0,24-1 0 0 0,-34 3-1174 0 0,-9 0-1233 0 0,0 1 0 0 0,0 0 0 0 0,0-1-1 0 0,0 1 1 0 0,0 0 0 0 0,0 0 0 0 0,0 0 0 0 0,0 0 0 0 0,0 0-1 0 0,0 0 1 0 0,0 0 0 0 0,0 0 0 0 0,0 0 0 0 0,0 1 0 0 0,0-1-1 0 0,0 0 1 0 0,0 1 0 0 0,0-1 0 0 0,0 0 0 0 0,0 1 0 0 0,0-1-1 0 0,-1 1 1 0 0,1 0 0 0 0,0-1 0 0 0,0 1 0 0 0,0 0 0 0 0,-1-1 0 0 0,1 1-1 0 0,0 0 1 0 0,-1 0 0 0 0,1 0 0 0 0,0-1 0 0 0,0 3-1 0 0,1 5 216 0 0,0 0 0 0 0,-1 1-1 0 0,0-1 1 0 0,0 1-1 0 0,-1-1 1 0 0,0 1-1 0 0,-1 11 1 0 0,-13 64-227 0 0,4-30-5856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4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0 175 1508 0 0,'9'-18'5882'0'0,"15"-27"5612"0"0,-21 42-11220 0 0,-1 0 0 0 0,1-1 0 0 0,0 1 0 0 0,1 0 0 0 0,-1 0 0 0 0,0 1 0 0 0,1-1 1 0 0,-1 1-1 0 0,8-4 0 0 0,19-7 145 0 0,-1 2 1 0 0,50-11 0 0 0,-17 8-2231 0 0,21-6-9570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0 2336 0 0,'-43'28'5828'0'0,"-52"34"4918"0"0,94-61-10707 0 0,0-1-1 0 0,1 0 0 0 0,-1 1 1 0 0,1-1-1 0 0,-1 1 0 0 0,1-1 1 0 0,-1 1-1 0 0,1-1 0 0 0,-1 1 0 0 0,1 0 1 0 0,-1-1-1 0 0,1 1 0 0 0,0-1 1 0 0,-1 1-1 0 0,1 0 0 0 0,0-1 1 0 0,-1 1-1 0 0,1 1 0 0 0,6 5 646 0 0,17-1-208 0 0,12-5-834 0 0,0-3-1 0 0,0 0 1 0 0,0-3 0 0 0,39-9-1 0 0,-48 9-557 0 0,78-18-6788 0 0,-50 8-278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4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63 716 0 0,'11'-61'19551'0'0,"-10"59"-19065"0"0,-3 4-96 0 0,-12 11-65 0 0,2 0 0 0 0,0 0 0 0 0,0 2 1 0 0,-18 29-1 0 0,-33 72 663 0 0,50-91-673 0 0,-55 124 916 0 0,59-124-1080 0 0,0 1 1 0 0,2 1 0 0 0,1-1 0 0 0,-3 28 0 0 0,8-48-118 0 0,0-1-1 0 0,1 1 1 0 0,0-1 0 0 0,0 1 0 0 0,1-1-1 0 0,0 1 1 0 0,0-1 0 0 0,0 1 0 0 0,0-1-1 0 0,1 0 1 0 0,4 10 0 0 0,-4-12-14 0 0,0 0 0 0 0,0 0 0 0 0,0 0 0 0 0,1-1 0 0 0,-1 1 0 0 0,1-1 0 0 0,-1 1 0 0 0,1-1 0 0 0,0 0 0 0 0,0 0 0 0 0,0 0 0 0 0,0-1 0 0 0,0 1 0 0 0,1-1 0 0 0,-1 0 0 0 0,0 0 0 0 0,1 0 0 0 0,-1 0-1 0 0,8 1 1 0 0,1-1 14 0 0,1-1-1 0 0,0 0 1 0 0,-1 0-1 0 0,1-1 1 0 0,0-1-1 0 0,-1 0 1 0 0,1-1-1 0 0,-1 0 1 0 0,0-1-1 0 0,0 0 0 0 0,0-1 1 0 0,-1-1-1 0 0,1 0 1 0 0,-1 0-1 0 0,-1-1 1 0 0,1 0-1 0 0,10-10 1 0 0,-3 1-23 0 0,-1 0 1 0 0,0-2-1 0 0,-1 0 1 0 0,-1 0-1 0 0,-1-2 1 0 0,0 0-1 0 0,-2 0 1 0 0,12-26 0 0 0,-17 31-8 0 0,-1 0 1 0 0,0-1 0 0 0,-1 0 0 0 0,-1 0 0 0 0,0 0 0 0 0,-2 0 0 0 0,1-1 0 0 0,-1-32-1 0 0,-3 41-3 0 0,0-1 0 0 0,0 0 0 0 0,0 1-1 0 0,-1-1 1 0 0,0 1 0 0 0,-1-1 0 0 0,0 1-1 0 0,-1 0 1 0 0,1 0 0 0 0,-1 0 0 0 0,-1 1-1 0 0,1-1 1 0 0,-2 1 0 0 0,1 0 0 0 0,-1 1-1 0 0,1-1 1 0 0,-2 1 0 0 0,-10-9 0 0 0,8 9-165 0 0,0 0 1 0 0,0 0 0 0 0,-1 0 0 0 0,0 2 0 0 0,0-1 0 0 0,0 1-1 0 0,-1 0 1 0 0,-13-2 0 0 0,18 5-451 0 0,-1 0-1 0 0,1 0 1 0 0,-1 1-1 0 0,1 0 1 0 0,-1 0 0 0 0,-9 2-1 0 0,11-1-538 0 0,0 0 1 0 0,0 1-1 0 0,0-1 0 0 0,1 1 0 0 0,-1 0 1 0 0,0 0-1 0 0,1 1 0 0 0,-9 5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 1740 0 0,'0'0'18210'0'0,"-1"2"-17716"0"0,-137 184 2187 0 0,119-159-2787 0 0,-29 53 0 0 0,10-5-6369 0 0,24-46 641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73 139 2228 0 0,'-7'-7'1558'0'0,"1"-1"1"0"0,-1 0-1 0 0,1 0 0 0 0,1-1 0 0 0,0 0 1 0 0,-6-12-1 0 0,10 19-1377 0 0,1 0 0 0 0,-1 0 1 0 0,1 0-1 0 0,-1 0 1 0 0,1 0-1 0 0,0 0 0 0 0,0 0 1 0 0,0 0-1 0 0,0 0 0 0 0,0 0 1 0 0,0-1-1 0 0,0 1 0 0 0,1 0 1 0 0,-1 0-1 0 0,2-3 1 0 0,0 3-134 0 0,-1 0 0 0 0,0 0 0 0 0,1 0 1 0 0,0 0-1 0 0,0 0 0 0 0,-1 0 0 0 0,1 0 1 0 0,0 1-1 0 0,0-1 0 0 0,0 1 0 0 0,1-1 1 0 0,-1 1-1 0 0,0 0 0 0 0,1 0 0 0 0,3-1 1 0 0,-3 1-21 0 0,0 0 0 0 0,-1 0 0 0 0,1 0 0 0 0,0 0 0 0 0,0 1 0 0 0,0-1 0 0 0,0 1 0 0 0,0 0 0 0 0,-1 0 0 0 0,1 0 0 0 0,0 0 0 0 0,0 1 0 0 0,0-1 0 0 0,0 1 0 0 0,0 0 0 0 0,-1 0 0 0 0,1 0 0 0 0,0 0 0 0 0,0 0 0 0 0,-1 0 0 0 0,1 1 0 0 0,-1-1 0 0 0,1 1 0 0 0,-1 0 0 0 0,0 0 0 0 0,0 0 1 0 0,0 0-1 0 0,0 0 0 0 0,0 0 0 0 0,0 0 0 0 0,0 1 0 0 0,-1-1 0 0 0,1 1 0 0 0,0 3 0 0 0,2 0 76 0 0,-1 1 0 0 0,0 0 0 0 0,-1 0 0 0 0,0 0 0 0 0,0 1 0 0 0,-1-1 0 0 0,1 0 0 0 0,-2 1 0 0 0,1-1 0 0 0,-1 1 0 0 0,0-1 0 0 0,-2 11 0 0 0,-1-4 13 0 0,-1 0-1 0 0,0-1 1 0 0,-1 1-1 0 0,-1-1 1 0 0,0 0 0 0 0,-1-1-1 0 0,-11 17 1 0 0,-66 78 680 0 0,56-74-517 0 0,26-31-219 0 0,18-8-17 0 0,9-9-37 0 0,0-1 1 0 0,-2 0-1 0 0,0-2 0 0 0,22-22 1 0 0,-30 27-5 0 0,11-10 1 0 0,87-81 46 0 0,-96 87-43 0 0,-1-1 0 0 0,-1 0 1 0 0,0-2-1 0 0,14-25 1 0 0,-29 44-9 0 0,1 1 1 0 0,-1-1-1 0 0,1 0 1 0 0,-1 0 0 0 0,1 0-1 0 0,-1 0 1 0 0,0 0-1 0 0,0 0 1 0 0,1 0 0 0 0,-1 1-1 0 0,0-1 1 0 0,0 0-1 0 0,0 0 1 0 0,0 0-1 0 0,0 0 1 0 0,0-2 0 0 0,0 3-1 0 0,0 0 1 0 0,-1 0-1 0 0,1-1 0 0 0,0 1 1 0 0,0 0-1 0 0,-1 0 1 0 0,1-1-1 0 0,0 1 1 0 0,-1 0-1 0 0,1 0 1 0 0,0-1-1 0 0,0 1 0 0 0,-1 0 1 0 0,1 0-1 0 0,0 0 1 0 0,-1 0-1 0 0,1 0 1 0 0,-1 0-1 0 0,1 0 1 0 0,0-1-1 0 0,-1 1 0 0 0,1 0 1 0 0,0 0-1 0 0,-1 0 1 0 0,1 0-1 0 0,0 0 1 0 0,-1 1-1 0 0,-3-1-2 0 0,1 1 0 0 0,0 0 0 0 0,0 0 0 0 0,0 0 0 0 0,0 0 0 0 0,0 1 1 0 0,-5 2-1 0 0,-5 6 5 0 0,0 1 0 0 0,0 0 0 0 0,1 1 0 0 0,1 0 0 0 0,0 1 0 0 0,1 0 0 0 0,0 1 0 0 0,1 0 0 0 0,0 0 0 0 0,1 1 0 0 0,1 0 0 0 0,1 1 0 0 0,-7 21 0 0 0,11-31-5 0 0,1 0 0 0 0,0 0 0 0 0,0 1 0 0 0,1-1-1 0 0,0 0 1 0 0,0 1 0 0 0,0-1 0 0 0,0 0 0 0 0,1 1-1 0 0,1-1 1 0 0,-1 0 0 0 0,1 0 0 0 0,0 0 0 0 0,0 0-1 0 0,3 6 1 0 0,-1-5 40 0 0,1 0 0 0 0,0 0 0 0 0,0 0-1 0 0,1-1 1 0 0,-1 1 0 0 0,1-1 0 0 0,1-1-1 0 0,-1 1 1 0 0,1-1 0 0 0,9 5 0 0 0,-2-2-585 0 0,1 0 0 0 0,0-1 1 0 0,0-1-1 0 0,28 8 0 0 0,-24-9-1821 0 0,1-1-1 0 0,-1-1 0 0 0,26 1 1 0 0,-14-4-4735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5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36 1368 0 0,'-13'-31'13183'0'0,"14"31"-13149"0"0,-1 0 0 0 0,0 0 0 0 0,0-1 0 0 0,0 1 0 0 0,0 0-1 0 0,0-1 1 0 0,1 1 0 0 0,-1 0 0 0 0,0 0 0 0 0,0-1 0 0 0,0 1 0 0 0,1 0 0 0 0,-1 0-1 0 0,0 0 1 0 0,0-1 0 0 0,1 1 0 0 0,-1 0 0 0 0,0 0 0 0 0,1 0 0 0 0,-1 0 0 0 0,0 0-1 0 0,1-1 1 0 0,-1 1 0 0 0,0 0 0 0 0,0 0 0 0 0,1 0 0 0 0,-1 0 0 0 0,0 0-1 0 0,1 0 1 0 0,-1 0 0 0 0,0 0 0 0 0,1 0 0 0 0,-1 0 0 0 0,0 0 0 0 0,1 1 0 0 0,-1-1-1 0 0,0 0 1 0 0,1 0 0 0 0,-1 0 0 0 0,0 0 0 0 0,0 0 0 0 0,1 0 0 0 0,-1 1-1 0 0,2 0-15 0 0,0-1 0 0 0,0 1-1 0 0,-1 0 1 0 0,1 0-1 0 0,0 0 1 0 0,-1 0-1 0 0,1 0 1 0 0,-1 0-1 0 0,1 0 1 0 0,-1 1-1 0 0,0-1 1 0 0,0 1 0 0 0,1-1-1 0 0,-1 1 1 0 0,0-1-1 0 0,0 1 1 0 0,0 0-1 0 0,0-1 1 0 0,0 3-1 0 0,1 1 164 0 0,0 1 0 0 0,0-1 0 0 0,-1 0 1 0 0,2 10-1 0 0,-2-8 114 0 0,-1 1 0 0 0,-1-1 0 0 0,1 1 0 0 0,-1-1 0 0 0,0 1 0 0 0,-1-1 0 0 0,0 0 1 0 0,0 1-1 0 0,0-1 0 0 0,-6 11 0 0 0,-6 7 1079 0 0,-24 36 0 0 0,9-15-94 0 0,20-33-1045 0 0,7-10-183 0 0,0 0 1 0 0,1-1-1 0 0,-1 1 0 0 0,0 0 0 0 0,1 0 1 0 0,-1 0-1 0 0,1 0 0 0 0,0 1 0 0 0,0-1 0 0 0,-1 7 1 0 0,3-10-48 0 0,-1 1 1 0 0,1-1 0 0 0,-1 1 0 0 0,0 0 0 0 0,1-1-1 0 0,0 1 1 0 0,-1-1 0 0 0,1 1 0 0 0,-1-1-1 0 0,1 1 1 0 0,0-1 0 0 0,-1 0 0 0 0,1 1 0 0 0,0-1-1 0 0,-1 0 1 0 0,1 0 0 0 0,0 1 0 0 0,0-1 0 0 0,-1 0-1 0 0,1 0 1 0 0,0 0 0 0 0,0 0 0 0 0,-1 0-1 0 0,2 0 1 0 0,19 1 6 0 0,-21-1-14 0 0,30-1-482 0 0,-1-2 0 0 0,0-1 0 0 0,0-1 0 0 0,56-18 0 0 0,-65 17-65 0 0,139-47-5160 0 0,-57 8-1155 0 0,-31 9-726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41 2140 0 0,'-49'-20'11957'0'0,"29"10"-7504"0"0,195 1-4598 0 0,-115 8-2991 0 0,-1 1-3667 0 0,-35 0 741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1912 0 0,'-103'63'11711'0'0,"102"-63"-11646"0"0,1 1 0 0 0,-1-1 0 0 0,1 0 0 0 0,-1 0 0 0 0,1 1 0 0 0,-1-1 0 0 0,1 0 0 0 0,-1 1 0 0 0,1-1 0 0 0,-1 1 0 0 0,1-1 0 0 0,0 1 0 0 0,-1-1 1 0 0,1 0-1 0 0,0 1 0 0 0,-1-1 0 0 0,1 1 0 0 0,0-1 0 0 0,0 1 0 0 0,-1 0 0 0 0,1-1 0 0 0,0 1 0 0 0,0-1 0 0 0,0 1 0 0 0,8 7 675 0 0,20-2-295 0 0,51-5-387 0 0,86-9 1 0 0,-3-9-4384 0 0,-105 9 341 0 0,-2 0-1854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47 2012 0 0,'39'-44'10448'0'0,"-34"41"-9307"0"0,-3 3-381 0 0,-3 8-641 0 0,-4 11 419 0 0,-1-1 0 0 0,-1 0 0 0 0,-16 31 0 0 0,-1 2 54 0 0,12-23-314 0 0,-65 177 1058 0 0,67-175-1203 0 0,3 1 0 0 0,0 0-1 0 0,2 0 1 0 0,-3 59 0 0 0,8-82-89 0 0,0 0 0 0 0,1-1 1 0 0,0 1-1 0 0,0 0 1 0 0,1 0-1 0 0,0-1 0 0 0,0 1 1 0 0,1-1-1 0 0,-1 0 0 0 0,2 0 1 0 0,5 11-1 0 0,-6-15-4 0 0,-1 1 0 0 0,1-1 0 0 0,-1-1 0 0 0,1 1 0 0 0,0 0 0 0 0,0-1 0 0 0,0 1-1 0 0,1-1 1 0 0,-1 0 0 0 0,0 0 0 0 0,1 0 0 0 0,0-1 0 0 0,-1 1 0 0 0,1-1 0 0 0,0 0 0 0 0,0 0 0 0 0,-1 0 0 0 0,1 0 0 0 0,0-1 0 0 0,0 0 0 0 0,0 0 0 0 0,0 0 0 0 0,0 0 0 0 0,6-1 0 0 0,0-1 46 0 0,0 0 0 0 0,0 0 1 0 0,0-1-1 0 0,-1 0 0 0 0,1-1 0 0 0,-1 0 1 0 0,0-1-1 0 0,0 0 0 0 0,13-10 1 0 0,-9 5-17 0 0,-1 0 0 0 0,0-1 0 0 0,-1-1 0 0 0,-1 0 0 0 0,15-21 0 0 0,-7 5-3 0 0,-2 0 0 0 0,-1-2 0 0 0,-2 1 0 0 0,0-2 0 0 0,11-44 0 0 0,-16 44 9 0 0,-1 0-1 0 0,5-61 1 0 0,-11 80-76 0 0,0-1 0 0 0,-2 0 0 0 0,0 1 0 0 0,0-1 0 0 0,-1 1 0 0 0,0-1 0 0 0,-1 1 0 0 0,-1 0 0 0 0,0 0 0 0 0,-7-15 0 0 0,9 23-34 0 0,-1 0 0 0 0,0 0-1 0 0,0 0 1 0 0,0 0 0 0 0,-1 1 0 0 0,1-1 0 0 0,-1 1 0 0 0,0 0 0 0 0,0 0 0 0 0,0 0 0 0 0,0 0 0 0 0,-1 1 0 0 0,1 0 0 0 0,-1 0-1 0 0,1 0 1 0 0,-1 0 0 0 0,0 1 0 0 0,1 0 0 0 0,-8-1 0 0 0,9 1-154 0 0,0 1 0 0 0,0 0 0 0 0,0 0 1 0 0,0 0-1 0 0,0 1 0 0 0,0-1 0 0 0,1 1 0 0 0,-1-1 0 0 0,0 1 0 0 0,0 0 0 0 0,0 0 1 0 0,1 0-1 0 0,-1 0 0 0 0,-3 3 0 0 0,4-2-201 0 0,0 0 0 0 0,-1 0 0 0 0,1 0 0 0 0,0 0 1 0 0,1 0-1 0 0,-1 1 0 0 0,0-1 0 0 0,1 1 0 0 0,-1-1 0 0 0,1 1 0 0 0,0-1 0 0 0,0 1 0 0 0,0 0 1 0 0,0 0-1 0 0,0-1 0 0 0,0 6 0 0 0,1 9-3864 0 0,1-2-1924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17 616 0 0,'3'8'18270'0'0,"35"-15"-20630"0"0,2-4-5253 0 0,-23 4 1104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0 1576 0 0,'-11'5'11212'0'0,"7"-3"-10438"0"0,1 0 1 0 0,0 0-1 0 0,0 1 0 0 0,0 0 1 0 0,0-1-1 0 0,0 1 1 0 0,1 0-1 0 0,-5 6 0 0 0,-19 35-559 0 0,8-13 227 0 0,8-16-427 0 0,-13 29 0 0 0,11-11-1728 0 0,9-1-3320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96 640 0 0,'15'-9'3380'0'0,"-3"4"-811"0"0,0 0-525 0 0,-4 0-452 0 0,2 1 648 0 0,5-4-1468 0 0,-4 5-132 0 0,-1-1-124 0 0,3-1-100 0 0,1 0-100 0 0,5 0-304 0 0,1 0-612 0 0,0-2-624 0 0,2-1-888 0 0,5-1-1412 0 0,6 1-1749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8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0 832 0 0,'34'3'8531'0'0,"65"14"-1"0"0,-93-16-8295 0 0,-1 0 1 0 0,1 0-1 0 0,0 0 1 0 0,0-1-1 0 0,0 0 1 0 0,0 0-1 0 0,8-1 1 0 0,38-12-9975 0 0,-34 8 2105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8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1 992 0 0,'17'3'2820'0'0,"-1"-1"1041"0"0,6 1-1497 0 0,-4 0-1168 0 0,-1-4-1508 0 0,2-6-4084 0 0,-9 4 275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8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10 146 1752 0 0,'-1'-3'462'0'0,"-1"-1"-1"0"0,1 0 1 0 0,-1 0-1 0 0,1 0 1 0 0,0 0-1 0 0,1 0 0 0 0,-1 0 1 0 0,1-1-1 0 0,0 1 1 0 0,0 0-1 0 0,0 0 1 0 0,0 0-1 0 0,1 0 1 0 0,-1 0-1 0 0,1 0 1 0 0,0 0-1 0 0,3-7 1 0 0,-2 7-272 0 0,1 0 1 0 0,-1 0-1 0 0,1 0 1 0 0,0 0 0 0 0,0 1-1 0 0,0-1 1 0 0,1 1-1 0 0,-1 0 1 0 0,1 0 0 0 0,0 0-1 0 0,-1 0 1 0 0,1 1-1 0 0,8-4 1 0 0,-6 3-165 0 0,1 0 0 0 0,0 0 0 0 0,-1 1 0 0 0,1 1 0 0 0,0-1 0 0 0,0 1-1 0 0,0 0 1 0 0,0 0 0 0 0,0 1 0 0 0,0 0 0 0 0,0 0 0 0 0,0 1 0 0 0,0 0 0 0 0,0 0 0 0 0,0 1 0 0 0,0-1 0 0 0,0 2-1 0 0,-1-1 1 0 0,1 1 0 0 0,10 6 0 0 0,-10-5 25 0 0,-1 1-1 0 0,0 0 1 0 0,0 1-1 0 0,0-1 1 0 0,-1 1-1 0 0,0 0 1 0 0,0 0-1 0 0,0 1 1 0 0,-1-1-1 0 0,0 1 1 0 0,0 0-1 0 0,-1 0 1 0 0,1 1 0 0 0,-2-1-1 0 0,1 1 1 0 0,-1 0-1 0 0,0-1 1 0 0,-1 1-1 0 0,1 10 1 0 0,-2-5 53 0 0,0 0 0 0 0,-1 0 0 0 0,0 0 0 0 0,-1 0 1 0 0,-1-1-1 0 0,0 1 0 0 0,0-1 0 0 0,-1 0 0 0 0,-1 0 1 0 0,0 0-1 0 0,-9 14 0 0 0,-22 26 505 0 0,25-37-26 0 0,0-1-1 0 0,-9 20 1 0 0,24-35-538 0 0,11-6-22 0 0,-1 1 0 0 0,-1-2 0 0 0,1 0 0 0 0,-1-1 0 0 0,-1 0 0 0 0,14-12 0 0 0,70-72 40 0 0,-86 82-56 0 0,21-21 134 0 0,-1-2 0 0 0,-3-1 0 0 0,0-2 0 0 0,36-66 0 0 0,-62 95 3 0 0,-10 14-99 0 0,-10 14-26 0 0,3 1 16 0 0,2 0 1 0 0,1 2-1 0 0,1-1 0 0 0,1 2 1 0 0,1-1-1 0 0,1 2 1 0 0,-8 32-1 0 0,13-40-273 0 0,1-1 0 0 0,0 1 0 0 0,1 0 0 0 0,1 0 0 0 0,1 0 0 0 0,1 0 0 0 0,0 0 0 0 0,1 0 0 0 0,1 0 0 0 0,0 0 0 0 0,1-1 0 0 0,8 19 0 0 0,-10-29-483 0 0,1 0 0 0 0,0 0 0 0 0,0-1 0 0 0,7 10 0 0 0,11 4-4560 0 0,-6-11 304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48 0 0,'72'-92'11938'0'0,"-72"91"-11902"0"0,1 0 0 0 0,0 0-1 0 0,-1 1 1 0 0,1-1 0 0 0,0 0 0 0 0,0 0 0 0 0,0 0 0 0 0,0 1 0 0 0,0-1-1 0 0,0 1 1 0 0,0-1 0 0 0,0 0 0 0 0,0 1 0 0 0,0 0 0 0 0,0-1 0 0 0,0 1 0 0 0,0 0-1 0 0,0-1 1 0 0,0 1 0 0 0,1 0 0 0 0,-1 0 0 0 0,0 0 0 0 0,0 0 0 0 0,0 0 0 0 0,0 0-1 0 0,0 0 1 0 0,1 1 0 0 0,-1-1 0 0 0,0 0 0 0 0,0 0 0 0 0,0 1 0 0 0,0-1 0 0 0,0 1-1 0 0,0-1 1 0 0,0 1 0 0 0,0 0 0 0 0,0-1 0 0 0,0 1 0 0 0,0 0 0 0 0,0 0 0 0 0,-1-1-1 0 0,2 3 1 0 0,3 1 85 0 0,-1 1 0 0 0,0-1-1 0 0,-1 1 1 0 0,1 0 0 0 0,-1 0 0 0 0,4 10-1 0 0,-3-6 11 0 0,-1 1-1 0 0,0 0 1 0 0,0 1-1 0 0,-1-1 1 0 0,-1 0-1 0 0,0 0 1 0 0,0 1-1 0 0,-1-1 1 0 0,0 1-1 0 0,-1-1 1 0 0,0 0-1 0 0,0 1 1 0 0,-1-1-1 0 0,-1 0 1 0 0,-6 17-1 0 0,2-9 157 0 0,-1-1 0 0 0,-1 0 1 0 0,-1-1-1 0 0,0 0 0 0 0,-1 0 0 0 0,-1-1 0 0 0,-23 24 0 0 0,21-27 360 0 0,23-22-312 0 0,23-26-219 0 0,51-53-120 0 0,-24 23-80 0 0,108-92 0 0 0,-166 157 81 0 0,0 0 0 0 0,1 0-1 0 0,-1 0 1 0 0,1 1 0 0 0,-1-1 0 0 0,1 0 0 0 0,-1 1 0 0 0,1-1 0 0 0,-1 1 0 0 0,1-1-1 0 0,0 1 1 0 0,-1 0 0 0 0,1 0 0 0 0,0 0 0 0 0,-1 0 0 0 0,1 0 0 0 0,0 0 0 0 0,-1 0 0 0 0,1 1-1 0 0,-1-1 1 0 0,1 0 0 0 0,0 1 0 0 0,-1-1 0 0 0,1 1 0 0 0,-1 0 0 0 0,1 0 0 0 0,-1-1-1 0 0,1 1 1 0 0,-1 0 0 0 0,0 0 0 0 0,0 0 0 0 0,1 0 0 0 0,-1 1 0 0 0,0-1 0 0 0,0 0-1 0 0,0 0 1 0 0,1 2 0 0 0,3 4 4 0 0,-1-1-1 0 0,1 0 0 0 0,-1 1 1 0 0,0 0-1 0 0,-1 0 0 0 0,4 10 1 0 0,3 18-299 0 0,-2 1 0 0 0,4 37 0 0 0,-5-26-2926 0 0,0-22-3413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9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0 172 320 0 0,'9'-21'2756'0'0,"-1"4"-736"0"0,1 0-491 0 0,3 2-277 0 0,-2 2-268 0 0,3-1-212 0 0,1 2-180 0 0,3 0-120 0 0,2 2-92 0 0,3 3-72 0 0,0-1-76 0 0,1 1-92 0 0,6 2-364 0 0,-3 2-440 0 0,1-1-632 0 0,-2 1-1744 0 0,-1-1-1089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39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1 572 0 0,'-97'76'13192'0'0,"97"-76"-13170"0"0,0 0-1 0 0,0 0 1 0 0,-1 1-1 0 0,1-1 1 0 0,0 0 0 0 0,0 0-1 0 0,0 0 1 0 0,-1 1 0 0 0,1-1-1 0 0,0 0 1 0 0,0 0-1 0 0,0 1 1 0 0,0-1 0 0 0,0 0-1 0 0,0 1 1 0 0,-1-1 0 0 0,1 0-1 0 0,0 0 1 0 0,0 1-1 0 0,0-1 1 0 0,0 0 0 0 0,0 1-1 0 0,0-1 1 0 0,0 0 0 0 0,0 0-1 0 0,0 1 1 0 0,0-1-1 0 0,0 0 1 0 0,0 1 0 0 0,1-1-1 0 0,-1 0 1 0 0,0 1 0 0 0,0-1-1 0 0,0 0 1 0 0,0 0-1 0 0,0 1 1 0 0,0-1 0 0 0,1 0-1 0 0,-1 0 1 0 0,0 0 0 0 0,0 1-1 0 0,0-1 1 0 0,1 0-1 0 0,-1 0 1 0 0,0 0 0 0 0,0 1-1 0 0,1-1 1 0 0,-1 0 0 0 0,0 0-1 0 0,1 0 1 0 0,12 6 240 0 0,-13-6-254 0 0,18 4 30 0 0,-1-1-1 0 0,1-1 1 0 0,0-1-1 0 0,0 0 1 0 0,34-3-1 0 0,-10 0-750 0 0,120-12-6062 0 0,-100 6 1305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4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45 888 0 0,'-13'-19'9891'0'0,"-10"-6"-3008"0"0,21 25-6813 0 0,-1 1 0 0 0,0-1 1 0 0,0 1-1 0 0,0 0 0 0 0,0 0 1 0 0,1 0-1 0 0,-1 1 0 0 0,0-1 0 0 0,1 0 1 0 0,-1 1-1 0 0,1 0 0 0 0,-1 0 1 0 0,-1 2-1 0 0,-33 32 115 0 0,23-21-83 0 0,13-14-98 0 0,-128 138 287 0 0,115-121-277 0 0,0 1 0 0 0,1 0 0 0 0,1 1 1 0 0,0 0-1 0 0,2 1 0 0 0,-9 24 0 0 0,16-38-3 0 0,1-1 0 0 0,0 1 0 0 0,1-1 0 0 0,-1 1 0 0 0,1 0 0 0 0,0 0 0 0 0,1 0-1 0 0,0 0 1 0 0,0-1 0 0 0,0 1 0 0 0,1 0 0 0 0,0 0 0 0 0,1 0 0 0 0,-1-1 0 0 0,1 1 0 0 0,0-1 0 0 0,1 1 0 0 0,0-1 0 0 0,0 0 0 0 0,0 0-1 0 0,1 0 1 0 0,0 0 0 0 0,0-1 0 0 0,0 1 0 0 0,0-1 0 0 0,1 0 0 0 0,0 0 0 0 0,0-1 0 0 0,1 0 0 0 0,-1 0 0 0 0,1 0 0 0 0,0 0 0 0 0,7 2-1 0 0,-3 0 22 0 0,1-2 0 0 0,-1 1 0 0 0,1-1-1 0 0,0-1 1 0 0,1 0 0 0 0,-1-1 0 0 0,0 0-1 0 0,1 0 1 0 0,-1-2 0 0 0,1 1 0 0 0,-1-1-1 0 0,1-1 1 0 0,0 0 0 0 0,15-4-1 0 0,-17 3-7 0 0,0-2-1 0 0,0 1 0 0 0,-1-1 0 0 0,1 0 0 0 0,-1-1 0 0 0,0 0 0 0 0,-1-1 0 0 0,1 0 0 0 0,-1 0 0 0 0,0-1 0 0 0,0 0 0 0 0,-1 0 0 0 0,0-1 0 0 0,-1 0 0 0 0,1 0 0 0 0,7-13 1 0 0,-5 5 5 0 0,-1-1 1 0 0,0 0-1 0 0,-2-1 1 0 0,1 0-1 0 0,-2 0 1 0 0,-1 0-1 0 0,0 0 1 0 0,2-31-1 0 0,-5 32 54 0 0,-1 1-1 0 0,0-1 0 0 0,-1 1 1 0 0,-1-1-1 0 0,0 1 0 0 0,-2 0 1 0 0,0 0-1 0 0,0 0 0 0 0,-2 0 1 0 0,-7-15-1 0 0,10 25-190 0 0,0 0 1 0 0,-1 0-1 0 0,1 0 1 0 0,-1 1-1 0 0,0 0 1 0 0,-1 0-1 0 0,0 0 1 0 0,1 0-1 0 0,-1 1 1 0 0,-1 0-1 0 0,1 0 1 0 0,-1 0-1 0 0,1 1 0 0 0,-1 0 1 0 0,0 0-1 0 0,0 0 1 0 0,-1 0-1 0 0,1 1 1 0 0,0 1-1 0 0,-1-1 1 0 0,1 1-1 0 0,-1 0 1 0 0,0 0-1 0 0,-7 0 1 0 0,-11 2-1969 0 0,-1 1 1 0 0,1 1-1 0 0,0 1 1 0 0,-48 15-1 0 0,21-4-4192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0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24 660 0 0,'6'-9'7433'0'0,"2"-6"-1405"0"0,-5 35-5747 0 0,-5 26 174 0 0,-3-1-1 0 0,-13 59 1 0 0,-5 47-2029 0 0,19-77-6281 0 0,5-61 3922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42 2620 0 0,'1'-5'1176'0'0,"-1"1"-1"0"0,1 0 0 0 0,0 0 0 0 0,1 0 1 0 0,-1 0-1 0 0,1 0 0 0 0,9-8 3722 0 0,-11 11-4838 0 0,5 19 1720 0 0,-22 193-306 0 0,5-100-6353 0 0,7-77-1425 0 0,5-17 839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1204 0 0,'2'-28'3235'0'0,"0"-3"1613"0"0,11-55 1 0 0,-13 85-4828 0 0,0 0 0 0 0,0 1 0 0 0,0-1 0 0 0,1 1 0 0 0,-1-1 0 0 0,0 0 0 0 0,1 1 0 0 0,-1-1 0 0 0,1 1 0 0 0,-1-1 0 0 0,0 1 0 0 0,1-1 0 0 0,-1 1 0 0 0,1-1 0 0 0,-1 1 0 0 0,1 0 0 0 0,0-1 0 0 0,-1 1 0 0 0,1 0 0 0 0,-1-1 0 0 0,1 1 0 0 0,-1 0 0 0 0,1 0 0 0 0,0 0 0 0 0,-1-1 0 0 0,1 1 0 0 0,0 0 0 0 0,-1 0 0 0 0,1 0 0 0 0,0 0 0 0 0,-1 0 0 0 0,1 0 0 0 0,0 0 0 0 0,-1 0 0 0 0,1 1 0 0 0,0-1 0 0 0,-1 0 0 0 0,1 0 0 0 0,26 13 192 0 0,-14-3-156 0 0,0 1 0 0 0,0 1 1 0 0,-1 0-1 0 0,0 0 0 0 0,15 23 0 0 0,-5-3 15 0 0,24 47 0 0 0,-25-37-18 0 0,-2 2 1 0 0,-1 0-1 0 0,-3 0 1 0 0,-2 2-1 0 0,-1 0 1 0 0,-3 0-1 0 0,-1 1 1 0 0,-3 0-1 0 0,-1 0 1 0 0,-3 1-1 0 0,-2-1 1 0 0,-2 0-1 0 0,-13 71 1 0 0,-3-32-651 0 0,-55 159 0 0 0,-18-34-6185 0 0,47-124 740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1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1832 0 0,'8'-6'7121'0'0,"-3"-1"-4641"0"0,2 0-348 0 0,1 0-1356 0 0,-1 2-1388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4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93 848 0 0,'0'0'5573'0'0,"-6"22"-2710"0"0,-3-5-1520 0 0,-1-1-1 0 0,-13 18 1 0 0,22-33-874 0 0,-2 2 149 0 0,3-3-574 0 0,0 0 1 0 0,0 1-1 0 0,0-1 0 0 0,0 0 0 0 0,0 0 0 0 0,0 0 0 0 0,0 1 1 0 0,0-1-1 0 0,0 0 0 0 0,0 0 0 0 0,-1 0 0 0 0,1 1 0 0 0,0-1 0 0 0,0 0 1 0 0,0 0-1 0 0,0 0 0 0 0,0 0 0 0 0,-1 0 0 0 0,1 1 0 0 0,0-1 0 0 0,0 0 1 0 0,0 0-1 0 0,0 0 0 0 0,-1 0 0 0 0,1 0 0 0 0,0 0 0 0 0,0 0 0 0 0,0 0 1 0 0,-1 0-1 0 0,1 0 0 0 0,0 0 0 0 0,0 0 0 0 0,0 0 0 0 0,-1 0 0 0 0,1 0 1 0 0,0 0-1 0 0,0 0 0 0 0,-1 0 0 0 0,1 0 0 0 0,0 0 0 0 0,0 0 0 0 0,-1 0-28 0 0,0-1 0 0 0,0 0-1 0 0,0 1 1 0 0,0-1-1 0 0,0 0 1 0 0,0 0-1 0 0,0 0 1 0 0,0 0-1 0 0,1 0 1 0 0,-1 0 0 0 0,0 0-1 0 0,1 0 1 0 0,-1 0-1 0 0,1 0 1 0 0,-1 0-1 0 0,1 0 1 0 0,-1 0-1 0 0,1 0 1 0 0,0-2 0 0 0,-2-30 140 0 0,4 12-119 0 0,8-28 0 0 0,-9 44-32 0 0,1-3-29 0 0,0 1 1 0 0,0 0 0 0 0,1 0 0 0 0,0 0-1 0 0,6-11 1 0 0,-9 18 20 0 0,1-1-1 0 0,-1 1 1 0 0,1-1-1 0 0,-1 1 1 0 0,1-1-1 0 0,0 1 1 0 0,-1-1-1 0 0,1 1 1 0 0,-1-1-1 0 0,1 1 1 0 0,0 0-1 0 0,0-1 1 0 0,-1 1-1 0 0,1 0 1 0 0,0 0-1 0 0,-1-1 1 0 0,1 1-1 0 0,0 0 1 0 0,0 0-1 0 0,-1 0 0 0 0,1 0 1 0 0,0 0-1 0 0,0 0 1 0 0,-1 0-1 0 0,1 0 1 0 0,0 0-1 0 0,0 1 1 0 0,-1-1-1 0 0,1 0 1 0 0,1 1-1 0 0,18 9-37 0 0,-14-5 39 0 0,0 0 0 0 0,-1 0-1 0 0,1 1 1 0 0,-2 0 0 0 0,1 0 0 0 0,0 0-1 0 0,-1 0 1 0 0,0 1 0 0 0,5 11-1 0 0,-2 0 9 0 0,0 0 0 0 0,7 29-1 0 0,-8-16 79 0 0,-1 1-1 0 0,-2-1 1 0 0,-1 1-1 0 0,-2 0 1 0 0,-1 0-1 0 0,-1-1 0 0 0,-2 1 1 0 0,-1-1-1 0 0,-1 1 1 0 0,-2-2-1 0 0,-1 1 1 0 0,-1-1-1 0 0,-2-1 1 0 0,-1 0-1 0 0,-17 28 1 0 0,23-46 520 0 0,0 1 1 0 0,-14 17 0 0 0,17-25-440 0 0,1-1 1 0 0,-1 1 0 0 0,1-1-1 0 0,-1 0 1 0 0,0 0 0 0 0,0 0-1 0 0,-1-1 1 0 0,1 0 0 0 0,0 1-1 0 0,-7 1 1 0 0,9-4-117 0 0,-1 1 0 0 0,0-1 0 0 0,0 1 0 0 0,0-1 0 0 0,1 0 0 0 0,-1 0 1 0 0,0-1-1 0 0,0 1 0 0 0,0 0 0 0 0,1-1 0 0 0,-1 0 0 0 0,0 0 0 0 0,-4-1 0 0 0,-34-20 207 0 0,26 13-175 0 0,-8-4 151 0 0,-23-19 1 0 0,-1 0-2887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4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354 145 2392 0 0,'60'-139'14775'0'0,"-60"139"-14752"0"0,0 0 0 0 0,0 0 1 0 0,0 0-1 0 0,0 0 0 0 0,0-1 1 0 0,0 1-1 0 0,0 0 0 0 0,0 0 1 0 0,0 0-1 0 0,0-1 0 0 0,0 1 0 0 0,0 0 1 0 0,0 0-1 0 0,0 0 0 0 0,0-1 1 0 0,0 1-1 0 0,0 0 0 0 0,0 0 1 0 0,0 0-1 0 0,1 0 0 0 0,-1-1 0 0 0,0 1 1 0 0,0 0-1 0 0,0 0 0 0 0,0 0 1 0 0,0 0-1 0 0,0 0 0 0 0,1-1 0 0 0,-1 1 1 0 0,0 0-1 0 0,0 0 0 0 0,0 0 1 0 0,0 0-1 0 0,1 0 0 0 0,-1 0 1 0 0,0 0-1 0 0,0 0 0 0 0,0 0 0 0 0,1 0 1 0 0,-1 0-1 0 0,0 0 0 0 0,0 0 1 0 0,0 0-1 0 0,1 0 0 0 0,-1 0 1 0 0,0 0-1 0 0,0 0 0 0 0,0 0 0 0 0,1 0 1 0 0,-1 0-1 0 0,4 13 259 0 0,-1 21-169 0 0,-36 386 897 0 0,19-287-890 0 0,-18 162 97 0 0,-28 291 241 0 0,56-538-431 0 0,1 1 0 0 0,9 94-1 0 0,-6-141-25 0 0,0-1 1 0 0,0 0-1 0 0,0 1 0 0 0,0-1 0 0 0,0 0 0 0 0,1 1 0 0 0,-1-1 1 0 0,1 0-1 0 0,-1 1 0 0 0,1-1 0 0 0,-1 0 0 0 0,1 0 0 0 0,0 0 1 0 0,-1 0-1 0 0,1 1 0 0 0,0-1 0 0 0,0 0 0 0 0,0 0 0 0 0,0-1 1 0 0,0 1-1 0 0,0 0 0 0 0,0 0 0 0 0,0 0 0 0 0,1-1 0 0 0,0 2 1 0 0,0-2 1 0 0,0 0 1 0 0,0 1-1 0 0,0-1 1 0 0,1 0 0 0 0,-1-1-1 0 0,0 1 1 0 0,0 0-1 0 0,0 0 1 0 0,0-1-1 0 0,0 1 1 0 0,0-1 0 0 0,0 0-1 0 0,0 0 1 0 0,3-1-1 0 0,3-3 7 0 0,0 0 0 0 0,0 0 0 0 0,-1-1 0 0 0,0 0-1 0 0,0 0 1 0 0,9-10 0 0 0,-11 9-7 0 0,1 0-1 0 0,-1-1 1 0 0,0 0-1 0 0,-1 1 1 0 0,1-1 0 0 0,-2-1-1 0 0,1 1 1 0 0,-1-1-1 0 0,0 1 1 0 0,-1-1 0 0 0,0 0-1 0 0,-1 0 1 0 0,1-17 0 0 0,-2 14-11 0 0,-1 1 1 0 0,0-1 0 0 0,-1 1 0 0 0,0 0 0 0 0,-1 0 0 0 0,-1 0 0 0 0,0 0 0 0 0,0 0 0 0 0,-11-19 0 0 0,3 10 118 0 0,-2 1 0 0 0,0 0 0 0 0,-1 1 0 0 0,-1 0 0 0 0,0 2 0 0 0,-2 0 0 0 0,0 0 0 0 0,0 2 0 0 0,-1 0 0 0 0,-25-13 0 0 0,-147-65 1041 0 0,189 91-1155 0 0,1 1 0 0 0,0-1 1 0 0,0 0-1 0 0,-1 0 0 0 0,1 0 0 0 0,0 0 1 0 0,0 0-1 0 0,0 0 0 0 0,0-1 0 0 0,0 1 1 0 0,1 0-1 0 0,-1 0 0 0 0,0-1 0 0 0,0 1 1 0 0,1 0-1 0 0,-1-1 0 0 0,1 1 0 0 0,-1-1 1 0 0,1 1-1 0 0,0-1 0 0 0,0 1 1 0 0,0-1-1 0 0,-1 1 0 0 0,1-1 0 0 0,0 1 1 0 0,1 0-1 0 0,-1-1 0 0 0,0 1 0 0 0,0-1 1 0 0,1 1-1 0 0,-1-1 0 0 0,1 1 0 0 0,-1-1 1 0 0,1 1-1 0 0,-1 0 0 0 0,1-1 0 0 0,0 1 1 0 0,1-2-1 0 0,4-6-114 0 0,0 0 0 0 0,0 1 0 0 0,1 0 0 0 0,8-9 0 0 0,30-25-1368 0 0,0 1 0 0 0,55-35 0 0 0,37-17-6855 0 0,-72 53 1104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79 408 0 0,'-25'-78'18223'0'0,"14"88"-17749"0"0,8-4-403 0 0,-1 1 1 0 0,1-1-1 0 0,0 1 1 0 0,1 0-1 0 0,-1 0 1 0 0,2 0-1 0 0,-2 7 0 0 0,-2 7 44 0 0,-15 56 334 0 0,-14 115 1 0 0,11 82-157 0 0,21-48-243 0 0,4-201-25 0 0,0 0-1 0 0,2 0 1 0 0,1 0-1 0 0,1-1 1 0 0,1 0-1 0 0,20 45 1 0 0,-24-63-107 0 0,0-1 1 0 0,0 1 0 0 0,1-1 0 0 0,0 1-1 0 0,0-1 1 0 0,0-1 0 0 0,0 1 0 0 0,11 7 0 0 0,-14-11-125 0 0,1 1 0 0 0,-1-2 1 0 0,1 1-1 0 0,0 0 0 0 0,0 0 1 0 0,-1 0-1 0 0,1-1 0 0 0,0 1 1 0 0,0-1-1 0 0,0 0 0 0 0,0 1 1 0 0,0-1-1 0 0,-1 0 0 0 0,4 0 1 0 0,-3-1-284 0 0,0 1 0 0 0,0-1 0 0 0,0 1 0 0 0,0-1 0 0 0,0 0 0 0 0,0 0 1 0 0,0 0-1 0 0,0 0 0 0 0,0 0 0 0 0,-1 0 0 0 0,1-1 0 0 0,-1 1 0 0 0,1-1 1 0 0,-1 1-1 0 0,3-4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21 253 2484 0 0,'-5'-18'1600'0'0,"0"0"-1"0"0,1-1 0 0 0,1 1 1 0 0,-1-38-1 0 0,5 51-1487 0 0,-1 0 0 0 0,1 0-1 0 0,-1 0 1 0 0,1 0 0 0 0,1 0 0 0 0,-1 0 0 0 0,1 0 0 0 0,-1 1-1 0 0,2-1 1 0 0,-1 1 0 0 0,0-1 0 0 0,1 1 0 0 0,0 0-1 0 0,0 0 1 0 0,0 0 0 0 0,0 0 0 0 0,1 1 0 0 0,-1-1 0 0 0,1 1-1 0 0,0 0 1 0 0,0 0 0 0 0,0 0 0 0 0,1 0 0 0 0,4-1 0 0 0,-1 0-62 0 0,1 1 1 0 0,0 0 0 0 0,0 0 0 0 0,0 1 0 0 0,1 0 0 0 0,-1 1 0 0 0,1 0 0 0 0,-1 1 0 0 0,0-1-1 0 0,1 2 1 0 0,-1 0 0 0 0,1 0 0 0 0,-1 0 0 0 0,0 1 0 0 0,1 1 0 0 0,12 4 0 0 0,-9-2 32 0 0,0 1 0 0 0,-1 0 0 0 0,1 0-1 0 0,-1 2 1 0 0,-1-1 0 0 0,1 1 0 0 0,-1 1 0 0 0,-1 0 0 0 0,1 1 0 0 0,13 17 0 0 0,-20-22 150 0 0,0 1 0 0 0,0 0 0 0 0,-1 0 0 0 0,0 0-1 0 0,0 0 1 0 0,0 1 0 0 0,-1-1 0 0 0,0 1 0 0 0,0-1 0 0 0,-1 1 0 0 0,0 0 0 0 0,1 13-1 0 0,-3-10 27 0 0,1 0-1 0 0,-1 0 0 0 0,-1 0 1 0 0,0 0-1 0 0,0 0 0 0 0,-1-1 1 0 0,0 1-1 0 0,-6 11 0 0 0,3-8-19 0 0,-1 1 0 0 0,-1-2 0 0 0,0 1 0 0 0,-1-1 0 0 0,0 0 0 0 0,-1-1 0 0 0,0 0 0 0 0,-1 0 0 0 0,0-1 0 0 0,-1-1 0 0 0,-25 16 0 0 0,31-21-241 0 0,-1-1 0 0 0,0 0 1 0 0,0 0-1 0 0,0-1 0 0 0,0 1 0 0 0,-1-2 0 0 0,1 1 1 0 0,-1-1-1 0 0,1 0 0 0 0,-1 0 0 0 0,1-1 0 0 0,-1 0 0 0 0,0-1 1 0 0,-14-2-1 0 0,21 3-140 0 0,0-1 1 0 0,0 1-1 0 0,0 0 0 0 0,0-1 1 0 0,0 1-1 0 0,0-1 1 0 0,0 1-1 0 0,0-1 0 0 0,0 0 1 0 0,0 1-1 0 0,1-1 1 0 0,-1 0-1 0 0,0 0 1 0 0,0 0-1 0 0,1 1 0 0 0,-1-1 1 0 0,0 0-1 0 0,1 0 1 0 0,-1 0-1 0 0,1 0 0 0 0,-1 0 1 0 0,1 0-1 0 0,0 0 1 0 0,-1 0-1 0 0,1 0 0 0 0,0 0 1 0 0,0 0-1 0 0,0 0 1 0 0,-1-1-1 0 0,1 1 1 0 0,0 0-1 0 0,1 0 0 0 0,-1 0 1 0 0,0 0-1 0 0,0 0 1 0 0,0 0-1 0 0,1-2 0 0 0,1-3-1374 0 0,1-1-1 0 0,-1 1 1 0 0,1 0-1 0 0,6-9 0 0 0,-7 12 261 0 0,9-14-5367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70 1736 0 0,'21'-70'18128'0'0,"-39"97"-17344"0"0,-6 31-302 0 0,-26 95 0 0 0,31-91-335 0 0,-52 205 358 0 0,64-230-563 0 0,2-1 1 0 0,1 1-1 0 0,2 0 0 0 0,1 0 1 0 0,7 54-1 0 0,-5-82-333 0 0,0 0 0 0 0,1-1 0 0 0,1 1 0 0 0,-1-1-1 0 0,6 11 1 0 0,9 6-2690 0 0,-14-22 2254 0 0,-1-1 1 0 0,1 0-1 0 0,0 0 0 0 0,0 0 0 0 0,-1 0 0 0 0,1 0 0 0 0,4 1 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72 2592 0 0,'1'-15'4369'0'0,"1"0"0"0"0,4-19 0 0 0,-5 27-2851 0 0,-2 8-1395 0 0,0 0 0 0 0,0 0 0 0 0,1 1 0 0 0,-1-1 0 0 0,0 0 0 0 0,0 0 0 0 0,1 1 0 0 0,-1-1 0 0 0,1 1 0 0 0,-1-1 0 0 0,1 0 0 0 0,0 1 0 0 0,-1 1-1 0 0,-1 5 326 0 0,-149 436 3192 0 0,143-418-3221 0 0,6-25-232 0 0,3-13-140 0 0,8-36-91 0 0,2 1 0 0 0,3 0 0 0 0,1 0 0 0 0,2 2 0 0 0,2 0-1 0 0,39-65 1 0 0,-56 106 39 0 0,24-35-92 0 0,-24 36 84 0 0,0 0 0 0 0,1 0 0 0 0,-1 0 0 0 0,1 0 0 0 0,0 1 0 0 0,0-1 0 0 0,0 1 0 0 0,0 0 0 0 0,6-3-1 0 0,-8 4 9 0 0,1 0 0 0 0,0 1 0 0 0,0-1-1 0 0,0 1 1 0 0,0 0 0 0 0,-1-1 0 0 0,1 1-1 0 0,0 0 1 0 0,0 0 0 0 0,0 0 0 0 0,0 0-1 0 0,0 1 1 0 0,0-1 0 0 0,0 0 0 0 0,-1 1-1 0 0,1-1 1 0 0,0 1 0 0 0,0 0-1 0 0,2 1 1 0 0,-1 0 0 0 0,0 0-1 0 0,0 0 1 0 0,0 1-1 0 0,0 0 0 0 0,-1-1 1 0 0,1 1-1 0 0,-1 0 1 0 0,1 0-1 0 0,1 4 1 0 0,2 4 2 0 0,0 0 1 0 0,-1 1 0 0 0,-1-1-1 0 0,6 23 1 0 0,25 187 658 0 0,-19-96-7085 0 0,-16-123 5588 0 0,1 3 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6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106 153 460 0 0,'-105'-21'16358'0'0,"133"11"-15917"0"0,150-44-1597 0 0,-63 5-6813 0 0,-77 30 2239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6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47 2596 0 0,'-5'-20'6726'0'0,"-6"-5"-2128"0"0,10 24-4301 0 0,13 25 1649 0 0,6 11-1115 0 0,-2 1-1 0 0,-1 0 1 0 0,-2 1-1 0 0,-2 1 1 0 0,-1 0-1 0 0,9 74 1 0 0,-16-81-678 0 0,-2 1 0 0 0,-1-1 0 0 0,-1 1-1 0 0,-2-1 1 0 0,-1 0 0 0 0,-2 0 0 0 0,-1 0 0 0 0,-1 0 0 0 0,-13 29-1 0 0,16-48-301 0 0,-42 94 538 0 0,40-94-1628 0 0,0 0 0 0 0,-1 0-1 0 0,-13 14 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662 14 2200 0 0,'6'-13'12669'0'0,"-14"27"-12663"0"0,0 0 0 0 0,-1 0 0 0 0,-1-1 0 0 0,-22 23 1 0 0,12-13 0 0 0,-242 250-720 0 0,74-101-4558 0 0,58-57-1248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7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49 1320 0 0,'-1'-3'2278'0'0,"-23"-36"8102"0"0,17 33-9194 0 0,6 7-1153 0 0,-1 1 1 0 0,1 0-1 0 0,-1 1 0 0 0,1-1 0 0 0,0 0 0 0 0,0 0 1 0 0,0 1-1 0 0,0-1 0 0 0,0 0 0 0 0,0 1 1 0 0,1-1-1 0 0,-1 1 0 0 0,0 4 0 0 0,-2 42 160 0 0,2-26-117 0 0,-3 27-642 0 0,1 0 0 0 0,9 96 1 0 0,-2-122-5973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17 163 1668 0 0,'-7'-117'11034'0'0,"1"72"-8949"0"0,5 44-1927 0 0,-2 16-3359 0 0,6 8-2029 0 0,-1-13 1120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7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1 172 0 0,'1'2'2766'0'0,"1"4"-1824"0"0,0-1 0 0 0,-1 1 0 0 0,1 0 0 0 0,-1 0 0 0 0,0 0 0 0 0,-1 0 0 0 0,1 0 0 0 0,-2 11 0 0 0,-7 57 341 0 0,4-38-604 0 0,-1 6-247 0 0,-20 77 1 0 0,23-116-391 0 0,1 0 1 0 0,0 0-1 0 0,-1 0 1 0 0,0 0 0 0 0,0 0-1 0 0,0-1 1 0 0,0 1-1 0 0,-4 3 1 0 0,5-4 16 0 0,-2-3-16 0 0,-16-4 3 0 0,15-1-44 0 0,4 4 4 0 0,-4-4-6 0 0,1 0-1 0 0,0 0 1 0 0,0 0 0 0 0,1-1-1 0 0,0 1 1 0 0,0-1 0 0 0,0 1-1 0 0,1-1 1 0 0,0 0 0 0 0,0-12-1 0 0,1 2-11 0 0,1 0 0 0 0,0 0 0 0 0,5-19-1 0 0,-5 27 9 0 0,1 1-1 0 0,1-1 0 0 0,0 0 1 0 0,0 1-1 0 0,0-1 0 0 0,1 1 1 0 0,0 0-1 0 0,1 0 0 0 0,0 1 1 0 0,0-1-1 0 0,0 1 0 0 0,1 0 1 0 0,1 0-1 0 0,-1 1 0 0 0,1 0 1 0 0,0 0-1 0 0,0 0 0 0 0,0 1 1 0 0,14-7-1 0 0,-17 11 4 0 0,0 1 0 0 0,0-1 0 0 0,0 1 1 0 0,0 0-1 0 0,0 0 0 0 0,0 0 0 0 0,0 1 0 0 0,0-1 0 0 0,0 1 0 0 0,0 0 0 0 0,0 0 1 0 0,0 1-1 0 0,0-1 0 0 0,0 1 0 0 0,-1 0 0 0 0,1 0 0 0 0,-1 0 0 0 0,1 0 1 0 0,4 4-1 0 0,-2 0 9 0 0,0 0-1 0 0,0 1 1 0 0,-1 0 0 0 0,0-1 0 0 0,0 2 0 0 0,0-1 0 0 0,3 9 0 0 0,23 59 103 0 0,-10-21-41 0 0,-18-49-57 0 0,2 6-273 0 0,0 0-1 0 0,0 0 1 0 0,11 14-1 0 0,-14-23-128 0 0,0 0 0 0 0,0 1-1 0 0,0-1 1 0 0,0 0 0 0 0,0 0 0 0 0,1 0-1 0 0,-1 0 1 0 0,0-1 0 0 0,1 1 0 0 0,-1-1-1 0 0,1 1 1 0 0,0-1 0 0 0,0 0 0 0 0,-1 0-1 0 0,1 0 1 0 0,0 0 0 0 0,0-1 0 0 0,0 1-1 0 0,5-1 1 0 0,7-1-3256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8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604 234 1772 0 0,'4'-23'1437'0'0,"1"-6"1200"0"0,2-45-1 0 0,-7 67-2277 0 0,0-1-1 0 0,0 1 0 0 0,-1 0 1 0 0,0-1-1 0 0,0 1 0 0 0,0 0 1 0 0,-1 0-1 0 0,-1 0 0 0 0,1 0 1 0 0,-1 1-1 0 0,-6-12 1 0 0,9 17-320 0 0,-1 1 0 0 0,1-1 0 0 0,-1 0 0 0 0,1 0 0 0 0,-1 1 0 0 0,0-1 0 0 0,1 0 0 0 0,-1 0 0 0 0,0 1 0 0 0,0-1 1 0 0,0 1-1 0 0,1-1 0 0 0,-1 1 0 0 0,0-1 0 0 0,0 1 0 0 0,0 0 0 0 0,0-1 0 0 0,0 1 0 0 0,0 0 0 0 0,0 0 0 0 0,0-1 1 0 0,0 1-1 0 0,0 0 0 0 0,0 0 0 0 0,0 0 0 0 0,-2 1 0 0 0,1-1-3 0 0,-1 1 0 0 0,1 0-1 0 0,0 0 1 0 0,-1 0 0 0 0,1 1 0 0 0,0-1 0 0 0,0 0-1 0 0,-1 1 1 0 0,1-1 0 0 0,-2 3 0 0 0,-5 5 68 0 0,1 0 0 0 0,0 1 0 0 0,-9 14 0 0 0,-6 14 250 0 0,1 1 0 0 0,3 1 0 0 0,1 1 0 0 0,2 0 0 0 0,-22 86 0 0 0,21-42 199 0 0,3 0 1 0 0,-3 99-1 0 0,18 223 734 0 0,31-1-490 0 0,-26-347-640 0 0,-2 1 0 0 0,-3-1-1 0 0,-9 73 1 0 0,7-122-115 0 0,-1-1-1 0 0,0 1 1 0 0,0 0-1 0 0,-1-1 0 0 0,-1 0 1 0 0,1 0-1 0 0,-10 16 1 0 0,11-22-97 0 0,1-1 0 0 0,-1 1 0 0 0,0-1 0 0 0,0 0 0 0 0,0 0 0 0 0,0 0 0 0 0,0 0 0 0 0,0 0 0 0 0,-1 0 0 0 0,1 0 0 0 0,-1-1 0 0 0,1 0 0 0 0,-1 1 0 0 0,0-1 0 0 0,1 0 0 0 0,-1 0 0 0 0,0 0 0 0 0,0 0 0 0 0,0-1 0 0 0,0 1 0 0 0,0-1 0 0 0,0 0 0 0 0,0 0 0 0 0,0 0 0 0 0,1 0 0 0 0,-1 0 0 0 0,0-1-1 0 0,0 1 1 0 0,-6-3 0 0 0,0 0-336 0 0,0-1-1 0 0,0-1 1 0 0,0 0-1 0 0,0 0 1 0 0,1-1-1 0 0,0 0 1 0 0,0 0-1 0 0,0-1 1 0 0,1 0-1 0 0,0 0 1 0 0,0-1-1 0 0,-8-12 1 0 0,-1-3-307 0 0,1-1 0 0 0,1 0 0 0 0,-13-34-1 0 0,15 28 552 0 0,1-1 0 0 0,2-1 0 0 0,1 0 0 0 0,1 0 0 0 0,2 0-1 0 0,1-1 1 0 0,2 1 0 0 0,1-1 0 0 0,2 0 0 0 0,1 0-1 0 0,8-44 1 0 0,-5 51 280 0 0,2 1 0 0 0,0 0 0 0 0,2 0-1 0 0,0 1 1 0 0,2 0 0 0 0,18-30 0 0 0,-17 37-49 0 0,0 0 1 0 0,1 0-1 0 0,0 1 1 0 0,2 1-1 0 0,-1 0 0 0 0,2 1 1 0 0,0 0-1 0 0,26-15 1 0 0,-2 7-83 0 0,1 2 0 0 0,0 2 1 0 0,2 2-1 0 0,66-17 0 0 0,-19 6-1941 0 0,-37 8-2778 0 0,-39 12 1900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88 1340 0 0,'0'-88'12403'0'0,"-12"101"-11168"0"0,8-6-935 0 0,1 1 0 0 0,0-1 0 0 0,1 0 0 0 0,0 1 0 0 0,0-1 0 0 0,-1 13 0 0 0,-1 49 688 0 0,3-42-749 0 0,1-13-148 0 0,-1 1-1 0 0,2-1 1 0 0,0 1-1 0 0,0 0 1 0 0,2-1 0 0 0,0 0-1 0 0,0 0 1 0 0,9 22-1 0 0,-11-34-125 0 0,0 0 0 0 0,1 0 0 0 0,-1 0-1 0 0,0 0 1 0 0,1 0 0 0 0,0 0 0 0 0,-1 0-1 0 0,1 0 1 0 0,0-1 0 0 0,0 1 0 0 0,0-1-1 0 0,0 1 1 0 0,0-1 0 0 0,0 0 0 0 0,0 0-1 0 0,1 1 1 0 0,-1-2 0 0 0,0 1 0 0 0,1 0-1 0 0,-1 0 1 0 0,1-1 0 0 0,-1 1 0 0 0,0-1-1 0 0,1 0 1 0 0,2 0 0 0 0,-1 0-333 0 0,0 0 0 0 0,-1-1 1 0 0,1 1-1 0 0,0-1 0 0 0,-1 0 0 0 0,1 0 0 0 0,4-2 0 0 0,-5 1-439 0 0,0 1 0 0 0,1-1 0 0 0,-1 0 0 0 0,0 0 0 0 0,0-1 0 0 0,0 1 0 0 0,3-4 0 0 0,6-9-5594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56 844 0 0,'-36'-47'8956'0'0,"36"46"-8892"0"0,0 1-1 0 0,-1-1 1 0 0,1 1-1 0 0,0-1 1 0 0,-1 1 0 0 0,1 0-1 0 0,0-1 1 0 0,-1 1-1 0 0,1-1 1 0 0,0 1-1 0 0,-1 0 1 0 0,1-1-1 0 0,-1 1 1 0 0,1 0 0 0 0,-1-1-1 0 0,1 1 1 0 0,-1 0-1 0 0,1 0 1 0 0,-1-1-1 0 0,1 1 1 0 0,-1 0-1 0 0,1 0 1 0 0,-1 0 0 0 0,1 0-1 0 0,-1 0 1 0 0,1 0-1 0 0,-1 0 1 0 0,0 0-1 0 0,0 0-26 0 0,0 1-1 0 0,0-1 0 0 0,1 1 0 0 0,-1 0 0 0 0,0-1 1 0 0,1 1-1 0 0,-1 0 0 0 0,1-1 0 0 0,-1 1 0 0 0,1 0 0 0 0,-1-1 1 0 0,1 1-1 0 0,0 0 0 0 0,-1 0 0 0 0,1 1 0 0 0,-7 31-1056 0 0,14 11-4508 0 0,-3-29 2258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9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1656 0 0,'0'0'5930'0'0,"0"0"-5701"0"0,1 1 1 0 0,0-1-1 0 0,-1 0 0 0 0,1 1 1 0 0,1 1 687 0 0,-2-2-688 0 0,1 1 0 0 0,-1-1 1 0 0,1 1-1 0 0,-1 0 0 0 0,0-1 1 0 0,1 2-1 0 0,-6 108 4752 0 0,-17 56-3131 0 0,20-145-1684 0 0,8-39 80 0 0,2-8-118 0 0,8-14-156 0 0,21-39 0 0 0,-29 66 18 0 0,-1 0 0 0 0,2 0 0 0 0,0 1 0 0 0,1 0 0 0 0,0 0 0 0 0,18-15 0 0 0,-26 25 3 0 0,1 0 0 0 0,0 0 0 0 0,-1 0 0 0 0,1 1 0 0 0,0-1 0 0 0,0 1 0 0 0,0-1 0 0 0,0 1 0 0 0,1 0 0 0 0,-1 1 0 0 0,0-1 0 0 0,0 0 0 0 0,0 1 0 0 0,1 0 0 0 0,-1-1 1 0 0,0 1-1 0 0,1 1 0 0 0,2-1 0 0 0,-3 1 9 0 0,0 0 0 0 0,-1-1 0 0 0,1 1 0 0 0,-1 0 0 0 0,1 1 1 0 0,-1-1-1 0 0,0 0 0 0 0,1 1 0 0 0,-1-1 0 0 0,0 1 0 0 0,0 0 0 0 0,0 0 1 0 0,0-1-1 0 0,0 1 0 0 0,0 1 0 0 0,-1-1 0 0 0,1 0 0 0 0,-1 0 0 0 0,1 1 1 0 0,0 2-1 0 0,3 4 17 0 0,-1 1 0 0 0,0 1 0 0 0,4 12 0 0 0,3 28 68 0 0,-10-38-607 0 0,2 0 0 0 0,0 0 0 0 0,1 0 0 0 0,0 0 1 0 0,10 19-1 0 0,-1-24-5037 0 0,-12-8 5187 0 0,0 0-1 0 0,0 0 1 0 0,0 0-1 0 0,0 0 1 0 0,0 0-1 0 0,0 0 1 0 0,0 0 0 0 0,0 0-1 0 0,2-1 1 0 0,-2 1 362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0 130 728 0 0,'11'-29'5238'0'0,"-1"0"-1"0"0,8-41 1 0 0,-18 69-4679 0 0,4 16 457 0 0,-5 33-25 0 0,2 53-108 0 0,0-89-822 0 0,0 0 0 0 0,2 0 0 0 0,-1-1 0 0 0,1 1 0 0 0,1-1 0 0 0,8 18 0 0 0,-10-26-108 0 0,0 1 0 0 0,1-1 0 0 0,-1 0 0 0 0,1 1 1 0 0,-1-1-1 0 0,1 0 0 0 0,0-1 0 0 0,0 1 1 0 0,1 0-1 0 0,-1-1 0 0 0,1 0 0 0 0,-1 0 0 0 0,1 0 1 0 0,-1 0-1 0 0,1 0 0 0 0,0-1 0 0 0,0 0 1 0 0,5 2-1 0 0,-5-3-291 0 0,-1 1 0 0 0,1-1 0 0 0,0 0 0 0 0,-1 0 0 0 0,1 0 0 0 0,-1 0 1 0 0,1 0-1 0 0,-1-1 0 0 0,6-1 0 0 0,-6 1-245 0 0,0 0 0 0 0,0-1 0 0 0,0 1 0 0 0,-1-1 0 0 0,1 1 0 0 0,0-1 0 0 0,-1 0 0 0 0,0 0 0 0 0,1 0 0 0 0,-1 0 0 0 0,0 0-1 0 0,2-3 1 0 0,7-11-5482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2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73 404 0 0,'-87'-66'12071'0'0,"86"65"-11996"0"0,1 0 1 0 0,-1 1-1 0 0,0-1 0 0 0,1 1 0 0 0,-1-1 1 0 0,0 1-1 0 0,0-1 0 0 0,0 1 0 0 0,1 0 1 0 0,-1-1-1 0 0,0 1 0 0 0,0 0 0 0 0,0 0 1 0 0,0 0-1 0 0,0 0 0 0 0,1-1 1 0 0,-1 1-1 0 0,0 0 0 0 0,0 1 0 0 0,-1-1 1 0 0,1 0-69 0 0,1 0 0 0 0,-1 1 0 0 0,1-1 1 0 0,-1 0-1 0 0,1 1 0 0 0,-1-1 0 0 0,1 1 1 0 0,-1-1-1 0 0,1 1 0 0 0,-1-1 0 0 0,1 1 1 0 0,0-1-1 0 0,-1 1 0 0 0,1 0 0 0 0,0-1 1 0 0,-1 1-1 0 0,1-1 0 0 0,0 1 0 0 0,0 0 1 0 0,-1 0-1 0 0,1 2-156 0 0,0-1 0 0 0,-1 0 0 0 0,1 0 1 0 0,0 0-1 0 0,0 1 0 0 0,0-1 0 0 0,1 0 0 0 0,-1 0 1 0 0,1 1-1 0 0,-1-1 0 0 0,1 0 0 0 0,-1 0 0 0 0,1 0 1 0 0,2 3-1 0 0,14 19-4868 0 0,-7-14 462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0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95 1660 0 0,'-6'-25'7523'0'0,"-17"-45"656"0"0,15 79-7423 0 0,7-5-595 0 0,-1 0 1 0 0,1 1-1 0 0,0-1 1 0 0,0 1 0 0 0,0-1-1 0 0,0 1 1 0 0,1-1-1 0 0,0 8 1 0 0,-1 4 170 0 0,-6 61 318 0 0,3 1 0 0 0,4 0 0 0 0,3 0 1 0 0,17 103-1 0 0,-20-180-649 0 0,24 105 313 0 0,-21-95-278 0 0,0-1-1 0 0,2 1 1 0 0,-1-1 0 0 0,1 1 0 0 0,1-1 0 0 0,-1-1-1 0 0,11 13 1 0 0,-14-20-37 0 0,0 0-1 0 0,0 0 1 0 0,0 0-1 0 0,0 0 1 0 0,0 0 0 0 0,0 0-1 0 0,0-1 1 0 0,1 1-1 0 0,-1-1 1 0 0,0 0-1 0 0,1 0 1 0 0,0 0-1 0 0,-1 0 1 0 0,1 0-1 0 0,0-1 1 0 0,-1 1 0 0 0,1-1-1 0 0,0 1 1 0 0,-1-1-1 0 0,1 0 1 0 0,0 0-1 0 0,0 0 1 0 0,-1-1-1 0 0,1 1 1 0 0,0-1 0 0 0,0 1-1 0 0,-1-1 1 0 0,1 0-1 0 0,-1 0 1 0 0,1 0-1 0 0,-1 0 1 0 0,1 0-1 0 0,-1-1 1 0 0,0 1 0 0 0,3-3-1 0 0,4-3-24 0 0,-1 0 0 0 0,0 0 0 0 0,0 0 0 0 0,-1-1 0 0 0,0 0 0 0 0,0-1 0 0 0,9-16 0 0 0,-3 0 30 0 0,-1 0 0 0 0,-2-1 0 0 0,0-1 0 0 0,-2 0 0 0 0,0 0 0 0 0,-2 0 0 0 0,3-39-1 0 0,-9 66-1 0 0,1-1-1 0 0,-1 1 0 0 0,0 0 1 0 0,0-1-1 0 0,0 1 0 0 0,0 0 1 0 0,0-1-1 0 0,0 1 0 0 0,0 0 1 0 0,0-1-1 0 0,0 1 0 0 0,0 0 1 0 0,0-1-1 0 0,0 1 0 0 0,0-1 0 0 0,0 1 1 0 0,0 0-1 0 0,0-1 0 0 0,0 1 1 0 0,0 0-1 0 0,0-1 0 0 0,0 1 1 0 0,0 0-1 0 0,-1-1 0 0 0,1 1 1 0 0,0 0-1 0 0,0 0 0 0 0,0-1 0 0 0,-1 1 1 0 0,1 0-1 0 0,0 0 0 0 0,0-1 1 0 0,-1 1-1 0 0,1 0 0 0 0,0 0 1 0 0,-1-1-1 0 0,1 1 0 0 0,0 0 1 0 0,-1 0-1 0 0,-13 9 1 0 0,-12 22 19 0 0,19-20-21 0 0,0 0 0 0 0,1 0 0 0 0,0 1 0 0 0,1 0 0 0 0,0 0 0 0 0,1 1 0 0 0,0-1 0 0 0,1 1 0 0 0,1-1 1 0 0,-3 22-1 0 0,5-29 16 0 0,0 0 1 0 0,0 0 0 0 0,1 1-1 0 0,-1-1 1 0 0,1 0 0 0 0,0 0-1 0 0,0 0 1 0 0,1 0 0 0 0,0 0-1 0 0,-1 0 1 0 0,2-1 0 0 0,-1 1-1 0 0,0-1 1 0 0,1 1 0 0 0,0-1-1 0 0,0 0 1 0 0,0 0 0 0 0,1 0-1 0 0,-1 0 1 0 0,1-1 0 0 0,0 1-1 0 0,0-1 1 0 0,0 0 0 0 0,1 0-1 0 0,-1-1 1 0 0,1 1 0 0 0,-1-1-1 0 0,1 0 1 0 0,7 2 0 0 0,5 1-3 0 0,0-1 0 0 0,1 0 1 0 0,0-1-1 0 0,-1-1 1 0 0,1-1-1 0 0,0-1 1 0 0,0 0-1 0 0,29-5 0 0 0,-25 2-567 0 0,0-2 0 0 0,-1 0-1 0 0,0-1 1 0 0,0-2-1 0 0,0 0 1 0 0,31-17-1 0 0,-44 20-262 0 0,0-1-1 0 0,0 1 0 0 0,0-2 1 0 0,0 1-1 0 0,7-10 0 0 0,13-22-5766 0 0,-14 13 111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0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223 105 520 0 0,'-218'12'16092'0'0,"214"-12"-15315"0"0,7-1-500 0 0,39-12-98 0 0,82-13 1 0 0,-39 10-1185 0 0,117-27-7110 0 0,-122 25 1614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86 1420 0 0,'-3'-1'406'0'0,"1"0"0"0"0,-1 0-1 0 0,1-1 1 0 0,0 1 0 0 0,-1-1 0 0 0,1 1-1 0 0,0-1 1 0 0,0 0 0 0 0,0 0 0 0 0,0 0-1 0 0,0 0 1 0 0,1 0 0 0 0,-1-1-1 0 0,1 1 1 0 0,-1 0 0 0 0,1-1 0 0 0,0 1-1 0 0,0-1 1 0 0,-2-4 0 0 0,3 6-341 0 0,0-1 1 0 0,0 1-1 0 0,1 0 0 0 0,-1 0 1 0 0,0-1-1 0 0,0 1 1 0 0,1 0-1 0 0,-1 0 0 0 0,1 0 1 0 0,-1-1-1 0 0,1 1 1 0 0,-1 0-1 0 0,1 0 0 0 0,0 0 1 0 0,0 0-1 0 0,-1 0 1 0 0,1 0-1 0 0,0 0 0 0 0,0 1 1 0 0,0-1-1 0 0,0 0 1 0 0,0 0-1 0 0,2 0 0 0 0,-1-1 41 0 0,1 0-1 0 0,0 0 0 0 0,0 0 0 0 0,1 1 1 0 0,-1-1-1 0 0,5-1 0 0 0,-2 2-49 0 0,0 0-1 0 0,0 1 1 0 0,-1-1-1 0 0,1 1 1 0 0,0 0-1 0 0,0 1 1 0 0,0-1-1 0 0,-1 1 1 0 0,1 0-1 0 0,0 1 1 0 0,-1 0-1 0 0,1-1 1 0 0,-1 2-1 0 0,1-1 1 0 0,-1 1-1 0 0,0-1 1 0 0,0 1-1 0 0,0 1 1 0 0,-1-1-1 0 0,1 1 1 0 0,-1 0-1 0 0,1 0 1 0 0,-1 0-1 0 0,-1 0 1 0 0,1 1-1 0 0,-1 0 1 0 0,1-1-1 0 0,1 7 1 0 0,2 0 115 0 0,-1 2 0 0 0,-1-1 0 0 0,0 0 0 0 0,-1 1 0 0 0,0 0 0 0 0,-1 0 1 0 0,-1 0-1 0 0,0 0 0 0 0,0 1 0 0 0,-2-1 0 0 0,0 17 0 0 0,0 42 1505 0 0,13-112-1465 0 0,-1-1-167 0 0,-4 11-47 0 0,1 0 0 0 0,1 1 0 0 0,25-48 1 0 0,-33 75-9 0 0,0-1 1 0 0,0 1-1 0 0,0 0 1 0 0,0 0-1 0 0,0 0 0 0 0,1 0 1 0 0,-1 0-1 0 0,5-2 1 0 0,-5 2-13 0 0,2 3-5 0 0,-2-1 25 0 0,0 1 0 0 0,1-1 0 0 0,-1 1 0 0 0,0 0 0 0 0,0 0 0 0 0,0 0 0 0 0,1 0 0 0 0,-1 0-1 0 0,0 0 1 0 0,0 0 0 0 0,-1 1 0 0 0,1-1 0 0 0,0 1 0 0 0,0 0 0 0 0,-1-1 0 0 0,1 1 0 0 0,-1 0 0 0 0,1 0 0 0 0,-1 0 0 0 0,0 0-1 0 0,0 0 1 0 0,0 0 0 0 0,1 4 0 0 0,8 19 17 0 0,-1 0 0 0 0,-2 1 0 0 0,7 40 0 0 0,-9-39 30 0 0,1-1 0 0 0,1 0 0 0 0,14 33 0 0 0,-21-58-38 0 0,1 1 0 0 0,-1-1 0 0 0,0 0 0 0 0,1 0 0 0 0,-1 0-1 0 0,1 0 1 0 0,-1 0 0 0 0,1 0 0 0 0,0 0 0 0 0,0 0 0 0 0,-1 0 0 0 0,1 0-1 0 0,0 0 1 0 0,0 0 0 0 0,0 0 0 0 0,0 0 0 0 0,0-1 0 0 0,0 1-1 0 0,0 0 1 0 0,0-1 0 0 0,0 1 0 0 0,0-1 0 0 0,1 1 0 0 0,-1-1 0 0 0,0 0-1 0 0,0 1 1 0 0,0-1 0 0 0,1 0 0 0 0,-1 0 0 0 0,0 0 0 0 0,0 0 0 0 0,2 0-1 0 0,-1-1-3 0 0,0 0-1 0 0,1 0 0 0 0,-1 0 0 0 0,0-1 1 0 0,-1 1-1 0 0,1-1 0 0 0,0 1 1 0 0,0-1-1 0 0,-1 0 0 0 0,1 1 0 0 0,0-1 1 0 0,-1 0-1 0 0,0 0 0 0 0,0 0 0 0 0,1 0 1 0 0,0-3-1 0 0,19-44-43 0 0,27-90 0 0 0,-26 69 15 0 0,-13 49-93 0 0,-9 21 117 0 0,1 0 0 0 0,-1-1 0 0 0,0 1 0 0 0,0 0-1 0 0,1 0 1 0 0,-1-1 0 0 0,0 1 0 0 0,0 0 0 0 0,1 0 0 0 0,-1 0 0 0 0,0-1 0 0 0,1 1 0 0 0,-1 0 0 0 0,0 0 0 0 0,1 0 0 0 0,-1 0 0 0 0,0 0 0 0 0,1 0 0 0 0,-1 0 0 0 0,0 0 0 0 0,1 0 0 0 0,-1-1 0 0 0,0 2 0 0 0,1-1 0 0 0,-1 0 0 0 0,0 0 0 0 0,1 0 0 0 0,-1 0 0 0 0,0 0 0 0 0,1 0 0 0 0,-1 0 0 0 0,0 0 0 0 0,1 0 0 0 0,-1 1 0 0 0,0-1 0 0 0,1 0 0 0 0,-1 0 0 0 0,0 0 0 0 0,0 1 0 0 0,1-1 0 0 0,0 2 2 0 0,0-1 0 0 0,0 1 0 0 0,-1 0 0 0 0,1 0 0 0 0,0-1 0 0 0,-1 1 0 0 0,0 0 0 0 0,1 0 0 0 0,-1 0 0 0 0,0 0 0 0 0,0 3 0 0 0,1 0 5 0 0,2 19 29 0 0,0 29 0 0 0,-2-34-4 0 0,0 0 0 0 0,1 1 0 0 0,8 30 0 0 0,-9-44-17 0 0,1-1 1 0 0,0 0-1 0 0,0 0 1 0 0,0 0-1 0 0,1 0 1 0 0,0-1-1 0 0,0 1 0 0 0,0-1 1 0 0,0 1-1 0 0,1-1 1 0 0,0 0-1 0 0,0-1 1 0 0,0 1-1 0 0,0-1 0 0 0,0 1 1 0 0,1-1-1 0 0,7 4 1 0 0,-7-5-3 0 0,0 1 1 0 0,1-1 0 0 0,0 0 0 0 0,-1 0-1 0 0,1-1 1 0 0,0 1 0 0 0,0-1 0 0 0,-1-1-1 0 0,1 1 1 0 0,0-1 0 0 0,0 0 0 0 0,0 0-1 0 0,0-1 1 0 0,0 0 0 0 0,0 0 0 0 0,0 0-1 0 0,-1-1 1 0 0,11-3 0 0 0,-9 1-11 0 0,0 0 0 0 0,0 0 1 0 0,0-1-1 0 0,-1 0 0 0 0,0 0 1 0 0,0 0-1 0 0,0-1 0 0 0,0 0 1 0 0,-1 0-1 0 0,0 0 0 0 0,-1-1 1 0 0,1 1-1 0 0,4-11 0 0 0,9-23 56 0 0,-2-1-1 0 0,-2-1 1 0 0,15-78-1 0 0,-27 115-82 0 0,-1 7 9 0 0,-1 12 9 0 0,-2 22 37 0 0,-3-3 17 0 0,2 1-1 0 0,1 38 1 0 0,3-53-19 0 0,0 0 0 0 0,1-1 0 0 0,1 1 1 0 0,1 0-1 0 0,8 23 0 0 0,-10-37-220 0 0,0-1-1 0 0,0 0 1 0 0,0 0-1 0 0,0 0 1 0 0,1 0-1 0 0,-1-1 1 0 0,1 1-1 0 0,0-1 1 0 0,0 1-1 0 0,1-1 1 0 0,-1 0 0 0 0,0 0-1 0 0,1-1 1 0 0,0 1-1 0 0,0-1 1 0 0,0 1-1 0 0,0-1 1 0 0,0-1-1 0 0,0 1 1 0 0,0 0 0 0 0,1-1-1 0 0,5 1 1 0 0,-7-2-269 0 0,0 0 1 0 0,1 0-1 0 0,-1 0 1 0 0,0-1-1 0 0,0 0 1 0 0,0 1-1 0 0,0-1 1 0 0,0 0-1 0 0,0-1 0 0 0,0 1 1 0 0,0 0-1 0 0,0-1 1 0 0,0 0-1 0 0,-1 0 1 0 0,1 0-1 0 0,4-4 1 0 0,5-7-3188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0 675 820 0 0,'42'-153'11808'0'0,"-41"150"-11541"0"0,-1 3-239 0 0,0 0 0 0 0,1 0 0 0 0,-1-1-1 0 0,0 1 1 0 0,1 0 0 0 0,-1-1 0 0 0,0 1-1 0 0,1 0 1 0 0,-1 0 0 0 0,0 0 0 0 0,1-1 0 0 0,-1 1-1 0 0,1 0 1 0 0,-1 0 0 0 0,0 0 0 0 0,1 0 0 0 0,-1 0-1 0 0,1 0 1 0 0,-1 0 0 0 0,0 0 0 0 0,1 0 0 0 0,-1 0-1 0 0,1 0 1 0 0,-1 0 0 0 0,4 6 274 0 0,-1 0-1 0 0,0 1 1 0 0,0-1 0 0 0,-1 1 0 0 0,0-1 0 0 0,0 1-1 0 0,1 11 1 0 0,3 55 1300 0 0,-4-41-1170 0 0,0 107 679 0 0,-2-89-537 0 0,0-48-413 0 0,0-11-113 0 0,3-17-59 0 0,2 1 0 0 0,0-1 0 0 0,2 1 0 0 0,1 0 0 0 0,1 0 0 0 0,15-28-1 0 0,-22 47 1 0 0,1 1 0 0 0,0 0-1 0 0,0 0 1 0 0,0 0-1 0 0,1 0 1 0 0,0 1-1 0 0,0-1 1 0 0,0 1 0 0 0,0 0-1 0 0,1 0 1 0 0,0 1-1 0 0,0-1 1 0 0,0 1-1 0 0,0 0 1 0 0,0 0-1 0 0,0 1 1 0 0,1 0 0 0 0,6-3-1 0 0,-9 5 8 0 0,0 0 1 0 0,0 0-1 0 0,0 0 0 0 0,0 0 1 0 0,1 0-1 0 0,-1 1 0 0 0,0 0 1 0 0,0-1-1 0 0,0 1 0 0 0,-1 0 0 0 0,1 0 1 0 0,0 1-1 0 0,0-1 0 0 0,0 0 1 0 0,-1 1-1 0 0,4 2 0 0 0,4 4 0 0 0,0-1-1 0 0,13 14 0 0 0,-15-12 18 0 0,-1 0-1 0 0,0 1 1 0 0,0 0-1 0 0,0 0 0 0 0,-1 0 1 0 0,-1 1-1 0 0,0-1 0 0 0,-1 1 1 0 0,0 1-1 0 0,0-1 0 0 0,-1 1 1 0 0,0-1-1 0 0,-1 1 0 0 0,0 14 1 0 0,-4-5 166 0 0,-2-18-89 0 0,-2-10-81 0 0,5 4-9 0 0,1 0-1 0 0,-1 0 1 0 0,0 0-1 0 0,1 0 1 0 0,0 0-1 0 0,0 0 0 0 0,0 0 1 0 0,0 0-1 0 0,0 0 1 0 0,1 0-1 0 0,-1 0 1 0 0,3-5-1 0 0,-1-6 1 0 0,1-6-11 0 0,1 1 1 0 0,1-1-1 0 0,1 1 0 0 0,0 0 0 0 0,1 1 1 0 0,1-1-1 0 0,1 2 0 0 0,1-1 0 0 0,0 1 1 0 0,1 0-1 0 0,1 1 0 0 0,0 1 0 0 0,1 0 1 0 0,24-21-1 0 0,-35 34 7 0 0,0 0 0 0 0,0 1 0 0 0,1-1 1 0 0,-1 1-1 0 0,0-1 0 0 0,1 1 0 0 0,0 0 1 0 0,-1 0-1 0 0,1 0 0 0 0,-1 0 0 0 0,1 1 1 0 0,0-1-1 0 0,0 1 0 0 0,-1 0 0 0 0,1-1 0 0 0,0 1 1 0 0,0 0-1 0 0,0 1 0 0 0,4 0 0 0 0,-4 0 6 0 0,0 0-1 0 0,0 0 1 0 0,-1 1-1 0 0,1-1 1 0 0,0 1-1 0 0,-1 0 1 0 0,1-1-1 0 0,-1 1 1 0 0,1 0-1 0 0,-1 1 1 0 0,0-1-1 0 0,0 0 1 0 0,0 1-1 0 0,0-1 1 0 0,0 1-1 0 0,-1 0 1 0 0,3 3-1 0 0,6 16 44 0 0,-1 1-1 0 0,10 39 1 0 0,-14-43-64 0 0,1-1-1 0 0,0 1 1 0 0,1-1 0 0 0,1-1-1 0 0,17 30 1 0 0,-23-45-201 0 0,0 1 1 0 0,0-1-1 0 0,0 1 0 0 0,1-1 1 0 0,-1 0-1 0 0,0 0 0 0 0,1 0 1 0 0,0 0-1 0 0,-1 0 0 0 0,1 0 1 0 0,0-1-1 0 0,0 0 0 0 0,0 1 1 0 0,0-1-1 0 0,0 0 0 0 0,0 0 1 0 0,0-1-1 0 0,0 1 0 0 0,0-1 1 0 0,1 1-1 0 0,-1-1 0 0 0,0 0 1 0 0,0 0-1 0 0,1-1 0 0 0,-1 1 0 0 0,0 0 1 0 0,0-1-1 0 0,0 0 0 0 0,0 0 1 0 0,0 0-1 0 0,0 0 0 0 0,0-1 1 0 0,0 1-1 0 0,0-1 0 0 0,0 1 1 0 0,-1-1-1 0 0,1 0 0 0 0,-1 0 1 0 0,1 0-1 0 0,-1-1 0 0 0,0 1 1 0 0,0 0-1 0 0,0-1 0 0 0,0 0 1 0 0,0 1-1 0 0,2-5 0 0 0,5-11-443 0 0,-1 0 0 0 0,0 0-1 0 0,-2-1 1 0 0,9-33 0 0 0,7-80 1536 0 0,-18 98-507 0 0,37-387 7687 0 0,-41 421-8049 0 0,3-27 608 0 0,-1 23-274 0 0,1 16-227 0 0,0 13 241 0 0,-1 0 0 0 0,-2 0 0 0 0,-2 26 0 0 0,0-2-20 0 0,-4 88 670 0 0,-45 270 1 0 0,42-347-176 0 0,9-59-669 0 0,5-18-38 0 0,3-1-112 0 0,0 1-1 0 0,1 0 1 0 0,1 1 0 0 0,20-27 0 0 0,-25 38-20 0 0,-1-1 0 0 0,1 1-1 0 0,0 0 1 0 0,1 0 0 0 0,-1 0-1 0 0,1 1 1 0 0,0-1 0 0 0,0 1 0 0 0,1 1-1 0 0,-1 0 1 0 0,1-1 0 0 0,0 2 0 0 0,0-1-1 0 0,0 1 1 0 0,8-2 0 0 0,-10 4 10 0 0,0 0-1 0 0,0 1 1 0 0,0-1 0 0 0,0 1-1 0 0,0 0 1 0 0,0 0-1 0 0,0 0 1 0 0,-1 1 0 0 0,1-1-1 0 0,0 1 1 0 0,-1 0 0 0 0,0 1-1 0 0,1-1 1 0 0,-1 1 0 0 0,0 0-1 0 0,0 0 1 0 0,0 0 0 0 0,-1 1-1 0 0,6 5 1 0 0,0 2 15 0 0,0 0-1 0 0,0 0 1 0 0,-1 2 0 0 0,0-1 0 0 0,7 17-1 0 0,-12-24 29 0 0,-1 0-1 0 0,0 0 1 0 0,0 0-1 0 0,0 1 1 0 0,-1-1-1 0 0,0 1 1 0 0,0-1-1 0 0,0 1 1 0 0,-1 0-1 0 0,0-1 1 0 0,0 1-1 0 0,0 0 1 0 0,0-1-1 0 0,-3 10 1 0 0,1-10 26 0 0,0-1-1 0 0,0 1 1 0 0,0-1 0 0 0,0 1-1 0 0,-1-1 1 0 0,0 0 0 0 0,0 0-1 0 0,0 0 1 0 0,0 0 0 0 0,-1 0 0 0 0,1-1-1 0 0,-1 0 1 0 0,0 0 0 0 0,0 0-1 0 0,0 0 1 0 0,-7 3 0 0 0,3-2-14 0 0,0-1 0 0 0,-1 0 0 0 0,1 0 0 0 0,0-1 0 0 0,-1 0-1 0 0,0 0 1 0 0,1-1 0 0 0,-1 0 0 0 0,0-1 0 0 0,0 0 0 0 0,-12-1 0 0 0,13 0-169 0 0,1 0-1 0 0,-1 0 1 0 0,0-1-1 0 0,1 0 1 0 0,-1-1 0 0 0,1 1-1 0 0,0-1 1 0 0,0-1-1 0 0,0 1 1 0 0,0-1-1 0 0,0 0 1 0 0,1-1-1 0 0,-7-5 1 0 0,11 8-119 0 0,1 1 0 0 0,0-1 0 0 0,-1 0 0 0 0,1 1 0 0 0,0-1 0 0 0,0 0 0 0 0,0 0 0 0 0,0 1 0 0 0,0-1 0 0 0,0 0 0 0 0,1 0 0 0 0,-1 0 0 0 0,0 0 0 0 0,1 0 0 0 0,0 0-1 0 0,-1-4 1 0 0,2 2-726 0 0,-1 0 0 0 0,1 0 0 0 0,-1 0 0 0 0,1 0 0 0 0,1 0 0 0 0,-1 1-1 0 0,0-1 1 0 0,3-3 0 0 0,4-10-5999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3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134 190 1432 0 0,'0'0'2309'0'0,"-1"22"5060"0"0,-1-15-6559 0 0,0-1-360 0 0,0 1-1 0 0,0 0 0 0 0,0 0 0 0 0,1 0 0 0 0,0 0 0 0 0,1 0 0 0 0,-1 0 1 0 0,2 12-1 0 0,0-18-415 0 0,-1 1-1 0 0,1 0 1 0 0,0-1 0 0 0,0 1-1 0 0,0-1 1 0 0,0 1 0 0 0,0-1-1 0 0,0 1 1 0 0,0-1 0 0 0,1 0 0 0 0,-1 0-1 0 0,0 1 1 0 0,1-1 0 0 0,-1 0-1 0 0,1 0 1 0 0,-1 0 0 0 0,1-1 0 0 0,-1 1-1 0 0,1 0 1 0 0,3 1 0 0 0,0-1 23 0 0,-1 0-1 0 0,1 0 1 0 0,-1 0 0 0 0,1 0 0 0 0,0-1-1 0 0,9 0 1 0 0,-10 0-45 0 0,0 0-1 0 0,1-1 0 0 0,-1 0 1 0 0,0 0-1 0 0,0 0 0 0 0,0-1 1 0 0,0 1-1 0 0,0-1 0 0 0,0 0 1 0 0,-1 0-1 0 0,1 0 1 0 0,0-1-1 0 0,-1 1 0 0 0,0-1 1 0 0,0 0-1 0 0,1 0 0 0 0,-2 0 1 0 0,1 0-1 0 0,0-1 0 0 0,-1 1 1 0 0,1-1-1 0 0,-1 1 0 0 0,0-1 1 0 0,0 0-1 0 0,-1 0 1 0 0,1 0-1 0 0,-1 0 0 0 0,2-6 1 0 0,-2 3-12 0 0,0 0 1 0 0,0 0-1 0 0,0 0 1 0 0,-1 0-1 0 0,0 0 1 0 0,-1 0-1 0 0,1 0 1 0 0,-1 0-1 0 0,-1 0 1 0 0,1 1 0 0 0,-4-10-1 0 0,4 13-1 0 0,0 1 1 0 0,0-1-1 0 0,0 1 0 0 0,-1 0 0 0 0,1-1 0 0 0,0 1 1 0 0,-1 0-1 0 0,0 0 0 0 0,0 0 0 0 0,1 0 0 0 0,-1 0 1 0 0,0 0-1 0 0,-1 1 0 0 0,1-1 0 0 0,0 1 1 0 0,0-1-1 0 0,-1 1 0 0 0,1 0 0 0 0,-1 0 0 0 0,1 0 1 0 0,-1 0-1 0 0,1 0 0 0 0,-1 0 0 0 0,1 1 0 0 0,-1 0 1 0 0,0-1-1 0 0,0 1 0 0 0,1 0 0 0 0,-1 0 1 0 0,0 0-1 0 0,-4 1 0 0 0,-3 2 4 0 0,0 0 0 0 0,1 0 0 0 0,-1 1-1 0 0,1 0 1 0 0,0 1 0 0 0,0-1 0 0 0,0 2 0 0 0,1-1 0 0 0,0 1 0 0 0,0 1 0 0 0,0 0 0 0 0,-9 10-1 0 0,8-7 7 0 0,0 1 0 0 0,1 0 0 0 0,0 0 0 0 0,0 0 0 0 0,1 1 0 0 0,1 0 0 0 0,0 1-1 0 0,-7 22 1 0 0,11-30 0 0 0,1 0-1 0 0,0 0 1 0 0,0-1-1 0 0,1 1 1 0 0,-1 0 0 0 0,1 0-1 0 0,0 0 1 0 0,0 0-1 0 0,0 0 1 0 0,1 0-1 0 0,0 0 1 0 0,0 0-1 0 0,0 0 1 0 0,1-1 0 0 0,-1 1-1 0 0,1 0 1 0 0,0-1-1 0 0,1 1 1 0 0,-1-1-1 0 0,1 0 1 0 0,0 0-1 0 0,0 0 1 0 0,0 0-1 0 0,0 0 1 0 0,1-1 0 0 0,-1 1-1 0 0,1-1 1 0 0,0 0-1 0 0,0 0 1 0 0,0-1-1 0 0,1 1 1 0 0,-1-1-1 0 0,1 0 1 0 0,-1 0 0 0 0,1 0-1 0 0,0 0 1 0 0,-1-1-1 0 0,1 0 1 0 0,8 1-1 0 0,4 0 5 0 0,-1-1 0 0 0,1 0 0 0 0,0-1-1 0 0,0-1 1 0 0,0 0 0 0 0,-1-1 0 0 0,1-1-1 0 0,-1-1 1 0 0,0 0 0 0 0,0-2 0 0 0,0 1 0 0 0,0-2-1 0 0,-1 0 1 0 0,0-1 0 0 0,-1 0 0 0 0,1-1-1 0 0,16-14 1 0 0,-15 9-16 0 0,0 0 1 0 0,0-1-1 0 0,-2-1 0 0 0,0 0 0 0 0,0-1 1 0 0,-2-1-1 0 0,0 0 0 0 0,-1 0 0 0 0,-1-1 1 0 0,-1-1-1 0 0,0 1 0 0 0,-2-2 0 0 0,7-22 1 0 0,-13 37 0 0 0,0 0 1 0 0,0-1-1 0 0,0 1 1 0 0,-1 0 0 0 0,0 0-1 0 0,0 0 1 0 0,-1-7-1 0 0,0 10 2 0 0,1 1 0 0 0,-1-1 0 0 0,1 0 0 0 0,-1 1 0 0 0,0-1-1 0 0,0 1 1 0 0,-1-1 0 0 0,1 1 0 0 0,0 0 0 0 0,-1 0 0 0 0,1-1 0 0 0,-1 1 0 0 0,0 0-1 0 0,0 0 1 0 0,0 0 0 0 0,0 1 0 0 0,0-1 0 0 0,0 0 0 0 0,-3-1 0 0 0,3 2-1 0 0,0 0 0 0 0,0 0 0 0 0,0 0 0 0 0,0 0 0 0 0,0 0 0 0 0,0 1 0 0 0,0-1 0 0 0,0 1 1 0 0,0-1-1 0 0,0 1 0 0 0,-1 0 0 0 0,1 0 0 0 0,0 0 0 0 0,0 0 0 0 0,0 0 0 0 0,-1 1 0 0 0,1-1 1 0 0,0 1-1 0 0,0-1 0 0 0,0 1 0 0 0,0 0 0 0 0,0-1 0 0 0,0 1 0 0 0,0 0 0 0 0,0 0 0 0 0,0 1 0 0 0,1-1 1 0 0,-1 0-1 0 0,0 1 0 0 0,1-1 0 0 0,-3 3 0 0 0,4-3 1 0 0,-1 0 1 0 0,1-1-1 0 0,-1 1 0 0 0,1 0 1 0 0,0 0-1 0 0,-1 0 0 0 0,1 0 1 0 0,0 0-1 0 0,0 0 0 0 0,-1 0 1 0 0,1 0-1 0 0,0 0 0 0 0,0 0 1 0 0,0 0-1 0 0,0 0 0 0 0,1 0 1 0 0,-1 0-1 0 0,0 0 0 0 0,0 0 1 0 0,0 0-1 0 0,1 0 0 0 0,-1-1 1 0 0,0 1-1 0 0,1 0 0 0 0,-1 0 1 0 0,1 0-1 0 0,-1 0 0 0 0,1 0 1 0 0,0-1-1 0 0,-1 1 0 0 0,1 0 1 0 0,0-1-1 0 0,-1 1 0 0 0,1 0 1 0 0,1 0-1 0 0,27 19 37 0 0,-18-15-24 0 0,-1-1 0 0 0,1 0 0 0 0,0 0 0 0 0,0-2 0 0 0,0 1 0 0 0,1-1 0 0 0,-1-1 0 0 0,0 0 0 0 0,1-1 0 0 0,11 0 0 0 0,6-3 95 0 0,0 0 0 0 0,46-13 1 0 0,-72 16-51 0 0,0 0-4 0 0,-3-1-51 0 0,1 1 1 0 0,-1 0 0 0 0,1 0 0 0 0,-1 0-1 0 0,1 0 1 0 0,-1 0 0 0 0,1 0 0 0 0,-1 0-1 0 0,1 0 1 0 0,-1 0 0 0 0,1 0-1 0 0,-1 0 1 0 0,1 0 0 0 0,-1 0 0 0 0,1 0-1 0 0,-1 0 1 0 0,1 0 0 0 0,-1 0 0 0 0,0 1-1 0 0,1-1 1 0 0,-1 0 0 0 0,1 0-1 0 0,-1 1 1 0 0,1-1 0 0 0,-1 0 0 0 0,0 1-1 0 0,1-1 1 0 0,-1 0 0 0 0,0 1 0 0 0,1-1-1 0 0,-1 1 1 0 0,0-1 0 0 0,1 1-1 0 0,-1 1 11 0 0,0-1-1 0 0,-1 1 0 0 0,1 0 0 0 0,0-1 1 0 0,-1 1-1 0 0,0-1 0 0 0,1 1 0 0 0,-1-1 1 0 0,0 0-1 0 0,1 1 0 0 0,-1-1 0 0 0,0 0 0 0 0,-2 2 1 0 0,-15 23 221 0 0,0 1 0 0 0,-16 32 0 0 0,30-50-202 0 0,0-1 0 0 0,0 1 1 0 0,1 0-1 0 0,1 0 0 0 0,-1 0 1 0 0,1 0-1 0 0,1 0 0 0 0,-1 0 1 0 0,2 1-1 0 0,-1-1 0 0 0,1 1 1 0 0,2 8-1 0 0,-2-14-20 0 0,1-1 0 0 0,0 0 0 0 0,0 1 0 0 0,0-1 0 0 0,1 0 0 0 0,-1 0 0 0 0,1 0 1 0 0,0 0-1 0 0,-1 0 0 0 0,2 0 0 0 0,-1-1 0 0 0,0 1 0 0 0,0-1 0 0 0,1 1 0 0 0,2 1 0 0 0,0 0-86 0 0,1 0-1 0 0,-1-1 0 0 0,1 0 1 0 0,0 0-1 0 0,0-1 1 0 0,0 1-1 0 0,10 1 0 0 0,4 0-581 0 0,1 0 0 0 0,0-2 0 0 0,0-1 0 0 0,22-1 1 0 0,11-2-3395 0 0,62-11 0 0 0,-50 1-1861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4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78 409 2212 0 0,'1'-46'8016'0'0,"-1"45"-7596"0"0,-1-8 819 0 0,-12 33-915 0 0,2 0 1 0 0,0 1-1 0 0,2 0 1 0 0,0 0-1 0 0,2 1 0 0 0,1 0 1 0 0,-4 38-1 0 0,9-61-302 0 0,1 0-1 0 0,0-1 1 0 0,0 1 0 0 0,0 0 0 0 0,0 0-1 0 0,1 0 1 0 0,-1 0 0 0 0,1 0 0 0 0,0 0-1 0 0,-1 0 1 0 0,1 0 0 0 0,1 0 0 0 0,-1-1-1 0 0,0 1 1 0 0,1 0 0 0 0,-1-1 0 0 0,1 1-1 0 0,0-1 1 0 0,4 4 0 0 0,-4-4-2 0 0,1 0 1 0 0,0 0-1 0 0,0-1 0 0 0,0 0 1 0 0,0 1-1 0 0,0-1 0 0 0,0 0 1 0 0,0 0-1 0 0,0 0 0 0 0,1-1 1 0 0,-1 1-1 0 0,0-1 0 0 0,0 0 1 0 0,1 0-1 0 0,-1 0 0 0 0,7-1 1 0 0,-6 0-7 0 0,1 0-1 0 0,0 0 1 0 0,-1 0 0 0 0,1 0 0 0 0,0-1-1 0 0,-1 0 1 0 0,0 0 0 0 0,1 0 0 0 0,-1-1 0 0 0,0 1-1 0 0,0-1 1 0 0,0 0 0 0 0,5-5 0 0 0,-4 2-5 0 0,0 0 0 0 0,0 0 0 0 0,-1 0 0 0 0,0-1 0 0 0,0 1 0 0 0,-1-1 0 0 0,6-14 0 0 0,-4 4-10 0 0,-1-1 0 0 0,0 0 0 0 0,-1 0-1 0 0,-1 0 1 0 0,0 0 0 0 0,-2-24 0 0 0,-1 27-3 0 0,0 0 1 0 0,-1-1-1 0 0,-5-18 0 0 0,5 28 3 0 0,1 1 0 0 0,-1 0 0 0 0,0-1 0 0 0,0 1 0 0 0,-1 0 0 0 0,1 0 0 0 0,-1 1-1 0 0,0-1 1 0 0,-1 0 0 0 0,1 1 0 0 0,-1 0 0 0 0,-5-5 0 0 0,8 7 0 0 0,-1 1 1 0 0,0 0 0 0 0,0 0 0 0 0,0 0-1 0 0,1 0 1 0 0,-1 0 0 0 0,0 0-1 0 0,0 1 1 0 0,0-1 0 0 0,0 1 0 0 0,0-1-1 0 0,-1 1 1 0 0,1 0 0 0 0,0 0-1 0 0,0 0 1 0 0,0 0 0 0 0,0 0 0 0 0,-3 1-1 0 0,1 0 0 0 0,0 0 0 0 0,1 0 0 0 0,-1 1 0 0 0,0 0-1 0 0,1-1 1 0 0,0 1 0 0 0,-1 0 0 0 0,1 1 0 0 0,-4 3 0 0 0,0 1-1 0 0,0-1 0 0 0,1 2 0 0 0,0-1 1 0 0,0 1-1 0 0,1-1 0 0 0,0 2 0 0 0,-6 12 0 0 0,8-14 6 0 0,0 1 0 0 0,1 0 0 0 0,0 0-1 0 0,0 0 1 0 0,0 0 0 0 0,1 0-1 0 0,0 0 1 0 0,1 1 0 0 0,0-1-1 0 0,0 0 1 0 0,1 0 0 0 0,0 1 0 0 0,3 10-1 0 0,-2-12 1 0 0,0-1-1 0 0,1 1 1 0 0,0-1-1 0 0,0 0 0 0 0,0 0 1 0 0,1 0-1 0 0,0-1 1 0 0,0 1-1 0 0,1-1 0 0 0,-1 0 1 0 0,1 0-1 0 0,0-1 1 0 0,1 1-1 0 0,-1-1 1 0 0,1 0-1 0 0,9 5 0 0 0,1-2 3 0 0,0 0 0 0 0,0-1 1 0 0,0-1-1 0 0,1 0 0 0 0,0-1 0 0 0,0-1 0 0 0,0-1 0 0 0,0 0 0 0 0,26-2 0 0 0,-13-1-3 0 0,0-1 0 0 0,0-2 1 0 0,0-1-1 0 0,46-14 0 0 0,-57 13 1 0 0,-1-1-1 0 0,-1-1 1 0 0,1 0-1 0 0,-2-1 1 0 0,1-1 0 0 0,-1-1-1 0 0,-1 0 1 0 0,1-1-1 0 0,-2-1 1 0 0,0 0-1 0 0,-1-1 1 0 0,0 0-1 0 0,-1-1 1 0 0,0 0 0 0 0,-2-1-1 0 0,0-1 1 0 0,0 0-1 0 0,-2 0 1 0 0,8-21-1 0 0,-3 1 0 0 0,-2 0-1 0 0,-1-1 1 0 0,-2-1-1 0 0,-2 1 1 0 0,2-77-1 0 0,-8 114-2 0 0,0 1 0 0 0,0 0 0 0 0,1 0 0 0 0,-1-1 0 0 0,0 1 0 0 0,0 0-1 0 0,0 0 1 0 0,0 0 0 0 0,0-1 0 0 0,0 1 0 0 0,0 0 0 0 0,0 0 0 0 0,0-1 0 0 0,0 1 0 0 0,0 0 0 0 0,0 0-1 0 0,0-1 1 0 0,0 1 0 0 0,0 0 0 0 0,0 0 0 0 0,0-1 0 0 0,0 1 0 0 0,0 0 0 0 0,-1 0 0 0 0,1 0 0 0 0,0-1 0 0 0,0 1-1 0 0,0 0 1 0 0,0 0 0 0 0,0 0 0 0 0,-1-1 0 0 0,1 1 0 0 0,0 0 0 0 0,0 0 0 0 0,0 0 0 0 0,-1 0 0 0 0,1 0-1 0 0,0-1 1 0 0,0 1 0 0 0,0 0 0 0 0,-1 0 0 0 0,1 0 0 0 0,0 0 0 0 0,-8 10-7 0 0,-5 20-2 0 0,-85 377 304 0 0,81-325-233 0 0,4-17 88 0 0,-82 424 695 0 0,37 5-323 0 0,55-446-425 0 0,3 0-1 0 0,10 90 1 0 0,-10-135-82 0 0,1 0 0 0 0,-1 1 0 0 0,1-1 0 0 0,0 0 0 0 0,0 0 0 0 0,0 0-1 0 0,0-1 1 0 0,1 1 0 0 0,-1 0 0 0 0,1 0 0 0 0,-1-1 0 0 0,1 1 0 0 0,0-1 0 0 0,0 1 0 0 0,1-1-1 0 0,-1 0 1 0 0,0 0 0 0 0,1 0 0 0 0,2 2 0 0 0,-1-2 0 0 0,0 0-1 0 0,0-1 1 0 0,0 0 0 0 0,0 1 0 0 0,1-2-1 0 0,-1 1 1 0 0,0 0 0 0 0,0-1 0 0 0,1 0-1 0 0,-1 0 1 0 0,0 0 0 0 0,1-1 0 0 0,4 0-1 0 0,-2-1-2 0 0,0 0 0 0 0,0 0-1 0 0,0 0 1 0 0,-1-1-1 0 0,1 0 1 0 0,-1 0 0 0 0,1-1-1 0 0,-1 0 1 0 0,0 0 0 0 0,-1 0-1 0 0,1-1 1 0 0,-1 0 0 0 0,1 0-1 0 0,3-6 1 0 0,0 1-6 0 0,-2-1 0 0 0,1 1 0 0 0,-1-1 0 0 0,-1-1 0 0 0,0 1 1 0 0,7-22-1 0 0,-8 17-10 0 0,-1-1 1 0 0,-1 0-1 0 0,0 1 0 0 0,-1-1 1 0 0,-1 0-1 0 0,-1 0 1 0 0,0 0-1 0 0,-1 0 0 0 0,-1 0 1 0 0,0 1-1 0 0,-2-1 1 0 0,0 1-1 0 0,0-1 0 0 0,-2 1 1 0 0,0 1-1 0 0,-14-27 1 0 0,8 21 4 0 0,0 1 0 0 0,-2 0 0 0 0,0 1 1 0 0,-2 1-1 0 0,1 0 0 0 0,-2 1 0 0 0,-1 1 1 0 0,0 0-1 0 0,-1 1 0 0 0,0 2 0 0 0,-28-16 1 0 0,-3 5 51 0 0,-1 3 1 0 0,-58-17 0 0 0,-30-12-1668 0 0,139 50 1499 0 0,-1 0 0 0 0,1 0 0 0 0,-1 0 0 0 0,1 0 0 0 0,-1-1 0 0 0,1 1 0 0 0,-1 0-1 0 0,1 0 1 0 0,-1-1 0 0 0,1 1 0 0 0,-1 0 0 0 0,1-1 0 0 0,0 1 0 0 0,-1-1 0 0 0,1 1 0 0 0,0 0 0 0 0,-1-1 0 0 0,1 1 0 0 0,0-1 0 0 0,-1 1 0 0 0,1-1 0 0 0,0 1 0 0 0,0-1 0 0 0,-1 1-1 0 0,1-1 1 0 0,0 1 0 0 0,0-1 0 0 0,0 1 0 0 0,0-1 0 0 0,0 1 0 0 0,0-1 0 0 0,0 0 0 0 0,0 1 0 0 0,0-1 0 0 0,0 1 0 0 0,0-1 0 0 0,0 1 0 0 0,0-1 0 0 0,1 1 0 0 0,-1-1 0 0 0,0 1 0 0 0,0-1-1 0 0,1 0 1 0 0,0-1-475 0 0,1 0 1 0 0,0 0-1 0 0,-1 0 0 0 0,1 0 0 0 0,0 0 0 0 0,0 0 0 0 0,0 1 0 0 0,3-3 0 0 0,13-5-3733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276 194 612 0 0,'2'-41'5779'0'0,"9"-55"0"0"0,-4 42-3524 0 0,-6 52-2141 0 0,-7 2-79 0 0,1 1 0 0 0,-1 0-1 0 0,1 0 1 0 0,0 1 0 0 0,0 0 0 0 0,-1 0-1 0 0,1 0 1 0 0,0 0 0 0 0,1 1 0 0 0,-7 3-1 0 0,-48 38 17 0 0,47-34-23 0 0,2-3-23 0 0,1 1 0 0 0,1 0 1 0 0,0 0-1 0 0,0 1 0 0 0,0 0 0 0 0,-6 10 0 0 0,13-17-3 0 0,-1 1 0 0 0,1-1-1 0 0,0 0 1 0 0,-1 1-1 0 0,1-1 1 0 0,0 1 0 0 0,0 0-1 0 0,1-1 1 0 0,-1 1-1 0 0,1-1 1 0 0,-1 1 0 0 0,1 0-1 0 0,0 0 1 0 0,0-1-1 0 0,0 1 1 0 0,0 0 0 0 0,0-1-1 0 0,1 1 1 0 0,-1 0-1 0 0,1-1 1 0 0,0 1-1 0 0,0 0 1 0 0,0-1 0 0 0,0 1-1 0 0,0-1 1 0 0,1 0-1 0 0,-1 1 1 0 0,1-1 0 0 0,-1 0-1 0 0,1 0 1 0 0,2 3-1 0 0,11 8-8 0 0,0-1 0 0 0,1-1 0 0 0,25 15 0 0 0,-27-18 6 0 0,0 1-1 0 0,0 0 0 0 0,-1 1 0 0 0,-1 0 0 0 0,22 23 1 0 0,-32-32 14 0 0,-1 1-1 0 0,0 0 1 0 0,0 0 0 0 0,0 0 0 0 0,0 0 0 0 0,0 0 0 0 0,0 0 0 0 0,0 0-1 0 0,0 0 1 0 0,-1 0 0 0 0,1 0 0 0 0,-1 0 0 0 0,0 1 0 0 0,1-1-1 0 0,-1 0 1 0 0,0 0 0 0 0,0 1 0 0 0,-1 1 0 0 0,0 0 25 0 0,0 0-1 0 0,0-1 1 0 0,0 1 0 0 0,-1 0-1 0 0,1-1 1 0 0,-1 0 0 0 0,0 1 0 0 0,0-1-1 0 0,-5 5 1 0 0,0 1 40 0 0,-1-1 0 0 0,-1-1 0 0 0,1 1 0 0 0,-1-1 0 0 0,-1-1 0 0 0,-10 7 0 0 0,-5-2 1 0 0,0-1 0 0 0,0-1-1 0 0,-1-1 1 0 0,0-1 0 0 0,-37 4-1 0 0,61-10-79 0 0,1-1-55 0 0,1 0 1 0 0,-1 0 0 0 0,0 1-1 0 0,1-1 1 0 0,-1 0-1 0 0,0 0 1 0 0,1 0-1 0 0,-1 0 1 0 0,0 0-1 0 0,1 0 1 0 0,-1 0 0 0 0,0 0-1 0 0,1 0 1 0 0,-1 0-1 0 0,0 0 1 0 0,1-1-1 0 0,-1 1 1 0 0,1 0 0 0 0,-1 0-1 0 0,0-1 1 0 0,1 1-1 0 0,-1 0 1 0 0,1-1-1 0 0,-1 1 1 0 0,1 0 0 0 0,-1-1-1 0 0,1 1 1 0 0,-1-1-1 0 0,1 1 1 0 0,-1-1-1 0 0,1 1 1 0 0,-1-1-1 0 0,1 1 1 0 0,0-1 0 0 0,-1 0-1 0 0,1 0-208 0 0,0-1 1 0 0,0 1-1 0 0,0 0 0 0 0,0 0 0 0 0,0 0 0 0 0,0 0 0 0 0,0 0 1 0 0,1 0-1 0 0,-1-1 0 0 0,0 1 0 0 0,1 0 0 0 0,-1 0 0 0 0,1 0 1 0 0,-1 0-1 0 0,1 0 0 0 0,-1 0 0 0 0,2-1 0 0 0,7-8-2943 0 0,2 0-1124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6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57 915 1700 0 0,'25'-29'8157'0'0,"-16"19"-4910"0"0,-13 17-2176 0 0,-9 11-779 0 0,2 1 1 0 0,0 0 0 0 0,1 0-1 0 0,-8 26 1 0 0,12-31-228 0 0,2 0 1 0 0,0 1-1 0 0,1-1 0 0 0,0 1 1 0 0,1 0-1 0 0,0 28 0 0 0,2-38-48 0 0,0 0 0 0 0,1 0-1 0 0,0-1 1 0 0,0 1-1 0 0,0 0 1 0 0,0-1-1 0 0,1 1 1 0 0,-1-1-1 0 0,1 0 1 0 0,0 1 0 0 0,0-1-1 0 0,1 0 1 0 0,0 0-1 0 0,-1 0 1 0 0,1-1-1 0 0,0 1 1 0 0,1-1-1 0 0,6 7 1 0 0,-5-8-3 0 0,-1 1 0 0 0,1 0 0 0 0,0-1 0 0 0,0 0 0 0 0,0 0 0 0 0,0 0 0 0 0,1-1 0 0 0,-1 0 0 0 0,0 0 0 0 0,1 0 0 0 0,-1 0 0 0 0,0-1 0 0 0,1 0 0 0 0,-1 0 0 0 0,1-1 0 0 0,6 0 0 0 0,-3-1 5 0 0,-1 0 1 0 0,1 0-1 0 0,-1-1 0 0 0,1 0 0 0 0,-1-1 0 0 0,0 0 1 0 0,0 0-1 0 0,0 0 0 0 0,-1-1 0 0 0,13-11 0 0 0,-10 7-13 0 0,-1 0-1 0 0,-1 0 1 0 0,0-1 0 0 0,0 0-1 0 0,-1-1 1 0 0,0 0-1 0 0,6-13 1 0 0,-6 8-12 0 0,0-1 0 0 0,-1 1 1 0 0,-1-2-1 0 0,0 1 0 0 0,-1-1 0 0 0,-1 1 1 0 0,-1-1-1 0 0,-1 0 0 0 0,0 0 0 0 0,-1 0 1 0 0,-3-19-1 0 0,2 30 2 0 0,0-1 0 0 0,0 1-1 0 0,-1 0 1 0 0,0-1 0 0 0,-1 1 0 0 0,0 0 0 0 0,0 0-1 0 0,0 1 1 0 0,-1-1 0 0 0,-6-8 0 0 0,7 12 1 0 0,1 0 1 0 0,-1 1-1 0 0,0-1 1 0 0,1 1-1 0 0,-1 0 1 0 0,0 0-1 0 0,0 0 0 0 0,-1 0 1 0 0,1 0-1 0 0,0 1 1 0 0,0-1-1 0 0,-1 1 1 0 0,1 0-1 0 0,-1 0 1 0 0,0 1-1 0 0,1-1 0 0 0,-1 0 1 0 0,1 1-1 0 0,-1 0 1 0 0,0 0-1 0 0,1 0 1 0 0,-1 1-1 0 0,-5 0 1 0 0,-1 2 6 0 0,1 0 1 0 0,-1 0-1 0 0,1 1 1 0 0,-1 0-1 0 0,1 0 1 0 0,1 1-1 0 0,-1 1 1 0 0,1-1-1 0 0,0 1 1 0 0,0 1 0 0 0,-12 12-1 0 0,10-9 5 0 0,1 0 0 0 0,1 0 0 0 0,0 1 0 0 0,0 0 0 0 0,1 1 0 0 0,1-1-1 0 0,0 1 1 0 0,-6 18 0 0 0,10-26-6 0 0,1 0 0 0 0,0 0 0 0 0,0 0 0 0 0,0 0 0 0 0,0 0 0 0 0,1 0 0 0 0,0 0-1 0 0,0 0 1 0 0,0 0 0 0 0,0 1 0 0 0,1-1 0 0 0,-1 0 0 0 0,1 0 0 0 0,0 0 0 0 0,0 0 0 0 0,1 0 0 0 0,-1-1-1 0 0,1 1 1 0 0,0 0 0 0 0,0 0 0 0 0,0-1 0 0 0,0 1 0 0 0,1-1 0 0 0,4 5 0 0 0,-1-3-2 0 0,-1-1 1 0 0,1 1 0 0 0,0-1-1 0 0,1-1 1 0 0,-1 1 0 0 0,1-1-1 0 0,-1 0 1 0 0,1-1 0 0 0,0 0 0 0 0,0 0-1 0 0,0 0 1 0 0,0-1 0 0 0,10 1-1 0 0,5-1-11 0 0,-1-1 0 0 0,0 0 1 0 0,1-2-1 0 0,-1-1 0 0 0,0 0 0 0 0,0-2 0 0 0,0 0 0 0 0,-1-1 0 0 0,0-1 0 0 0,0-1 0 0 0,-1-1 0 0 0,0-1 1 0 0,0-1-1 0 0,17-12 0 0 0,-9 3-23 0 0,-2 0 0 0 0,0-1 0 0 0,-2-2 0 0 0,0 0 0 0 0,-1-2 0 0 0,-2 0 0 0 0,0-2 0 0 0,23-42 1 0 0,-17 22 91 0 0,-2-2 0 0 0,-2 0 0 0 0,-3-2 0 0 0,-1 0 0 0 0,17-88 0 0 0,-35 138-57 0 0,0 1 0 0 0,0 0 0 0 0,1 0 0 0 0,-1 0-1 0 0,0 0 1 0 0,0-1 0 0 0,0 1 0 0 0,0 0 0 0 0,0 0 0 0 0,0 0-1 0 0,0-1 1 0 0,0 1 0 0 0,1 0 0 0 0,-1 0 0 0 0,0-1 0 0 0,0 1-1 0 0,0 0 1 0 0,0 0 0 0 0,0-1 0 0 0,0 1 0 0 0,0 0 0 0 0,0 0-1 0 0,0 0 1 0 0,-1-1 0 0 0,1 1 0 0 0,0 0 0 0 0,0 0 0 0 0,0-1-1 0 0,0 1 1 0 0,0 0 0 0 0,0 0 0 0 0,0 0 0 0 0,0-1 0 0 0,-1 1-1 0 0,1 0 1 0 0,0 0 0 0 0,0 0 0 0 0,0 0 0 0 0,0-1 0 0 0,-1 1-1 0 0,1 0 1 0 0,0 0 0 0 0,0 0 0 0 0,-9 10 17 0 0,-7 20-13 0 0,-4 24 14 0 0,-28 109 0 0 0,5 61 108 0 0,37-188-76 0 0,-1 52 1 0 0,6-76-26 0 0,2 1 0 0 0,-1-1 0 0 0,2 1 0 0 0,-1-1 0 0 0,2 0 0 0 0,-1 0 0 0 0,9 22 0 0 0,-9-30-18 0 0,0 0 0 0 0,0 0 0 0 0,1 0-1 0 0,-1-1 1 0 0,1 1 0 0 0,-1-1 0 0 0,1 1 0 0 0,0-1 0 0 0,1 0 0 0 0,-1 0 0 0 0,0-1 0 0 0,1 1 0 0 0,-1-1-1 0 0,1 1 1 0 0,0-1 0 0 0,5 2 0 0 0,-3-2-3 0 0,1 0-1 0 0,0-1 1 0 0,-1 1 0 0 0,1-1-1 0 0,0-1 1 0 0,0 1 0 0 0,-1-1-1 0 0,1 0 1 0 0,12-2-1 0 0,-5-1-16 0 0,0 0 0 0 0,0-1 0 0 0,0-1 0 0 0,0 0-1 0 0,0 0 1 0 0,-1-2 0 0 0,0 0 0 0 0,0 0-1 0 0,13-11 1 0 0,-12 6-30 0 0,1-1-1 0 0,-2-1 0 0 0,0 0 1 0 0,-1 0-1 0 0,0-1 0 0 0,16-29 1 0 0,-12 16 119 0 0,-3-1 0 0 0,0 0 1 0 0,11-39-1 0 0,-19 57 35 0 0,0-2 29 0 0,-7 11-99 0 0,-4 4-35 0 0,2 3-3 0 0,1-1 1 0 0,0 0-1 0 0,-1 1 1 0 0,2 0 0 0 0,-1-1-1 0 0,0 1 1 0 0,1 0 0 0 0,0 0-1 0 0,-2 6 1 0 0,0 1 14 0 0,-4 7 4 0 0,1 1 0 0 0,0 0 0 0 0,-5 38 0 0 0,10-48-6 0 0,1-1 0 0 0,0 1 0 0 0,1 0 0 0 0,0 0 1 0 0,1 0-1 0 0,0 0 0 0 0,0 0 0 0 0,1-1 0 0 0,0 1 1 0 0,5 11-1 0 0,-5-17-9 0 0,0 1 0 0 0,0-1 0 0 0,1 0 0 0 0,0 0 0 0 0,0 0 0 0 0,0 0 0 0 0,0-1 0 0 0,1 1 0 0 0,-1-1 0 0 0,1 0 0 0 0,0 1 0 0 0,0-2 0 0 0,0 1 0 0 0,0 0 0 0 0,0-1 0 0 0,1 0 0 0 0,-1 0-1 0 0,1 0 1 0 0,0-1 0 0 0,-1 0 0 0 0,1 1 0 0 0,0-2 0 0 0,0 1 0 0 0,0 0 0 0 0,6-1 0 0 0,-3 0-16 0 0,0 0 0 0 0,-1-1-1 0 0,1 0 1 0 0,-1 0-1 0 0,1-1 1 0 0,-1 0 0 0 0,1 0-1 0 0,-1-1 1 0 0,0 0-1 0 0,0 0 1 0 0,0-1 0 0 0,0 0-1 0 0,-1 0 1 0 0,1 0-1 0 0,7-8 1 0 0,-4 1-22 0 0,1 0 0 0 0,-2-1-1 0 0,0-1 1 0 0,0 0 0 0 0,-1 0 0 0 0,0 0 0 0 0,8-23-1 0 0,1-10-17 0 0,10-48-1 0 0,-15 50 52 0 0,-11 42-2 0 0,-4 14-6 0 0,-2 11 25 0 0,0 0 1 0 0,2 0 0 0 0,1 0 0 0 0,1 0 0 0 0,1 1-1 0 0,1-1 1 0 0,0 0 0 0 0,6 24 0 0 0,-5-41-5 0 0,0-1 1 0 0,0 1-1 0 0,0 0 1 0 0,1-1-1 0 0,-1 0 1 0 0,1 0-1 0 0,1 0 1 0 0,-1 0-1 0 0,1 0 1 0 0,-1 0-1 0 0,1-1 1 0 0,1 0-1 0 0,-1 0 1 0 0,8 6 0 0 0,-5-6-34 0 0,1 0 0 0 0,-1 0 0 0 0,1 0 0 0 0,-1-1 0 0 0,1 0 0 0 0,0-1 0 0 0,0 0 1 0 0,0 0-1 0 0,15 1 0 0 0,-11-2-243 0 0,-1-1 1 0 0,1 0 0 0 0,-1-1-1 0 0,1 0 1 0 0,-1-1-1 0 0,1 0 1 0 0,-1-1-1 0 0,0 0 1 0 0,0 0-1 0 0,0-2 1 0 0,-1 1-1 0 0,1-1 1 0 0,-1-1 0 0 0,0 0-1 0 0,12-10 1 0 0,-8 3-358 0 0,-1-1 0 0 0,0-1 0 0 0,-1 0 0 0 0,-1-1 0 0 0,-1 0 0 0 0,0-1 0 0 0,-1 0 0 0 0,11-29 0 0 0,3-17-552 0 0,15-70 1 0 0,-17 45 1918 0 0,14-136 1 0 0,-27 129 2207 0 0,-7-128 1 0 0,-3 151-1541 0 0,2 72-1407 0 0,0-1-1 0 0,0 1 0 0 0,0 0 1 0 0,1-1-1 0 0,-1 1 0 0 0,0 0 0 0 0,0-1 1 0 0,0 1-1 0 0,0-1 0 0 0,0 1 1 0 0,0 0-1 0 0,-1-1 0 0 0,1 1 0 0 0,0 0 1 0 0,0-1-1 0 0,0 1 0 0 0,0-1 1 0 0,0 1-1 0 0,-1 0 0 0 0,1-1 0 0 0,0 1 1 0 0,0 0-1 0 0,0 0 0 0 0,-1-1 1 0 0,1 1-1 0 0,0 0 0 0 0,0-1 0 0 0,-1 1 1 0 0,-7 7 120 0 0,-4 16 16 0 0,-6 43 579 0 0,-16 108-1 0 0,23-107-420 0 0,-7 37 82 0 0,-42 326 551 0 0,59-412-1033 0 0,1-1-1 0 0,0 0 1 0 0,1 0-1 0 0,1 0 1 0 0,0 0-1 0 0,9 29 1 0 0,-10-42-78 0 0,1 0 0 0 0,0 0-1 0 0,0 0 1 0 0,0 0 0 0 0,0 0 0 0 0,0 0 0 0 0,1 0 0 0 0,-1-1-1 0 0,1 1 1 0 0,0-1 0 0 0,1 0 0 0 0,-1 0 0 0 0,0 0 0 0 0,1 0-1 0 0,-1-1 1 0 0,1 1 0 0 0,0-1 0 0 0,0 0 0 0 0,0 0-1 0 0,0 0 1 0 0,0-1 0 0 0,1 1 0 0 0,-1-1 0 0 0,0 0 0 0 0,1 0-1 0 0,-1-1 1 0 0,1 1 0 0 0,-1-1 0 0 0,1 0 0 0 0,8-1 0 0 0,-4 0-461 0 0,-1-1 0 0 0,1 0 1 0 0,-1-1-1 0 0,1 1 0 0 0,-1-1 1 0 0,0-1-1 0 0,0 0 0 0 0,0 0 1 0 0,-1-1-1 0 0,12-8 0 0 0,8-10-2872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6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0 217 5428 0 0,'23'-34'2317'0'0,"23"-48"0"0"0,9-14 3535 0 0,-51 92-5289 0 0,-2 5-169 0 0,-3 13 4 0 0,-9 38-366 0 0,5-30 85 0 0,-2 10-11 0 0,2-1 0 0 0,1 1 0 0 0,2 0 0 0 0,3 51 0 0 0,0-72-186 0 0,0-1 0 0 0,1 1 0 0 0,1-1 0 0 0,0 0 0 0 0,0 0 0 0 0,1 0 1 0 0,9 17-1 0 0,-9-21-176 0 0,0 0 1 0 0,0 0-1 0 0,1-1 1 0 0,0 1-1 0 0,0-1 0 0 0,0 0 1 0 0,1-1-1 0 0,0 1 1 0 0,-1-1-1 0 0,2 0 1 0 0,-1 0-1 0 0,11 4 1 0 0,-11-5-285 0 0,0-1 1 0 0,1 0 0 0 0,-1 0 0 0 0,1-1 0 0 0,-1 0-1 0 0,1 0 1 0 0,0 0 0 0 0,-1-1 0 0 0,1 0 0 0 0,0 0-1 0 0,-1 0 1 0 0,1-1 0 0 0,0 0 0 0 0,6-3 0 0 0,10-2-2956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1 379 1932 0 0,'6'-20'2178'0'0,"-1"0"-1"0"0,0 0 0 0 0,-2 0 1 0 0,0-1-1 0 0,0-21 1 0 0,-13 61-1848 0 0,5 31-78 0 0,1-19 4 0 0,0 44 0 0 0,5-65-204 0 0,-1 0 0 0 0,1 0-1 0 0,1-1 1 0 0,0 1 0 0 0,0-1-1 0 0,1 1 1 0 0,0-1 0 0 0,8 16-1 0 0,-10-22-38 0 0,1-1 0 0 0,-1 1 0 0 0,1-1 0 0 0,-1 1 0 0 0,1-1 1 0 0,0 0-1 0 0,0 0 0 0 0,0 0 0 0 0,0 0 0 0 0,0 0 0 0 0,0 0 0 0 0,1 0 0 0 0,-1-1 0 0 0,1 1 0 0 0,-1-1 0 0 0,1 0 0 0 0,-1 1 0 0 0,1-1 0 0 0,0-1 0 0 0,0 1 0 0 0,0 0 0 0 0,-1-1 0 0 0,1 1 0 0 0,0-1 1 0 0,0 0-1 0 0,0 0 0 0 0,0 0 0 0 0,0 0 0 0 0,0 0 0 0 0,-1-1 0 0 0,1 0 0 0 0,0 1 0 0 0,0-1 0 0 0,0 0 0 0 0,4-3 0 0 0,-1 1-10 0 0,1 0 0 0 0,-2-1-1 0 0,1 1 1 0 0,0-2 0 0 0,-1 1 0 0 0,1-1-1 0 0,-1 1 1 0 0,0-1 0 0 0,-1-1 0 0 0,1 1 0 0 0,-1-1-1 0 0,0 1 1 0 0,-1-1 0 0 0,5-9 0 0 0,-3 2-8 0 0,-1 0 0 0 0,0 0 1 0 0,0-1-1 0 0,-1 0 1 0 0,-1 1-1 0 0,-1-1 1 0 0,0 0-1 0 0,0 0 1 0 0,-1 0-1 0 0,-3-16 1 0 0,-1 9 2 0 0,0-1 1 0 0,-1 1 0 0 0,-2 0 0 0 0,0 1-1 0 0,-18-36 1 0 0,18 42 18 0 0,1 4-23 0 0,1 0 0 0 0,0-1 0 0 0,1 0 0 0 0,0 0 0 0 0,-4-20 1 0 0,8 30 3 0 0,0-1 0 0 0,0 1 0 0 0,1 0 0 0 0,-1-1 0 0 0,0 1 0 0 0,1 0 0 0 0,-1 0 0 0 0,1-1 0 0 0,-1 1 0 0 0,1 0 0 0 0,0 0 0 0 0,0 0 0 0 0,-1 0 0 0 0,1 0 0 0 0,0 0 0 0 0,0 0 0 0 0,0 0 0 0 0,0 0 0 0 0,0 0 0 0 0,0 0 0 0 0,0 1 0 0 0,0-1 0 0 0,1 0 0 0 0,-1 1 0 0 0,3-2 0 0 0,30-8-42 0 0,-19 8 29 0 0,0 2 1 0 0,1 0-1 0 0,-1 0 0 0 0,0 1 1 0 0,0 1-1 0 0,0 1 0 0 0,0 0 0 0 0,0 1 1 0 0,0 0-1 0 0,-1 1 0 0 0,0 1 1 0 0,0 1-1 0 0,0 0 0 0 0,18 12 0 0 0,-14-7 14 0 0,0 2-1 0 0,-1 0 1 0 0,0 0-1 0 0,-1 2 1 0 0,-1 0-1 0 0,0 1 1 0 0,-1 0-1 0 0,-1 1 1 0 0,14 26-1 0 0,-23-38 17 0 0,-1 0-1 0 0,0 0 1 0 0,-1 0-1 0 0,0 0 0 0 0,1 0 1 0 0,-2 1-1 0 0,1-1 1 0 0,-1 0-1 0 0,0 1 1 0 0,0-1-1 0 0,-1 1 1 0 0,0 0-1 0 0,0-1 1 0 0,0 1-1 0 0,-1-1 1 0 0,0 1-1 0 0,-1-1 0 0 0,1 1 1 0 0,-1-1-1 0 0,0 0 1 0 0,-1 0-1 0 0,1 0 1 0 0,-1 0-1 0 0,0 0 1 0 0,-1 0-1 0 0,0-1 1 0 0,0 0-1 0 0,-5 6 1 0 0,9-10-12 0 0,-1 0 1 0 0,1-1 0 0 0,-1 1 0 0 0,1 0 0 0 0,-1-1 0 0 0,1 1 0 0 0,-1 0 0 0 0,1-1 0 0 0,-1 1 0 0 0,1-1-1 0 0,-1 1 1 0 0,0-1 0 0 0,1 1 0 0 0,-1-1 0 0 0,0 0 0 0 0,0 1 0 0 0,1-1 0 0 0,-1 0 0 0 0,0 1-1 0 0,0-1 1 0 0,1 0 0 0 0,-1 0 0 0 0,0 0 0 0 0,0 0 0 0 0,0 0 0 0 0,1 0 0 0 0,-1 0 0 0 0,0 0 0 0 0,0 0-1 0 0,0 0 1 0 0,1 0 0 0 0,-1 0 0 0 0,0-1 0 0 0,0 1 0 0 0,0 0 0 0 0,1-1 0 0 0,-2 0 0 0 0,2-1-6 0 0,0 0 0 0 0,0-1 0 0 0,1 1 1 0 0,-1-1-1 0 0,1 1 0 0 0,-1 0 0 0 0,1 0 0 0 0,0-1 1 0 0,1-2-1 0 0,-1 3 1 0 0,8-19-12 0 0,0 0-1 0 0,1 1 1 0 0,18-25-1 0 0,-3 3-8 0 0,41-64-19 0 0,-54 89 21 0 0,1 1 0 0 0,0 0 1 0 0,1 0-1 0 0,17-13 1 0 0,-30 28 15 0 0,0-1 0 0 0,0 1 0 0 0,1 0 0 0 0,-1 0 1 0 0,1 0-1 0 0,-1 0 0 0 0,0 0 0 0 0,1 0 0 0 0,0 0 1 0 0,-1 0-1 0 0,1 1 0 0 0,0-1 0 0 0,-1 1 0 0 0,1-1 1 0 0,0 1-1 0 0,0 0 0 0 0,-1-1 0 0 0,1 1 0 0 0,0 0 1 0 0,0 0-1 0 0,-1 0 0 0 0,1 1 0 0 0,0-1 0 0 0,0 0 1 0 0,-1 1-1 0 0,1-1 0 0 0,0 1 0 0 0,0-1 0 0 0,-1 1 1 0 0,1 0-1 0 0,-1 0 0 0 0,1 0 0 0 0,-1-1 0 0 0,1 2 1 0 0,-1-1-1 0 0,1 0 0 0 0,-1 0 0 0 0,0 0 0 0 0,0 1 1 0 0,2 2-1 0 0,1 1 8 0 0,-1 1 0 0 0,1 0-1 0 0,-2 0 1 0 0,1 0 0 0 0,-1 0 0 0 0,1 0 0 0 0,-2 1 0 0 0,1-1-1 0 0,1 12 1 0 0,-2 5 16 0 0,-1-1 0 0 0,-5 39 1 0 0,0 9 60 0 0,7-26-72 0 0,-2-42-111 0 0,4 1-284 0 0,-4-3 333 0 0,0 0 0 0 0,0 0 0 0 0,1 1 0 0 0,-1-1 0 0 0,0 0 0 0 0,0 0 0 0 0,0 0 0 0 0,0 1 0 0 0,1-1 0 0 0,-1 0 0 0 0,0 0 0 0 0,0 0 0 0 0,1 0 0 0 0,-1 1 1 0 0,0-1-1 0 0,0 0 0 0 0,0 0 0 0 0,1 0 0 0 0,-1 0 0 0 0,0 0 0 0 0,0 0 0 0 0,1 0 0 0 0,-1 0 0 0 0,0 0 0 0 0,1 0 0 0 0,-1 0 0 0 0,0 0 0 0 0,0 0 0 0 0,1 0 1 0 0,-1 0-1 0 0,0 0 0 0 0,0 0 0 0 0,1 0 0 0 0,-1 0 0 0 0,0 0 0 0 0,1-1 0 0 0,6-3-861 0 0,4-10-4997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427 110 2236 0 0,'-244'-33'9046'0'0,"72"9"-3350"0"0,172 24-5685 0 0,-1 0 0 0 0,1 0 0 0 0,0 0 1 0 0,-1 0-1 0 0,1 0 0 0 0,0 0 1 0 0,-1 0-1 0 0,1 0 0 0 0,0 0 1 0 0,-1 0-1 0 0,1 0 0 0 0,0 0 1 0 0,-1 0-1 0 0,1 0 0 0 0,0 0 0 0 0,-1 0 1 0 0,1 0-1 0 0,0 0 0 0 0,-1 0 1 0 0,1-1-1 0 0,0 1 0 0 0,0 0 1 0 0,-1 0-1 0 0,1 0 0 0 0,0 0 1 0 0,0-1-1 0 0,-1 1 0 0 0,1 0 0 0 0,0 0 1 0 0,0-1-1 0 0,0 1 0 0 0,-1 0 1 0 0,1-1-1 0 0,0 1 0 0 0,0 0 1 0 0,0 0-1 0 0,0-1 0 0 0,11-7-316 0 0,24-3-864 0 0,123-13-7017 0 0,-112 19 2843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7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38 540 0 0,'6'-3'2107'0'0,"0"0"1"0"0,0 0-1 0 0,-1-1 1 0 0,1 1-1 0 0,9-10 1824 0 0,-15 12-3884 0 0,0 1 0 0 0,0-1 1 0 0,-1 1-1 0 0,1-1 0 0 0,0 1 0 0 0,0 0 0 0 0,-1-1 1 0 0,1 1-1 0 0,0-1 0 0 0,0 1 0 0 0,-1 0 0 0 0,1-1 1 0 0,-1 1-1 0 0,1 0 0 0 0,0-1 0 0 0,-1 1 0 0 0,1 0 1 0 0,-1-1-1 0 0,1 1 0 0 0,0 0 0 0 0,-1 0 0 0 0,1 0 1 0 0,-1-1-1 0 0,1 1 0 0 0,-1 0 0 0 0,1 0 0 0 0,-1 0 1 0 0,1 0-1 0 0,-1 0 0 0 0,1 0 0 0 0,-1 0 0 0 0,1 0 1 0 0,-1 0-1 0 0,1 0 0 0 0,-1 1 0 0 0,-21 1 443 0 0,20-2-442 0 0,-6 2 61 0 0,0 0 0 0 0,0 0 0 0 0,0 0 0 0 0,0 1 0 0 0,0 0 0 0 0,-11 6 0 0 0,18-8-100 0 0,-1 0 0 0 0,0 1 0 0 0,1-1 0 0 0,-1 0-1 0 0,1 0 1 0 0,-1 1 0 0 0,1-1 0 0 0,-1 1 0 0 0,1 0 0 0 0,0-1 0 0 0,0 1 0 0 0,0 0 0 0 0,0-1 0 0 0,0 1-1 0 0,0 0 1 0 0,0 0 0 0 0,1 0 0 0 0,-1 0 0 0 0,1 0 0 0 0,-1 0 0 0 0,1 0 0 0 0,0 0 0 0 0,0 0 0 0 0,0 0-1 0 0,0 0 1 0 0,0 0 0 0 0,0 0 0 0 0,1 0 0 0 0,-1 0 0 0 0,1 0 0 0 0,-1 0 0 0 0,2 3 0 0 0,3 6 4 0 0,0-1 1 0 0,1 0-1 0 0,0 0 1 0 0,0 0-1 0 0,1-1 1 0 0,0 0-1 0 0,1 0 1 0 0,9 9-1 0 0,79 59 268 0 0,-43-35-120 0 0,23 23 1001 0 0,-75-64-1095 0 0,-1-1-1 0 0,1 1 1 0 0,-1-1-1 0 0,1 1 1 0 0,-1-1-1 0 0,1 1 0 0 0,-1 0 1 0 0,1-1-1 0 0,-1 1 1 0 0,0 0-1 0 0,1-1 1 0 0,-1 1-1 0 0,0 0 1 0 0,0-1-1 0 0,1 1 1 0 0,-1 0-1 0 0,0-1 1 0 0,0 1-1 0 0,0 0 1 0 0,0 0-1 0 0,0-1 1 0 0,0 1-1 0 0,0 0 0 0 0,0 0 1 0 0,0-1-1 0 0,0 1 1 0 0,-1 0-1 0 0,1-1 1 0 0,0 2-1 0 0,-2 0 11 0 0,1-1 0 0 0,0 1 0 0 0,0-1-1 0 0,0 1 1 0 0,-1-1 0 0 0,1 0-1 0 0,-1 0 1 0 0,1 0 0 0 0,-1 0 0 0 0,0 0-1 0 0,-2 1 1 0 0,-6 3 106 0 0,0-1 0 0 0,-20 5 0 0 0,29-9-174 0 0,-41 10 127 0 0,0-3-1 0 0,-1-2 1 0 0,0-1 0 0 0,-69-4-1 0 0,-32-12-1657 0 0,3-7-3588 0 0,81 9-778 0 0,-1-3-3366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3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124 100 408 0 0,'40'-100'14063'0'0,"-47"126"-13261"0"0,-124 519 1159 0 0,120-475-1921 0 0,3 0 0 0 0,4 0 0 0 0,2 1 0 0 0,3-1 0 0 0,22 139 0 0 0,-16-173-200 0 0,2-1 0 0 0,1 0 0 0 0,23 53 0 0 0,-27-75-352 0 0,1 1 0 0 0,0-1 0 0 0,1 0 0 0 0,0-1 0 0 0,1 0 0 0 0,1 0 1 0 0,0-1-1 0 0,0 0 0 0 0,1-1 0 0 0,0 0 0 0 0,18 11 0 0 0,-2-7-2960 0 0,2-4-1343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95 1036 0 0,'-46'-86'11983'0'0,"45"84"-11354"0"0,3-1-313 0 0,-2 3-311 0 0,0 0 1 0 0,0 0-1 0 0,0 0 0 0 0,0 0 0 0 0,0-1 1 0 0,0 1-1 0 0,0 0 0 0 0,0 0 0 0 0,0 0 1 0 0,0 0-1 0 0,0 0 0 0 0,1-1 1 0 0,-1 1-1 0 0,0 0 0 0 0,0 0 0 0 0,0 0 1 0 0,0 0-1 0 0,0 0 0 0 0,0 0 0 0 0,0 0 1 0 0,1-1-1 0 0,-1 1 0 0 0,0 0 1 0 0,0 0-1 0 0,0 0 0 0 0,0 0 0 0 0,0 0 1 0 0,1 0-1 0 0,-1 0 0 0 0,0 0 0 0 0,0 0 1 0 0,0 0-1 0 0,0 0 0 0 0,1 0 0 0 0,-1 0 1 0 0,0 0-1 0 0,0 0 0 0 0,0 0 1 0 0,0 0-1 0 0,1 0 0 0 0,-1 0 0 0 0,0 0 1 0 0,7 5 39 0 0,0 0-1 0 0,-1 0 1 0 0,0 1 0 0 0,0 0 0 0 0,0 0 0 0 0,0 0 0 0 0,-1 1 0 0 0,0 0 0 0 0,-1 0 0 0 0,5 8 0 0 0,7 16 19 0 0,12 36 1 0 0,-22-51-20 0 0,5 16 203 0 0,-2 1-1 0 0,-1 1 1 0 0,4 36 0 0 0,-7-37 1342 0 0,-3-23-332 0 0,-5-44-266 0 0,7-2-936 0 0,1 1 0 0 0,1 0 0 0 0,13-36 0 0 0,-16 61-71 0 0,0 0-1 0 0,1 0 0 0 0,1 0 0 0 0,0 1 0 0 0,0 0 1 0 0,0 0-1 0 0,1 0 0 0 0,1 0 0 0 0,0 1 0 0 0,0 0 0 0 0,0 0 1 0 0,1 1-1 0 0,0 0 0 0 0,15-10 0 0 0,-21 16 6 0 0,1-1 0 0 0,0 1 0 0 0,0-1 0 0 0,1 1 0 0 0,-1 0 0 0 0,0 0 0 0 0,0 0 0 0 0,1 0 0 0 0,-1 1 0 0 0,0 0 0 0 0,1-1 0 0 0,-1 1 0 0 0,0 0 0 0 0,1 0 0 0 0,-1 1 0 0 0,0-1 0 0 0,6 2 0 0 0,-4 0 4 0 0,-1 0 0 0 0,1 0 0 0 0,-1 1 0 0 0,0-1 0 0 0,0 1 0 0 0,0 0 0 0 0,-1 0 0 0 0,1 0 0 0 0,-1 0 0 0 0,1 1 0 0 0,2 4 0 0 0,3 4 8 0 0,-2 0 0 0 0,1 0 0 0 0,-2 1 0 0 0,0 0 0 0 0,0 0 1 0 0,-1 0-1 0 0,4 19 0 0 0,-2 3 113 0 0,3 45 0 0 0,-7-47-1641 0 0,12 56 0 0 0,-15-87 1273 0 0,1-1 0 0 0,-1 1 1 0 0,1-1-1 0 0,-1 0 0 0 0,1 1 1 0 0,-1-1-1 0 0,1 0 1 0 0,0 1-1 0 0,0-1 0 0 0,-1 0 1 0 0,1 0-1 0 0,0 1 1 0 0,0-1-1 0 0,0 0 0 0 0,3 1 1 0 0,-3-1-14 0 0,0-1-1 0 0,0 1 1 0 0,0-1 0 0 0,0 0 0 0 0,0 0-1 0 0,0 0 1 0 0,0 1 0 0 0,0-1 0 0 0,0 0-1 0 0,0 0 1 0 0,0-1 0 0 0,0 1 0 0 0,0 0-1 0 0,0 0 1 0 0,0 0 0 0 0,1-1 0 0 0,-1 1 0 0 0,0 0-1 0 0,0-1 1 0 0,-1 1 0 0 0,2-2 0 0 0,11-6-4051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97 764 0 0,'44'-88'13473'0'0,"-44"90"-13257"0"0,1 11-14 0 0,-2 0 1 0 0,0 0-1 0 0,0 0 1 0 0,-4 15 0 0 0,-3 22 94 0 0,6-28-202 0 0,1 1 0 0 0,3 35 0 0 0,-1-51-76 0 0,0 0 0 0 0,0-1 0 0 0,0 1 0 0 0,1-1 0 0 0,0 1 0 0 0,0-1 1 0 0,1 0-1 0 0,0 0 0 0 0,0 0 0 0 0,0 0 0 0 0,1 0 0 0 0,0 0 0 0 0,5 5 0 0 0,-7-9 2 0 0,1 1-1 0 0,-1-1 0 0 0,1 0 0 0 0,0 0 0 0 0,0 0 0 0 0,0 0 0 0 0,0 0 0 0 0,1-1 0 0 0,-1 1 0 0 0,0-1 0 0 0,1 0 0 0 0,-1 0 0 0 0,1 0 0 0 0,-1-1 0 0 0,1 1 0 0 0,-1-1 0 0 0,1 0 0 0 0,-1 0 0 0 0,1 0 0 0 0,0 0 0 0 0,-1-1 0 0 0,1 1 0 0 0,-1-1 0 0 0,1 0 0 0 0,-1 0 0 0 0,0 0 0 0 0,1-1 1 0 0,-1 1-1 0 0,0-1 0 0 0,0 0 0 0 0,0 1 0 0 0,0-1 0 0 0,3-3 0 0 0,-1 1-2 0 0,0 0 0 0 0,-1 0 0 0 0,1-1 0 0 0,-1 1 1 0 0,0-1-1 0 0,0 0 0 0 0,0 0 0 0 0,-1 0 0 0 0,0-1 1 0 0,0 1-1 0 0,0-1 0 0 0,-1 0 0 0 0,1 0 0 0 0,-2 0 1 0 0,1 0-1 0 0,0 0 0 0 0,-1 0 0 0 0,0-8 0 0 0,-1 2-4 0 0,-1 0-1 0 0,-1 0 1 0 0,1 0-1 0 0,-2 0 1 0 0,0 0-1 0 0,0 1 0 0 0,-1-1 1 0 0,-1 1-1 0 0,0 0 1 0 0,-8-13-1 0 0,9 17 15 0 0,-1-1 0 0 0,0 1 0 0 0,-1 0 0 0 0,0 0-1 0 0,0 0 1 0 0,-1 1 0 0 0,1 0 0 0 0,-1 0 0 0 0,-1 1-1 0 0,1 0 1 0 0,-1 0 0 0 0,0 1 0 0 0,0-1 0 0 0,-10-2 0 0 0,15 7-30 0 0,1-1 0 0 0,-1 1 0 0 0,1 0 0 0 0,-1 1 0 0 0,1-1 0 0 0,-1 0 0 0 0,1 1 0 0 0,0-1 0 0 0,-1 1 0 0 0,1 0 0 0 0,-1 0 0 0 0,1 0 0 0 0,0 0 0 0 0,0 0 0 0 0,-1 0 0 0 0,1 1 0 0 0,0-1 0 0 0,0 1 1 0 0,1 0-1 0 0,-1-1 0 0 0,0 1 0 0 0,0 0 0 0 0,1 0 0 0 0,-1 0 0 0 0,1 0 0 0 0,0 0 0 0 0,-3 5 0 0 0,3-5 2 0 0,0 0-1 0 0,0 0 1 0 0,0 0 0 0 0,1 0-1 0 0,-1 1 1 0 0,1-1 0 0 0,-1 0-1 0 0,1 0 1 0 0,0 1-1 0 0,-1-1 1 0 0,1 0 0 0 0,0 0-1 0 0,1 1 1 0 0,-1-1 0 0 0,0 0-1 0 0,1 0 1 0 0,-1 1 0 0 0,1-1-1 0 0,0 0 1 0 0,-1 0 0 0 0,1 0-1 0 0,0 0 1 0 0,0 0 0 0 0,1 0-1 0 0,-1 0 1 0 0,0 0 0 0 0,1 0-1 0 0,-1 0 1 0 0,1-1 0 0 0,0 1-1 0 0,-1-1 1 0 0,1 1-1 0 0,0-1 1 0 0,0 0 0 0 0,0 0-1 0 0,0 1 1 0 0,0-1 0 0 0,0-1-1 0 0,4 2 1 0 0,1 1-7 0 0,1-1 1 0 0,-1 0-1 0 0,1 0 1 0 0,0-1-1 0 0,0 0 1 0 0,0-1-1 0 0,0 0 1 0 0,0 0-1 0 0,0 0 1 0 0,9-3-1 0 0,15-5-20 0 0,-1-1 0 0 0,38-18 0 0 0,26-7-227 0 0,-92 33 240 0 0,1 0 1 0 0,-1 1 0 0 0,0 0-1 0 0,1-1 1 0 0,-1 1 0 0 0,1 1-1 0 0,-1-1 1 0 0,1 0 0 0 0,-1 1-1 0 0,0 0 1 0 0,1 0 0 0 0,-1 0-1 0 0,0 0 1 0 0,0 0 0 0 0,0 1-1 0 0,0-1 1 0 0,0 1 0 0 0,0 0 0 0 0,0 0-1 0 0,0 0 1 0 0,-1 0 0 0 0,1 1-1 0 0,-1-1 1 0 0,0 0 0 0 0,1 1-1 0 0,-1 0 1 0 0,2 3 0 0 0,5 8 11 0 0,0 1 1 0 0,-1 0 0 0 0,12 31-1 0 0,-18-42 3 0 0,7 21 251 0 0,-1 1 1 0 0,-1 0 0 0 0,-2 1-1 0 0,3 27 1 0 0,-8-44 293 0 0,-2-12-20 0 0,-2-14-260 0 0,4 3-268 0 0,0-1-1 0 0,1 1 1 0 0,0 0 0 0 0,1 0-1 0 0,1 0 1 0 0,0 0 0 0 0,1 0-1 0 0,0 0 1 0 0,1 1 0 0 0,0 0-1 0 0,1 0 1 0 0,0 0 0 0 0,1 1-1 0 0,0 0 1 0 0,1 0 0 0 0,1 0-1 0 0,-1 1 1 0 0,2 1 0 0 0,19-17-1 0 0,-26 23-6 0 0,0 1 0 0 0,0 0 0 0 0,0 0-1 0 0,1 0 1 0 0,-1 0 0 0 0,0 0-1 0 0,1 1 1 0 0,-1 0 0 0 0,1-1-1 0 0,0 1 1 0 0,-1 0 0 0 0,1 1 0 0 0,0-1-1 0 0,-1 1 1 0 0,1 0 0 0 0,0 0-1 0 0,0 0 1 0 0,0 0 0 0 0,-1 1-1 0 0,1-1 1 0 0,0 1 0 0 0,0 0 0 0 0,-1 0-1 0 0,1 0 1 0 0,-1 1 0 0 0,1-1-1 0 0,-1 1 1 0 0,0 0 0 0 0,4 2-1 0 0,-2 1 15 0 0,0-1 0 0 0,0 1 1 0 0,-1 0-1 0 0,1 0 0 0 0,-1 0 0 0 0,0 1 0 0 0,-1-1 0 0 0,0 1 0 0 0,1 0 0 0 0,-2 0 0 0 0,1 0 0 0 0,-1 0 0 0 0,0 1 0 0 0,0-1 0 0 0,1 10 0 0 0,0 11-193 0 0,-1 0-1 0 0,-1 38 0 0 0,-4-26-2730 0 0,0 1-3594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1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1176 0 0,'16'-11'7685'0'0,"5"-2"-1005"0"0,6 4-4215 0 0,-16 8-2295 0 0,66-6-1550 0 0,2-5-7420 0 0,-51 5 3208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1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14 146 1800 0 0,'-6'-55'7895'0'0,"-2"-35"4663"0"0,15 112-10929 0 0,0-6-1003 0 0,84 435 3588 0 0,-72-338-3865 0 0,-16-95-422 0 0,15 95-667 0 0,-11-38-4864 0 0,-6-70 4292 0 0,0 6-502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50 250 2260 0 0,'-4'-1'824'0'0,"0"-1"-1"0"0,0 0 0 0 0,1 0 1 0 0,-1 0-1 0 0,0 0 1 0 0,1-1-1 0 0,0 0 1 0 0,-1 1-1 0 0,1-1 0 0 0,0 0 1 0 0,-3-5-1 0 0,6 7-719 0 0,-1-1-1 0 0,0 0 1 0 0,1 1 0 0 0,-1-1-1 0 0,1 1 1 0 0,-1-1-1 0 0,1 0 1 0 0,0 1-1 0 0,0-1 1 0 0,0 0 0 0 0,0 0-1 0 0,0 1 1 0 0,0-1-1 0 0,0 0 1 0 0,1 1-1 0 0,-1-1 1 0 0,1 0 0 0 0,-1 1-1 0 0,1-1 1 0 0,0 1-1 0 0,-1-1 1 0 0,1 1-1 0 0,0-1 1 0 0,0 1 0 0 0,0-1-1 0 0,0 1 1 0 0,0 0-1 0 0,0-1 1 0 0,1 1 0 0 0,1-1-1 0 0,6-8 50 0 0,1 2 0 0 0,1-1 1 0 0,-1 1-1 0 0,1 1 0 0 0,24-12 0 0 0,64-23 134 0 0,-75 33-215 0 0,15-5 25 0 0,65-15 1 0 0,-83 24-82 0 0,0 2 0 0 0,1 0 0 0 0,-1 2-1 0 0,41 1 1 0 0,-57 1-19 0 0,1 0-1 0 0,-1 0 0 0 0,0 0 1 0 0,0 0-1 0 0,0 1 0 0 0,0 0 1 0 0,0 0-1 0 0,0 1 0 0 0,-1-1 1 0 0,1 1-1 0 0,-1 0 0 0 0,7 5 1 0 0,-5-2 25 0 0,0 0 0 0 0,-1 0-1 0 0,1 1 1 0 0,-1-1 0 0 0,-1 1 0 0 0,1 0 0 0 0,3 10 0 0 0,3 9 179 0 0,-2 0 1 0 0,0 1-1 0 0,7 45 1 0 0,-16-72-202 0 0,2 7 70 0 0,22 144 666 0 0,-22-135-364 0 0,-1 0 1 0 0,-1 1 0 0 0,-1-1 0 0 0,0 1 0 0 0,-1-1 0 0 0,-1 0 0 0 0,-6 20 0 0 0,8-33-260 0 0,0-1-1 0 0,0 1 1 0 0,0 0-1 0 0,-1-1 0 0 0,1 1 1 0 0,-1-1-1 0 0,1 0 1 0 0,-1 1-1 0 0,0-1 0 0 0,0 0 1 0 0,0 0-1 0 0,-4 3 1 0 0,6-5-83 0 0,-1 0 0 0 0,0 1 1 0 0,1-1-1 0 0,-1 0 1 0 0,0 1-1 0 0,1-1 0 0 0,-1 0 1 0 0,0 0-1 0 0,1 0 1 0 0,-1 0-1 0 0,0 0 0 0 0,0 1 1 0 0,1-1-1 0 0,-1 0 1 0 0,0-1-1 0 0,0 1 0 0 0,1 0 1 0 0,-1 0-1 0 0,0 0 1 0 0,-1-1-1 0 0,1 0-13 0 0,0 1 1 0 0,0-1-1 0 0,-1 0 1 0 0,1 0-1 0 0,0 0 0 0 0,0 0 1 0 0,0 0-1 0 0,0-1 1 0 0,0 1-1 0 0,0 0 1 0 0,1 0-1 0 0,-1-1 0 0 0,0 1 1 0 0,0-2-1 0 0,-2-5 12 0 0,1 1 0 0 0,0 0 0 0 0,0-1-1 0 0,1 0 1 0 0,0 1 0 0 0,1-1 0 0 0,-1 0 0 0 0,1 0-1 0 0,1 0 1 0 0,0 1 0 0 0,0-1 0 0 0,2-9-1 0 0,3-6-34 0 0,1 0-1 0 0,16-37 0 0 0,-9 29-31 0 0,1 1-1 0 0,23-34 1 0 0,-31 53 13 0 0,1 0 1 0 0,1 0 0 0 0,0 0 0 0 0,1 2-1 0 0,-1-1 1 0 0,2 1 0 0 0,-1 0-1 0 0,16-8 1 0 0,-24 15 14 0 0,0 1 0 0 0,0 0 0 0 0,1 0 0 0 0,-1 0 0 0 0,0 0 0 0 0,1 0 0 0 0,-1 1 1 0 0,1-1-1 0 0,-1 1 0 0 0,1-1 0 0 0,-1 1 0 0 0,1 0 0 0 0,-1 0 0 0 0,1 0 0 0 0,-1 0 0 0 0,0 1 0 0 0,1-1 0 0 0,-1 1 0 0 0,1-1 0 0 0,3 3 0 0 0,-2-1 10 0 0,0 0 1 0 0,-1 0-1 0 0,1 1 0 0 0,-1 0 0 0 0,0 0 0 0 0,1 0 1 0 0,-1 0-1 0 0,0 0 0 0 0,-1 1 0 0 0,5 6 1 0 0,2 5 56 0 0,-1 1 0 0 0,-1 0 1 0 0,-1 0-1 0 0,9 31 1 0 0,27 177 431 0 0,-41-223-492 0 0,-1 0-1 0 0,1 0 1 0 0,-1 1-1 0 0,1-1 1 0 0,0 0-1 0 0,0 0 1 0 0,0 0-1 0 0,0 0 1 0 0,-1 0-1 0 0,1 0 0 0 0,0 0 1 0 0,1 0-1 0 0,-1 0 1 0 0,0-1-1 0 0,0 1 1 0 0,0 0-1 0 0,0-1 1 0 0,1 1-1 0 0,-1-1 1 0 0,0 1-1 0 0,1-1 1 0 0,-1 1-1 0 0,0-1 1 0 0,1 0-1 0 0,-1 0 1 0 0,0 0-1 0 0,1 0 1 0 0,-1 0-1 0 0,0 0 0 0 0,1 0 1 0 0,-1 0-1 0 0,1-1 1 0 0,-1 1-1 0 0,2-1 1 0 0,7-2-428 0 0,0 0 0 0 0,-1-1 0 0 0,0 0 0 0 0,1-1 1 0 0,-2 0-1 0 0,1 0 0 0 0,0-1 0 0 0,9-8 0 0 0,-5 2-2095 0 0,0 0-1 0 0,0-1 1 0 0,19-27-1 0 0,-5 2-5540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2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42 452 0 0,'-9'-4'1792'0'0,"-7"-3"766"0"0,1 0 1 0 0,-1 1-1 0 0,-1 1 0 0 0,1 1 0 0 0,-25-4 1 0 0,40 8-2534 0 0,0 0 0 0 0,1 0 0 0 0,-1 0 0 0 0,1 0 0 0 0,-1 0 0 0 0,0 0 0 0 0,1 0 1 0 0,-1 0-1 0 0,1 0 0 0 0,-1 0 0 0 0,0 0 0 0 0,1 1 0 0 0,-1-1 0 0 0,1 0 0 0 0,-1 0 1 0 0,1 1-1 0 0,-1-1 0 0 0,1 0 0 0 0,-1 1 0 0 0,1-1 0 0 0,-1 0 0 0 0,1 1 0 0 0,-1-1 0 0 0,1 1 1 0 0,0-1-1 0 0,-1 1 0 0 0,1-1 0 0 0,0 1 0 0 0,-1-1 0 0 0,1 1 0 0 0,0-1 0 0 0,-1 2 1 0 0,1-1-85 0 0,0 1 1 0 0,0 0-1 0 0,0-1 1 0 0,0 1 0 0 0,1 0-1 0 0,-1 0 1 0 0,0-1-1 0 0,1 1 1 0 0,-1 0 0 0 0,1-1-1 0 0,1 3 1 0 0,3 6-2409 0 0,1 0 0 0 0,11 14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27 307 644 0 0,'-5'-10'1576'0'0,"1"0"-1"0"0,0 0 1 0 0,1-1-1 0 0,-5-18 1 0 0,7 20-1006 0 0,0 0 1 0 0,1 0 0 0 0,-1 0 0 0 0,2 0 0 0 0,-1 0 0 0 0,1 0-1 0 0,1 1 1 0 0,0-1 0 0 0,0 0 0 0 0,4-9 0 0 0,-6 16-517 0 0,1 1-1 0 0,0-1 1 0 0,0 1 0 0 0,0-1 0 0 0,-1 1 0 0 0,2-1 0 0 0,-1 1 0 0 0,0 0 0 0 0,0 0-1 0 0,0-1 1 0 0,0 1 0 0 0,1 0 0 0 0,-1 0 0 0 0,1 0 0 0 0,-1 0 0 0 0,0 1 0 0 0,1-1 0 0 0,0 0-1 0 0,-1 1 1 0 0,1-1 0 0 0,-1 1 0 0 0,1-1 0 0 0,0 1 0 0 0,-1 0 0 0 0,1 0 0 0 0,0-1-1 0 0,-1 1 1 0 0,1 0 0 0 0,0 1 0 0 0,0-1 0 0 0,-1 0 0 0 0,1 0 0 0 0,1 1 0 0 0,4 1-5 0 0,-1 0 0 0 0,0 0 0 0 0,0 0 1 0 0,0 0-1 0 0,0 1 0 0 0,0 0 1 0 0,6 5-1 0 0,6 5 134 0 0,-1 1 0 0 0,-1 1 0 0 0,-1 1 0 0 0,25 31 0 0 0,46 78 403 0 0,-75-107-518 0 0,24 38 1543 0 0,-35-55-1590 0 0,0-1 0 0 0,0 0 0 0 0,1 1-1 0 0,-1-1 1 0 0,0 0 0 0 0,0 0 0 0 0,0 1 0 0 0,0-1-1 0 0,0 0 1 0 0,0 1 0 0 0,1-1 0 0 0,-1 0 0 0 0,0 0-1 0 0,0 1 1 0 0,0-1 0 0 0,1 0 0 0 0,-1 0 0 0 0,0 1-1 0 0,0-1 1 0 0,1 0 0 0 0,-1 0 0 0 0,0 0 0 0 0,1 1-1 0 0,-1-1 1 0 0,0 0 0 0 0,0 0 0 0 0,1 0 0 0 0,-1 0-1 0 0,0 0 1 0 0,1 0 0 0 0,-1 0 0 0 0,0 0 0 0 0,1 0-1 0 0,-1 0 1 0 0,0 0 0 0 0,1 0 0 0 0,-1 0 0 0 0,0 0-1 0 0,1 0 1 0 0,-1 0 0 0 0,0 0 0 0 0,1 0 0 0 0,-1 0-1 0 0,0 0 1 0 0,1-1 0 0 0,-1 1 0 0 0,0 0 0 0 0,0 0-1 0 0,1 0 1 0 0,-1-1 0 0 0,0 1 0 0 0,0 0 0 0 0,1 0-1 0 0,-1 0 1 0 0,0-1 0 0 0,0 1 0 0 0,0 0 0 0 0,1-1-1 0 0,-1 1 1 0 0,0 0 0 0 0,0-1 0 0 0,9-17 346 0 0,-3-1-305 0 0,-2-1 1 0 0,0 1-1 0 0,1-25 0 0 0,-2 19-66 0 0,8-39 1 0 0,-9 57-2 0 0,0 0-1 0 0,0 0 1 0 0,1 1 0 0 0,0-1 0 0 0,0 1 0 0 0,1 0 0 0 0,0 0 0 0 0,0 0 0 0 0,0 0-1 0 0,6-5 1 0 0,-8 9-5 0 0,1 0 0 0 0,0 0 0 0 0,0 0 0 0 0,-1 0 0 0 0,1 1-1 0 0,0-1 1 0 0,1 1 0 0 0,-1 0 0 0 0,0 0 0 0 0,0 0 0 0 0,0 0 0 0 0,1 1-1 0 0,5-1 1 0 0,3 0-255 0 0,0 1 0 0 0,18 2 0 0 0,31 6-1191 0 0,-35-3 674 0 0,1-2 0 0 0,-1-2 1 0 0,28 0-1 0 0,-51-1 779 0 0,-1-1 1 0 0,1 1 0 0 0,-1-1-1 0 0,1 1 1 0 0,-1-1-1 0 0,1 0 1 0 0,-1 0 0 0 0,0 0-1 0 0,1 0 1 0 0,-1 0-1 0 0,0 0 1 0 0,0-1 0 0 0,0 1-1 0 0,0-1 1 0 0,0 0 0 0 0,0 1-1 0 0,0-1 1 0 0,-1 0-1 0 0,1 0 1 0 0,-1 0 0 0 0,1 0-1 0 0,-1-1 1 0 0,0 1-1 0 0,1 0 1 0 0,-1 0 0 0 0,-1-1-1 0 0,1 1 1 0 0,0-1-1 0 0,0 1 1 0 0,-1-1 0 0 0,0 1-1 0 0,1-4 1 0 0,0-6 767 0 0,-1 1 1 0 0,0-1-1 0 0,-1 1 0 0 0,0-1 1 0 0,-4-15-1 0 0,5 26-520 0 0,-3-8 319 0 0,-1 25-479 0 0,0 0 0 0 0,1 0 0 0 0,1 0 0 0 0,0 1 0 0 0,1-1 0 0 0,2 18 0 0 0,-2 2-7 0 0,0-10-27 0 0,1-1 0 0 0,1 1 0 0 0,1-1 0 0 0,8 42 0 0 0,-9-63-138 0 0,0 0 1 0 0,1-1-1 0 0,-1 1 0 0 0,1-1 0 0 0,-1 1 0 0 0,1-1 0 0 0,0 1 0 0 0,1-1 0 0 0,-1 0 0 0 0,0 0 0 0 0,1 0 0 0 0,0 0 0 0 0,0-1 0 0 0,4 4 0 0 0,-5-5-234 0 0,0 0-1 0 0,-1 0 1 0 0,1 0-1 0 0,0 0 0 0 0,0 0 1 0 0,0-1-1 0 0,0 1 1 0 0,0-1-1 0 0,1 0 0 0 0,-1 1 1 0 0,3-1-1 0 0,-2 0-400 0 0,0-1 0 0 0,-1 1 0 0 0,1-1-1 0 0,0 1 1 0 0,-1-1 0 0 0,1 0 0 0 0,-1 0 0 0 0,1 0 0 0 0,-1 0-1 0 0,4-3 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114 139 392 0 0,'-17'-27'3708'0'0,"-1"0"1"0"0,-1 1-1 0 0,-27-28 0 0 0,45 54-3690 0 0,1-1 0 0 0,0 1 0 0 0,0 0 0 0 0,0 0 0 0 0,0-1 0 0 0,0 1 0 0 0,-1 0 0 0 0,1 0 0 0 0,0 0 0 0 0,0-1 0 0 0,0 1 0 0 0,-1 0 0 0 0,1 0-1 0 0,0 0 1 0 0,0 0 0 0 0,0-1 0 0 0,-1 1 0 0 0,1 0 0 0 0,0 0 0 0 0,0 0 0 0 0,-1 0 0 0 0,1 0 0 0 0,0 0 0 0 0,-1 0 0 0 0,1 0 0 0 0,0 0 0 0 0,0 0-1 0 0,-1 0 1 0 0,1 0 0 0 0,0 0 0 0 0,-1 0 0 0 0,1 0 0 0 0,0 0 0 0 0,0 0 0 0 0,-1 0 0 0 0,1 0 0 0 0,0 0 0 0 0,0 0 0 0 0,-1 1 0 0 0,1-1 0 0 0,0 0 0 0 0,-1 0-1 0 0,-1 15-557 0 0,6 18-2044 0 0,10 10-3145 0 0,-5-17 990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354 642 2156 0 0,'-3'-3'855'0'0,"-1"0"-1"0"0,1 0 1 0 0,-1 0-1 0 0,0 1 1 0 0,0-1-1 0 0,0 1 1 0 0,0 0-1 0 0,0 1 1 0 0,0-1-1 0 0,-1 1 1 0 0,1-1-1 0 0,-6 0 1 0 0,-55-8 2679 0 0,63 10-3435 0 0,-5 0 42 0 0,0-1-1 0 0,0 1 0 0 0,0 1 1 0 0,0-1-1 0 0,0 1 1 0 0,0 1-1 0 0,0-1 0 0 0,0 1 1 0 0,0 0-1 0 0,1 1 1 0 0,-1 0-1 0 0,1 0 0 0 0,-7 4 1 0 0,5-2-63 0 0,-1 1 0 0 0,1 1 0 0 0,0-1 0 0 0,1 2 0 0 0,0-1 0 0 0,0 1 0 0 0,1 0 0 0 0,-9 12 0 0 0,8-7-55 0 0,0 0 0 0 0,0 0 0 0 0,1 0 0 0 0,1 1 0 0 0,0 0 1 0 0,1 0-1 0 0,1 1 0 0 0,0-1 0 0 0,1 1 0 0 0,0-1 0 0 0,1 1 0 0 0,2 24 0 0 0,-1-34-18 0 0,1 1-1 0 0,0 0 1 0 0,0-1-1 0 0,0 1 1 0 0,1-1-1 0 0,0 0 1 0 0,0 0-1 0 0,1 0 1 0 0,-1 0-1 0 0,1 0 0 0 0,0 0 1 0 0,0 0-1 0 0,1-1 1 0 0,-1 0-1 0 0,1 1 1 0 0,0-2-1 0 0,0 1 1 0 0,1 0-1 0 0,-1-1 1 0 0,1 1-1 0 0,-1-1 0 0 0,1-1 1 0 0,0 1-1 0 0,0-1 1 0 0,1 0-1 0 0,-1 0 1 0 0,0 0-1 0 0,1-1 1 0 0,-1 1-1 0 0,1-1 0 0 0,7 0 1 0 0,-1 0-54 0 0,0-1 1 0 0,0 0-1 0 0,0 0 0 0 0,0-2 1 0 0,0 1-1 0 0,0-2 1 0 0,0 1-1 0 0,0-1 0 0 0,-1-1 1 0 0,0 0-1 0 0,1-1 1 0 0,-2 0-1 0 0,20-13 0 0 0,-19 10-26 0 0,0 0 0 0 0,-1-1 0 0 0,0-1 0 0 0,-1 0-1 0 0,0 0 1 0 0,0-1 0 0 0,-1 0 0 0 0,-1 0-1 0 0,12-23 1 0 0,-15 25 52 0 0,0-1 0 0 0,-1 1 0 0 0,0-1 0 0 0,0 0 0 0 0,-1 1 0 0 0,0-1-1 0 0,-1 0 1 0 0,0 0 0 0 0,-1-1 0 0 0,0 1 0 0 0,-1 0 0 0 0,1 0 0 0 0,-2 0 0 0 0,-2-11 0 0 0,4 20 19 0 0,-1 0-1 0 0,1-1 1 0 0,0 1 0 0 0,-1-1 0 0 0,1 1 0 0 0,-1 0 0 0 0,1-1 0 0 0,-1 1 0 0 0,0 0-1 0 0,0 0 1 0 0,1 0 0 0 0,-1-1 0 0 0,0 1 0 0 0,0 0 0 0 0,-2-1 0 0 0,2 1 4 0 0,1 1 0 0 0,-1 0 1 0 0,1 0-1 0 0,-1 0 0 0 0,1 0 1 0 0,-1 0-1 0 0,1 0 0 0 0,-1 0 1 0 0,1 0-1 0 0,0 0 0 0 0,-1 1 1 0 0,1-1-1 0 0,-1 0 0 0 0,1 0 1 0 0,-1 0-1 0 0,1 0 0 0 0,-1 1 1 0 0,1-1-1 0 0,0 0 0 0 0,-1 0 1 0 0,1 1-1 0 0,-1-1 0 0 0,1 0 1 0 0,0 1-1 0 0,-1-1 0 0 0,1 0 1 0 0,0 1-1 0 0,0-1 0 0 0,-1 1 1 0 0,-2 3 31 0 0,1 0 0 0 0,0 1 0 0 0,0-1 1 0 0,0 0-1 0 0,0 1 0 0 0,1-1 0 0 0,-2 9 1 0 0,0 11 159 0 0,0-1 0 0 0,2 0 1 0 0,4 47-1 0 0,-2-59-157 0 0,0 0 0 0 0,1 1 0 0 0,1-2 0 0 0,0 1 0 0 0,0 0 0 0 0,1-1 0 0 0,1 1-1 0 0,-1-1 1 0 0,2 0 0 0 0,8 13 0 0 0,-11-19-19 0 0,1 0 1 0 0,-1-1-1 0 0,1 1 0 0 0,0-1 0 0 0,0 0 1 0 0,0 1-1 0 0,0-2 0 0 0,0 1 0 0 0,1 0 0 0 0,-1-1 1 0 0,1 0-1 0 0,0 0 0 0 0,0 0 0 0 0,6 1 1 0 0,-3-2-14 0 0,0 0 1 0 0,0 0 0 0 0,0-1 0 0 0,0 0 0 0 0,0-1 0 0 0,0 0-1 0 0,0 0 1 0 0,12-3 0 0 0,-2-1-163 0 0,-1-2 1 0 0,0 0-1 0 0,0 0 1 0 0,-1-2-1 0 0,0 0 1 0 0,-1 0-1 0 0,22-18 0 0 0,-16 7-312 0 0,0 0 1 0 0,-2-1-1 0 0,0-1 0 0 0,-2 0 0 0 0,0-2 0 0 0,-2 0 0 0 0,0-1 0 0 0,-2 0 0 0 0,0-1 0 0 0,12-40 0 0 0,-7 7-74 0 0,-2-1 0 0 0,-3 0-1 0 0,10-112 1 0 0,-19 136 1036 0 0,-3 1-1 0 0,0 0 1 0 0,-2-1-1 0 0,-2 1 1 0 0,-11-55 0 0 0,13 86-388 0 0,0 0 0 0 0,-1 0 0 0 0,1 0 1 0 0,-1 1-1 0 0,0-1 0 0 0,0 0 0 0 0,0 1 0 0 0,-4-5 1 0 0,6 7-82 0 0,-1 1 1 0 0,1-1-1 0 0,-1 1 1 0 0,0-1-1 0 0,1 1 1 0 0,-1-1-1 0 0,1 1 1 0 0,-1 0-1 0 0,0-1 0 0 0,1 1 1 0 0,-1 0-1 0 0,0 0 1 0 0,1-1-1 0 0,-1 1 1 0 0,0 0-1 0 0,1 0 1 0 0,-1 0-1 0 0,0 0 1 0 0,1 0-1 0 0,-1 0 1 0 0,0 0-1 0 0,0 0 1 0 0,-1 0 1 0 0,1 1 0 0 0,0 0 1 0 0,0-1-1 0 0,-1 1 0 0 0,1 0 1 0 0,0 0-1 0 0,0 0 0 0 0,0 0 1 0 0,0 0-1 0 0,0 0 0 0 0,0 0 1 0 0,0 0-1 0 0,1 0 0 0 0,-1 0 1 0 0,0 0-1 0 0,0 2 0 0 0,-6 10 131 0 0,1 1 0 0 0,0 0 0 0 0,1 0 0 0 0,1 0 0 0 0,-5 26 0 0 0,-5 76 425 0 0,14-115-576 0 0,-4 62 272 0 0,2 0 0 0 0,10 108 0 0 0,-5-143-244 0 0,2-1 0 0 0,1 1 0 0 0,1-1 0 0 0,1-1 0 0 0,1 1 0 0 0,1-2-1 0 0,2 1 1 0 0,24 40 0 0 0,-27-54-422 0 0,1 0 1 0 0,0 0-1 0 0,0-1 1 0 0,2 0-1 0 0,-1-1 1 0 0,1 0-1 0 0,23 14 1 0 0,-19-15-1347 0 0,0 0 1 0 0,1-2-1 0 0,26 10 1 0 0,9-3-4468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59 447 888 0 0,'-2'1'2390'0'0,"-21"10"3926"0"0,20-10-5240 0 0,-19 8 2833 0 0,14-6-2431 0 0,187-134-498 0 0,-34 28-869 0 0,-117 81-85 0 0,75-61 73 0 0,-86 67-57 0 0,-1 0 0 0 0,-1-1 0 0 0,22-30 0 0 0,-35 46-41 0 0,-1-1 1 0 0,-1 0-1 0 0,1 0 1 0 0,0 1-1 0 0,0-1 1 0 0,-1 0-1 0 0,1 0 1 0 0,-1 0-1 0 0,1 0 1 0 0,-1 0-1 0 0,0-3 1 0 0,0 5-3 0 0,0-1 1 0 0,0 0-1 0 0,0 1 1 0 0,0-1-1 0 0,0 1 1 0 0,-1-1-1 0 0,1 1 1 0 0,0-1 0 0 0,-1 1-1 0 0,1-1 1 0 0,0 1-1 0 0,-1-1 1 0 0,1 1-1 0 0,0-1 1 0 0,-1 1-1 0 0,1-1 1 0 0,-1 1-1 0 0,1 0 1 0 0,-1-1-1 0 0,1 1 1 0 0,-1 0-1 0 0,1-1 1 0 0,-1 1-1 0 0,1 0 1 0 0,-1 0-1 0 0,0 0 1 0 0,1-1-1 0 0,-1 1 1 0 0,1 0-1 0 0,-1 0 1 0 0,0 0-1 0 0,1 0 1 0 0,-1 0-1 0 0,1 0 1 0 0,-1 0-1 0 0,0 0 1 0 0,1 0 0 0 0,-1 0-1 0 0,1 1 1 0 0,-1-1-1 0 0,1 0 1 0 0,-1 0-1 0 0,-1 1 1 0 0,-8 2-7 0 0,0 0 1 0 0,0 1 0 0 0,1 0 0 0 0,-1 1-1 0 0,1 0 1 0 0,0 0 0 0 0,0 1 0 0 0,0 0 0 0 0,-7 8-1 0 0,11-11 6 0 0,1 1 0 0 0,0 0 0 0 0,0 0 0 0 0,1 0 0 0 0,-1 0-1 0 0,1 0 1 0 0,0 1 0 0 0,0 0 0 0 0,1-1 0 0 0,-1 1 0 0 0,1 0-1 0 0,0 0 1 0 0,0 0 0 0 0,0 1 0 0 0,1-1 0 0 0,0 0 0 0 0,0 1 0 0 0,0-1-1 0 0,1 10 1 0 0,1-9 3 0 0,0-1 0 0 0,1 0 0 0 0,0 0-1 0 0,0 0 1 0 0,0 0 0 0 0,0-1 0 0 0,1 1 0 0 0,0-1-1 0 0,0 1 1 0 0,0-1 0 0 0,0 0 0 0 0,8 7-1 0 0,6 5 11 0 0,31 22 0 0 0,-33-27-11 0 0,12 9 78 0 0,-1-2 223 0 0,32 31-1 0 0,-58-48-281 0 0,1 0 0 0 0,-1 0 0 0 0,0 0 0 0 0,1-1 0 0 0,-1 1-1 0 0,0 0 1 0 0,0 0 0 0 0,0 0 0 0 0,0 0 0 0 0,0 0 0 0 0,0 0 0 0 0,0 0-1 0 0,0 0 1 0 0,0 0 0 0 0,0 0 0 0 0,0 0 0 0 0,-1 0 0 0 0,1 0 0 0 0,0 0-1 0 0,-1 0 1 0 0,1 0 0 0 0,-1 0 0 0 0,1 0 0 0 0,-1-1 0 0 0,1 1 0 0 0,-1 0-1 0 0,0 0 1 0 0,1-1 0 0 0,-3 2 0 0 0,-20 21 224 0 0,8-13-179 0 0,0-1 0 0 0,-1-1 0 0 0,0 0-1 0 0,0-1 1 0 0,-1-1 0 0 0,-21 6 0 0 0,36-12-213 0 0,1 1 1 0 0,0-1-1 0 0,-1 0 0 0 0,1 1 1 0 0,-1-1-1 0 0,1 0 0 0 0,-1 0 1 0 0,1 0-1 0 0,0 0 1 0 0,-1 0-1 0 0,1 0 0 0 0,-1 0 1 0 0,1-1-1 0 0,-2 0 1 0 0,2 1 44 0 0,1 0 0 0 0,0 0 1 0 0,0-1-1 0 0,-1 1 0 0 0,1 0 1 0 0,0-1-1 0 0,0 1 0 0 0,0-1 0 0 0,-1 1 1 0 0,1 0-1 0 0,0-1 0 0 0,0 1 1 0 0,0-1-1 0 0,0 1 0 0 0,0 0 1 0 0,0-1-1 0 0,0 1 0 0 0,0-1 1 0 0,0 1-1 0 0,0 0 0 0 0,0-1 1 0 0,0 1-1 0 0,0-1 0 0 0,0 1 1 0 0,1 0-1 0 0,-1-1 0 0 0,0 1 1 0 0,0 0-1 0 0,0-1 0 0 0,0 1 1 0 0,1-1-1 0 0,-1 1 0 0 0,0 0 1 0 0,0 0-1 0 0,1-1 0 0 0,-1 1 1 0 0,0 0-1 0 0,1-1 0 0 0,-1 1 1 0 0,0 0-1 0 0,1-1 0 0 0,10-9-4074 0 0,5 0-2091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49 393 2120 0 0,'10'-6'9146'0'0,"-12"16"-8467"0"0,-1 0 1 0 0,-1 1-1 0 0,1-1 0 0 0,-7 11 0 0 0,-10 28 48 0 0,15-31-584 0 0,1 1 0 0 0,1 0 0 0 0,1 1 0 0 0,-1 23-1 0 0,4-31-99 0 0,-1 0 0 0 0,1 0 0 0 0,1 0 0 0 0,0-1 0 0 0,1 1 0 0 0,0 0 0 0 0,9 21 0 0 0,-11-30-27 0 0,1 0 0 0 0,-1 0-1 0 0,1-1 1 0 0,-1 1 0 0 0,1 0 0 0 0,0-1 0 0 0,0 0 0 0 0,0 1 0 0 0,1-1-1 0 0,-1 0 1 0 0,0 0 0 0 0,1 0 0 0 0,0-1 0 0 0,-1 1 0 0 0,1 0 0 0 0,0-1-1 0 0,0 0 1 0 0,0 0 0 0 0,3 2 0 0 0,-1-3 2 0 0,-1 1 1 0 0,1-1-1 0 0,0 1 1 0 0,0-1-1 0 0,0-1 1 0 0,-1 1-1 0 0,1-1 0 0 0,0 0 1 0 0,-1 0-1 0 0,1 0 1 0 0,6-3-1 0 0,0 0 6 0 0,-1-1 1 0 0,0 0-1 0 0,-1-1 0 0 0,1 0 1 0 0,-1 0-1 0 0,-1-1 0 0 0,1 0 0 0 0,-1-1 1 0 0,0 0-1 0 0,7-10 0 0 0,-7 7-17 0 0,-2 0 0 0 0,0-1 0 0 0,0 0 0 0 0,-1 0 0 0 0,0-1 0 0 0,-1 1-1 0 0,-1-1 1 0 0,0 0 0 0 0,0 0 0 0 0,-2 0 0 0 0,1-1 0 0 0,-2-18 0 0 0,0 21-8 0 0,-1 1 0 0 0,0-1 1 0 0,0 0-1 0 0,-1 1 0 0 0,-1 0 0 0 0,1 0 1 0 0,-2-1-1 0 0,1 2 0 0 0,-2-1 0 0 0,1 0 0 0 0,-1 1 1 0 0,-1 0-1 0 0,1 0 0 0 0,-2 0 0 0 0,1 1 1 0 0,-9-9-1 0 0,12 15-1 0 0,0-1 0 0 0,0 1 0 0 0,0 0 0 0 0,-1 0 0 0 0,1 0 0 0 0,-1 1 0 0 0,1-1 0 0 0,-1 1 0 0 0,1 0 1 0 0,-1 0-1 0 0,0 0 0 0 0,0 0 0 0 0,1 1 0 0 0,-1-1 0 0 0,0 1 0 0 0,0 0 0 0 0,0 0 0 0 0,1 1 0 0 0,-6 0 0 0 0,6-1 1 0 0,1 1-1 0 0,-1 0 1 0 0,0 0-1 0 0,1-1 1 0 0,-1 2 0 0 0,1-1-1 0 0,-1 0 1 0 0,1 0-1 0 0,-1 1 1 0 0,1-1-1 0 0,0 1 1 0 0,0 0 0 0 0,0 0-1 0 0,0 0 1 0 0,0 0-1 0 0,0 0 1 0 0,1 0-1 0 0,-1 0 1 0 0,1 1 0 0 0,-1-1-1 0 0,1 0 1 0 0,0 1-1 0 0,0-1 1 0 0,0 1-1 0 0,0 0 1 0 0,-1 4 0 0 0,2-6 0 0 0,0 1 1 0 0,0-1 0 0 0,-1 1 0 0 0,1-1-1 0 0,0 1 1 0 0,1-1 0 0 0,-1 1 0 0 0,0-1 0 0 0,0 1-1 0 0,1-1 1 0 0,-1 1 0 0 0,0-1 0 0 0,1 1 0 0 0,0-1-1 0 0,-1 0 1 0 0,1 1 0 0 0,0-1 0 0 0,0 0-1 0 0,0 1 1 0 0,1 1 0 0 0,1-1-24 0 0,-1-1 0 0 0,0 1 1 0 0,1 0-1 0 0,-1-1 0 0 0,1 1 1 0 0,-1-1-1 0 0,1 0 0 0 0,0 0 0 0 0,0 0 1 0 0,3 1-1 0 0,4 0-145 0 0,1-1 1 0 0,0 0-1 0 0,0 0 0 0 0,18-2 1 0 0,-9-1 122 0 0,0-1-1 0 0,1-1 1 0 0,-1 0 0 0 0,-1-2 0 0 0,1-1 0 0 0,-1 0-1 0 0,0-1 1 0 0,-1-1 0 0 0,0-1 0 0 0,0 0-1 0 0,-1-1 1 0 0,0-2 0 0 0,-1 1 0 0 0,0-2 0 0 0,-2 0-1 0 0,1-1 1 0 0,-2 0 0 0 0,0-1 0 0 0,0 0-1 0 0,-2-1 1 0 0,15-29 0 0 0,2-14 298 0 0,-21 41 189 0 0,2 1 0 0 0,0 0 0 0 0,14-20 0 0 0,-23 37-430 0 0,0 1 0 0 0,0 0 1 0 0,0 0-1 0 0,1-1 0 0 0,-1 1 0 0 0,0 0 1 0 0,0 0-1 0 0,0-1 0 0 0,0 1 1 0 0,0 0-1 0 0,1 0 0 0 0,-1-1 1 0 0,0 1-1 0 0,0 0 0 0 0,0 0 1 0 0,1 0-1 0 0,-1 0 0 0 0,0-1 1 0 0,0 1-1 0 0,1 0 0 0 0,-1 0 1 0 0,0 0-1 0 0,0 0 0 0 0,1 0 1 0 0,-1 0-1 0 0,0 0 0 0 0,0 0 0 0 0,1 0 1 0 0,-1 0-1 0 0,0 0 0 0 0,1 0 1 0 0,-1 0-1 0 0,0 0 0 0 0,0 0 1 0 0,1 0-1 0 0,-1 0 0 0 0,0 0 1 0 0,0 0-1 0 0,1 0 0 0 0,-1 0 1 0 0,0 0-1 0 0,1 0 0 0 0,-1 1 1 0 0,5 14 380 0 0,-3 22 332 0 0,-15 116 973 0 0,6-99-1453 0 0,3 0 0 0 0,2 1 0 0 0,7 81 0 0 0,-3-127-223 0 0,0 1 1 0 0,0-1-1 0 0,0 0 1 0 0,1 0-1 0 0,1 0 1 0 0,-1 0-1 0 0,2-1 1 0 0,-1 1-1 0 0,1-1 1 0 0,11 15 0 0 0,-13-21-58 0 0,-1 1 1 0 0,1 0 0 0 0,-1-1 0 0 0,1 0 0 0 0,0 0 0 0 0,0 0 0 0 0,0 0 0 0 0,0 0 0 0 0,0 0 0 0 0,0-1 0 0 0,1 0 0 0 0,-1 1 0 0 0,0-1 0 0 0,1-1 0 0 0,-1 1 0 0 0,1 0 0 0 0,-1-1 0 0 0,1 0 0 0 0,-1 1 0 0 0,1-1 0 0 0,-1-1 0 0 0,1 1 0 0 0,-1 0 0 0 0,1-1 0 0 0,-1 0-1 0 0,1 0 1 0 0,-1 0 0 0 0,0 0 0 0 0,1-1 0 0 0,-1 1 0 0 0,0-1 0 0 0,4-2 0 0 0,3-3-149 0 0,0 0-1 0 0,0 0 1 0 0,0-1 0 0 0,-1-1-1 0 0,-1 1 1 0 0,1-2-1 0 0,-1 1 1 0 0,-1-1 0 0 0,12-19-1 0 0,0-7 98 0 0,24-61 0 0 0,-25 53 504 0 0,-17 42-320 0 0,3 5-30 0 0,-4-4-63 0 0,0 1-1 0 0,0 0 1 0 0,1 0 0 0 0,-1 0 0 0 0,0 1-1 0 0,0-1 1 0 0,1 0 0 0 0,-1 0-1 0 0,0 0 1 0 0,0 0 0 0 0,1 0-1 0 0,-1 0 1 0 0,0 0 0 0 0,0 0 0 0 0,1 0-1 0 0,-1 1 1 0 0,0-1 0 0 0,0 0-1 0 0,0 0 1 0 0,1 0 0 0 0,-1 0 0 0 0,0 1-1 0 0,0-1 1 0 0,0 0 0 0 0,0 0-1 0 0,1 0 1 0 0,-1 1 0 0 0,0-1-1 0 0,0 0 1 0 0,0 0 0 0 0,0 1 0 0 0,0-1-1 0 0,0 0 1 0 0,0 0 0 0 0,0 1-1 0 0,0-1 1 0 0,3 65 413 0 0,-4-48-362 0 0,1 0 0 0 0,1 0 0 0 0,0-1-1 0 0,1 1 1 0 0,1 0 0 0 0,7 21-1 0 0,-8-34-41 0 0,1 0 0 0 0,-1-1 0 0 0,0 1-1 0 0,1-1 1 0 0,0 1 0 0 0,0-1 0 0 0,0 0 0 0 0,0 0-1 0 0,0 0 1 0 0,1-1 0 0 0,-1 1 0 0 0,1-1 0 0 0,0 0-1 0 0,0 0 1 0 0,0 0 0 0 0,0 0 0 0 0,0-1 0 0 0,0 1-1 0 0,0-1 1 0 0,9 1 0 0 0,5 1-50 0 0,1-1 0 0 0,-1-1 0 0 0,27-1 1 0 0,-30-1-126 0 0,-1 0 1 0 0,1-1 0 0 0,-1 0-1 0 0,0-1 1 0 0,0-1 0 0 0,0 0 0 0 0,0-1-1 0 0,-1 0 1 0 0,15-9 0 0 0,-19 9 70 0 0,0-1 0 0 0,-1 0-1 0 0,1-1 1 0 0,-1 0 0 0 0,-1 0 0 0 0,1 0 0 0 0,-1-1 0 0 0,0 0 0 0 0,-1-1 0 0 0,0 1 0 0 0,-1-1-1 0 0,1 0 1 0 0,4-13 0 0 0,1-10 410 0 0,-1-1 0 0 0,9-48 0 0 0,-11 40 596 0 0,-7 38-627 0 0,-9 108 1346 0 0,1 1-1103 0 0,7-89-508 0 0,0 1 1 0 0,2 0 0 0 0,0 0 0 0 0,1-1-1 0 0,1 1 1 0 0,0-1 0 0 0,2 0 0 0 0,8 19 0 0 0,-11-29-327 0 0,1 0 0 0 0,0-1 0 0 0,0 1 0 0 0,1-1 0 0 0,-1 0 0 0 0,2-1 0 0 0,-1 1 1 0 0,0-1-1 0 0,8 6 0 0 0,-7-7-488 0 0,0-1 1 0 0,0 1 0 0 0,0-1 0 0 0,0-1-1 0 0,1 1 1 0 0,-1-1 0 0 0,1 0-1 0 0,-1 0 1 0 0,1-1 0 0 0,0 0-1 0 0,11 0 1 0 0,6 0-6074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12 124 2752 0 0,'13'-99'10339'0'0,"-10"74"-3478"0"0,-30 508-3573 0 0,26-282-4198 0 0,1-155-3428 0 0,1-1-4022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6 175 616 0 0,'-2'-3'472'0'0,"1"0"-1"0"0,1-1 1 0 0,-1 1-1 0 0,0-1 1 0 0,1 0-1 0 0,-1 1 1 0 0,1-1-1 0 0,0 1 1 0 0,1-1-1 0 0,-1 1 1 0 0,0-1-1 0 0,1 1 1 0 0,0-1-1 0 0,0 1 1 0 0,0-1-1 0 0,0 1 1 0 0,3-5-1 0 0,-1 3-187 0 0,0 0-1 0 0,0 1 1 0 0,1-1-1 0 0,0 1 1 0 0,0 0 0 0 0,0 0-1 0 0,0 1 1 0 0,1-1-1 0 0,-1 1 1 0 0,7-3 0 0 0,6-3 29 0 0,1 1 1 0 0,1 0 0 0 0,-1 2-1 0 0,1 0 1 0 0,25-4 0 0 0,-16 5 203 0 0,0 1 1 0 0,56 0-1 0 0,-69 4-386 0 0,-1 1 0 0 0,0 0-1 0 0,0 1 1 0 0,0 1 0 0 0,0 0 0 0 0,-1 1-1 0 0,26 11 1 0 0,-33-11 63 0 0,0 0 0 0 0,0 0 0 0 0,0 0 0 0 0,-1 1 0 0 0,0 0 0 0 0,0 0 0 0 0,0 0 1 0 0,-1 1-1 0 0,1-1 0 0 0,-1 1 0 0 0,-1 0 0 0 0,1 1 0 0 0,-1-1 0 0 0,0 0 0 0 0,0 1 0 0 0,-1 0 0 0 0,0-1 0 0 0,0 1 1 0 0,-1 0-1 0 0,1 8 0 0 0,1 14 636 0 0,0 1 1 0 0,-3 0 0 0 0,-3 39 0 0 0,3-67-793 0 0,-11 93 1096 0 0,6-66-907 0 0,1 0-1 0 0,2 0 1 0 0,1 34-1 0 0,1-62-245 0 0,0 1-1 0 0,1 0 0 0 0,-1 0 0 0 0,0 0 1 0 0,1 0-1 0 0,-1 0 0 0 0,1 0 0 0 0,0 0 0 0 0,0-1 1 0 0,-1 1-1 0 0,1 0 0 0 0,0-1 0 0 0,0 1 0 0 0,1-1 1 0 0,-1 1-1 0 0,0-1 0 0 0,0 1 0 0 0,1-1 1 0 0,-1 0-1 0 0,1 1 0 0 0,-1-1 0 0 0,1 0 0 0 0,0 0 1 0 0,-1 0-1 0 0,1 0 0 0 0,0-1 0 0 0,0 1 1 0 0,0 0-1 0 0,-1-1 0 0 0,1 1 0 0 0,0-1 0 0 0,0 0 1 0 0,0 0-1 0 0,0 1 0 0 0,0-1 0 0 0,0 0 1 0 0,0-1-1 0 0,3 1 0 0 0,4-2-615 0 0,-1 1-1 0 0,1-1 1 0 0,-1 0-1 0 0,0 0 1 0 0,0-1-1 0 0,0-1 1 0 0,13-6-1 0 0,-11 4-2270 0 0,-1-1 0 0 0,17-13-1 0 0,-6-1-6295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29 992 0 0,'-101'-25'12252'0'0,"100"25"-12207"0"0,0-1 0 0 0,0 1 0 0 0,0-1 0 0 0,-1 1 0 0 0,1 0 0 0 0,0-1 0 0 0,0 1 0 0 0,0 0 0 0 0,0 0 0 0 0,-1 0 0 0 0,1 0 0 0 0,0 0 0 0 0,0 0 0 0 0,0 0 0 0 0,-1 0 0 0 0,1 1 0 0 0,0-1 1 0 0,0 0-1 0 0,0 1 0 0 0,0-1 0 0 0,0 1 0 0 0,0-1 0 0 0,0 1 0 0 0,0-1 0 0 0,0 1 0 0 0,0 0 0 0 0,0 0 0 0 0,0-1 0 0 0,0 1 0 0 0,0 0 0 0 0,0 0 0 0 0,1 0 0 0 0,-2 2 0 0 0,-2 16-2021 0 0,7 1-3290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47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40 156 452 0 0,'0'0'14015'0'0,"-9"9"-11772"0"0,-1 28-877 0 0,2 0-1 0 0,-3 43 0 0 0,10-67-1276 0 0,1-1-1 0 0,0 1 1 0 0,1-1 0 0 0,0 1-1 0 0,1-1 1 0 0,0 0-1 0 0,1 0 1 0 0,1 0-1 0 0,0 0 1 0 0,9 20 0 0 0,-11-28-65 0 0,0-1 0 0 0,0 1 0 0 0,1-1 0 0 0,-1 0 0 0 0,1 0 0 0 0,0 0 1 0 0,-1 0-1 0 0,1 0 0 0 0,0-1 0 0 0,1 1 0 0 0,-1-1 0 0 0,0 0 0 0 0,1 0 1 0 0,-1 0-1 0 0,1 0 0 0 0,0-1 0 0 0,-1 1 0 0 0,1-1 0 0 0,0 0 0 0 0,0 0 1 0 0,0-1-1 0 0,0 1 0 0 0,0-1 0 0 0,0 0 0 0 0,0 0 0 0 0,0 0 0 0 0,0 0 1 0 0,0-1-1 0 0,4 0 0 0 0,-2-1-14 0 0,0 1 1 0 0,0-1 0 0 0,0 0 0 0 0,0-1-1 0 0,-1 1 1 0 0,1-1 0 0 0,-1 0-1 0 0,0-1 1 0 0,0 1 0 0 0,0-1-1 0 0,0 0 1 0 0,-1 0 0 0 0,1-1 0 0 0,-1 1-1 0 0,0-1 1 0 0,0 0 0 0 0,-1 0-1 0 0,4-6 1 0 0,-4 3-12 0 0,0 0-1 0 0,0 0 1 0 0,-1 0-1 0 0,0 0 1 0 0,-1 0-1 0 0,0 0 1 0 0,0 0 0 0 0,0-1-1 0 0,-1 1 1 0 0,0 0-1 0 0,-1-1 1 0 0,0 1-1 0 0,0 0 1 0 0,-1 0-1 0 0,0 0 1 0 0,-1 0 0 0 0,-4-12-1 0 0,-7-11-2 0 0,-1 1-1 0 0,-39-56 1 0 0,32 52-12 0 0,21 32 16 0 0,0 1 0 0 0,-1-1 0 0 0,1 0 0 0 0,0 0-1 0 0,0 0 1 0 0,1 0 0 0 0,-1 0 0 0 0,0 0 0 0 0,1 0 0 0 0,-1-1 0 0 0,1 1 0 0 0,0 0 0 0 0,0 0 0 0 0,0 0 0 0 0,0-1 0 0 0,0 1 0 0 0,0 0 0 0 0,0 0 0 0 0,1 0 0 0 0,-1 0-1 0 0,2-4 1 0 0,0 3-1 0 0,0 0 0 0 0,0 0 0 0 0,0 0-1 0 0,0 0 1 0 0,0 1 0 0 0,1-1 0 0 0,-1 1-1 0 0,1 0 1 0 0,0 0 0 0 0,0 0 0 0 0,0 0-1 0 0,4-3 1 0 0,4 0-9 0 0,0 1-1 0 0,0 0 1 0 0,0 0 0 0 0,0 1-1 0 0,1 0 1 0 0,-1 1-1 0 0,16-1 1 0 0,-14 3 1 0 0,0 1-1 0 0,-1 0 1 0 0,1 1 0 0 0,0 0-1 0 0,-1 1 1 0 0,0 1 0 0 0,1-1-1 0 0,-1 2 1 0 0,-1 0 0 0 0,1 0 0 0 0,-1 1-1 0 0,0 1 1 0 0,0 0 0 0 0,-1 0-1 0 0,1 1 1 0 0,-2 0 0 0 0,1 1-1 0 0,-1 0 1 0 0,-1 1 0 0 0,8 10-1 0 0,-7-8 25 0 0,-1-1 0 0 0,0 1 0 0 0,-1 1-1 0 0,-1-1 1 0 0,0 1 0 0 0,0 1 0 0 0,-2-1-1 0 0,1 1 1 0 0,-2-1 0 0 0,0 1 0 0 0,0 0-1 0 0,-2 1 1 0 0,1-1 0 0 0,-2 0 0 0 0,0 0 0 0 0,-1 1-1 0 0,-4 26 1 0 0,2-27 79 0 0,3-12-21 0 0,0 1 1 0 0,0 0 0 0 0,-1-1-1 0 0,1 1 1 0 0,-1-1 0 0 0,0 0-1 0 0,0 1 1 0 0,0-1 0 0 0,0 1-1 0 0,0-1 1 0 0,0 0 0 0 0,-3 3-1 0 0,3-4 243 0 0,-2-11-175 0 0,3 10-137 0 0,-1-1 1 0 0,1 0-1 0 0,0 0 0 0 0,-1 1 0 0 0,1-1 0 0 0,0 0 0 0 0,0 0 0 0 0,0 0 0 0 0,-1 0 0 0 0,1 1 0 0 0,0-1 0 0 0,0 0 1 0 0,0 0-1 0 0,0 0 0 0 0,0 0 0 0 0,0 0 0 0 0,1 1 0 0 0,-1-1 0 0 0,0 0 0 0 0,1-1 0 0 0,5-18 42 0 0,1 1-1 0 0,1 0 1 0 0,1 1 0 0 0,1-1-1 0 0,1 2 1 0 0,0-1-1 0 0,21-23 1 0 0,-22 29-54 0 0,1 0-1 0 0,1 1 1 0 0,0 1-1 0 0,1 0 1 0 0,0 1-1 0 0,0 0 1 0 0,1 1-1 0 0,0 0 1 0 0,0 1-1 0 0,19-6 1 0 0,-30 12 10 0 0,-1 0 0 0 0,0 1 0 0 0,1-1 0 0 0,-1 1 0 0 0,0-1 0 0 0,1 1 0 0 0,-1 0 0 0 0,0 0 0 0 0,1 0 0 0 0,-1 0 0 0 0,1 1 0 0 0,-1-1 0 0 0,0 0 0 0 0,1 1 0 0 0,-1 0 0 0 0,0-1 1 0 0,0 1-1 0 0,1 0 0 0 0,2 2 0 0 0,-2 0 18 0 0,0-1 0 0 0,0 0 0 0 0,-1 1 0 0 0,1 0 1 0 0,-1 0-1 0 0,1 0 0 0 0,-1 0 0 0 0,0 0 0 0 0,0 0 1 0 0,-1 1-1 0 0,3 3 0 0 0,0 6 99 0 0,0 0 0 0 0,0-1 0 0 0,-1 1 0 0 0,-1 1 0 0 0,1 21 0 0 0,-3 33 312 0 0,-1-47-343 0 0,1-1 1 0 0,0 1-1 0 0,2-1 0 0 0,6 33 0 0 0,-7-51-146 0 0,0 0 0 0 0,0 0 0 0 0,0 1 0 0 0,0-1 0 0 0,0 0 0 0 0,0 0-1 0 0,1 0 1 0 0,-1 0 0 0 0,1 0 0 0 0,-1 0 0 0 0,1-1 0 0 0,0 1 0 0 0,0 0 0 0 0,0-1 0 0 0,0 0 0 0 0,0 1-1 0 0,0-1 1 0 0,0 0 0 0 0,0 0 0 0 0,0 0 0 0 0,1 0 0 0 0,-1 0 0 0 0,0-1 0 0 0,1 1 0 0 0,-1-1 0 0 0,0 1 0 0 0,1-1-1 0 0,-1 0 1 0 0,1 0 0 0 0,-1 0 0 0 0,4-1 0 0 0,1 1-1049 0 0,0-1 0 0 0,1 0 1 0 0,12-4-1 0 0,17-9-7582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52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48 696 0 0,'2'-6'1800'0'0,"1"0"0"0"0,-2 0 0 0 0,1 0 0 0 0,1-11 0 0 0,-2 10 750 0 0,-3 8-2492 0 0,-26 15-9 0 0,2 1 0 0 0,0 1 0 0 0,-30 28 0 0 0,36-30-22 0 0,19-15-27 0 0,-1 0 1 0 0,1 0-1 0 0,-1 1 0 0 0,1-1 0 0 0,0 0 0 0 0,0 1 0 0 0,-1-1 1 0 0,1 1-1 0 0,0-1 0 0 0,0 1 0 0 0,1-1 0 0 0,-1 1 1 0 0,0 0-1 0 0,-1 3 0 0 0,2-4 2 0 0,1 1 1 0 0,-1-1-1 0 0,0 0 1 0 0,0 1-1 0 0,0-1 0 0 0,1 0 1 0 0,-1 0-1 0 0,1 1 1 0 0,-1-1-1 0 0,1 0 1 0 0,-1 0-1 0 0,1 0 0 0 0,0 0 1 0 0,0 0-1 0 0,-1 0 1 0 0,1 0-1 0 0,0 0 0 0 0,0 0 1 0 0,0 0-1 0 0,0 0 1 0 0,0 0-1 0 0,0-1 0 0 0,2 2 1 0 0,78 53 80 0 0,-65-44-91 0 0,-11-8 89 0 0,-1 0 0 0 0,0 0 0 0 0,0 0 1 0 0,0 0-1 0 0,0 1 0 0 0,4 4 0 0 0,-8-7 46 0 0,1 0 0 0 0,0 0-1 0 0,0 0 1 0 0,0 0 0 0 0,-1 1-1 0 0,1-1 1 0 0,-1 0 0 0 0,1 0-1 0 0,-1 0 1 0 0,1 1 0 0 0,-1-1 0 0 0,0 0-1 0 0,1 1 1 0 0,-1-1 0 0 0,0 0-1 0 0,0 0 1 0 0,0 1 0 0 0,0-1-1 0 0,0 0 1 0 0,-1 1 0 0 0,1-1-1 0 0,0 0 1 0 0,-1 2 0 0 0,0 0 38 0 0,0-1 0 0 0,-1 0 0 0 0,1 1 0 0 0,-1-1 0 0 0,0 0 0 0 0,1 0 0 0 0,-1 0 0 0 0,0 0 0 0 0,0 0 0 0 0,-5 2 0 0 0,-2 2 43 0 0,0-1 1 0 0,0 0-1 0 0,-1 0 1 0 0,0-1-1 0 0,-14 3 1 0 0,-18 6-53 0 0,40-13-177 0 0,1 1-155 0 0,0-1 0 0 0,0 0 0 0 0,0 0-1 0 0,-1 1 1 0 0,1-1 0 0 0,0 0 0 0 0,0 0 0 0 0,0 0-1 0 0,0 0 1 0 0,0 0 0 0 0,-1 0 0 0 0,1-1 0 0 0,0 1 0 0 0,0 0-1 0 0,-2-1 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52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83 1820 0 0,'-24'-71'11998'0'0,"23"69"-11493"0"0,1-1-288 0 0,1-3 1495 0 0,6 9-707 0 0,-4-1-1114 0 0,14 9 636 0 0,0 1-1 0 0,-1 1 1 0 0,-1 0-1 0 0,16 18 1 0 0,-13-13-225 0 0,25 24 158 0 0,-3 2 1 0 0,-1 2-1 0 0,-3 1 1 0 0,-2 1 0 0 0,55 103-1 0 0,-73-117-367 0 0,-2 0-1 0 0,-1 0 0 0 0,-2 1 1 0 0,-1 1-1 0 0,-2 0 0 0 0,-1 0 0 0 0,-2 1 1 0 0,-2-1-1 0 0,-1 1 0 0 0,-6 68 1 0 0,-1-69-41 0 0,-1 1 1 0 0,-2-2 0 0 0,-2 1 0 0 0,-1-2 0 0 0,-2 1-1 0 0,-1-1 1 0 0,-2-1 0 0 0,-27 42 0 0 0,16-34-1603 0 0,-60 71 0 0 0,46-69-3923 0 0,-55 47-1 0 0,68-67-2412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52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2408 0 0,'-4'10'12554'0'0,"1"-1"-12728"0"0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5:45:1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30064,'-108'811'0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7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60 392 0 0,'17'-19'17561'0'0,"-18"20"-17557"0"0,1-1-1 0 0,0 0 1 0 0,0 0 0 0 0,0 1-1 0 0,0-1 1 0 0,0 0-1 0 0,0 0 1 0 0,0 1 0 0 0,0-1-1 0 0,0 0 1 0 0,0 1 0 0 0,0-1-1 0 0,0 0 1 0 0,0 0-1 0 0,0 1 1 0 0,0-1 0 0 0,0 0-1 0 0,0 1 1 0 0,0-1 0 0 0,0 0-1 0 0,0 0 1 0 0,0 1-1 0 0,1-1 1 0 0,-1 0 0 0 0,0 0-1 0 0,0 1 1 0 0,0-1 0 0 0,0 0-1 0 0,1 0 1 0 0,-1 0 0 0 0,0 1-1 0 0,0-1 1 0 0,1 0-1 0 0,-1 0 1 0 0,0 0 0 0 0,0 0-1 0 0,1 1 1 0 0,-1-1 0 0 0,0 0-1 0 0,0 0 1 0 0,1 0-1 0 0,-1 0 1 0 0,0 0 0 0 0,0 0-1 0 0,1 0 1 0 0,-1 0 0 0 0,0 0-1 0 0,1 0 1 0 0,0 0-11 0 0,1 1 39 0 0,1-1-9 0 0,26-2 7 0 0,0-2 0 0 0,-1 0 1 0 0,40-12-1 0 0,-12 2-3133 0 0,0 5-4951 0 0,-42 7 3315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7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1956 0 0,'-83'67'13663'0'0,"83"-67"-13638"0"0,-1 0-1 0 0,1 0 1 0 0,-1 0 0 0 0,1 1 0 0 0,0-1 0 0 0,-1 0 0 0 0,1 1-1 0 0,0-1 1 0 0,-1 0 0 0 0,1 1 0 0 0,0-1 0 0 0,0 0 0 0 0,-1 1-1 0 0,1-1 1 0 0,0 0 0 0 0,0 1 0 0 0,0-1 0 0 0,-1 1 0 0 0,1-1-1 0 0,0 1 1 0 0,0-1 0 0 0,0 0 0 0 0,0 1 0 0 0,0-1 0 0 0,0 1-1 0 0,0-1 1 0 0,0 1 0 0 0,0-1 0 0 0,0 1 0 0 0,0-1 0 0 0,0 0-1 0 0,0 1 1 0 0,0-1 0 0 0,0 1 0 0 0,1-1 0 0 0,-1 1 0 0 0,0-1 0 0 0,0 0-1 0 0,1 1 1 0 0,-1-1 0 0 0,0 0 0 0 0,0 1 0 0 0,1-1 0 0 0,-1 0-1 0 0,0 1 1 0 0,1-1 0 0 0,-1 0 0 0 0,0 1 0 0 0,1-1 0 0 0,-1 0-1 0 0,0 0 1 0 0,1 1 0 0 0,-1-1 0 0 0,1 0 0 0 0,-1 0 0 0 0,1 0-1 0 0,-1 0 1 0 0,0 0 0 0 0,2 0 0 0 0,24 7 158 0 0,12-4-250 0 0,77-6 0 0 0,-12-7-2912 0 0,-46 3-1634 0 0,-1-1-2549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45 1220 0 0,'-36'-40'13495'0'0,"34"38"-12752"0"0,2 2-715 0 0,0 0 0 0 0,0 0 0 0 0,0 0 0 0 0,0-1-1 0 0,-1 1 1 0 0,1 0 0 0 0,0 0 0 0 0,0 0 0 0 0,0 0 0 0 0,0 0 0 0 0,0-1 0 0 0,0 1 0 0 0,0 0 0 0 0,-1 0 0 0 0,1 0 0 0 0,0 0 0 0 0,0 0-1 0 0,0 0 1 0 0,0 0 0 0 0,0 0 0 0 0,-1 0 0 0 0,1 0 0 0 0,0 0 0 0 0,0 0 0 0 0,0 0 0 0 0,0 0 0 0 0,-1 0 0 0 0,1 0 0 0 0,0 0-1 0 0,0 0 1 0 0,0 0 0 0 0,-1 0 0 0 0,1 0 0 0 0,0 0 0 0 0,0 0 0 0 0,0 0 0 0 0,0 0 0 0 0,0 0 0 0 0,-1 0 0 0 0,1 0 0 0 0,0 0 0 0 0,0 0-1 0 0,0 0 1 0 0,0 0 0 0 0,-1 1 0 0 0,-6 12 642 0 0,0 0 0 0 0,1 1 0 0 0,1-1 0 0 0,0 1 0 0 0,-5 23 0 0 0,-2 4 29 0 0,-123 427 2568 0 0,113-367-3075 0 0,5 2 0 0 0,-7 173 0 0 0,23-252-180 0 0,0-1 1 0 0,2 1 0 0 0,1-1 0 0 0,1 1-1 0 0,1-1 1 0 0,1 0 0 0 0,10 31 0 0 0,-14-51-81 0 0,1 0 1 0 0,-1 1 0 0 0,1-1 0 0 0,-1 0-1 0 0,1 0 1 0 0,0 0 0 0 0,0 0 0 0 0,1-1-1 0 0,-1 1 1 0 0,0-1 0 0 0,1 1 0 0 0,-1-1-1 0 0,1 0 1 0 0,0 0 0 0 0,0 0 0 0 0,0 0-1 0 0,0 0 1 0 0,0-1 0 0 0,0 1 0 0 0,1-1-1 0 0,-1 0 1 0 0,0 0 0 0 0,1 0 0 0 0,-1 0-1 0 0,1-1 1 0 0,5 1 0 0 0,-4-2-416 0 0,1 1-1 0 0,0-1 1 0 0,0 0 0 0 0,0-1-1 0 0,0 1 1 0 0,-1-1 0 0 0,1-1 0 0 0,-1 1-1 0 0,0-1 1 0 0,1 0 0 0 0,-1 0 0 0 0,0 0-1 0 0,-1-1 1 0 0,10-7 0 0 0,10-17-5019 0 0,2-4-2933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8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83 157 2820 0 0,'-26'-35'4088'0'0,"15"21"-2009"0"0,1 0 1 0 0,0 0-1 0 0,-14-30 0 0 0,24 43-2046 0 0,0 0 1 0 0,-1 1-1 0 0,1-1 0 0 0,0 0 0 0 0,0 0 0 0 0,0 0 0 0 0,0 0 0 0 0,0 0 0 0 0,0 0 0 0 0,0 0 0 0 0,0 1 0 0 0,0-1 0 0 0,1 0 0 0 0,-1 0 0 0 0,0 0 1 0 0,0 0-1 0 0,1 1 0 0 0,-1-1 0 0 0,1 0 0 0 0,-1 0 0 0 0,1 0 0 0 0,-1 1 0 0 0,1-1 0 0 0,-1 0 0 0 0,1 1 0 0 0,-1-1 0 0 0,1 1 0 0 0,0-1 1 0 0,0 0-1 0 0,-1 1 0 0 0,1-1 0 0 0,0 1 0 0 0,0 0 0 0 0,-1-1 0 0 0,3 0 0 0 0,1 0 17 0 0,0-1 1 0 0,0 1-1 0 0,0 0 0 0 0,1 0 1 0 0,7-1-1 0 0,5 1 24 0 0,1 1 0 0 0,0 1 1 0 0,-1 1-1 0 0,1 0 0 0 0,-1 1 0 0 0,1 1 0 0 0,-1 1 0 0 0,-1 0 0 0 0,1 2 0 0 0,-1-1 1 0 0,0 2-1 0 0,0 0 0 0 0,-1 1 0 0 0,0 1 0 0 0,0 0 0 0 0,-1 1 0 0 0,14 15 0 0 0,-24-22 76 0 0,0 0 0 0 0,0 1 1 0 0,0-1-1 0 0,-1 1 0 0 0,0 0 0 0 0,0 0 0 0 0,0 1 0 0 0,-1-1 0 0 0,1 1 0 0 0,-1-1 0 0 0,-1 1 0 0 0,1 0 0 0 0,-1-1 0 0 0,0 1 0 0 0,0 0 0 0 0,-1 0 0 0 0,0 0 0 0 0,0 0 0 0 0,0 0 1 0 0,-1 0-1 0 0,1-1 0 0 0,-4 10 0 0 0,1-3 17 0 0,-2-1 0 0 0,0 1 1 0 0,0-1-1 0 0,-1-1 1 0 0,0 1-1 0 0,-1-1 0 0 0,0 0 1 0 0,-1 0-1 0 0,-16 16 0 0 0,1-5-279 0 0,-1-1 0 0 0,-1-1-1 0 0,0-1 1 0 0,-1-1 0 0 0,-34 15-1 0 0,59-32-38 0 0,0 1-1 0 0,0-1 1 0 0,0 0-1 0 0,1 1 0 0 0,-1-1 1 0 0,0 0-1 0 0,0 0 1 0 0,0 0-1 0 0,0 0 0 0 0,0 0 1 0 0,0 0-1 0 0,0 0 0 0 0,0 0 1 0 0,0 0-1 0 0,1 0 1 0 0,-2-1-1 0 0,-1 1-407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8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61 16 0 0,'6'-11'3018'0'0,"-3"7"-1475"0"0,0-1 0 0 0,0 1 0 0 0,-1-1 0 0 0,1 0 0 0 0,-1 0-1 0 0,0 0 1 0 0,-1 0 0 0 0,2-7 0 0 0,-18 21-71 0 0,8-3-1130 0 0,1 1-1 0 0,-1 0 1 0 0,2 1 0 0 0,-1-1 0 0 0,1 1 0 0 0,0 0 0 0 0,-5 12 0 0 0,0-2 62 0 0,-41 74 996 0 0,-50 126 1 0 0,77-155-1246 0 0,3 1 0 0 0,3 1 0 0 0,-12 76 0 0 0,27-122-139 0 0,1 0-1 0 0,1 0 0 0 0,0 0 0 0 0,2 0 1 0 0,0 1-1 0 0,1-1 0 0 0,5 21 0 0 0,-5-32-357 0 0,0-1-1 0 0,1 0 0 0 0,0 0 0 0 0,0 0 0 0 0,1-1 0 0 0,-1 1 0 0 0,1-1 0 0 0,1 1 0 0 0,5 5 0 0 0,-6-8-459 0 0,0 0 0 0 0,0 0 0 0 0,1-1-1 0 0,0 0 1 0 0,-1 1 0 0 0,1-1 0 0 0,0-1 0 0 0,1 1 0 0 0,-1-1 0 0 0,0 0 0 0 0,1 0 0 0 0,0-1 0 0 0,6 2 0 0 0,12 0-7210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145 129 3316 0 0,'0'-61'12907'0'0,"-15"97"-10046"0"0,-66 280 1450 0 0,48-178-3661 0 0,20-92-119 0 0,10-40-141 0 0,7-30-414 0 0,17-75-348 0 0,5 2 1 0 0,66-168 0 0 0,-89 259 369 0 0,27-58-142 0 0,-27 58 117 0 0,0 1 0 0 0,0 0 0 0 0,1 1-1 0 0,-1-1 1 0 0,1 0 0 0 0,0 1 0 0 0,1 0 0 0 0,-1 0-1 0 0,7-4 1 0 0,-9 7 23 0 0,-1 0 1 0 0,1 1-1 0 0,0-1 0 0 0,-1 0 1 0 0,1 1-1 0 0,0 0 0 0 0,0-1 1 0 0,0 1-1 0 0,-1 0 0 0 0,1 0 0 0 0,0 0 1 0 0,0 0-1 0 0,0 0 0 0 0,-1 1 1 0 0,1-1-1 0 0,0 0 0 0 0,0 1 1 0 0,-1-1-1 0 0,1 1 0 0 0,0 0 1 0 0,0 0-1 0 0,-1 0 0 0 0,1-1 0 0 0,-1 1 1 0 0,1 1-1 0 0,-1-1 0 0 0,0 0 1 0 0,1 0-1 0 0,-1 0 0 0 0,0 1 1 0 0,2 1-1 0 0,3 5 6 0 0,0 0 1 0 0,0 0-1 0 0,0 0 1 0 0,4 11-1 0 0,0 1 6 0 0,-2 0 0 0 0,0 1 0 0 0,-1 0 0 0 0,-1 0-1 0 0,5 39 1 0 0,1 110-197 0 0,-10-118-251 0 0,-1-42-383 0 0,0 32-2289 0 0,-4-15-6039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61 184 0 0,'-67'-28'16156'0'0,"43"20"-13280"0"0,22 7-2428 0 0,-5-5 751 0 0,12 3-1239 0 0,0 1 1 0 0,1 0-1 0 0,-1 0 1 0 0,1 0 0 0 0,0 1-1 0 0,0-1 1 0 0,-1 1-1 0 0,9 0 1 0 0,55-1-3339 0 0,-60 2 2611 0 0,92 0-8511 0 0,-72 0 4597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0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1056 0 0,'3'1'2384'0'0,"46"17"8053"0"0,-48-17-10277 0 0,-1 0 0 0 0,1 0 0 0 0,-1 0 0 0 0,1 0 0 0 0,-1 0 0 0 0,0 0 1 0 0,0 0-1 0 0,1-1 0 0 0,-1 1 0 0 0,0 0 0 0 0,0 0 0 0 0,0 0 0 0 0,0 0 0 0 0,0 0 1 0 0,0 0-1 0 0,0 0 0 0 0,-1 0 0 0 0,1 0 0 0 0,0 0 0 0 0,0 0 0 0 0,-1 2 1 0 0,-7 19 1373 0 0,-135 224 1612 0 0,130-226-3288 0 0,-20 30-6048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152 109 2156 0 0,'-48'-89'16332'0'0,"39"71"-14517"0"0,8 17-1377 0 0,4 1 48 0 0,3 1-255 0 0,1 0 0 0 0,-1 0 0 0 0,0 0 0 0 0,0 1 0 0 0,0 0 0 0 0,0 1 0 0 0,-1-1 0 0 0,1 1 0 0 0,0 0 0 0 0,-1 1 0 0 0,0-1 0 0 0,8 8 0 0 0,9 7 664 0 0,26 31 0 0 0,-31-31-730 0 0,-1 2-1 0 0,-1 0 0 0 0,0 1 0 0 0,-2 0 0 0 0,-1 1 1 0 0,0 0-1 0 0,-2 1 0 0 0,0 0 0 0 0,-2 1 0 0 0,0 0 0 0 0,-2 1 1 0 0,-1-1-1 0 0,-1 1 0 0 0,-1 0 0 0 0,-1 0 0 0 0,-1 0 1 0 0,-1 0-1 0 0,-1 0 0 0 0,-2 0 0 0 0,0 0 0 0 0,-2 0 1 0 0,-13 43-1 0 0,3-26-57 0 0,-2-1 0 0 0,-2-1-1 0 0,-1 0 1 0 0,-39 54 0 0 0,39-66-650 0 0,-2 0-1 0 0,-29 27 1 0 0,31-36-1150 0 0,-1-1 0 0 0,0-2 1 0 0,-29 19-1 0 0,26-23-2063 0 0,7-5-2268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1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40 164 0 0,'-14'-7'8709'0'0,"13"6"-8328"0"0,-18-8 5245 0 0,19 9-5520 0 0,0 0 1 0 0,-1 0-1 0 0,1-1 1 0 0,0 1-1 0 0,-1 0 0 0 0,1 0 1 0 0,0 0-1 0 0,-1-1 1 0 0,1 1-1 0 0,0 0 0 0 0,0 0 1 0 0,-1-1-1 0 0,1 1 1 0 0,0 0-1 0 0,0 0 0 0 0,-1-1 1 0 0,1 1-1 0 0,0 0 0 0 0,0-1 1 0 0,0 1-1 0 0,-1 0 1 0 0,1-1-1 0 0,0 1 0 0 0,0 0 1 0 0,0-1-1 0 0,0 1 1 0 0,0-1-1 0 0,0 1 0 0 0,0 0 1 0 0,0-1-1 0 0,0 1 0 0 0,0 0 1 0 0,0-1-1 0 0,0 1 1 0 0,0-1-1 0 0,0 1 0 0 0,0 0 1 0 0,1-1-1 0 0,-1 1 1 0 0,0 0-1 0 0,0-1 0 0 0,0 1 1 0 0,1-1-1 0 0,-1 1-91 0 0,1-1 0 0 0,0 1-1 0 0,0-1 1 0 0,0 1 0 0 0,0 0 0 0 0,0-1-1 0 0,0 1 1 0 0,0 0 0 0 0,0 0-1 0 0,0 0 1 0 0,0 0 0 0 0,0 0 0 0 0,0 0-1 0 0,0 0 1 0 0,2 0 0 0 0,0 0 24 0 0,43-4-388 0 0,79 3 1 0 0,-67 1-5636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2188 0 0,'-86'48'10941'0'0,"86"-48"-10853"0"0,-1 1-1 0 0,1-1 1 0 0,-1 0 0 0 0,1 0 0 0 0,-1 1 0 0 0,1-1 0 0 0,-1 0 0 0 0,1 1 0 0 0,-1-1 0 0 0,1 0 0 0 0,-1 1 0 0 0,1-1 0 0 0,-1 1 0 0 0,1-1 0 0 0,0 0 0 0 0,-1 1 0 0 0,1-1 0 0 0,0 1 0 0 0,0-1 0 0 0,-1 1 0 0 0,1-1 0 0 0,0 1 0 0 0,0 0 0 0 0,0-1 0 0 0,-1 2 0 0 0,2-2-49 0 0,-1 1 0 0 0,0-1 0 0 0,1 1 0 0 0,-1-1 0 0 0,1 1 1 0 0,-1-1-1 0 0,0 1 0 0 0,1-1 0 0 0,-1 0 0 0 0,1 1 0 0 0,-1-1 0 0 0,1 0 1 0 0,-1 1-1 0 0,1-1 0 0 0,0 0 0 0 0,-1 1 0 0 0,1-1 0 0 0,0 0 0 0 0,31 6 455 0 0,21-6-645 0 0,0-2 1 0 0,95-16-1 0 0,17-20-7870 0 0,-111 23 2245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94 1396 0 0,'0'-1'433'0'0,"-6"-33"6155"0"0,5 28-5826 0 0,0 0 0 0 0,1 0 1 0 0,0 0-1 0 0,0 0 0 0 0,1-10 0 0 0,0 14-439 0 0,-1 1-276 0 0,0 1-1 0 0,0-1 1 0 0,0 1 0 0 0,1-1 0 0 0,-1 0 0 0 0,0 1 0 0 0,0-1 0 0 0,1 1 0 0 0,-1-1 0 0 0,0 1 0 0 0,1-1 0 0 0,-1 1 0 0 0,1-1 0 0 0,-1 1 0 0 0,1-1 0 0 0,-1 1 0 0 0,1 0 0 0 0,0-1 0 0 0,4 2-10 0 0,0 0 0 0 0,0 0 1 0 0,0 0-1 0 0,-1 1 1 0 0,1 0-1 0 0,0 0 0 0 0,-1 0 1 0 0,1 0-1 0 0,-1 1 0 0 0,0 0 1 0 0,0 0-1 0 0,0 0 1 0 0,0 0-1 0 0,0 1 0 0 0,-1-1 1 0 0,6 8-1 0 0,4 5 18 0 0,0 1-1 0 0,17 32 0 0 0,-22-33 208 0 0,0 1 0 0 0,-1 0 0 0 0,-1 0 0 0 0,0 0 0 0 0,-2 1-1 0 0,0 0 1 0 0,0 0 0 0 0,-2 0 0 0 0,-1 0 0 0 0,0 0 0 0 0,-1 1-1 0 0,-1-1 1 0 0,-3 19 0 0 0,-1 22 2822 0 0,4-52-2194 0 0,1-11-266 0 0,1-14-394 0 0,12-18-153 0 0,2 1 0 0 0,38-65 0 0 0,51-57-58 0 0,-79 121-4 0 0,-22 30-399 0 0,1 1 0 0 0,0 0-1 0 0,-1 0 1 0 0,2 1 0 0 0,-1-1-1 0 0,0 1 1 0 0,1 0 0 0 0,7-5-1 0 0,-11 9 212 0 0,0-1-1 0 0,-1 1 0 0 0,1 0 1 0 0,0 0-1 0 0,0 0 1 0 0,0 0-1 0 0,0 0 1 0 0,0 0-1 0 0,0 0 0 0 0,-1 0 1 0 0,1 0-1 0 0,0 1 1 0 0,0-1-1 0 0,0 0 0 0 0,0 1 1 0 0,-1-1-1 0 0,1 0 1 0 0,0 1-1 0 0,0-1 1 0 0,-1 1-1 0 0,2 0 0 0 0,13 12-3286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345 105 1884 0 0,'79'-78'13371'0'0,"-49"51"-4572"0"0,-80 73-8465 0 0,-62 43 1 0 0,23-21-289 0 0,-81 65 34 0 0,144-111-86 0 0,26-22 8 0 0,-1 1 0 0 0,1-1 0 0 0,-1 1 1 0 0,1-1-1 0 0,0 0 0 0 0,-1 1 0 0 0,1-1 0 0 0,-1 1 1 0 0,1-1-1 0 0,0 1 0 0 0,-1-1 0 0 0,1 1 0 0 0,0-1 0 0 0,-1 1 1 0 0,1 0-1 0 0,0-1 0 0 0,0 1 0 0 0,0-1 0 0 0,0 1 1 0 0,0 0-1 0 0,-1-1 0 0 0,1 1 0 0 0,0 0 0 0 0,0-1 0 0 0,0 1 1 0 0,1-1-1 0 0,-1 1 0 0 0,0 0 0 0 0,0-1 0 0 0,0 1 1 0 0,0-1-1 0 0,1 1 0 0 0,-1 0 0 0 0,0-1 0 0 0,0 1 0 0 0,1-1 1 0 0,-1 1-1 0 0,0-1 0 0 0,1 1 0 0 0,-1-1 0 0 0,1 1 1 0 0,-1-1-1 0 0,1 0 0 0 0,-1 1 0 0 0,1-1 0 0 0,-1 0 0 0 0,1 1 1 0 0,0-1-1 0 0,27 19 57 0 0,-26-18-59 0 0,110 50 190 0 0,-18-10-155 0 0,67 38-983 0 0,-141-75-4102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4:12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28 134 328 0 0,'-6'-72'18546'0'0,"8"95"-17348"0"0,-2 7-403 0 0,-6 141 760 0 0,2-142-1391 0 0,-3 44 2261 0 0,6-70-1234 0 0,-3 1-86 0 0,3-16-835 0 0,4-8-215 0 0,0 1 0 0 0,2-1 0 0 0,0 1 0 0 0,1 0 1 0 0,1 1-1 0 0,1-1 0 0 0,1 1 0 0 0,13-20 0 0 0,-10 18-57 0 0,2 1 0 0 0,0 0 0 0 0,1 1 0 0 0,1 0 0 0 0,1 1 0 0 0,31-25 0 0 0,-41 37-18 0 0,0 1 1 0 0,1-1 0 0 0,-1 1-1 0 0,1 0 1 0 0,0 1 0 0 0,0 0-1 0 0,0 0 1 0 0,0 1 0 0 0,0 0-1 0 0,1 0 1 0 0,-1 1 0 0 0,11-1-1 0 0,-15 2 7 0 0,1 1 0 0 0,-1-1-1 0 0,1 1 1 0 0,0-1 0 0 0,-1 1-1 0 0,1 1 1 0 0,-1-1 0 0 0,0 0 0 0 0,1 1-1 0 0,-1 0 1 0 0,0 0 0 0 0,0 1-1 0 0,0-1 1 0 0,0 1 0 0 0,-1-1-1 0 0,1 1 1 0 0,-1 0 0 0 0,1 1-1 0 0,-1-1 1 0 0,0 1 0 0 0,-1-1-1 0 0,1 1 1 0 0,0 0 0 0 0,1 4 0 0 0,2 4 34 0 0,-1-1 0 0 0,0 1 0 0 0,-1 0 1 0 0,-1 1-1 0 0,0-1 0 0 0,0 0 1 0 0,0 22-1 0 0,-1 5 167 0 0,-6 46 1 0 0,4-84-187 0 0,0 59 57 0 0,0-59-60 0 0,0-1 0 0 0,0 1 0 0 0,0 0 1 0 0,0 0-1 0 0,0-1 0 0 0,1 1 0 0 0,-1 0 1 0 0,0-1-1 0 0,0 1 0 0 0,1 0 0 0 0,-1-1 1 0 0,0 1-1 0 0,1 0 0 0 0,-1-1 0 0 0,1 1 1 0 0,-1-1-1 0 0,1 1 0 0 0,-1-1 0 0 0,1 1 1 0 0,0-1-1 0 0,-1 1 0 0 0,1-1 0 0 0,-1 0 1 0 0,1 1-1 0 0,0-1 0 0 0,0 0 0 0 0,-1 1 1 0 0,1-1-1 0 0,0 0 0 0 0,-1 0 0 0 0,2 0 1 0 0,20 1-344 0 0,-13-3-386 0 0,0-1 0 0 0,0 0 0 0 0,0-1 0 0 0,-1 1-1 0 0,0-1 1 0 0,14-10 0 0 0,21-17-8250 0 0,-39 29 7924 0 0,21-18-9108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90 153 968 0 0,'8'18'15084'0'0,"-3"-15"-13214"0"0,-4-2-1666 0 0,-12 30 277 0 0,5-12-386 0 0,-10 38 68 0 0,13-42-152 0 0,-7 60 157 0 0,4-1 1 0 0,3 92-1 0 0,3-120-59 0 0,0-44-110 0 0,0 3 8 0 0,0 1-1 0 0,1-1 1 0 0,-1 0-1 0 0,1 0 1 0 0,0 1 0 0 0,0-1-1 0 0,1 0 1 0 0,0 0-1 0 0,0 0 1 0 0,0 0-1 0 0,0-1 1 0 0,1 1 0 0 0,-1 0-1 0 0,1-1 1 0 0,0 0-1 0 0,1 0 1 0 0,-1 0-1 0 0,1 0 1 0 0,0 0 0 0 0,7 5-1 0 0,-9-8 15 0 0,0 1-9 0 0,-1-1-1 0 0,1 0 0 0 0,0 0 1 0 0,0 0-1 0 0,0 0 0 0 0,0 0 0 0 0,0 0 1 0 0,0 0-1 0 0,0 0 0 0 0,0-1 1 0 0,0 1-1 0 0,3-1 0 0 0,8 1 8 0 0,-2 1 8 0 0,-6-2-23 0 0,19-5 25 0 0,-10 3-15 0 0,0 0 0 0 0,-1-2-1 0 0,0 1 1 0 0,0-2-1 0 0,23-9 1 0 0,-31 11-4 0 0,10-6 2 0 0,-1 0 1 0 0,1 0-1 0 0,-2-2 1 0 0,1 0 0 0 0,-1 0-1 0 0,-1-1 1 0 0,13-17-1 0 0,-11 11 107 0 0,-1-1-1 0 0,-2 0 1 0 0,0-1-1 0 0,0 0 1 0 0,-2-1-1 0 0,-1 0 0 0 0,0 0 1 0 0,-2-1-1 0 0,7-41 1 0 0,-10 47 61 0 0,-1 0 1 0 0,0-1-1 0 0,-2 1 1 0 0,0-1-1 0 0,0 1 1 0 0,-2-1-1 0 0,-5-29 1 0 0,3 34-135 0 0,1 0-1 0 0,-1 0 1 0 0,-1 1 0 0 0,0-1 0 0 0,0 1 0 0 0,-2 0-1 0 0,1 1 1 0 0,-1-1 0 0 0,-1 1 0 0 0,1 1 0 0 0,-2 0 0 0 0,1 0-1 0 0,-11-9 1 0 0,13 15-52 0 0,-1 0 1 0 0,1 0-1 0 0,0 0 0 0 0,-1 1 0 0 0,0 0 0 0 0,-10-2 0 0 0,14 3 12 0 0,0 1-24 0 0,-5-1 16 0 0,0 1-1 0 0,0 0 0 0 0,0 1 0 0 0,0 0 0 0 0,1 0 0 0 0,-1 0 0 0 0,0 1 0 0 0,1 0 0 0 0,-1 1 0 0 0,1 0 0 0 0,0 0 0 0 0,-11 6 0 0 0,5 0-3 0 0,1-1 0 0 0,0 1-1 0 0,0 1 1 0 0,1 0 0 0 0,0 1-1 0 0,1 0 1 0 0,-17 24-1 0 0,6-4-15 0 0,2 0 0 0 0,-18 42-1 0 0,25-46 7 0 0,2 1-1 0 0,1-1 0 0 0,1 2 0 0 0,1-1 1 0 0,-5 52-1 0 0,11-64 14 0 0,0 0 1 0 0,2 0-1 0 0,0 0 1 0 0,0 0 0 0 0,2-1-1 0 0,0 1 1 0 0,0 0-1 0 0,9 22 1 0 0,-8-31 42 0 0,0 0 0 0 0,0 0 0 0 0,8 9 0 0 0,-2-2 40 0 0,-6-9-66 0 0,0-1-1 0 0,0 0 1 0 0,0 0 0 0 0,1 0 0 0 0,-1 0 0 0 0,1 0 0 0 0,0-1-1 0 0,0 0 1 0 0,0 0 0 0 0,1-1 0 0 0,7 4 0 0 0,-6-5-24 0 0,-1 0-1 0 0,1 0 1 0 0,0 0 0 0 0,0-1 0 0 0,-1 0 0 0 0,1 0 0 0 0,0-1-1 0 0,0 0 1 0 0,-1 0 0 0 0,1 0 0 0 0,12-5 0 0 0,-15 5 15 0 0,6-3-2 0 0,0 0 0 0 0,0 0 1 0 0,0-1-1 0 0,-1 0 0 0 0,1 0 0 0 0,-2-1 0 0 0,1-1 1 0 0,0 0-1 0 0,-1 0 0 0 0,-1 0 0 0 0,1-1 0 0 0,-1 0 0 0 0,0 0 1 0 0,5-11-1 0 0,4-6-13 0 0,-1-1-1 0 0,-1 0 1 0 0,16-48 0 0 0,-22 53-8 0 0,-2-2 1 0 0,-1 1-1 0 0,-1 0 1 0 0,-1-1-1 0 0,0 0 1 0 0,-2-38-1 0 0,-3 29 75 0 0,-1-1-1 0 0,-2 2 0 0 0,0-1 0 0 0,-12-35 0 0 0,14 58-55 0 0,0 0 0 0 0,0 0 0 0 0,-1 0 0 0 0,0 0 0 0 0,0 1 0 0 0,-1-1 0 0 0,0 1 0 0 0,-1 0 0 0 0,1 1 0 0 0,-2-1-1 0 0,1 1 1 0 0,-1 1 0 0 0,-15-13 0 0 0,19 18-6 0 0,0-1 1 0 0,0 1-1 0 0,0 0 0 0 0,0 0 0 0 0,0 0 0 0 0,0 1 1 0 0,0-1-1 0 0,-1 1 0 0 0,1 0 0 0 0,0 0 0 0 0,0 0 1 0 0,0 0-1 0 0,-1 0 0 0 0,1 1 0 0 0,0-1 0 0 0,0 1 1 0 0,0 0-1 0 0,0 0 0 0 0,0 0 0 0 0,0 1 0 0 0,0-1 0 0 0,-4 3 1 0 0,-6 4-4 0 0,2 0 0 0 0,-1 0 0 0 0,-15 16 0 0 0,25-22 5 0 0,-12 12-10 0 0,0 1-1 0 0,0 1 1 0 0,2 0-1 0 0,0 1 1 0 0,-19 35 0 0 0,12-12-22 0 0,-24 71 0 0 0,35-86 39 0 0,2 0-1 0 0,0 1 1 0 0,2-1-1 0 0,1 1 0 0 0,0 0 1 0 0,2 0-1 0 0,2 0 1 0 0,0 0-1 0 0,1 0 0 0 0,8 34 1 0 0,-7-50 21 0 0,-1 0 0 0 0,2 0 1 0 0,-1-1-1 0 0,1 1 1 0 0,1-1-1 0 0,0 0 0 0 0,0 0 1 0 0,11 14-1 0 0,-13-20-23 0 0,0 0-1 0 0,1 0 1 0 0,-1 0-1 0 0,1 0 1 0 0,-1 0 0 0 0,1-1-1 0 0,0 1 1 0 0,0-1-1 0 0,0 0 1 0 0,0 0 0 0 0,0-1-1 0 0,0 1 1 0 0,1-1 0 0 0,-1 0-1 0 0,1 0 1 0 0,-1 0-1 0 0,0-1 1 0 0,1 0 0 0 0,-1 0-1 0 0,1 0 1 0 0,-1 0 0 0 0,7-1-1 0 0,6-2-6 0 0,0-1 0 0 0,0 0 0 0 0,0-1-1 0 0,-1-1 1 0 0,1 0 0 0 0,-1-2 0 0 0,-1 1 0 0 0,1-2 0 0 0,-1 0-1 0 0,-1-1 1 0 0,0-1 0 0 0,0 0 0 0 0,-1 0 0 0 0,-1-2 0 0 0,0 1-1 0 0,0-2 1 0 0,-1 1 0 0 0,-1-2 0 0 0,0 1 0 0 0,-1-1 0 0 0,-1-1-1 0 0,-1 1 1 0 0,7-19 0 0 0,-5 5 17 0 0,0 0-1 0 0,-2-1 1 0 0,-2 0 0 0 0,0 0 0 0 0,-2 0-1 0 0,-1 0 1 0 0,-3-38 0 0 0,-1 53 6 0 0,0 1 1 0 0,0-1 0 0 0,-2 1 0 0 0,0 0 0 0 0,0 0-1 0 0,-2 0 1 0 0,-8-17 0 0 0,8 21-20 0 0,0 1 0 0 0,0-1 0 0 0,-1 1 0 0 0,-1 0 0 0 0,1 1 0 0 0,-1 0 0 0 0,-1 0 0 0 0,0 0 0 0 0,0 1 0 0 0,-13-8 1 0 0,12 10-4 0 0,1 0 0 0 0,-1 0 0 0 0,0 1 0 0 0,0 0 0 0 0,0 1 0 0 0,0 0 0 0 0,-1 0 0 0 0,1 1 0 0 0,-1 1 0 0 0,0 0 0 0 0,-12 0 0 0 0,16 1-46 0 0,-1 1-1 0 0,0 0 0 0 0,1 0 1 0 0,-1 1-1 0 0,1 0 0 0 0,-1 1 1 0 0,1-1-1 0 0,0 1 1 0 0,0 1-1 0 0,0-1 0 0 0,0 1 1 0 0,1 0-1 0 0,0 1 0 0 0,-1 0 1 0 0,2 0-1 0 0,-8 7 0 0 0,4-2-488 0 0,0 2-1 0 0,0-1 1 0 0,1 1-1 0 0,0 0 0 0 0,1 1 1 0 0,1 0-1 0 0,-7 17 1 0 0,8-15-1896 0 0,0 1 0 0 0,1 0 0 0 0,-2 25 0 0 0,4-18-3786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2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42 1552 0 0,'8'-8'4921'0'0,"7"-4"1227"0"0,-14 11-6026 0 0,-1 1 0 0 0,0 0 0 0 0,1-1-1 0 0,-1 1 1 0 0,0-1 0 0 0,0 1 0 0 0,1-1-1 0 0,-1 1 1 0 0,0-1 0 0 0,0 0-1 0 0,0 1 1 0 0,0-1 0 0 0,0 1 0 0 0,0-1-1 0 0,0 1 1 0 0,0-1 0 0 0,0 1 0 0 0,0-1-1 0 0,0 1 1 0 0,0-1 0 0 0,0 0 0 0 0,0 1-1 0 0,-1-1 1 0 0,1 0 0 0 0,-1-1 188 0 0,0 2-269 0 0,0-1-1 0 0,0 0 1 0 0,0 1 0 0 0,1-1 0 0 0,-1 1-1 0 0,0-1 1 0 0,0 1 0 0 0,0-1 0 0 0,0 1 0 0 0,0 0-1 0 0,-1 0 1 0 0,1-1 0 0 0,0 1 0 0 0,0 0-1 0 0,0 0 1 0 0,0 0 0 0 0,-1 0 0 0 0,-25 0 245 0 0,17 3-281 0 0,0 1 0 0 0,0 0 0 0 0,0 0 0 0 0,1 1-1 0 0,0 0 1 0 0,0 1 0 0 0,0 0 0 0 0,1 0 0 0 0,0 0 0 0 0,0 1 0 0 0,1 1 0 0 0,0-1 0 0 0,-8 11 0 0 0,-9 14-33 0 0,1 1 0 0 0,-20 40 1 0 0,-46 108-99 0 0,77-150 110 0 0,1 0 0 0 0,2 0 0 0 0,1 1-1 0 0,-4 37 1 0 0,10-54 20 0 0,1 0 0 0 0,0 0 0 0 0,1 0-1 0 0,1 0 1 0 0,1 0 0 0 0,0 0 0 0 0,6 20 0 0 0,-7-29-33 0 0,1 0 0 0 0,0-1 1 0 0,1 1-1 0 0,0-1 1 0 0,0 1-1 0 0,0-1 1 0 0,0 0-1 0 0,1 0 0 0 0,0 0 1 0 0,0-1-1 0 0,0 1 1 0 0,0-1-1 0 0,1 0 0 0 0,0 0 1 0 0,-1-1-1 0 0,2 1 1 0 0,-1-1-1 0 0,0 0 0 0 0,1 0 1 0 0,8 2-1 0 0,-1-1-367 0 0,-1-1-1 0 0,1-1 1 0 0,0-1-1 0 0,0 0 1 0 0,0 0-1 0 0,0-1 1 0 0,0-1 0 0 0,-1 0-1 0 0,25-5 1 0 0,3-4-2661 0 0,66-26 0 0 0,-58 18-665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3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276 103 1272 0 0,'1'-4'429'0'0,"0"0"0"0"0,0 0 0 0 0,-1 1 0 0 0,0-1 0 0 0,1 0 0 0 0,-1 0 0 0 0,0 0 0 0 0,-1 0 0 0 0,1 0-1 0 0,-1 1 1 0 0,0-1 0 0 0,0 0 0 0 0,0 0 0 0 0,0 1 0 0 0,-1-1 0 0 0,1 1 0 0 0,-1-1 0 0 0,0 1 0 0 0,0 0 0 0 0,0-1 0 0 0,-1 1 0 0 0,1 0 0 0 0,-1 1 0 0 0,1-1 0 0 0,-4-2-1 0 0,4 3-378 0 0,-1 1-1 0 0,1 0 0 0 0,0 0 0 0 0,0 1 0 0 0,-1-1 0 0 0,1 0 0 0 0,0 1 0 0 0,-1-1 0 0 0,1 1 0 0 0,0 0 0 0 0,-1 0 0 0 0,1 0 0 0 0,-1 0 1 0 0,1 0-1 0 0,0 0 0 0 0,-1 1 0 0 0,1-1 0 0 0,0 1 0 0 0,-1 0 0 0 0,1 0 0 0 0,0 0 0 0 0,0 0 0 0 0,0 0 0 0 0,0 0 0 0 0,0 0 0 0 0,-3 2 0 0 0,-4 4-8 0 0,0 0-1 0 0,0 0 0 0 0,-15 16 0 0 0,3-1-4 0 0,2 2 0 0 0,-25 36 1 0 0,37-50-36 0 0,1 1 1 0 0,0 0-1 0 0,1 0 1 0 0,0 0-1 0 0,1 0 1 0 0,0 1 0 0 0,1 0-1 0 0,-3 23 1 0 0,5-33-1 0 0,1-1 1 0 0,0 1-1 0 0,0 0 0 0 0,-1 0 1 0 0,1-1-1 0 0,0 1 1 0 0,1 0-1 0 0,-1-1 1 0 0,0 1-1 0 0,0 0 1 0 0,1-1-1 0 0,-1 1 1 0 0,1-1-1 0 0,-1 1 1 0 0,1 0-1 0 0,0-1 1 0 0,0 1-1 0 0,0-1 1 0 0,-1 0-1 0 0,1 1 0 0 0,1-1 1 0 0,-1 0-1 0 0,0 1 1 0 0,0-1-1 0 0,0 0 1 0 0,1 0-1 0 0,-1 0 1 0 0,0 0-1 0 0,1 0 1 0 0,-1 0-1 0 0,1-1 1 0 0,-1 1-1 0 0,1 0 1 0 0,0-1-1 0 0,-1 1 0 0 0,1-1 1 0 0,0 0-1 0 0,-1 1 1 0 0,1-1-1 0 0,0 0 1 0 0,-1 0-1 0 0,1 0 1 0 0,0 0-1 0 0,-1 0 1 0 0,1-1-1 0 0,0 1 1 0 0,2-1-1 0 0,3 0-4 0 0,0-1-1 0 0,0 0 1 0 0,-1 0-1 0 0,1-1 1 0 0,0 0-1 0 0,-1 0 1 0 0,0 0 0 0 0,1-1-1 0 0,-2 0 1 0 0,8-5-1 0 0,-6 1 8 0 0,0 1-1 0 0,-1-1 0 0 0,0 0 0 0 0,0 0 1 0 0,-1-1-1 0 0,0 0 0 0 0,-1 0 1 0 0,0 0-1 0 0,0 0 0 0 0,-1-1 0 0 0,0 1 1 0 0,0-1-1 0 0,-1 0 0 0 0,-1 0 1 0 0,1-18-1 0 0,0-13 137 0 0,-4 24-222 0 0,-1 30-28 0 0,-2 30 31 0 0,2-16 64 0 0,1 0 0 0 0,1 0 1 0 0,4 30-1 0 0,-2-49 18 0 0,0 0 0 0 0,0 0 0 0 0,1-1 0 0 0,0 1-1 0 0,0-1 1 0 0,1 1 0 0 0,0-1 0 0 0,0 0 0 0 0,0 0 0 0 0,1 0 0 0 0,0-1 0 0 0,1 1 0 0 0,0-1 0 0 0,0 0 0 0 0,8 8 0 0 0,-10-12 3 0 0,0 0 0 0 0,0 0 1 0 0,1 0-1 0 0,-1 0 0 0 0,1 0 1 0 0,-1-1-1 0 0,1 1 0 0 0,0-1 1 0 0,0 0-1 0 0,-1 0 1 0 0,1-1-1 0 0,0 1 0 0 0,0-1 1 0 0,0 0-1 0 0,0 0 0 0 0,0 0 1 0 0,0 0-1 0 0,-1-1 0 0 0,1 1 1 0 0,0-1-1 0 0,0 0 0 0 0,0 0 1 0 0,-1-1-1 0 0,1 1 1 0 0,-1-1-1 0 0,1 0 0 0 0,-1 0 1 0 0,6-4-1 0 0,-1 0 12 0 0,0 1 1 0 0,0-2-1 0 0,-1 1 0 0 0,0-1 1 0 0,0 0-1 0 0,-1-1 0 0 0,0 0 1 0 0,0 0-1 0 0,-1 0 0 0 0,6-12 1 0 0,-3-2 21 0 0,0-1 0 0 0,-1 0 0 0 0,6-38-1 0 0,-8 35-28 0 0,0 7-7 0 0,-4 13-51 0 0,1 0-1 0 0,-1 0 1 0 0,0 0-1 0 0,0-11 1 0 0,-1 17 45 0 0,0 0 1 0 0,0 0-1 0 0,0-1 1 0 0,1 1-1 0 0,-1 0 0 0 0,0 0 1 0 0,0 0-1 0 0,0 0 1 0 0,0-1-1 0 0,0 1 0 0 0,0 0 1 0 0,0 0-1 0 0,0 0 1 0 0,1 0-1 0 0,-1 0 0 0 0,0-1 1 0 0,0 1-1 0 0,0 0 1 0 0,0 0-1 0 0,0 0 0 0 0,1 0 1 0 0,-1 0-1 0 0,0 0 1 0 0,0 0-1 0 0,0 0 0 0 0,0 0 1 0 0,1 0-1 0 0,-1 0 1 0 0,0 0-1 0 0,0 0 0 0 0,0 0 1 0 0,0 0-1 0 0,1 0 1 0 0,-1 0-1 0 0,0 0 0 0 0,0 0 1 0 0,0 0-1 0 0,1 0 1 0 0,-1 0-1 0 0,0 0 0 0 0,0 0 1 0 0,0 0-1 0 0,0 0 1 0 0,1 0-1 0 0,-1 0 0 0 0,0 0 1 0 0,0 0-1 0 0,0 1 1 0 0,0-1-1 0 0,0 0 0 0 0,0 0 1 0 0,1 0-1 0 0,9 6-42 0 0,-10-5 42 0 0,83 98-87 0 0,-71-83 98 0 0,-1 0 0 0 0,-1 1 0 0 0,0 0 1 0 0,10 28-1 0 0,-17-37 22 0 0,-1 0 1 0 0,0 0-1 0 0,-1 0 1 0 0,0 1-1 0 0,0-1 1 0 0,0 0-1 0 0,-1 1 1 0 0,0-1-1 0 0,-1 0 1 0 0,0 0-1 0 0,0 1 1 0 0,-1-1-1 0 0,0 0 0 0 0,-1 0 1 0 0,1-1-1 0 0,-8 15 1 0 0,5-13 147 0 0,0-1 1 0 0,0 1-1 0 0,-1-2 1 0 0,0 1 0 0 0,0-1-1 0 0,-1 1 1 0 0,0-2-1 0 0,0 1 1 0 0,-1-1-1 0 0,1 0 1 0 0,-1-1-1 0 0,-1 1 1 0 0,-16 7-1 0 0,-21 1 571 0 0,43-13-701 0 0,-1-2-5 0 0,4 1-44 0 0,-1 0 1 0 0,1 0 0 0 0,0 0-1 0 0,-1 0 1 0 0,1 0-1 0 0,0 0 1 0 0,0 0 0 0 0,-1 0-1 0 0,1 0 1 0 0,0 0-1 0 0,-1 0 1 0 0,1 0 0 0 0,0 0-1 0 0,0 0 1 0 0,-1 0-1 0 0,1 0 1 0 0,0 0-1 0 0,-1 0 1 0 0,1 0 0 0 0,0-1-1 0 0,0 1 1 0 0,0 0-1 0 0,-1 0 1 0 0,1 0 0 0 0,0 0-1 0 0,0-1 1 0 0,-1 1-1 0 0,1 0 1 0 0,0 0-1 0 0,0-1 1 0 0,-1 1 0 0 0,3-3-3 0 0,-1 1-1 0 0,1-1 1 0 0,-1 1 0 0 0,1 0 0 0 0,0 0 0 0 0,-1 0 0 0 0,1 0 0 0 0,0 0-1 0 0,0 0 1 0 0,1 0 0 0 0,-1 0 0 0 0,0 1 0 0 0,1-1 0 0 0,-1 1 0 0 0,3-1-1 0 0,49-22 8 0 0,-38 17 3 0 0,395-185-380 0 0,-404 189 364 0 0,-1-1 0 0 0,0 0 0 0 0,-1 0 0 0 0,1 0 0 0 0,-1-1 0 0 0,1 0 0 0 0,-2 0 0 0 0,1 0-1 0 0,8-12 1 0 0,-11 14 9 0 0,0-1-1 0 0,-1 1 0 0 0,1-1 0 0 0,-1 1 1 0 0,0-1-1 0 0,0 0 0 0 0,0 1 0 0 0,0-1 1 0 0,-1 0-1 0 0,1 0 0 0 0,-1 0 0 0 0,0 1 1 0 0,0-1-1 0 0,-1 0 0 0 0,1 0 0 0 0,-1 0 1 0 0,0 0-1 0 0,0 1 0 0 0,0-1 0 0 0,0 0 1 0 0,-2-3-1 0 0,2 5-2 0 0,1 0 1 0 0,-1 0-1 0 0,0 0 1 0 0,0 0-1 0 0,0 0 1 0 0,0 0-1 0 0,0 0 1 0 0,0 0-1 0 0,-1 0 1 0 0,1 1-1 0 0,-1-1 1 0 0,1 1-1 0 0,-3-3 1 0 0,-1 1-1 0 0,4 1-4 0 0,-3 3-6 0 0,0 0 10 0 0,1 0 0 0 0,-1 1 1 0 0,1-1-1 0 0,-1 1 1 0 0,1 0-1 0 0,0 0 0 0 0,-1 0 1 0 0,1 0-1 0 0,0 1 1 0 0,0-1-1 0 0,1 1 1 0 0,-5 4-1 0 0,1 0-5 0 0,1 0 1 0 0,1 1 0 0 0,-1-1-1 0 0,1 1 1 0 0,-4 11-1 0 0,2-4-1 0 0,2 0 1 0 0,0 1-1 0 0,0 0 0 0 0,1-1 0 0 0,1 1 0 0 0,0 17 1 0 0,2-24 14 0 0,1 1 1 0 0,0-1 0 0 0,0 1 0 0 0,1-1 0 0 0,0 0 0 0 0,0 1 0 0 0,1-1 0 0 0,0 0-1 0 0,1-1 1 0 0,0 1 0 0 0,0-1 0 0 0,1 1 0 0 0,0-1 0 0 0,9 9 0 0 0,-9-11-2 0 0,0-1 0 0 0,0 0 1 0 0,1 0-1 0 0,0-1 0 0 0,0 0 0 0 0,0 0 1 0 0,0 0-1 0 0,1 0 0 0 0,-1-1 0 0 0,1-1 1 0 0,0 1-1 0 0,0-1 0 0 0,0 0 0 0 0,0 0 1 0 0,1-1-1 0 0,-1 0 0 0 0,0 0 0 0 0,1-1 1 0 0,8 0-1 0 0,0-1-261 0 0,1-1 0 0 0,-1-1 0 0 0,1 0 0 0 0,-1-1 0 0 0,17-6 0 0 0,-13 2-4020 0 0,31-17 0 0 0,-34 15-894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87 200 184 0 0,'-63'-13'11830'0'0,"61"13"-11007"0"0,-15-3 1379 0 0,13-2-1484 0 0,12-2-623 0 0,48-19 252 0 0,87-27-1 0 0,66-7-2147 0 0,-94 28-6472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4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2512 0 0,'-3'0'2128'0'0,"-24"3"3448"0"0,24-3-4798 0 0,-13 3 1021 0 0,14-2-1720 0 0,1 0 0 0 0,0 1 0 0 0,0-1 0 0 0,0 1 1 0 0,0 0-1 0 0,0-1 0 0 0,0 1 0 0 0,0 0 0 0 0,0-1 0 0 0,1 1 0 0 0,-1 0 0 0 0,1 0 0 0 0,-1 0 0 0 0,1-1 0 0 0,0 1 0 0 0,0 0 0 0 0,0 2 0 0 0,0 42 1308 0 0,1-27-1022 0 0,-1 190 1189 0 0,-1-54-1379 0 0,10-53-6004 0 0,-5-87 2004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4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81 644 0 0,'7'-19'7289'0'0,"6"-35"0"0"0,-13 53-6755 0 0,3-6 1686 0 0,-25 149 1323 0 0,-3 25-2571 0 0,21-126-2201 0 0,2 1 0 0 0,3 44 0 0 0,-1-60-2261 0 0,-1-11-3011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88 102 188 0 0,'-24'10'7885'0'0,"-28"15"1"0"0,50-24-7214 0 0,2-1-630 0 0,-1 0 0 0 0,1 0 0 0 0,0 0 0 0 0,-1 0 0 0 0,1 0 1 0 0,0 0-1 0 0,-1 0 0 0 0,1 0 0 0 0,0 0 0 0 0,-1 0 0 0 0,1 0 0 0 0,-1 0 0 0 0,1 0 0 0 0,0 0 1 0 0,0 1-1 0 0,-1-1 0 0 0,1 0 0 0 0,0 0 0 0 0,-1 0 0 0 0,1 1 0 0 0,0-1 0 0 0,0 0 0 0 0,-1 0 1 0 0,1 1-1 0 0,0-1 0 0 0,0 0 0 0 0,-1 1 0 0 0,1-1 0 0 0,0 0-17 0 0,0 1-1 0 0,0-1 1 0 0,0 0-1 0 0,0 0 1 0 0,0 0-1 0 0,0 1 1 0 0,0-1-1 0 0,0 0 1 0 0,0 0-1 0 0,0 0 1 0 0,0 1-1 0 0,0-1 1 0 0,0 0-1 0 0,0 0 1 0 0,0 0-1 0 0,0 1 1 0 0,0-1-1 0 0,0 0 1 0 0,0 0-1 0 0,0 0 1 0 0,0 1-1 0 0,1-1 0 0 0,-1 0 1 0 0,0 0-1 0 0,0 0 1 0 0,0 0-1 0 0,0 1 1 0 0,0-1-1 0 0,1 0 1 0 0,-1 0-1 0 0,0 0 1 0 0,0 0-1 0 0,0 0 1 0 0,0 0-1 0 0,1 0 1 0 0,-1 1-1 0 0,0-1 1 0 0,0 0-1 0 0,0 0 1 0 0,1 0-1 0 0,-1 0 1 0 0,0 0-1 0 0,0 0 1 0 0,0 0-1 0 0,1 0 1 0 0,-1 0-1 0 0,0 0 1 0 0,0 0-1 0 0,0 0 1 0 0,1 0-1 0 0,-1 0 1 0 0,0 0-1 0 0,0-1 1 0 0,0 1-1 0 0,1 0 1 0 0,-1 0-1 0 0,0 0 1 0 0,0 0-1 0 0,0 0 1 0 0,0 0-1 0 0,1 0 1 0 0,-1-1-1 0 0,182-36 1124 0 0,-65 12-966 0 0,247-35 36 0 0,-335 55-212 0 0,77-14 29 0 0,-104 18-153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5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3348 0 0,'29'-37'15500'0'0,"-20"26"-13411"0"0,-9 11-2165 0 0,0-1 0 0 0,0 1-1 0 0,0 0 1 0 0,1 0 0 0 0,-1 0 0 0 0,0-1 0 0 0,0 1 0 0 0,1 0 0 0 0,-1 0 0 0 0,0 0 0 0 0,1 0 0 0 0,-1 0 0 0 0,0 0 0 0 0,1 0-1 0 0,-1-1 1 0 0,0 1 0 0 0,0 0 0 0 0,1 0 0 0 0,-1 0 0 0 0,0 0 0 0 0,1 0 0 0 0,-1 0 0 0 0,0 1 0 0 0,1-1 0 0 0,-1 0-1 0 0,0 0 1 0 0,1 0 0 0 0,-1 0 0 0 0,0 0 0 0 0,0 0 0 0 0,1 0 0 0 0,-1 1 0 0 0,0-1 0 0 0,0 0 0 0 0,1 0 0 0 0,-1 0-1 0 0,0 0 1 0 0,0 1 0 0 0,1-1 0 0 0,-1 0 0 0 0,0 0 0 0 0,0 1 0 0 0,0-1 0 0 0,0 0 0 0 0,1 1 0 0 0,-1-1 0 0 0,0 0-1 0 0,0 0 1 0 0,0 1 0 0 0,0-1 0 0 0,4 25-7178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0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 0 0,'12'42'14678'0'0,"-12"-40"-13995"0"0,4 8 1324 0 0,-4-8-2153 0 0,1 1 146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45 1740 0 0,'-3'-32'9455'0'0,"3"22"-9098"0"0,0 8 325 0 0,1 4-618 0 0,2 7-27 0 0,-1 1 0 0 0,0-1 0 0 0,0 1 0 0 0,-1 0 0 0 0,-1-1 0 0 0,0 16 0 0 0,-7 63 113 0 0,3-56-116 0 0,-4 33 9 0 0,-5 74 786 0 0,14-145-754 0 0,1 0 1 0 0,-1 0 0 0 0,1 0 0 0 0,4-11 0 0 0,1-3-24 0 0,8-35-4 0 0,20-63 0 0 0,-30 105-60 0 0,1 0-1 0 0,0 1 0 0 0,0-1 1 0 0,2 1-1 0 0,-1 1 1 0 0,15-17-1 0 0,-20 26 11 0 0,-1 0 0 0 0,1 0 0 0 0,0 0 0 0 0,0 0 0 0 0,0 1 0 0 0,0-1 1 0 0,0 1-1 0 0,0-1 0 0 0,0 1 0 0 0,0 0 0 0 0,1 0 0 0 0,-1 0 0 0 0,0 0 0 0 0,1 0 0 0 0,-1 1 0 0 0,1-1 0 0 0,-1 1 0 0 0,1-1 0 0 0,-1 1 1 0 0,1 0-1 0 0,-1 0 0 0 0,1 0 0 0 0,-1 1 0 0 0,1-1 0 0 0,-1 0 0 0 0,1 1 0 0 0,-1 0 0 0 0,0-1 0 0 0,1 1 0 0 0,-1 0 0 0 0,0 0 0 0 0,1 0 1 0 0,-1 1-1 0 0,0-1 0 0 0,3 3 0 0 0,0 0 6 0 0,0 0-1 0 0,-1 1 1 0 0,0-1 0 0 0,0 1 0 0 0,0 0 0 0 0,-1 0 0 0 0,1 0 0 0 0,-1 1-1 0 0,-1-1 1 0 0,1 1 0 0 0,-1-1 0 0 0,0 1 0 0 0,3 11 0 0 0,-1 5 25 0 0,1 43 1 0 0,0-39 145 0 0,-5-24-145 0 0,6-21-10 0 0,-3 3-29 0 0,0 0-1 0 0,1 0 0 0 0,1 0 0 0 0,0 0 0 0 0,2 1 1 0 0,-1 0-1 0 0,2 0 0 0 0,0 1 0 0 0,1 0 1 0 0,0 0-1 0 0,1 1 0 0 0,0 0 0 0 0,1 1 0 0 0,16-14 1 0 0,-26 25 8 0 0,1 0 0 0 0,-1 1 0 0 0,1-1 0 0 0,-1 0 0 0 0,1 0 0 0 0,-1 1 1 0 0,1-1-1 0 0,0 1 0 0 0,-1-1 0 0 0,1 1 0 0 0,0 0 0 0 0,0-1 0 0 0,-1 1 1 0 0,1 0-1 0 0,0 0 0 0 0,0 0 0 0 0,-1 1 0 0 0,1-1 0 0 0,0 0 0 0 0,-1 1 1 0 0,1-1-1 0 0,0 1 0 0 0,-1-1 0 0 0,1 1 0 0 0,0 0 0 0 0,-1 0 0 0 0,1-1 0 0 0,-1 1 1 0 0,0 0-1 0 0,1 1 0 0 0,-1-1 0 0 0,0 0 0 0 0,3 3 0 0 0,-1-1 4 0 0,1 1-1 0 0,-1 0 1 0 0,0 0-1 0 0,0 1 1 0 0,0-1-1 0 0,0 1 1 0 0,-1-1 0 0 0,0 1-1 0 0,4 10 1 0 0,-3 6 40 0 0,0 1 1 0 0,-1 0 0 0 0,-1 24 0 0 0,-1-21-225 0 0,1-1-1 0 0,5 27 1 0 0,3-23-1722 0 0,3-13-2853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47 952 0 0,'6'-11'5624'0'0,"3"-8"1091"0"0,2 3-3662 0 0,-10 15-2813 0 0,3 1-150 0 0,63 1-930 0 0,-23 1-7024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10 932 0 0,'-61'41'10354'0'0,"61"-41"-10309"0"0,0 1 0 0 0,0-1 0 0 0,0 1-1 0 0,0-1 1 0 0,0 1 0 0 0,0-1 0 0 0,1 1-1 0 0,-1-1 1 0 0,0 1 0 0 0,0-1 0 0 0,0 1-1 0 0,1-1 1 0 0,-1 0 0 0 0,0 1 0 0 0,0-1-1 0 0,1 1 1 0 0,-1-1 0 0 0,0 0 0 0 0,1 1-1 0 0,-1-1 1 0 0,0 0 0 0 0,1 0 0 0 0,0 1-1 0 0,26-2 27 0 0,0-1-1 0 0,0-2 1 0 0,36-9-1 0 0,31-15-6006 0 0,-57 15 1634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15 476 0 0,'2'-12'9845'0'0,"-1"10"-9321"0"0,6 5-436 0 0,-1 1 1 0 0,0 0-1 0 0,0 0 0 0 0,-1 1 1 0 0,1 0-1 0 0,-1 0 0 0 0,0 0 1 0 0,0 0-1 0 0,-1 1 0 0 0,0 0 1 0 0,0 0-1 0 0,0 0 0 0 0,0 0 0 0 0,-1 1 1 0 0,0-1-1 0 0,-1 1 0 0 0,1 0 1 0 0,-1 0-1 0 0,-1 0 0 0 0,2 10 1 0 0,-1-2 16 0 0,-1-1 1 0 0,-1 1-1 0 0,0 0 1 0 0,-1-1-1 0 0,0 1 1 0 0,-1-1 0 0 0,-1 0-1 0 0,-1 1 1 0 0,-6 16-1 0 0,-4-6 1629 0 0,14-25-1709 0 0,0 0 0 0 0,0 0-1 0 0,-1 1 1 0 0,1-1 0 0 0,0 0 0 0 0,0 0-1 0 0,0 0 1 0 0,0 1 0 0 0,-1-1-1 0 0,1 0 1 0 0,0 0 0 0 0,0 0 0 0 0,0 0-1 0 0,-1 0 1 0 0,1 0 0 0 0,0 1-1 0 0,0-1 1 0 0,-1 0 0 0 0,1 0 0 0 0,0 0-1 0 0,0 0 1 0 0,-1 0 0 0 0,1 0 0 0 0,0 0-1 0 0,0 0 1 0 0,-1 0 0 0 0,1 0-1 0 0,0 0 1 0 0,0 0 0 0 0,-1 0 0 0 0,1-1-1 0 0,-3-12 225 0 0,4 3-225 0 0,0 1 1 0 0,0-1 0 0 0,1 0-1 0 0,0 1 1 0 0,1 0-1 0 0,0-1 1 0 0,0 1-1 0 0,1 0 1 0 0,1 1 0 0 0,-1-1-1 0 0,1 1 1 0 0,7-9-1 0 0,3-2-29 0 0,1 0 0 0 0,0 1 0 0 0,32-26 0 0 0,-40 37-8 0 0,1 1 0 0 0,0 0 0 0 0,1 0 0 0 0,-1 1-1 0 0,1 0 1 0 0,0 0 0 0 0,1 2 0 0 0,-1-1 0 0 0,1 1 0 0 0,15-3 0 0 0,-24 6 11 0 0,1 0 0 0 0,-1-1 1 0 0,1 1-1 0 0,0 0 0 0 0,-1 0 1 0 0,1 1-1 0 0,-1-1 1 0 0,1 0-1 0 0,-1 1 0 0 0,1-1 1 0 0,-1 1-1 0 0,1 0 0 0 0,-1 0 1 0 0,0 0-1 0 0,1 0 1 0 0,-1 1-1 0 0,0-1 0 0 0,3 3 1 0 0,-2-2 3 0 0,-1 1 0 0 0,0 0 0 0 0,0-1 0 0 0,0 1 0 0 0,-1 0 0 0 0,1 0 0 0 0,-1 0 0 0 0,1 0 0 0 0,-1 0 0 0 0,0 1 0 0 0,0-1 0 0 0,1 5 0 0 0,-1 8 21 0 0,0 0-1 0 0,0-1 1 0 0,-1 1-1 0 0,-5 27 1 0 0,4-32-11 0 0,-2 12-48 0 0,-2 24 221 0 0,5-44-282 0 0,0 0 0 0 0,0 1 1 0 0,0-1-1 0 0,1 0 0 0 0,-1 0 1 0 0,1 0-1 0 0,0 0 0 0 0,0 0 1 0 0,0 0-1 0 0,0 0 0 0 0,3 5 1 0 0,-3-7-64 0 0,-1 0 1 0 0,1 0 0 0 0,0 0-1 0 0,0 0 1 0 0,0 0 0 0 0,0 0-1 0 0,0 0 1 0 0,0 0-1 0 0,0-1 1 0 0,0 1 0 0 0,1 0-1 0 0,-1 0 1 0 0,0-1-1 0 0,0 1 1 0 0,2 0 0 0 0,11 0-5301 0 0,12-3 81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1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29 668 0 0,'-3'-9'11986'0'0,"18"6"-11712"0"0,1 1 0 0 0,15-1 0 0 0,9 0-273 0 0,-39 2-16 0 0,43-4-1591 0 0,-14 3-3132 0 0,-14 1 24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58 1656 0 0,'-47'35'13766'0'0,"45"-33"-13102"0"0,2-2-648 0 0,0 0 0 0 0,0 0 0 0 0,0 0 0 0 0,1 0 0 0 0,-1 1 0 0 0,0-1 0 0 0,0 0 1 0 0,0 0-1 0 0,0 0 0 0 0,0 0 0 0 0,0 0 0 0 0,0 0 0 0 0,0 0 0 0 0,0 0 0 0 0,0 0 0 0 0,0 0 0 0 0,0 0 0 0 0,1 1 0 0 0,-1-1 0 0 0,0 0 0 0 0,0 0 0 0 0,0 0 0 0 0,0 0 1 0 0,0 0-1 0 0,0 0 0 0 0,0 0 0 0 0,0 0 0 0 0,0 1 0 0 0,0-1 0 0 0,0 0 0 0 0,0 0 0 0 0,0 0 0 0 0,0 0 0 0 0,0 0 0 0 0,0 0 0 0 0,0 0 0 0 0,0 0 0 0 0,0 1 0 0 0,0-1 1 0 0,-1 0-1 0 0,1 0 0 0 0,0 0 0 0 0,0 0 0 0 0,0 0 0 0 0,0 0 0 0 0,0 0 0 0 0,0 0 0 0 0,0 0 0 0 0,0 0 0 0 0,0 1 0 0 0,0-1 0 0 0,0 0 0 0 0,0 0 0 0 0,-1 0 0 0 0,1 0 1 0 0,0 0-1 0 0,0 0 0 0 0,0 0 0 0 0,0 0 0 0 0,0 0 0 0 0,0 0 0 0 0,0 0 0 0 0,0 0 0 0 0,-1 0 0 0 0,1 0 0 0 0,0 0 0 0 0,34-5 93 0 0,-1-1 0 0 0,52-17-1 0 0,-32 8-1251 0 0,77-21-6733 0 0,-79 21 1811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24 161 2692 0 0,'-3'-3'949'0'0,"0"-1"-1"0"0,0 1 0 0 0,1-1 1 0 0,-1 0-1 0 0,1 1 1 0 0,0-1-1 0 0,0 0 1 0 0,-1-5-1 0 0,3 7-819 0 0,-1 0-1 0 0,1 0 1 0 0,0 0 0 0 0,0 1-1 0 0,0-1 1 0 0,0 0 0 0 0,1 0 0 0 0,-1 0-1 0 0,1 0 1 0 0,-1 0 0 0 0,1 0-1 0 0,-1 0 1 0 0,1 1 0 0 0,0-1-1 0 0,0 0 1 0 0,0 1 0 0 0,0-1 0 0 0,0 0-1 0 0,0 1 1 0 0,3-3 0 0 0,5-5-49 0 0,0 1 0 0 0,0 1 0 0 0,0 0 0 0 0,1 0-1 0 0,0 1 1 0 0,0 0 0 0 0,0 0 0 0 0,1 1 0 0 0,0 1 0 0 0,0 0 0 0 0,1 1 0 0 0,-1-1 0 0 0,1 2 0 0 0,-1 0 0 0 0,1 0 0 0 0,0 2 0 0 0,-1-1 0 0 0,1 1 0 0 0,0 1 0 0 0,23 3 0 0 0,-33-3-78 0 0,1-1-1 0 0,0 1 1 0 0,-1 0 0 0 0,1-1-1 0 0,0 1 1 0 0,-1 0-1 0 0,1 1 1 0 0,-1-1 0 0 0,0 0-1 0 0,1 1 1 0 0,-1-1-1 0 0,0 1 1 0 0,0 0 0 0 0,0 0-1 0 0,0 0 1 0 0,0 0-1 0 0,0 0 1 0 0,-1 0 0 0 0,1 0-1 0 0,-1 1 1 0 0,0-1-1 0 0,1 0 1 0 0,-1 1 0 0 0,0 0-1 0 0,0-1 1 0 0,0 1-1 0 0,-1-1 1 0 0,1 1 0 0 0,-1 0-1 0 0,1-1 1 0 0,-1 1 0 0 0,0 0-1 0 0,0 0 1 0 0,0-1-1 0 0,-1 1 1 0 0,1 0 0 0 0,0-1-1 0 0,-3 6 1 0 0,0 3 11 0 0,0-1-1 0 0,-1 1 1 0 0,-1-1 0 0 0,0 0-1 0 0,0 0 1 0 0,-1-1 0 0 0,0 1 0 0 0,-10 11-1 0 0,-19 17 190 0 0,-57 47-1 0 0,92-85-198 0 0,0 0 0 0 0,0 1 0 0 0,-1-1 0 0 0,1 0 0 0 0,0 0 0 0 0,0 0 0 0 0,-1 0 0 0 0,1 1 0 0 0,0-1 0 0 0,0 0-1 0 0,0 0 1 0 0,-1 0 0 0 0,1 1 0 0 0,0-1 0 0 0,0 0 0 0 0,0 0 0 0 0,0 0 0 0 0,-1 1 0 0 0,1-1 0 0 0,0 0 0 0 0,0 1 0 0 0,0-1 0 0 0,0 0 0 0 0,0 0 0 0 0,0 1 0 0 0,0-1 0 0 0,0 0-1 0 0,0 0 1 0 0,0 1 0 0 0,0-1 0 0 0,0 0 0 0 0,0 1 0 0 0,0-1 0 0 0,0 0 0 0 0,0 0 0 0 0,0 1 0 0 0,0-1 0 0 0,13 3 16 0 0,26-5-68 0 0,-31 1 60 0 0,18-1-17 0 0,1 2 0 0 0,-1 0-1 0 0,0 2 1 0 0,1 1-1 0 0,-1 1 1 0 0,0 1-1 0 0,-1 2 1 0 0,42 15-1 0 0,-62-20 60 0 0,0 0 0 0 0,0 1 0 0 0,-1-1 0 0 0,1 1 0 0 0,-1 0-1 0 0,0 0 1 0 0,0 1 0 0 0,0-1 0 0 0,-1 1 0 0 0,1 0 0 0 0,-1 0-1 0 0,0 0 1 0 0,0 0 0 0 0,0 1 0 0 0,0-1 0 0 0,-1 1 0 0 0,3 8-1 0 0,-4-9 117 0 0,0 1-1 0 0,0-1 0 0 0,-1 1 0 0 0,1-1 0 0 0,-1 1 0 0 0,0 0 0 0 0,-1-1 0 0 0,1 1 1 0 0,-1-1-1 0 0,0 1 0 0 0,0-1 0 0 0,0 1 0 0 0,-1-1 0 0 0,1 0 0 0 0,-1 1 1 0 0,0-1-1 0 0,0 0 0 0 0,-1 0 0 0 0,1 0 0 0 0,-4 3 0 0 0,-2 2 174 0 0,0 0-1 0 0,0-1 0 0 0,-1 0 0 0 0,0 0 1 0 0,-1-1-1 0 0,0 0 0 0 0,0-1 1 0 0,0 0-1 0 0,0-1 0 0 0,-1 0 1 0 0,0 0-1 0 0,0-1 0 0 0,-1-1 0 0 0,1 0 1 0 0,-1-1-1 0 0,-17 2 0 0 0,6-1-82 0 0,0-2 0 0 0,-44-3 0 0 0,38-1-1850 0 0,-46-11 0 0 0,64 12-2483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5657 0 0,'8'7'16233'0'0,"1"-2"-16245"0"0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18 2204 0 0,'2'-17'11007'0'0,"-116"214"-8911"0"0,73-110-4562 0 0,17-27-3311 0 0,14-34 1117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508 206 832 0 0,'-3'-50'4945'0'0,"4"37"-3886"0"0,-2-1 1 0 0,0 1 0 0 0,0 0-1 0 0,-2 0 1 0 0,-3-14-1 0 0,5 23-930 0 0,-1 0 1 0 0,1 1-1 0 0,-1-1 0 0 0,0 1 0 0 0,0-1 0 0 0,-1 1 1 0 0,1 0-1 0 0,0 0 0 0 0,-1 0 0 0 0,0 0 0 0 0,0 0 1 0 0,0 1-1 0 0,0-1 0 0 0,0 1 0 0 0,-1 0 0 0 0,1 0 1 0 0,0 0-1 0 0,-1 0 0 0 0,0 1 0 0 0,1-1 0 0 0,-7 0 1 0 0,7 1-102 0 0,-1 0 1 0 0,1 1-1 0 0,-1 0 1 0 0,0 0-1 0 0,1 0 1 0 0,-1 0-1 0 0,1 0 1 0 0,-1 1-1 0 0,1 0 1 0 0,-1-1-1 0 0,1 1 1 0 0,-1 1-1 0 0,1-1 1 0 0,0 0-1 0 0,-1 1 1 0 0,1 0-1 0 0,0 0 1 0 0,0 0-1 0 0,0 0 0 0 0,-5 5 1 0 0,-3 3-8 0 0,0 1 1 0 0,1 1-1 0 0,-12 16 0 0 0,18-23-8 0 0,-18 27-4 0 0,1 2 0 0 0,1 0 0 0 0,2 1 1 0 0,1 1-1 0 0,2 1 0 0 0,-14 53 0 0 0,13-28 8 0 0,4 0-1 0 0,2 1 0 0 0,-3 78 0 0 0,23 96 64 0 0,-5-175-71 0 0,0-4-12 0 0,-1-9 83 0 0,-1 74 1 0 0,-3-120-51 0 0,0 1-1 0 0,0 0 1 0 0,-1-1 0 0 0,1 1 0 0 0,-1-1 0 0 0,1 1 0 0 0,-1-1-1 0 0,0 1 1 0 0,-1-1 0 0 0,1 1 0 0 0,-1-1 0 0 0,1 0 0 0 0,-1 0 0 0 0,0 0-1 0 0,-4 6 1 0 0,5-9-31 0 0,0 1 1 0 0,0-1-1 0 0,0 1 0 0 0,0-1 1 0 0,0 1-1 0 0,0-1 0 0 0,0 0 0 0 0,0 1 1 0 0,0-1-1 0 0,0 0 0 0 0,0 0 1 0 0,0 0-1 0 0,0 0 0 0 0,0 0 0 0 0,0 0 1 0 0,0 0-1 0 0,0 0 0 0 0,0 0 1 0 0,0 0-1 0 0,0-1 0 0 0,0 1 0 0 0,0 0 1 0 0,0-1-1 0 0,0 1 0 0 0,0-1 1 0 0,0 1-1 0 0,0-1 0 0 0,1 1 0 0 0,-1-1 1 0 0,0 0-1 0 0,-1-1 0 0 0,-2-1-102 0 0,0 0 0 0 0,1 0 0 0 0,-1-1 0 0 0,1 1 0 0 0,-4-6 0 0 0,0-5-46 0 0,0 0-1 0 0,0 0 0 0 0,1 0 0 0 0,1 0 1 0 0,0-1-1 0 0,1 0 0 0 0,1 0 0 0 0,0 0 0 0 0,1-1 1 0 0,1 1-1 0 0,0-1 0 0 0,1 1 0 0 0,1-1 1 0 0,0 1-1 0 0,1 0 0 0 0,1-1 0 0 0,0 1 0 0 0,1 0 1 0 0,7-16-1 0 0,-6 22 139 0 0,0 0 0 0 0,1 1 0 0 0,0-1 0 0 0,0 1 0 0 0,0 1 0 0 0,1-1 0 0 0,1 1 0 0 0,-1 1 0 0 0,1-1 0 0 0,0 1 0 0 0,0 0 0 0 0,1 1 0 0 0,14-7 0 0 0,12-4-2 0 0,1 2 0 0 0,44-11 0 0 0,-59 18 10 0 0,84-23-534 0 0,125-43-7029 0 0,-205 61 5379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64 131 3012 0 0,'2'-2'217'0'0,"0"-1"-1"0"0,0 0 1 0 0,0 1-1 0 0,0-1 1 0 0,-1 0 0 0 0,1 0-1 0 0,-1 0 1 0 0,1-1-1 0 0,-1 1 1 0 0,0 0-1 0 0,0-1 1 0 0,-1 1-1 0 0,1 0 1 0 0,-1-1-1 0 0,0-5 1 0 0,-1 1 887 0 0,0-1 0 0 0,-1 1 0 0 0,0 0 0 0 0,-6-15 1 0 0,2 6 908 0 0,6 15-1652 0 0,-1 2-308 0 0,0 0-1 0 0,0-1 1 0 0,1 1-1 0 0,-1 0 1 0 0,0 0-1 0 0,0 0 1 0 0,1 0 0 0 0,-1 0-1 0 0,0 0 1 0 0,0 1-1 0 0,1-1 1 0 0,-1 0-1 0 0,0 0 1 0 0,1 0-1 0 0,-1 1 1 0 0,0-1 0 0 0,1 0-1 0 0,-2 1 1 0 0,-7 19 14 0 0,1 0 1 0 0,1 0-1 0 0,1 1 0 0 0,0 0 1 0 0,2 0-1 0 0,1 0 1 0 0,0 1-1 0 0,1-1 0 0 0,2 1 1 0 0,2 30-1 0 0,0-38-284 0 0,0 0 0 0 0,5 19-1 0 0,-6-28-1168 0 0,1 0 0 0 0,0 0-1 0 0,0-1 1 0 0,1 1 0 0 0,3 6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6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50 129 820 0 0,'-4'-20'2446'0'0,"-1"0"0"0"0,-1 1 0 0 0,-1-1 0 0 0,-15-28 1 0 0,21 46-2155 0 0,-3 14-1093 0 0,4-10 500 0 0,0 0 0 0 0,0 1 0 0 0,0-1 0 0 0,0 0 0 0 0,0 0 1 0 0,1 0-1 0 0,-1 1 0 0 0,1-1 0 0 0,0 0 0 0 0,1 3 0 0 0,0 3-2062 0 0,3 6-2102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6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1 184 0 0,'0'0'2573'0'0,"-4"22"3849"0"0,-6 139-2534 0 0,3-77-3342 0 0,-5 41 71 0 0,6-72 4261 0 0,21-78-4188 0 0,-2-10-528 0 0,2 1-1 0 0,2 0 1 0 0,21-33 0 0 0,-27 51-161 0 0,0 1 1 0 0,0 1-1 0 0,1-1 0 0 0,1 2 1 0 0,1 0-1 0 0,-1 0 0 0 0,2 2 1 0 0,17-12-1 0 0,-27 20-12 0 0,-1 1 0 0 0,1-1-1 0 0,-1 1 1 0 0,1 0-1 0 0,0 1 1 0 0,0-1 0 0 0,0 1-1 0 0,0 0 1 0 0,0 0 0 0 0,0 1-1 0 0,0-1 1 0 0,0 1 0 0 0,0 0-1 0 0,9 1 1 0 0,-12 0 7 0 0,1 0-1 0 0,0 0 1 0 0,-1 0 0 0 0,1 0 0 0 0,-1 0-1 0 0,0 0 1 0 0,1 0 0 0 0,-1 1-1 0 0,0-1 1 0 0,0 1 0 0 0,1 0-1 0 0,-1 0 1 0 0,-1-1 0 0 0,1 1 0 0 0,0 1-1 0 0,0-1 1 0 0,-1 0 0 0 0,1 0-1 0 0,-1 1 1 0 0,0-1 0 0 0,1 0 0 0 0,-1 1-1 0 0,0-1 1 0 0,-1 1 0 0 0,1 0-1 0 0,0-1 1 0 0,-1 1 0 0 0,1 5 0 0 0,0 11-3 0 0,-2 37 1 0 0,0-41-595 0 0,1 1 0 0 0,0-1 0 0 0,1 1 0 0 0,3 16 1 0 0,-4-29 360 0 0,1 0 1 0 0,0 0-1 0 0,0-1 1 0 0,0 1-1 0 0,0-1 1 0 0,1 1-1 0 0,-1-1 1 0 0,0 0-1 0 0,1 1 1 0 0,0-1-1 0 0,0 0 1 0 0,-1 0 0 0 0,1 0-1 0 0,0 0 1 0 0,1 0-1 0 0,-1-1 1 0 0,0 1-1 0 0,0-1 1 0 0,1 1-1 0 0,4 1 1 0 0,0 0-621 0 0,0-1 1 0 0,0-1-1 0 0,0 1 1 0 0,1-1 0 0 0,-1 0-1 0 0,14 0 1 0 0,6-3-2838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83 699 3712 0 0,'17'-17'1787'0'0,"0"-1"-1"0"0,16-24 0 0 0,-27 33-965 0 0,0-1 0 0 0,0 0 0 0 0,-1 0 0 0 0,0-1 0 0 0,-1 0-1 0 0,5-20 1 0 0,-5 18 364 0 0,-3 11-1025 0 0,-1 0-1 0 0,1 1 1 0 0,-1-1 0 0 0,1 0-1 0 0,-1 0 1 0 0,0 0-1 0 0,1 0 1 0 0,-1 0-1 0 0,0 0 1 0 0,0 0-1 0 0,0 0 1 0 0,-1 0-1 0 0,0-3 1 0 0,-2 6-77 0 0,0 1 1 0 0,1 0-1 0 0,-1 0 1 0 0,0 0-1 0 0,1 0 1 0 0,-4 3-1 0 0,-13 14-30 0 0,1 0 0 0 0,1 1-1 0 0,0 1 1 0 0,2 1-1 0 0,0 0 1 0 0,2 1 0 0 0,0 0-1 0 0,2 1 1 0 0,0 0 0 0 0,-10 38-1 0 0,20-57-41 0 0,0 1 0 0 0,0-1 0 0 0,0 0 0 0 0,1 1 0 0 0,-1-1 0 0 0,1 1-1 0 0,1-1 1 0 0,-1 1 0 0 0,2 6 0 0 0,-1-11-3 0 0,-1 1 0 0 0,1 0 0 0 0,0 0 0 0 0,-1-1 0 0 0,1 1 0 0 0,0-1 0 0 0,0 1 0 0 0,0-1 0 0 0,0 1 0 0 0,0-1 0 0 0,1 0-1 0 0,-1 1 1 0 0,0-1 0 0 0,1 0 0 0 0,-1 0 0 0 0,1 0 0 0 0,-1 0 0 0 0,1 0 0 0 0,-1 0 0 0 0,1 0 0 0 0,0-1 0 0 0,-1 1 0 0 0,1-1 0 0 0,0 1 0 0 0,0-1 0 0 0,0 1 0 0 0,-1-1 0 0 0,1 0 0 0 0,0 0 0 0 0,3 0-1 0 0,4-1 8 0 0,1 0-1 0 0,-1-1 1 0 0,1 0-1 0 0,-1 0 0 0 0,0-1 1 0 0,0 0-1 0 0,0 0 1 0 0,0-1-1 0 0,-1 0 0 0 0,1-1 1 0 0,-1 0-1 0 0,0-1 1 0 0,0 1-1 0 0,-1-1 0 0 0,0-1 1 0 0,0 1-1 0 0,7-10 1 0 0,0 0-7 0 0,-1-1 1 0 0,0-1 0 0 0,-2 0 0 0 0,0 0 0 0 0,-1-2 0 0 0,13-33 0 0 0,-11 17-6 0 0,-2 0 0 0 0,-2-1 0 0 0,-1 0-1 0 0,-2-1 1 0 0,1-44 0 0 0,-14-192-10 0 0,4 211 4 0 0,4 60-6 0 0,0 1-1 0 0,-1 0 1 0 0,1-1 0 0 0,0 1-1 0 0,-1-1 1 0 0,1 1 0 0 0,-1 0-1 0 0,0 0 1 0 0,-2-5 0 0 0,3 7 7 0 0,0 0 1 0 0,0 0 0 0 0,0 0-1 0 0,0 0 1 0 0,-1 0 0 0 0,1 0-1 0 0,0-1 1 0 0,0 1 0 0 0,0 0-1 0 0,0 0 1 0 0,0 0 0 0 0,-1 0-1 0 0,1 0 1 0 0,0 0 0 0 0,0 0-1 0 0,0 0 1 0 0,0 0 0 0 0,-1 0-1 0 0,1 0 1 0 0,0 0 0 0 0,0 0-1 0 0,0 0 1 0 0,0 0 0 0 0,-1 0 0 0 0,1 0-1 0 0,0 0 1 0 0,0 0 0 0 0,0 0-1 0 0,0 0 1 0 0,0 0 0 0 0,-1 0-1 0 0,1 0 1 0 0,0 1 0 0 0,0-1-1 0 0,0 0 1 0 0,0 0 0 0 0,0 0-1 0 0,-1 0 1 0 0,1 0 0 0 0,0 0-1 0 0,0 1 1 0 0,-8 14-7 0 0,-5 29 252 0 0,2 0 0 0 0,1 1 0 0 0,-4 69 0 0 0,7-51 11 0 0,-14 182 350 0 0,20-201-814 0 0,2 0-1 0 0,2 1 1 0 0,14 67-1 0 0,-13-95-606 0 0,0-1 1 0 0,12 28 0 0 0,-13-38 3 0 0,-1 0 0 0 0,2-1 0 0 0,-1 1 1 0 0,1-1-1 0 0,-1 0 0 0 0,1 0 0 0 0,1-1 0 0 0,-1 1 1 0 0,1-1-1 0 0,8 7 0 0 0,13 4-6332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75 189 2364 0 0,'33'-188'22768'0'0,"-27"211"-20258"0"0,-6 24-428 0 0,-10 82-1 0 0,8-109-1866 0 0,-61 355-204 0 0,28-197-8052 0 0,31-135 3043 0 0,4-40 4034 0 0,0-1 0 0 0,1 1 0 0 0,-1-1 0 0 0,1 1 0 0 0,-1 0 0 0 0,1-1 0 0 0,0 1 0 0 0,1 2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1 250 3504 0 0,'61'-140'16096'0'0,"-62"140"-16041"0"0,1 0 0 0 0,0 0 0 0 0,0-1 0 0 0,0 1 0 0 0,1 0 0 0 0,-1 0 0 0 0,0-1 0 0 0,0 1 0 0 0,0 0 0 0 0,0-1 0 0 0,0 1 0 0 0,0 0 0 0 0,0 0 0 0 0,0-1 0 0 0,0 1 0 0 0,1 0 0 0 0,-1 0 0 0 0,0 0 0 0 0,0-1 0 0 0,0 1 0 0 0,1 0 0 0 0,-1 0 0 0 0,0 0 0 0 0,0-1 0 0 0,0 1 0 0 0,1 0 0 0 0,-1 0 0 0 0,0 0 0 0 0,0 0 0 0 0,1 0 0 0 0,-1 0 0 0 0,0-1 0 0 0,0 1 0 0 0,1 0 0 0 0,-1 0 0 0 0,0 0 0 0 0,1 0 0 0 0,-1 0 0 0 0,0 0 0 0 0,0 0 0 0 0,1 0-1 0 0,-1 0 1 0 0,0 0 0 0 0,1 0 0 0 0,-1 1 0 0 0,0-1 0 0 0,0 0 0 0 0,1 0 0 0 0,5 17 1807 0 0,-3 27 175 0 0,-4 22-905 0 0,-3 1 0 0 0,-23 115 0 0 0,14-105-836 0 0,10-56-272 0 0,2-11-11 0 0,0-1 1 0 0,-1 1 0 0 0,0 0 0 0 0,-1 0-1 0 0,0-1 1 0 0,-7 16 0 0 0,10-24-109 0 0,-9-22-662 0 0,9-1 316 0 0,0-1-1 0 0,2 0 1 0 0,6-38-1 0 0,23-65-283 0 0,-29 117 678 0 0,11-40-170 0 0,1 1 0 0 0,3 0 0 0 0,2 1 0 0 0,49-88 0 0 0,-65 131 207 0 0,-1 0-1 0 0,1 1 0 0 0,0-1 1 0 0,0 1-1 0 0,0-1 0 0 0,0 1 1 0 0,0 0-1 0 0,1 0 0 0 0,-1 1 1 0 0,1-1-1 0 0,0 1 0 0 0,0 0 1 0 0,0 0-1 0 0,0 0 0 0 0,6-2 1 0 0,-7 4 3 0 0,0-1 1 0 0,0 1 0 0 0,0 0-1 0 0,0 0 1 0 0,0 0 0 0 0,0 1-1 0 0,0-1 1 0 0,0 1 0 0 0,0-1-1 0 0,0 1 1 0 0,0 0 0 0 0,0 0-1 0 0,0 1 1 0 0,-1-1 0 0 0,1 0-1 0 0,0 1 1 0 0,-1 0 0 0 0,1-1 0 0 0,-1 1-1 0 0,0 0 1 0 0,1 0 0 0 0,-1 1-1 0 0,0-1 1 0 0,2 3 0 0 0,4 7 27 0 0,0 0 0 0 0,0 0 0 0 0,-1 1 1 0 0,0 0-1 0 0,-1 0 0 0 0,-1 1 1 0 0,0 0-1 0 0,-1 0 0 0 0,-1 0 0 0 0,0 0 1 0 0,2 20-1 0 0,-1 20-49 0 0,-4 90 0 0 0,-1-124-31 0 0,0 9-677 0 0,-3 63-2878 0 0,2-81 789 0 0,0 0 0 0 0,0-1 0 0 0,-6 15 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36 173 3000 0 0,'-18'-32'10938'0'0,"0"-2"-1386"0"0,22 24-8582 0 0,-4 9-948 0 0,0 1 0 0 0,1-1 1 0 0,-1 0-1 0 0,0 1 0 0 0,0-1 0 0 0,1 0 0 0 0,-1 1 1 0 0,0-1-1 0 0,1 0 0 0 0,-1 1 0 0 0,0-1 1 0 0,1 1-1 0 0,-1-1 0 0 0,1 1 0 0 0,-1-1 1 0 0,1 1-1 0 0,0-1 0 0 0,-1 1 0 0 0,1-1 0 0 0,-1 1 1 0 0,2-1-1 0 0,13-6-144 0 0,0 1-1 0 0,1 0 1 0 0,0 0 0 0 0,0 2 0 0 0,33-6-1 0 0,-3 1-1479 0 0,-21 3 270 0 0,24-5-2565 0 0,-17 1-2487 0 0,-8 2-2212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19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71 1576 0 0,'4'-50'13383'0'0,"-6"38"-9985"0"0,2 4-1330 0 0,-3 15-1884 0 0,-6 91 137 0 0,2-22-222 0 0,-16 144 134 0 0,19-129-4917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70 556 0 0,'-6'-69'13699'0'0,"20"76"-12755"0"0,-5 3-649 0 0,0 0-1 0 0,0 0 0 0 0,-1 1 0 0 0,0 0 0 0 0,-1 0 0 0 0,11 22 0 0 0,-7-12-107 0 0,14 24-25 0 0,-3 1 0 0 0,-2 1 0 0 0,-2 0 0 0 0,-2 1 0 0 0,-2 1 0 0 0,14 98 0 0 0,-23-91-196 0 0,-2 0 0 0 0,-2-1 0 0 0,-3 1 0 0 0,-2 0 0 0 0,-3-1 0 0 0,-16 67 0 0 0,7-61-1572 0 0,-26 66-1 0 0,-12-6-4480 0 0,14-48-550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206 170 860 0 0,'4'-7'8896'0'0,"-3"8"-8763"0"0,-1 0 1 0 0,1 0 0 0 0,-1 0-1 0 0,0-1 1 0 0,0 1 0 0 0,1 0 0 0 0,-1 0-1 0 0,0 0 1 0 0,0 0 0 0 0,0 0 0 0 0,0 0-1 0 0,0 0 1 0 0,0 0 0 0 0,0 0 0 0 0,0 0-1 0 0,0 0 1 0 0,-1 0 0 0 0,1 0-1 0 0,0 0 1 0 0,-1 0 0 0 0,1 0 0 0 0,0-1-1 0 0,-1 1 1 0 0,1 0 0 0 0,-1 0 0 0 0,1 0-1 0 0,-1-1 1 0 0,0 1 0 0 0,1 0 0 0 0,-3 1 757 0 0,2-2-865 0 0,0 0 0 0 0,0 0-1 0 0,0 0 1 0 0,0 0 0 0 0,0-1 0 0 0,0 1-1 0 0,0-1 1 0 0,0 1 0 0 0,0-1-1 0 0,0 1 1 0 0,0-1 0 0 0,0 1-1 0 0,0-1 1 0 0,0 0 0 0 0,1 1 0 0 0,-1-1-1 0 0,0 0 1 0 0,0 0 0 0 0,1 0-1 0 0,-1 0 1 0 0,0 1 0 0 0,1-1-1 0 0,-1 0 1 0 0,1 0 0 0 0,0 0 0 0 0,-1 0-1 0 0,1 0 1 0 0,-1-2 0 0 0,-4-32 74 0 0,5 31-81 0 0,-1-6-21 0 0,2 0-1 0 0,-1 1 0 0 0,2-1 1 0 0,-1 0-1 0 0,1 1 1 0 0,1-1-1 0 0,-1 1 1 0 0,2 0-1 0 0,-1 0 1 0 0,1 0-1 0 0,9-14 0 0 0,-12 23-1 0 0,0-1 0 0 0,0 0 0 0 0,0 1-1 0 0,0-1 1 0 0,1 1 0 0 0,-1-1-1 0 0,0 1 1 0 0,0 0 0 0 0,0-1-1 0 0,1 1 1 0 0,-1 0 0 0 0,0 0 0 0 0,1 0-1 0 0,-1 0 1 0 0,0 0 0 0 0,0 0-1 0 0,1 0 1 0 0,-1 1 0 0 0,0-1-1 0 0,0 0 1 0 0,1 1 0 0 0,-1-1 0 0 0,0 1-1 0 0,0-1 1 0 0,0 1 0 0 0,2 0-1 0 0,2 5 6 0 0,0 0 1 0 0,0 0-1 0 0,-1 0 0 0 0,0 1 0 0 0,0-1 0 0 0,0 1 0 0 0,-1 0 0 0 0,0 0 0 0 0,0 0 0 0 0,-1 1 0 0 0,0-1 0 0 0,0 1 0 0 0,1 9 1 0 0,0 10-25 0 0,-1 1 1 0 0,-1 40-1 0 0,-2-40 88 0 0,-2 0 0 0 0,0-1 1 0 0,-2 1-1 0 0,-1-1 0 0 0,-1 1 0 0 0,-1-2 0 0 0,-2 1 0 0 0,0-1 0 0 0,-2-1 0 0 0,-26 43 0 0 0,36-66 1 0 0,0 1 0 0 0,0 0-1 0 0,0-1 1 0 0,0 1 0 0 0,-1-1 0 0 0,1 0 0 0 0,-1 0 0 0 0,1 0 0 0 0,-1 0-1 0 0,0 0 1 0 0,0-1 0 0 0,0 1 0 0 0,0-1 0 0 0,0 0 0 0 0,0 1 0 0 0,0-1-1 0 0,0-1 1 0 0,0 1 0 0 0,-1 0 0 0 0,1-1 0 0 0,0 0 0 0 0,0 0 0 0 0,-1 0 0 0 0,1 0-1 0 0,0 0 1 0 0,0-1 0 0 0,-6 0 0 0 0,-4-4-87 0 0,1 1 1 0 0,0-2-1 0 0,-1 1 1 0 0,2-2-1 0 0,-16-10 0 0 0,8 5-428 0 0,16 10-648 0 0,3 1 938 0 0,0 0 0 0 0,0 1 0 0 0,-1-1 0 0 0,1 0 0 0 0,0 1 0 0 0,0-1 0 0 0,0 0 0 0 0,0 1 0 0 0,0-1 0 0 0,0 0 0 0 0,0 0 0 0 0,0 1 0 0 0,0-1 1 0 0,1 0-1 0 0,20-10-6688 0 0,-8 4 2267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78 492 0 0,'33'-78'12120'0'0,"-33"82"-12048"0"0,0 0 1 0 0,1 0-1 0 0,-1 0 0 0 0,0-1 1 0 0,-1 1-1 0 0,1 0 1 0 0,-1 0-1 0 0,0 0 0 0 0,-1 4 1 0 0,-1 5 85 0 0,-9 116 1118 0 0,8 219 0 0 0,6-181-780 0 0,2-34-233 0 0,-1-69-86 0 0,-2-1 0 0 0,-4 1 1 0 0,-12 81-1 0 0,14-140-147 0 0,0 0-1 0 0,0-1 0 0 0,0 1 0 0 0,-1-1 1 0 0,0 1-1 0 0,0-1 0 0 0,0 0 0 0 0,0 0 1 0 0,-1 0-1 0 0,0 0 0 0 0,1 0 0 0 0,-2 0 1 0 0,-3 3-1 0 0,5-5-32 0 0,0 0 0 0 0,-1-1 0 0 0,1 0 0 0 0,0 1 0 0 0,-1-1 0 0 0,1 0 1 0 0,-1 0-1 0 0,1 0 0 0 0,-1-1 0 0 0,0 1 0 0 0,1-1 0 0 0,-1 1 0 0 0,0-1 0 0 0,1 0 0 0 0,-1 0 1 0 0,0 0-1 0 0,1 0 0 0 0,-1-1 0 0 0,0 1 0 0 0,1-1 0 0 0,-1 0 0 0 0,1 1 0 0 0,-1-1 1 0 0,-3-2-1 0 0,-10-5-364 0 0,0 0 0 0 0,0-2-1 0 0,1 1 1 0 0,0-2 0 0 0,1 0 0 0 0,0-1 0 0 0,-19-21 0 0 0,17 15 197 0 0,1-1 0 0 0,0-1-1 0 0,1 0 1 0 0,1-1 0 0 0,-10-24-1 0 0,19 36 151 0 0,0 0-1 0 0,0-1 0 0 0,1 1 1 0 0,1-1-1 0 0,-1 0 0 0 0,2 1 1 0 0,-1-1-1 0 0,1 0 0 0 0,1 0 1 0 0,0 0-1 0 0,2-16 0 0 0,-1 19 19 0 0,1-1 0 0 0,0 0 0 0 0,0 1 0 0 0,1 0 0 0 0,0 0 0 0 0,1 0 0 0 0,-1 0 0 0 0,1 0 0 0 0,1 1 0 0 0,-1-1 0 0 0,1 1 0 0 0,0 0 0 0 0,0 1 0 0 0,1-1 0 0 0,8-6 0 0 0,10-5 5 0 0,0 1 0 0 0,2 1-1 0 0,0 0 1 0 0,0 2 0 0 0,36-12-1 0 0,-6 7 10 0 0,95-20 0 0 0,-47 22-876 0 0,-36 6-4876 0 0,-41 5 1095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50 2300 0 0,'-44'-49'10879'0'0,"37"55"-9962"0"0,6-6-842 0 0,1 1 0 0 0,-1 0 0 0 0,0-1 0 0 0,0 1-1 0 0,1 0 1 0 0,-1 0 0 0 0,1-1 0 0 0,-1 1 0 0 0,0 0-1 0 0,1 0 1 0 0,0 0 0 0 0,-1 0 0 0 0,1 0 0 0 0,-1 0-1 0 0,1-1 1 0 0,0 3 0 0 0,-27 170 3371 0 0,17-93-3032 0 0,3-29-510 0 0,-13 112 885 0 0,19-139-1837 0 0,1 0-1 0 0,0 0 1 0 0,2 0-1 0 0,8 40 1 0 0,-10-62 519 0 0,1 0 1 0 0,-1 0 0 0 0,1 0 0 0 0,-1 0-1 0 0,1 0 1 0 0,0 0 0 0 0,0 0 0 0 0,0 0-1 0 0,0-1 1 0 0,0 1 0 0 0,3 3-1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2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96 932 0 0,'6'-15'2511'0'0,"24"-51"7251"0"0,-30 66-9682 0 0,1 0-1 0 0,-1 0 0 0 0,0 1 1 0 0,1-1-1 0 0,-1 0 1 0 0,1 0-1 0 0,-1 1 0 0 0,0-1 1 0 0,1 0-1 0 0,-1 1 1 0 0,1-1-1 0 0,-1 0 0 0 0,0 1 1 0 0,0-1-1 0 0,1 1 1 0 0,-1-1-1 0 0,0 1 0 0 0,0-1 1 0 0,1 1-1 0 0,-1-1 1 0 0,0 1-1 0 0,0-1 0 0 0,0 1 1 0 0,0-1-1 0 0,0 1 1 0 0,0-1-1 0 0,0 1 0 0 0,0 0 1 0 0,1 17 881 0 0,-1-16-742 0 0,-4 91 2387 0 0,-23 129 1 0 0,2-34-1945 0 0,25-185-652 0 0,-1 11 154 0 0,-1-1-1 0 0,0 1 1 0 0,-6 18-1 0 0,8-30-38 0 0,-2-3-86 0 0,0-2-37 0 0,0 1-1 0 0,0 0 1 0 0,0-1-1 0 0,1 0 0 0 0,-1 1 1 0 0,1-1-1 0 0,0 0 1 0 0,-1 0-1 0 0,2 0 0 0 0,-1 1 1 0 0,0-1-1 0 0,0-5 1 0 0,-4-45-108 0 0,3 34 63 0 0,1-14 8 0 0,1 1 1 0 0,2-1 0 0 0,1 0 0 0 0,1 1-1 0 0,2 0 1 0 0,1 0 0 0 0,2 1-1 0 0,1 0 1 0 0,1 0 0 0 0,22-42-1 0 0,-23 55 3 0 0,0 1-1 0 0,14-18 1 0 0,-20 30 13 0 0,0 0 0 0 0,1 0 0 0 0,-1 1 0 0 0,1-1 1 0 0,0 1-1 0 0,0 1 0 0 0,0-1 0 0 0,0 1 0 0 0,1-1 1 0 0,8-2-1 0 0,-11 5 11 0 0,1 0 1 0 0,-1 0-1 0 0,0 1 1 0 0,0 0 0 0 0,0-1-1 0 0,0 1 1 0 0,1 0-1 0 0,-1 1 1 0 0,0-1-1 0 0,0 1 1 0 0,0-1 0 0 0,0 1-1 0 0,0 0 1 0 0,0 0-1 0 0,0 0 1 0 0,0 0 0 0 0,0 1-1 0 0,0-1 1 0 0,0 1-1 0 0,-1 0 1 0 0,1 0-1 0 0,-1 0 1 0 0,4 3 0 0 0,2 3 3 0 0,0 1 1 0 0,0-1 0 0 0,-1 1 0 0 0,12 19 0 0 0,-8-8 45 0 0,-1 0 0 0 0,-1 1 0 0 0,0 0 0 0 0,-2 0 0 0 0,-1 1 0 0 0,7 38 0 0 0,-6-10-1545 0 0,0 97-1 0 0,-10-98-2239 0 0,-4-18-2895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2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52 163 984 0 0,'-38'-31'12086'0'0,"26"18"-9649"0"0,11 11-2033 0 0,1 1-358 0 0,1 0 1 0 0,-1 0 0 0 0,0-1-1 0 0,1 1 1 0 0,0 0-1 0 0,-1 0 1 0 0,1-1 0 0 0,0 1-1 0 0,-1 0 1 0 0,1 0-1 0 0,0 0 1 0 0,0 0 0 0 0,0 0-1 0 0,0 0 1 0 0,0 0-1 0 0,0 0 1 0 0,0 1-1 0 0,0-1 1 0 0,0 0 0 0 0,1 1-1 0 0,-1-1 1 0 0,1 0-1 0 0,35-13 94 0 0,-27 11-18 0 0,87-30-637 0 0,3 0-7369 0 0,-69 23 1443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47 1588 0 0,'0'-2'2788'0'0,"4"-43"9312"0"0,2 73-7938 0 0,-1 44-905 0 0,-6 110 1 0 0,-21 70-3218 0 0,10-139-1090 0 0,11-106 509 0 0,-3 65-3666 0 0,7-25-6014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9 138 876 0 0,'-2'-16'8130'0'0,"-4"-24"1768"0"0,8 39-9716 0 0,0-1 0 0 0,0 1 0 0 0,0 0-1 0 0,0-1 1 0 0,0 1 0 0 0,0 0 0 0 0,1 0 0 0 0,-1 1 0 0 0,0-1 0 0 0,0 0 0 0 0,4 0 0 0 0,-5 1-184 0 0,49-13 813 0 0,104-14 1 0 0,-95 19-668 0 0,-21 2-693 0 0,77-8-477 0 0,-76 14-3033 0 0,2 4-3813 0 0,-23-1 930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55 764 0 0,'-104'37'17203'0'0,"116"-36"-16872"0"0,0 0 0 0 0,-1 0 0 0 0,1-1-1 0 0,0-1 1 0 0,0 0 0 0 0,-1-1 0 0 0,21-5 0 0 0,2 0-89 0 0,150-26 348 0 0,-28 4-3900 0 0,-119 21 300 0 0,-13 1-2726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68 1428 0 0,'-9'-19'8230'0'0,"-18"-30"619"0"0,22 61-7529 0 0,-1 1 1 0 0,2 0-1 0 0,-4 14 1 0 0,-9 78 439 0 0,10-53-1159 0 0,-78 565 988 0 0,82-595-2650 0 0,-3 45-1518 0 0,6-46-1993 0 0,2 0-3797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4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167 104 2140 0 0,'-1'-16'4771'0'0,"-7"-15"1042"0"0,4 22-4217 0 0,1 0-462 0 0,2 9-1127 0 0,1 0 0 0 0,0 0 0 0 0,0 0 0 0 0,-1 0 0 0 0,1 0 1 0 0,0 0-1 0 0,0 0 0 0 0,-1 0 0 0 0,1 0 0 0 0,0 0 0 0 0,0 0 0 0 0,-1 0 1 0 0,1 0-1 0 0,0 0 0 0 0,0 0 0 0 0,-1 0 0 0 0,1 0 0 0 0,0 0 0 0 0,0 0 0 0 0,-1 0 1 0 0,1 0-1 0 0,0 0 0 0 0,0 0 0 0 0,-1 0 0 0 0,1 0 0 0 0,0 1 0 0 0,0-1 0 0 0,0 0 1 0 0,-1 0-1 0 0,1 0 0 0 0,0 0 0 0 0,0 1 0 0 0,0-1 0 0 0,0 0 0 0 0,-1 0 1 0 0,1 1-1 0 0,0-1 0 0 0,-7 9 308 0 0,0 1 0 0 0,1 0-1 0 0,0 0 1 0 0,1 0 0 0 0,-8 22 0 0 0,5-15-47 0 0,-15 38 508 0 0,-18 60 0 0 0,36-95-678 0 0,0 0 0 0 0,1 0 1 0 0,0 1-1 0 0,2-1 0 0 0,1 1 1 0 0,2 35-1 0 0,-1-50-75 0 0,1-1 1 0 0,0 0 0 0 0,0 0-1 0 0,0 0 1 0 0,1 0 0 0 0,-1 0-1 0 0,1 0 1 0 0,1 0 0 0 0,-1-1-1 0 0,1 1 1 0 0,-1-1-1 0 0,1 1 1 0 0,1-1 0 0 0,-1 0-1 0 0,0 0 1 0 0,1 0 0 0 0,0-1-1 0 0,0 1 1 0 0,8 4-1 0 0,-6-5-3 0 0,0 0 0 0 0,0 0 0 0 0,1-1 0 0 0,-1 0 0 0 0,1 0 0 0 0,0-1 0 0 0,-1 1 0 0 0,1-1 0 0 0,0-1 0 0 0,0 1 0 0 0,0-1 0 0 0,0-1-1 0 0,-1 1 1 0 0,12-3 0 0 0,4-2 55 0 0,-1-1 0 0 0,0-1 0 0 0,0 0 0 0 0,-1-2 0 0 0,27-15 0 0 0,-20 8 121 0 0,0-1 0 0 0,-1-2 0 0 0,26-24 0 0 0,-38 30-68 0 0,-1-1 1 0 0,0-1-1 0 0,-1 0 0 0 0,-1 0 1 0 0,0-2-1 0 0,-1 1 1 0 0,-1-1-1 0 0,-1 0 1 0 0,10-28-1 0 0,-15 36-84 0 0,0-1 0 0 0,0 1 0 0 0,-1-1 0 0 0,0 0 0 0 0,-1 0 1 0 0,0 0-1 0 0,-1 0 0 0 0,0 1 0 0 0,0-1 0 0 0,-1 0 0 0 0,0 0 0 0 0,-1 0 0 0 0,0 0 0 0 0,-1 1 0 0 0,0-1 0 0 0,0 1 1 0 0,-1 0-1 0 0,0 0 0 0 0,-1 0 0 0 0,-6-9 0 0 0,8 14-37 0 0,-1 0 0 0 0,1 0 0 0 0,-1 0 0 0 0,0 1 0 0 0,0-1 0 0 0,0 1 1 0 0,0 0-1 0 0,0 1 0 0 0,-1-1 0 0 0,1 1 0 0 0,-1-1 0 0 0,-9-2 0 0 0,5 3-20 0 0,1 0 0 0 0,-1 1-1 0 0,0 0 1 0 0,0 0 0 0 0,1 1 0 0 0,-19 1-1 0 0,3 3-369 0 0,0 0-1 0 0,0 2 0 0 0,1 1 0 0 0,-36 15 0 0 0,35-11-555 0 0,-1 1 1 0 0,1 1-1 0 0,1 2 0 0 0,-28 20 0 0 0,29-16-3071 0 0,-37 39 0 0 0,31-26-3289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61 384 120 0 0,'-41'-21'7547'0'0,"39"20"-6912"0"0,-14-4 2412 0 0,15 0-1608 0 0,12 0-1436 0 0,270-56 360 0 0,69-19-1535 0 0,-350 80 1168 0 0,12-4-226 0 0,0 1 1 0 0,-1-1 0 0 0,1-1-1 0 0,-1 0 1 0 0,11-8 0 0 0,-20 12 202 0 0,0 0 0 0 0,0-1-1 0 0,0 1 1 0 0,-1-1 0 0 0,1 1 0 0 0,0-1 0 0 0,-1 0 0 0 0,1 0-1 0 0,-1 0 1 0 0,1 0 0 0 0,-1 0 0 0 0,0 0 0 0 0,0 0 0 0 0,0 0-1 0 0,0 0 1 0 0,0 0 0 0 0,-1-1 0 0 0,1 1 0 0 0,-1 0 0 0 0,1-1-1 0 0,-1 1 1 0 0,0 0 0 0 0,0-1 0 0 0,0 1 0 0 0,0-1 0 0 0,0 1 0 0 0,-1 0-1 0 0,1-1 1 0 0,-1 1 0 0 0,1 0 0 0 0,-1 0 0 0 0,-2-5 0 0 0,-3-4 286 0 0,0 1 1 0 0,-1-1-1 0 0,0 1 1 0 0,-10-11-1 0 0,-10-14 1000 0 0,26 34-1030 0 0,13 15-230 0 0,0 0 1 0 0,0 2-1 0 0,-2-1 0 0 0,0 1 1 0 0,0 1-1 0 0,-2 0 0 0 0,0 0 1 0 0,-1 0-1 0 0,-1 1 0 0 0,0 0 1 0 0,-2 1-1 0 0,0-1 0 0 0,-1 1 1 0 0,0 0-1 0 0,-2 0 0 0 0,0 0 1 0 0,-2-1-1 0 0,0 1 0 0 0,0 0 1 0 0,-2 0-1 0 0,-5 19 0 0 0,-1-6-100 0 0,-1 1-1 0 0,-18 37 0 0 0,-1-16-5994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7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1 125 908 0 0,'2'-5'848'0'0,"6"-15"1823"0"0,0 2 0 0 0,15-27-1 0 0,-6 9 56 0 0,-16 35-2342 0 0,0 3-45 0 0,1 5-245 0 0,0 0 1 0 0,-1 1-1 0 0,0-1 0 0 0,0 0 1 0 0,-1 1-1 0 0,0-1 0 0 0,-1 0 0 0 0,1 0 1 0 0,-1 1-1 0 0,-3 10 0 0 0,-1 18 11 0 0,0 16-31 0 0,1-21-43 0 0,2-1-1 0 0,1 35 1 0 0,1-57-25 0 0,1 0 1 0 0,0 0-1 0 0,0 0 1 0 0,1 0-1 0 0,0-1 1 0 0,1 1-1 0 0,-1-1 1 0 0,1 1-1 0 0,1-1 1 0 0,-1 0-1 0 0,1 0 1 0 0,1 0-1 0 0,5 6 1 0 0,-7-9-3 0 0,1 0 0 0 0,-1-1 1 0 0,1 0-1 0 0,0 0 0 0 0,0 0 0 0 0,0 0 0 0 0,1-1 1 0 0,-1 0-1 0 0,1 0 0 0 0,-1 0 0 0 0,1 0 0 0 0,-1-1 1 0 0,9 2-1 0 0,-5-2 1 0 0,-1 0 1 0 0,1 0-1 0 0,0-1 1 0 0,0-1-1 0 0,0 1 1 0 0,0-1-1 0 0,15-4 1 0 0,-10 1-2 0 0,0 0 1 0 0,0-1 0 0 0,-1-1 0 0 0,1 0 0 0 0,-1-1-1 0 0,-1 0 1 0 0,1-1 0 0 0,-1 0 0 0 0,14-14 0 0 0,-10 6 13 0 0,-1-1 0 0 0,0 0 0 0 0,-2-1 1 0 0,0-1-1 0 0,-1 0 0 0 0,-1-1 0 0 0,12-32 1 0 0,7-28 547 0 0,-29 78-573 0 0,2 3-17 0 0,-2 0 20 0 0,1 1 0 0 0,0-1 0 0 0,0 1 0 0 0,0-1 0 0 0,-1 1-1 0 0,1 0 1 0 0,-1-1 0 0 0,1 1 0 0 0,-1-1 0 0 0,0 1 0 0 0,1 0 0 0 0,-1 0 0 0 0,0-1 0 0 0,0 3 0 0 0,-3 31-16 0 0,-2 95-34 0 0,5-108 52 0 0,1-1 0 0 0,1 1 1 0 0,10 39-1 0 0,-11-55 3 0 0,1 0-1 0 0,0 0 1 0 0,0-1 0 0 0,1 1-1 0 0,-1-1 1 0 0,1 1 0 0 0,0-1-1 0 0,5 6 1 0 0,-6-9-38 0 0,0 0 0 0 0,0-1 0 0 0,0 1 0 0 0,0 0 0 0 0,0-1 1 0 0,0 1-1 0 0,0-1 0 0 0,1 0 0 0 0,-1 0 0 0 0,0 0 0 0 0,1 0 0 0 0,-1 0 0 0 0,1 0 0 0 0,-1-1 1 0 0,1 1-1 0 0,-1-1 0 0 0,1 0 0 0 0,0 1 0 0 0,-1-1 0 0 0,6-1 0 0 0,-4 0-51 0 0,0 0 0 0 0,0 0 0 0 0,1 0 0 0 0,-1-1 0 0 0,0 1 0 0 0,0-1 0 0 0,-1 0 0 0 0,1 0 0 0 0,0-1 0 0 0,-1 1 0 0 0,1-1 0 0 0,-1 0 0 0 0,0 0 0 0 0,1 0 0 0 0,-2 0 0 0 0,1 0 0 0 0,0-1 0 0 0,-1 1 0 0 0,4-7-1 0 0,3-7-68 0 0,0-1 0 0 0,-1 1 0 0 0,5-21 0 0 0,-7 22 129 0 0,10-34 94 0 0,13-64-1 0 0,-26 105-48 0 0,1-1-11 0 0,-4 10-7 0 0,0 0-1 0 0,0 0 1 0 0,0 0-1 0 0,0 0 1 0 0,1 0-1 0 0,-1 0 1 0 0,0-1-1 0 0,0 1 1 0 0,0 0-1 0 0,0 0 1 0 0,1 0-1 0 0,-1 0 1 0 0,0 0-1 0 0,0 0 1 0 0,0 0-1 0 0,0 0 1 0 0,1 0-1 0 0,-1 0 1 0 0,0 0-1 0 0,0 0 1 0 0,0 0-1 0 0,1 0 0 0 0,-1 0 1 0 0,0 0-1 0 0,0 0 1 0 0,0 0-1 0 0,0 0 1 0 0,1 0-1 0 0,-1 0 1 0 0,0 0-1 0 0,0 0 1 0 0,0 0-1 0 0,1 0 1 0 0,-1 1-1 0 0,0-1 1 0 0,0 0-1 0 0,0 0 1 0 0,0 0-1 0 0,0 0 1 0 0,0 0-1 0 0,1 1 1 0 0,-1-1-1 0 0,0 0 1 0 0,0 0-1 0 0,0 0 0 0 0,0 0 1 0 0,0 0-1 0 0,0 1 1 0 0,0-1-1 0 0,0 0 1 0 0,0 0-1 0 0,0 0 1 0 0,0 1-1 0 0,0-1 1 0 0,0 0-1 0 0,0 0 1 0 0,0 1-1 0 0,7 12-15 0 0,-6-11 1 0 0,3 18 19 0 0,-1-1 0 0 0,-1 1 0 0 0,-1 0-1 0 0,-3 39 1 0 0,0-6 1003 0 0,2-53-989 0 0,0 0 0 0 0,0 0 0 0 0,0 0 0 0 0,0 0 0 0 0,0 0 0 0 0,0 0 0 0 0,0 0 0 0 0,1 0 0 0 0,-1 0 0 0 0,0 0 0 0 0,0 0 0 0 0,0-1 0 0 0,0 1 0 0 0,0 0 0 0 0,0 0 0 0 0,0 0 0 0 0,0 0 0 0 0,0 0 0 0 0,1 0 0 0 0,-1 0 0 0 0,0 0 0 0 0,0 0 0 0 0,0 0 0 0 0,0 0 0 0 0,0 0 0 0 0,0 0 0 0 0,0 0 0 0 0,0 0 0 0 0,0 0 0 0 0,1 0 0 0 0,-1 0 0 0 0,0 0 0 0 0,0 0 0 0 0,0 0 0 0 0,0 0 0 0 0,0 1 0 0 0,0-1 0 0 0,0 0 0 0 0,0 0 0 0 0,0 0 0 0 0,1 0 0 0 0,-1 0 0 0 0,0 0 0 0 0,0 0 0 0 0,0 0 0 0 0,0 0 0 0 0,0 0 0 0 0,0 0 0 0 0,0 0 0 0 0,0 1 0 0 0,0-1 0 0 0,0 0 0 0 0,0 0 0 0 0,0 0 0 0 0,0 0 0 0 0,0 0 0 0 0,10-15 284 0 0,8-21-185 0 0,-2 1-21 0 0,27-43 0 0 0,-35 65-71 0 0,1 0-1 0 0,1 1 0 0 0,0 0 0 0 0,1 1 1 0 0,0 0-1 0 0,14-11 0 0 0,-24 20-26 0 0,1 1-1 0 0,0 0 1 0 0,0-1 0 0 0,0 1 0 0 0,0 0-1 0 0,0 0 1 0 0,0 0 0 0 0,0 0 0 0 0,0 0-1 0 0,0 1 1 0 0,0-1 0 0 0,1 1-1 0 0,-1-1 1 0 0,0 1 0 0 0,0 0 0 0 0,1 0-1 0 0,-1 0 1 0 0,0 0 0 0 0,1 0-1 0 0,-1 0 1 0 0,0 1 0 0 0,0-1 0 0 0,0 1-1 0 0,1-1 1 0 0,-1 1 0 0 0,0 0-1 0 0,4 2 1 0 0,-3 0-3 0 0,1 0-1 0 0,-1 0 0 0 0,0 0 1 0 0,1 1-1 0 0,-1-1 0 0 0,-1 1 1 0 0,1 0-1 0 0,-1 0 1 0 0,1 0-1 0 0,-1 0 0 0 0,0 0 1 0 0,-1 0-1 0 0,2 5 0 0 0,1 7 9 0 0,0-1-1 0 0,-2 1 0 0 0,2 26 0 0 0,-4-29 2 0 0,1 0 0 0 0,1 0-1 0 0,0 0 1 0 0,1 0 0 0 0,0 0 0 0 0,6 15-1 0 0,-8-26-30 0 0,1 0 0 0 0,-1 1 0 0 0,0-1 0 0 0,1 0 0 0 0,0 0 0 0 0,-1 0 0 0 0,1 0 0 0 0,0 0 0 0 0,0 0 0 0 0,0-1 0 0 0,0 1 0 0 0,0 0 0 0 0,1-1 0 0 0,-1 0 0 0 0,0 0 0 0 0,1 1 0 0 0,-1-1 0 0 0,1-1 0 0 0,-1 1 0 0 0,1 0 0 0 0,-1-1 0 0 0,1 1 0 0 0,0-1 0 0 0,-1 0 0 0 0,1 1 0 0 0,0-1 0 0 0,-1-1 0 0 0,1 1-1 0 0,0 0 1 0 0,-1-1 0 0 0,1 1 0 0 0,-1-1 0 0 0,4-1 0 0 0,3-1-117 0 0,0 0 1 0 0,0-1-1 0 0,-1 0 0 0 0,1 0 0 0 0,-1-1 0 0 0,0 0 0 0 0,0-1 0 0 0,8-7 0 0 0,-2-1 77 0 0,-1 0 0 0 0,0-1 0 0 0,-1 0 0 0 0,15-25 0 0 0,31-70 3782 0 0,-49 92-2381 0 0,-9 18-1321 0 0,0 0 1 0 0,0-1-1 0 0,0 1 1 0 0,0 0-1 0 0,0 0 0 0 0,0 0 1 0 0,0 0-1 0 0,0 0 1 0 0,0-1-1 0 0,0 1 1 0 0,0 0-1 0 0,0 0 0 0 0,1 0 1 0 0,-1 0-1 0 0,0 0 1 0 0,0-1-1 0 0,0 1 0 0 0,0 0 1 0 0,0 0-1 0 0,0 0 1 0 0,0 0-1 0 0,0 0 1 0 0,0 0-1 0 0,1-1 0 0 0,-1 1 1 0 0,0 0-1 0 0,0 0 1 0 0,0 0-1 0 0,0 0 0 0 0,0 0 1 0 0,1 0-1 0 0,-1 0 1 0 0,0 0-1 0 0,0 0 1 0 0,0 0-1 0 0,0 0 0 0 0,0 0 1 0 0,1 0-1 0 0,-1 0 1 0 0,0 0-1 0 0,0 0 1 0 0,0 0-1 0 0,0 0 0 0 0,0 0 1 0 0,1 0-1 0 0,-1 0 1 0 0,0 0-1 0 0,0 0 0 0 0,2 10 198 0 0,-2 24-232 0 0,0-25 116 0 0,-1 21-1 0 0,1 1-1 0 0,4 46 1 0 0,-3-68-71 0 0,1 0-1 0 0,0-1 1 0 0,0 1-1 0 0,0-1 1 0 0,1 1 0 0 0,1-1-1 0 0,-1 0 1 0 0,1 0-1 0 0,1-1 1 0 0,5 9-1 0 0,-7-13-59 0 0,0 0 0 0 0,0 0-1 0 0,0 0 1 0 0,1 0-1 0 0,-1-1 1 0 0,1 1 0 0 0,0-1-1 0 0,0 0 1 0 0,0 0-1 0 0,0 0 1 0 0,0-1 0 0 0,0 1-1 0 0,0-1 1 0 0,0 0-1 0 0,1 0 1 0 0,-1-1 0 0 0,0 1-1 0 0,1-1 1 0 0,-1 0-1 0 0,0 0 1 0 0,9-1 0 0 0,-5 0-469 0 0,-1-1 1 0 0,0 0-1 0 0,0 0 1 0 0,0 0-1 0 0,9-5 1 0 0,-10 4-575 0 0,0 0 0 0 0,0 0 0 0 0,-1-1 1 0 0,1 0-1 0 0,8-8 0 0 0,3-8-4753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58 2688 0 0,'-4'-4'927'0'0,"-3"-3"274"0"0,1 0 0 0 0,-2 0 0 0 0,1 1 0 0 0,-1 0 0 0 0,0 1 0 0 0,-9-6 0 0 0,16 10-1182 0 0,0 1 1 0 0,0-1-1 0 0,0 1 1 0 0,0-1-1 0 0,-1 1 1 0 0,1 0-1 0 0,0-1 0 0 0,0 1 1 0 0,0 0-1 0 0,0 0 1 0 0,-1 0-1 0 0,1 0 1 0 0,0 0-1 0 0,0 0 1 0 0,0 0-1 0 0,0 0 1 0 0,-1 1-1 0 0,1-1 0 0 0,0 0 1 0 0,0 1-1 0 0,0-1 1 0 0,0 0-1 0 0,0 1 1 0 0,0 0-1 0 0,0-1 1 0 0,0 1-1 0 0,0 0 1 0 0,0-1-1 0 0,0 1 0 0 0,0 0 1 0 0,1 0-1 0 0,-1 0 1 0 0,0 0-1 0 0,0-1 1 0 0,1 1-1 0 0,-1 0 1 0 0,1 0-1 0 0,-2 3 1 0 0,1-2-290 0 0,0 1 0 0 0,0 0 0 0 0,0 0 0 0 0,1 0 0 0 0,-1 0 0 0 0,1 0 0 0 0,0 0 0 0 0,0 0 0 0 0,0 0 0 0 0,0 0 0 0 0,0 0 0 0 0,1 0 0 0 0,0 3 0 0 0,4 8-2579 0 0,3 1-899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309 112 68 0 0,'1'-2'616'0'0,"0"0"-1"0"0,1-1 1 0 0,-1 1 0 0 0,0-1 0 0 0,0 1-1 0 0,0-1 1 0 0,-1 0 0 0 0,1 1 0 0 0,-1-1-1 0 0,1 0 1 0 0,-1 0 0 0 0,0 1 0 0 0,0-1-1 0 0,0 0 1 0 0,0 0 0 0 0,-1 1-1 0 0,0-4 1 0 0,0 3-281 0 0,0 0-1 0 0,0 0 1 0 0,-1 0-1 0 0,1 0 1 0 0,-1 0 0 0 0,0 1-1 0 0,0-1 1 0 0,0 0-1 0 0,0 1 1 0 0,0 0-1 0 0,0-1 1 0 0,-6-3-1 0 0,4 3-236 0 0,0 1 0 0 0,0-1 0 0 0,0 1 0 0 0,-1 0-1 0 0,1 0 1 0 0,-1 0 0 0 0,0 0 0 0 0,1 1-1 0 0,-1 0 1 0 0,0 0 0 0 0,0 0 0 0 0,0 1 0 0 0,0-1-1 0 0,0 1 1 0 0,1 0 0 0 0,-1 1 0 0 0,0-1-1 0 0,-9 3 1 0 0,4 1-80 0 0,1 0 0 0 0,-1 1 0 0 0,1 0 0 0 0,0 1 0 0 0,1-1 0 0 0,0 2 0 0 0,0-1 0 0 0,0 1 0 0 0,0 1 0 0 0,1-1 0 0 0,-7 11-1 0 0,2-2 10 0 0,2-1 0 0 0,0 2 0 0 0,1-1-1 0 0,0 1 1 0 0,-7 23 0 0 0,12-28-23 0 0,0 0 0 0 0,1 1 1 0 0,1-1-1 0 0,0 1 1 0 0,0-1-1 0 0,2 1 1 0 0,-1 0-1 0 0,2 13 0 0 0,0-22-2 0 0,0 0 0 0 0,-1 0 0 0 0,1 0 0 0 0,1 0 0 0 0,-1 0 0 0 0,0 0 0 0 0,1 0 0 0 0,0 0 0 0 0,0 0 0 0 0,0-1 0 0 0,1 1 0 0 0,2 2 0 0 0,-3-3-2 0 0,1-1 1 0 0,-1 0-1 0 0,1 0 1 0 0,0 0-1 0 0,0 0 0 0 0,0-1 1 0 0,-1 1-1 0 0,2-1 1 0 0,-1 0-1 0 0,0 0 0 0 0,0 0 1 0 0,0 0-1 0 0,0 0 1 0 0,1-1-1 0 0,-1 0 0 0 0,0 1 1 0 0,5-1-1 0 0,0-1-5 0 0,0 0 0 0 0,0 0-1 0 0,0-1 1 0 0,0 0 0 0 0,0-1 0 0 0,0 1-1 0 0,-1-1 1 0 0,1-1 0 0 0,-1 1 0 0 0,0-1-1 0 0,0-1 1 0 0,0 1 0 0 0,-1-1 0 0 0,1-1-1 0 0,-1 1 1 0 0,-1-1 0 0 0,1 0-1 0 0,6-8 1 0 0,3-7 201 0 0,0 0-1 0 0,-2 0 1 0 0,0-1 0 0 0,15-37-1 0 0,-26 55-56 0 0,4-11 472 0 0,15-26 1 0 0,-20 39-569 0 0,1 4-39 0 0,-1 1 0 0 0,0-1-1 0 0,1 1 1 0 0,-1 0 0 0 0,-1-1-1 0 0,1 1 1 0 0,0 0 0 0 0,0 4-1 0 0,-1-6 3 0 0,1 33 175 0 0,-1 1 0 0 0,-2-1 0 0 0,-2 0 1 0 0,-9 42-1 0 0,9-52-137 0 0,-26 118 321 0 0,-9 55-2670 0 0,39-193 1914 0 0,-2 25-2712 0 0,5-12-3051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3212 0 0,'31'-67'11851'0'0,"-32"84"-11232"0"0,-1 1-1 0 0,-5 21 1 0 0,-2 15-32 0 0,7-34-428 0 0,0 1 0 0 0,2-1 0 0 0,3 36 0 0 0,-2-52-118 0 0,-1-1 0 0 0,1 0-1 0 0,0 1 1 0 0,0-1 0 0 0,0 0 0 0 0,0 0 0 0 0,3 4 0 0 0,-3-6-31 0 0,0 0 0 0 0,-1 0 0 0 0,1 0 0 0 0,0 0 0 0 0,0 0-1 0 0,0-1 1 0 0,-1 1 0 0 0,1 0 0 0 0,0-1 0 0 0,0 1 0 0 0,0 0 0 0 0,0-1 0 0 0,0 1 0 0 0,1-1 0 0 0,-1 1-1 0 0,0-1 1 0 0,0 0 0 0 0,0 0 0 0 0,0 1 0 0 0,0-1 0 0 0,1 0 0 0 0,-1 0 0 0 0,0 0 0 0 0,0 0 0 0 0,0 0-1 0 0,2-1 1 0 0,4 0 2 0 0,0-2 1 0 0,0 1-1 0 0,0-1 0 0 0,0 0 0 0 0,0 0 0 0 0,0 0 0 0 0,-1-1 0 0 0,1 0 0 0 0,-1-1 0 0 0,0 1 0 0 0,-1-1 0 0 0,1-1 1 0 0,4-5-1 0 0,12-15 20 0 0,32-48 1 0 0,-24 30-13 0 0,35-49-56 0 0,-63 90-11 0 0,-2 3 44 0 0,0 0 0 0 0,0-1 1 0 0,0 1-1 0 0,1 0 0 0 0,-1 0 0 0 0,0-1 0 0 0,0 1 0 0 0,0 0 0 0 0,1-1 0 0 0,-1 1 0 0 0,0 0 0 0 0,0 0 0 0 0,1 0 1 0 0,-1-1-1 0 0,0 1 0 0 0,0 0 0 0 0,1 0 0 0 0,-1 0 0 0 0,0 0 0 0 0,1 0 0 0 0,-1-1 0 0 0,0 1 0 0 0,1 0 1 0 0,-1 0-1 0 0,0 0 0 0 0,1 0 0 0 0,-1 0 0 0 0,0 0 0 0 0,1 0 0 0 0,0 1 4 0 0,1 0-1 0 0,-1-1 1 0 0,1 1-1 0 0,-1 0 1 0 0,0 0-1 0 0,0 0 1 0 0,0 0-1 0 0,1 0 1 0 0,-1 0-1 0 0,0 0 1 0 0,0 0-1 0 0,0 1 1 0 0,-1-1-1 0 0,1 0 1 0 0,0 1-1 0 0,0-1 1 0 0,-1 0-1 0 0,1 1 1 0 0,-1-1-1 0 0,1 1 1 0 0,-1-1-1 0 0,1 1 1 0 0,-1-1-1 0 0,0 1 1 0 0,0 1-1 0 0,1 3 40 0 0,5 20 486 0 0,3 43 1 0 0,-8-49-389 0 0,2 0-1 0 0,0 0 1 0 0,1 0-1 0 0,10 26 1 0 0,-13-43-120 0 0,0 0 1 0 0,1 0 0 0 0,-1 0 0 0 0,1 0 0 0 0,0 0 0 0 0,0-1 0 0 0,0 1 0 0 0,0-1 0 0 0,0 1-1 0 0,1-1 1 0 0,-1 0 0 0 0,1 0 0 0 0,0 0 0 0 0,-1 0 0 0 0,1-1 0 0 0,5 3 0 0 0,-2-2-5 0 0,0 0-1 0 0,0 0 1 0 0,0-1 0 0 0,0 0 0 0 0,0 0 0 0 0,0-1-1 0 0,0 0 1 0 0,10 0 0 0 0,1-2-23 0 0,1-1 0 0 0,0-1 1 0 0,-1 0-1 0 0,0-1 0 0 0,21-10 0 0 0,-12 3-31 0 0,0 0-1 0 0,0-2 0 0 0,-1-2 0 0 0,-1 0 1 0 0,0-1-1 0 0,-2-1 0 0 0,0-1 0 0 0,-1-1 1 0 0,-1-1-1 0 0,22-29 0 0 0,-36 40 45 0 0,1 0 1 0 0,-2 0-1 0 0,1-1 0 0 0,-2 0 0 0 0,1 0 1 0 0,-2 0-1 0 0,1 0 0 0 0,-1 0 0 0 0,-1-1 0 0 0,0 1 1 0 0,0-17-1 0 0,-2 28-4 0 0,1-1 0 0 0,-1 0 0 0 0,0 1 0 0 0,0-1 0 0 0,0 0 0 0 0,0 1 0 0 0,0-1 0 0 0,0 0 0 0 0,0 1 1 0 0,0-1-1 0 0,-1 0 0 0 0,1 1 0 0 0,0-1 0 0 0,0 0 0 0 0,-1 1 0 0 0,1-1 0 0 0,0 1 0 0 0,0-1 0 0 0,-1 0 0 0 0,1 1 0 0 0,-1-1 0 0 0,1 1 0 0 0,-1-1 0 0 0,1 1 1 0 0,-1-1-1 0 0,1 1 0 0 0,-1 0 0 0 0,1-1 0 0 0,-1 1 0 0 0,1 0 0 0 0,-1-1 0 0 0,0 1 0 0 0,1 0 0 0 0,-1-1 0 0 0,1 1 0 0 0,-1 0 0 0 0,0 0 0 0 0,1 0 0 0 0,-1 0 1 0 0,0 0-1 0 0,1 0 0 0 0,-1 0 0 0 0,0 0 0 0 0,1 0 0 0 0,-1 0 0 0 0,0 0 0 0 0,1 0 0 0 0,-1 0 0 0 0,0 1 0 0 0,1-1 0 0 0,-1 0 0 0 0,0 0 0 0 0,1 1 0 0 0,-1-1 1 0 0,1 0-1 0 0,-2 1 0 0 0,-2 1 0 0 0,0 1 0 0 0,0-1-1 0 0,0 1 1 0 0,0 0 0 0 0,-7 6 0 0 0,0 4 19 0 0,0 0 0 0 0,1 1-1 0 0,1 0 1 0 0,0 0 0 0 0,1 1 0 0 0,1 1-1 0 0,-10 26 1 0 0,13-30 13 0 0,0 1 0 0 0,1 0 0 0 0,1 0 0 0 0,0 0 0 0 0,1 0 1 0 0,0 0-1 0 0,1 0 0 0 0,0 0 0 0 0,1 0 0 0 0,4 19 0 0 0,-4-28-56 0 0,0 1 1 0 0,1-1-1 0 0,0 0 1 0 0,-1 0-1 0 0,1 0 0 0 0,1 0 1 0 0,-1 0-1 0 0,0-1 1 0 0,1 1-1 0 0,0-1 0 0 0,0 1 1 0 0,0-1-1 0 0,0 0 0 0 0,1 0 1 0 0,-1 0-1 0 0,1-1 1 0 0,0 1-1 0 0,-1-1 0 0 0,1 0 1 0 0,0 0-1 0 0,0 0 1 0 0,9 2-1 0 0,-5-2-606 0 0,2 1 0 0 0,-1-2 0 0 0,0 1 0 0 0,10-1 0 0 0,38-3-6954 0 0,-28-1 149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2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33 1444 0 0,'10'-22'5668'0'0,"-10"21"-5571"0"0,0 1-1 0 0,0 0 1 0 0,0-1 0 0 0,0 1-1 0 0,0-1 1 0 0,0 1 0 0 0,0-1-1 0 0,0 1 1 0 0,0 0 0 0 0,0-1-1 0 0,0 1 1 0 0,0-1 0 0 0,0 1-1 0 0,-1-1 1 0 0,1 1 0 0 0,0 0-1 0 0,0-1 1 0 0,-1 1 0 0 0,1 0 0 0 0,0-1-1 0 0,0 1 1 0 0,-1 0 0 0 0,1-1-1 0 0,0 1 1 0 0,-1-1 0 0 0,-4 2 12 0 0,1-1 0 0 0,-1 0 1 0 0,1 1-1 0 0,-1 0 1 0 0,1 0-1 0 0,0 0 1 0 0,-1 1-1 0 0,1-1 1 0 0,0 1-1 0 0,0 0 0 0 0,0 0 1 0 0,-6 5-1 0 0,-51 39 411 0 0,42-31-356 0 0,9-6-111 0 0,0 0-1 0 0,0 0 1 0 0,-8 11 0 0 0,14-15-42 0 0,1-1 1 0 0,-1 1 0 0 0,1 0-1 0 0,0 0 1 0 0,1 0-1 0 0,-1 0 1 0 0,1 0 0 0 0,0 1-1 0 0,-1 7 1 0 0,2-11-8 0 0,1 1-1 0 0,0-1 1 0 0,0 0-1 0 0,0 1 1 0 0,1-1 0 0 0,-1 0-1 0 0,0 1 1 0 0,1-1-1 0 0,0 0 1 0 0,-1 0 0 0 0,1 0-1 0 0,0 1 1 0 0,0-1-1 0 0,0 0 1 0 0,0 0-1 0 0,1 0 1 0 0,-1-1 0 0 0,0 1-1 0 0,1 0 1 0 0,3 3-1 0 0,3 1 15 0 0,0 1-1 0 0,0-1 1 0 0,14 7-1 0 0,1 2-16 0 0,-5-2 17 0 0,20 16-45 0 0,-36-27 44 0 0,1 0 1 0 0,-1 0-1 0 0,0 1 0 0 0,-1-1 1 0 0,1 1-1 0 0,0-1 1 0 0,-1 1-1 0 0,1 0 1 0 0,-1-1-1 0 0,0 1 1 0 0,0 0-1 0 0,1 5 0 0 0,-2-5 50 0 0,1 0-1 0 0,-2 0 0 0 0,1 0 0 0 0,0 0 0 0 0,0 0 1 0 0,-1 0-1 0 0,0 0 0 0 0,1 0 0 0 0,-1 0 0 0 0,-1 0 1 0 0,1 0-1 0 0,0 0 0 0 0,-1-1 0 0 0,1 1 0 0 0,-1 0 1 0 0,0-1-1 0 0,1 1 0 0 0,-1-1 0 0 0,-1 0 0 0 0,1 0 1 0 0,-3 3-1 0 0,-4 2 55 0 0,0 0 0 0 0,0 0 1 0 0,-1-1-1 0 0,-11 6 0 0 0,8-6-94 0 0,-1-1 1 0 0,0 0-1 0 0,0 0 0 0 0,0-2 0 0 0,-1 0 0 0 0,1 0 0 0 0,-1-1 0 0 0,-21-1 0 0 0,34 0-158 0 0,0-1-1 0 0,0 0 1 0 0,0-1-1 0 0,1 1 1 0 0,-1 0-1 0 0,0 0 1 0 0,0-1-1 0 0,1 1 1 0 0,-1-1-1 0 0,0 0 1 0 0,1 1-1 0 0,-1-1 1 0 0,1 0-1 0 0,-1 0 0 0 0,1 0 1 0 0,-1 0-1 0 0,-1-1 1 0 0,3 1-106 0 0,-1 0 1 0 0,0 0-1 0 0,1 0 0 0 0,-1 0 1 0 0,1 0-1 0 0,0 0 1 0 0,-1 0-1 0 0,1 0 0 0 0,0 0 1 0 0,-1 0-1 0 0,1 0 1 0 0,0 0-1 0 0,0 0 0 0 0,0-1 1 0 0,0 1-1 0 0,0 0 0 0 0,0 0 1 0 0,0 0-1 0 0,0 0 1 0 0,1 0-1 0 0,-1 0 0 0 0,0 0 1 0 0,1 0-1 0 0,-1 0 1 0 0,2-2-1 0 0,3-8-3569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123 322 828 0 0,'53'-49'13815'0'0,"-55"50"-13377"0"0,-4 3-293 0 0,0-1 0 0 0,0 1 0 0 0,0 1 0 0 0,1-1-1 0 0,-1 1 1 0 0,1 0 0 0 0,0 0 0 0 0,-7 10 0 0 0,-33 52 178 0 0,32-44-242 0 0,0 0-1 0 0,-17 47 0 0 0,26-61-66 0 0,1 1-1 0 0,1-1 0 0 0,0 1 1 0 0,0-1-1 0 0,1 1 1 0 0,0-1-1 0 0,0 1 1 0 0,1 0-1 0 0,1 0 0 0 0,0-1 1 0 0,2 13-1 0 0,-2-20-4 0 0,-1 1 0 0 0,1-1-1 0 0,0 1 1 0 0,0 0 0 0 0,0-1-1 0 0,1 0 1 0 0,-1 1-1 0 0,0-1 1 0 0,1 0 0 0 0,0 0-1 0 0,0 1 1 0 0,-1-1 0 0 0,1-1-1 0 0,0 1 1 0 0,0 0 0 0 0,1 0-1 0 0,-1-1 1 0 0,0 1 0 0 0,3 0-1 0 0,-1 0 4 0 0,0-1-1 0 0,0 0 1 0 0,0 0-1 0 0,1 0 1 0 0,-1 0 0 0 0,0-1-1 0 0,0 0 1 0 0,1 0-1 0 0,-1 0 1 0 0,0 0-1 0 0,5-1 1 0 0,1-1 8 0 0,0-1 0 0 0,0 1 0 0 0,-1-1 0 0 0,0-1 0 0 0,1 0 0 0 0,-1 0 1 0 0,-1-1-1 0 0,1 0 0 0 0,12-10 0 0 0,-13 7-12 0 0,0-1 0 0 0,0 1 0 0 0,-1-1 0 0 0,0-1 0 0 0,-1 1 0 0 0,0-1 1 0 0,-1 0-1 0 0,0 0 0 0 0,0-1 0 0 0,-1 1 0 0 0,-1-1 0 0 0,0 0 0 0 0,0 0 0 0 0,2-19 0 0 0,-4 18-13 0 0,0 0 0 0 0,-1 0 0 0 0,0 0 0 0 0,-1-1 0 0 0,0 1 0 0 0,-1 0 0 0 0,0 0 0 0 0,-1 1 0 0 0,0-1 0 0 0,-1 0 0 0 0,0 1 0 0 0,-1 0 0 0 0,-11-18 0 0 0,14 25-3 0 0,-1 0 1 0 0,0 1-1 0 0,0-1 1 0 0,0 1-1 0 0,-1 0 1 0 0,1-1 0 0 0,-1 2-1 0 0,0-1 1 0 0,1 0-1 0 0,-1 1 1 0 0,0 0-1 0 0,-1 0 1 0 0,1 0 0 0 0,0 0-1 0 0,-1 1 1 0 0,1-1-1 0 0,-1 1 1 0 0,1 0-1 0 0,-1 1 1 0 0,1-1 0 0 0,-1 1-1 0 0,0 0 1 0 0,1 0-1 0 0,-1 0 1 0 0,0 1-1 0 0,1 0 1 0 0,-1 0-1 0 0,1 0 1 0 0,-1 0 0 0 0,1 1-1 0 0,-1-1 1 0 0,1 1-1 0 0,0 0 1 0 0,0 0-1 0 0,0 1 1 0 0,0-1 0 0 0,0 1-1 0 0,1 0 1 0 0,-6 5-1 0 0,6-4 3 0 0,-1-1-1 0 0,1 1 1 0 0,0 0-1 0 0,0 0 1 0 0,0 0-1 0 0,0 0 1 0 0,1 0-1 0 0,0 0 1 0 0,0 1-1 0 0,0-1 1 0 0,0 1-1 0 0,1 0 1 0 0,-1-1-1 0 0,1 1 1 0 0,0 7-1 0 0,1-9 1 0 0,0 0 0 0 0,0 0 0 0 0,0 0 0 0 0,1 0 0 0 0,-1 0 0 0 0,1 0 0 0 0,0 0 0 0 0,0 0-1 0 0,0 0 1 0 0,0 0 0 0 0,1-1 0 0 0,-1 1 0 0 0,1 0 0 0 0,-1-1 0 0 0,1 0 0 0 0,0 1 0 0 0,0-1-1 0 0,0 0 1 0 0,0 0 0 0 0,1 0 0 0 0,-1 0 0 0 0,0 0 0 0 0,1 0 0 0 0,-1-1 0 0 0,6 3 0 0 0,3 1-31 0 0,1-1 1 0 0,-1 0 0 0 0,1-1 0 0 0,0 0 0 0 0,0-1 0 0 0,1 0 0 0 0,-1-1 0 0 0,0 0 0 0 0,24-3-1 0 0,-7 0-46 0 0,0-3 0 0 0,56-14 0 0 0,-64 12 60 0 0,-1 0 0 0 0,1-2 0 0 0,-2 0 0 0 0,1-1 0 0 0,-1-1 1 0 0,-1-1-1 0 0,0 0 0 0 0,31-29 0 0 0,-30 22 16 0 0,-1 0-1 0 0,-1-2 1 0 0,-1 0 0 0 0,0-1 0 0 0,-2 0 0 0 0,22-47 0 0 0,11-27-25 0 0,-46 94 16 0 0,-4 5 11 0 0,1-1 0 0 0,0 0 0 0 0,0 1-1 0 0,0-1 1 0 0,1 1 0 0 0,-1 0 0 0 0,1 0 0 0 0,-1 0 0 0 0,0 4-1 0 0,0-4 3 0 0,-32 70 16 0 0,-25 83 0 0 0,49-122-7 0 0,1 0-1 0 0,1 1 0 0 0,2 0 0 0 0,-3 70 0 0 0,9-94 13 0 0,0 1-1 0 0,1 0 1 0 0,0-1 0 0 0,1 1 0 0 0,1-1 0 0 0,0 1 0 0 0,0-1-1 0 0,1 0 1 0 0,8 16 0 0 0,-10-23-12 0 0,1 0 0 0 0,-1-1 0 0 0,1 1 0 0 0,0-1 0 0 0,0 1 0 0 0,0-1 0 0 0,0 0 0 0 0,0 0 0 0 0,1 0 0 0 0,-1-1 0 0 0,1 1 0 0 0,0-1 0 0 0,0 0 0 0 0,0 0 0 0 0,0 0 0 0 0,0 0 0 0 0,0-1 0 0 0,0 0 0 0 0,1 0 0 0 0,-1 0 0 0 0,1 0 0 0 0,-1-1 0 0 0,0 1 0 0 0,1-1 0 0 0,-1 0 0 0 0,1-1 0 0 0,-1 1 0 0 0,6-2 0 0 0,0 0 4 0 0,1-1 0 0 0,0 0 0 0 0,-1-1-1 0 0,1 0 1 0 0,-1 0 0 0 0,0-1 0 0 0,-1-1-1 0 0,1 1 1 0 0,-1-2 0 0 0,0 1 0 0 0,-1-1 0 0 0,0 0-1 0 0,13-15 1 0 0,4-9 15 0 0,-1 0 1 0 0,30-56-1 0 0,-18 28 52 0 0,-67 192-49 0 0,28-116 5 0 0,0 1 0 0 0,0 33 0 0 0,2-46-25 0 0,1 1 0 0 0,1 0 1 0 0,-1-1-1 0 0,1 1 0 0 0,0-1 1 0 0,0 1-1 0 0,1-1 1 0 0,-1 0-1 0 0,1 1 0 0 0,1-1 1 0 0,-1 0-1 0 0,1 0 0 0 0,4 6 1 0 0,-4-8 0 0 0,0 0 0 0 0,0 0 0 0 0,1-1 0 0 0,-1 1 1 0 0,1-1-1 0 0,-1 0 0 0 0,1 0 0 0 0,0-1 0 0 0,0 1 0 0 0,0-1 1 0 0,0 1-1 0 0,0-1 0 0 0,0 0 0 0 0,0-1 0 0 0,0 1 1 0 0,1-1-1 0 0,-1 0 0 0 0,0 0 0 0 0,0 0 0 0 0,1 0 0 0 0,-1-1 1 0 0,6-1-1 0 0,1-1 11 0 0,0 0 0 0 0,0 0 0 0 0,-1-1 1 0 0,0 0-1 0 0,0-1 0 0 0,0 0 0 0 0,13-9 1 0 0,-12 5-15 0 0,0 0-1 0 0,0 0 1 0 0,-1-1 0 0 0,-1 0 0 0 0,0-1 0 0 0,0 0 0 0 0,-1-1 0 0 0,8-14 0 0 0,-2-2 599 0 0,0-1 1 0 0,13-43-1 0 0,-26 66-437 0 0,-3 5-58 0 0,-6 11-16 0 0,-10 17-41 0 0,11-14-33 0 0,1 1 1 0 0,0 0-1 0 0,1 0 1 0 0,-4 20-1 0 0,8-26-49 0 0,-1 0 0 0 0,1 0 0 0 0,0 0 1 0 0,1 0-1 0 0,0 0 0 0 0,0 1 0 0 0,1-1 0 0 0,0 0 0 0 0,4 14 0 0 0,-4-19-91 0 0,0 1 1 0 0,1-1-1 0 0,0 0 1 0 0,-1 1 0 0 0,1-1-1 0 0,1 0 1 0 0,-1 0-1 0 0,0 0 1 0 0,1 0-1 0 0,-1-1 1 0 0,1 1 0 0 0,0-1-1 0 0,0 0 1 0 0,4 4-1 0 0,-1-3-203 0 0,0 0 0 0 0,0-1 0 0 0,1 1 0 0 0,-1-1 0 0 0,0 0 0 0 0,1-1 0 0 0,10 2 0 0 0,-3-2-798 0 0,0 0 0 0 0,0-1 0 0 0,0-1 0 0 0,0 0 0 0 0,0-1 1 0 0,0-1-1 0 0,16-4 0 0 0,8-6-2954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268 148 1100 0 0,'7'-26'4767'0'0,"4"-39"0"0"0,-2 16-568 0 0,-9 49-4167 0 0,0 0 0 0 0,0 0-1 0 0,0 0 1 0 0,0-1-1 0 0,0 1 1 0 0,0 0 0 0 0,0 0-1 0 0,0-1 1 0 0,0 1-1 0 0,0 0 1 0 0,1 0 0 0 0,-1-1-1 0 0,0 1 1 0 0,0 0-1 0 0,0 0 1 0 0,-1-1 0 0 0,1 1-1 0 0,0 0 1 0 0,0 0-1 0 0,0 0 1 0 0,0-1 0 0 0,0 1-1 0 0,0 0 1 0 0,0 0-1 0 0,0-1 1 0 0,0 1 0 0 0,0 0-1 0 0,-1 0 1 0 0,1 0-1 0 0,0-1 1 0 0,0 1 0 0 0,0 0-1 0 0,0 0 1 0 0,-1 0 0 0 0,-7 4 560 0 0,-6 11-239 0 0,-20 46 336 0 0,2 2 0 0 0,-37 109 0 0 0,-23 143 255 0 0,86-290-1005 0 0,-4 12-167 0 0,1 0 0 0 0,2 0 0 0 0,2 0 0 0 0,-2 57-1 0 0,7-90-48 0 0,1 0 0 0 0,-1 0 0 0 0,1 0 0 0 0,-1 0 0 0 0,1 0 0 0 0,1-1 0 0 0,-1 1 0 0 0,0 0 0 0 0,1-1 0 0 0,0 1-1 0 0,0-1 1 0 0,3 5 0 0 0,-3-6-131 0 0,0 0-1 0 0,0 0 1 0 0,0 0-1 0 0,0 0 1 0 0,0-1-1 0 0,0 1 1 0 0,0-1-1 0 0,1 1 1 0 0,-1-1-1 0 0,1 0 1 0 0,-1 0-1 0 0,1 0 1 0 0,-1 0-1 0 0,1-1 1 0 0,0 1-1 0 0,-1-1 1 0 0,1 1-1 0 0,0-1 0 0 0,3 0 1 0 0,16-2-4110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24 200 1808 0 0,'54'-107'14371'0'0,"-49"98"-13078"0"0,2-4 398 0 0,-6 13-1176 0 0,-2 7-385 0 0,-35 101 492 0 0,23-77-556 0 0,2 1-1 0 0,2 0 1 0 0,-11 65 0 0 0,20-92-139 0 0,-1 0 0 0 0,1 0 1 0 0,0 0-1 0 0,0 0 0 0 0,1 0 1 0 0,-1 0-1 0 0,1 0 0 0 0,0 0 1 0 0,1-1-1 0 0,-1 1 0 0 0,1 0 1 0 0,0-1-1 0 0,4 7 0 0 0,-4-8-80 0 0,0 0 0 0 0,0-1 0 0 0,0 0 0 0 0,1 0 0 0 0,-1 1-1 0 0,1-1 1 0 0,0 0 0 0 0,-1-1 0 0 0,1 1 0 0 0,0-1-1 0 0,0 1 1 0 0,0-1 0 0 0,0 0 0 0 0,0 0 0 0 0,1 0 0 0 0,-1 0-1 0 0,0-1 1 0 0,0 1 0 0 0,1-1 0 0 0,-1 0 0 0 0,5 0-1 0 0,1-1-139 0 0,0 0 0 0 0,1-1-1 0 0,-1 0 1 0 0,0 0-1 0 0,0-1 1 0 0,-1-1 0 0 0,1 1-1 0 0,0-1 1 0 0,-1-1-1 0 0,0 1 1 0 0,0-1 0 0 0,-1-1-1 0 0,9-7 1 0 0,8-8 198 0 0,-1-1 0 0 0,31-37 0 0 0,62-95 8197 0 0,-114 152-7617 0 0,1 25-147 0 0,-9 6-213 0 0,0 1 16 0 0,-3 53 1 0 0,9-74-114 0 0,0 0 1 0 0,1 1 0 0 0,0-1 0 0 0,0 0 0 0 0,1 0 0 0 0,0 0-1 0 0,0 0 1 0 0,1 0 0 0 0,8 17 0 0 0,-9-24-22 0 0,-1 1-1 0 0,1-1 1 0 0,0 1 0 0 0,0-1 0 0 0,0 0-1 0 0,0 0 1 0 0,0 0 0 0 0,0 0 0 0 0,1 0-1 0 0,-1 0 1 0 0,0 0 0 0 0,1-1 0 0 0,0 1-1 0 0,-1-1 1 0 0,5 1 0 0 0,-2 0-2 0 0,0-1-1 0 0,1 1 1 0 0,0-1 0 0 0,-1-1 0 0 0,1 1 0 0 0,-1-1 0 0 0,10-1-1 0 0,-1 0-3 0 0,-1-2 0 0 0,1 1 0 0 0,-1-2 0 0 0,0 0 0 0 0,25-11-1 0 0,-30 11 1 0 0,0-1-1 0 0,0 0 1 0 0,0 0-1 0 0,0-1 0 0 0,-1 0 1 0 0,0 0-1 0 0,0-1 0 0 0,0 0 1 0 0,-1 0-1 0 0,0 0 1 0 0,-1-1-1 0 0,1 0 0 0 0,-2 0 1 0 0,1 0-1 0 0,-1-1 1 0 0,0 0-1 0 0,4-14 0 0 0,-6 15 1 0 0,-1 0 0 0 0,1 0-1 0 0,-1 0 1 0 0,-1 0-1 0 0,1 0 1 0 0,-1 0-1 0 0,-1 0 1 0 0,0 0-1 0 0,0 0 1 0 0,0 0-1 0 0,-1 0 1 0 0,0 1 0 0 0,-1-1-1 0 0,0 0 1 0 0,0 1-1 0 0,0 0 1 0 0,-1 0-1 0 0,0 0 1 0 0,-1 0-1 0 0,-9-12 1 0 0,3 8-4 0 0,-1 0 1 0 0,0 1-1 0 0,-23-14 1 0 0,-2-3-255 0 0,35 25 189 0 0,2 2 64 0 0,0 0 1 0 0,-1 0 0 0 0,1 0 0 0 0,0-1 0 0 0,0 1 0 0 0,0 0 0 0 0,0 0-1 0 0,-1-1 1 0 0,1 1 0 0 0,0 0 0 0 0,0-1 0 0 0,0 1 0 0 0,0 0-1 0 0,0 0 1 0 0,0-1 0 0 0,0 1 0 0 0,0 0 0 0 0,0-1 0 0 0,0 1-1 0 0,0 0 1 0 0,0-1 0 0 0,0 1 0 0 0,0 0 0 0 0,0-1 0 0 0,0 1 0 0 0,0 0-1 0 0,0 0 1 0 0,0-1 0 0 0,0 1 0 0 0,0 0 0 0 0,1-1 0 0 0,-1 1-1 0 0,0 0 1 0 0,15-7-40 0 0,-1 0-1 0 0,1 2 1 0 0,0 0-1 0 0,1 0 1 0 0,22-3-1 0 0,-6 4-23 0 0,58-2 1 0 0,-79 6 53 0 0,0 1 0 0 0,-1 0 0 0 0,1 0 0 0 0,0 1 0 0 0,0 1 0 0 0,0 0 0 0 0,-1 0 0 0 0,0 1 0 0 0,1 0 0 0 0,-1 1 0 0 0,13 8 0 0 0,-18-10 12 0 0,0 1 0 0 0,0 0 0 0 0,0 0-1 0 0,-1 1 1 0 0,0-1 0 0 0,1 1 0 0 0,-2 0 0 0 0,1 0 0 0 0,-1 0 0 0 0,1 1 0 0 0,-1-1 0 0 0,-1 1 0 0 0,1 0-1 0 0,-1-1 1 0 0,0 1 0 0 0,0 0 0 0 0,-1 0 0 0 0,0 1 0 0 0,0-1 0 0 0,0 0 0 0 0,-1 8 0 0 0,-1 1 15 0 0,0 0 0 0 0,-1 0 0 0 0,-7 22 0 0 0,-1 11 162 0 0,9-46-74 0 0,11-6-80 0 0,-3-2-13 0 0,0 0 0 0 0,0 0 0 0 0,7-11 0 0 0,8-7-12 0 0,15-10 7 0 0,2 1 0 0 0,0 2 0 0 0,65-39 0 0 0,-101 68-5 0 0,0 1 0 0 0,0-1 0 0 0,0 1 0 0 0,0 0 0 0 0,0 0 0 0 0,0 0 0 0 0,0 0 0 0 0,0 0 0 0 0,0 1 0 0 0,0-1 0 0 0,0 1 0 0 0,0 0 0 0 0,1 0 0 0 0,-1 0 0 0 0,0 1 0 0 0,0-1 0 0 0,6 2 0 0 0,-7-1 18 0 0,0 0 1 0 0,0 0-1 0 0,0 1 0 0 0,0-1 1 0 0,0 1-1 0 0,0-1 1 0 0,0 1-1 0 0,0-1 0 0 0,-1 1 1 0 0,1 0-1 0 0,-1 0 1 0 0,1 0-1 0 0,-1 0 0 0 0,0 0 1 0 0,0 0-1 0 0,0 0 1 0 0,0 0-1 0 0,0 1 0 0 0,0-1 1 0 0,-1 0-1 0 0,1 1 0 0 0,-1-1 1 0 0,0 0-1 0 0,1 3 1 0 0,0 21 223 0 0,-1-1 1 0 0,0 1-1 0 0,-6 28 1 0 0,-1 36 43 0 0,7-80-240 0 0,3 68 172 0 0,-2-70-198 0 0,0 1-1 0 0,1-1 1 0 0,0 1-1 0 0,0-1 1 0 0,1 0-1 0 0,7 14 0 0 0,-10-21-54 0 0,1 1 0 0 0,-1-1-1 0 0,1 1 1 0 0,0-1 0 0 0,0 0 0 0 0,0 1-1 0 0,0-1 1 0 0,0 0 0 0 0,0 0-1 0 0,0 0 1 0 0,0 0 0 0 0,0 0-1 0 0,0 0 1 0 0,1 0 0 0 0,-1 0-1 0 0,0 0 1 0 0,1 0 0 0 0,-1-1-1 0 0,1 1 1 0 0,-1-1 0 0 0,1 1-1 0 0,-1-1 1 0 0,1 1 0 0 0,-1-1-1 0 0,1 0 1 0 0,-1 0 0 0 0,1 0 0 0 0,-1 0-1 0 0,1 0 1 0 0,-1 0 0 0 0,1 0-1 0 0,0 0 1 0 0,-1-1 0 0 0,1 1-1 0 0,-1-1 1 0 0,1 1 0 0 0,-1-1-1 0 0,0 1 1 0 0,1-1 0 0 0,1-1-1 0 0,2-1-568 0 0,-1 0 0 0 0,1-1-1 0 0,-1 0 1 0 0,0 1 0 0 0,0-1-1 0 0,0-1 1 0 0,-1 1-1 0 0,5-7 1 0 0,11-24-6406 0 0,-11 15 212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2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64 1636 0 0,'-167'-58'11166'0'0,"140"53"-11520"0"0,-7 7-5747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21 764 0 0,'-168'32'13703'0'0,"165"-32"-12749"0"0,8 0-748 0 0,87-10-104 0 0,166-16-2103 0 0,-84 13-4274 0 0,-110 10 1226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2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9 1320 0 0,'-2'-8'6603'0'0,"-3"13"-6414"0"0,1 1 0 0 0,-1 0 0 0 0,1 0 0 0 0,1 0 0 0 0,-1 0 0 0 0,1 1 0 0 0,0-1 0 0 0,0 1-1 0 0,1 0 1 0 0,-2 9 0 0 0,-8 16 178 0 0,-256 666 3636 0 0,209-488-3471 0 0,49-163-429 0 0,2 0 1 0 0,-2 75-1 0 0,9-108-82 0 0,2-1-1 0 0,0 1 0 0 0,0-1 1 0 0,1 1-1 0 0,1-1 1 0 0,0 0-1 0 0,1 0 0 0 0,0 0 1 0 0,1 0-1 0 0,0-1 0 0 0,8 14 1 0 0,-7-18-195 0 0,0 1 0 0 0,0-1 0 0 0,1-1 1 0 0,0 1-1 0 0,0-1 0 0 0,0 0 0 0 0,1-1 1 0 0,0 0-1 0 0,1 0 0 0 0,-1-1 1 0 0,1 0-1 0 0,0 0 0 0 0,0-1 0 0 0,1 0 1 0 0,14 4-1 0 0,-9-5-1166 0 0,1 0 0 0 0,-1 0-1 0 0,30 0 1 0 0,4-4-3573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189 228 252 0 0,'54'-213'12090'0'0,"-50"198"-11148"0"0,-11 32-597 0 0,1 0-171 0 0,-123 344 1545 0 0,94-241-1460 0 0,-20 133 0 0 0,48-209-531 0 0,0 45-1 0 0,6-62-3735 0 0,5 33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84 213 156 0 0,'-80'-63'11532'0'0,"80"63"-11499"0"0,0-1 0 0 0,-1 1 0 0 0,1-1-1 0 0,-1 1 1 0 0,1-1 0 0 0,0 1 0 0 0,0-1 0 0 0,-1 1 0 0 0,1-1 0 0 0,0 1 0 0 0,0-1 0 0 0,0 0 0 0 0,-1 1 0 0 0,1-1 0 0 0,0 1-1 0 0,0-1 1 0 0,0 0 0 0 0,0 1 0 0 0,0-1 0 0 0,0 1 0 0 0,0-1 0 0 0,0 1 0 0 0,1-1 0 0 0,-1 0 0 0 0,0 1 0 0 0,0-1 0 0 0,0 1 0 0 0,1-1-1 0 0,-1 1 1 0 0,0-1 0 0 0,0 1 0 0 0,1-1 0 0 0,-1 1 0 0 0,1-1 0 0 0,-1 1 0 0 0,0-1 0 0 0,1 1 0 0 0,0-1 0 0 0,19-14 255 0 0,13 2-180 0 0,1 1-1 0 0,0 1 1 0 0,1 2 0 0 0,44-6-1 0 0,-33 6-60 0 0,44-8-33 0 0,145-10-1 0 0,-226 26-26 0 0,1 1 1 0 0,-1 1-1 0 0,1-1 0 0 0,-1 1 0 0 0,1 1 1 0 0,-1 0-1 0 0,0 0 0 0 0,1 1 1 0 0,-1 0-1 0 0,15 8 0 0 0,-18-8 11 0 0,0 1-1 0 0,-1 1 1 0 0,1-1-1 0 0,-1 1 1 0 0,0 0-1 0 0,0 0 1 0 0,-1 0-1 0 0,1 0 1 0 0,-1 1-1 0 0,-1 0 1 0 0,1 0-1 0 0,-1 0 1 0 0,0 0 0 0 0,0 1-1 0 0,2 8 1 0 0,1 4 94 0 0,-1-1 1 0 0,-1 1 0 0 0,-1 0 0 0 0,-1 0 0 0 0,0 1-1 0 0,-2-1 1 0 0,0 0 0 0 0,-1 0 0 0 0,-1 1-1 0 0,-1-1 1 0 0,-6 23 0 0 0,8-37 172 0 0,-1 1 0 0 0,1 0-1 0 0,-2-1 1 0 0,1 0 0 0 0,0 1 0 0 0,-1-1-1 0 0,0 0 1 0 0,-7 9 0 0 0,9-13 69 0 0,-3-3-185 0 0,4 2-146 0 0,0 0 0 0 0,0 0 1 0 0,-1 0-1 0 0,1 0 0 0 0,0 0 0 0 0,0 0 0 0 0,0 0 1 0 0,-1 0-1 0 0,1 0 0 0 0,0-1 0 0 0,0 1 0 0 0,0 0 0 0 0,-1 0 1 0 0,1 0-1 0 0,0 0 0 0 0,0 0 0 0 0,0 0 0 0 0,0 0 1 0 0,-1-1-1 0 0,1 1 0 0 0,0 0 0 0 0,0 0 0 0 0,0 0 1 0 0,0 0-1 0 0,0-1 0 0 0,0 1 0 0 0,-1 0 0 0 0,1 0 0 0 0,0 0 1 0 0,0-1-1 0 0,0 1 0 0 0,0 0 0 0 0,0 0 0 0 0,0 0 1 0 0,0-1-1 0 0,0 1 0 0 0,0 0 0 0 0,0-1 0 0 0,1-4 3 0 0,0-1-1 0 0,0 0 1 0 0,0 1-1 0 0,1-1 1 0 0,0 1-1 0 0,0-1 1 0 0,0 1-1 0 0,1 0 1 0 0,0 0-1 0 0,0 0 1 0 0,0 0-1 0 0,1 1 1 0 0,4-6-1 0 0,11-10-48 0 0,29-26 0 0 0,-42 40 43 0 0,28-22-28 0 0,1 0 1 0 0,2 3-1 0 0,0 1 0 0 0,2 1 1 0 0,63-26-1 0 0,-98 47 9 0 0,-1 1 0 0 0,1-1 0 0 0,0 1 1 0 0,0 0-1 0 0,0 0 0 0 0,0 0 0 0 0,-1 1 0 0 0,1-1 0 0 0,0 1 0 0 0,0 0 1 0 0,0 0-1 0 0,0 1 0 0 0,0-1 0 0 0,0 1 0 0 0,7 2 0 0 0,-7-2 13 0 0,-1 1 0 0 0,0 0 0 0 0,0 0 0 0 0,0 0 0 0 0,0 0-1 0 0,0 1 1 0 0,0-1 0 0 0,0 1 0 0 0,-1 0 0 0 0,0 0 0 0 0,1 0 0 0 0,-1 0-1 0 0,0 0 1 0 0,0 0 0 0 0,-1 0 0 0 0,3 7 0 0 0,3 10 65 0 0,-1 0-1 0 0,-1 1 1 0 0,4 33-1 0 0,-8-37-335 0 0,2 0 0 0 0,0 0-1 0 0,1-1 1 0 0,0 1 0 0 0,2-1-1 0 0,11 25 1 0 0,-3-23-2158 0 0,-2-9-2323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101 130 800 0 0,'-12'-24'3044'0'0,"0"4"-723"0"0,2 3-337 0 0,0 1-396 0 0,1 1-380 0 0,2 3-240 0 0,-1 2-212 0 0,3 2 220 0 0,-7 1-940 0 0,2 12-872 0 0,5 14-1304 0 0,5-6-1240 0 0,1 1-1541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4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1 892 0 0,'0'0'4324'0'0,"0"20"-50"0"0,27 83-1800 0 0,-6-19-1015 0 0,34 87-1 0 0,-55-170-1366 0 0,0 0 0 0 0,1 0 0 0 0,-1 0-1 0 0,1 0 1 0 0,-1 1 0 0 0,1-1-1 0 0,0 0 1 0 0,-1 0 0 0 0,1-1 0 0 0,0 1-1 0 0,0 0 1 0 0,0 0 0 0 0,0 0-1 0 0,0 0 1 0 0,-1-1 0 0 0,2 1-1 0 0,-1 0 1 0 0,0-1 0 0 0,0 1 0 0 0,0-1-1 0 0,0 1 1 0 0,0-1 0 0 0,2 1-1 0 0,-1-1-34 0 0,0 0-1 0 0,0 0 0 0 0,0-1 1 0 0,0 1-1 0 0,0 0 0 0 0,0-1 1 0 0,0 1-1 0 0,0-1 0 0 0,0 1 1 0 0,0-1-1 0 0,0 0 0 0 0,2-2 1 0 0,5-2 25 0 0,0-2 1 0 0,-1 1 0 0 0,15-16-1 0 0,-22 22-64 0 0,56-62 199 0 0,-31 33-232 0 0,50-45 0 0 0,-74 74 6 0 0,-1-1 0 0 0,1 0 1 0 0,-1 0-1 0 0,1 0 0 0 0,0 1 1 0 0,-1-1-1 0 0,1 1 0 0 0,0 0 1 0 0,0-1-1 0 0,-1 1 0 0 0,1 0 1 0 0,0 0-1 0 0,0 0 0 0 0,-1 0 1 0 0,1 0-1 0 0,0 1 0 0 0,3 0 1 0 0,25 10-45 0 0,-15-1 39 0 0,25 21 0 0 0,-29-21 13 0 0,0-2-1 0 0,1 1 1 0 0,13 6 0 0 0,-21-13-68 0 0,1 1 0 0 0,0-2-1 0 0,0 1 1 0 0,-1 0 0 0 0,1-1 0 0 0,0 0 0 0 0,0 0 0 0 0,0-1 0 0 0,1 1-1 0 0,-1-1 1 0 0,0 0 0 0 0,7-2 0 0 0,-3 1-34 0 0,0-2 0 0 0,0 1 0 0 0,-1-1 0 0 0,1-1 0 0 0,-1 1 0 0 0,1-2 0 0 0,-1 1 0 0 0,-1-1 0 0 0,1 0 1 0 0,-1 0-1 0 0,1-1 0 0 0,-2 0 0 0 0,1-1 0 0 0,-1 1 0 0 0,7-9 0 0 0,-1-2 597 0 0,0 0 1 0 0,-1 0-1 0 0,0-1 0 0 0,-2 0 0 0 0,11-29 1 0 0,-57 158 484 0 0,31-93-935 0 0,2 1-1 0 0,0 0 1 0 0,1 1-1 0 0,1-1 0 0 0,0 25 1 0 0,2-41-26 0 0,0 1 0 0 0,1 0-1 0 0,0-1 1 0 0,-1 1 0 0 0,1-1 0 0 0,1 1 0 0 0,-1-1 0 0 0,3 6 0 0 0,-3-8-82 0 0,0 1 1 0 0,0-1 0 0 0,0 0-1 0 0,0 1 1 0 0,1-1-1 0 0,-1 0 1 0 0,0 0 0 0 0,1 0-1 0 0,-1 0 1 0 0,0 0-1 0 0,1 0 1 0 0,-1 0-1 0 0,1 0 1 0 0,0-1 0 0 0,-1 1-1 0 0,1 0 1 0 0,0-1-1 0 0,-1 0 1 0 0,1 1 0 0 0,0-1-1 0 0,-1 0 1 0 0,4 0-1 0 0,3 0-656 0 0,0 0-1 0 0,0-1 0 0 0,0-1 1 0 0,11-2-1 0 0,-14 2-385 0 0,0 0 0 0 0,0 0 0 0 0,0 0 0 0 0,-1 0 0 0 0,6-4 0 0 0,4-5-4721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4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95 1892 0 0,'-12'-17'2488'0'0,"0"4"-291"0"0,4-1-409 0 0,-1 2-320 0 0,1 4-376 0 0,0-3-184 0 0,1 3-232 0 0,2 3 292 0 0,-7-2-776 0 0,0 12-652 0 0,0 9-936 0 0,12-2 184 0 0,-3-1-548 0 0,4 5-1044 0 0,1-1-829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5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292 422 1340 0 0,'2'-1'544'0'0,"-1"-1"0"0"0,1 1 0 0 0,-1-1-1 0 0,1 0 1 0 0,-1 1 0 0 0,0-1 0 0 0,0 0 0 0 0,1 0-1 0 0,-1 0 1 0 0,0 0 0 0 0,-1 0 0 0 0,1 0 0 0 0,1-3-1 0 0,-2 1-127 0 0,1 0-1 0 0,0 1 1 0 0,-1-1-1 0 0,0 0 1 0 0,0 0-1 0 0,0 1 0 0 0,0-1 1 0 0,-2-4-1 0 0,2 5-269 0 0,-1 0 0 0 0,1 0-1 0 0,-1 0 1 0 0,0 0-1 0 0,0 0 1 0 0,-1 1 0 0 0,1-1-1 0 0,-1 0 1 0 0,1 0-1 0 0,-1 1 1 0 0,0-1 0 0 0,0 1-1 0 0,0 0 1 0 0,0-1 0 0 0,0 1-1 0 0,0 0 1 0 0,-1 0-1 0 0,1 0 1 0 0,-1 1 0 0 0,0-1-1 0 0,1 1 1 0 0,-6-3-1 0 0,5 3-107 0 0,-1 1 0 0 0,1-1-1 0 0,-1 1 1 0 0,1-1-1 0 0,-1 1 1 0 0,1 0-1 0 0,-1 1 1 0 0,0-1-1 0 0,1 0 1 0 0,-1 1-1 0 0,1 0 1 0 0,-7 2-1 0 0,3 0-4 0 0,0 0-1 0 0,0 1 1 0 0,0 0 0 0 0,0 0-1 0 0,-8 8 1 0 0,-4 5 8 0 0,2 0-1 0 0,-28 36 1 0 0,35-42-30 0 0,1 1 1 0 0,1 1-1 0 0,0-1 0 0 0,0 1 1 0 0,1 0-1 0 0,1 1 1 0 0,0 0-1 0 0,1 0 0 0 0,1 0 1 0 0,0 1-1 0 0,-2 18 1 0 0,5-32-11 0 0,1 1 1 0 0,0 0 0 0 0,0 0 0 0 0,0 0 0 0 0,1 0 0 0 0,-1 0-1 0 0,0 0 1 0 0,1-1 0 0 0,-1 1 0 0 0,1 0 0 0 0,-1 0 0 0 0,1 0-1 0 0,0-1 1 0 0,0 1 0 0 0,0 0 0 0 0,0-1 0 0 0,0 1 0 0 0,0-1-1 0 0,1 1 1 0 0,-1-1 0 0 0,0 0 0 0 0,1 1 0 0 0,-1-1 0 0 0,1 0-1 0 0,-1 0 1 0 0,1 0 0 0 0,-1 0 0 0 0,1 0 0 0 0,0-1 0 0 0,0 1-1 0 0,-1 0 1 0 0,1-1 0 0 0,0 1 0 0 0,0-1 0 0 0,0 0 0 0 0,3 1-1 0 0,2-1 1 0 0,0 1 0 0 0,0-1 0 0 0,0-1 0 0 0,0 1 0 0 0,1-1 0 0 0,-2-1 1 0 0,1 1-1 0 0,13-5 0 0 0,-7 0 4 0 0,0 0 0 0 0,-1-1 0 0 0,0 0 0 0 0,0-1 0 0 0,14-12 0 0 0,49-51 45 0 0,-53 49-21 0 0,-21 21-42 0 0,-1 0 1 0 0,1 0-1 0 0,-1 0 1 0 0,1 0 0 0 0,0 1-1 0 0,-1-1 1 0 0,1 0-1 0 0,0 0 1 0 0,0 1-1 0 0,0-1 1 0 0,-1 1-1 0 0,1-1 1 0 0,0 1-1 0 0,0-1 1 0 0,0 1-1 0 0,0-1 1 0 0,0 1-1 0 0,0 0 1 0 0,0-1 0 0 0,0 1-1 0 0,0 0 1 0 0,0 0-1 0 0,0 0 1 0 0,0 0-1 0 0,0 0 1 0 0,0 0-1 0 0,0 0 1 0 0,0 0-1 0 0,2 1 1 0 0,-2 0 8 0 0,-1 0 1 0 0,0 0-1 0 0,1 0 1 0 0,-1 0-1 0 0,0 0 1 0 0,0 0-1 0 0,0 0 1 0 0,0 0-1 0 0,0 0 0 0 0,0 0 1 0 0,0 1-1 0 0,0-1 1 0 0,0 0-1 0 0,0 0 1 0 0,-1 1-1 0 0,-6 59-44 0 0,-1 15 72 0 0,8-68-2 0 0,0 0-1 0 0,0 0 1 0 0,1-1 0 0 0,0 1-1 0 0,1 0 1 0 0,0 0-1 0 0,3 9 1 0 0,-4-16-15 0 0,-1 1 0 0 0,1-1 0 0 0,0 1 1 0 0,0-1-1 0 0,0 1 0 0 0,0-1 0 0 0,0 0 0 0 0,0 1 1 0 0,0-1-1 0 0,0 0 0 0 0,1 0 0 0 0,-1 0 0 0 0,0 0 1 0 0,1 0-1 0 0,-1 0 0 0 0,1 0 0 0 0,-1 0 0 0 0,1-1 0 0 0,-1 1 1 0 0,4 0-1 0 0,-2 0 0 0 0,1 0 0 0 0,0-1-1 0 0,-1 0 1 0 0,1 0 0 0 0,0 0 0 0 0,0 0 0 0 0,-1-1 0 0 0,1 1-1 0 0,3-2 1 0 0,7-2 6 0 0,-1-1-1 0 0,0 0 1 0 0,24-13 0 0 0,-18 6-3 0 0,0-1-1 0 0,-1-1 1 0 0,0 0 0 0 0,-1-2 0 0 0,-1 0 0 0 0,0 0 0 0 0,-1-2 0 0 0,21-31 0 0 0,-15 15 13 0 0,-1 0-1 0 0,-2-1 1 0 0,-1-2 0 0 0,13-42-1 0 0,-18 38 653 0 0,-2 0 0 0 0,-1-1 0 0 0,-2 0 0 0 0,-3 0 0 0 0,0-49 0 0 0,-3 90-670 0 0,-1 1 0 0 0,0 0 0 0 0,0-1 0 0 0,0 1 0 0 0,0 0 0 0 0,0 0 0 0 0,0-1 0 0 0,0 1 0 0 0,0 0 0 0 0,0-1 0 0 0,-1 1-1 0 0,1 0 1 0 0,0-1 0 0 0,0 1 0 0 0,0 0 0 0 0,0 0 0 0 0,0-1 0 0 0,0 1 0 0 0,-1 0 0 0 0,1 0 0 0 0,0-1 0 0 0,0 1 0 0 0,0 0 0 0 0,0 0 0 0 0,-1 0 0 0 0,1-1 0 0 0,0 1 0 0 0,0 0 0 0 0,-1 0 0 0 0,1 0 0 0 0,0 0 0 0 0,-1-1 0 0 0,1 1 0 0 0,-11 4 88 0 0,-8 12-36 0 0,9-3-37 0 0,0 2-1 0 0,0-1 1 0 0,1 1-1 0 0,1 0 0 0 0,-10 29 1 0 0,-23 86-20 0 0,41-130-1 0 0,-11 42 7 0 0,-7 56 1 0 0,17-87-3 0 0,0 1 0 0 0,0-1 1 0 0,1 1-1 0 0,0 0 0 0 0,1-1 1 0 0,1 1-1 0 0,0-1 1 0 0,1 1-1 0 0,0-1 0 0 0,4 12 1 0 0,-4-18-63 0 0,-1-1 1 0 0,0 0-1 0 0,1 0 1 0 0,0 0 0 0 0,0 0-1 0 0,0 0 1 0 0,0-1-1 0 0,1 1 1 0 0,0-1-1 0 0,-1 0 1 0 0,1 0 0 0 0,0 0-1 0 0,6 2 1 0 0,-3-1-256 0 0,2 0 0 0 0,-1-1 0 0 0,0 0 0 0 0,1-1-1 0 0,-1 0 1 0 0,17 2 0 0 0,-3-3-1262 0 0,1 0 0 0 0,0-2 0 0 0,-1-1-1 0 0,41-7 1 0 0,-29 1-2105 0 0,2-3-1483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5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46 1276 0 0,'1'-3'536'0'0,"-1"0"1"0"0,1 1-1 0 0,-1-1 0 0 0,0 0 1 0 0,0 0-1 0 0,0 0 0 0 0,0 1 1 0 0,0-1-1 0 0,-1 0 0 0 0,1 0 1 0 0,-1 1-1 0 0,0-1 0 0 0,0 0 1 0 0,-1-3-1 0 0,1 5-35 0 0,-13 2 208 0 0,5 2-534 0 0,0 1 0 0 0,1 0 1 0 0,-1 1-1 0 0,1 0 0 0 0,0 0 0 0 0,1 0 0 0 0,-1 1 0 0 0,1 0 1 0 0,-7 9-1 0 0,0-3 40 0 0,5-4-130 0 0,1 0 0 0 0,0 0-1 0 0,0 1 1 0 0,1 0 0 0 0,0 0 0 0 0,-8 16 0 0 0,13-21-73 0 0,0 1 1 0 0,0-1-1 0 0,0 1 1 0 0,0 0-1 0 0,1 0 1 0 0,0 0-1 0 0,0 0 1 0 0,0 0-1 0 0,1 0 1 0 0,0 0-1 0 0,0 0 1 0 0,0 0-1 0 0,1 0 1 0 0,-1 0-1 0 0,1 0 1 0 0,0 0-1 0 0,3 6 1 0 0,3 10 30 0 0,0-3-52 0 0,0 0-1 0 0,-2 0 0 0 0,6 34 1 0 0,-11-47 78 0 0,1 0 1 0 0,-1 1-1 0 0,0-1 0 0 0,0 1 1 0 0,-1-1-1 0 0,0 0 0 0 0,0 1 1 0 0,0-1-1 0 0,0 0 1 0 0,-1 0-1 0 0,0 0 0 0 0,0 0 1 0 0,0 0-1 0 0,-1 0 1 0 0,0 0-1 0 0,0-1 0 0 0,0 0 1 0 0,-4 5-1 0 0,0-2-28 0 0,-1 0-1 0 0,1-1 1 0 0,-1 0 0 0 0,0-1 0 0 0,-1 0-1 0 0,1 0 1 0 0,-1-1 0 0 0,0 0-1 0 0,0 0 1 0 0,-1-1 0 0 0,1 0 0 0 0,-1-1-1 0 0,-16 2 1 0 0,23-3-258 0 0,1-1 1 0 0,-1 0-1 0 0,1 0 1 0 0,-1-1-1 0 0,1 1 0 0 0,-1-1 1 0 0,1 1-1 0 0,-1-1 0 0 0,1 0 1 0 0,0 0-1 0 0,-5-2 0 0 0,4 2-131 0 0,2 0 97 0 0,0 0 0 0 0,0 1 1 0 0,0-1-1 0 0,1 0 0 0 0,-1 0 0 0 0,0 0 0 0 0,0 0 0 0 0,1 0 0 0 0,-1-1 0 0 0,0 1 0 0 0,1 0 0 0 0,-1 0 0 0 0,1 0 0 0 0,0 0 0 0 0,-1-1 0 0 0,1 1 0 0 0,0 0 0 0 0,0 0 0 0 0,0-1 0 0 0,0 1 0 0 0,0 0 0 0 0,0 0 0 0 0,0-1 0 0 0,0 1 0 0 0,1-2 0 0 0,-1 2 53 0 0,3-12-2937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7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12 553 304 0 0,'95'-48'9107'0'0,"-94"48"-9037"0"0,-1-1 0 0 0,1 1 0 0 0,-1 0 0 0 0,1-1 0 0 0,-1 1 0 0 0,0 0 0 0 0,1 0 1 0 0,-1 0-1 0 0,1-1 0 0 0,-1 1 0 0 0,1 0 0 0 0,0 0 0 0 0,-1 0 0 0 0,1 0 0 0 0,-1 0 0 0 0,1 0 0 0 0,-1 0 0 0 0,1 0 0 0 0,-1 0 0 0 0,1 0 1 0 0,-1 0-1 0 0,1 0 0 0 0,-1 0 0 0 0,1 1 0 0 0,-1-1 0 0 0,1 0 0 0 0,-1 0 0 0 0,1 0 0 0 0,-1 1 0 0 0,1-1 0 0 0,-1 0 0 0 0,0 1 1 0 0,1-1-1 0 0,0 2 31 0 0,-1-1 0 0 0,1 0 0 0 0,-1 1 0 0 0,1-1 0 0 0,-1 0 0 0 0,0 0 0 0 0,0 1 0 0 0,0-1 0 0 0,0 1 0 0 0,0-1 0 0 0,0 0 0 0 0,0 3 0 0 0,-12 40 902 0 0,12-42-958 0 0,-19 50 506 0 0,6-19-325 0 0,-14 60 0 0 0,25-84-190 0 0,0-1 0 0 0,1 1 0 0 0,0 0 0 0 0,1 0 0 0 0,0 0 0 0 0,0-1 0 0 0,1 1 1 0 0,0 0-1 0 0,1 0 0 0 0,-1-1 0 0 0,2 1 0 0 0,3 9 0 0 0,-4-14-11 0 0,1 1 1 0 0,0-1 0 0 0,0 0-1 0 0,0 0 1 0 0,0-1 0 0 0,1 1-1 0 0,0-1 1 0 0,-1 1 0 0 0,1-1-1 0 0,1 0 1 0 0,-1-1-1 0 0,0 1 1 0 0,0-1 0 0 0,1 0-1 0 0,0 0 1 0 0,-1 0 0 0 0,1 0-1 0 0,0-1 1 0 0,0 0 0 0 0,0 0-1 0 0,0 0 1 0 0,0-1-1 0 0,6 0 1 0 0,1 1 25 0 0,0-1 0 0 0,0-1-1 0 0,-1 0 1 0 0,1 0 0 0 0,0-1 0 0 0,0-1-1 0 0,-1 0 1 0 0,21-9 0 0 0,-23 8-10 0 0,0-1-1 0 0,-1 0 1 0 0,0-1 0 0 0,0 0-1 0 0,0-1 1 0 0,-1 1 0 0 0,0-1-1 0 0,0-1 1 0 0,-1 1 0 0 0,0-1-1 0 0,0 0 1 0 0,-1-1 0 0 0,0 1-1 0 0,0-1 1 0 0,-1 0 0 0 0,0 0-1 0 0,-1-1 1 0 0,0 1 0 0 0,3-16 0 0 0,-5 17-28 0 0,1 0 1 0 0,-2 0-1 0 0,1-1 1 0 0,-1 1 0 0 0,0 0-1 0 0,-1 0 1 0 0,0-1 0 0 0,0 1-1 0 0,0 0 1 0 0,-1 0 0 0 0,-1 0-1 0 0,1 0 1 0 0,-1 1 0 0 0,-1-1-1 0 0,1 1 1 0 0,-1-1 0 0 0,-1 1-1 0 0,1 1 1 0 0,-1-1-1 0 0,0 0 1 0 0,-1 1 0 0 0,0 0-1 0 0,0 1 1 0 0,-6-6 0 0 0,4 6-17 0 0,1 1 0 0 0,-1 0 1 0 0,0 0-1 0 0,0 1 1 0 0,0 0-1 0 0,0 1 0 0 0,-1-1 1 0 0,1 2-1 0 0,-1-1 0 0 0,1 1 1 0 0,-1 0-1 0 0,0 1 1 0 0,1 0-1 0 0,-1 0 0 0 0,1 1 1 0 0,-1 0-1 0 0,0 1 0 0 0,-13 4 1 0 0,9-2-7 0 0,0 0 0 0 0,0 1 0 0 0,1 0 0 0 0,0 1 0 0 0,0 0 0 0 0,0 1 0 0 0,1 1 1 0 0,0 0-1 0 0,1 0 0 0 0,0 1 0 0 0,-14 15 0 0 0,21-22-2 0 0,1 1 0 0 0,0 1 0 0 0,0-1 0 0 0,0 0 0 0 0,0 0 0 0 0,0 1 0 0 0,0-1 0 0 0,1 1 0 0 0,0 0 0 0 0,0-1 0 0 0,0 1 0 0 0,-1 4 0 0 0,2-5 6 0 0,0-1 0 0 0,1 0-1 0 0,-1 0 1 0 0,0 0 0 0 0,0 0-1 0 0,1 0 1 0 0,0 0 0 0 0,-1 0-1 0 0,1 0 1 0 0,0-1 0 0 0,0 1-1 0 0,0 0 1 0 0,0 0 0 0 0,0 0-1 0 0,0-1 1 0 0,0 1 0 0 0,1-1-1 0 0,-1 1 1 0 0,1-1 0 0 0,-1 1-1 0 0,1-1 1 0 0,-1 0 0 0 0,1 0-1 0 0,3 2 1 0 0,5 2-34 0 0,1 0 0 0 0,0-1 0 0 0,0 0 0 0 0,1 0 1 0 0,-1-1-1 0 0,1-1 0 0 0,0 0 0 0 0,0-1 0 0 0,-1 0 0 0 0,22-1 0 0 0,-4-2-40 0 0,0-1 0 0 0,1-1 0 0 0,32-10 1 0 0,-37 7 48 0 0,1-1 0 0 0,-1-1 0 0 0,-1-1 0 0 0,0-1 0 0 0,0-1 1 0 0,-1-1-1 0 0,-1-1 0 0 0,0-1 0 0 0,-1-1 0 0 0,0-1 0 0 0,-2-1 0 0 0,0-1 1 0 0,-1 0-1 0 0,-1-1 0 0 0,22-33 0 0 0,-17 17 35 0 0,-2-1 0 0 0,-1-1 0 0 0,-2-1 0 0 0,-2-1 0 0 0,-1 0 0 0 0,-2 0 0 0 0,6-44 0 0 0,-56 210-370 0 0,24-72 329 0 0,-50 208-7 0 0,53-203 96 0 0,3 0 0 0 0,-2 89 0 0 0,10-136-31 0 0,0-1 0 0 0,1 0 0 0 0,0 1 0 0 0,1-1 0 0 0,0 0 0 0 0,1 0 0 0 0,1-1-1 0 0,-1 1 1 0 0,10 18 0 0 0,-10-24-48 0 0,1 0 1 0 0,-1 1-1 0 0,1-1 0 0 0,1-1 1 0 0,-1 1-1 0 0,0 0 0 0 0,1-1 0 0 0,0 0 1 0 0,0 0-1 0 0,1-1 0 0 0,-1 1 1 0 0,1-1-1 0 0,-1 0 0 0 0,1-1 0 0 0,0 1 1 0 0,0-1-1 0 0,0 0 0 0 0,11 1 0 0 0,-8-1-94 0 0,1-1-1 0 0,-1 0 1 0 0,0-1-1 0 0,1 0 0 0 0,-1 0 1 0 0,0-1-1 0 0,1 0 0 0 0,-1-1 1 0 0,0 0-1 0 0,0 0 1 0 0,0-1-1 0 0,0 0 0 0 0,-1-1 1 0 0,1 0-1 0 0,-1 0 1 0 0,0-1-1 0 0,0 0 0 0 0,0 0 1 0 0,-1-1-1 0 0,0 0 0 0 0,0 0 1 0 0,0-1-1 0 0,6-8 1 0 0,1-3 212 0 0,-1 0-1 0 0,-1-1 1 0 0,-1 0 0 0 0,-1-1 0 0 0,-1 0 0 0 0,0-1 0 0 0,-1 0 0 0 0,7-36 0 0 0,-5 22 1140 0 0,4-28 1228 0 0,-14 61-2251 0 0,0 2-201 0 0,-1 0 0 0 0,0 0 0 0 0,0 1 1 0 0,1-1-1 0 0,-1 0 0 0 0,0 1 0 0 0,0-1 0 0 0,1 0 1 0 0,-1 1-1 0 0,0-1 0 0 0,1 1 0 0 0,-1-1 0 0 0,0 1 0 0 0,1 0 1 0 0,-1-1-1 0 0,1 1 0 0 0,-1 0 0 0 0,1-1 0 0 0,0 1 0 0 0,-1 0 1 0 0,0 1-1 0 0,-8 20 24 0 0,7-17-12 0 0,-6 14 15 0 0,1 1 1 0 0,1 0-1 0 0,-6 41 0 0 0,11-49-12 0 0,0 0 0 0 0,0 0 0 0 0,1 0 0 0 0,1-1 0 0 0,0 1 0 0 0,0 0 0 0 0,1 0 0 0 0,6 16 0 0 0,-7-23-28 0 0,1-1 0 0 0,0 0 0 0 0,1 1 0 0 0,-1-1 0 0 0,1 0 0 0 0,-1-1 0 0 0,1 1 0 0 0,0 0 0 0 0,0-1 0 0 0,1 0 0 0 0,-1 0 0 0 0,1 0 0 0 0,0 0 0 0 0,0 0 0 0 0,0-1 0 0 0,0 1 0 0 0,0-1 0 0 0,0 0 0 0 0,0 0 0 0 0,1-1 0 0 0,-1 0 0 0 0,1 1 0 0 0,0-1 0 0 0,-1-1 0 0 0,1 1 0 0 0,0-1 0 0 0,-1 0 0 0 0,1 0 0 0 0,5 0 0 0 0,1-1-43 0 0,0-1-1 0 0,0 1 1 0 0,0-2 0 0 0,0 0 0 0 0,0 0 0 0 0,-1-1-1 0 0,1 0 1 0 0,-1 0 0 0 0,0-1 0 0 0,-1-1-1 0 0,12-8 1 0 0,-5 1-10 0 0,0-1 1 0 0,-1 0-1 0 0,-1-2 0 0 0,0 0 0 0 0,19-29 0 0 0,45-96 1227 0 0,-74 135-1076 0 0,5-12 320 0 0,-8 17-265 0 0,-4 12-134 0 0,-13 36 59 0 0,-18 59 53 0 0,30-93-102 0 0,1 1-1 0 0,1-1 0 0 0,1 1 0 0 0,0 0 0 0 0,1 25 0 0 0,0-36-50 0 0,1 1 0 0 0,-1-1 0 0 0,1 1-1 0 0,0-1 1 0 0,0 0 0 0 0,0 1-1 0 0,0-1 1 0 0,1 0 0 0 0,-1 1 0 0 0,1-1-1 0 0,0 0 1 0 0,0 0 0 0 0,0-1 0 0 0,0 1-1 0 0,1 0 1 0 0,-1-1 0 0 0,6 5-1 0 0,-3-4-118 0 0,-1 0-1 0 0,1-1 0 0 0,0 0 1 0 0,0 0-1 0 0,0 0 0 0 0,0 0 0 0 0,0-1 1 0 0,0 0-1 0 0,0 0 0 0 0,0 0 0 0 0,6-1 1 0 0,1 1-262 0 0,0-2 1 0 0,0 0-1 0 0,0 0 1 0 0,0-1-1 0 0,0-1 1 0 0,-1 0-1 0 0,1 0 1 0 0,-1-1-1 0 0,0-1 1 0 0,12-6-1 0 0,-7 0-73 0 0,-1 0-1 0 0,0-1 0 0 0,-1 0 0 0 0,-1-1 0 0 0,0-1 0 0 0,0 0 0 0 0,-1 0 0 0 0,-1-2 1 0 0,17-29-1 0 0,2-14-552 0 0,33-88 0 0 0,-56 127 1011 0 0,106-324 3673 0 0,-58 110 5021 0 0,-54 233-8134 0 0,-9 29 339 0 0,-34 149 1140 0 0,-49 208-850 0 0,88-370-1186 0 0,-22 118-137 0 0,24-117-214 0 0,0-1-1 0 0,0 1 1 0 0,2 0-1 0 0,0 0 1 0 0,1 0-1 0 0,5 21 1 0 0,-6-31-11 0 0,1 0 0 0 0,0-1 0 0 0,0 0 0 0 0,1 1 0 0 0,-1-1 0 0 0,1 0 0 0 0,0 0 0 0 0,1 0 0 0 0,-1-1 0 0 0,7 7 0 0 0,-8-9-326 0 0,1 1 0 0 0,0-1 1 0 0,1 0-1 0 0,-1 0 0 0 0,0 0 0 0 0,1 0 1 0 0,-1 0-1 0 0,1-1 0 0 0,0 1 0 0 0,4 0 1 0 0,7 0-4596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75 2876 0 0,'24'-75'15680'0'0,"-44"134"-14099"0"0,-52 182-1041 0 0,71-237-784 0 0,1-1 1 0 0,-1 1-1 0 0,1 0 1 0 0,-1-1-1 0 0,1 1 1 0 0,0 0-1 0 0,0 0 1 0 0,1-1-1 0 0,-1 1 1 0 0,1 0-1 0 0,0-1 1 0 0,0 1-1 0 0,0-1 1 0 0,0 1-1 0 0,1-1 1 0 0,0 1-1 0 0,1 3 1 0 0,-1-5 5 0 0,0 0 1 0 0,0-1 0 0 0,0 1-1 0 0,0 0 1 0 0,0-1 0 0 0,1 1 0 0 0,-1-1-1 0 0,0 1 1 0 0,1-1 0 0 0,-1 0-1 0 0,1 0 1 0 0,-1 0 0 0 0,1 0-1 0 0,-1-1 1 0 0,1 1 0 0 0,0-1-1 0 0,-1 0 1 0 0,1 1 0 0 0,0-1 0 0 0,-1 0-1 0 0,1-1 1 0 0,0 1 0 0 0,-1 0-1 0 0,6-2 1 0 0,3-1-774 0 0,0 0 0 0 0,-1 0 0 0 0,1-1 0 0 0,9-5 0 0 0,4-4-1891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0 415 4428 0 0,'27'-35'4462'0'0,"-2"-2"0"0"0,39-77 1121 0 0,-66 116-5178 0 0,-13 22 388 0 0,2 1 0 0 0,-12 29 0 0 0,20-42-722 0 0,1-1-1 0 0,0 1 1 0 0,1 0-1 0 0,1 0 0 0 0,0 0 1 0 0,0 0-1 0 0,1 21 1 0 0,1-29-68 0 0,0-1 0 0 0,1 0 0 0 0,-1 0-1 0 0,1 1 1 0 0,0-1 0 0 0,-1 0 0 0 0,2 0 0 0 0,-1 0 0 0 0,0 0 0 0 0,0 0 0 0 0,1-1 0 0 0,0 1 0 0 0,0 0 0 0 0,0-1 0 0 0,0 1 0 0 0,0-1 0 0 0,0 1 0 0 0,0-1-1 0 0,1 0 1 0 0,-1 0 0 0 0,1 0 0 0 0,0 0 0 0 0,-1-1 0 0 0,1 1 0 0 0,0-1 0 0 0,0 1 0 0 0,0-1 0 0 0,0 0 0 0 0,0 0 0 0 0,0-1 0 0 0,1 1 0 0 0,-1-1 0 0 0,0 1-1 0 0,6-1 1 0 0,-1 0-40 0 0,0 0 0 0 0,0-1 0 0 0,-1 1 0 0 0,1-2-1 0 0,0 1 1 0 0,0-1 0 0 0,-1 0 0 0 0,1-1 0 0 0,-1 0-1 0 0,0 0 1 0 0,0 0 0 0 0,0-1 0 0 0,9-7 0 0 0,-8 4-62 0 0,0 0 0 0 0,0-1 0 0 0,-1-1 0 0 0,0 1 0 0 0,-1-1 0 0 0,0 0 0 0 0,0-1 0 0 0,-1 1 0 0 0,0-1 0 0 0,-1 0 1 0 0,0 0-1 0 0,-1-1 0 0 0,0 1 0 0 0,3-19 0 0 0,-4 16 63 0 0,0 1 1 0 0,-2-1-1 0 0,1 1 0 0 0,-1-1 1 0 0,-1 1-1 0 0,0-1 1 0 0,-1 1-1 0 0,-1 0 0 0 0,0-1 1 0 0,0 1-1 0 0,-1 0 0 0 0,-9-18 1 0 0,-8-7-15 0 0,10 17-535 0 0,-15-33 0 0 0,26 53 563 0 0,-1-1 1 0 0,1 1 0 0 0,0-1-1 0 0,0 0 1 0 0,0 1 0 0 0,0-1-1 0 0,0 1 1 0 0,0-1 0 0 0,0 0-1 0 0,0 1 1 0 0,0-1 0 0 0,1 0-1 0 0,-1 1 1 0 0,0-1 0 0 0,0 1-1 0 0,1-1 1 0 0,-1 1 0 0 0,0-1-1 0 0,0 1 1 0 0,1-1 0 0 0,-1 0-1 0 0,1 1 1 0 0,-1 0-1 0 0,0-1 1 0 0,1 1 0 0 0,-1-1-1 0 0,1 1 1 0 0,-1 0 0 0 0,1-1-1 0 0,-1 1 1 0 0,1 0 0 0 0,0-1-1 0 0,0 1 1 0 0,21-8-77 0 0,-20 7 41 0 0,9-1 21 0 0,1 0 0 0 0,0 1 0 0 0,-1 0 0 0 0,1 1 0 0 0,-1 0 0 0 0,1 0 0 0 0,0 2 0 0 0,-1-1 0 0 0,1 1 0 0 0,-1 1 0 0 0,0 0 0 0 0,0 1 0 0 0,0 0 0 0 0,0 1 0 0 0,10 5 0 0 0,-11-4 29 0 0,0 0 0 0 0,0 1-1 0 0,0-1 1 0 0,-1 2 0 0 0,0 0 0 0 0,0 0-1 0 0,-1 0 1 0 0,0 1 0 0 0,-1 0 0 0 0,1 1-1 0 0,-2 0 1 0 0,0 0 0 0 0,0 0-1 0 0,7 18 1 0 0,-11-21 20 0 0,0 0-1 0 0,0 0 1 0 0,-1 1-1 0 0,-1-1 1 0 0,1 0-1 0 0,-1 0 1 0 0,0 1-1 0 0,-1-1 0 0 0,1 0 1 0 0,-1 0-1 0 0,-1 0 1 0 0,0 0-1 0 0,0 0 1 0 0,0 0-1 0 0,0 0 1 0 0,-1-1-1 0 0,-1 1 1 0 0,1-1-1 0 0,-6 7 1 0 0,8-9 19 0 0,0-3-21 0 0,0 1-1 0 0,1-1 1 0 0,-1 0 0 0 0,0 1 0 0 0,0-1 0 0 0,0 0 0 0 0,0 0 0 0 0,0 1-1 0 0,0-1 1 0 0,0 0 0 0 0,-1 0 0 0 0,1 0 0 0 0,0 0 0 0 0,0 0 0 0 0,-1-1-1 0 0,-2 2 1 0 0,4-2-10 0 0,-1 0 1 0 0,1 0-1 0 0,0-1 0 0 0,-1 1 0 0 0,1 0 0 0 0,0-1 0 0 0,-1 1 0 0 0,1 0 0 0 0,0 0 1 0 0,0-1-1 0 0,-1 1 0 0 0,1 0 0 0 0,0-1 0 0 0,0 1 0 0 0,0-1 0 0 0,0 1 0 0 0,-1 0 1 0 0,1-1-1 0 0,0 1 0 0 0,0-1 0 0 0,0 1 0 0 0,0 0 0 0 0,0-1 0 0 0,0 1 0 0 0,0-1 1 0 0,0 1-1 0 0,0-1 0 0 0,0 1 0 0 0,0 0 0 0 0,0-1 0 0 0,0 1 0 0 0,0-1 0 0 0,1 1 1 0 0,-1 0-1 0 0,0-1 0 0 0,0 1 0 0 0,0 0 0 0 0,1-1 0 0 0,6-17 15 0 0,18-28-42 0 0,60-81 0 0 0,-69 107 15 0 0,1 0 0 0 0,1 1 0 0 0,1 2 0 0 0,0-1 0 0 0,42-26 0 0 0,-58 42 16 0 0,0 0 0 0 0,0 0 0 0 0,0 0 0 0 0,0 1 0 0 0,1 0 0 0 0,-1 0 0 0 0,0 0 1 0 0,1 0-1 0 0,-1 0 0 0 0,0 0 0 0 0,1 1 0 0 0,-1 0 0 0 0,1-1 0 0 0,-1 2 0 0 0,1-1 1 0 0,-1 0-1 0 0,6 2 0 0 0,-7-2 23 0 0,1 1 0 0 0,-1 0 0 0 0,-1 1 0 0 0,1-1 0 0 0,0 0 1 0 0,0 0-1 0 0,0 1 0 0 0,-1-1 0 0 0,1 1 0 0 0,0 0 0 0 0,-1-1 0 0 0,0 1 0 0 0,1 0 0 0 0,-1 0 1 0 0,0 0-1 0 0,0 0 0 0 0,0 0 0 0 0,0 0 0 0 0,0 0 0 0 0,0 0 0 0 0,-1 0 0 0 0,1 0 0 0 0,-1 1 1 0 0,0-1-1 0 0,1 0 0 0 0,-1 0 0 0 0,0 3 0 0 0,0 4 108 0 0,-1 0 1 0 0,1 0-1 0 0,-2 0 1 0 0,1-1-1 0 0,-1 1 1 0 0,0 0-1 0 0,-4 9 1 0 0,-29 59 206 0 0,13-30-152 0 0,-32 77 145 0 0,54-122-341 0 0,-1-1 0 0 0,1 0 0 0 0,-1 1 0 0 0,1-1 0 0 0,-1 0 0 0 0,1 1 0 0 0,0-1 0 0 0,0 1 0 0 0,0-1 0 0 0,0 0 0 0 0,0 1 0 0 0,0-1 0 0 0,0 1 0 0 0,0-1 0 0 0,0 0 0 0 0,1 1 0 0 0,-1-1 0 0 0,1 1 0 0 0,-1-1 0 0 0,1 0 0 0 0,-1 0 0 0 0,1 1 0 0 0,0-1 0 0 0,0 0 0 0 0,-1 0 0 0 0,1 0 0 0 0,0 0 0 0 0,0 0 0 0 0,0 0 0 0 0,0 0 0 0 0,0 0 0 0 0,1 0 0 0 0,1 1 0 0 0,1-1-242 0 0,-1 0 0 0 0,1 0 0 0 0,0-1 0 0 0,0 0 0 0 0,0 1 0 0 0,0-1 0 0 0,0-1 0 0 0,0 1 0 0 0,-1-1 0 0 0,1 1 0 0 0,0-1 0 0 0,0 0 0 0 0,6-3 0 0 0,-4 1-921 0 0,1 0 0 0 0,-1 0 1 0 0,0 0-1 0 0,0-1 0 0 0,0 0 0 0 0,-1-1 0 0 0,8-6 0 0 0,0-2-3838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433 101 2752 0 0,'-251'-52'10575'0'0,"87"9"-7128"0"0,160 42-4198 0 0,-10-4 206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0 876 0 0,'-166'25'14030'0'0,"157"-22"-12647"0"0,18-1-1069 0 0,25 0-257 0 0,330-10-2907 0 0,3 3-4609 0 0,-264 5 3512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9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3 2712 0 0,'8'-2'12409'0'0,"-17"6"-12214"0"0,0 0 0 0 0,0 1 0 0 0,0 0 0 0 0,0 1 0 0 0,1 0 1 0 0,0 0-1 0 0,0 1 0 0 0,1 0 0 0 0,0 0 0 0 0,-8 11 0 0 0,12-14-170 0 0,0 1-1 0 0,0-1 0 0 0,1 1 1 0 0,0-1-1 0 0,-1 1 0 0 0,2 0 1 0 0,-1 0-1 0 0,1 0 0 0 0,-1 0 1 0 0,1 0-1 0 0,1 0 1 0 0,-1 0-1 0 0,1 1 0 0 0,0-1 1 0 0,0 0-1 0 0,0 0 0 0 0,1 1 1 0 0,0-1-1 0 0,0 0 0 0 0,0 0 1 0 0,4 9-1 0 0,4 5-30 0 0,0-1 1 0 0,2-1-1 0 0,18 25 1 0 0,-17-26 550 0 0,-2 0 0 0 0,1 1 0 0 0,11 25 0 0 0,-21-40-454 0 0,0 0 0 0 0,0 0 0 0 0,-1 0 0 0 0,1 1 0 0 0,-1-1 0 0 0,1 0 0 0 0,-1 0 0 0 0,0 0 0 0 0,0 0 0 0 0,0 0 0 0 0,0 0 0 0 0,0 1 0 0 0,0-1 0 0 0,-1 0 0 0 0,1 0 1 0 0,-1 0-1 0 0,1 0 0 0 0,-1 0 0 0 0,0 0 0 0 0,-1 2 0 0 0,0-1-31 0 0,0-1 0 0 0,0 1 0 0 0,0-1 0 0 0,0 0 1 0 0,-1 0-1 0 0,1 0 0 0 0,-1 0 0 0 0,0 0 0 0 0,1 0 0 0 0,-1-1 1 0 0,0 1-1 0 0,-3 0 0 0 0,-7 3-42 0 0,-1-1 0 0 0,1-1-1 0 0,-1 0 1 0 0,-24 2 0 0 0,27-4-661 0 0,0-1-1 0 0,1-1 0 0 0,-1 1 1 0 0,0-2-1 0 0,0 1 1 0 0,-11-5-1 0 0,12 4-1650 0 0,1-2 0 0 0,0 1-1 0 0,-17-10 1 0 0,6 0-4364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39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79 5561 0 0,'5'-11'1638'0'0,"-4"5"-699"0"0,1-1-1 0 0,1 1 0 0 0,-1 0 0 0 0,1 0 1 0 0,0 1-1 0 0,1-1 0 0 0,0 0 1 0 0,-1 1-1 0 0,9-8 0 0 0,-11 13-868 0 0,0-1-1 0 0,0 1 1 0 0,1 0-1 0 0,-1 0 1 0 0,0 0 0 0 0,0 0-1 0 0,0 0 1 0 0,1 0-1 0 0,-1 0 1 0 0,0 1 0 0 0,0-1-1 0 0,0 0 1 0 0,1 1-1 0 0,-1-1 1 0 0,0 1-1 0 0,0-1 1 0 0,1 2 0 0 0,-1-2 55 0 0,4 3-20 0 0,0-1-1 0 0,0 1 1 0 0,-1 0-1 0 0,0 0 1 0 0,1 1-1 0 0,-1-1 1 0 0,0 1-1 0 0,4 6 1 0 0,28 39 362 0 0,-24-32-282 0 0,21 32-2 0 0,-2 1 0 0 0,-3 2-1 0 0,-1 0 1 0 0,-3 2 0 0 0,22 74-1 0 0,-33-85-38 0 0,-3 1 0 0 0,-2 0-1 0 0,-1 0 1 0 0,-3 1 0 0 0,-1-1-1 0 0,-2 1 1 0 0,-9 72 0 0 0,-3-51-108 0 0,-3 0-1 0 0,-3 0 1 0 0,-2-2 0 0 0,-4 0 0 0 0,-2-2 0 0 0,-3 0 0 0 0,-58 92 0 0 0,29-66-820 0 0,-5-2 0 0 0,-3-3 0 0 0,-4-3 0 0 0,-91 83 0 0 0,-66 26-7018 0 0,106-98-158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0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56 102 8 0 0,'4'-16'3124'0'0,"-1"-5"1192"0"0,10-43 5544 0 0,-75 342-8092 0 0,60-267-1915 0 0,-9 54-991 0 0,11-59 313 0 0,-1-1 0 0 0,1 1 0 0 0,0 0-1 0 0,1 0 1 0 0,-1 0 0 0 0,1 0-1 0 0,0 0 1 0 0,2 6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70 1792 0 0,'9'-26'4115'0'0,"-7"19"-2803"0"0,0 0 0 0 0,0 1 1 0 0,1-1-1 0 0,6-9 1965 0 0,-1 42-618 0 0,-9-8-2230 0 0,0 0 0 0 0,-1 0 0 0 0,-1 0 1 0 0,-8 30-1 0 0,1-6-190 0 0,-2 31-1008 0 0,10-26-3967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1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2720 0 0,'4'-25'3322'0'0,"4"-23"1974"0"0,-7 44-4883 0 0,0 0 1 0 0,0 1-1 0 0,1-1 0 0 0,-1 1 0 0 0,1 0 1 0 0,-1-1-1 0 0,1 1 0 0 0,0 0 0 0 0,5-5 1 0 0,-6 7-292 0 0,1 0 0 0 0,0 1 1 0 0,-1-1-1 0 0,1 1 0 0 0,-1 0 1 0 0,1 0-1 0 0,0-1 0 0 0,-1 1 0 0 0,1 0 1 0 0,0 0-1 0 0,-1 0 0 0 0,1 1 1 0 0,0-1-1 0 0,-1 0 0 0 0,1 1 1 0 0,-1-1-1 0 0,1 1 0 0 0,0-1 0 0 0,-1 1 1 0 0,2 1-1 0 0,3 1 56 0 0,0 0 0 0 0,0 1-1 0 0,0 0 1 0 0,-1 0 0 0 0,0 1 0 0 0,0 0 0 0 0,8 8-1 0 0,26 40 502 0 0,-35-48-624 0 0,15 26 92 0 0,-1 1 0 0 0,-1 1 0 0 0,-1 0 0 0 0,-2 1 0 0 0,-2 1 0 0 0,8 36 0 0 0,-7-14-80 0 0,-3 0 0 0 0,-2 0 0 0 0,0 64 0 0 0,-8-60-374 0 0,-3 1 0 0 0,-15 86 0 0 0,-22 30-4017 0 0,22-122 1646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3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390 166 996 0 0,'21'-9'7168'0'0,"-20"9"-7110"0"0,-1 0 0 0 0,0 0-1 0 0,1 0 1 0 0,-1 1 0 0 0,1-1 0 0 0,-1 0 0 0 0,1 1-1 0 0,-1-1 1 0 0,0 0 0 0 0,1 1 0 0 0,-1-1 0 0 0,0 0 0 0 0,1 1-1 0 0,-1-1 1 0 0,0 1 0 0 0,1-1 0 0 0,-1 0 0 0 0,0 1-1 0 0,0-1 1 0 0,0 1 0 0 0,1-1 0 0 0,-1 1 0 0 0,0-1-1 0 0,0 1 1 0 0,0-1 0 0 0,0 1 0 0 0,0-1 0 0 0,0 1-1 0 0,0-1 1 0 0,0 1 0 0 0,0-1 0 0 0,0 1 0 0 0,-8 24 993 0 0,-18 21-138 0 0,19-36-671 0 0,0 0 0 0 0,-1 0 0 0 0,-12 11 0 0 0,17-18-180 0 0,1-1 0 0 0,0 0 0 0 0,-1 0 0 0 0,1 0 0 0 0,-1 0 0 0 0,0-1-1 0 0,1 1 1 0 0,-1-1 0 0 0,0 0 0 0 0,0 0 0 0 0,0 1 0 0 0,0-2 0 0 0,0 1 0 0 0,0 0-1 0 0,0-1 1 0 0,-1 1 0 0 0,1-1 0 0 0,-3 0 0 0 0,5-1-51 0 0,0 1-1 0 0,0 0 1 0 0,1-1 0 0 0,-1 1 0 0 0,0-1-1 0 0,1 1 1 0 0,-1-1 0 0 0,0 1-1 0 0,1-1 1 0 0,-1 1 0 0 0,1-1 0 0 0,-1 0-1 0 0,1 1 1 0 0,-1-1 0 0 0,1 0-1 0 0,-1 1 1 0 0,1-1 0 0 0,0 0 0 0 0,-1 0-1 0 0,1 0 1 0 0,0 1 0 0 0,0-1-1 0 0,-1 0 1 0 0,1-1 0 0 0,-3-21 78 0 0,3 21-76 0 0,1-19 16 0 0,0 0-1 0 0,1 0 1 0 0,1 1-1 0 0,0-1 1 0 0,2 0-1 0 0,1 1 1 0 0,0 0-1 0 0,2 0 1 0 0,11-23-1 0 0,6 5-28 0 0,-25 37-3 0 0,1 1 0 0 0,0-1 1 0 0,-1 1-1 0 0,1-1 0 0 0,0 0 0 0 0,0 1 0 0 0,-1 0 0 0 0,1-1 0 0 0,0 1 0 0 0,0-1 0 0 0,0 1 0 0 0,0 0 0 0 0,0 0 0 0 0,-1-1 0 0 0,1 1 0 0 0,0 0 0 0 0,0 0 1 0 0,0 0-1 0 0,0 0 0 0 0,0 0 0 0 0,0 0 0 0 0,0 0 0 0 0,-1 0 0 0 0,1 0 0 0 0,0 1 0 0 0,0-1 0 0 0,0 0 0 0 0,1 1 0 0 0,0 0 2 0 0,0 0-1 0 0,0 0 1 0 0,-1 0-1 0 0,1 0 0 0 0,0 0 1 0 0,-1 0-1 0 0,1 0 1 0 0,-1 0-1 0 0,1 1 0 0 0,-1-1 1 0 0,3 3-1 0 0,0 5 1 0 0,0 0 0 0 0,0 1 0 0 0,-1-1 0 0 0,0 1-1 0 0,0 0 1 0 0,-1 0 0 0 0,0 0 0 0 0,-1 0 0 0 0,0 16-1 0 0,-1 6 12 0 0,-7 54 0 0 0,2-56-8 0 0,0-1 0 0 0,-2 1 0 0 0,-1-1 1 0 0,-2 0-1 0 0,-1-1 0 0 0,-15 30 0 0 0,18-43 58 0 0,0-1-1 0 0,-1 0 1 0 0,0 0-1 0 0,-1-1 1 0 0,-1 0-1 0 0,0-1 1 0 0,0-1-1 0 0,-1 1 1 0 0,-1-2-1 0 0,0 0 0 0 0,0 0 1 0 0,-27 13-1 0 0,35-21 7 0 0,0 0 0 0 0,0 0 0 0 0,0-1 0 0 0,0 0-1 0 0,0 0 1 0 0,0 0 0 0 0,-1 0 0 0 0,1-1-1 0 0,0 0 1 0 0,-1 0 0 0 0,1 0 0 0 0,0-1 0 0 0,-8-1-1 0 0,-6-4-42 0 0,-1 0-1 0 0,-27-13 0 0 0,41 16-41 0 0,3 1-1155 0 0,5 2 369 0 0,13 3-413 0 0,23 7-4660 0 0,-22-6 861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3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698 221 1168 0 0,'13'-57'6186'0'0,"6"-72"0"0"0,-15 94-3791 0 0,-26 126-1015 0 0,-77 356-23 0 0,-37 229-1095 0 0,123-516-232 0 0,13-142-27 0 0,1 1-1 0 0,0-1 1 0 0,2 1-1 0 0,0-1 1 0 0,1 0-1 0 0,9 27 1 0 0,-12-43-3 0 0,0 1-1 0 0,0 0 1 0 0,1 0 0 0 0,-1-1 0 0 0,1 1 0 0 0,-1 0 0 0 0,1-1 0 0 0,0 0 0 0 0,0 1-1 0 0,0-1 1 0 0,0 0 0 0 0,1 0 0 0 0,-1 0 0 0 0,0 0 0 0 0,1-1 0 0 0,-1 1 0 0 0,1-1-1 0 0,5 3 1 0 0,-4-3 3 0 0,1 0-1 0 0,-1-1 0 0 0,0 1 0 0 0,0-1 1 0 0,0 0-1 0 0,0 0 0 0 0,0 0 0 0 0,0 0 1 0 0,1-1-1 0 0,-1 0 0 0 0,0 0 0 0 0,5-2 1 0 0,2-1-1 0 0,-1 0 1 0 0,0-1 0 0 0,-1-1-1 0 0,1 1 1 0 0,-1-1 0 0 0,0-1 0 0 0,-1 0-1 0 0,1 0 1 0 0,10-13 0 0 0,-13 13-2 0 0,-1 0 1 0 0,0 0-1 0 0,0 0 1 0 0,-1 0-1 0 0,0-1 1 0 0,-1 0-1 0 0,1 0 0 0 0,-1 0 1 0 0,-1 0-1 0 0,0 0 1 0 0,0-1-1 0 0,0 1 1 0 0,-1-1-1 0 0,0 1 1 0 0,-1-1-1 0 0,0 1 1 0 0,0-1-1 0 0,-3-13 1 0 0,0 11-1 0 0,0 0 1 0 0,0-1 0 0 0,-2 1 0 0 0,1 1-1 0 0,-1-1 1 0 0,-1 0 0 0 0,0 1 0 0 0,0 0 0 0 0,-1 1-1 0 0,0 0 1 0 0,-1 0 0 0 0,0 0 0 0 0,-10-8-1 0 0,-2 0-1 0 0,-1 1 0 0 0,-1 1 0 0 0,0 1 0 0 0,-1 2-1 0 0,0 0 1 0 0,-1 1 0 0 0,-38-12 0 0 0,-16 1-5 0 0,-88-13 1 0 0,18 5-9 0 0,145 29 7 0 0,0 1-1 0 0,0-1 0 0 0,0 0 1 0 0,0 0-1 0 0,0 0 1 0 0,0-1-1 0 0,0 1 1 0 0,1-1-1 0 0,-1 0 1 0 0,-4-3-1 0 0,6 4-7 0 0,0 0 0 0 0,1 0 0 0 0,-1 0 0 0 0,1 0 0 0 0,-1 0 0 0 0,1 0 0 0 0,-1 0 0 0 0,1-1 1 0 0,0 1-1 0 0,-1 0 0 0 0,1 0 0 0 0,0 0 0 0 0,0 0 0 0 0,0 0 0 0 0,0 0 0 0 0,0-1 0 0 0,0 1 0 0 0,0 0 0 0 0,1 0 0 0 0,-1 0 0 0 0,0 0 0 0 0,1 0 0 0 0,-1 0 0 0 0,0 0 1 0 0,1 0-1 0 0,-1 0 0 0 0,1 0 0 0 0,0 0 0 0 0,-1 0 0 0 0,1 0 0 0 0,0 0 0 0 0,1-1 0 0 0,9-11-451 0 0,1 0 0 0 0,0 1 0 0 0,0 0-1 0 0,1 1 1 0 0,20-13 0 0 0,79-42-2595 0 0,-77 46 1840 0 0,31-17-2487 0 0,2 1-1644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2 360 0 0,'0'0'4331'0'0,"1"0"-4229"0"0,-1 0-1 0 0,0 0 1 0 0,1-1 0 0 0,-1 1-1 0 0,1 0 1 0 0,-1 0 0 0 0,1 0-1 0 0,-1 0 1 0 0,0-1 0 0 0,1 1-1 0 0,-1 0 1 0 0,1 0 0 0 0,-1 0-1 0 0,1 0 1 0 0,-1 0 0 0 0,1 0-1 0 0,-1 0 1 0 0,0 0 0 0 0,1 0-1 0 0,0 1 1 0 0,-8 12 21 0 0,0 0 0 0 0,-1 0 0 0 0,-1-1 0 0 0,0 0 0 0 0,0 0 0 0 0,-13 11 1 0 0,9-9-78 0 0,-133 138-3594 0 0,95-104 1766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19 1200 0 0,'0'0'1026'0'0,"4"-10"2821"0"0,4 1-1201 0 0,-2 11-1451 0 0,0 24-481 0 0,-4-5-550 0 0,-1 1 1 0 0,0-1 0 0 0,-2 1 0 0 0,0-1 0 0 0,-5 23-1 0 0,-2-2-68 0 0,-22 63 0 0 0,14-61 210 0 0,16-55-316 0 0,2-11 12 0 0,1 13 32 0 0,10-33 60 0 0,23-50 0 0 0,-31 81-109 0 0,1 0 1 0 0,0 0 0 0 0,0 1 0 0 0,1 0-1 0 0,1 0 1 0 0,0 1 0 0 0,0-1 0 0 0,1 2-1 0 0,13-12 1 0 0,-18 17 11 0 0,0 0-1 0 0,0 1 1 0 0,1 0-1 0 0,-1-1 1 0 0,1 2-1 0 0,-1-1 0 0 0,1 0 1 0 0,0 1-1 0 0,-1 0 1 0 0,1 0-1 0 0,0 0 1 0 0,0 1-1 0 0,0-1 1 0 0,0 1-1 0 0,0 0 1 0 0,0 1-1 0 0,5 0 1 0 0,-2 1-1 0 0,-1 0 0 0 0,0 1 0 0 0,0-1 0 0 0,0 1 0 0 0,-1 1 0 0 0,1-1 0 0 0,-1 1 0 0 0,1 0 1 0 0,-1 1-1 0 0,9 8 0 0 0,-8-6 17 0 0,0 0 1 0 0,0 0 0 0 0,-1 1-1 0 0,1 0 1 0 0,-2 0-1 0 0,1 1 1 0 0,-1 0 0 0 0,-1 0-1 0 0,1 0 1 0 0,-2 0-1 0 0,1 1 1 0 0,-1-1 0 0 0,-1 1-1 0 0,0 0 1 0 0,0 0 0 0 0,-1 0-1 0 0,1 11 1 0 0,-3-15 8 0 0,1-1 1 0 0,-1 1-1 0 0,0-1 1 0 0,-1 0-1 0 0,1 1 0 0 0,-1-1 1 0 0,0 0-1 0 0,-5 9 1 0 0,6-13 21 0 0,-2-3-33 0 0,2 2-11 0 0,1 0-1 0 0,0 0 0 0 0,0 0 1 0 0,-1 0-1 0 0,1 0 1 0 0,0 0-1 0 0,0 0 0 0 0,-1 0 1 0 0,1 0-1 0 0,0 0 1 0 0,0 0-1 0 0,0 0 0 0 0,-1 0 1 0 0,1 0-1 0 0,0-1 0 0 0,0 1 1 0 0,-1 0-1 0 0,1 0 1 0 0,0 0-1 0 0,0 0 0 0 0,0 0 1 0 0,0-1-1 0 0,-1 1 0 0 0,1 0 1 0 0,0 0-1 0 0,0 0 1 0 0,0-1-1 0 0,0 1 0 0 0,0 0 1 0 0,0 0-1 0 0,0 0 1 0 0,-1-1-1 0 0,1 1 0 0 0,0 0 1 0 0,0 0-1 0 0,0-1 0 0 0,0 1 1 0 0,1-10 8 0 0,0 1 0 0 0,1 0 0 0 0,0 0 1 0 0,0-1-1 0 0,1 1 0 0 0,0 1 0 0 0,6-14 0 0 0,2 1 40 0 0,25-38 0 0 0,-28 48-62 0 0,0 0 0 0 0,1 0 0 0 0,1 1 0 0 0,-1 0 0 0 0,2 1 1 0 0,-1 0-1 0 0,1 1 0 0 0,13-8 0 0 0,-20 13 22 0 0,0 1 0 0 0,1 0 1 0 0,-1 0-1 0 0,0 0 0 0 0,0 0 0 0 0,1 1 1 0 0,-1 0-1 0 0,1 0 0 0 0,-1 0 0 0 0,1 1 1 0 0,0-1-1 0 0,-1 1 0 0 0,1 0 0 0 0,-1 0 1 0 0,1 1-1 0 0,0-1 0 0 0,-1 1 1 0 0,1 0-1 0 0,-1 0 0 0 0,1 1 0 0 0,-1-1 1 0 0,0 1-1 0 0,0 0 0 0 0,0 0 0 0 0,0 1 1 0 0,0-1-1 0 0,6 6 0 0 0,-6-5 17 0 0,-1 1 0 0 0,1 0 0 0 0,-1 0 0 0 0,0 0 0 0 0,-1 0 0 0 0,1 0 0 0 0,-1 1 0 0 0,1-1 0 0 0,-1 1 0 0 0,-1-1 0 0 0,1 1 0 0 0,-1 0 0 0 0,0 0 0 0 0,0 0-1 0 0,0 0 1 0 0,0 0 0 0 0,-1 10 0 0 0,-1 7 2 0 0,-1 0 0 0 0,-9 40-1 0 0,4-20 3 0 0,5-34-34 0 0,2-6 7 0 0,-1 0 0 0 0,1 0 0 0 0,-1 0 1 0 0,1 1-1 0 0,0-1 0 0 0,0 0 0 0 0,0 0 0 0 0,0 0 0 0 0,1 1 0 0 0,-1-1 1 0 0,0 0-1 0 0,2 4 0 0 0,-2-6-2 0 0,0 1 0 0 0,0 0 0 0 0,0-1 1 0 0,1 1-1 0 0,-1 0 0 0 0,0 0 0 0 0,0-1 0 0 0,1 1 1 0 0,-1 0-1 0 0,0-1 0 0 0,1 1 0 0 0,-1-1 0 0 0,1 1 1 0 0,-1-1-1 0 0,1 1 0 0 0,-1 0 0 0 0,1-1 0 0 0,-1 0 1 0 0,1 1-1 0 0,-1-1 0 0 0,1 1 0 0 0,0-1 0 0 0,-1 0 1 0 0,1 1-1 0 0,0-1 0 0 0,-1 0 0 0 0,1 0 0 0 0,0 1 1 0 0,-1-1-1 0 0,1 0 0 0 0,1 0 0 0 0,-1 0 1 0 0,1 1 2 0 0,1 0 1 0 0,0-1-1 0 0,-1 1 1 0 0,1-1 0 0 0,-1 0-1 0 0,1 0 1 0 0,0 0-1 0 0,-1 0 1 0 0,1 0 0 0 0,-1 0-1 0 0,1-1 1 0 0,4-1-1 0 0,31-11-49 0 0,-32 10 2 0 0,18-8-54 0 0,0 0 0 0 0,-1-2-1 0 0,0-1 1 0 0,30-24 0 0 0,-41 28 99 0 0,0 0 0 0 0,-1-1 0 0 0,0-1 1 0 0,0 0-1 0 0,-2-1 0 0 0,1 0 0 0 0,-2 0 0 0 0,13-25 1 0 0,-19 34 5 0 0,-1 1 0 0 0,1-1 1 0 0,-1 1-1 0 0,0-1 0 0 0,0 1 1 0 0,0-1-1 0 0,-1 0 0 0 0,1 1 1 0 0,-1-1-1 0 0,0 0 1 0 0,0 0-1 0 0,0 1 0 0 0,0-1 1 0 0,-1 0-1 0 0,0 1 0 0 0,0-1 1 0 0,0 0-1 0 0,0 1 0 0 0,0-1 1 0 0,0 1-1 0 0,-5-7 1 0 0,6 10-8 0 0,-1 0 1 0 0,0-1 0 0 0,0 1 0 0 0,0-1 0 0 0,0 1 0 0 0,1 0 0 0 0,-1 0 0 0 0,0-1 0 0 0,0 1 0 0 0,0 0 0 0 0,0 0 0 0 0,0 0 0 0 0,0 0 0 0 0,0 0 0 0 0,0 0 0 0 0,0 0 0 0 0,1 1 0 0 0,-1-1 0 0 0,0 0 0 0 0,0 0 0 0 0,0 1-1 0 0,0-1 1 0 0,0 0 0 0 0,1 1 0 0 0,-1-1 0 0 0,0 1 0 0 0,-1 0 0 0 0,-20 15 36 0 0,13-8-55 0 0,0 1 1 0 0,1 1-1 0 0,1-1 0 0 0,-1 1 1 0 0,1 0-1 0 0,1 1 0 0 0,-10 21 1 0 0,12-22 8 0 0,0 0 1 0 0,0 0 0 0 0,1 0-1 0 0,1 0 1 0 0,0 1 0 0 0,0 0-1 0 0,1-1 1 0 0,0 1 0 0 0,1 15-1 0 0,1-22 15 0 0,-1 0 0 0 0,1 0-1 0 0,0-1 1 0 0,0 1 0 0 0,0 0-1 0 0,0 0 1 0 0,1 0 0 0 0,0-1-1 0 0,0 1 1 0 0,0-1 0 0 0,0 1-1 0 0,0-1 1 0 0,1 0 0 0 0,-1 0-1 0 0,6 5 1 0 0,-3-4-8 0 0,-1-1-1 0 0,1 0 0 0 0,0 0 1 0 0,0 0-1 0 0,1-1 1 0 0,-1 0-1 0 0,0 0 1 0 0,1 0-1 0 0,-1 0 0 0 0,7 0 1 0 0,4 0-177 0 0,1-1 0 0 0,0 0-1 0 0,0-1 1 0 0,0-1 0 0 0,0-1 0 0 0,26-5 0 0 0,-16 0-551 0 0,0-1 1 0 0,-1-1-1 0 0,0-1 1 0 0,0-1-1 0 0,-1-2 1 0 0,0 0-1 0 0,-2-2 0 0 0,1 0 1 0 0,27-25-1 0 0,-15 5-1268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4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193 114 1352 0 0,'41'-112'9553'0'0,"-41"111"-9049"0"0,-9 14 632 0 0,-55 113 2504 0 0,-12 73-2304 0 0,68-176-1197 0 0,-51 176 268 0 0,43-112-3008 0 0,14-45-3535 0 0,2-38 4867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5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15 363 464 0 0,'-5'-8'3347'0'0,"4"7"-3017"0"0,0 0 1 0 0,0 0-1 0 0,0 0 1 0 0,0-1-1 0 0,1 1 0 0 0,-1 0 1 0 0,0-1-1 0 0,1 1 0 0 0,-1-1 1 0 0,1 1-1 0 0,-1 0 1 0 0,1-1-1 0 0,0 1 0 0 0,-1-1 1 0 0,1 1-1 0 0,0-1 0 0 0,0 1 1 0 0,1-3-1 0 0,0 3-279 0 0,0 1-1 0 0,1-1 1 0 0,-1 0 0 0 0,0 1-1 0 0,1-1 1 0 0,-1 0-1 0 0,1 1 1 0 0,-1 0 0 0 0,1-1-1 0 0,-1 1 1 0 0,1 0-1 0 0,-1 0 1 0 0,4 0 0 0 0,0-1 104 0 0,13-2-35 0 0,47-8 175 0 0,0-2 0 0 0,80-29 0 0 0,-125 35-266 0 0,-1-2 0 0 0,1 0 0 0 0,-2-1 0 0 0,0 0 0 0 0,0-2 1 0 0,-1 0-1 0 0,0-1 0 0 0,-1-1 0 0 0,-1 0 0 0 0,0-1 0 0 0,19-25 0 0 0,24-45 500 0 0,-57 84-453 0 0,-8 22 211 0 0,-33 72 142 0 0,4 1 0 0 0,-33 142 0 0 0,65-220-426 0 0,1 1 0 0 0,-2 32 0 0 0,5-48-1 0 0,0-1 0 0 0,0 1 1 0 0,0-1-1 0 0,0 1 0 0 0,0-1 0 0 0,0 1 1 0 0,1-1-1 0 0,-1 1 0 0 0,0-1 0 0 0,0 0 1 0 0,1 1-1 0 0,-1-1 0 0 0,0 1 0 0 0,1-1 1 0 0,-1 0-1 0 0,0 1 0 0 0,1-1 0 0 0,-1 0 1 0 0,1 1-1 0 0,-1-1 0 0 0,0 0 0 0 0,1 0 1 0 0,-1 1-1 0 0,1-1 0 0 0,-1 0 0 0 0,1 0 1 0 0,-1 0-1 0 0,1 0 0 0 0,-1 1 0 0 0,1-1 0 0 0,-1 0 1 0 0,1 0-1 0 0,-1 0 0 0 0,1 0 0 0 0,-1 0 1 0 0,1 0-1 0 0,-1-1 0 0 0,1 1 0 0 0,-1 0 1 0 0,1 0-1 0 0,20-6 47 0 0,49-33-17 0 0,-47 25-47 0 0,-1 1 0 0 0,2 1 0 0 0,43-16 0 0 0,-65 28 40 0 0,1-1 1 0 0,0 0 0 0 0,0 0-1 0 0,0 1 1 0 0,0 0 0 0 0,0-1 0 0 0,0 1-1 0 0,-1 0 1 0 0,1 1 0 0 0,0-1-1 0 0,0 0 1 0 0,0 1 0 0 0,0 0-1 0 0,0-1 1 0 0,-1 1 0 0 0,1 0-1 0 0,0 1 1 0 0,-1-1 0 0 0,1 0 0 0 0,-1 1-1 0 0,1-1 1 0 0,-1 1 0 0 0,0 0-1 0 0,5 4 1 0 0,0 2 94 0 0,-1 1-1 0 0,0 1 1 0 0,0-1 0 0 0,-1 1-1 0 0,6 14 1 0 0,-8-17-337 0 0,0 1 0 0 0,0-1 0 0 0,1-1-1 0 0,0 1 1 0 0,0 0 0 0 0,0-1 0 0 0,1 0 0 0 0,0 0 0 0 0,0 0 0 0 0,8 6 0 0 0,-6-9-170 0 0,-1 0 1 0 0,1 0-1 0 0,0-1 1 0 0,0 1-1 0 0,0-2 1 0 0,0 1 0 0 0,0-1-1 0 0,0 0 1 0 0,0-1-1 0 0,0 1 1 0 0,0-1-1 0 0,0-1 1 0 0,1 1 0 0 0,-1-1-1 0 0,0-1 1 0 0,0 1-1 0 0,11-5 1 0 0,-4 1 235 0 0,-1 0 0 0 0,0-1 0 0 0,0-1 0 0 0,0 0 0 0 0,-1 0 1 0 0,0-1-1 0 0,21-19 0 0 0,-18 10 1241 0 0,0 0 0 0 0,-1-1 0 0 0,18-31 0 0 0,0 1 2783 0 0,-31 50-3797 0 0,-1 0 0 0 0,0 0-1 0 0,1 1 1 0 0,-1-1 0 0 0,0 0-1 0 0,0 0 1 0 0,0 0 0 0 0,0 0-1 0 0,-1 0 1 0 0,1 0 0 0 0,-1 4-1 0 0,0-5-5 0 0,-1 11 139 0 0,-1 3-68 0 0,1-1-1 0 0,0 1 1 0 0,1 0 0 0 0,2 29-1 0 0,-1-41-131 0 0,1 0 0 0 0,-1 0 0 0 0,1 0 0 0 0,0 0 0 0 0,0 0 0 0 0,0 0 0 0 0,0 0 0 0 0,0 0 0 0 0,1 0 0 0 0,0 0 0 0 0,-1 0 0 0 0,1-1 0 0 0,0 1 0 0 0,0-1 0 0 0,0 1 0 0 0,1-1 0 0 0,-1 0 0 0 0,0 0 0 0 0,1 0 0 0 0,0 0 0 0 0,-1 0 0 0 0,1-1 0 0 0,0 1 0 0 0,0-1 0 0 0,0 0 0 0 0,0 0 0 0 0,0 0 0 0 0,0 0 0 0 0,3 0 0 0 0,0 1 37 0 0,0-1-1 0 0,0 0 0 0 0,0-1 0 0 0,0 0 0 0 0,0 0 0 0 0,0 0 0 0 0,0 0 1 0 0,0-1-1 0 0,0 0 0 0 0,0 0 0 0 0,-1-1 0 0 0,1 0 0 0 0,0 0 0 0 0,-1 0 1 0 0,1 0-1 0 0,-1-1 0 0 0,0 0 0 0 0,0 0 0 0 0,0-1 0 0 0,0 1 0 0 0,0-1 1 0 0,-1 0-1 0 0,0 0 0 0 0,0-1 0 0 0,0 1 0 0 0,0-1 0 0 0,-1 0 0 0 0,1 0 1 0 0,-1 0-1 0 0,0-1 0 0 0,-1 1 0 0 0,0 0 0 0 0,3-10 0 0 0,-3 5-26 0 0,0 0-1 0 0,0-1 0 0 0,-2 0 1 0 0,1 1-1 0 0,-1-1 1 0 0,-1 1-1 0 0,0-1 0 0 0,0 0 1 0 0,-1 1-1 0 0,0 0 1 0 0,-1-1-1 0 0,0 1 0 0 0,-1 0 1 0 0,0 1-1 0 0,-1-1 1 0 0,-9-16-1 0 0,12 24-87 0 0,0-1-1 0 0,0 1 1 0 0,0-1-1 0 0,0 1 1 0 0,0 0 0 0 0,-1 0-1 0 0,1 0 1 0 0,0 0-1 0 0,-1 1 1 0 0,0-1 0 0 0,1 1-1 0 0,-1-1 1 0 0,0 1-1 0 0,0 0 1 0 0,1 0 0 0 0,-1 0-1 0 0,0 0 1 0 0,-4 0-1 0 0,3 1-581 0 0,0 0-1 0 0,-1 0 0 0 0,1 0 1 0 0,0 1-1 0 0,-1 0 0 0 0,1 0 0 0 0,0 0 1 0 0,0 0-1 0 0,0 0 0 0 0,0 1 1 0 0,0 0-1 0 0,-5 3 0 0 0,-5 2-4810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289 447 2148 0 0,'0'-3'1729'0'0,"0"-3"-658"0"0,0-1 0 0 0,-1 1-1 0 0,0-1 1 0 0,0 1 0 0 0,-3-9 0 0 0,2 10-793 0 0,0 0 1 0 0,0 1 0 0 0,0-1 0 0 0,-1 1 0 0 0,1-1-1 0 0,-1 1 1 0 0,0 0 0 0 0,0 0 0 0 0,-1 0 0 0 0,1 0-1 0 0,-1 1 1 0 0,-4-4 0 0 0,6 6-236 0 0,-1 0 1 0 0,0 1-1 0 0,1-1 1 0 0,-1 1-1 0 0,1 0 1 0 0,-1-1-1 0 0,0 1 1 0 0,1 0-1 0 0,-1 0 1 0 0,0 1-1 0 0,1-1 1 0 0,-1 1-1 0 0,0-1 1 0 0,1 1-1 0 0,-1 0 0 0 0,1 0 1 0 0,-1 0-1 0 0,1 0 1 0 0,-5 3-1 0 0,-8 5 10 0 0,1 1-1 0 0,-1 1 1 0 0,2 1-1 0 0,-1 0 1 0 0,2 0-1 0 0,0 1 1 0 0,0 1-1 0 0,1 0 1 0 0,1 1-1 0 0,0 0 1 0 0,1 0-1 0 0,1 1 1 0 0,0 0-1 0 0,1 1 1 0 0,-5 18-1 0 0,11-31-53 0 0,1 0 0 0 0,-1 0 0 0 0,1 0 0 0 0,0-1 1 0 0,0 1-1 0 0,0 0 0 0 0,0 0 0 0 0,1 0 0 0 0,-1 0 0 0 0,1 0 0 0 0,0-1 0 0 0,3 7 0 0 0,-3-8 3 0 0,0 0 1 0 0,0 0 0 0 0,0 0-1 0 0,0 0 1 0 0,1-1 0 0 0,-1 1-1 0 0,1-1 1 0 0,-1 1 0 0 0,1-1-1 0 0,-1 1 1 0 0,1-1 0 0 0,0 0-1 0 0,0 0 1 0 0,0 0 0 0 0,-1 0-1 0 0,1 0 1 0 0,0 0 0 0 0,0 0-1 0 0,1-1 1 0 0,-1 1 0 0 0,0-1-1 0 0,0 1 1 0 0,0-1 0 0 0,0 0-1 0 0,0 0 1 0 0,0 0 0 0 0,3 0-1 0 0,11-2 11 0 0,0-1 0 0 0,0 0 0 0 0,0-1 0 0 0,0-1 0 0 0,-1 0 0 0 0,1-1-1 0 0,-1-1 1 0 0,-1 0 0 0 0,1-1 0 0 0,-1 0 0 0 0,-1-2 0 0 0,0 1 0 0 0,0-2 0 0 0,-1 0-1 0 0,0 0 1 0 0,18-23 0 0 0,-6 3 38 0 0,-2 0 0 0 0,-2-1 0 0 0,-1-2 0 0 0,21-49 0 0 0,44-148 188 0 0,-67 182-207 0 0,-9 20-20 0 0,-8 27 26 0 0,-2 4 36 0 0,-10 16 200 0 0,1 1 1 0 0,0-1 0 0 0,1 2 0 0 0,1-1 0 0 0,-11 35 0 0 0,-23 112 696 0 0,39-153-930 0 0,-4 25 195 0 0,-5 68 0 0 0,12-85-422 0 0,1 0 0 0 0,0 0 0 0 0,2 0 1 0 0,8 39-1 0 0,-9-55-358 0 0,1 1 0 0 0,-1-1 0 0 0,1 0 0 0 0,1 0 0 0 0,4 10 1 0 0,-5-13-239 0 0,0 0 0 0 0,-1 0 0 0 0,1 0 0 0 0,0 0 0 0 0,0 0 1 0 0,1 0-1 0 0,-1 0 0 0 0,4 2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122 529 68 0 0,'1'-2'1966'0'0,"-1"-1"-1606"0"0,1-1 405 0 0,0 0 1 0 0,0 0-1 0 0,0 0 0 0 0,-1 0 0 0 0,0 0 0 0 0,0 0 0 0 0,0 0 1 0 0,-1-6-1 0 0,0 8-305 0 0,1 2-416 0 0,0-1 0 0 0,0 1 0 0 0,0-1 0 0 0,0 1 1 0 0,-1 0-1 0 0,1-1 0 0 0,0 1 0 0 0,0 0 0 0 0,-1-1 0 0 0,1 1 0 0 0,0 0 0 0 0,-1-1 1 0 0,1 1-1 0 0,0 0 0 0 0,-1 0 0 0 0,1-1 0 0 0,0 1 0 0 0,-1 0 0 0 0,1 0 1 0 0,0 0-1 0 0,-1-1 0 0 0,1 1 0 0 0,-1 0 0 0 0,1 0 0 0 0,-1 0 0 0 0,-7 6 93 0 0,1 1-1 0 0,0 0 1 0 0,1 0-1 0 0,0 1 1 0 0,0-1-1 0 0,0 1 1 0 0,-5 11-1 0 0,-2 5-28 0 0,-13 36 0 0 0,21-49-110 0 0,1 1 0 0 0,1 0 0 0 0,-4 21 0 0 0,6-29 3 0 0,1 0 1 0 0,-1-1 0 0 0,1 1-1 0 0,0-1 1 0 0,0 1-1 0 0,1-1 1 0 0,-1 1-1 0 0,1-1 1 0 0,0 1-1 0 0,-1-1 1 0 0,2 1-1 0 0,-1-1 1 0 0,0 0 0 0 0,1 1-1 0 0,-1-1 1 0 0,1 0-1 0 0,3 5 1 0 0,-2-6 4 0 0,0-1 0 0 0,-1 1 1 0 0,1 0-1 0 0,0-1 0 0 0,-1 1 0 0 0,1-1 1 0 0,0 0-1 0 0,0 0 0 0 0,0 0 0 0 0,0 0 1 0 0,1-1-1 0 0,-1 1 0 0 0,0-1 0 0 0,0 0 1 0 0,0 0-1 0 0,0 0 0 0 0,0 0 0 0 0,1 0 1 0 0,4-2-1 0 0,5 0 9 0 0,-1-1 0 0 0,1-1 1 0 0,16-6-1 0 0,-17 5 18 0 0,1-1 0 0 0,-1 0 1 0 0,0-1-1 0 0,0 0 0 0 0,0-1 1 0 0,-1 0-1 0 0,-1-1 0 0 0,1 0 1 0 0,-1-1-1 0 0,-1 0 0 0 0,0-1 0 0 0,0 0 1 0 0,-1 0-1 0 0,-1 0 0 0 0,0-1 1 0 0,0-1-1 0 0,-1 1 0 0 0,-1-1 1 0 0,0 0-1 0 0,0 0 0 0 0,2-14 1 0 0,-2 3 64 0 0,-1-1 0 0 0,-2 1 1 0 0,0-1-1 0 0,-2-44 1 0 0,0 67-98 0 0,0 1 0 0 0,0 0 0 0 0,0 0 0 0 0,0 0 0 0 0,0 0 0 0 0,0 0 0 0 0,-1 0 0 0 0,1 0 0 0 0,0 0 0 0 0,-1 0 0 0 0,1 0 0 0 0,0 0 1 0 0,-1 0-1 0 0,1 0 0 0 0,-1 1 0 0 0,1-1 0 0 0,-1 0 0 0 0,0 0 0 0 0,1 0 0 0 0,-1 1 0 0 0,0-1 0 0 0,0 0 0 0 0,1 1 0 0 0,-3-2 0 0 0,2 2-4 0 0,0 0 0 0 0,0-1 0 0 0,0 1 0 0 0,-1 0 0 0 0,1 0 0 0 0,0 1 0 0 0,0-1 0 0 0,0 0 0 0 0,-1 0 0 0 0,1 0 0 0 0,0 1 0 0 0,0-1 0 0 0,0 1 0 0 0,0-1 0 0 0,0 1 0 0 0,-1-1 0 0 0,0 2 0 0 0,-3 1-10 0 0,0 1 0 0 0,0 0 0 0 0,0 0 1 0 0,1 0-1 0 0,0 0 0 0 0,0 1 0 0 0,-5 6 0 0 0,6-5-12 0 0,-1 1 0 0 0,1 0 0 0 0,0 0 1 0 0,0 0-1 0 0,1 0 0 0 0,0 0 0 0 0,0 1 0 0 0,1-1 0 0 0,0 1 1 0 0,0-1-1 0 0,1 15 0 0 0,0-18 22 0 0,0-1 0 0 0,0 0 0 0 0,1 1 1 0 0,0-1-1 0 0,0 0 0 0 0,0 1 0 0 0,0-1 0 0 0,0 0 0 0 0,0 0 1 0 0,1 0-1 0 0,0 0 0 0 0,-1 0 0 0 0,1 0 0 0 0,0 0 1 0 0,1-1-1 0 0,-1 1 0 0 0,0-1 0 0 0,1 1 0 0 0,-1-1 0 0 0,1 0 1 0 0,0 0-1 0 0,0 0 0 0 0,0-1 0 0 0,0 1 0 0 0,0 0 0 0 0,0-1 1 0 0,0 0-1 0 0,5 1 0 0 0,3 1 21 0 0,1-2 1 0 0,0 1-1 0 0,-1-2 1 0 0,1 1-1 0 0,0-2 0 0 0,0 0 1 0 0,-1 0-1 0 0,1-1 1 0 0,13-3-1 0 0,4-4 11 0 0,1 0 0 0 0,35-18 0 0 0,-40 14-7 0 0,0 0-1 0 0,-1-2 1 0 0,-1 0-1 0 0,0-2 1 0 0,-2-1-1 0 0,1 0 1 0 0,-2-2-1 0 0,34-41 1 0 0,-27 25 133 0 0,-2-1 0 0 0,-2-1 0 0 0,-1-2 1 0 0,30-76-1 0 0,-31 71 253 0 0,-20 43-312 0 0,-1 5-90 0 0,-1-1 1 0 0,0 1-1 0 0,0-1 0 0 0,0 1 0 0 0,0-1 0 0 0,0 1 0 0 0,-1-1 0 0 0,-1 3 0 0 0,-5 9 26 0 0,-44 121 50 0 0,-40 160 0 0 0,76-242-7 0 0,-55 189 576 0 0,-92 341 769 0 0,161-577-1412 0 0,-22 111 68 0 0,22-100-69 0 0,0-1 0 0 0,1 1 0 0 0,1-1 0 0 0,0 1 0 0 0,4 18 0 0 0,-4-33-3 0 0,0 0 1 0 0,0 0 0 0 0,1 0-1 0 0,-1-1 1 0 0,1 1 0 0 0,0 0-1 0 0,-1-1 1 0 0,1 1 0 0 0,0 0-1 0 0,0-1 1 0 0,0 1 0 0 0,0-1-1 0 0,0 1 1 0 0,0-1 0 0 0,0 0-1 0 0,1 1 1 0 0,-1-1 0 0 0,0 0-1 0 0,1 0 1 0 0,2 2 0 0 0,-1-2 0 0 0,-1 0 0 0 0,0-1 1 0 0,1 1-1 0 0,-1-1 1 0 0,0 0-1 0 0,1 0 1 0 0,-1 1-1 0 0,1-1 0 0 0,-1-1 1 0 0,0 1-1 0 0,1 0 1 0 0,-1-1-1 0 0,5 0 0 0 0,2-3 9 0 0,1 0 0 0 0,-1 0-1 0 0,0-1 1 0 0,0 0 0 0 0,0 0-1 0 0,11-10 1 0 0,-9 6 8 0 0,0-2-1 0 0,0 1 1 0 0,-1-2-1 0 0,0 1 1 0 0,-1-1-1 0 0,0-1 1 0 0,-1 0 0 0 0,-1 0-1 0 0,0 0 1 0 0,0-1-1 0 0,-2 0 1 0 0,0 0-1 0 0,5-22 1 0 0,-7 25-1 0 0,-1-1 1 0 0,-1 1-1 0 0,0 0 0 0 0,-1-1 0 0 0,0 1 0 0 0,0 0 1 0 0,-1-1-1 0 0,-1 1 0 0 0,0 0 0 0 0,0 0 1 0 0,-1 0-1 0 0,-1 0 0 0 0,0 0 0 0 0,0 1 0 0 0,-1-1 1 0 0,0 1-1 0 0,-1 0 0 0 0,-10-12 0 0 0,3 6-5 0 0,-2 1 0 0 0,0 0 0 0 0,-1 1-1 0 0,0 1 1 0 0,-1 1 0 0 0,0 0 0 0 0,-1 1-1 0 0,-33-14 1 0 0,-15-3 8 0 0,-83-21 0 0 0,82 28 9 0 0,48 15-31 0 0,6 2-29 0 0,0 0 0 0 0,0-1 0 0 0,-20-11 1 0 0,32 16 14 0 0,1 0-1 0 0,-1-1 1 0 0,0 1 0 0 0,1-1 0 0 0,-1 1 0 0 0,0-1 0 0 0,1 1 0 0 0,-1-1 0 0 0,1 0-1 0 0,-1 1 1 0 0,1-1 0 0 0,-1 0 0 0 0,1 1 0 0 0,0-1 0 0 0,-1 0 0 0 0,1 0-1 0 0,0 1 1 0 0,-1-1 0 0 0,1 0 0 0 0,0 0 0 0 0,0 0 0 0 0,0 1 0 0 0,0-1 0 0 0,0 0-1 0 0,0 0 1 0 0,0 0 0 0 0,0 1 0 0 0,0-1 0 0 0,0 0 0 0 0,0 0 0 0 0,0 0 0 0 0,1 1-1 0 0,-1-1 1 0 0,0 0 0 0 0,1 0 0 0 0,-1 1 0 0 0,0-1 0 0 0,1 0 0 0 0,-1 0-1 0 0,1 1 1 0 0,-1-1 0 0 0,1 1 0 0 0,0-2 0 0 0,4-3-139 0 0,-1 1 0 0 0,1-1-1 0 0,0 1 1 0 0,7-5 0 0 0,-12 9 147 0 0,31-21-718 0 0,0 1 0 0 0,2 2 0 0 0,45-19 0 0 0,113-34-3865 0 0,-119 46 1459 0 0,-8 2-1047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56 936 0 0,'1'-6'711'0'0,"1"1"-1"0"0,0-1 1 0 0,-1 1 0 0 0,2 0-1 0 0,-1-1 1 0 0,1 1 0 0 0,-1 0-1 0 0,5-5 1 0 0,-6 9-356 0 0,0 1-273 0 0,0-1-1 0 0,0 1 1 0 0,0 0-1 0 0,0 0 1 0 0,0 0-1 0 0,0 0 0 0 0,0 0 1 0 0,0 0-1 0 0,0 0 1 0 0,0 0-1 0 0,0 0 1 0 0,0 0-1 0 0,0 1 0 0 0,0-1 1 0 0,0 0-1 0 0,0 1 1 0 0,0-1-1 0 0,0 1 1 0 0,1 0-1 0 0,0 0 15 0 0,2 2 90 0 0,1 2 0 0 0,-1-1-1 0 0,0 1 1 0 0,0-1 0 0 0,0 1-1 0 0,-1 0 1 0 0,0 0 0 0 0,0 1-1 0 0,0-1 1 0 0,0 1 0 0 0,-1-1 0 0 0,0 1-1 0 0,2 9 1 0 0,2 10 287 0 0,4 46-1 0 0,-9-63-396 0 0,0 40 230 0 0,-1-34 66 0 0,0-1 0 0 0,4 24 0 0 0,-4-36-159 0 0,12-16-56 0 0,-3-3-106 0 0,3-8-24 0 0,2 1-1 0 0,18-26 0 0 0,-28 45-49 0 0,1 0 0 0 0,-1 1-1 0 0,1-1 1 0 0,0 1 0 0 0,0 1-1 0 0,0-1 1 0 0,1 1 0 0 0,0 0-1 0 0,0 0 1 0 0,0 0 0 0 0,0 1-1 0 0,1 0 1 0 0,11-4 0 0 0,-13 6 15 0 0,-1 0 1 0 0,0 1-1 0 0,1 0 0 0 0,-1 0 1 0 0,0 0-1 0 0,0 0 1 0 0,1 1-1 0 0,-1-1 1 0 0,0 1-1 0 0,0 0 0 0 0,1 0 1 0 0,6 4-1 0 0,3 2-17 0 0,0 0-1 0 0,15 11 0 0 0,3 2-21 0 0,-13-10 67 0 0,1-1-1 0 0,0 0 1 0 0,39 10-1 0 0,-54-17-3 0 0,1-1-1 0 0,-1 0 0 0 0,1 0 0 0 0,-1 0 0 0 0,1-1 1 0 0,0 0-1 0 0,-1 0 0 0 0,1 0 0 0 0,-1-1 0 0 0,1 0 0 0 0,-1 0 1 0 0,1 0-1 0 0,-1-1 0 0 0,0 1 0 0 0,1-2 0 0 0,-1 1 1 0 0,0 0-1 0 0,0-1 0 0 0,0 0 0 0 0,6-5 0 0 0,-8 5-5 0 0,-1 0 0 0 0,1 0 0 0 0,-1 0 0 0 0,0 0 0 0 0,0 0 0 0 0,0-1 0 0 0,0 1 0 0 0,-1-1 0 0 0,1 1 0 0 0,-1-1 0 0 0,0 1 0 0 0,0-1 0 0 0,0 0 0 0 0,-1 0 0 0 0,1 1 0 0 0,-1-1 0 0 0,0 0 0 0 0,0 0 0 0 0,0-4 0 0 0,-1 1 10 0 0,0 1 0 0 0,0-1 1 0 0,-1 1-1 0 0,1 0 0 0 0,-1-1 0 0 0,-1 1 0 0 0,1 0 0 0 0,-1 0 1 0 0,-7-10-1 0 0,9 15-20 0 0,1 1 0 0 0,-1-1 1 0 0,0 1-1 0 0,1-1 1 0 0,-1 1-1 0 0,0 0 0 0 0,0-1 1 0 0,1 1-1 0 0,-1 0 0 0 0,0 0 1 0 0,0 0-1 0 0,1-1 1 0 0,-1 1-1 0 0,0 0 0 0 0,0 0 1 0 0,0 0-1 0 0,0 0 0 0 0,1 0 1 0 0,-1 0-1 0 0,0 1 0 0 0,0-1 1 0 0,0 0-1 0 0,1 0 1 0 0,-1 0-1 0 0,0 1 0 0 0,0-1 1 0 0,1 1-1 0 0,-1-1 0 0 0,-1 1 1 0 0,-20 14-19 0 0,11-4 1 0 0,0 1-1 0 0,0 0 1 0 0,2 1 0 0 0,0 1-1 0 0,0-1 1 0 0,1 1 0 0 0,1 1-1 0 0,0-1 1 0 0,1 1 0 0 0,0 0-1 0 0,2 1 1 0 0,0-1 0 0 0,-3 24-1 0 0,6-34-61 0 0,0 0 0 0 0,1 0 0 0 0,0 0 0 0 0,0 0 0 0 0,0 0 0 0 0,1 0 0 0 0,0 0 0 0 0,0 0 0 0 0,0 0 0 0 0,0 0-1 0 0,1 0 1 0 0,0 0 0 0 0,0-1 0 0 0,0 1 0 0 0,1 0 0 0 0,-1-1 0 0 0,1 0 0 0 0,0 0 0 0 0,4 4 0 0 0,-2-3-163 0 0,0-1 1 0 0,1 1-1 0 0,0-1 1 0 0,0 0-1 0 0,0-1 1 0 0,0 0-1 0 0,1 0 1 0 0,-1 0-1 0 0,1 0 1 0 0,-1-1-1 0 0,1 0 1 0 0,0-1-1 0 0,9 2 1 0 0,7-1-775 0 0,-1-1 1 0 0,0-1 0 0 0,1 0-1 0 0,-1-2 1 0 0,39-8-1 0 0,-21 2-480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228 606 800 0 0,'9'-13'1055'0'0,"-1"-1"0"0"0,0 0 0 0 0,10-25 1 0 0,-16 34-796 0 0,-1 1 1 0 0,0 0 0 0 0,1-1 0 0 0,-2 1 0 0 0,1-1 0 0 0,0 0-1 0 0,-1 1 1 0 0,0-1 0 0 0,0 0 0 0 0,0 1 0 0 0,0-1 0 0 0,-1 0-1 0 0,0 1 1 0 0,0-1 0 0 0,0 1 0 0 0,-1-1 0 0 0,-2-5 0 0 0,3 9-211 0 0,1 0 0 0 0,-1 0 0 0 0,0 0 0 0 0,0 0 0 0 0,1 0 0 0 0,-1 0 1 0 0,0 0-1 0 0,0 0 0 0 0,0 0 0 0 0,0 1 0 0 0,0-1 0 0 0,0 0 1 0 0,-1 1-1 0 0,1-1 0 0 0,0 0 0 0 0,0 1 0 0 0,0 0 0 0 0,-1-1 1 0 0,1 1-1 0 0,0 0 0 0 0,-3-1 0 0 0,1 1 23 0 0,0 0 0 0 0,-1 1 0 0 0,1-1 0 0 0,-1 0 0 0 0,1 1 0 0 0,0 0 0 0 0,0 0 0 0 0,-5 2 0 0 0,-3 2 110 0 0,0 0 0 0 0,1 1 0 0 0,-18 13 0 0 0,13-7-100 0 0,1 0-1 0 0,0 2 0 0 0,1-1 0 0 0,1 2 0 0 0,-16 21 1 0 0,21-25-89 0 0,0 0 0 0 0,1 0 0 0 0,0 1 0 0 0,0 0 1 0 0,1 0-1 0 0,1 0 0 0 0,0 1 0 0 0,-3 22 0 0 0,6-31 7 0 0,1 0 1 0 0,0-1-1 0 0,0 1 0 0 0,0 0 0 0 0,0 0 1 0 0,1 0-1 0 0,-1 0 0 0 0,3 7 0 0 0,-2-10 10 0 0,-1 0-1 0 0,1 1 1 0 0,0-1 0 0 0,0 0-1 0 0,0 1 1 0 0,0-1-1 0 0,0 0 1 0 0,0 0-1 0 0,0 0 1 0 0,0 0-1 0 0,0 0 1 0 0,0 0 0 0 0,1 0-1 0 0,-1 0 1 0 0,0-1-1 0 0,1 1 1 0 0,-1 0-1 0 0,1-1 1 0 0,-1 1-1 0 0,0-1 1 0 0,1 1 0 0 0,-1-1-1 0 0,1 0 1 0 0,0 0-1 0 0,-1 0 1 0 0,1 1-1 0 0,2-2 1 0 0,4 1 3 0 0,1-1-1 0 0,-1 0 1 0 0,1 0 0 0 0,-1-1-1 0 0,1 0 1 0 0,-1-1 0 0 0,0 0 0 0 0,0 0-1 0 0,9-5 1 0 0,-3 0 8 0 0,-1-1 0 0 0,0 0 0 0 0,-1 0 0 0 0,19-19 0 0 0,-9 3 8 0 0,0 0 0 0 0,-2-1-1 0 0,-1-1 1 0 0,21-39 0 0 0,-15 16-8 0 0,-2 0-1 0 0,29-94 1 0 0,7-112-267 0 0,-58 255 198 0 0,-14 13-33 0 0,8-3 106 0 0,-1 0 0 0 0,2 0-1 0 0,-1 0 1 0 0,1 1 0 0 0,1 0 0 0 0,-5 20-1 0 0,1-6 27 0 0,-49 195 285 0 0,52-196-345 0 0,1 0 0 0 0,1 0 0 0 0,1 0 0 0 0,1 0 0 0 0,1 0 0 0 0,1 0 0 0 0,8 40 1 0 0,-8-57 11 0 0,0 0 1 0 0,0 0 0 0 0,0-1 0 0 0,1 1-1 0 0,-1-1 1 0 0,1 0 0 0 0,1 1 0 0 0,-1-2 0 0 0,1 1-1 0 0,0 0 1 0 0,0-1 0 0 0,0 1 0 0 0,0-1-1 0 0,1 0 1 0 0,0 0 0 0 0,0-1 0 0 0,0 0-1 0 0,0 0 1 0 0,1 0 0 0 0,-1 0 0 0 0,1-1 0 0 0,-1 0-1 0 0,1 0 1 0 0,0 0 0 0 0,0-1 0 0 0,0 0-1 0 0,0 0 1 0 0,0 0 0 0 0,0-1 0 0 0,0 0 0 0 0,0 0-1 0 0,0-1 1 0 0,0 0 0 0 0,0 0 0 0 0,0 0-1 0 0,0-1 1 0 0,11-4 0 0 0,-4 1 6 0 0,-1-1 1 0 0,1-1 0 0 0,-1 0-1 0 0,0-1 1 0 0,-1 0-1 0 0,0 0 1 0 0,0-2-1 0 0,-1 1 1 0 0,0-1-1 0 0,-1-1 1 0 0,0 0-1 0 0,11-17 1 0 0,6-14 125 0 0,-3 0-1 0 0,22-57 1 0 0,-20 48 172 0 0,-24 49-288 0 0,-2 12-57 0 0,-1 0 27 0 0,1-1 1 0 0,-1 1-1 0 0,-1-1 1 0 0,-4 12-1 0 0,-6 26-47 0 0,7-17 13 0 0,1-5 31 0 0,-3 40 0 0 0,7-59 9 0 0,1 0 0 0 0,0 0 0 0 0,0 1 1 0 0,1-1-1 0 0,0 0 0 0 0,0 0 0 0 0,0 0 0 0 0,1 0 0 0 0,0 0 0 0 0,0 0 0 0 0,6 10 0 0 0,-7-14-82 0 0,0 0 0 0 0,1 0 1 0 0,-1-1-1 0 0,1 1 0 0 0,-1 0 0 0 0,1 0 0 0 0,0-1 0 0 0,0 1 0 0 0,0-1 0 0 0,-1 0 0 0 0,2 0 0 0 0,-1 1 0 0 0,0-1 0 0 0,0 0 0 0 0,0 0 0 0 0,0-1 0 0 0,1 1 0 0 0,3 0 0 0 0,-2 0-32 0 0,0-1-1 0 0,0 0 0 0 0,0-1 0 0 0,0 1 1 0 0,0-1-1 0 0,0 0 0 0 0,0 0 0 0 0,-1 0 0 0 0,1 0 1 0 0,5-3-1 0 0,1-1-5 0 0,-1 0 0 0 0,0-1 0 0 0,0 0 0 0 0,0 0 0 0 0,-1-1 0 0 0,0 0 0 0 0,11-12 0 0 0,-3-2 130 0 0,-1 0 1 0 0,-1-1 0 0 0,12-26-1 0 0,29-73 2080 0 0,-53 117-1940 0 0,-1 2 76 0 0,0 3-199 0 0,0 1-17 0 0,0-1-1 0 0,0 1 0 0 0,0-1 1 0 0,0 1-1 0 0,0 0 0 0 0,-1-1 0 0 0,1 1 1 0 0,-1 0-1 0 0,1 0 0 0 0,-1 0 1 0 0,1-1-1 0 0,-1 1 0 0 0,0 0 1 0 0,0 0-1 0 0,0 0 0 0 0,0 0 1 0 0,0 0-1 0 0,0-1 0 0 0,-1 1 1 0 0,0 3-1 0 0,0 4 28 0 0,0 7-105 0 0,-2 11-334 0 0,2-1 0 0 0,1 0 1 0 0,1 1-1 0 0,6 34 0 0 0,-7-58-97 0 0,1 0-1 0 0,0-1 1 0 0,0 1 0 0 0,0-1-1 0 0,0 1 1 0 0,0-1 0 0 0,0 0-1 0 0,2 3 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5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36 1620 0 0,'0'-2'415'0'0,"-1"0"-1"0"0,1 0 1 0 0,0 0-1 0 0,-1 0 1 0 0,1 0-1 0 0,-1 0 0 0 0,0 0 1 0 0,0 0-1 0 0,1 1 1 0 0,-1-1-1 0 0,0 0 1 0 0,-1 0-1 0 0,1 1 1 0 0,0-1-1 0 0,-3-2 1 0 0,3 4-336 0 0,0-1 0 0 0,0 1 0 0 0,0-1 0 0 0,0 1 0 0 0,-1-1 0 0 0,1 1 1 0 0,0 0-1 0 0,-1 0 0 0 0,1 0 0 0 0,0 0 0 0 0,0 0 0 0 0,-1 0 0 0 0,1 0 0 0 0,0 0 1 0 0,0 0-1 0 0,-1 0 0 0 0,1 1 0 0 0,0-1 0 0 0,0 0 0 0 0,-1 1 0 0 0,1-1 0 0 0,0 1 1 0 0,0 0-1 0 0,0-1 0 0 0,-2 2 0 0 0,-11 7 162 0 0,0 1 0 0 0,0 1 0 0 0,1 0 0 0 0,1 1 0 0 0,0 0 0 0 0,0 1 0 0 0,1 0 0 0 0,-12 19 0 0 0,12-15-201 0 0,1 0 1 0 0,1 0-1 0 0,0 1 1 0 0,1 1-1 0 0,1-1 1 0 0,-8 38-1 0 0,14-51-71 0 0,0 1-1 0 0,0-1 0 0 0,0 0 1 0 0,1 1-1 0 0,0-1 1 0 0,1 0-1 0 0,-1 1 0 0 0,1-1 1 0 0,0 0-1 0 0,0 1 0 0 0,0-1 1 0 0,1 0-1 0 0,3 6 1 0 0,-4-8-69 0 0,1 0 1 0 0,0-1 0 0 0,0 1-1 0 0,0-1 1 0 0,0 0 0 0 0,0 1-1 0 0,0-1 1 0 0,1 0-1 0 0,-1 0 1 0 0,1-1 0 0 0,-1 1-1 0 0,1 0 1 0 0,0-1 0 0 0,0 0-1 0 0,0 1 1 0 0,0-1 0 0 0,0-1-1 0 0,0 1 1 0 0,0 0 0 0 0,0-1-1 0 0,0 1 1 0 0,0-1 0 0 0,0 0-1 0 0,4 0 1 0 0,2 0-529 0 0,1-1 1 0 0,-1 0-1 0 0,0-1 1 0 0,0 0 0 0 0,1 0-1 0 0,-1-1 1 0 0,15-7-1 0 0,0-3-1783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94 146 416 0 0,'8'-29'2420'0'0,"1"-8"1998"0"0,6-40 0 0 0,-15 74-3470 0 0,0 7-701 0 0,0-1-1 0 0,0 1 1 0 0,0-1-1 0 0,-1 1 1 0 0,0-1-1 0 0,1 1 1 0 0,-4 6-1 0 0,0 3 395 0 0,-44 266 4129 0 0,-4 13-3821 0 0,48-274-1207 0 0,-6 29-1773 0 0,9-42 1439 0 0,1-1 1 0 0,-1 0-1 0 0,1 0 1 0 0,0 0-1 0 0,1 1 1 0 0,-1-1-1 0 0,1 0 1 0 0,1 7-1 0 0,-1-10 209 0 0,-1 0 0 0 0,0 0 0 0 0,1 0-1 0 0,-1-1 1 0 0,1 1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0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26 113 372 0 0,'44'-70'17561'0'0,"-44"79"-17041"0"0,0-3-378 0 0,0-1 1 0 0,0 0-1 0 0,-1 1 1 0 0,1-1-1 0 0,-3 7 1 0 0,-19 60 330 0 0,10-36-815 0 0,1 0 0 0 0,-8 56 1 0 0,19-89 163 0 0,-1 0-1 0 0,1 0 1 0 0,0 0 0 0 0,0-1 0 0 0,0 1-1 0 0,0 0 1 0 0,0 0 0 0 0,1 0 0 0 0,-1-1 0 0 0,1 1-1 0 0,0 0 1 0 0,0 0 0 0 0,0-1 0 0 0,0 1 0 0 0,0-1-1 0 0,0 1 1 0 0,1-1 0 0 0,-1 1 0 0 0,1-1 0 0 0,0 0-1 0 0,0 0 1 0 0,0 0 0 0 0,0 0 0 0 0,0 0-1 0 0,4 3 1 0 0,-2-3-39 0 0,0-1 0 0 0,0 1 0 0 0,0-1-1 0 0,0 0 1 0 0,0 0 0 0 0,1 0 0 0 0,-1-1 0 0 0,0 1-1 0 0,1-1 1 0 0,-1 0 0 0 0,0 0 0 0 0,1-1-1 0 0,-1 1 1 0 0,0-1 0 0 0,1 0 0 0 0,4-2 0 0 0,0 0 87 0 0,-1 0 0 0 0,0-1 0 0 0,0 0 1 0 0,0 0-1 0 0,-1-1 0 0 0,1 0 0 0 0,-1 0 1 0 0,10-10-1 0 0,50-58 1192 0 0,-35 35 1432 0 0,7-9 1464 0 0,-38 45-3496 0 0,-1 3-454 0 0,0-1 0 0 0,1 0 0 0 0,-1 0 0 0 0,0 1 1 0 0,1-1-1 0 0,-1 0 0 0 0,0 1 0 0 0,0-1 0 0 0,1 0 0 0 0,-1 1 0 0 0,0-1 0 0 0,0 0 0 0 0,0 1 0 0 0,0-1 0 0 0,1 0 0 0 0,-1 1 0 0 0,0-1 0 0 0,0 1 0 0 0,0-1 0 0 0,0 0 0 0 0,0 1 0 0 0,0-1 1 0 0,0 1-1 0 0,0-1 0 0 0,0 0 0 0 0,0 1 0 0 0,0-1 0 0 0,0 1 0 0 0,0-1 0 0 0,-1 0 0 0 0,1 1 0 0 0,0-1 0 0 0,0 1 0 0 0,-6 20 97 0 0,5-16-70 0 0,-10 36 103 0 0,-4 22-51 0 0,14-57-76 0 0,1-1 0 0 0,-1 1 0 0 0,1 0 1 0 0,0-1-1 0 0,1 1 0 0 0,-1-1 0 0 0,1 1 1 0 0,0 0-1 0 0,3 6 0 0 0,-4-10-3 0 0,1 0 0 0 0,0-1 0 0 0,0 1 0 0 0,0 0 0 0 0,0 0 0 0 0,0-1 1 0 0,0 1-1 0 0,0 0 0 0 0,1-1 0 0 0,-1 1 0 0 0,1-1 0 0 0,-1 0 0 0 0,1 1 0 0 0,-1-1 0 0 0,1 0 0 0 0,0 0 0 0 0,0 0 0 0 0,-1 0 0 0 0,1 0 1 0 0,0-1-1 0 0,0 1 0 0 0,0 0 0 0 0,0-1 0 0 0,0 1 0 0 0,0-1 0 0 0,0 0 0 0 0,0 0 0 0 0,0 0 0 0 0,0 0 0 0 0,0 0 0 0 0,0 0 0 0 0,0 0 1 0 0,0-1-1 0 0,0 1 0 0 0,0-1 0 0 0,0 0 0 0 0,0 1 0 0 0,2-2 0 0 0,3-1 22 0 0,-1 0 0 0 0,1 0-1 0 0,-1-1 1 0 0,1 0 0 0 0,-1 0 0 0 0,0 0-1 0 0,-1-1 1 0 0,1 0 0 0 0,7-8 0 0 0,-9 7-18 0 0,1-1 1 0 0,-1 0 0 0 0,0 0-1 0 0,0 0 1 0 0,0 0 0 0 0,-1-1-1 0 0,-1 1 1 0 0,1-1 0 0 0,-1 0-1 0 0,2-13 1 0 0,-2-3 31 0 0,-1 0-1 0 0,-2-29 1 0 0,0 30-43 0 0,1 0 1 0 0,4-37-1 0 0,-3 56-10 0 0,0 0-1 0 0,1 0 0 0 0,-1 0 1 0 0,1 1-1 0 0,0-1 0 0 0,0 0 0 0 0,0 1 1 0 0,0-1-1 0 0,1 1 0 0 0,0 0 1 0 0,-1 0-1 0 0,1 0 0 0 0,0 0 0 0 0,1 0 1 0 0,-1 1-1 0 0,0 0 0 0 0,1-1 1 0 0,-1 1-1 0 0,1 0 0 0 0,0 1 0 0 0,0-1 1 0 0,-1 1-1 0 0,1-1 0 0 0,0 1 1 0 0,8-1-1 0 0,-5 0-8 0 0,1 1 1 0 0,0 0-1 0 0,-1 1 0 0 0,1-1 0 0 0,0 1 1 0 0,0 1-1 0 0,-1-1 0 0 0,1 1 1 0 0,0 1-1 0 0,-1 0 0 0 0,1 0 1 0 0,-1 0-1 0 0,9 4 0 0 0,-9-1 2 0 0,0-1 1 0 0,1 1-1 0 0,-2 0 0 0 0,1 1 0 0 0,-1-1 0 0 0,1 1 0 0 0,-2 1 1 0 0,1-1-1 0 0,-1 1 0 0 0,0 0 0 0 0,0 0 0 0 0,-1 0 0 0 0,0 1 0 0 0,6 14 1 0 0,-6-11 33 0 0,-1 1 1 0 0,0 0 0 0 0,-1 0 0 0 0,0 0-1 0 0,-1 0 1 0 0,0 0 0 0 0,-1 0 0 0 0,0 0 0 0 0,-4 23-1 0 0,3-8 178 0 0,3-17 3 0 0,3-17 154 0 0,4-14-363 0 0,2 1 0 0 0,0 0-1 0 0,0 1 1 0 0,2 0 0 0 0,1 1 0 0 0,0 1 0 0 0,1 0 0 0 0,1 1 0 0 0,0 0 0 0 0,1 2 0 0 0,25-17-1 0 0,-41 30 5 0 0,1-1 0 0 0,0 1-1 0 0,0 0 1 0 0,-1 0 0 0 0,1 0-1 0 0,0 1 1 0 0,0-1 0 0 0,0 0-1 0 0,0 1 1 0 0,0-1 0 0 0,0 1-1 0 0,0 0 1 0 0,0 0 0 0 0,0-1-1 0 0,0 1 1 0 0,0 1 0 0 0,1-1-1 0 0,-1 0 1 0 0,0 0 0 0 0,0 1-1 0 0,0-1 1 0 0,0 1 0 0 0,0 0-1 0 0,0-1 1 0 0,-1 1 0 0 0,1 0-1 0 0,0 0 1 0 0,0 0 0 0 0,-1 1-1 0 0,1-1 1 0 0,2 2 0 0 0,0 2 50 0 0,0 0 0 0 0,-1-1 0 0 0,0 1 0 0 0,0 0 0 0 0,0 1 0 0 0,-1-1 1 0 0,1 0-1 0 0,-1 1 0 0 0,0 0 0 0 0,1 7 0 0 0,5 20 144 0 0,-2 0-1 0 0,5 68 1 0 0,-6-81-574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1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289 125 2140 0 0,'-93'-41'5956'0'0,"-30"-11"-1175"0"0,63 25-6721 0 0,47 22-3566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1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0 888 0 0,'-48'9'3631'0'0,"32"-7"-2497"0"0,-1 1 0 0 0,1 1 0 0 0,-1 0 1 0 0,-23 11-1 0 0,39-15-1110 0 0,1 0 0 0 0,0 0 0 0 0,-1 0 0 0 0,1 0 0 0 0,0 0 0 0 0,-1 0 0 0 0,1 0 0 0 0,0 1 0 0 0,0-1 0 0 0,-1 0 0 0 0,1 0 0 0 0,0 0 0 0 0,-1 0 0 0 0,1 1 0 0 0,0-1 0 0 0,0 0 0 0 0,-1 0 0 0 0,1 1 0 0 0,0-1 0 0 0,0 0 0 0 0,0 0 0 0 0,-1 1 0 0 0,1-1 0 0 0,0 0 0 0 0,0 1 0 0 0,0-1 1 0 0,0 0-1 0 0,0 1 0 0 0,-1-1 0 0 0,1 0 0 0 0,0 1 0 0 0,0-1 0 0 0,0 0 0 0 0,0 1 0 0 0,0-1 0 0 0,12 6 283 0 0,25-2-142 0 0,-36-4-136 0 0,385 0 462 0 0,-167-4-1583 0 0,-83 2-4090 0 0,-99 1 1813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4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1 372 0 0,'0'0'9877'0'0,"-2"14"-9968"0"0,-2-1 125 0 0,0-1 0 0 0,-1 0 0 0 0,-1 0 0 0 0,0 0 0 0 0,-10 15 0 0 0,-45 54-136 0 0,53-70 44 0 0,-30 34-586 0 0,-8 6-677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36 1792 0 0,'7'-15'4389'0'0,"1"-5"1323"0"0,-18 35-4418 0 0,-28 58-412 0 0,3 1 0 0 0,-26 84-1 0 0,-31 163-159 0 0,92-321-722 0 0,-32 166 227 0 0,30-149-271 0 0,0-1 0 0 0,2 1 0 0 0,0-1 1 0 0,1 0-1 0 0,1 1 0 0 0,0-1 0 0 0,1 0 0 0 0,6 18 0 0 0,-8-30-142 0 0,0-1-1 0 0,0 1 0 0 0,1-1 1 0 0,0 1-1 0 0,-1-1 0 0 0,1 0 1 0 0,1 0-1 0 0,-1 0 0 0 0,0 0 1 0 0,1 0-1 0 0,4 4 0 0 0,-5-6-21 0 0,0 0 0 0 0,-1 0-1 0 0,1 0 1 0 0,0-1-1 0 0,0 1 1 0 0,-1-1-1 0 0,1 1 1 0 0,0-1-1 0 0,0 1 1 0 0,0-1-1 0 0,0 0 1 0 0,0 0-1 0 0,0 0 1 0 0,0 0-1 0 0,0 0 1 0 0,-1-1 0 0 0,1 1-1 0 0,0-1 1 0 0,0 1-1 0 0,0-1 1 0 0,0 1-1 0 0,-1-1 1 0 0,1 0-1 0 0,2-1 1 0 0,10-7-2612 0 0,-2-3-891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5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24 102 976 0 0,'0'-6'996'0'0,"-2"-4"789"0"0,1-1-1 0 0,0 0 1 0 0,2-17-1 0 0,-1 26-1729 0 0,1 0-1 0 0,0 1 1 0 0,0-1 0 0 0,0 0-1 0 0,0 1 1 0 0,1-1-1 0 0,-1 1 1 0 0,0-1-1 0 0,0 1 1 0 0,1 0 0 0 0,-1-1-1 0 0,1 1 1 0 0,0 0-1 0 0,-1 0 1 0 0,1 0 0 0 0,0 0-1 0 0,-1 1 1 0 0,1-1-1 0 0,0 0 1 0 0,0 1 0 0 0,0-1-1 0 0,0 1 1 0 0,1-1-1 0 0,8-1 79 0 0,0 0-1 0 0,0 0 1 0 0,1 1-1 0 0,-1 1 1 0 0,0 0-1 0 0,0 0 1 0 0,0 1-1 0 0,0 0 1 0 0,0 1-1 0 0,0 1 1 0 0,0-1-1 0 0,15 7 1 0 0,-19-6 5 0 0,1 0 0 0 0,0 0-1 0 0,-1 1 1 0 0,0 0 0 0 0,0 1 0 0 0,0-1 0 0 0,-1 1 0 0 0,1 1-1 0 0,-1-1 1 0 0,0 1 0 0 0,-1 0 0 0 0,1 0 0 0 0,-1 1 0 0 0,0-1-1 0 0,-1 1 1 0 0,0 0 0 0 0,6 13 0 0 0,-9-15-41 0 0,1 1-1 0 0,-1-1 1 0 0,0 1-1 0 0,0 0 1 0 0,0-1-1 0 0,-1 1 1 0 0,0 0-1 0 0,0 0 1 0 0,0-1-1 0 0,-1 1 1 0 0,0 0-1 0 0,-3 8 1 0 0,1-5-28 0 0,0 0 0 0 0,-1-1 0 0 0,0 1 0 0 0,0-1 0 0 0,-1 0 1 0 0,-1 0-1 0 0,-6 8 0 0 0,-1-2-17 0 0,0-1-1 0 0,-1 0 1 0 0,0 0-1 0 0,-1-2 1 0 0,0 0 0 0 0,-1-1-1 0 0,-18 10 1 0 0,19-14-87 0 0,1 1 1 0 0,-29 7-1 0 0,37-13-289 0 0,0 1 0 0 0,0-1 0 0 0,-1 0 0 0 0,1-1 0 0 0,0 1 0 0 0,0-1 0 0 0,0-1 0 0 0,-1 1 0 0 0,-8-2 0 0 0,15 1 91 0 0,-1 1-1 0 0,0 0 0 0 0,0-1 1 0 0,0 1-1 0 0,1-1 0 0 0,-1 1 1 0 0,0-1-1 0 0,0 1 0 0 0,1-1 1 0 0,-1 0-1 0 0,1 1 0 0 0,-1-1 1 0 0,0 0-1 0 0,1 1 0 0 0,-1-1 1 0 0,1 0-1 0 0,0 0 0 0 0,-1 0 1 0 0,1 1-1 0 0,-1-1 0 0 0,1 0 1 0 0,0 0-1 0 0,0 0 0 0 0,0 0 1 0 0,-1 0-1 0 0,1 1 0 0 0,0-3 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77 876 0 0,'-5'-55'10880'0'0,"0"34"-5750"0"0,1 24-5091 0 0,0 1-1 0 0,0 0 1 0 0,0 0-1 0 0,1 0 1 0 0,-1 1 0 0 0,1-1-1 0 0,-5 10 1 0 0,-18 42 153 0 0,18-38-156 0 0,-25 57 131 0 0,-27 97 0 0 0,50-137-570 0 0,1 2 0 0 0,2-1 0 0 0,2 1 0 0 0,1 0 0 0 0,2 41 0 0 0,2-68-128 0 0,1 0 0 0 0,0 0-1 0 0,1 0 1 0 0,0 0 0 0 0,6 15 0 0 0,-6-20-41 0 0,0 0 1 0 0,1 0-1 0 0,-1 0 1 0 0,1 0 0 0 0,0 0-1 0 0,0-1 1 0 0,1 0 0 0 0,-1 1-1 0 0,1-1 1 0 0,0 0 0 0 0,8 5-1 0 0,1-1-2319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106 340 1384 0 0,'34'-142'9390'0'0,"-34"140"-8770"0"0,-7 26 215 0 0,-103 282 1061 0 0,100-277-1769 0 0,-1 3 274 0 0,10-30-315 0 0,1-4-22 0 0,4-17-34 0 0,18-63 84 0 0,41-99-1 0 0,-44 135-164 0 0,3 0 0 0 0,1 2 0 0 0,44-62-1 0 0,-63 100 27 0 0,0 1-1 0 0,0-1 1 0 0,0 1-1 0 0,0 0 0 0 0,1 1 1 0 0,0-1-1 0 0,0 1 1 0 0,0 0-1 0 0,1 0 0 0 0,0 1 1 0 0,-1-1-1 0 0,10-3 1 0 0,-14 7 29 0 0,1 0 1 0 0,0-1-1 0 0,0 1 1 0 0,0 0-1 0 0,0 0 1 0 0,0 0-1 0 0,0 0 1 0 0,-1 1-1 0 0,1-1 0 0 0,0 0 1 0 0,0 1-1 0 0,0-1 1 0 0,-1 1-1 0 0,1 0 1 0 0,0-1-1 0 0,0 1 1 0 0,-1 0-1 0 0,1 0 1 0 0,-1 0-1 0 0,1 0 1 0 0,-1 1-1 0 0,1-1 1 0 0,-1 0-1 0 0,0 0 1 0 0,1 1-1 0 0,-1-1 1 0 0,1 3-1 0 0,2 1 42 0 0,-1 1 0 0 0,0 0 0 0 0,0 0 0 0 0,0 0 0 0 0,-1 0-1 0 0,3 7 1 0 0,1 12 66 0 0,-1 1 0 0 0,-1 0 0 0 0,0 48 0 0 0,-9 80-129 0 0,0-70-404 0 0,1-29-1994 0 0,-5-20-3248 0 0,6-24 1166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25 136 1648 0 0,'-3'-4'948'0'0,"-1"1"0"0"0,1 0 0 0 0,0-1 0 0 0,0 0 0 0 0,1 0 0 0 0,-5-7 0 0 0,7 11-913 0 0,0-1 0 0 0,0 0 1 0 0,0 1-1 0 0,0-1 0 0 0,0 1 0 0 0,0-1 0 0 0,0 0 0 0 0,1 1 0 0 0,-1-1 1 0 0,0 1-1 0 0,0-1 0 0 0,1 0 0 0 0,-1 1 0 0 0,0-1 0 0 0,0 1 1 0 0,1-1-1 0 0,-1 1 0 0 0,1-1 0 0 0,-1 1 0 0 0,0-1 0 0 0,1 1 1 0 0,-1 0-1 0 0,1-1 0 0 0,-1 1 0 0 0,1 0 0 0 0,-1-1 0 0 0,1 1 0 0 0,-1 0 1 0 0,1 0-1 0 0,0-1 0 0 0,-1 1 0 0 0,2 0 0 0 0,20-8 246 0 0,-20 7-253 0 0,140-32 517 0 0,7-3-5423 0 0,-115 26 1862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6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19 1660 0 0,'7'-19'8154'0'0,"-4"31"-7301"0"0,0 0 1 0 0,-2 0 0 0 0,1 0-1 0 0,-1 0 1 0 0,-1 0 0 0 0,-2 23-1 0 0,0 3 60 0 0,0 61 75 0 0,-5 0-1 0 0,-21 102 1 0 0,-31 61-6918 0 0,48-223-94 0 0,8-24 717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1244 0 0,'7'-44'8514'0'0,"-7"43"-8439"0"0,0-1-1 0 0,1 1 0 0 0,-1 0 0 0 0,0-1 1 0 0,1 1-1 0 0,-1 0 0 0 0,1 0 1 0 0,0-1-1 0 0,-1 1 0 0 0,1 0 0 0 0,0 0 1 0 0,0 0-1 0 0,-1 0 0 0 0,1 0 1 0 0,0 0-1 0 0,0 0 0 0 0,0 0 1 0 0,0 0-1 0 0,1 0 0 0 0,-1 1 0 0 0,0-1 1 0 0,0 0-1 0 0,0 1 0 0 0,3-1 1 0 0,35-11 185 0 0,-29 10-113 0 0,47-12 78 0 0,13-4-1302 0 0,-24 4-4000 0 0,-31 9 1387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7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1 580 0 0,'-19'12'3978'0'0,"13"-9"-3271"0"0,1 0 0 0 0,0 1 0 0 0,0 0 0 0 0,0-1 0 0 0,0 2 0 0 0,1-1 0 0 0,0 0 0 0 0,0 1 0 0 0,-5 6 0 0 0,9-11-697 0 0,0 0 1 0 0,0 1-1 0 0,0-1 1 0 0,0 0-1 0 0,0 0 1 0 0,0 1-1 0 0,0-1 1 0 0,0 0 0 0 0,0 0-1 0 0,0 1 1 0 0,0-1-1 0 0,0 0 1 0 0,0 1-1 0 0,0-1 1 0 0,0 0-1 0 0,0 0 1 0 0,0 1-1 0 0,0-1 1 0 0,0 0-1 0 0,0 0 1 0 0,0 1 0 0 0,1-1-1 0 0,-1 0 1 0 0,0 0-1 0 0,0 1 1 0 0,0-1-1 0 0,0 0 1 0 0,1 0-1 0 0,-1 0 1 0 0,0 1-1 0 0,0-1 1 0 0,0 0-1 0 0,1 0 1 0 0,-1 0-1 0 0,0 0 1 0 0,0 0 0 0 0,1 1-1 0 0,-1-1 1 0 0,0 0-1 0 0,0 0 1 0 0,1 0-1 0 0,-1 0 1 0 0,1 0-1 0 0,16 2 221 0 0,7-5-553 0 0,-1-1 0 0 0,0 0 0 0 0,30-11 0 0 0,30-13-4321 0 0,-41 13 656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7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39 1212 0 0,'2'-15'4304'0'0,"1"5"-3030"0"0,1-3 3093 0 0,-6 25-2551 0 0,-66 353 2225 0 0,54-253-3706 0 0,-1 146 0 0 0,15-223-237 0 0,8 52-1 0 0,-6-74-177 0 0,0 1 0 0 0,2-1 0 0 0,-1 0 1 0 0,2 0-1 0 0,0 0 0 0 0,12 22 0 0 0,-15-32-94 0 0,-1-1 1 0 0,1 1-1 0 0,0-1 1 0 0,0 0-1 0 0,0 0 1 0 0,0 0-1 0 0,0 0 1 0 0,0 0-1 0 0,1 0 1 0 0,-1 0-1 0 0,1-1 0 0 0,-1 0 1 0 0,1 1-1 0 0,-1-1 1 0 0,1 0-1 0 0,0 0 1 0 0,0 0-1 0 0,0-1 1 0 0,-1 1-1 0 0,1 0 1 0 0,0-1-1 0 0,4 0 1 0 0,-4 0-331 0 0,0 0 1 0 0,1-1-1 0 0,-1 1 0 0 0,0-1 1 0 0,0 0-1 0 0,1 0 0 0 0,-1 0 1 0 0,0 0-1 0 0,0-1 0 0 0,0 1 1 0 0,0-1-1 0 0,3-2 0 0 0,9-9-3873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0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21 146 896 0 0,'-2'-8'960'0'0,"-13"-49"3494"0"0,13 52-4192 0 0,2 1 1 0 0,-1-1-1 0 0,0 1 1 0 0,1-1-1 0 0,0 1 1 0 0,0-1-1 0 0,1 1 1 0 0,-1-1-1 0 0,1 1 1 0 0,1-5 0 0 0,-1 7-225 0 0,0 0 1 0 0,0 1 0 0 0,1-1 0 0 0,-1 1 0 0 0,1-1 0 0 0,-1 1 0 0 0,1 0 0 0 0,-1-1-1 0 0,1 1 1 0 0,0 0 0 0 0,0 0 0 0 0,-1 0 0 0 0,1 1 0 0 0,0-1 0 0 0,0 0 0 0 0,0 1 0 0 0,0-1-1 0 0,3 0 1 0 0,36-4 343 0 0,-14 7-229 0 0,0 2 1 0 0,-1 0-1 0 0,0 1 1 0 0,1 2-1 0 0,48 19 1 0 0,-66-24 53 0 0,-9-2-200 0 0,1 0-1 0 0,0-1 1 0 0,-1 1 0 0 0,1 0 0 0 0,-1 0-1 0 0,1 0 1 0 0,0 0 0 0 0,-1 1-1 0 0,1-1 1 0 0,-1 0 0 0 0,1 0-1 0 0,0 0 1 0 0,-1 0 0 0 0,1 1-1 0 0,-1-1 1 0 0,1 0 0 0 0,-1 1 0 0 0,1-1-1 0 0,-1 0 1 0 0,1 1 0 0 0,-1-1-1 0 0,1 0 1 0 0,-1 1 0 0 0,1-1-1 0 0,-1 1 1 0 0,0-1 0 0 0,1 1-1 0 0,-1-1 1 0 0,0 1 0 0 0,1-1 0 0 0,-1 1-1 0 0,0 0 1 0 0,0-1 0 0 0,0 1-1 0 0,1-1 1 0 0,-1 1 0 0 0,0 0-1 0 0,0 0 1 0 0,0 0-92 0 0,0-1 1 0 0,-1 1-1 0 0,1-1 0 0 0,0 1 0 0 0,0 0 0 0 0,-1-1 1 0 0,1 1-1 0 0,0-1 0 0 0,-1 1 0 0 0,1 0 0 0 0,0-1 1 0 0,-1 1-1 0 0,1-1 0 0 0,-1 1 0 0 0,1-1 1 0 0,-1 0-1 0 0,1 1 0 0 0,-1-1 0 0 0,0 1 0 0 0,1-1 1 0 0,-1 0-1 0 0,1 0 0 0 0,-1 1 0 0 0,0-1 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1 120 332 0 0,'0'0'4548'0'0,"15"-23"1133"0"0,-3 14-5638 0 0,2 0 0 0 0,-1 1 0 0 0,1 1 0 0 0,1 0-1 0 0,23-8 1 0 0,77-17 163 0 0,-101 28-169 0 0,-8 2-39 0 0,0 1-1 0 0,0 0 1 0 0,-1 0 0 0 0,1 1-1 0 0,0 0 1 0 0,0-1 0 0 0,0 2-1 0 0,0-1 1 0 0,0 1 0 0 0,-1 0-1 0 0,1 0 1 0 0,7 3 0 0 0,-11-3 17 0 0,1 0 0 0 0,0 1 0 0 0,-1-1 0 0 0,1 1 0 0 0,-1 0 0 0 0,0 0 0 0 0,0-1 0 0 0,1 2 0 0 0,-1-1 0 0 0,0 0 0 0 0,-1 0-1 0 0,1 1 1 0 0,0-1 0 0 0,-1 1 0 0 0,1-1 0 0 0,-1 1 0 0 0,0 0 0 0 0,0-1 0 0 0,0 1 0 0 0,0 0 0 0 0,0 0 0 0 0,-1 0 0 0 0,1 0 0 0 0,-1 0 0 0 0,1 3 0 0 0,-1 8 117 0 0,0 0 0 0 0,-1 0 0 0 0,-1 1 0 0 0,0-1 0 0 0,-1 0-1 0 0,0 0 1 0 0,-8 21 0 0 0,-47 91 383 0 0,41-92-211 0 0,10-22-28 0 0,0 0 1 0 0,-1 0 0 0 0,0 0-1 0 0,-1-1 1 0 0,-14 15-1 0 0,16-20-82 0 0,1 0-1 0 0,-1 0 0 0 0,0-1 1 0 0,0 0-1 0 0,-1 0 0 0 0,1-1 1 0 0,-1 0-1 0 0,0 0 1 0 0,-13 4-1 0 0,17-7-166 0 0,0-1 1 0 0,1 1-1 0 0,-1-1 1 0 0,0 0-1 0 0,0 1 0 0 0,0-2 1 0 0,0 1-1 0 0,1 0 1 0 0,-1-1-1 0 0,0 0 0 0 0,0 0 1 0 0,1 0-1 0 0,-1 0 1 0 0,0 0-1 0 0,1-1 0 0 0,0 0 1 0 0,-1 0-1 0 0,1 0 1 0 0,-5-4-1 0 0,5 4-261 0 0,1 0 0 0 0,0 0-1 0 0,0 0 1 0 0,0-1 0 0 0,0 1 0 0 0,0-1-1 0 0,0 1 1 0 0,1-1 0 0 0,-1 0 0 0 0,0-3-1 0 0,1 3-306 0 0,0 1-1 0 0,1 0 0 0 0,-1-1 0 0 0,1 1 0 0 0,0-1 1 0 0,-1 1-1 0 0,1 0 0 0 0,1-1 0 0 0,-1 1 0 0 0,0-1 1 0 0,0 1-1 0 0,1 0 0 0 0,1-5 0 0 0,1-5-4327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3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275 105 1936 0 0,'2'-10'1023'0'0,"0"0"203"0"0,0 0 0 0 0,0 0 0 0 0,-1 0 0 0 0,-1-1 0 0 0,0 1 1 0 0,0 0-1 0 0,-2-12 0 0 0,2 20-445 0 0,-2 2-738 0 0,1 1 0 0 0,-1-1 0 0 0,1 0 0 0 0,-1 1 0 0 0,1 0 0 0 0,-1-1 0 0 0,1 1 0 0 0,0 0 0 0 0,-1-1 0 0 0,1 1 0 0 0,0 0 0 0 0,0 0 0 0 0,-1 0 0 0 0,1 0 0 0 0,0 0 0 0 0,-2 3 0 0 0,-16 24 293 0 0,15-20-213 0 0,-22 35 174 0 0,2 2 0 0 0,2 1 0 0 0,-29 85-1 0 0,-21 155 46 0 0,56-196-357 0 0,-5 112 0 0 0,19-146 10 0 0,3 0 0 0 0,2 0 0 0 0,12 70 0 0 0,-11-103-176 0 0,2 0 0 0 0,0-1 1 0 0,1 1-1 0 0,20 41 0 0 0,-22-56-229 0 0,-1 0 0 0 0,1-1 0 0 0,1 1 0 0 0,-1-1 1 0 0,1 0-1 0 0,13 11 0 0 0,-15-15-94 0 0,1 1 1 0 0,0-1-1 0 0,0 0 0 0 0,0-1 1 0 0,0 1-1 0 0,0-1 1 0 0,0 0-1 0 0,0 0 0 0 0,1-1 1 0 0,-1 1-1 0 0,1-1 0 0 0,5 0 1 0 0,10 0-2991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129 129 1416 0 0,'-8'-98'7788'0'0,"8"98"-7760"0"0,0 0-1 0 0,0 1 1 0 0,0-1-1 0 0,0 0 1 0 0,0 0 0 0 0,-1 0-1 0 0,1 0 1 0 0,0 1-1 0 0,0-1 1 0 0,0 0-1 0 0,0 0 1 0 0,-1 0 0 0 0,1 0-1 0 0,0 0 1 0 0,0 0-1 0 0,0 0 1 0 0,-1 0-1 0 0,1 0 1 0 0,0 1 0 0 0,0-1-1 0 0,0 0 1 0 0,-1 0-1 0 0,1 0 1 0 0,0 0-1 0 0,0 0 1 0 0,0 0 0 0 0,-1 0-1 0 0,1 0 1 0 0,0 0-1 0 0,0 0 1 0 0,0-1-1 0 0,-1 1 1 0 0,1 0 0 0 0,0 0-1 0 0,0 0 1 0 0,0 0-1 0 0,-1 0 1 0 0,1 0-1 0 0,0 0 1 0 0,0 0 0 0 0,0-1-1 0 0,0 1 1 0 0,-1 0-1 0 0,1 0 1 0 0,0 0-1 0 0,0 0 1 0 0,0-1 0 0 0,0 1-1 0 0,0 0 1 0 0,0 0-1 0 0,-1 0 1 0 0,1 0-1 0 0,0-1 1 0 0,0 1 0 0 0,0 0-1 0 0,0 0 1 0 0,0 0-1 0 0,0-1 1 0 0,0 1-1 0 0,0 0 1 0 0,-8 16 631 0 0,-12 55 439 0 0,3 0-1 0 0,-14 137 1 0 0,24-155-980 0 0,-18 173 2622 0 0,22-244-2485 0 0,3 6-271 0 0,0-1 1 0 0,1 1-1 0 0,1 0 0 0 0,0 0 0 0 0,4-17 1 0 0,0 7-57 0 0,10-61-187 0 0,35-137-140 0 0,-42 192 334 0 0,0 0 0 0 0,3 1 0 0 0,0 0 1 0 0,1 1-1 0 0,27-39 0 0 0,-38 62 48 0 0,1-1-1 0 0,-1 1 1 0 0,1 0-1 0 0,0 0 1 0 0,0 1-1 0 0,0-1 1 0 0,0 1-1 0 0,0-1 1 0 0,1 1-1 0 0,-1 0 1 0 0,1 0-1 0 0,-1 0 1 0 0,1 1-1 0 0,4-2 1 0 0,-6 3 16 0 0,1-1 0 0 0,-1 1 0 0 0,0 0 0 0 0,1 0 1 0 0,-1 0-1 0 0,0 0 0 0 0,1 0 0 0 0,-1 1 0 0 0,0-1 0 0 0,1 1 1 0 0,-1 0-1 0 0,0-1 0 0 0,0 1 0 0 0,0 0 0 0 0,0 0 0 0 0,1 0 1 0 0,-1 1-1 0 0,-1-1 0 0 0,1 0 0 0 0,0 1 0 0 0,0-1 0 0 0,0 1 1 0 0,-1 0-1 0 0,1 0 0 0 0,1 2 0 0 0,5 7 119 0 0,-1 1-1 0 0,-1-1 0 0 0,1 1 1 0 0,-2 0-1 0 0,0 1 0 0 0,0 0 1 0 0,-1-1-1 0 0,-1 1 1 0 0,0 1-1 0 0,1 13 0 0 0,1 24 234 0 0,-2 65-1 0 0,-4-98-340 0 0,2 24-30 0 0,-7 175-572 0 0,0-192-2978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79 1492 0 0,'-12'-16'3975'0'0,"-12"-23"3056"0"0,24 38-6768 0 0,4-3-8 0 0,-4 4-247 0 0,0 0 0 0 0,0-1 0 0 0,0 1 0 0 0,0-1 0 0 0,1 1 0 0 0,-1 0 0 0 0,0-1 0 0 0,0 1 0 0 0,0 0 0 0 0,1-1 1 0 0,-1 1-1 0 0,0 0 0 0 0,1-1 0 0 0,-1 1 0 0 0,0 0 0 0 0,1 0 0 0 0,-1-1 0 0 0,0 1 0 0 0,1 0 0 0 0,-1 0 0 0 0,0 0 0 0 0,1-1 0 0 0,-1 1 0 0 0,1 0 0 0 0,15-4 68 0 0,-1 1-1 0 0,1 1 1 0 0,0 1-1 0 0,0 0 1 0 0,26 2-1 0 0,22 5-1581 0 0,-3 2-3440 0 0,-49-6 3343 0 0,5 0-1608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1 376 0 0,'8'8'6178'0'0,"-6"-6"-5219"0"0,0 0 0 0 0,0 1 0 0 0,-1-1 0 0 0,2 4 0 0 0,-16 52 1891 0 0,-41 107-1 0 0,-40 53-3200 0 0,34-79-5706 0 0,53-126 2582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1820 0 0,'30'-103'10148'0'0,"-29"103"-10088"0"0,-1 1 0 0 0,1-1 0 0 0,-1 0-1 0 0,1 1 1 0 0,-1-1 0 0 0,1 1 0 0 0,-1-1 0 0 0,1 1 0 0 0,-1-1 0 0 0,0 1 0 0 0,1-1 0 0 0,-1 1 0 0 0,0-1 0 0 0,0 1 0 0 0,1 0 0 0 0,-1-1 0 0 0,0 2 0 0 0,9 167 2288 0 0,9 87-1487 0 0,-15-237-828 0 0,1 9 24 0 0,1 0 1 0 0,1 0 0 0 0,2 0-1 0 0,12 31 1 0 0,-19-57-3 0 0,0 0 1 0 0,-1-1 0 0 0,1 1-1 0 0,0 0 1 0 0,0-1-1 0 0,0 1 1 0 0,0-1 0 0 0,0 1-1 0 0,0-1 1 0 0,0 0-1 0 0,0 1 1 0 0,1-1-1 0 0,-1 0 1 0 0,1 0 0 0 0,-1 0-1 0 0,1 0 1 0 0,-1 0-1 0 0,1 0 1 0 0,-1 0-1 0 0,1-1 1 0 0,0 1 0 0 0,-1-1-1 0 0,1 1 1 0 0,0-1-1 0 0,0 1 1 0 0,-1-1 0 0 0,1 0-1 0 0,0 0 1 0 0,0 0-1 0 0,0 0 1 0 0,-1 0-1 0 0,1 0 1 0 0,0-1 0 0 0,0 1-1 0 0,-1 0 1 0 0,1-1-1 0 0,0 0 1 0 0,-1 1 0 0 0,1-1-1 0 0,0 0 1 0 0,2-1-1 0 0,4-3 103 0 0,0-1-1 0 0,-1 0 1 0 0,1 0 0 0 0,-1 0-1 0 0,0-1 1 0 0,8-10 0 0 0,4-7-31 0 0,-2-2 0 0 0,0 0 1 0 0,-1-1-1 0 0,-2 0 1 0 0,-1-1-1 0 0,-1-1 1 0 0,-1 0-1 0 0,-2 0 0 0 0,-1-1 1 0 0,-1 0-1 0 0,-1-1 1 0 0,-2 1-1 0 0,0-58 1 0 0,-5 67-48 0 0,-1 0 0 0 0,-1 0 1 0 0,-7-28-1 0 0,8 41-67 0 0,0 0-1 0 0,-1 0 0 0 0,0 1 1 0 0,0 0-1 0 0,0-1 0 0 0,-1 1 1 0 0,0 0-1 0 0,-1 1 1 0 0,0-1-1 0 0,0 1 0 0 0,-11-11 1 0 0,12 15-39 0 0,1-1 0 0 0,-1 1-1 0 0,1 1 1 0 0,-1-1 0 0 0,0 1 0 0 0,0-1 0 0 0,0 1 0 0 0,0 0 0 0 0,0 0 0 0 0,0 1 0 0 0,0-1 0 0 0,0 1-1 0 0,0 0 1 0 0,0 0 0 0 0,-1 0 0 0 0,1 1 0 0 0,0 0 0 0 0,0-1 0 0 0,0 1 0 0 0,0 1 0 0 0,0-1 0 0 0,1 0 0 0 0,-1 1-1 0 0,-4 2 1 0 0,2-1-469 0 0,0 1 1 0 0,1-1-1 0 0,-1 1 0 0 0,1 0 0 0 0,0 0 0 0 0,-7 8 0 0 0,9-9-434 0 0,0 1-1 0 0,0 0 1 0 0,0 0-1 0 0,1 0 1 0 0,0 0-1 0 0,-1 0 1 0 0,1 0-1 0 0,1 0 1 0 0,-2 6-1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5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 1812 0 0,'-3'-17'7728'0'0,"13"24"-7234"0"0,0 0 1 0 0,0 1 0 0 0,-1 1 0 0 0,0-1 0 0 0,0 2 0 0 0,13 18-1 0 0,-4-6 156 0 0,18 21 331 0 0,-2 0-1 0 0,-2 3 1 0 0,-2 0-1 0 0,30 64 1 0 0,-47-83-715 0 0,-2 1 0 0 0,-1 0 0 0 0,-2 1 0 0 0,0-1 1 0 0,-2 2-1 0 0,-1-1 0 0 0,-2 1 0 0 0,0-1 0 0 0,-4 50 0 0 0,-3-41-274 0 0,-1-1 1 0 0,-3 0-1 0 0,-1 0 0 0 0,-1-1 0 0 0,-3-1 0 0 0,0 0 0 0 0,-2 0 0 0 0,-2-1 0 0 0,-36 54 1 0 0,14-38-3389 0 0,8-21-4533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7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86 312 0 0,'0'0'1916'0'0,"-8"-29"7778"0"0,8 28-9681 0 0,0 1-1 0 0,0-1 1 0 0,0 0-1 0 0,0 1 1 0 0,0-1-1 0 0,1 0 0 0 0,-1 1 1 0 0,0-1-1 0 0,1 0 1 0 0,-1 1-1 0 0,0-1 1 0 0,1 1-1 0 0,-1-1 0 0 0,1 0 1 0 0,-1 1-1 0 0,1-1 1 0 0,-1 1-1 0 0,1-1 1 0 0,-1 1-1 0 0,1 0 0 0 0,0-1 1 0 0,-1 1-1 0 0,1 0 1 0 0,0-1-1 0 0,-1 1 1 0 0,1 0-1 0 0,0 0 0 0 0,0-1 1 0 0,26-3 75 0 0,-16 2-68 0 0,65-9-103 0 0,6-1-1840 0 0,-27 2-2732 0 0,-38 8 1329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57 1056 0 0,'-31'26'8296'0'0,"20"-16"-6504"0"0,13-3-1052 0 0,-1-6-719 0 0,0 0 1 0 0,0-1-1 0 0,0 1 1 0 0,1 0-1 0 0,-1-1 1 0 0,0 0 0 0 0,0 1-1 0 0,0-1 1 0 0,1 0-1 0 0,-1 1 1 0 0,0-1 0 0 0,1 0-1 0 0,1 0 1 0 0,44-6-276 0 0,-1-2 0 0 0,0-2 0 0 0,83-30-1 0 0,-96 30-1014 0 0,23-11-3092 0 0,-27 11 1226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57 800 0 0,'-3'-1'1857'0'0,"-71"-22"8911"0"0,88 18-9680 0 0,-5 7-919 0 0,0 0 0 0 0,-1 1 0 0 0,0 0 0 0 0,1 0 0 0 0,-1 1 0 0 0,-1 0 0 0 0,1 0 0 0 0,-1 1 0 0 0,1 0 0 0 0,-1 0 0 0 0,0 1 0 0 0,-1 0 0 0 0,0 0-1 0 0,0 1 1 0 0,0-1 0 0 0,-1 1 0 0 0,7 10 0 0 0,2 5 164 0 0,-1 1 0 0 0,-1 0-1 0 0,-1 1 1 0 0,13 43 0 0 0,-14-30 587 0 0,7 60 0 0 0,-10-55 3699 0 0,-9-39-3957 0 0,-2-1-206 0 0,1-11-248 0 0,2 0-173 0 0,0 0-1 0 0,1 0 0 0 0,0 0 1 0 0,1 0-1 0 0,0 0 1 0 0,0 0-1 0 0,1 0 1 0 0,0 0-1 0 0,0 1 1 0 0,1-1-1 0 0,1 1 1 0 0,-1-1-1 0 0,9-12 0 0 0,7-13-125 0 0,43-54-1 0 0,-20 34-1561 0 0,51-50 0 0 0,-59 66-5697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9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57 212 0 0,'9'-12'3970'0'0,"24"-32"12126"0"0,-35 44-16105 0 0,-6 13-27 0 0,0-1 30 0 0,-1 1 0 0 0,0-2 0 0 0,-13 13 0 0 0,-13 15 7 0 0,-17 24-18 0 0,-62 56 1 0 0,109-114 14 0 0,-20 23 37 0 0,-8 8 1241 0 0,21-22-885 0 0,14-12-399 0 0,-1 1 0 0 0,0-1 0 0 0,1 0-1 0 0,0 1 1 0 0,-1-1 0 0 0,1 0 0 0 0,0 0-1 0 0,0 0 1 0 0,0 0 0 0 0,4 2-1 0 0,28 22-12 0 0,-30-23 21 0 0,290 202 194 0 0,-259-180 591 0 0,-33-24-422 0 0,11 7 955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19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1 150 872 0 0,'18'-64'11096'0'0,"-8"72"-9799"0"0,-4 9-830 0 0,-1 1 1 0 0,-1 0 0 0 0,0 0-1 0 0,1 33 1 0 0,2 2-18 0 0,10 106 6005 0 0,-14-177-5646 0 0,-1-6-782 0 0,0-1 0 0 0,2 1-1 0 0,0-1 1 0 0,2 1 0 0 0,1 0 0 0 0,0 1 0 0 0,2 0 0 0 0,1 0 0 0 0,1 1 0 0 0,0 0-1 0 0,2 1 1 0 0,1 0 0 0 0,0 1 0 0 0,1 1 0 0 0,22-22 0 0 0,-34 38-45 0 0,0 0 0 0 0,0 1 0 0 0,0-1 0 0 0,0 1 1 0 0,0 0-1 0 0,1 0 0 0 0,-1 0 0 0 0,1 0 0 0 0,-1 1 0 0 0,1-1 0 0 0,0 1 0 0 0,-1 0 1 0 0,1 0-1 0 0,6-1 0 0 0,-7 2 8 0 0,-1 1 0 0 0,0-1-1 0 0,1 0 1 0 0,-1 0 0 0 0,1 1 0 0 0,-1 0 0 0 0,0-1 0 0 0,0 1-1 0 0,1 0 1 0 0,-1 0 0 0 0,0 0 0 0 0,0 0 0 0 0,0 1 0 0 0,0-1 0 0 0,0 0-1 0 0,0 1 1 0 0,0 0 0 0 0,-1-1 0 0 0,1 1 0 0 0,-1 0 0 0 0,1 0-1 0 0,-1 0 1 0 0,1 0 0 0 0,-1 0 0 0 0,1 3 0 0 0,3 4-11 0 0,-1 1 0 0 0,0 0 0 0 0,-1 0 1 0 0,0 0-1 0 0,0 1 0 0 0,1 14 0 0 0,1 65-132 0 0,-1-3 90 0 0,-4-81 19 0 0,1-1-1 0 0,0 1 1 0 0,0-1 0 0 0,1 0 0 0 0,-1 1 0 0 0,1-1 0 0 0,0 0-1 0 0,1 0 1 0 0,-1 0 0 0 0,4 5 0 0 0,-4-8-211 0 0,0 1 0 0 0,1-1 0 0 0,-1-1 0 0 0,0 1 0 0 0,0 0 0 0 0,1 0 0 0 0,-1-1 0 0 0,1 1 0 0 0,0-1 0 0 0,-1 0 0 0 0,1 0 0 0 0,0 0 0 0 0,0 0 0 0 0,-1-1 0 0 0,1 1 0 0 0,0-1 0 0 0,0 1 0 0 0,0-1 0 0 0,0 0 0 0 0,0 0 1 0 0,3-1-1 0 0,-1 1-1009 0 0,0-1 0 0 0,0 0 1 0 0,-1 0-1 0 0,1 0 1 0 0,6-3-1 0 0,6-3-5508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2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4 328 0 0,'3'-3'5117'0'0,"-3"3"-5018"0"0,0 0 0 0 0,0 0 0 0 0,0 0 0 0 0,1-1 0 0 0,-1 1 0 0 0,0 0 0 0 0,1 0 0 0 0,-1 0 0 0 0,0 0 0 0 0,0 0 0 0 0,1 0 0 0 0,-1 0 0 0 0,0 0 0 0 0,0 0 0 0 0,1 0 0 0 0,-1 0 0 0 0,0 0 0 0 0,1 1 0 0 0,-1 2 25 0 0,1 0 0 0 0,-1 0 0 0 0,1 0 0 0 0,-1 0 0 0 0,0 0 0 0 0,0 0 0 0 0,-1 0 0 0 0,1 0 0 0 0,-1 0 0 0 0,1 0 0 0 0,-1 0 0 0 0,0 0 0 0 0,0 0 0 0 0,-3 6 0 0 0,-24 45 655 0 0,23-46-656 0 0,-30 48 446 0 0,-4 0 0 0 0,-47 53 0 0 0,-101 94-740 0 0,95-106-1919 0 0,39-41-984 0 0,1-6-982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8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315 100 1600 0 0,'4'-16'3588'0'0,"-2"0"-1"0"0,1-21 1 0 0,-2 21-1415 0 0,-2 2-670 0 0,0 14-1487 0 0,0 1 0 0 0,0 0 0 0 0,0-1 0 0 0,0 1 0 0 0,0 0-1 0 0,0 0 1 0 0,0 0 0 0 0,1 0 0 0 0,-1 0 0 0 0,0 0 0 0 0,1 0-1 0 0,-1 0 1 0 0,0 0 0 0 0,0 2 0 0 0,-49 85 281 0 0,4 1 1 0 0,4 3-1 0 0,3 1 1 0 0,5 2-1 0 0,4 1 1 0 0,-19 113-1 0 0,41-163-202 0 0,-4 85-1 0 0,11-113-64 0 0,2 0-1 0 0,0 0 1 0 0,1-1-1 0 0,1 1 0 0 0,0 0 1 0 0,2-1-1 0 0,11 31 1 0 0,-15-44-59 0 0,1-1 1 0 0,-1 1-1 0 0,1-1 0 0 0,0 0 1 0 0,0 0-1 0 0,0 0 1 0 0,1 0-1 0 0,-1 0 1 0 0,1 0-1 0 0,-1 0 0 0 0,1-1 1 0 0,0 0-1 0 0,0 1 1 0 0,0-1-1 0 0,1 0 0 0 0,-1 0 1 0 0,0-1-1 0 0,1 1 1 0 0,-1-1-1 0 0,1 0 1 0 0,0 1-1 0 0,-1-2 0 0 0,1 1 1 0 0,0 0-1 0 0,-1-1 1 0 0,1 0-1 0 0,0 1 1 0 0,0-2-1 0 0,0 1 0 0 0,-1 0 1 0 0,1-1-1 0 0,0 1 1 0 0,0-1-1 0 0,6-3 0 0 0,2 0-634 0 0,0-1-1 0 0,-1 0 0 0 0,1-1 0 0 0,-1-1 0 0 0,-1 1 0 0 0,1-2 0 0 0,-1 1 0 0 0,0-2 0 0 0,11-11 0 0 0,8-14-3001 0 0,1-5-1410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8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38 229 2168 0 0,'-7'-14'1288'0'0,"1"-1"-1"0"0,0 1 1 0 0,1-1 0 0 0,0-1-1 0 0,-3-19 1 0 0,8 31-1210 0 0,-1 0 1 0 0,1 0-1 0 0,0 0 0 0 0,0 0 1 0 0,1 0-1 0 0,-1 0 0 0 0,1 0 1 0 0,0 0-1 0 0,0 0 0 0 0,0 0 0 0 0,1 0 1 0 0,-1 0-1 0 0,1 1 0 0 0,0-1 1 0 0,0 1-1 0 0,0-1 0 0 0,0 1 1 0 0,1 0-1 0 0,0 0 0 0 0,-1 0 1 0 0,1 0-1 0 0,0 0 0 0 0,0 1 1 0 0,0-1-1 0 0,1 1 0 0 0,3-3 0 0 0,1 1-54 0 0,0 1-1 0 0,1-1 1 0 0,-1 1 0 0 0,1 1-1 0 0,-1-1 1 0 0,1 2-1 0 0,0-1 1 0 0,0 1-1 0 0,0 0 1 0 0,0 1-1 0 0,0 0 1 0 0,0 1-1 0 0,0-1 1 0 0,-1 2-1 0 0,1-1 1 0 0,15 6-1 0 0,-6-2 14 0 0,0 2-1 0 0,0 0 1 0 0,-1 1-1 0 0,0 1 1 0 0,-1 0-1 0 0,29 22 1 0 0,-40-28 77 0 0,-1 1-1 0 0,0 0 1 0 0,-1-1 0 0 0,1 1 0 0 0,0 0 0 0 0,-1 1-1 0 0,0-1 1 0 0,0 1 0 0 0,-1-1 0 0 0,1 1-1 0 0,-1 0 1 0 0,0 0 0 0 0,0 0 0 0 0,-1 0 0 0 0,1 0-1 0 0,0 6 1 0 0,-1-3 69 0 0,-1-1 0 0 0,0 1 1 0 0,-1-1-1 0 0,1 0 0 0 0,-1 1 0 0 0,-1-1 0 0 0,1 0 0 0 0,-1 0 1 0 0,0 0-1 0 0,-6 12 0 0 0,2-7-14 0 0,-1 0-1 0 0,0-1 1 0 0,0 1 0 0 0,-1-2-1 0 0,0 1 1 0 0,-1-1 0 0 0,-1 0-1 0 0,1-1 1 0 0,-1 0 0 0 0,-1-1-1 0 0,0 0 1 0 0,-18 10 0 0 0,22-14-148 0 0,0-1 0 0 0,-1-1 0 0 0,1 1 1 0 0,-1-1-1 0 0,-13 2 0 0 0,-7-3-2488 0 0,27-1 2373 0 0,1 0 0 0 0,0 0 0 0 0,0 0 0 0 0,-1 0 0 0 0,1 0 0 0 0,0 0 0 0 0,-1-1 0 0 0,1 1 0 0 0,0 0 0 0 0,0 0 0 0 0,-1 0 0 0 0,1 0 0 0 0,0-1 0 0 0,0 1 0 0 0,0 0 0 0 0,-1 0 0 0 0,1-1 0 0 0,0 1 0 0 0,0 0 0 0 0,0 0 0 0 0,0-1 0 0 0,-1 1 0 0 0,1 0 0 0 0,0-1 0 0 0,0 1 0 0 0,0 0 0 0 0,0 0 0 0 0,0-1 0 0 0,0 1 0 0 0,0 0 0 0 0,0-1 0 0 0,0 1 0 0 0,0 0 0 0 0,0-1 0 0 0,0 1 0 0 0,0 0 0 0 0,0 0 0 0 0,0-1 0 0 0,0 1 0 0 0,0 0 0 0 0,1-1 0 0 0,-1 1 0 0 0,0 0 0 0 0,0 0 0 0 0,0-1 0 0 0,0 1 0 0 0,1 0 0 0 0,4-12-3962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318 144 212 0 0,'5'-12'2189'0'0,"0"-1"1"0"0,-1 0-1 0 0,0 0 1 0 0,-1 0-1 0 0,0-1 1 0 0,-1 1-1 0 0,0-26 1 0 0,-1 39-2155 0 0,-1-1 0 0 0,0 1 0 0 0,0 0 0 0 0,0-1 0 0 0,0 1 0 0 0,0-1 0 0 0,0 1 0 0 0,0-1 1 0 0,0 1-1 0 0,0-1 0 0 0,-1 1 0 0 0,1-1 0 0 0,0 1 0 0 0,0 0 0 0 0,0-1 0 0 0,0 1 0 0 0,-1-1 0 0 0,1 1 1 0 0,0-1-1 0 0,0 1 0 0 0,-1 0 0 0 0,1-1 0 0 0,0 1 0 0 0,-1 0 0 0 0,1-1 0 0 0,0 1 0 0 0,-1 0 0 0 0,1 0 0 0 0,0-1 1 0 0,-1 1-1 0 0,1 0 0 0 0,-1 0 0 0 0,1-1 0 0 0,-1 1 0 0 0,1 0 0 0 0,0 0 0 0 0,-1 0 0 0 0,1 0 0 0 0,-1 0 1 0 0,1 0-1 0 0,-1 0 0 0 0,1 0 0 0 0,-1 0 0 0 0,1 0 0 0 0,-1 0 0 0 0,1 0 0 0 0,-1 0 0 0 0,1 0 0 0 0,0 0 1 0 0,-1 1-1 0 0,1-1 0 0 0,-1 0 0 0 0,1 0 0 0 0,-1 0 0 0 0,1 1 0 0 0,0-1 0 0 0,-1 0 0 0 0,1 1 0 0 0,0-1 1 0 0,-1 0-1 0 0,1 1 0 0 0,-24 18 135 0 0,23-19-154 0 0,-19 21 90 0 0,1 0 0 0 0,0 2 1 0 0,-22 36-1 0 0,-38 79 34 0 0,51-85-87 0 0,-30 86 1 0 0,49-112-35 0 0,1 0 0 0 0,1 0-1 0 0,2 0 1 0 0,1 1 0 0 0,-1 43 0 0 0,4-63-138 0 0,2 0 1 0 0,-1 1 0 0 0,1-1 0 0 0,1 0 0 0 0,0 0 0 0 0,0 0 0 0 0,0 0 0 0 0,1-1 0 0 0,0 1 0 0 0,0 0 0 0 0,1-1 0 0 0,0 0 0 0 0,0 0-1 0 0,8 9 1 0 0,-8-12-278 0 0,1 1 0 0 0,-1-1 0 0 0,1 0 0 0 0,0 0 0 0 0,0 0 0 0 0,1-1 0 0 0,-1 0 0 0 0,1 0 0 0 0,0 0 0 0 0,0-1 0 0 0,0 0 0 0 0,0 0 0 0 0,0 0 0 0 0,0-1 0 0 0,0 0 0 0 0,1 0-1 0 0,-1 0 1 0 0,13-1 0 0 0,-7-1-1316 0 0,1-1 0 0 0,18-4-1 0 0,-3-2-2324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109 356 268 0 0,'21'-45'6910'0'0,"19"-57"0"0"0,-29 72-2961 0 0,-13 33-3269 0 0,-8 10-125 0 0,-10 21-279 0 0,-4 19-14 0 0,-16 34 47 0 0,-35 109 1 0 0,66-171 163 0 0,16-43-199 0 0,-4 11-270 0 0,122-263 50 0 0,-96 217-103 0 0,2 0 1 0 0,71-90 0 0 0,-98 138 34 0 0,0 1 1 0 0,0 0 0 0 0,0 0 0 0 0,1 0 0 0 0,-1 0 0 0 0,1 1 0 0 0,0-1 0 0 0,0 1 0 0 0,0 1 0 0 0,8-4-1 0 0,-12 5 11 0 0,1 1-1 0 0,0-1 0 0 0,-1 1 0 0 0,1 0 1 0 0,0 0-1 0 0,-1 0 0 0 0,1 0 0 0 0,0 0 1 0 0,0 0-1 0 0,-1 0 0 0 0,1 0 0 0 0,0 1 1 0 0,-1-1-1 0 0,1 1 0 0 0,0-1 0 0 0,1 2 1 0 0,-1-1 1 0 0,0 0 1 0 0,0 1 0 0 0,0-1 0 0 0,0 1-1 0 0,-1 0 1 0 0,1 0 0 0 0,-1-1-1 0 0,1 1 1 0 0,-1 0 0 0 0,1 0-1 0 0,-1 1 1 0 0,0-1 0 0 0,0 0 0 0 0,1 4-1 0 0,3 9 4 0 0,0 1 0 0 0,-1 0 1 0 0,-1 0-1 0 0,-1 1 0 0 0,0-1 0 0 0,-1 1 0 0 0,-1 23 0 0 0,-20 119 68 0 0,6-66-112 0 0,9-66-586 0 0,0-1-2404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2:59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167 100 120 0 0,'-147'-28'17000'0'0,"145"27"-16632"0"0,-1 1-84 0 0,-8 0-57 0 0,8 0 116 0 0,18 6 42 0 0,29-5-801 0 0,1-2 1 0 0,0-2-1 0 0,62-12 0 0 0,-63 5-3987 0 0,71-24-1 0 0,-74 19-1449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0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66 1376 0 0,'-1'-6'1573'0'0,"0"-1"-1"0"0,-1 1 0 0 0,0-1 1 0 0,0 1-1 0 0,0-1 1 0 0,-1 1-1 0 0,0 0 1 0 0,-5-8-1 0 0,7 13-1165 0 0,10 17 87 0 0,27 57 696 0 0,-4 1-1 0 0,40 135 1 0 0,-63-176-803 0 0,-2 0 0 0 0,0 1 1 0 0,-3-1-1 0 0,-1 2 0 0 0,-1-1 0 0 0,-2 0 0 0 0,-1 0 1 0 0,-2 0-1 0 0,-10 49 0 0 0,9-68 418 0 0,0-1-1 0 0,-1 1 1 0 0,-13 25-1 0 0,17-39-579 0 0,-3 9 504 0 0,3-6-676 0 0,-13 22 683 0 0,13-25-736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26 114 476 0 0,'-26'-20'21563'0'0,"27"19"-21466"0"0,27-10 1131 0 0,-21 8-1397 0 0,157-45-1150 0 0,-52 22-7182 0 0,-95 21 4039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 2456 0 0,'-23'11'4450'0'0,"-32"21"-1"0"0,32-18-2547 0 0,23-14-1837 0 0,-1 0-1 0 0,0 1 0 0 0,0-1 1 0 0,1 0-1 0 0,-1 1 0 0 0,1-1 1 0 0,-1 1-1 0 0,0-1 0 0 0,1 1 1 0 0,-1-1-1 0 0,1 1 0 0 0,-1-1 1 0 0,1 1-1 0 0,-1-1 0 0 0,1 1 1 0 0,0 0-1 0 0,-1-1 0 0 0,1 1 1 0 0,0 0-1 0 0,-1 1 0 0 0,1-2-36 0 0,0 1 0 0 0,1-1-1 0 0,-1 1 1 0 0,0-1 0 0 0,0 1-1 0 0,1-1 1 0 0,-1 0 0 0 0,0 1-1 0 0,0-1 1 0 0,1 0 0 0 0,-1 1-1 0 0,0-1 1 0 0,1 0 0 0 0,-1 1-1 0 0,1-1 1 0 0,-1 0 0 0 0,0 1-1 0 0,1-1 1 0 0,-1 0 0 0 0,1 0-1 0 0,-1 0 1 0 0,1 1 0 0 0,31 5 348 0 0,24-6-775 0 0,-1-2 0 0 0,58-9 0 0 0,33-16-6404 0 0,-87 11 1586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1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195 155 84 0 0,'14'-48'7366'0'0,"1"-24"-979"0"0,-10 50-4644 0 0,-5 20-1549 0 0,1-9 286 0 0,-8 21-380 0 0,0-1-1 0 0,1 1 1 0 0,1 0 0 0 0,0 0-1 0 0,-8 21 1 0 0,6-13 10 0 0,-30 73 93 0 0,5 1 1 0 0,3 2 0 0 0,5 1-1 0 0,3 1 1 0 0,-14 193 0 0 0,34-248-147 0 0,5 67 0 0 0,-3-93-85 0 0,2 1 1 0 0,-1-1 0 0 0,2 0-1 0 0,0 0 1 0 0,1 0 0 0 0,1-1-1 0 0,10 21 1 0 0,-15-32-95 0 0,1 0-1 0 0,0-1 1 0 0,0 1-1 0 0,0-1 1 0 0,0 0 0 0 0,0 1-1 0 0,0-1 1 0 0,0 0-1 0 0,1 0 1 0 0,-1-1 0 0 0,1 1-1 0 0,0 0 1 0 0,-1-1-1 0 0,1 0 1 0 0,0 1 0 0 0,0-1-1 0 0,0 0 1 0 0,4 0 0 0 0,-3 0-386 0 0,-1-1 0 0 0,1 0 1 0 0,-1 0-1 0 0,1 0 0 0 0,0-1 1 0 0,-1 1-1 0 0,1-1 0 0 0,-1 0 1 0 0,0 0-1 0 0,1 0 1 0 0,-1 0-1 0 0,0 0 0 0 0,0-1 1 0 0,1 0-1 0 0,4-3 0 0 0,12-10-4719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19 371 2044 0 0,'-2'-12'1206'0'0,"-4"-11"1141"0"0,2 0 1 0 0,-3-42-1 0 0,7 57-2166 0 0,1 0-1 0 0,-1 0 1 0 0,1 1-1 0 0,1-1 0 0 0,-1 0 1 0 0,1 1-1 0 0,1-1 1 0 0,0 1-1 0 0,-1-1 1 0 0,2 1-1 0 0,-1 0 0 0 0,7-9 1 0 0,-1 4-118 0 0,1 1 0 0 0,0 0 0 0 0,1 0 0 0 0,0 1 0 0 0,0 1 0 0 0,1 0 0 0 0,0 0-1 0 0,1 2 1 0 0,0-1 0 0 0,0 1 0 0 0,0 1 0 0 0,1 0 0 0 0,0 1 0 0 0,0 1 0 0 0,1 0 0 0 0,-1 1 0 0 0,16-1 0 0 0,-15 2-47 0 0,1 1 0 0 0,-1 0 0 0 0,0 1 1 0 0,1 1-1 0 0,-1 0 0 0 0,0 1 0 0 0,0 1 0 0 0,0 0 0 0 0,0 1 0 0 0,0 1 0 0 0,-1 0 1 0 0,0 1-1 0 0,0 1 0 0 0,0 0 0 0 0,-1 1 0 0 0,19 14 0 0 0,-28-18 78 0 0,1-1-1 0 0,-1 1 1 0 0,0 0 0 0 0,-1 1-1 0 0,1-1 1 0 0,-1 1-1 0 0,0-1 1 0 0,0 1 0 0 0,0 0-1 0 0,-1 0 1 0 0,1 0-1 0 0,-1 1 1 0 0,-1-1-1 0 0,1 0 1 0 0,-1 1 0 0 0,1 6-1 0 0,-1-4 62 0 0,-1 0 0 0 0,0 0 0 0 0,-1 0-1 0 0,0 0 1 0 0,0 0 0 0 0,-1 0 0 0 0,0 0-1 0 0,0 0 1 0 0,-1 0 0 0 0,-4 9 0 0 0,-2-1 54 0 0,0 0-1 0 0,-1 0 1 0 0,-1-1 0 0 0,0 0 0 0 0,-1-1 0 0 0,0 0 0 0 0,-1-1-1 0 0,-1 0 1 0 0,-17 12 0 0 0,2-5 133 0 0,-60 31 0 0 0,73-43-393 0 0,0-1 0 0 0,0-1 1 0 0,0-1-1 0 0,-1 0 1 0 0,-31 4-1 0 0,45-9-358 0 0,-1 1 0 0 0,0-1 0 0 0,0-1 0 0 0,1 1-1 0 0,-1 0 1 0 0,0-1 0 0 0,1 0 0 0 0,-8-2 0 0 0,11 2 218 0 0,-1 1 1 0 0,0-1-1 0 0,1 1 1 0 0,-1-1-1 0 0,1 1 1 0 0,-1-1-1 0 0,0 1 1 0 0,1-1-1 0 0,0 0 1 0 0,-1 1-1 0 0,1-1 1 0 0,-1 0-1 0 0,1 0 1 0 0,0 1-1 0 0,-1-1 1 0 0,1 0-1 0 0,0 0 1 0 0,0 1 0 0 0,0-1-1 0 0,-1 0 1 0 0,1 0-1 0 0,0 0 1 0 0,0 1-1 0 0,1-2 1 0 0,0-17-4226 0 0,5 5-127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299 199 1112 0 0,'14'-18'2209'0'0,"-1"2"-315"0"0,0 0 0 0 0,-2-1 0 0 0,0 0 0 0 0,-1-1 0 0 0,11-26 0 0 0,2-6 2845 0 0,-22 48-4279 0 0,-12 12-41 0 0,-9 12-195 0 0,1 2 0 0 0,2 0 1 0 0,1 0-1 0 0,-19 37 0 0 0,8-14-73 0 0,-129 241 252 0 0,132-233-361 0 0,1 0-1 0 0,3 1 1 0 0,-19 88-1 0 0,36-126-45 0 0,0 1-1 0 0,2 0 1 0 0,0 0 0 0 0,1-1-1 0 0,0 1 1 0 0,2 0 0 0 0,0 0-1 0 0,1-1 1 0 0,9 28-1 0 0,-9-36-358 0 0,1-2-1 0 0,0 1 1 0 0,0 0-1 0 0,1-1 0 0 0,0 0 1 0 0,0 0-1 0 0,1 0 0 0 0,12 13 1 0 0,-12-16-406 0 0,-1 0 0 0 0,1-1 1 0 0,0 0-1 0 0,0 0 0 0 0,1 0 1 0 0,-1-1-1 0 0,1 1 1 0 0,0-2-1 0 0,0 1 0 0 0,0-1 1 0 0,0 0-1 0 0,13 2 0 0 0,11-2-5662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2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220 235 2600 0 0,'18'-103'13101'0'0,"-19"103"-13031"0"0,-1 1 0 0 0,1-1 0 0 0,0 0 0 0 0,-1 1 0 0 0,1 0 0 0 0,0-1 0 0 0,0 1 0 0 0,-1 0 1 0 0,1 0-1 0 0,0-1 0 0 0,0 1 0 0 0,0 0 0 0 0,0 0 0 0 0,0 0 0 0 0,0 0 0 0 0,0 1 0 0 0,0-1 0 0 0,0 0 0 0 0,1 0 1 0 0,-2 2-1 0 0,-13 29 506 0 0,13-28-484 0 0,-127 380 1430 0 0,104-298-1349 0 0,16-62-68 0 0,6-18 149 0 0,1 1 0 0 0,-1 0 0 0 0,1-1 0 0 0,1 1 0 0 0,-3 13 0 0 0,1-21-45 0 0,3 1-204 0 0,0 0-1 0 0,-1 0 1 0 0,1 0-1 0 0,0 0 1 0 0,-1 0-1 0 0,1 0 1 0 0,0 0-1 0 0,-1 0 1 0 0,1 0-1 0 0,0 0 0 0 0,-1 0 1 0 0,1 0-1 0 0,0 0 1 0 0,-1 0-1 0 0,1 0 1 0 0,0 0-1 0 0,0 0 1 0 0,-1 0-1 0 0,1 0 1 0 0,0-1-1 0 0,-1 1 0 0 0,1 0 1 0 0,0 0-1 0 0,0 0 1 0 0,-1-1-1 0 0,1 1 1 0 0,0 0-1 0 0,0 0 1 0 0,0-1-1 0 0,-1 1 1 0 0,1 0-1 0 0,0 0 1 0 0,0-1-1 0 0,-2-11 23 0 0,0 0 0 0 0,1 0 0 0 0,0 0-1 0 0,1 0 1 0 0,0 0 0 0 0,1 0 0 0 0,3-16 0 0 0,23-89-10 0 0,-23 101-13 0 0,15-53-34 0 0,37-92 0 0 0,-46 136 17 0 0,2 2-1 0 0,0 0 1 0 0,1 0-1 0 0,2 1 0 0 0,0 1 1 0 0,1 0-1 0 0,23-23 0 0 0,-33 39 1 0 0,0-1 0 0 0,0 1 0 0 0,1 1 0 0 0,0-1-1 0 0,-1 1 1 0 0,1 0 0 0 0,1 0 0 0 0,-1 1 0 0 0,0 0-1 0 0,14-3 1 0 0,-17 5 12 0 0,1 0 0 0 0,-1 1 0 0 0,0-1 0 0 0,1 1 0 0 0,-1 1 0 0 0,1-1 0 0 0,-1 1 0 0 0,0-1 1 0 0,1 1-1 0 0,-1 0 0 0 0,0 1 0 0 0,0-1 0 0 0,0 1 0 0 0,0 0 0 0 0,0 0 0 0 0,0 0 0 0 0,0 0 0 0 0,-1 1 0 0 0,1-1 0 0 0,6 7 0 0 0,-1 1 7 0 0,0 1 0 0 0,0 0 0 0 0,-1 1 0 0 0,0 0 1 0 0,-1 0-1 0 0,-1 0 0 0 0,0 1 0 0 0,0 0 0 0 0,-2 0 0 0 0,6 22 0 0 0,1 16 39 0 0,7 74-1 0 0,-17-121-43 0 0,3 62-552 0 0,-3 1 0 0 0,-12 101 0 0 0,11-164-414 0 0,-1 11-1492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2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91 2604 0 0,'-15'-9'3440'0'0,"-32"-19"5907"0"0,46 27-9011 0 0,1 0-308 0 0,0 0 0 0 0,0 1-1 0 0,1-1 1 0 0,-1 0-1 0 0,0 0 1 0 0,1 0 0 0 0,-1 0-1 0 0,0 1 1 0 0,1-1-1 0 0,-1 0 1 0 0,1 0 0 0 0,0 1-1 0 0,-1-1 1 0 0,1 0-1 0 0,-1 1 1 0 0,1-1 0 0 0,0 1-1 0 0,0-1 1 0 0,-1 1 0 0 0,1-1-1 0 0,0 1 1 0 0,0-1-1 0 0,0 1 1 0 0,0-1 0 0 0,25-7 156 0 0,-24 8-171 0 0,97-18-1899 0 0,-32 11-4866 0 0,-41 5 1179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2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0 2728 0 0,'3'0'6656'0'0,"-2"0"-6556"0"0,3 0 1147 0 0,0 0 1 0 0,0 1-1 0 0,0-1 0 0 0,0 1 1 0 0,0-1-1 0 0,6 3 1 0 0,-9-2-862 0 0,-1 27 1596 0 0,-4-13-1603 0 0,0 1 0 0 0,0-1 0 0 0,-2-1 1 0 0,0 1-1 0 0,-12 21 0 0 0,-48 65 139 0 0,46-71-336 0 0,-54 85-798 0 0,43-66-3741 0 0,26-41 3473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169 201 2028 0 0,'38'-97'18209'0'0,"-40"98"-18147"0"0,0-1 0 0 0,1 1 1 0 0,-1-1-1 0 0,0 1 1 0 0,1 0-1 0 0,-1-1 1 0 0,1 1-1 0 0,0 0 1 0 0,-1 0-1 0 0,1 0 1 0 0,-1 0-1 0 0,1 1 0 0 0,0-1 1 0 0,0 0-1 0 0,-1 2 1 0 0,-18 23 264 0 0,18-23-264 0 0,-23 34 63 0 0,3 2 0 0 0,1 0 0 0 0,1 2 0 0 0,3 0 0 0 0,1 1 0 0 0,-16 69 0 0 0,30-102-99 0 0,0 1 0 0 0,1-1 0 0 0,0 1 0 0 0,0-1 0 0 0,1 1-1 0 0,0-1 1 0 0,0 1 0 0 0,4 14 0 0 0,-3-20-8 0 0,0-1 0 0 0,0 1-1 0 0,0-1 1 0 0,1 0 0 0 0,-1 1-1 0 0,1-1 1 0 0,0 0 0 0 0,0 0 0 0 0,0 0-1 0 0,1 0 1 0 0,-1 0 0 0 0,1-1-1 0 0,-1 1 1 0 0,1-1 0 0 0,0 0 0 0 0,0 0-1 0 0,0 0 1 0 0,0 0 0 0 0,0 0-1 0 0,0 0 1 0 0,1-1 0 0 0,-1 0 0 0 0,1 1-1 0 0,-1-1 1 0 0,6 0 0 0 0,1 1 16 0 0,1 0-1 0 0,0-1 1 0 0,0-1 0 0 0,0 0-1 0 0,0 0 1 0 0,0-1 0 0 0,0-1 0 0 0,-1 1-1 0 0,18-7 1 0 0,-13 3-2 0 0,0-1-1 0 0,-1 0 1 0 0,0-1 0 0 0,-1 0 0 0 0,1-2-1 0 0,16-12 1 0 0,-15 8 24 0 0,0-1 0 0 0,0 0 0 0 0,-1-1 0 0 0,-1 0 0 0 0,-1-1 1 0 0,0-1-1 0 0,-1 0 0 0 0,0 0 0 0 0,-2-1 0 0 0,14-36 0 0 0,-19 42 72 0 0,-1-1 1 0 0,0 0-1 0 0,0-1 0 0 0,-2 1 0 0 0,1 0 1 0 0,-2-1-1 0 0,0 1 0 0 0,-1-1 1 0 0,0 1-1 0 0,0 0 0 0 0,-2-1 1 0 0,0 1-1 0 0,0 0 0 0 0,-1 1 1 0 0,-1-1-1 0 0,-8-15 0 0 0,8 17-112 0 0,-1 1-1 0 0,-1 0 1 0 0,0 0-1 0 0,0 1 0 0 0,-1 0 1 0 0,0 0-1 0 0,-1 1 1 0 0,0 0-1 0 0,0 0 1 0 0,-1 1-1 0 0,0 0 1 0 0,0 1-1 0 0,0 0 1 0 0,-1 1-1 0 0,0 0 0 0 0,0 1 1 0 0,-1 0-1 0 0,-17-4 1 0 0,24 7-248 0 0,1 1 1 0 0,-1-1 0 0 0,0 1-1 0 0,1 0 1 0 0,-1 0-1 0 0,0 0 1 0 0,0 1 0 0 0,1-1-1 0 0,-1 1 1 0 0,0 1 0 0 0,1-1-1 0 0,-1 0 1 0 0,1 1-1 0 0,0 0 1 0 0,-1 0 0 0 0,1 1-1 0 0,0-1 1 0 0,0 1-1 0 0,-6 5 1 0 0,6-4-622 0 0,0 0 1 0 0,1-1-1 0 0,0 2 1 0 0,-1-1-1 0 0,1 0 0 0 0,1 0 1 0 0,-1 1-1 0 0,1 0 1 0 0,0-1-1 0 0,-3 10 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92 1524 0 0,'-6'-13'3474'0'0,"0"1"1"0"0,1-1-1 0 0,0 0 0 0 0,-5-28 1600 0 0,26 52-4692 0 0,-4-1-187 0 0,-1 0 0 0 0,-1 1 0 0 0,0 0-1 0 0,0 1 1 0 0,14 25 0 0 0,32 68 420 0 0,-45-79-524 0 0,0-1-1 0 0,-2 2 1 0 0,-1-1-1 0 0,-2 1 0 0 0,0 0 1 0 0,-2 0-1 0 0,0 1 0 0 0,-2-1 1 0 0,-3 49-1 0 0,-2-45-40 0 0,-2 1-1 0 0,-1 0 1 0 0,-1-1-1 0 0,-1 0 1 0 0,-2-1-1 0 0,-1 0 1 0 0,-2-1-1 0 0,-18 33 1 0 0,-2-7 176 0 0,-2-2 0 0 0,-60 70 1 0 0,0-18-3312 0 0,-6-6-9424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1316 0 0,'0'0'16732'0'0,"11"4"-15442"0"0,118-28-537 0 0,-58 8-1986 0 0,-2 6-5598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0 2012 0 0,'-98'40'9976'0'0,"96"-39"-9666"0"0,1 5 102 0 0,2-3-127 0 0,14-2-72 0 0,212-17-469 0 0,-74-6-5676 0 0,-95 13 1316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3:06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7 121 408 0 0,'-5'-14'4652'0'0,"4"9"-4234"0"0,1 1-1 0 0,0-1 1 0 0,0 0-1 0 0,0 0 1 0 0,0 0-1 0 0,1 0 1 0 0,0 0 0 0 0,0 0-1 0 0,0 1 1 0 0,1-1-1 0 0,0 0 1 0 0,0 1-1 0 0,0-1 1 0 0,5-7-1 0 0,-6 10-402 0 0,0 1-1 0 0,0 0 0 0 0,0-1 1 0 0,0 1-1 0 0,0 0 1 0 0,1-1-1 0 0,-1 1 1 0 0,0 0-1 0 0,1 0 1 0 0,-1 0-1 0 0,1 0 1 0 0,-1 0-1 0 0,1 0 1 0 0,-1 1-1 0 0,1-1 1 0 0,0 0-1 0 0,-1 1 1 0 0,1 0-1 0 0,0-1 1 0 0,-1 1-1 0 0,1 0 1 0 0,0 0-1 0 0,0-1 1 0 0,-1 1-1 0 0,1 1 1 0 0,0-1-1 0 0,0 0 1 0 0,-1 0-1 0 0,1 1 0 0 0,0-1 1 0 0,2 2-1 0 0,2 1-7 0 0,0 0 1 0 0,0 0-1 0 0,-1 0 0 0 0,0 1 0 0 0,0 0 0 0 0,0 0 0 0 0,0 0 0 0 0,0 0 0 0 0,-1 1 0 0 0,0 0 0 0 0,6 9 0 0 0,-4-4 4 0 0,0 0-1 0 0,-1 1 0 0 0,-1-1 1 0 0,1 1-1 0 0,-2 0 0 0 0,3 13 1 0 0,-1-1 86 0 0,-2 0 0 0 0,-1 1 0 0 0,-1 0 0 0 0,0-1 0 0 0,-2 1 1 0 0,-4 23-1 0 0,-2-12 1228 0 0,-14 43 1 0 0,12-47 2820 0 0,10-35-3216 0 0,3-12-415 0 0,9-24-561 0 0,6 0 61 0 0,2 0-1 0 0,2 1 1 0 0,1 2 0 0 0,2 0-1 0 0,2 2 1 0 0,1 1 0 0 0,63-57-1 0 0,-79 80-30 0 0,0 1 0 0 0,1 1-1 0 0,0 0 1 0 0,24-11 0 0 0,-33 18 8 0 0,0-1 0 0 0,0 1 0 0 0,0 1 0 0 0,0-1 1 0 0,0 1-1 0 0,0 0 0 0 0,1 0 0 0 0,-1 1 0 0 0,0-1 0 0 0,1 1 0 0 0,-1 0 1 0 0,0 1-1 0 0,1-1 0 0 0,-1 1 0 0 0,0 0 0 0 0,0 0 0 0 0,0 1 0 0 0,6 2 1 0 0,-8-2 5 0 0,0 0 0 0 0,0 0 0 0 0,0 1 0 0 0,0-1 0 0 0,-1 1 0 0 0,1 0 1 0 0,-1 0-1 0 0,0 0 0 0 0,1 0 0 0 0,-1 0 0 0 0,-1 1 0 0 0,1-1 1 0 0,0 0-1 0 0,-1 1 0 0 0,0 0 0 0 0,0-1 0 0 0,0 1 0 0 0,0 0 0 0 0,0-1 1 0 0,-1 1-1 0 0,0 6 0 0 0,1 9-7 0 0,-1 0 1 0 0,-5 35 0 0 0,5-50 6 0 0,-24 142 34 0 0,11-74-37 0 0,13-70 10 0 0,1 0-1 0 0,-1-1 1 0 0,0 1-1 0 0,1-1 1 0 0,0 0 0 0 0,-1 1-1 0 0,1-1 1 0 0,0 1 0 0 0,0-1-1 0 0,-1 0 1 0 0,1 1-1 0 0,0-1 1 0 0,0 0 0 0 0,1 0-1 0 0,-1 0 1 0 0,0 0 0 0 0,0 0-1 0 0,0 0 1 0 0,1 0 0 0 0,-1 0-1 0 0,0-1 1 0 0,1 1-1 0 0,-1 0 1 0 0,1-1 0 0 0,-1 1-1 0 0,1-1 1 0 0,-1 0 0 0 0,1 1-1 0 0,-1-1 1 0 0,1 0-1 0 0,0 0 1 0 0,-1 0 0 0 0,1 0-1 0 0,-1 0 1 0 0,3-1 0 0 0,18-2-228 0 0,1-1 1 0 0,-1-1-1 0 0,0-2 1 0 0,39-15 0 0 0,13-13-3038 0 0,-3-5-3458 0 0,-26 13-621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10 864 0 0,'0'0'1346'0'0,"17"-10"848"0"0,9 16-4231 0 0,-15-4 1250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3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1 476 0 0,'0'0'2032'0'0,"12"3"-1596"0"0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 0 0,'0'0'1448'0'0,"6"8"-588"0"0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4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0 496 0 0,'0'0'1104'0'0,"-15"0"520"0"0,1 2-292 0 0,-3-2-540 0 0,4 2-551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0 948 0 0,'0'0'2728'0'0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0 596 0 0,'0'0'1236'0'0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1 328 0 0,'0'0'2974'0'0,"7"5"-3624"0"0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 0 0,'0'0'1388'0'0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8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0 512 0 0,'0'0'5198'0'0,"-2"9"-7751"0"0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1 888 0 0,'0'0'3648'0'0,"8"3"-1363"0"0,1 2-2493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7:29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0 668 0 0,'0'0'4163'0'0,"0"11"-5481"0"0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45 2096 0 0,'-53'-43'11452'0'0,"52"42"-10872"0"0,-1 1-476 0 0,1 0 1 0 0,0 1-1 0 0,0-1 1 0 0,0 0-1 0 0,0 1 1 0 0,0-1-1 0 0,0 1 1 0 0,0 0-1 0 0,0-1 1 0 0,0 1-1 0 0,1 0 1 0 0,-1-1-1 0 0,0 1 0 0 0,0 0 1 0 0,0 0-1 0 0,1 0 1 0 0,-1 0-1 0 0,0 0 1 0 0,1 0-1 0 0,-1 0 1 0 0,1 0-1 0 0,-1 0 1 0 0,1 1-1 0 0,-12 33 875 0 0,8-21-547 0 0,-118 356 1971 0 0,116-350-2520 0 0,-38 141 606 0 0,38-135-1127 0 0,2 0 1 0 0,1 0 0 0 0,1 0 0 0 0,1 35 0 0 0,8-22-2395 0 0,3-15-2530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4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124 141 2664 0 0,'8'-27'4844'0'0,"13"-31"1843"0"0,-17 67-5031 0 0,-3 2-1281 0 0,-1-1-1 0 0,0 1 1 0 0,0 0 0 0 0,-1-1 0 0 0,-1 0 0 0 0,0 1-1 0 0,0-1 1 0 0,-6 15 0 0 0,2-2 8 0 0,-69 229 1113 0 0,31-113-1220 0 0,26-81-174 0 0,19-50-96 0 0,6-14 7 0 0,7-13 13 0 0,65-165 24 0 0,5-12-82 0 0,-14 74-11 0 0,-57 104 21 0 0,0 1 0 0 0,1 0 0 0 0,0 1 0 0 0,25-20 0 0 0,-37 33 21 0 0,1 1 1 0 0,0 0-1 0 0,0 0 0 0 0,0 0 1 0 0,0 0-1 0 0,0 1 1 0 0,0-1-1 0 0,0 1 1 0 0,1 0-1 0 0,-1-1 1 0 0,0 2-1 0 0,1-1 1 0 0,-1 0-1 0 0,1 1 0 0 0,-1-1 1 0 0,1 1-1 0 0,-1 0 1 0 0,1 0-1 0 0,5 2 1 0 0,-5-1 12 0 0,-1 0 1 0 0,1 0 0 0 0,-1 1-1 0 0,0 0 1 0 0,1 0-1 0 0,-1 0 1 0 0,0 0 0 0 0,0 0-1 0 0,0 1 1 0 0,-1-1-1 0 0,1 1 1 0 0,-1 0 0 0 0,1 0-1 0 0,-1 0 1 0 0,0 0-1 0 0,0 0 1 0 0,0 0 0 0 0,2 6-1 0 0,3 8 73 0 0,0 0-1 0 0,-2 1 1 0 0,0-1 0 0 0,-1 1-1 0 0,3 31 1 0 0,-1 96 54 0 0,-5-71-125 0 0,1-18-102 0 0,0 17 19 0 0,1-27-3875 0 0,0-33 796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77 194 1204 0 0,'-73'-33'12737'0'0,"71"32"-12307"0"0,2-2 81 0 0,0 3-500 0 0,0-1 0 0 0,0 1-1 0 0,0 0 1 0 0,-1 0 0 0 0,1-1 0 0 0,0 1-1 0 0,0 0 1 0 0,0 0 0 0 0,0 0-1 0 0,0-1 1 0 0,0 1 0 0 0,0 0 0 0 0,0-1-1 0 0,0 1 1 0 0,0 0 0 0 0,0 0-1 0 0,0-1 1 0 0,0 1 0 0 0,0 0 0 0 0,0 0-1 0 0,0-1 1 0 0,0 1 0 0 0,0 0-1 0 0,0 0 1 0 0,0-1 0 0 0,0 1 0 0 0,0 0-1 0 0,1 0 1 0 0,-1 0 0 0 0,0-1-1 0 0,0 1 1 0 0,0 0 0 0 0,0 0 0 0 0,1 0-1 0 0,-1-1 1 0 0,0 1 0 0 0,16-10 65 0 0,1 0 1 0 0,0 2-1 0 0,0 0 1 0 0,36-12 0 0 0,-2 2-1065 0 0,103-41-6721 0 0,-115 45 3148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5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49 2656 0 0,'0'-2'2258'0'0,"0"-6"-116"0"0,0 1 0 0 0,-1 0-1 0 0,0 0 1 0 0,-2-11 3270 0 0,-2 36-2577 0 0,-15 163 2483 0 0,-3 28-3975 0 0,-53 117-770 0 0,50-231-946 0 0,14-55-3800 0 0,5-14-2415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5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129 105 1500 0 0,'-4'0'1971'0'0,"-89"-13"10603"0"0,91 13-12410 0 0,1 0 0 0 0,0 0 0 0 0,-1 0-1 0 0,1 0 1 0 0,0 0 0 0 0,0 0 0 0 0,-1 0 0 0 0,1 0 0 0 0,0 0 0 0 0,0-1 0 0 0,-1 1 0 0 0,1-1 0 0 0,0 1 0 0 0,0-1 0 0 0,0 1-1 0 0,-1-1 1 0 0,1 1 0 0 0,0-1 0 0 0,0 0 0 0 0,0 0 0 0 0,0 0 0 0 0,0 0 0 0 0,1 1 0 0 0,-1-1 0 0 0,0 0 0 0 0,-1-2 0 0 0,6 0-30 0 0,21-8-55 0 0,1 1 1 0 0,0 1 0 0 0,1 1 0 0 0,34-5-1 0 0,115-9-6491 0 0,-141 20 66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5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26 2320 0 0,'-10'6'1602'0'0,"0"-1"1"0"0,1 1-1 0 0,0 1 0 0 0,0 0 1 0 0,-12 12-1 0 0,21-19-1519 0 0,-1 1 1 0 0,1-1-1 0 0,0 1 1 0 0,0-1-1 0 0,0 1 1 0 0,0 0-1 0 0,0-1 1 0 0,0 1-1 0 0,0-1 1 0 0,0 1-1 0 0,0-1 1 0 0,0 1-1 0 0,0 0 1 0 0,0-1-1 0 0,0 1 1 0 0,0-1-1 0 0,1 1 1 0 0,-1-1-1 0 0,0 1 1 0 0,0 0-1 0 0,1-1 1 0 0,-1 1-1 0 0,0-1 0 0 0,1 1 1 0 0,-1-1-1 0 0,0 0 1 0 0,1 1-1 0 0,-1-1 1 0 0,1 1-1 0 0,-1-1 1 0 0,1 0-1 0 0,-1 1 1 0 0,1-1-1 0 0,-1 0 1 0 0,1 1-1 0 0,-1-1 1 0 0,1 0-1 0 0,-1 0 1 0 0,1 0-1 0 0,-1 0 1 0 0,1 1-1 0 0,0-1 1 0 0,-1 0-1 0 0,1 0 1 0 0,16 1 261 0 0,0 0 0 0 0,0 0-1 0 0,-1-2 1 0 0,26-3 0 0 0,72-18 16 0 0,-64 11-382 0 0,67-16-2928 0 0,-41 4-4006 0 0,-47 14 1508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5:46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75 332 0 0,'0'0'4038'0'0,"4"-23"2772"0"0,-4 21-6477 0 0,0 0 0 0 0,0 0 0 0 0,0 0 0 0 0,0 0 0 0 0,-1 0 0 0 0,1 0 0 0 0,-1 0-1 0 0,1 1 1 0 0,-1-1 0 0 0,0 0 0 0 0,-1-3 0 0 0,1 3 88 0 0,-6-6 795 0 0,6 7-1181 0 0,-1 1 0 0 0,1-1 0 0 0,0 1 0 0 0,0 0 0 0 0,0-1 1 0 0,0 1-1 0 0,-1 0 0 0 0,1 0 0 0 0,0-1 0 0 0,0 1 1 0 0,0 0-1 0 0,-1 0 0 0 0,1 0 0 0 0,0 1 0 0 0,0-1 0 0 0,0 0 1 0 0,-1 0-1 0 0,1 1 0 0 0,0-1 0 0 0,-2 1 0 0 0,0 1 15 0 0,0 0 0 0 0,0 0 0 0 0,0 0 0 0 0,0 0 0 0 0,0 1 0 0 0,-5 4 0 0 0,-2 6 65 0 0,0 0-1 0 0,-11 20 0 0 0,16-27-23 0 0,-19 34 169 0 0,-32 71 1 0 0,48-92-233 0 0,0 1 0 0 0,2 0 0 0 0,0 0 0 0 0,2 1 0 0 0,0 0 0 0 0,-1 22-1 0 0,4-38-20 0 0,1 1 0 0 0,0-1 0 0 0,1 0 0 0 0,-1 1 0 0 0,1-1 0 0 0,0 0 0 0 0,1 0 0 0 0,-1 0 0 0 0,1 0 0 0 0,0 0 0 0 0,0 0 0 0 0,0 0 0 0 0,1 0 0 0 0,0-1 0 0 0,-1 1 0 0 0,2-1 0 0 0,-1 0 0 0 0,1 0 0 0 0,3 4 0 0 0,-2-4 1 0 0,1 0 0 0 0,-1-1 0 0 0,1 1 0 0 0,-1-1 0 0 0,1-1 0 0 0,0 1-1 0 0,0-1 1 0 0,1 0 0 0 0,-1 0 0 0 0,0-1 0 0 0,1 1 0 0 0,-1-2 0 0 0,0 1 0 0 0,1-1 0 0 0,8 0 0 0 0,0-1 41 0 0,-1 0-1 0 0,1-1 0 0 0,0-1 1 0 0,-1-1-1 0 0,1 0 1 0 0,-1 0-1 0 0,0-1 1 0 0,0-1-1 0 0,-1-1 0 0 0,0 0 1 0 0,0 0-1 0 0,22-19 1 0 0,-27 20 1 0 0,0-1 1 0 0,-1 0-1 0 0,-1 0 1 0 0,1-1-1 0 0,-1 0 1 0 0,0 0-1 0 0,-1 0 1 0 0,0-1-1 0 0,0 1 1 0 0,-1-1-1 0 0,0-1 1 0 0,0 1-1 0 0,-1 0 1 0 0,-1-1-1 0 0,0 0 1 0 0,0 0-1 0 0,0 1 1 0 0,-1-1-1 0 0,-1 0 1 0 0,0-12-1 0 0,-2 8-32 0 0,1 1 0 0 0,-2-1 0 0 0,0 0-1 0 0,0 1 1 0 0,-2-1 0 0 0,1 1 0 0 0,-2 0-1 0 0,0 1 1 0 0,0-1 0 0 0,-1 1 0 0 0,-1 0-1 0 0,0 1 1 0 0,0 0 0 0 0,-13-13 0 0 0,13 16-68 0 0,0 1 0 0 0,0 0 0 0 0,-1 1 0 0 0,0 0 0 0 0,0 0 0 0 0,0 1 1 0 0,-1 0-1 0 0,0 0 0 0 0,0 1 0 0 0,0 1 0 0 0,0 0 0 0 0,-1 0 1 0 0,1 1-1 0 0,-1 0 0 0 0,0 1 0 0 0,1 0 0 0 0,-1 0 0 0 0,0 2 0 0 0,-12 0 1 0 0,7 2-724 0 0,1 0 1 0 0,0 1-1 0 0,-1 0 1 0 0,1 1 0 0 0,-27 14-1 0 0,-31 24-6194 0 0,40-19 696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6 108 0 0,'0'0'1434'0'0,"-9"-5"-1733"0"0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4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1 652 0 0,'0'0'452'0'0,"-5"7"928"0"0,4 3-2732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5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4 360 0 0,'0'0'640'0'0,"10"-4"-1284"0"0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1 284 0 0,'15'0'1560'0'0,"9"0"-632"0"0,-6 0-348 0 0,-4 1-88 0 0,5-1-456 0 0,1-1-1744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5 452 0 0,'0'0'1242'0'0,"22"-5"-1557"0"0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55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 0 0,'0'0'1528'0'0,"12"-3"-1108"0"0,0-2-768 0 0,-4 0-548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0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0 164 0 0,'0'0'2129'0'0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1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1 380 0 0,'0'0'1452'0'0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11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 0 0,'0'0'400'0'0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1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0 528 0 0,'0'0'360'0'0,"15"4"-872"0"0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1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3 348 0 0,'0'0'1856'0'0,"-12"3"-1424"0"0,3-8-2048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20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0 216 0 0,'0'0'2367'0'0,"-12"4"2221"0"0,6 1-2907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56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0 212 0 0,'0'0'1400'0'0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7:58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0 748 0 0,'10'18'6030'0'0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00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1028 0 0,'15'-31'8539'0'0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0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24 0 0,'-14'14'11375'0'0,"14"-13"-11601"0"0,0 0 0 0 0,0 0 0 0 0,0 1 0 0 0,0-1 0 0 0,0 0 0 0 0,1 1 0 0 0,-1-1-1 0 0,0 0 1 0 0,1 0 0 0 0,-1 1 0 0 0,1-1 0 0 0,-1 0 0 0 0,1 0 0 0 0,-1 0 0 0 0,1 0 0 0 0,0 0 0 0 0,0 0 0 0 0,0 0 0 0 0,-1 0 0 0 0,1 0 0 0 0,0 0-1 0 0,0 0 1 0 0,0 0 0 0 0,1-1 0 0 0,-1 1 0 0 0,1 1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05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26 156 0 0,'9'-6'5609'0'0,"25"-13"2027"0"0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1 392 0 0,'0'0'2610'0'0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0 380 0 0,'0'0'2588'0'0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0 168 0 0,'-3'8'5645'0'0,"-4"-12"-7826"0"0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6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 24 0 0,'0'0'4408'0'0,"-5"-7"-6116"0"0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1 992 0 0,'6'8'6547'0'0,"-6"-7"-6483"0"0,1 0-1 0 0,-1 0 1 0 0,0-1 0 0 0,1 1-1 0 0,-1 0 1 0 0,0 0-1 0 0,1 0 1 0 0,-1 0-1 0 0,1-1 1 0 0,0 1-1 0 0,-1 0 1 0 0,1 0-1 0 0,0-1 1 0 0,-1 1-1 0 0,2 0 1 0 0,-2-1-240 0 0,1 0 0 0 0,0 0 0 0 0,-1 0-1 0 0,1 0 1 0 0,-1 0 0 0 0,1-1 0 0 0,0 1 0 0 0,-1 0 0 0 0,1 0 0 0 0,-1 0 0 0 0,1-1-1 0 0,-1 1 1 0 0,1 0 0 0 0,-1-1 0 0 0,1 1 0 0 0,-1-1 0 0 0,1 1 0 0 0,-1 0-1 0 0,1-1 1 0 0,-1 1 0 0 0,1-2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8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4 572 0 0,'0'0'4317'0'0,"-10"-4"-5089"0"0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28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1 188 0 0,'0'0'1628'0'0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3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6 904 0 0,'0'0'4027'0'0,"7"-5"-5860"0"0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4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4 492 0 0,'0'0'6493'0'0,"5"-4"-6398"0"0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6 188 0 0,'0'0'6889'0'0,"-5"-6"-6787"0"0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1 260 0 0,'-6'8'10192'0'0,"4"-2"-10558"0"0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3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 0 0,'0'0'5084'0'0,"0"10"-4543"0"0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1444 0 0,'-28'1'12566'0'0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1 452 0 0,'0'0'2680'0'0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1068 0 0,'14'-3'6937'0'0,"-4"-1"-6685"0"0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5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1188 0 0,'6'8'10060'0'0,"-2"7"-9459"0"0,-4-14-890 0 0,1-1 0 0 0,-1 1 1 0 0,0 0-1 0 0,0 0 0 0 0,0 0 0 0 0,0 0 0 0 0,0-1 0 0 0,0 1 0 0 0,0 0 0 0 0,-1 0 0 0 0,1 0 0 0 0,0-1 0 0 0,0 1 0 0 0,-1 0 0 0 0,1 0 0 0 0,0-1 0 0 0,-1 1 0 0 0,1 0 0 0 0,-2 1 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9:16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0 312 0 0,'1'9'2112'0'0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9:2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23 580 0 0,'0'0'8301'0'0,"15"-3"-9256"0"0,-5-5-2279 0 0,3-3 946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9:3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22 904 0 0,'0'0'4068'0'0,"-6"-9"-3620"0"0,0 2-892 0 0,-3 2-2128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43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36 0 0,'0'0'1896'0'0,"-14"1"-1736"0"0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1:1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0 364 0 0,'0'0'644'0'0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18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0 660 0 0,'0'0'2373'0'0,"-7"5"-2568"0"0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2 156 0 0,'0'0'4919'0'0,"-8"4"-5820"0"0,4-9-869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0 704 0 0,'-5'5'2752'0'0,"10"4"-2544"0"0,10-9-172 0 0,11-4-620 0 0,-9 1-400 0 0,2-2 316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2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1 304 0 0,'12'1'2676'0'0,"7"3"-848"0"0,-5-1-595 0 0,-2 1-81 0 0,0-1-476 0 0,3-3-676 0 0,4-5-3317 0 0,-10-2 1169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3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0 788 0 0,'50'12'8620'0'0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0 364 0 0,'0'0'1376'0'0,"-5"7"480"0"0,-2 0-380 0 0,-1 2-1620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1 788 0 0,'0'0'1668'0'0,"4"0"-364"0"0,12 0-287 0 0,-12 0-241 0 0,31 0 2287 0 0,-20 0-6722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1 536 0 0,'0'0'1764'0'0,"20"8"-1770"0"0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2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1104 0 0,'0'0'836'0'0,"5"-7"940"0"0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1:01:4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7450,'3412'-78'0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1:30:32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0 373 15926,'17861'-373'0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08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21 476 0 0,'0'0'7727'0'0,"15"-1"-4300"0"0,-14 1-3500 0 0,8-4-885 0 0,1-3-3720 0 0,5-1 1161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10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56 684 0 0,'12'-24'8418'0'0,"-11"22"-8161"0"0,1-1-1 0 0,-1 1 0 0 0,0-1 1 0 0,1 1-1 0 0,-1 0 0 0 0,1 0 1 0 0,0 0-1 0 0,0 0 0 0 0,4-4 781 0 0,26 0 1403 0 0,-29 7-2433 0 0,13 1-23 0 0,-6-1 18 0 0,-7-1-1 0 0,12 4 18 0 0,-5-3-13 0 0,-8-1-7 0 0,1 1 6 0 0,6 1 0 0 0,-7-1 14 0 0,7 2 386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33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0 212 0 0,'0'0'220'0'0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38:3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1216 0 0,'0'0'8889'0'0,"1"0"-8919"0"0,-1 0 22 0 0,1 0-1 0 0,-1-1 1 0 0,1 1-1 0 0,-1 0 1 0 0,1 0-1 0 0,-1 0 1 0 0,1 0 0 0 0,-1-1-1 0 0,1 1 1 0 0,-1 0-1 0 0,1 0 1 0 0,-1 0-1 0 0,1 0 1 0 0,-1 0-1 0 0,1 0 1 0 0,-1 0 0 0 0,1 0-1 0 0,-1 1 1 0 0,2-1-1 0 0,-19 29-4723 0 0,10-22 1962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4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1305 608 0 0,'0'0'5029'0'0,"-2"0"-4137"0"0,-1-1-1224 0 0,-18 3 6585 0 0,21-2-6156 0 0,0 0 1 0 0,-1 0-1 0 0,1 0 0 0 0,-1 0 0 0 0,1 0 0 0 0,0 0 0 0 0,-1 0 0 0 0,1 0 0 0 0,0 0 0 0 0,-1 1 1 0 0,1-1-1 0 0,-1 0 0 0 0,1 0 0 0 0,0 0 0 0 0,-1 1 0 0 0,1-1 0 0 0,0 0 0 0 0,0 0 0 0 0,-1 1 1 0 0,1-1-1 0 0,0 0 0 0 0,-1 1 0 0 0,1-1 0 0 0,0 0 0 0 0,0 1 0 0 0,0-1 0 0 0,-1 0 0 0 0,1 1 0 0 0,0-1 1 0 0,0 0-1 0 0,0 1 0 0 0,0-1 0 0 0,0 1 0 0 0,0-1 0 0 0,0 0 0 0 0,0 1 0 0 0,0-1 0 0 0,0 1 1 0 0,0-1-1 0 0,0 0 0 0 0,0 1 0 0 0,0-1 0 0 0,0 1 0 0 0,0 0 0 0 0,1 0 163 0 0,18-1-14 0 0,-5 1-71 0 0,-1-2 0 0 0,1 1 1 0 0,23-5-1 0 0,381-89 386 0 0,574-114-303 0 0,547-51-163 0 0,745-132-114 0 0,-1051 189-45 0 0,-97 83 32 0 0,-793 95 43 0 0,-191 12 93 0 0,-149 12-97 0 0,15-1 39 0 0,-8-1-34 0 0,-7 1-15 0 0,18 0-2738 0 0,-54 6-11117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1307 348 0 0,'-48'2'9071'0'0,"18"-3"-4123"0"0,616-226-3487 0 0,16 38-1366 0 0,519-136-11 0 0,10 36-4 0 0,40 56-144 0 0,-1157 230 33 0 0,199-32 959 0 0,-211 35-894 0 0,16-4 64 0 0,-12 3 1095 0 0,10 0-5124 0 0,-49 15-7979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1 156 0 0,'0'0'5567'0'0,"-3"0"-5107"0"0,-16 5 2592 0 0,11 0-1852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0,'0'0'-36'0'0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4 304 0 0,'0'0'24'0'0,"10"-4"-140"0"0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8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0 700 0 0,'0'0'4867'0'0,"-15"25"-3981"0"0,10-21-831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39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0 376 0 0,'0'0'3324'0'0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41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1 300 0 0,'8'6'6880'0'0,"-16"3"-4269"0"0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4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4 432 0 0,'0'0'3099'0'0,"14"-1"2566"0"0,-6 2-6624 0 0,0-1 0 0 0,1 1 1 0 0,-1-1-1 0 0,11-1 0 0 0,-2-2-1039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4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1 656 0 0,'0'0'2790'0'0,"25"20"3856"0"0,-10 10-4487 0 0,-14-29-1799 0 0,1 13 1045 0 0,-2-13-1381 0 0,0-1 0 0 0,0 0 1 0 0,1 1-1 0 0,-1-1 0 0 0,0 0 1 0 0,0 1-1 0 0,0-1 0 0 0,0 0 1 0 0,0 1-1 0 0,0-1 0 0 0,0 1 1 0 0,0-1-1 0 0,0 0 0 0 0,0 1 0 0 0,0-1 1 0 0,0 1-1 0 0,0-1 0 0 0,-1 0 1 0 0,1 1-1 0 0,0-1 0 0 0,0 0 1 0 0,0 1-1 0 0,0-1 0 0 0,-1 1 1 0 0,-18 1-1936 0 0,-21-5-4357 0 0,21 1 2227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45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0 732 0 0,'0'0'4024'0'0,"1"1"-4097"0"0,-1-1-1 0 0,0 1 1 0 0,1-1 0 0 0,-1 1 0 0 0,0-1 0 0 0,1 1 0 0 0,-1-1 0 0 0,1 0-1 0 0,-1 1 1 0 0,1-1 0 0 0,-1 0 0 0 0,1 1 0 0 0,-1-1 0 0 0,1 0-1 0 0,-1 0 1 0 0,1 1 0 0 0,1-1 0 0 0,7-1-739 0 0,-7 1 589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0:4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1 156 0 0,'0'0'88'0'0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1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23 283 808 0 0,'0'0'4236'0'0,"-4"9"-2413"0"0,0 5-1282 0 0,-1 0-1 0 0,2 0 1 0 0,-2 16 0 0 0,5-29-533 0 0,0-1 0 0 0,-1 1-1 0 0,1-1 0 0 0,0 1 1 0 0,0-1-1 0 0,0 1 0 0 0,0-1 1 0 0,0 1-1 0 0,0-1 1 0 0,0 1-1 0 0,0-1 0 0 0,0 1 1 0 0,0-1-1 0 0,0 1 0 0 0,0-1 1 0 0,0 1-1 0 0,1-1 1 0 0,-1 1-1 0 0,0-1 0 0 0,0 1 1 0 0,0-1-1 0 0,1 1 1 0 0,-1-1-1 0 0,0 1 0 0 0,1-1 1 0 0,-1 0-1 0 0,0 1 0 0 0,1-1 1 0 0,-1 1-1 0 0,1-1 1 0 0,-1 0-1 0 0,0 0 0 0 0,1 1 1 0 0,0-1-1 0 0,0 1 2 0 0,1-1-1 0 0,0 0 1 0 0,-1 0-1 0 0,1 0 1 0 0,-1 0-1 0 0,1 0 0 0 0,-1 0 1 0 0,1 0-1 0 0,-1-1 1 0 0,1 1-1 0 0,2-1 1 0 0,37-18 26 0 0,-40 18-28 0 0,55-32 21 0 0,-1-3 1 0 0,-1-2-1 0 0,87-84 1 0 0,-130 113-14 0 0,0-1 0 0 0,-1-1 0 0 0,-1 0 1 0 0,1 0-1 0 0,-2-1 0 0 0,0 0 0 0 0,10-18 0 0 0,-18 29-16 0 0,1 0 0 0 0,-1 0 1 0 0,0 0-1 0 0,1 1 0 0 0,-1-1 0 0 0,0 0 0 0 0,0 0 0 0 0,0 0 0 0 0,1 0 0 0 0,-1 1 1 0 0,0-1-1 0 0,0 0 0 0 0,0 0 0 0 0,0 0 0 0 0,-1 0 0 0 0,1 1 0 0 0,0-1 0 0 0,0 0 1 0 0,-1-1-1 0 0,1 1 0 0 0,-1 1-1 0 0,1-1 1 0 0,-1 1 0 0 0,1 0 0 0 0,-1-1 0 0 0,1 1-1 0 0,-1-1 1 0 0,1 1 0 0 0,-1 0 0 0 0,1 0 0 0 0,-1-1 0 0 0,0 1-1 0 0,1 0 1 0 0,-1 0 0 0 0,1 0 0 0 0,-1 0 0 0 0,0 0 0 0 0,1 0-1 0 0,-2 0 1 0 0,-1 0-1 0 0,0 0-1 0 0,-1 0 0 0 0,1 1 1 0 0,0 0-1 0 0,0-1 0 0 0,0 1 1 0 0,-3 2-1 0 0,-9 5-6 0 0,0 1 0 0 0,1 0 0 0 0,1 1 0 0 0,-1 1 0 0 0,2 0 0 0 0,-1 1 0 0 0,-19 25 0 0 0,31-36 9 0 0,-1 1 0 0 0,1-1 1 0 0,0 1-1 0 0,0-1 0 0 0,-1 1 1 0 0,1 0-1 0 0,0-1 0 0 0,1 1 1 0 0,-1 0-1 0 0,0 0 0 0 0,0 0 1 0 0,1 0-1 0 0,-1 0 0 0 0,1 0 1 0 0,0 0-1 0 0,-1 0 0 0 0,1 0 1 0 0,0 0-1 0 0,0 0 0 0 0,0 0 0 0 0,1 0 1 0 0,-1 0-1 0 0,0 0 0 0 0,1 0 1 0 0,-1 0-1 0 0,1 0 0 0 0,0 0 1 0 0,-1 0-1 0 0,1 0 0 0 0,0-1 1 0 0,0 1-1 0 0,1 0 0 0 0,-1-1 1 0 0,0 1-1 0 0,2 2 0 0 0,6 3-2 0 0,-1 0 0 0 0,1 0 0 0 0,0-1-1 0 0,0 0 1 0 0,15 6 0 0 0,-6-2-4 0 0,15 8 11 0 0,-22-13 18 0 0,-1 0 0 0 0,0 0 0 0 0,0 1 0 0 0,-1 0 0 0 0,1 1 0 0 0,-1 0 0 0 0,-1 1 0 0 0,1 0 0 0 0,7 9 0 0 0,-15-15 37 0 0,1 1 0 0 0,-1-1 0 0 0,0 0 0 0 0,0 1 0 0 0,0-1 1 0 0,0 1-1 0 0,0 0 0 0 0,0-1 0 0 0,0 1 0 0 0,-1 0 0 0 0,0 0 0 0 0,1-1 0 0 0,-1 1 0 0 0,0 0 1 0 0,0 0-1 0 0,-1-1 0 0 0,0 6 0 0 0,0-4 15 0 0,-1 0 1 0 0,1 0-1 0 0,-1 0 0 0 0,0 0 0 0 0,0-1 1 0 0,0 1-1 0 0,-1-1 0 0 0,1 1 1 0 0,-1-1-1 0 0,-5 5 0 0 0,-1-1 32 0 0,0 1-1 0 0,0-1 1 0 0,-1-1-1 0 0,0 0 0 0 0,0 0 1 0 0,-1-1-1 0 0,-16 6 0 0 0,10-6-65 0 0,0-1 0 0 0,0-1 0 0 0,-1 0 0 0 0,0-1 0 0 0,1-1 0 0 0,-1 0 0 0 0,0-1 0 0 0,1-1 0 0 0,-1-1 0 0 0,1-1 0 0 0,-19-5 0 0 0,35 8-109 0 0,-1 0 0 0 0,1 0 0 0 0,0-1 0 0 0,0 1 0 0 0,-1-1 0 0 0,1 1 0 0 0,0-1 0 0 0,0 0 0 0 0,0 1 0 0 0,0-1 0 0 0,0 0 0 0 0,0 0 0 0 0,0 0 0 0 0,0 0 0 0 0,-1-1 0 0 0,2 1-12 0 0,-1 1-1 0 0,1-1 1 0 0,0 1-1 0 0,0-1 1 0 0,-1 0 0 0 0,1 1-1 0 0,0-1 1 0 0,0 0 0 0 0,0 1-1 0 0,0-1 1 0 0,0 0 0 0 0,0 1-1 0 0,0-1 1 0 0,0 0 0 0 0,0 1-1 0 0,1-1 1 0 0,-1 0 0 0 0,0 1-1 0 0,0-1 1 0 0,1-1 0 0 0,1-1-557 0 0,0-1 1 0 0,1 1 0 0 0,-1 0-1 0 0,1 0 1 0 0,0 0-1 0 0,0 0 1 0 0,3-2 0 0 0,5-5-2108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30 488 0 0,'14'-30'11769'0'0,"-17"45"-11569"0"0,-5 23 233 0 0,2 0 0 0 0,-3 46-1 0 0,9-71-412 0 0,0-1-1 0 0,0 1 1 0 0,1 0 0 0 0,1-1-1 0 0,0 0 1 0 0,1 1-1 0 0,0-1 1 0 0,1 0-1 0 0,0 0 1 0 0,11 20 0 0 0,-13-29-16 0 0,0 0 1 0 0,0 0 0 0 0,0 0 0 0 0,0 0 0 0 0,0-1 0 0 0,0 1 0 0 0,1-1-1 0 0,-1 0 1 0 0,1 0 0 0 0,0 0 0 0 0,0 0 0 0 0,0 0 0 0 0,0 0 0 0 0,0-1-1 0 0,0 1 1 0 0,0-1 0 0 0,0 0 0 0 0,5 1 0 0 0,-3-1-15 0 0,0-1-1 0 0,0 0 1 0 0,0 0-1 0 0,0 0 1 0 0,0-1 0 0 0,0 1-1 0 0,-1-1 1 0 0,1 0-1 0 0,0-1 1 0 0,0 1 0 0 0,6-4-1 0 0,1-1-24 0 0,-1 0-1 0 0,0-1 1 0 0,0 0-1 0 0,0-1 1 0 0,-1 0 0 0 0,0 0-1 0 0,-1-1 1 0 0,15-19-1 0 0,-16 18 41 0 0,-1-1 0 0 0,-1 0 0 0 0,0 0 0 0 0,0-1-1 0 0,-1 1 1 0 0,-1-1 0 0 0,5-18 0 0 0,-4 7 53 0 0,-1 0 1 0 0,-1-1-1 0 0,-1-37 0 0 0,-2 58-62 0 0,-12 30 33 0 0,-31 187 245 0 0,23-98 72 0 0,-15 71 109 0 0,-30 151 114 0 0,-23-7-209 0 0,84-319-331 0 0,-38 103 92 0 0,37-102-18 0 0,-2 0 0 0 0,0 0 0 0 0,0-1-1 0 0,-1 0 1 0 0,-1 0 0 0 0,-12 13 0 0 0,20-24-83 0 0,0 0 0 0 0,0 0 0 0 0,0 0 0 0 0,0 0 0 0 0,0 0 0 0 0,0 0 0 0 0,0-1 0 0 0,0 1 0 0 0,-1 0 0 0 0,1-1 0 0 0,0 1 0 0 0,0-1 0 0 0,-1 1 0 0 0,1-1 0 0 0,0 0 0 0 0,0 0 0 0 0,-1 1 0 0 0,1-1 0 0 0,0 0 0 0 0,-1 0 0 0 0,1 0 0 0 0,-2-1 0 0 0,1 1-8 0 0,0-1 1 0 0,0 0-1 0 0,0 0 0 0 0,0 0 0 0 0,0 0 0 0 0,0 0 1 0 0,1-1-1 0 0,-1 1 0 0 0,0 0 0 0 0,1-1 0 0 0,-1 1 1 0 0,-1-4-1 0 0,-2-2-12 0 0,0 0 0 0 0,1-1 0 0 0,0 1-1 0 0,0-1 1 0 0,-4-15 0 0 0,3 4-18 0 0,2 0 0 0 0,0 1-1 0 0,1-1 1 0 0,1 0 0 0 0,1-1-1 0 0,1 1 1 0 0,1 0 0 0 0,0 0-1 0 0,1 1 1 0 0,1-1 0 0 0,12-34-1 0 0,4 2-130 0 0,1 0-1 0 0,53-87 1 0 0,-35 77-317 0 0,2 1 0 0 0,4 3 0 0 0,1 1 1 0 0,4 3-1 0 0,1 2 0 0 0,3 2 0 0 0,1 2 1 0 0,119-75-1 0 0,-84 66-18 0 0,153-103-540 0 0,-231 150 999 0 0,0-1 1 0 0,13-13-1 0 0,-22 20 48 0 0,0-1-1 0 0,0 1 0 0 0,0-1 0 0 0,0 0 1 0 0,-1 0-1 0 0,1 0 0 0 0,-1 0 1 0 0,0 0-1 0 0,0-1 0 0 0,-1 1 0 0 0,2-5 1 0 0,-3 8-14 0 0,0-1 0 0 0,0 1 1 0 0,0 0-1 0 0,0-1 0 0 0,0 1 0 0 0,0 0 1 0 0,0 0-1 0 0,0-1 0 0 0,0 1 1 0 0,-1 0-1 0 0,1-1 0 0 0,0 1 0 0 0,-1 0 1 0 0,1 0-1 0 0,-1 0 0 0 0,0-1 1 0 0,1 1-1 0 0,-1 0 0 0 0,0 0 0 0 0,0 0 1 0 0,0 0-1 0 0,0 0 0 0 0,0 0 1 0 0,0 0-1 0 0,0 1 0 0 0,0-1 0 0 0,0 0 1 0 0,0 0-1 0 0,0 1 0 0 0,0-1 1 0 0,0 1-1 0 0,-1-1 0 0 0,1 1 0 0 0,0-1 1 0 0,-1 1-1 0 0,1 0 0 0 0,0 0 1 0 0,0 0-1 0 0,-2 0 0 0 0,-5-1 7 0 0,1 0-1 0 0,0 1 1 0 0,-1 0-1 0 0,1 1 1 0 0,-9 1-1 0 0,11-1-18 0 0,-1 0-1 0 0,1 0 0 0 0,0 0 0 0 0,-1 1 0 0 0,1 0 0 0 0,0 0 1 0 0,0 1-1 0 0,0-1 0 0 0,0 1 0 0 0,1 0 0 0 0,-1 0 0 0 0,1 1 0 0 0,0-1 1 0 0,-1 1-1 0 0,2 0 0 0 0,-1 0 0 0 0,0 1 0 0 0,1-1 0 0 0,0 1 1 0 0,0-1-1 0 0,0 1 0 0 0,1 0 0 0 0,-1 0 0 0 0,1 0 0 0 0,0 1 1 0 0,1-1-1 0 0,-1 0 0 0 0,1 1 0 0 0,0-1 0 0 0,1 1 0 0 0,-1-1 0 0 0,1 1 1 0 0,0-1-1 0 0,1 1 0 0 0,-1-1 0 0 0,1 1 0 0 0,0-1 0 0 0,0 1 1 0 0,1-1-1 0 0,-1 1 0 0 0,4 6 0 0 0,19 39 24 0 0,-14-29 23 0 0,0 1-1 0 0,10 33 1 0 0,-19-52 34 0 0,0 0 0 0 0,-1 0 0 0 0,1 0 0 0 0,-1 0-1 0 0,0 0 1 0 0,0 0 0 0 0,0 0 0 0 0,0 0 0 0 0,-1 0 0 0 0,0 0 0 0 0,0 0 0 0 0,0 0 0 0 0,0 0-1 0 0,0 0 1 0 0,-1-1 0 0 0,-2 5 0 0 0,1-3-1 0 0,-1 0 0 0 0,1 0 0 0 0,-1 0 0 0 0,-1-1 0 0 0,1 0 1 0 0,-1 1-1 0 0,1-2 0 0 0,-1 1 0 0 0,-9 5 0 0 0,-1-1-3 0 0,0-1 0 0 0,0-1 0 0 0,-1 0 0 0 0,1-1-1 0 0,-1-1 1 0 0,-32 5 0 0 0,-19-7 74 0 0,50-2-151 0 0,15 0-58 0 0,0 0 1 0 0,0 0 0 0 0,-1 0-1 0 0,1-1 1 0 0,0 1-1 0 0,0 0 1 0 0,0-1-1 0 0,-1 0 1 0 0,1 1-1 0 0,0-1 1 0 0,0 0-1 0 0,0 0 1 0 0,0 0-1 0 0,-2-2 1 0 0,3 2-48 0 0,0 0 1 0 0,0 0-1 0 0,0 0 1 0 0,1 0-1 0 0,-1 0 1 0 0,0 0 0 0 0,1 0-1 0 0,-1 0 1 0 0,1 0-1 0 0,-1 0 1 0 0,1 0 0 0 0,0-1-1 0 0,-1 1 1 0 0,1 0-1 0 0,0 0 1 0 0,0 0-1 0 0,0-1 1 0 0,0 1 0 0 0,0-2-1 0 0,1-2-473 0 0,0-1 1 0 0,1 1-1 0 0,-1 0 0 0 0,1 0 0 0 0,1-1 0 0 0,-1 1 1 0 0,1 0-1 0 0,-1 1 0 0 0,6-7 0 0 0,8-12-2511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2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107 105 880 0 0,'6'-13'2470'0'0,"0"0"0"0"0,-1-1 0 0 0,-1 1 1 0 0,0-1-1 0 0,3-16 0 0 0,-7 29-2015 0 0,2-5 1057 0 0,-4 13-760 0 0,-25 109 2033 0 0,-73 380-331 0 0,98-478-2453 0 0,-7 74 171 0 0,9-84-219 0 0,0 0 1 0 0,0 1-1 0 0,1-1 1 0 0,0 0-1 0 0,1 0 0 0 0,0 0 1 0 0,0 0-1 0 0,6 13 1 0 0,-7-19-54 0 0,0 0 1 0 0,-1-1 0 0 0,1 1-1 0 0,0-1 1 0 0,0 0 0 0 0,0 1-1 0 0,1-1 1 0 0,-1 0 0 0 0,0 0-1 0 0,0 1 1 0 0,1-1 0 0 0,-1 0-1 0 0,0 0 1 0 0,1-1 0 0 0,-1 1-1 0 0,1 0 1 0 0,0 0-1 0 0,-1-1 1 0 0,1 1 0 0 0,-1-1-1 0 0,1 1 1 0 0,0-1 0 0 0,0 0-1 0 0,-1 1 1 0 0,1-1 0 0 0,0 0-1 0 0,-1 0 1 0 0,1-1 0 0 0,0 1-1 0 0,0 0 1 0 0,-1 0 0 0 0,1-1-1 0 0,0 1 1 0 0,-1-1 0 0 0,3 0-1 0 0,4-3-540 0 0,-1 1 0 0 0,0-1 0 0 0,1-1-1 0 0,-1 1 1 0 0,-1-1 0 0 0,7-6 0 0 0,-2 1-1566 0 0,0 0 0 0 0,14-20 0 0 0,-2-1-4127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55 864 0 0,'-136'-2'11918'0'0,"133"2"-11032"0"0,8-8-747 0 0,1 6-306 0 0,0-1 0 0 0,0 1 0 0 0,1 0-1 0 0,-1 0 1 0 0,0 1 0 0 0,9-1 0 0 0,3-1-504 0 0,92-19-5750 0 0,-79 17 3280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71 1956 0 0,'-32'84'8684'0'0,"7"-21"-6044"0"0,24-62-2610 0 0,0 1 1 0 0,1 0 0 0 0,-1 0-1 0 0,1-1 1 0 0,-1 1-1 0 0,1 0 1 0 0,0-1 0 0 0,0 1-1 0 0,0 0 1 0 0,0 0-1 0 0,0 0 1 0 0,0-1-1 0 0,0 1 1 0 0,0 0 0 0 0,1 0-1 0 0,0 2 1 0 0,0-3-19 0 0,-1-1 0 0 0,1 1 1 0 0,-1-1-1 0 0,1 1 0 0 0,-1 0 0 0 0,1-1 1 0 0,0 1-1 0 0,-1-1 0 0 0,1 0 0 0 0,0 1 1 0 0,0-1-1 0 0,-1 0 0 0 0,1 1 0 0 0,0-1 1 0 0,0 0-1 0 0,-1 0 0 0 0,1 1 0 0 0,0-1 1 0 0,0 0-1 0 0,0 0 0 0 0,-1 0 0 0 0,1 0 1 0 0,0 0-1 0 0,1-1 0 0 0,3 1 9 0 0,-1-1 0 0 0,1-1 0 0 0,-1 1-1 0 0,0-1 1 0 0,1 1 0 0 0,-1-1 0 0 0,0-1-1 0 0,0 1 1 0 0,0 0 0 0 0,4-5 0 0 0,0 0-1 0 0,-1 0 1 0 0,-1 0-1 0 0,1-1 1 0 0,-2 0-1 0 0,1 0 1 0 0,-1-1-1 0 0,0 1 1 0 0,0-1-1 0 0,-1 0 1 0 0,3-10-1 0 0,-5 13-28 0 0,0 0 0 0 0,-1 0 0 0 0,1 0 0 0 0,-1 0 0 0 0,-1 0 0 0 0,1 0 0 0 0,-1 0 0 0 0,0 0 0 0 0,0 0 0 0 0,-1 0 0 0 0,1 0 0 0 0,-2 0 0 0 0,1 0-1 0 0,0 0 1 0 0,-1 0 0 0 0,0 0 0 0 0,-5-8 0 0 0,7 13 5 0 0,-1 0 0 0 0,1 1 0 0 0,0-1-1 0 0,-1 0 1 0 0,1 0 0 0 0,-1 0 0 0 0,1 0-1 0 0,-1 1 1 0 0,1-1 0 0 0,-1 0 0 0 0,0 1-1 0 0,1-1 1 0 0,-1 0 0 0 0,0 1 0 0 0,0-1-1 0 0,0 1 1 0 0,1-1 0 0 0,-1 1 0 0 0,0-1-1 0 0,0 1 1 0 0,-1-1 0 0 0,-1 0-6 0 0,2 1 11 0 0,-1-1 1 0 0,1 1-1 0 0,-1-1 0 0 0,1 1 0 0 0,-1 0 0 0 0,1 0 0 0 0,-1-1 0 0 0,0 1 0 0 0,1 0 0 0 0,-1 1 0 0 0,1-1 1 0 0,-1 0-1 0 0,0 0 0 0 0,1 1 0 0 0,-1-1 0 0 0,1 0 0 0 0,-1 1 0 0 0,1 0 0 0 0,-1-1 0 0 0,1 1 1 0 0,-3 1-1 0 0,-26 19 57 0 0,9-1 13 0 0,1 1 0 0 0,1 2 1 0 0,1-1-1 0 0,0 2 0 0 0,2 0 1 0 0,1 2-1 0 0,1-1 0 0 0,1 2 1 0 0,-15 44-1 0 0,25-62-46 0 0,0-1 0 0 0,1 1 0 0 0,0 0 1 0 0,1 0-1 0 0,0 0 0 0 0,0 0 0 0 0,1 0 0 0 0,0 0 0 0 0,0 0 0 0 0,3 12 1 0 0,-2-17-70 0 0,0-1 0 0 0,0 1 0 0 0,0 0 1 0 0,1 0-1 0 0,0-1 0 0 0,-1 1 0 0 0,1-1 1 0 0,1 1-1 0 0,-1-1 0 0 0,0 0 1 0 0,1 0-1 0 0,0 0 0 0 0,-1 0 0 0 0,1 0 1 0 0,0-1-1 0 0,1 1 0 0 0,-1-1 0 0 0,0 0 1 0 0,1 0-1 0 0,-1 0 0 0 0,1 0 1 0 0,-1-1-1 0 0,1 0 0 0 0,0 1 0 0 0,5 0 1 0 0,1 0-400 0 0,0-1 0 0 0,0 0-1 0 0,0-1 1 0 0,0 0 0 0 0,0 0 0 0 0,0-1 0 0 0,16-3 0 0 0,-1-2-2099 0 0,42-16 1 0 0,-28 7-779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3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39 2248 0 0,'4'-31'5709'0'0,"-4"24"-2805"0"0,-3 20-1857 0 0,-39 208 2352 0 0,14-85-2847 0 0,20-108-428 0 0,6-20-8 0 0,0-1 0 0 0,0 1 1 0 0,0-1-1 0 0,0 11 0 0 0,3-40-165 0 0,0-1 0 0 0,2 1-1 0 0,1 0 1 0 0,0-1-1 0 0,2 2 1 0 0,0-1 0 0 0,2 1-1 0 0,0 0 1 0 0,1 0 0 0 0,1 1-1 0 0,20-29 1 0 0,-28 46 33 0 0,0 0 1 0 0,1 0-1 0 0,-1 0 0 0 0,1 0 0 0 0,0 1 0 0 0,-1-1 1 0 0,1 1-1 0 0,0-1 0 0 0,1 1 0 0 0,-1 0 1 0 0,0 1-1 0 0,0-1 0 0 0,1 0 0 0 0,-1 1 0 0 0,1 0 1 0 0,0 0-1 0 0,5-1 0 0 0,-6 2 10 0 0,0 0 0 0 0,0 0 0 0 0,1 1 1 0 0,-1-1-1 0 0,0 1 0 0 0,0 0 0 0 0,0 0 0 0 0,0 0 0 0 0,0 0 0 0 0,0 1 0 0 0,0-1 1 0 0,0 1-1 0 0,0 0 0 0 0,0 0 0 0 0,-1 0 0 0 0,1 0 0 0 0,-1 0 0 0 0,0 0 0 0 0,1 1 1 0 0,1 3-1 0 0,2 2 11 0 0,0 0 1 0 0,0 1-1 0 0,-1 0 1 0 0,-1 0 0 0 0,0 0-1 0 0,0 0 1 0 0,-1 1-1 0 0,0 0 1 0 0,2 11-1 0 0,-2-8 83 0 0,-1 1 1 0 0,-1-1-1 0 0,0 1 0 0 0,-1-1 0 0 0,0 1 0 0 0,-3 16 0 0 0,2-28-41 0 0,1-5-34 0 0,1-10-34 0 0,1 0 0 0 0,0 0-1 0 0,0 0 1 0 0,2 0 0 0 0,-1 0 0 0 0,2 1 0 0 0,0 0 0 0 0,0 0 0 0 0,9-15-1 0 0,-6 13-10 0 0,1 0 0 0 0,1 0 0 0 0,0 0 0 0 0,1 1 0 0 0,0 1 0 0 0,1 0 0 0 0,14-10 0 0 0,-22 18 7 0 0,1 0 1 0 0,1 1-1 0 0,-1 0 1 0 0,0 0-1 0 0,12-4 0 0 0,-15 6 33 0 0,1 0-1 0 0,-1 0 1 0 0,1 0-1 0 0,-1 1 0 0 0,1-1 1 0 0,-1 1-1 0 0,1 0 1 0 0,0 0-1 0 0,-1-1 0 0 0,1 2 1 0 0,0-1-1 0 0,-1 0 1 0 0,1 1-1 0 0,-1-1 0 0 0,1 1 1 0 0,-1-1-1 0 0,1 1 1 0 0,-1 0-1 0 0,1 0 0 0 0,-1 1 1 0 0,0-1-1 0 0,1 0 1 0 0,-1 1-1 0 0,0-1 0 0 0,0 1 1 0 0,0 0-1 0 0,0 0 1 0 0,0 0-1 0 0,-1 0 0 0 0,1 0 1 0 0,0 0-1 0 0,-1 0 1 0 0,2 4-1 0 0,1 3 131 0 0,0 0 0 0 0,-1 0 0 0 0,-1 1 0 0 0,1-1 0 0 0,-1 1 0 0 0,0 12 0 0 0,-2-21-128 0 0,2 28 284 0 0,-2 0 0 0 0,-1 0-1 0 0,-4 29 1 0 0,-2 38 86 0 0,7-95-406 0 0,0 0 1 0 0,0-1-1 0 0,-1 1 0 0 0,1 0 1 0 0,1 0-1 0 0,-1-1 1 0 0,0 1-1 0 0,0 0 0 0 0,0-1 1 0 0,0 1-1 0 0,0 0 1 0 0,1 0-1 0 0,-1-1 1 0 0,0 1-1 0 0,1 0 0 0 0,-1-1 1 0 0,0 1-1 0 0,1-1 1 0 0,-1 1-1 0 0,1 0 0 0 0,-1-1 1 0 0,1 1-1 0 0,-1-1 1 0 0,1 1-1 0 0,-1-1 1 0 0,1 1-1 0 0,0-1 0 0 0,-1 0 1 0 0,1 1-1 0 0,0-1 1 0 0,-1 0-1 0 0,1 1 1 0 0,0-1-1 0 0,-1 0 0 0 0,1 0 1 0 0,0 0-1 0 0,0 0 1 0 0,-1 0-1 0 0,1 0 0 0 0,0 0 1 0 0,0 0-1 0 0,-1 0 1 0 0,1 0-1 0 0,0 0 1 0 0,-1 0-1 0 0,1 0 0 0 0,0 0 1 0 0,0-1-1 0 0,-1 1 1 0 0,1 0-1 0 0,0-1 0 0 0,0 0 1 0 0,7-2-567 0 0,-1 0 0 0 0,0-1 1 0 0,11-8-1 0 0,-16 11 495 0 0,83-57-7050 0 0,-48 30 2054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23 1156 0 0,'-2'-3'1187'0'0,"0"0"-1"0"0,-8-8 3560 0 0,5 6-3559 0 0,4 5-1150 0 0,0 1 1 0 0,0 0-1 0 0,0-1 1 0 0,0 1-1 0 0,0 0 1 0 0,0-1 0 0 0,0 1-1 0 0,0 0 1 0 0,1 0-1 0 0,-1 0 1 0 0,0 0-1 0 0,1 0 1 0 0,-1 0 0 0 0,1 0-1 0 0,-1 0 1 0 0,1 0-1 0 0,-1 0 1 0 0,1 0-1 0 0,0 0 1 0 0,-1 0 0 0 0,1 0-1 0 0,0 2 1 0 0,-7 38 442 0 0,5-21-244 0 0,-86 347 1638 0 0,-21-3-906 0 0,-2 3-512 0 0,23 4-127 0 0,67-235-742 0 0,11-47-3011 0 0,5-67-1180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7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1 337 1212 0 0,'6'-30'1021'0'0,"0"0"0"0"0,3 0 0 0 0,0 1 0 0 0,23-48 0 0 0,-27 68-925 0 0,1-1-1 0 0,-1 1 1 0 0,2 0-1 0 0,-1 1 1 0 0,1-1 0 0 0,1 1-1 0 0,-1 0 1 0 0,2 1-1 0 0,-1 0 1 0 0,1 0 0 0 0,-1 1-1 0 0,2 0 1 0 0,-1 1-1 0 0,1 0 1 0 0,0 0-1 0 0,18-5 1 0 0,-13 6-43 0 0,0 1-1 0 0,0 1 1 0 0,1 0-1 0 0,0 1 1 0 0,-1 0 0 0 0,1 1-1 0 0,-1 1 1 0 0,1 1-1 0 0,26 6 1 0 0,-30-5 41 0 0,0 0 0 0 0,0 1-1 0 0,0 0 1 0 0,-1 1 0 0 0,0 0 0 0 0,0 1-1 0 0,0 1 1 0 0,-1-1 0 0 0,1 2 0 0 0,-2-1-1 0 0,1 1 1 0 0,14 16 0 0 0,-21-20-41 0 0,-1-1-1 0 0,1 1 1 0 0,-1 0 0 0 0,1 0 0 0 0,-1 0-1 0 0,0 0 1 0 0,-1 0 0 0 0,1 0 0 0 0,-1 1-1 0 0,0-1 1 0 0,0 1 0 0 0,0-1 0 0 0,0 1-1 0 0,-1-1 1 0 0,0 1 0 0 0,0-1 0 0 0,0 1-1 0 0,0-1 1 0 0,-1 1 0 0 0,0-1 0 0 0,0 0-1 0 0,0 1 1 0 0,0-1 0 0 0,-1 0 0 0 0,1 1-1 0 0,-1-1 1 0 0,0 0 0 0 0,-1 0 0 0 0,1-1-1 0 0,-1 1 1 0 0,1 0 0 0 0,-1-1 0 0 0,-4 4 0 0 0,1-1-25 0 0,0 0 1 0 0,0 0-1 0 0,-1 0 1 0 0,0-1-1 0 0,0 0 1 0 0,-1 0-1 0 0,1-1 1 0 0,-1 0-1 0 0,0 0 1 0 0,0-1-1 0 0,0 0 1 0 0,0-1-1 0 0,-1 1 1 0 0,1-2-1 0 0,-1 1 1 0 0,-9 0-1 0 0,-33-5 57 0 0,48 3-242 0 0,-1-1 1 0 0,1 0-1 0 0,0 0 0 0 0,-1 0 1 0 0,1 0-1 0 0,0 0 1 0 0,0-1-1 0 0,0 1 1 0 0,0-1-1 0 0,-5-3 1 0 0,8 4 88 0 0,0 1 0 0 0,-1-1-1 0 0,1 0 1 0 0,0 1 0 0 0,0-1 0 0 0,-1 0 0 0 0,1 1 0 0 0,0-1 0 0 0,0 0 0 0 0,0 1 0 0 0,0-1 0 0 0,0 0 0 0 0,0 1 0 0 0,0-1 0 0 0,0 0 0 0 0,0 1 0 0 0,1-1 0 0 0,-1 1 0 0 0,0-1 0 0 0,0 0 0 0 0,0 1-1 0 0,1-1 1 0 0,-1 0 0 0 0,0 1 0 0 0,1-1 0 0 0,-1 1 0 0 0,1-1 0 0 0,10-15-1619 0 0,-1 7-320 0 0,3-4-317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88 115 816 0 0,'2'-2'1718'0'0,"13"-13"2842"0"0,-14 5-1497 0 0,-4 12-3000 0 0,0 1 1 0 0,0-1 0 0 0,0 0-1 0 0,0 1 1 0 0,0 0-1 0 0,1 0 1 0 0,-1-1-1 0 0,1 2 1 0 0,-1-1-1 0 0,1 0 1 0 0,-2 5 0 0 0,-23 46 378 0 0,19-36-308 0 0,1-3-39 0 0,1 1 0 0 0,0 1 1 0 0,-7 32-1 0 0,12-43-79 0 0,0 0 0 0 0,0 0 0 0 0,0 0 0 0 0,1 1 0 0 0,0-1 0 0 0,0 0 0 0 0,1 0 0 0 0,0 0 0 0 0,0 0 0 0 0,0 0 0 0 0,1 0 0 0 0,-1 0 0 0 0,1 0 0 0 0,5 8 0 0 0,-6-12-10 0 0,0-1 1 0 0,1 1-1 0 0,-1 0 0 0 0,0-1 1 0 0,1 1-1 0 0,-1-1 0 0 0,1 1 0 0 0,0-1 1 0 0,-1 0-1 0 0,1 0 0 0 0,0 0 1 0 0,0 0-1 0 0,0 0 0 0 0,-1 0 0 0 0,1 0 1 0 0,0-1-1 0 0,0 1 0 0 0,4 0 1 0 0,-1-1 1 0 0,-1 0 0 0 0,0 0 0 0 0,0 0 1 0 0,0-1-1 0 0,0 1 0 0 0,0-1 0 0 0,0 0 1 0 0,0 0-1 0 0,5-3 0 0 0,0 1 7 0 0,-1-2-1 0 0,1 1 1 0 0,-1-1-1 0 0,0-1 1 0 0,0 0-1 0 0,0 0 1 0 0,11-11-1 0 0,-10 6 13 0 0,-1-1 0 0 0,0 0 0 0 0,-1 0 0 0 0,0 0 1 0 0,0-1-1 0 0,-2 0 0 0 0,1 0 0 0 0,-2-1 0 0 0,6-22 0 0 0,-8 26-21 0 0,0-1 0 0 0,-1 0 0 0 0,0 1 0 0 0,0-1 0 0 0,-1 1 0 0 0,-1-1 0 0 0,0 0 0 0 0,0 1-1 0 0,-1-1 1 0 0,0 1 0 0 0,-1 0 0 0 0,0 0 0 0 0,-7-15 0 0 0,9 22-7 0 0,-1 0 0 0 0,1 0 0 0 0,-1 0 0 0 0,0 0 0 0 0,1 1 1 0 0,-1-1-1 0 0,-1 1 0 0 0,1-1 0 0 0,0 1 0 0 0,0 0 0 0 0,-1 0 0 0 0,0 0 0 0 0,1 0 0 0 0,-1 0 0 0 0,0 0 0 0 0,0 1 0 0 0,0 0 0 0 0,0-1 0 0 0,0 1 0 0 0,0 0 0 0 0,0 0 0 0 0,0 1 1 0 0,0-1-1 0 0,-1 1 0 0 0,1 0 0 0 0,0-1 0 0 0,0 1 0 0 0,-1 1 0 0 0,1-1 0 0 0,0 0 0 0 0,0 1 0 0 0,0 0 0 0 0,-1-1 0 0 0,1 1 0 0 0,0 1 0 0 0,0-1 0 0 0,0 0 0 0 0,-3 3 0 0 0,0-1-136 0 0,1 1-1 0 0,-1-1 0 0 0,1 1 0 0 0,0 1 1 0 0,0-1-1 0 0,0 1 0 0 0,0 0 0 0 0,1 0 1 0 0,0 0-1 0 0,0 1 0 0 0,0-1 0 0 0,1 1 1 0 0,0 0-1 0 0,0 0 0 0 0,0 0 0 0 0,1 0 1 0 0,-3 13-1 0 0,4-15-472 0 0,0 1-1 0 0,1-1 1 0 0,-1 1 0 0 0,1 0 0 0 0,0 0 0 0 0,1-1-1 0 0,1 9 1 0 0,1-1-2377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8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90 120 0 0,'6'-7'1101'0'0,"21"-28"3624"0"0,-26 33-4456 0 0,1-1 1 0 0,-1 1-1 0 0,0 0 1 0 0,0-1-1 0 0,-1 1 1 0 0,1-1-1 0 0,0 1 1 0 0,-1-1-1 0 0,1 1 1 0 0,-1-1-1 0 0,0 1 1 0 0,0-1-1 0 0,0 0 1 0 0,-1-4-1 0 0,1 7-251 0 0,-1-1 1 0 0,1 1-1 0 0,0-1 0 0 0,-1 1 0 0 0,1 0 0 0 0,-1-1 0 0 0,1 1 1 0 0,-1 0-1 0 0,1-1 0 0 0,-1 1 0 0 0,1 0 0 0 0,-1 0 0 0 0,1 0 1 0 0,-1-1-1 0 0,1 1 0 0 0,-1 0 0 0 0,1 0 0 0 0,-1 0 0 0 0,1 0 1 0 0,-1 0-1 0 0,1 0 0 0 0,-1 0 0 0 0,1 0 0 0 0,-1 0 0 0 0,0 0 1 0 0,1 0-1 0 0,-1 0 0 0 0,1 0 0 0 0,-1 1 0 0 0,1-1 0 0 0,-1 0 1 0 0,1 0-1 0 0,-1 0 0 0 0,1 1 0 0 0,-1-1 0 0 0,0 1 0 0 0,-18 8 183 0 0,14-5-187 0 0,0-1 0 0 0,0 1 0 0 0,0 0 0 0 0,1 0 0 0 0,0 1 0 0 0,0-1 0 0 0,0 1 0 0 0,0 0 0 0 0,1 0 0 0 0,0 1 0 0 0,0-1 0 0 0,-3 8 0 0 0,4-9-20 0 0,1 0 0 0 0,-1 0 0 0 0,1 1 0 0 0,0-1 0 0 0,1 0 0 0 0,-1 1 0 0 0,1-1 0 0 0,0 0 0 0 0,0 1 0 0 0,0-1 0 0 0,0 0 0 0 0,1 1 0 0 0,0-1 0 0 0,0 0 0 0 0,0 1 0 0 0,0-1 0 0 0,3 5 0 0 0,6 8 8 0 0,1 0-1 0 0,1-1 1 0 0,0-1 0 0 0,28 27 0 0 0,-1 0 392 0 0,-38-41-370 0 0,-1 0 0 0 0,1 0 0 0 0,-1 0 1 0 0,0 0-1 0 0,1 0 0 0 0,-1 0 0 0 0,0 0 0 0 0,1 0 1 0 0,-1 0-1 0 0,0 0 0 0 0,0 0 0 0 0,0 1 0 0 0,0-1 1 0 0,0 0-1 0 0,0 0 0 0 0,0 0 0 0 0,0 0 0 0 0,-1 0 1 0 0,1 0-1 0 0,0 0 0 0 0,-1 0 0 0 0,1 0 0 0 0,-1 2 1 0 0,-14 18 216 0 0,10-16-198 0 0,-1 0-1 0 0,0-1 0 0 0,0 1 0 0 0,0-1 0 0 0,-1-1 0 0 0,0 1 0 0 0,1-1 0 0 0,-1 0 1 0 0,-14 3-1 0 0,7-2-9 0 0,0-2 0 0 0,-1 0 1 0 0,-27 1-1 0 0,39-3-173 0 0,-1 0 0 0 0,0-1 0 0 0,1 1 0 0 0,-1-1 0 0 0,1 1 0 0 0,-5-3 0 0 0,7 3 25 0 0,0 0 0 0 0,0-1 0 0 0,0 1 0 0 0,0-1 1 0 0,0 1-1 0 0,1-1 0 0 0,-1 1 0 0 0,0-1 1 0 0,0 0-1 0 0,1 1 0 0 0,-1-1 0 0 0,0 0 0 0 0,1 1 1 0 0,-1-1-1 0 0,1 0 0 0 0,-1 0 0 0 0,0-1 1 0 0,1 0-159 0 0,0 0 0 0 0,0 0 0 0 0,0 0 0 0 0,0 0 0 0 0,0 0 0 0 0,0 0 0 0 0,0 0 0 0 0,1 0 0 0 0,-1 1 0 0 0,1-1 1 0 0,-1 0-1 0 0,1 0 0 0 0,0 0 0 0 0,0 0 0 0 0,0 0 0 0 0,0 1 0 0 0,0-1 0 0 0,0 1 0 0 0,3-4 0 0 0,7-8-1533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8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60 1608 0 0,'10'-5'1498'0'0,"-1"-1"0"0"0,-1-1 1 0 0,1 1-1 0 0,-1-1 0 0 0,10-11 0 0 0,-17 16-1143 0 0,-1 0 38 0 0,0 2-375 0 0,0 0 0 0 0,0 0 0 0 0,0 0 1 0 0,0 0-1 0 0,0-1 0 0 0,1 1 0 0 0,-1 0 1 0 0,0 0-1 0 0,0 0 0 0 0,0-1 0 0 0,0 1 1 0 0,0 0-1 0 0,0 0 0 0 0,0 0 1 0 0,0-1-1 0 0,0 1 0 0 0,0 0 0 0 0,0 0 1 0 0,0 0-1 0 0,-1-1 0 0 0,1 1 0 0 0,0 0 1 0 0,0 0-1 0 0,0 0 0 0 0,0-1 0 0 0,0 1 1 0 0,0 0-1 0 0,0 0 0 0 0,0 0 0 0 0,-1 0 1 0 0,1-1-1 0 0,0 1 0 0 0,0 0 1 0 0,0 0-1 0 0,0 0 0 0 0,-1 0 0 0 0,1 0 1 0 0,0 0-1 0 0,0 0 0 0 0,0-1 0 0 0,0 1 1 0 0,-1 0-1 0 0,1 0 0 0 0,0 0 0 0 0,-9 3 36 0 0,1 0 0 0 0,0 1 0 0 0,1 0-1 0 0,-1 0 1 0 0,1 0 0 0 0,-1 1-1 0 0,1 0 1 0 0,1 1 0 0 0,-1-1-1 0 0,-7 10 1 0 0,6-7-44 0 0,1 0 0 0 0,0 1 0 0 0,1 0 0 0 0,0 0 1 0 0,0 1-1 0 0,1 0 0 0 0,0 0 0 0 0,-4 11 0 0 0,8-17-7 0 0,0 1 1 0 0,0 0 0 0 0,0-1-1 0 0,1 1 1 0 0,-1 0-1 0 0,1 0 1 0 0,0-1 0 0 0,1 1-1 0 0,-1 0 1 0 0,1 0 0 0 0,0-1-1 0 0,0 1 1 0 0,0-1-1 0 0,1 1 1 0 0,0-1 0 0 0,4 9-1 0 0,2 1 6 0 0,1-1 1 0 0,1 0-1 0 0,19 20 0 0 0,-17-21-16 0 0,-1 2 0 0 0,13 19 0 0 0,-22-30 50 0 0,-1 0 1 0 0,0 0-1 0 0,0 0 1 0 0,0 0-1 0 0,0 0 1 0 0,-1 1-1 0 0,1-1 1 0 0,-1 0 0 0 0,0 0-1 0 0,0 1 1 0 0,0-1-1 0 0,0 0 1 0 0,-1 1-1 0 0,1-1 1 0 0,-1 0 0 0 0,0 0-1 0 0,0 1 1 0 0,0-1-1 0 0,0 0 1 0 0,0 0-1 0 0,-1 0 1 0 0,0 0-1 0 0,1-1 1 0 0,-1 1 0 0 0,-3 3-1 0 0,-1 3 23 0 0,-2-1 1 0 0,1 0-1 0 0,-1 0 0 0 0,0 0 0 0 0,0-1 0 0 0,-12 7 1 0 0,10-8-60 0 0,0-1 1 0 0,0 0 0 0 0,0 0-1 0 0,-1-1 1 0 0,-17 4 0 0 0,26-8-167 0 0,1 0 0 0 0,-1 1 1 0 0,0-1-1 0 0,0 0 1 0 0,0 0-1 0 0,0 0 0 0 0,0 0 1 0 0,1-1-1 0 0,-1 1 1 0 0,0 0-1 0 0,0-1 0 0 0,0 1 1 0 0,1-1-1 0 0,-1 0 1 0 0,0 1-1 0 0,1-1 0 0 0,-1 0 1 0 0,0 0-1 0 0,1 0 0 0 0,-3-2 1 0 0,3 2-152 0 0,0 0 1 0 0,0-1 0 0 0,0 1-1 0 0,0 0 1 0 0,1 0-1 0 0,-1 0 1 0 0,0 0 0 0 0,1-1-1 0 0,-1 1 1 0 0,1 0-1 0 0,-1-1 1 0 0,1 1 0 0 0,-1-1-1 0 0,1 1 1 0 0,0 0-1 0 0,0-4 1 0 0,0-9-3263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3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63 148 1012 0 0,'13'-5'6420'0'0,"-11"6"-6276"0"0,1 0-1 0 0,-1 0 1 0 0,1 0 0 0 0,-1 0-1 0 0,0 1 1 0 0,1-1 0 0 0,-1 1-1 0 0,0 0 1 0 0,0-1 0 0 0,0 1-1 0 0,0 0 1 0 0,0 0 0 0 0,-1 0-1 0 0,1 1 1 0 0,1 1 0 0 0,0 1-77 0 0,1 0 1 0 0,0-1-1 0 0,1 1 1 0 0,-1-1-1 0 0,0 0 1 0 0,9 5 0 0 0,11-1 64 0 0,-21-7-115 0 0,0-1 40 0 0,-2 0-60 0 0,2 0 13 0 0,-1 0 0 0 0,0 0 0 0 0,1 0 0 0 0,-1 0 0 0 0,0-1 0 0 0,1 1 0 0 0,-1 0 0 0 0,0-1 0 0 0,0 0 0 0 0,1 1 0 0 0,-1-1 0 0 0,0 0 0 0 0,0 0 0 0 0,0 0 0 0 0,0-1 0 0 0,0 1 0 0 0,0 0 0 0 0,1-2 0 0 0,-1-1 1 0 0,0 0-1 0 0,0 1 1 0 0,-1-1-1 0 0,1 0 1 0 0,-1 0-1 0 0,0 1 1 0 0,0-1-1 0 0,0 0 1 0 0,-1 0 0 0 0,1 0-1 0 0,-1-1 1 0 0,0 1-1 0 0,0 0 1 0 0,0 0-1 0 0,-1 0 1 0 0,0 0-1 0 0,1 0 1 0 0,-1 0 0 0 0,-1 1-1 0 0,1-1 1 0 0,-1 0-1 0 0,1 0 1 0 0,-1 1-1 0 0,0-1 1 0 0,0 1-1 0 0,0-1 1 0 0,-1 1 0 0 0,0 0-1 0 0,-3-4 1 0 0,5 7-16 0 0,0-1 0 0 0,1 1 0 0 0,-1-1 0 0 0,0 1 0 0 0,0 0 0 0 0,0-1 0 0 0,0 1 1 0 0,1 0-1 0 0,-1 0 0 0 0,0-1 0 0 0,0 1 0 0 0,0 0 0 0 0,0 0 0 0 0,0 0 0 0 0,0 0 1 0 0,0 0-1 0 0,0 0 0 0 0,1 1 0 0 0,-1-1 0 0 0,0 0 0 0 0,0 0 0 0 0,0 1 0 0 0,0-1 0 0 0,0 0 1 0 0,-1 2-1 0 0,-18 10-80 0 0,7-2 90 0 0,2 1 1 0 0,-1 0 0 0 0,2 0 0 0 0,-1 1 0 0 0,-12 19-1 0 0,7-6 116 0 0,-25 52 0 0 0,36-67-100 0 0,1 0 1 0 0,1 0-1 0 0,-1 0 0 0 0,2 0 1 0 0,-1 1-1 0 0,1 0 1 0 0,0 18-1 0 0,2-26-17 0 0,0 0-1 0 0,0 0 0 0 0,0 0 0 0 0,0 0 1 0 0,1-1-1 0 0,0 1 0 0 0,-1 0 1 0 0,1 0-1 0 0,0 0 0 0 0,0 0 0 0 0,1-1 1 0 0,-1 1-1 0 0,1 0 0 0 0,-1-1 1 0 0,1 1-1 0 0,0-1 0 0 0,0 0 0 0 0,0 1 1 0 0,0-1-1 0 0,0 0 0 0 0,0 0 1 0 0,1-1-1 0 0,-1 1 0 0 0,1 0 0 0 0,-1-1 1 0 0,1 1-1 0 0,0-1 0 0 0,0 0 1 0 0,-1 0-1 0 0,1 0 0 0 0,5 1 0 0 0,3-1 7 0 0,-1 1 0 0 0,0-2-1 0 0,1 1 1 0 0,-1-2 0 0 0,1 1-1 0 0,-1-1 1 0 0,0-1 0 0 0,0 0-1 0 0,12-4 1 0 0,1-1-29 0 0,-1-1 1 0 0,41-22-1 0 0,-42 19 40 0 0,0-2-1 0 0,-1-1 1 0 0,-1 0-1 0 0,0-1 1 0 0,-1-1-1 0 0,-1-1 1 0 0,22-27-1 0 0,-31 34-17 0 0,0-1-1 0 0,0 0 0 0 0,-1-1 1 0 0,-1 0-1 0 0,0 0 1 0 0,-1 0-1 0 0,0-1 1 0 0,-1 0-1 0 0,0 1 1 0 0,-1-2-1 0 0,-1 1 0 0 0,0 0 1 0 0,0 0-1 0 0,-2-25 1 0 0,-7 9-39 0 0,7 28 37 0 0,-1 0-1 0 0,1 0 0 0 0,-1 0 1 0 0,1 0-1 0 0,-1 0 1 0 0,0 0-1 0 0,1 0 0 0 0,-1 0 1 0 0,0 0-1 0 0,0 1 1 0 0,0-1-1 0 0,1 0 1 0 0,-1 0-1 0 0,0 1 0 0 0,0-1 1 0 0,0 1-1 0 0,0-1 1 0 0,0 1-1 0 0,0-1 0 0 0,-1 1 1 0 0,1-1-1 0 0,0 1 1 0 0,0 0-1 0 0,-2-1 0 0 0,2 2 4 0 0,-1-1 0 0 0,1 0 0 0 0,-1 0 0 0 0,1 1 0 0 0,-1-1-1 0 0,1 1 1 0 0,-1-1 0 0 0,1 1 0 0 0,0 0 0 0 0,-1 0-1 0 0,1-1 1 0 0,0 1 0 0 0,0 0 0 0 0,-1 0 0 0 0,1 0 0 0 0,0 0-1 0 0,0 0 1 0 0,0 1 0 0 0,0-1 0 0 0,0 0 0 0 0,1 0 0 0 0,-1 1-1 0 0,0-1 1 0 0,1 1 0 0 0,-1-1 0 0 0,1 0 0 0 0,-1 1-1 0 0,1-1 1 0 0,-1 1 0 0 0,1-1 0 0 0,0 1 0 0 0,0-1 0 0 0,0 4-1 0 0,-1 0-13 0 0,1 0 0 0 0,0 0-1 0 0,0 0 1 0 0,1 0 0 0 0,-1 0-1 0 0,1 0 1 0 0,0-1 0 0 0,1 1-1 0 0,1 5 1 0 0,4 3 12 0 0,1-1 0 0 0,0-1 0 0 0,1 0 0 0 0,0 0 0 0 0,1 0-1 0 0,0-1 1 0 0,0-1 0 0 0,1 0 0 0 0,14 9 0 0 0,-9-6 1 0 0,0 1-1 0 0,0 1 1 0 0,19 22-1 0 0,-34-34 36 0 0,0-1 0 0 0,0 1 0 0 0,1 0-1 0 0,-1-1 1 0 0,0 1 0 0 0,-1 0 0 0 0,1-1-1 0 0,0 1 1 0 0,0 0 0 0 0,-1 0 0 0 0,1 0-1 0 0,-1 0 1 0 0,1 0 0 0 0,-1-1 0 0 0,0 1-1 0 0,0 0 1 0 0,0 0 0 0 0,0 0 0 0 0,0 0-1 0 0,0 0 1 0 0,-1 4 0 0 0,-1-4 10 0 0,1 1 0 0 0,0 0 0 0 0,-1 0-1 0 0,0-1 1 0 0,1 1 0 0 0,-1-1 0 0 0,0 0 0 0 0,-1 1 0 0 0,1-1 0 0 0,0 0 0 0 0,0 0 0 0 0,-5 2 0 0 0,-4 3 76 0 0,-1 0-1 0 0,0-2 1 0 0,-1 1 0 0 0,-25 7 0 0 0,-14-4 122 0 0,52-9-247 0 0,0-1 1 0 0,0 1 0 0 0,0 0-1 0 0,-1 0 1 0 0,1 0 0 0 0,0 0 0 0 0,0-1-1 0 0,0 1 1 0 0,-1 0 0 0 0,1 0-1 0 0,0 0 1 0 0,0 0 0 0 0,0-1 0 0 0,0 1-1 0 0,0 0 1 0 0,0 0 0 0 0,-1-1-1 0 0,1 1 1 0 0,0 0 0 0 0,0 0-1 0 0,0-1 1 0 0,0 1 0 0 0,0 0 0 0 0,0 0-1 0 0,0-1 1 0 0,0 1 0 0 0,0 0-1 0 0,0 0 1 0 0,0-1 0 0 0,0 1 0 0 0,0 0-1 0 0,0 0 1 0 0,0-1 0 0 0,1 1-1 0 0,-1 0 1 0 0,0 0 0 0 0,0 0 0 0 0,0-1-1 0 0,4-10-25 0 0,7-1-70 0 0,0-1 1 0 0,0 2-1 0 0,2-1 1 0 0,19-13-1 0 0,8-8-60 0 0,20-19-55 0 0,-14 12 11 0 0,57-61 0 0 0,-98 95 205 0 0,0 0 0 0 0,0-1 0 0 0,-1 1-1 0 0,6-12 1 0 0,-9 16-2 0 0,0 0 0 0 0,0-1 0 0 0,0 1 0 0 0,-1-1 0 0 0,1 1-1 0 0,0-1 1 0 0,-1 0 0 0 0,0 1 0 0 0,0-1 0 0 0,0 0 0 0 0,0 1 0 0 0,0-1 0 0 0,0 0 0 0 0,0 1-1 0 0,-1-1 1 0 0,-1-3 0 0 0,2 4 22 0 0,-1 2-27 0 0,0 0 3 0 0,0 0 0 0 0,0 0 0 0 0,0 1 0 0 0,0-1 1 0 0,1 0-1 0 0,-1 0 0 0 0,0 0 0 0 0,0 1 0 0 0,0-1 1 0 0,0 0-1 0 0,1 1 0 0 0,-1-1 0 0 0,0 1 0 0 0,0-1 0 0 0,1 1 1 0 0,-1-1-1 0 0,0 1 0 0 0,1 0 0 0 0,-1-1 0 0 0,1 1 1 0 0,-1 0-1 0 0,0 1 0 0 0,0 0 4 0 0,0 0 0 0 0,0 0 0 0 0,1 0 0 0 0,-1 0 0 0 0,1 0 1 0 0,-1 1-1 0 0,1-1 0 0 0,0 0 0 0 0,0 3 0 0 0,0 4 9 0 0,1-1 0 0 0,0 0 0 0 0,1 1 0 0 0,3 9 1 0 0,1-3 78 0 0,0 1 0 0 0,15 23 0 0 0,-15-30-22 0 0,0 0 0 0 0,-1 0 1 0 0,-1 1-1 0 0,1 0 0 0 0,-2 0 0 0 0,1 0 1 0 0,-1 0-1 0 0,-1 0 0 0 0,2 16 1 0 0,-4-22-3 0 0,-1 0-1 0 0,0 0 1 0 0,0 0 0 0 0,0 0 0 0 0,0 0 0 0 0,-1 0 0 0 0,1 0 0 0 0,-1 0 0 0 0,0-1 0 0 0,0 1 0 0 0,0-1 0 0 0,-1 1 0 0 0,0-1 0 0 0,1 0 0 0 0,-1 0 0 0 0,0 0 0 0 0,-4 3 0 0 0,-7 5 34 0 0,-1 0 0 0 0,-22 14 0 0 0,33-23-81 0 0,-16 9 4 0 0,-2 0-1 0 0,1-1 0 0 0,-36 11 0 0 0,37-15-1432 0 0,1-2-1 0 0,-25 4 1 0 0,14-11-7439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1 206 276 0 0,'1'-10'815'0'0,"1"-1"-1"0"0,0 1 1 0 0,0 0 0 0 0,1 0 0 0 0,0 0-1 0 0,1 1 1 0 0,0-1 0 0 0,6-9 0 0 0,-5 12-687 0 0,-1 0 0 0 0,1 1 0 0 0,0-1 0 0 0,0 1 0 0 0,1 0 0 0 0,0 0 1 0 0,0 0-1 0 0,1 1 0 0 0,-1 0 0 0 0,1 0 0 0 0,0 1 0 0 0,0 0 0 0 0,1 0 0 0 0,-1 1 1 0 0,1 0-1 0 0,11-3 0 0 0,-16 5-107 0 0,1 0 0 0 0,0 1 1 0 0,0-1-1 0 0,0 1 0 0 0,0 0 0 0 0,0 0 1 0 0,0 1-1 0 0,0-1 0 0 0,0 1 1 0 0,0 0-1 0 0,0 0 0 0 0,-1 0 0 0 0,1 0 1 0 0,0 1-1 0 0,-1-1 0 0 0,1 1 0 0 0,-1 0 1 0 0,1 0-1 0 0,-1 0 0 0 0,0 1 0 0 0,0-1 1 0 0,0 1-1 0 0,0 0 0 0 0,-1 0 1 0 0,5 5-1 0 0,0 2 40 0 0,0 0 0 0 0,-1 1 1 0 0,0 0-1 0 0,-1 0 0 0 0,-1 0 1 0 0,7 22-1 0 0,-7-16-16 0 0,-2 0 0 0 0,0 0 0 0 0,-1 0-1 0 0,-1 1 1 0 0,-1-1 0 0 0,0 0 0 0 0,-7 32 0 0 0,3-15 3 0 0,-3 20 165 0 0,7-52-120 0 0,3-4-91 0 0,-1-1 1 0 0,1 0 0 0 0,-1 0 0 0 0,0 1-1 0 0,0-1 1 0 0,0 0 0 0 0,0 0 0 0 0,1-6-1 0 0,0-3 36 0 0,62-172-64 0 0,-55 163 37 0 0,1 0 0 0 0,1 1 0 0 0,1 0 0 0 0,0 1 0 0 0,2 0 1 0 0,24-25-1 0 0,-36 41-15 0 0,-1 2 1 0 0,0 0 0 0 0,1 0 0 0 0,-1-1 1 0 0,0 1-1 0 0,0 0 0 0 0,1 0 0 0 0,-1 0 0 0 0,1 1 0 0 0,-1-1 0 0 0,1 0 0 0 0,-1 0 0 0 0,3 0 0 0 0,-2 1 5 0 0,-1-1 1 0 0,0 1-1 0 0,0 0 0 0 0,1 0 0 0 0,-1 0 0 0 0,0-1 0 0 0,0 1 0 0 0,1 1 0 0 0,-1-1 0 0 0,0 0 0 0 0,1 0 0 0 0,-1 0 1 0 0,1 1-1 0 0,4 5 13 0 0,-6-5-12 0 0,2 1 5 0 0,0 1-1 0 0,0-1 0 0 0,-1 1 0 0 0,1 0 0 0 0,-1 0 0 0 0,0-1 0 0 0,0 1 0 0 0,0 0 0 0 0,0 0 0 0 0,0 0 1 0 0,0 0-1 0 0,-1 0 0 0 0,1 4 0 0 0,-1 41 89 0 0,0-38-60 0 0,-6 87 69 0 0,0 44-23 0 0,6-138-73 0 0,0 0 0 0 0,0 0 0 0 0,0 0 0 0 0,0-1 0 0 0,1 1 0 0 0,-1 0-1 0 0,1 0 1 0 0,0 0 0 0 0,0-1 0 0 0,0 1 0 0 0,0 0 0 0 0,0-1 0 0 0,1 1 0 0 0,-1-1 0 0 0,1 1 0 0 0,0-1-1 0 0,-1 0 1 0 0,1 0 0 0 0,4 3 0 0 0,-4-4-2 0 0,0-1 1 0 0,1 0-1 0 0,-1 0 0 0 0,0 0 1 0 0,1 0-1 0 0,-1 0 1 0 0,0 0-1 0 0,1-1 0 0 0,-1 1 1 0 0,0-1-1 0 0,0 0 0 0 0,1 0 1 0 0,3-2-1 0 0,-6 3-3 0 0,11-5-1 0 0,-1-1 1 0 0,0 0-1 0 0,0-1 0 0 0,-1 0 1 0 0,0 0-1 0 0,0-1 0 0 0,0 0 1 0 0,-1-1-1 0 0,0 0 1 0 0,7-12-1 0 0,9-14-27 0 0,27-53 0 0 0,-51 88 24 0 0,34-78-8 0 0,-7 15-17 0 0,-27 61 22 0 0,-1 9-36 0 0,0-1 39 0 0,0 1 0 0 0,-1-1 0 0 0,0 0 0 0 0,0 1 0 0 0,-6 9 0 0 0,-3 11 40 0 0,0 3-23 0 0,-18 66 22 0 0,26-85-23 0 0,1 0 1 0 0,1 0 0 0 0,0 1 0 0 0,0-1 0 0 0,1 0-1 0 0,2 20 1 0 0,-1-29-11 0 0,-1-1 1 0 0,0 0-1 0 0,0 1 0 0 0,1-1 0 0 0,-1 0 0 0 0,1 0 0 0 0,-1 1 1 0 0,1-1-1 0 0,0 0 0 0 0,-1 0 0 0 0,1 0 0 0 0,0 0 1 0 0,0 0-1 0 0,0 0 0 0 0,-1 0 0 0 0,1 0 0 0 0,0 0 0 0 0,1 0 1 0 0,-1 0-1 0 0,0-1 0 0 0,1 2 0 0 0,1-1 0 0 0,-1-1-1 0 0,0 1 1 0 0,1 0 0 0 0,-1-1-1 0 0,1 0 1 0 0,-1 1 0 0 0,1-1-1 0 0,-1 0 1 0 0,1 0 0 0 0,3-1-1 0 0,3 0 3 0 0,-1-1-1 0 0,0 0 1 0 0,0-1-1 0 0,0 0 0 0 0,14-7 1 0 0,-5 0-21 0 0,-1-1 1 0 0,0-1-1 0 0,0-1 1 0 0,-1 0-1 0 0,0-1 1 0 0,-2-1-1 0 0,18-23 0 0 0,-16 19 71 0 0,-2-1 0 0 0,0-1 0 0 0,-1-1 0 0 0,-2 1 0 0 0,16-44 0 0 0,-10 17 1168 0 0,-15 47-1096 0 0,-11 23-64 0 0,-7 27 47 0 0,-16 75-1 0 0,29-102-217 0 0,1 0-1 0 0,1 0 0 0 0,0 0 0 0 0,2 0 0 0 0,1 1 1 0 0,3 23-1 0 0,-3-42-109 0 0,0 0 0 0 0,0-1-1 0 0,0 1 1 0 0,0 0 0 0 0,1 0 0 0 0,2 4 0 0 0,-3-7-134 0 0,0 1 1 0 0,0-1-1 0 0,0 1 1 0 0,0-1-1 0 0,0 0 1 0 0,0 1-1 0 0,0-1 1 0 0,1 0 0 0 0,-1 0-1 0 0,0 0 1 0 0,1 0-1 0 0,-1 0 1 0 0,1 0-1 0 0,0 0 1 0 0,-1-1 0 0 0,1 1-1 0 0,-1 0 1 0 0,4 0-1 0 0,13 1-2950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1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2200 0 0,'10'-62'7192'0'0,"-10"60"-6856"0"0,0 1-165 0 0,0 1-155 0 0,0 1 1 0 0,1-1-1 0 0,-1 0 0 0 0,0 0 0 0 0,0 1 0 0 0,0-1 0 0 0,0 0 0 0 0,0 0 0 0 0,1 1 0 0 0,-1-1 0 0 0,0 0 0 0 0,0 0 0 0 0,0 0 0 0 0,1 1 1 0 0,-1-1-1 0 0,0 0 0 0 0,0 0 0 0 0,1 0 0 0 0,-1 0 0 0 0,0 0 0 0 0,0 1 0 0 0,1-1 0 0 0,-1 0 0 0 0,0 0 0 0 0,0 0 0 0 0,1 0 0 0 0,-1 0 1 0 0,0 0-1 0 0,1 0 0 0 0,-1 0 0 0 0,0 0 0 0 0,0 0 0 0 0,1 0 0 0 0,-1 0 0 0 0,0 0 0 0 0,1 0 0 0 0,-1 0 0 0 0,0-1 0 0 0,0 1 0 0 0,1 0 0 0 0,-1 0 1 0 0,0 0-1 0 0,0 0 0 0 0,1 0 0 0 0,-1-1 0 0 0,0 1 0 0 0,0 0 0 0 0,0 0 0 0 0,1 0 0 0 0,-1-1 0 0 0,0 1 0 0 0,0 0 0 0 0,0 0 0 0 0,0-1 1 0 0,0 1-1 0 0,1 0 0 0 0,-1 0 0 0 0,0-1 0 0 0,0 1 0 0 0,0 0 0 0 0,0 0 0 0 0,0-1 0 0 0,0 1 0 0 0,0 0 0 0 0,0-1 0 0 0,4 12 151 0 0,0-1 0 0 0,-1 1 0 0 0,0 0 0 0 0,-1 0-1 0 0,0 0 1 0 0,0 1 0 0 0,-2-1 0 0 0,0 17 0 0 0,-1 4 28 0 0,-11 59 1 0 0,7-61-69 0 0,3-16 58 0 0,-1 1 1 0 0,-8 27 0 0 0,10-40-148 0 0,3-18-22 0 0,2-11-83 0 0,2 0 0 0 0,0 1 0 0 0,2 0 0 0 0,1 1 0 0 0,0 0 0 0 0,2 0 0 0 0,1 1 0 0 0,19-29 0 0 0,-25 45 56 0 0,0 0-1 0 0,0 1 1 0 0,1 0 0 0 0,0 0 0 0 0,0 0-1 0 0,1 1 1 0 0,-1 0 0 0 0,1 1 0 0 0,1-1 0 0 0,-1 2-1 0 0,1-1 1 0 0,12-4 0 0 0,-18 8 4 0 0,1-1 0 0 0,0 1 1 0 0,0 0-1 0 0,0 0 0 0 0,0 1 0 0 0,0-1 0 0 0,0 1 1 0 0,0 0-1 0 0,0 0 0 0 0,0 0 0 0 0,0 0 1 0 0,0 1-1 0 0,0-1 0 0 0,-1 1 0 0 0,1 0 1 0 0,0 1-1 0 0,0-1 0 0 0,0 0 0 0 0,-1 1 0 0 0,1 0 1 0 0,-1 0-1 0 0,1 0 0 0 0,-1 1 0 0 0,0-1 1 0 0,0 1-1 0 0,0-1 0 0 0,0 1 0 0 0,0 0 0 0 0,-1 0 1 0 0,1 0-1 0 0,3 7 0 0 0,-3-3 16 0 0,0-1-1 0 0,-1 0 0 0 0,1 1 1 0 0,-1-1-1 0 0,-1 1 1 0 0,1 0-1 0 0,-1 0 1 0 0,0-1-1 0 0,-1 1 0 0 0,0 0 1 0 0,0 0-1 0 0,0 0 1 0 0,-1 0-1 0 0,-2 11 1 0 0,-1 0 64 0 0,-1-1 0 0 0,-1 1 0 0 0,-1-1 0 0 0,-9 20 0 0 0,15-36-19 0 0,0-2-60 0 0,0 0 5 0 0,0-1 0 0 0,1 1-1 0 0,-1-1 1 0 0,0 1 0 0 0,1-1-1 0 0,-1 0 1 0 0,1 1 0 0 0,0-1-1 0 0,0 1 1 0 0,0-1 0 0 0,-1 0-1 0 0,1 1 1 0 0,1-1 0 0 0,-1 0 0 0 0,0 1-1 0 0,1-4 1 0 0,9-32-99 0 0,-8 29 58 0 0,4-12 20 0 0,1 0 1 0 0,1 1-1 0 0,1 0 1 0 0,21-36-1 0 0,-25 47-7 0 0,0 1-1 0 0,1 0 0 0 0,0 0 1 0 0,0 0-1 0 0,0 1 0 0 0,1 0 1 0 0,0 0-1 0 0,0 0 0 0 0,0 1 1 0 0,1 0-1 0 0,0 1 0 0 0,0 0 0 0 0,16-6 1 0 0,-22 9 24 0 0,0 1 0 0 0,0-1 0 0 0,0 1 0 0 0,0-1 0 0 0,0 1 0 0 0,0 0 0 0 0,0 0-1 0 0,0 0 1 0 0,0 0 0 0 0,0 0 0 0 0,0 1 0 0 0,0-1 0 0 0,0 1 0 0 0,0-1 0 0 0,0 1 0 0 0,0 0 0 0 0,0-1 0 0 0,0 1 0 0 0,2 2 0 0 0,-1-1 15 0 0,-1 0 0 0 0,0 1 0 0 0,0-1 0 0 0,0 0 0 0 0,0 1 1 0 0,0-1-1 0 0,0 1 0 0 0,-1 0 0 0 0,1 0 0 0 0,-1 0 0 0 0,2 3 0 0 0,0 5 29 0 0,0 0 0 0 0,-1 1-1 0 0,0-1 1 0 0,0 0 0 0 0,-1 19-1 0 0,-2 9-10 0 0,0-21-70 0 0,0 0 1 0 0,2 0-1 0 0,0-1 0 0 0,1 1 1 0 0,7 31-1 0 0,-8-47-60 0 0,-1-1 0 0 0,1 1 0 0 0,0-1 0 0 0,0 1 0 0 0,-1-1 0 0 0,1 1 0 0 0,0-1 0 0 0,0 0 0 0 0,0 0 0 0 0,1 1 0 0 0,-1-1 1 0 0,0 0-1 0 0,0 0 0 0 0,1 0 0 0 0,-1 0 0 0 0,0 0 0 0 0,1-1 0 0 0,-1 1 0 0 0,1 0 0 0 0,-1-1 0 0 0,1 1 0 0 0,3 0 0 0 0,-2 0-414 0 0,1-1 0 0 0,0 0 0 0 0,0 1 0 0 0,0-2 0 0 0,0 1 0 0 0,0 0 0 0 0,0-1 0 0 0,7-1 0 0 0,8-4-2599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174 128 480 0 0,'3'-20'3144'0'0,"2"-30"0"0"0,0-5 818 0 0,-5 53-3736 0 0,-9 23 320 0 0,-57 233 1094 0 0,31-109-1362 0 0,15-57-125 0 0,10-43 68 0 0,-2 1 0 0 0,-20 50 0 0 0,31-94-168 0 0,0-20-104 0 0,6 0-4 0 0,0-1 0 0 0,2 1 0 0 0,0 1 0 0 0,1-1 0 0 0,1 2 0 0 0,0-1 0 0 0,1 1 0 0 0,1 0 0 0 0,21-23 0 0 0,-25 31 36 0 0,0 1 0 0 0,0 0-1 0 0,0 1 1 0 0,1 0 0 0 0,0 0-1 0 0,0 0 1 0 0,1 1 0 0 0,0 0-1 0 0,-1 1 1 0 0,2 0 0 0 0,-1 0-1 0 0,0 1 1 0 0,1 1 0 0 0,-1-1-1 0 0,1 1 1 0 0,0 1 0 0 0,0 0-1 0 0,0 0 1 0 0,0 1 0 0 0,14 1 0 0 0,-16 1 31 0 0,0-1 1 0 0,-1 1 0 0 0,1 0 0 0 0,0 1 0 0 0,-1-1 0 0 0,1 2 0 0 0,-1-1 0 0 0,0 1 0 0 0,0 0 0 0 0,-1 0-1 0 0,1 1 1 0 0,7 7 0 0 0,-11-9 70 0 0,0 0 0 0 0,0 0 0 0 0,-1 1 0 0 0,0-1 0 0 0,1 0 0 0 0,-1 1 0 0 0,0 0 0 0 0,-1-1 0 0 0,1 1 0 0 0,-1 0 0 0 0,1 0 0 0 0,-1 0 0 0 0,0 0-1 0 0,-1 0 1 0 0,1 0 0 0 0,-1 0 0 0 0,0 0 0 0 0,0 0 0 0 0,0 0 0 0 0,0 0 0 0 0,-1 1 0 0 0,1-1 0 0 0,-1 0 0 0 0,0 0 0 0 0,-3 6 0 0 0,0-2 21 0 0,0 0 0 0 0,0 0 0 0 0,-1-1 1 0 0,0 0-1 0 0,0 0 0 0 0,-1 0 0 0 0,0 0 1 0 0,0-1-1 0 0,-1 0 0 0 0,1 0 0 0 0,-1-1 1 0 0,-1 0-1 0 0,1 0 0 0 0,-1 0 0 0 0,0-1 1 0 0,0-1-1 0 0,0 1 0 0 0,-15 3 0 0 0,9-2-59 0 0,-1-1-1 0 0,0-1 1 0 0,-1-1-1 0 0,1 0 1 0 0,0-1-1 0 0,-1 0 1 0 0,1-1-1 0 0,-1-1 0 0 0,1-1 1 0 0,-16-3-1 0 0,28 5-192 0 0,0-1 0 0 0,0 0-1 0 0,0 0 1 0 0,0 0 0 0 0,-1-1 0 0 0,1 1-1 0 0,1-1 1 0 0,-1 1 0 0 0,0-1-1 0 0,0 0 1 0 0,1 0 0 0 0,-1 0 0 0 0,-4-5-1 0 0,7 5 1 0 0,-1 1-1 0 0,0 0 1 0 0,1 0-1 0 0,-1-1 1 0 0,1 1-1 0 0,0-1 1 0 0,-1 1-1 0 0,1 0 1 0 0,0-1-1 0 0,0 1 1 0 0,0-1 0 0 0,0 1-1 0 0,0 0 1 0 0,0-1-1 0 0,0 1 1 0 0,0-1-1 0 0,1 1 1 0 0,-1 0-1 0 0,0-1 1 0 0,1 1-1 0 0,-1 0 1 0 0,1-1-1 0 0,0 1 1 0 0,-1 0-1 0 0,1 0 1 0 0,0-1-1 0 0,0 1 1 0 0,0 0-1 0 0,0 0 1 0 0,0 0-1 0 0,0 0 1 0 0,2-1-1 0 0,28-28-4668 0 0,-12 14 938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68 932 0 0,'15'18'6933'0'0,"-20"7"-4578"0"0,3-16-2151 0 0,1-1 0 0 0,-1 1-1 0 0,1-1 1 0 0,1 1 0 0 0,-1-1-1 0 0,2 1 1 0 0,-1-1-1 0 0,1 1 1 0 0,0-1 0 0 0,4 14-1 0 0,-4-20-184 0 0,-1-1 0 0 0,1 1 0 0 0,0 0-1 0 0,0-1 1 0 0,0 1 0 0 0,0-1-1 0 0,0 1 1 0 0,0-1 0 0 0,1 1-1 0 0,-1-1 1 0 0,0 0 0 0 0,1 0-1 0 0,-1 1 1 0 0,1-1 0 0 0,-1 0-1 0 0,1 0 1 0 0,0-1 0 0 0,-1 1-1 0 0,1 0 1 0 0,0-1 0 0 0,0 1-1 0 0,-1-1 1 0 0,1 1 0 0 0,0-1-1 0 0,0 0 1 0 0,2 1 0 0 0,-1-1-4 0 0,0-1 1 0 0,0 1-1 0 0,-1 0 0 0 0,1-1 1 0 0,0 0-1 0 0,-1 1 0 0 0,1-1 1 0 0,-1 0-1 0 0,1 0 0 0 0,-1-1 1 0 0,0 1-1 0 0,1 0 0 0 0,-1-1 1 0 0,0 1-1 0 0,0-1 0 0 0,0 0 1 0 0,2-2-1 0 0,0-1-4 0 0,-1 0 0 0 0,0 0 1 0 0,0 0-1 0 0,-1 0 0 0 0,1-1 0 0 0,-1 1 0 0 0,-1-1 0 0 0,1 0 0 0 0,-1 1 0 0 0,1-1 1 0 0,-2 0-1 0 0,1 0 0 0 0,-1 0 0 0 0,0 0 0 0 0,0 0 0 0 0,0 0 0 0 0,-1 0 0 0 0,0 1 0 0 0,-2-9 1 0 0,2 8-11 0 0,-1 0 0 0 0,1 1 0 0 0,-1-1 0 0 0,-1 0 0 0 0,1 0 0 0 0,-1 1 1 0 0,0 0-1 0 0,0-1 0 0 0,0 1 0 0 0,-1 0 0 0 0,0 1 0 0 0,0-1 0 0 0,0 0 1 0 0,0 1-1 0 0,-1 0 0 0 0,1 0 0 0 0,-1 1 0 0 0,-8-5 0 0 0,8 6 14 0 0,0 1 1 0 0,-1-1-1 0 0,1 1 0 0 0,0 1 0 0 0,-1-1 0 0 0,1 1 0 0 0,0 0 0 0 0,-1 0 1 0 0,1 0-1 0 0,-1 1 0 0 0,1 0 0 0 0,0 0 0 0 0,0 0 0 0 0,-1 1 1 0 0,1 0-1 0 0,0 0 0 0 0,0 0 0 0 0,1 0 0 0 0,-1 1 0 0 0,0 0 0 0 0,-7 6 1 0 0,0 0 55 0 0,0 1 1 0 0,1 0 0 0 0,1 0-1 0 0,-1 1 1 0 0,2 1 0 0 0,-15 21 0 0 0,17-22-46 0 0,1 0 1 0 0,0 1 0 0 0,1 0-1 0 0,0 0 1 0 0,1 1 0 0 0,0-1-1 0 0,1 1 1 0 0,0 0 0 0 0,-1 20-1 0 0,4-28-22 0 0,0 0-1 0 0,0 0 0 0 0,0 0 0 0 0,0 0 0 0 0,1 0 1 0 0,0 0-1 0 0,0 0 0 0 0,0 0 0 0 0,1-1 0 0 0,-1 1 1 0 0,1-1-1 0 0,1 1 0 0 0,-1-1 0 0 0,0 1 1 0 0,1-1-1 0 0,0 0 0 0 0,0 0 0 0 0,0 0 0 0 0,1-1 1 0 0,-1 1-1 0 0,1-1 0 0 0,0 0 0 0 0,0 0 0 0 0,0 0 1 0 0,0 0-1 0 0,0-1 0 0 0,9 4 0 0 0,-3-2-198 0 0,0-2-1 0 0,0 1 1 0 0,0-1-1 0 0,0-1 1 0 0,0 1-1 0 0,1-2 1 0 0,-1 1-1 0 0,0-2 1 0 0,1 1 0 0 0,-1-1-1 0 0,0-1 1 0 0,0 0-1 0 0,0 0 1 0 0,0-1-1 0 0,0-1 1 0 0,0 1-1 0 0,-1-2 1 0 0,0 1-1 0 0,11-8 1 0 0,-6 4 69 0 0,-1-1-1 0 0,-1 0 1 0 0,1-1 0 0 0,-2-1 0 0 0,1 0 0 0 0,-2 0 0 0 0,1-1 0 0 0,-1 0 0 0 0,-1-1-1 0 0,-1 0 1 0 0,15-28 0 0 0,14-68 1962 0 0,-12 32 913 0 0,-24 75-2623 0 0,-1 1-114 0 0,1 1 0 0 0,-1-1 0 0 0,1 1 0 0 0,-1 0 0 0 0,1-1 0 0 0,-1 1 0 0 0,1 0 0 0 0,0 0 0 0 0,-1-1 0 0 0,1 1 0 0 0,-1 0 0 0 0,1 0 0 0 0,0 0 0 0 0,-1 0 0 0 0,1 0 0 0 0,-1 0 0 0 0,1 0 0 0 0,0 0 0 0 0,0 0 0 0 0,5 5 23 0 0,-1 0-1 0 0,0 1 1 0 0,0-1-1 0 0,0 1 1 0 0,-1 0-1 0 0,0 1 0 0 0,0-1 1 0 0,-1 1-1 0 0,0 0 1 0 0,0 0-1 0 0,0 0 1 0 0,-1 0-1 0 0,2 10 0 0 0,2 6 129 0 0,-2 1-1 0 0,2 46 1 0 0,-5-52 122 0 0,-2 0 0 0 0,0 0 0 0 0,-4 23 0 0 0,3-33 42 0 0,0 0 1 0 0,0 1-1 0 0,-1-1 1 0 0,0 0-1 0 0,0-1 1 0 0,-1 1-1 0 0,0 0 1 0 0,-9 12-1 0 0,12-19-263 0 0,0 0-1 0 0,1 0 1 0 0,-1 0-1 0 0,0 0 0 0 0,0-1 1 0 0,0 1-1 0 0,0 0 1 0 0,0 0-1 0 0,0-1 1 0 0,0 1-1 0 0,0 0 0 0 0,0-1 1 0 0,0 1-1 0 0,0-1 1 0 0,0 1-1 0 0,0-1 0 0 0,-3 1 1 0 0,3-1-47 0 0,1 0 0 0 0,-1 0 0 0 0,0-1 0 0 0,1 1 0 0 0,-1 0 0 0 0,0 0 0 0 0,1-1 0 0 0,-1 1 0 0 0,0 0 1 0 0,1-1-1 0 0,-1 1 0 0 0,0 0 0 0 0,1-1 0 0 0,-1 1 0 0 0,1-1 0 0 0,-1 1 0 0 0,1-1 0 0 0,-1 0 0 0 0,1 1 0 0 0,0-1 0 0 0,-1 0 0 0 0,-1-3 0 0 0,0 1-1 0 0,1 0 0 0 0,0-1 0 0 0,0 0 0 0 0,0 1 0 0 0,0-1 0 0 0,0 1 0 0 0,1-1 0 0 0,-1-4 1 0 0,2-5-185 0 0,1 1 1 0 0,0-1 0 0 0,0 1 0 0 0,1 0 0 0 0,1 0 0 0 0,0 0-1 0 0,1 0 1 0 0,0 0 0 0 0,1 1 0 0 0,0 0 0 0 0,0 1 0 0 0,1-1-1 0 0,1 1 1 0 0,15-16 0 0 0,2 1-2596 0 0,1 0 0 0 0,1 2 0 0 0,60-40 0 0 0,-49 39-2214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3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150 449 320 0 0,'3'-15'4668'0'0,"-2"13"-4541"0"0,-1 1 0 0 0,0-1 0 0 0,0 1-1 0 0,0 0 1 0 0,0-1 0 0 0,0 1 0 0 0,0-1 0 0 0,-1 1 0 0 0,1-1 0 0 0,0 1 0 0 0,-1 0 0 0 0,1-1 0 0 0,-1 1 0 0 0,1 0-1 0 0,-1-1 1 0 0,0 1 0 0 0,1 0 0 0 0,-1 0 0 0 0,0 0 0 0 0,0 0 0 0 0,0 0 0 0 0,0 0 0 0 0,0 0 0 0 0,0 0 0 0 0,0 0-1 0 0,-1 0 1 0 0,1 0 0 0 0,0 0 0 0 0,0 1 0 0 0,-1-1 0 0 0,1 1 0 0 0,0-1 0 0 0,-1 1 0 0 0,1-1 0 0 0,0 1 0 0 0,-1 0-1 0 0,1 0 1 0 0,-1 0 0 0 0,1-1 0 0 0,-1 1 0 0 0,1 1 0 0 0,-3-1 0 0 0,2 0-111 0 0,0 1 0 0 0,1 0 1 0 0,-1-1-1 0 0,0 1 0 0 0,0 0 1 0 0,0 0-1 0 0,0 0 0 0 0,1 0 0 0 0,-1 0 1 0 0,0 0-1 0 0,1 0 0 0 0,-1 1 0 0 0,1-1 1 0 0,-2 3-1 0 0,-18 22-10 0 0,20-24-1 0 0,-9 11 4 0 0,1 2 0 0 0,1-1-1 0 0,0 1 1 0 0,-7 22 0 0 0,11-28-4 0 0,1 1-1 0 0,1 0 1 0 0,0-1 0 0 0,0 1 0 0 0,1 0 0 0 0,0 0-1 0 0,0 0 1 0 0,2 17 0 0 0,0-25 7 0 0,-1 0 0 0 0,0 1 0 0 0,1-1-1 0 0,-1 0 1 0 0,1 0 0 0 0,-1 0 0 0 0,1 1 0 0 0,0-1 0 0 0,0 0-1 0 0,0 0 1 0 0,0 0 0 0 0,1 0 0 0 0,-1 0 0 0 0,0-1 0 0 0,1 1 0 0 0,-1 0-1 0 0,1-1 1 0 0,0 1 0 0 0,0-1 0 0 0,-1 1 0 0 0,3 0 0 0 0,-1-1 7 0 0,0 1 1 0 0,0-2 0 0 0,0 1 0 0 0,0 0 0 0 0,1-1 0 0 0,-1 1 0 0 0,0-1 0 0 0,0 0 0 0 0,0 0 0 0 0,0 0 0 0 0,0-1-1 0 0,0 1 1 0 0,6-2 0 0 0,0-1 38 0 0,0 0-1 0 0,1 0 1 0 0,-1-1-1 0 0,0 0 1 0 0,-1-1-1 0 0,1 0 1 0 0,-1-1-1 0 0,14-11 1 0 0,-12 7-15 0 0,-1-1-1 0 0,0 0 1 0 0,0 0 0 0 0,-1-1 0 0 0,-1 0 0 0 0,0-1 0 0 0,0 0-1 0 0,-1 0 1 0 0,5-18 0 0 0,-6 14-1 0 0,-1 0 0 0 0,0 0-1 0 0,-1 0 1 0 0,-1 0 0 0 0,-1-1 0 0 0,0 1 0 0 0,-3-25-1 0 0,1 33-5 0 0,-1-1 0 0 0,0 1 0 0 0,-4-13 1 0 0,6 21-39 0 0,0 1 1 0 0,-1-1 0 0 0,1 0 0 0 0,0 1-1 0 0,-1-1 1 0 0,1 1 0 0 0,0-1 0 0 0,-1 0-1 0 0,1 1 1 0 0,-1-1 0 0 0,1 1 0 0 0,-1-1-1 0 0,0 1 1 0 0,1-1 0 0 0,-1 1 0 0 0,1-1-1 0 0,-1 1 1 0 0,0 0 0 0 0,1-1 0 0 0,-1 1-1 0 0,0 0 1 0 0,1 0 0 0 0,-1 0 0 0 0,0-1-1 0 0,0 1 1 0 0,1 0 0 0 0,-1 0 0 0 0,0 0 0 0 0,1 0-1 0 0,-1 0 1 0 0,0 0 0 0 0,0 0 0 0 0,1 0-1 0 0,-1 1 1 0 0,0-1 0 0 0,0 0 0 0 0,1 0-1 0 0,-1 0 1 0 0,0 1 0 0 0,1-1 0 0 0,-1 1-1 0 0,1-1 1 0 0,-1 0 0 0 0,0 1 0 0 0,1-1-1 0 0,-1 1 1 0 0,-3 2-4 0 0,1-1 0 0 0,0 1 0 0 0,0 0 1 0 0,0 0-1 0 0,0 0 0 0 0,-3 5 0 0 0,0 1-2 0 0,1 1 0 0 0,0 0 1 0 0,0 0-1 0 0,1 1 0 0 0,0-1 0 0 0,1 1 1 0 0,-2 14-1 0 0,4-22 9 0 0,0 0 0 0 0,1 0-1 0 0,0 1 1 0 0,-1-1 0 0 0,1 0 0 0 0,0 0 0 0 0,1 1 0 0 0,-1-1-1 0 0,1 0 1 0 0,-1 0 0 0 0,1 1 0 0 0,0-1 0 0 0,0 0 0 0 0,0 0 0 0 0,1 0-1 0 0,-1 0 1 0 0,1 0 0 0 0,-1 0 0 0 0,1-1 0 0 0,0 1 0 0 0,0 0-1 0 0,0-1 1 0 0,1 0 0 0 0,-1 1 0 0 0,1-1 0 0 0,-1 0 0 0 0,1 0-1 0 0,0 0 1 0 0,3 1 0 0 0,0-1 6 0 0,0 0 0 0 0,0 0-1 0 0,0-1 1 0 0,1 0 0 0 0,-1 0-1 0 0,0-1 1 0 0,1 1 0 0 0,-1-1-1 0 0,0-1 1 0 0,1 1 0 0 0,-1-1-1 0 0,0 0 1 0 0,8-3 0 0 0,11-3-6 0 0,44-20 1 0 0,-63 24-12 0 0,32-14 19 0 0,-1-2 1 0 0,0-1 0 0 0,-1-3 0 0 0,-2 0 0 0 0,0-2 0 0 0,-2-2 0 0 0,-1-1 0 0 0,-1-1 0 0 0,-1-2 0 0 0,-2-1 0 0 0,43-64 0 0 0,-18 20 799 0 0,-52 76-808 0 0,0 0 0 0 0,0-1 1 0 0,0 1-1 0 0,1 0 0 0 0,-1-1 0 0 0,0 1 0 0 0,0 0 1 0 0,1-1-1 0 0,-1 1 0 0 0,0 0 0 0 0,0 0 0 0 0,1-1 1 0 0,-1 1-1 0 0,0 0 0 0 0,1 0 0 0 0,-1 0 1 0 0,0-1-1 0 0,1 1 0 0 0,-1 0 0 0 0,0 0 0 0 0,1 0 1 0 0,-1 0-1 0 0,1 0 0 0 0,-1 0 0 0 0,0-1 0 0 0,1 1 1 0 0,-1 0-1 0 0,1 0 0 0 0,2 11 62 0 0,-6 23 30 0 0,2-30-81 0 0,-96 561 765 0 0,16-120 197 0 0,79-432-956 0 0,-17 143 133 0 0,18-130-119 0 0,0 0-1 0 0,2 0 1 0 0,7 51-1 0 0,-6-71-8 0 0,-1 0 0 0 0,1 0 0 0 0,0-1 0 0 0,0 1 0 0 0,0-1 0 0 0,1 1-1 0 0,0-1 1 0 0,0 0 0 0 0,0 0 0 0 0,6 7 0 0 0,-8-11-8 0 0,0 0 0 0 0,1 0-1 0 0,-1 0 1 0 0,1 0 0 0 0,-1 0 0 0 0,1 0 0 0 0,-1 0 0 0 0,1 0 0 0 0,-1 0 0 0 0,1-1 0 0 0,0 1-1 0 0,0-1 1 0 0,-1 1 0 0 0,1-1 0 0 0,0 1 0 0 0,1-1 0 0 0,0 0-3 0 0,-1-1 0 0 0,1 1 0 0 0,-1-1 0 0 0,0 1 0 0 0,0-1 0 0 0,1 0 0 0 0,-1 0 0 0 0,0 0 0 0 0,0 0 0 0 0,0 0 0 0 0,0 0 0 0 0,0 0 0 0 0,0-1 0 0 0,0 1 0 0 0,2-3 0 0 0,0 0 3 0 0,0 0-1 0 0,0 0 0 0 0,0-1 1 0 0,-1 1-1 0 0,1-1 1 0 0,-1 0-1 0 0,0 0 0 0 0,-1 0 1 0 0,1 0-1 0 0,-1 0 1 0 0,0-1-1 0 0,0 1 0 0 0,-1-1 1 0 0,1 1-1 0 0,0-10 1 0 0,-2 7-12 0 0,0-1 0 0 0,0 1 1 0 0,-1-1-1 0 0,-1 1 0 0 0,1-1 1 0 0,-1 1-1 0 0,0 0 0 0 0,-1 0 1 0 0,-6-13-1 0 0,-2 0-14 0 0,-1 0 1 0 0,-1 1-1 0 0,-1 0 0 0 0,-1 1 1 0 0,0 0-1 0 0,-27-23 0 0 0,-5 3-8 0 0,-1 2 0 0 0,-2 2-1 0 0,-73-38 1 0 0,-3-2-25 0 0,123 73 14 0 0,1 1 1 0 0,0 0 0 0 0,0-1 0 0 0,0 0-1 0 0,0 1 1 0 0,0-1 0 0 0,1 0 0 0 0,-1 0 0 0 0,0 0-1 0 0,1 0 1 0 0,-1 0 0 0 0,1 0 0 0 0,0 0 0 0 0,-1-4-1 0 0,1 5-17 0 0,1-1-1 0 0,0 0 0 0 0,0 0 1 0 0,0 0-1 0 0,0 0 1 0 0,0 0-1 0 0,0 0 0 0 0,1 0 1 0 0,-1 0-1 0 0,1 1 0 0 0,-1-1 1 0 0,1 0-1 0 0,0 0 0 0 0,-1 0 1 0 0,1 1-1 0 0,0-1 0 0 0,0 0 1 0 0,0 1-1 0 0,1-1 0 0 0,1-2 1 0 0,11-11-509 0 0,0 0-1 0 0,1 1 1 0 0,0 1 0 0 0,29-19 0 0 0,76-40-3460 0 0,-77 47 1557 0 0,16-8-1326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4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72 1576 0 0,'1'-3'1492'0'0,"1"-9"576"0"0,0 0 0 0 0,0 0 0 0 0,0-17 0 0 0,-3 29-2057 0 0,1-1 0 0 0,0 1 0 0 0,0 0-1 0 0,-1 0 1 0 0,1-1 0 0 0,0 1 0 0 0,-1 0 0 0 0,1 0-1 0 0,0 0 1 0 0,-1-1 0 0 0,1 1 0 0 0,0 0-1 0 0,-1 0 1 0 0,1 0 0 0 0,0 0 0 0 0,-1 0-1 0 0,1 0 1 0 0,0 0 0 0 0,-1 0 0 0 0,1 0-1 0 0,-1 0 1 0 0,1 0 0 0 0,0 0 0 0 0,-1 0 0 0 0,1 0-1 0 0,0 0 1 0 0,-1 0 0 0 0,1 0 0 0 0,0 0-1 0 0,-1 0 1 0 0,1 0 0 0 0,-1 1 0 0 0,1-1-1 0 0,0 0 1 0 0,0 0 0 0 0,-1 0 0 0 0,1 1 0 0 0,0-1-1 0 0,-1 1 1 0 0,-15 7 75 0 0,16-8-74 0 0,-19 13-10 0 0,1 0-1 0 0,1 1 1 0 0,0 1 0 0 0,1 1 0 0 0,0 0-1 0 0,2 1 1 0 0,0 1 0 0 0,-14 22-1 0 0,27-38-2 0 0,0 0-1 0 0,0 0 0 0 0,0 1 0 0 0,0-1 0 0 0,1 0 0 0 0,-1 1 0 0 0,0-1 0 0 0,1 0 0 0 0,0 1 0 0 0,0-1 0 0 0,0 1 1 0 0,0-1-1 0 0,0 1 0 0 0,0-1 0 0 0,0 0 0 0 0,1 1 0 0 0,-1-1 0 0 0,1 0 0 0 0,0 1 0 0 0,0-1 0 0 0,0 0 0 0 0,0 0 1 0 0,0 1-1 0 0,0-1 0 0 0,1 0 0 0 0,-1 0 0 0 0,1 0 0 0 0,-1-1 0 0 0,1 1 0 0 0,3 3 0 0 0,6 4-1 0 0,0-1-1 0 0,1 0 1 0 0,0 0-1 0 0,18 8 1 0 0,2 2-22 0 0,-20-12 36 0 0,-1 2 0 0 0,1 0 0 0 0,-2 0-1 0 0,1 1 1 0 0,11 13 0 0 0,-20-20 55 0 0,0 0 0 0 0,-1 1-1 0 0,1-1 1 0 0,-1 0 0 0 0,1 1 0 0 0,-1-1-1 0 0,0 1 1 0 0,0-1 0 0 0,0 1 0 0 0,0 0-1 0 0,0 0 1 0 0,-1-1 0 0 0,1 1 0 0 0,-1 0-1 0 0,0 0 1 0 0,0-1 0 0 0,0 1 0 0 0,0 0-1 0 0,0 0 1 0 0,-1 0 0 0 0,1-1 0 0 0,-1 1-1 0 0,0 0 1 0 0,1-1 0 0 0,-1 1 0 0 0,-1 0-1 0 0,1-1 1 0 0,0 1 0 0 0,0-1 0 0 0,-1 0-1 0 0,0 1 1 0 0,-2 1 0 0 0,-3 4 57 0 0,0 0-1 0 0,-1-1 1 0 0,-1 0 0 0 0,1 0-1 0 0,-1-1 1 0 0,0 0 0 0 0,-1-1-1 0 0,1 0 1 0 0,-1-1 0 0 0,0 1-1 0 0,0-2 1 0 0,-1 0 0 0 0,1 0-1 0 0,-1-1 1 0 0,-19 2 0 0 0,24-3-175 0 0,0-1 1 0 0,-1 0 0 0 0,1 0-1 0 0,0-1 1 0 0,0 0 0 0 0,0 0-1 0 0,0 0 1 0 0,0-1 0 0 0,0 0-1 0 0,0 0 1 0 0,0-1 0 0 0,1 1-1 0 0,-1-1 1 0 0,1 0 0 0 0,0-1-1 0 0,-6-4 1 0 0,10 7-70 0 0,0 0-1 0 0,1 0 1 0 0,-1-1-1 0 0,0 1 1 0 0,1 0-1 0 0,-1 0 1 0 0,1-1-1 0 0,0 1 1 0 0,-1 0-1 0 0,1-1 1 0 0,0 1-1 0 0,0-1 1 0 0,0 1-1 0 0,0 0 1 0 0,0-1-1 0 0,0 1 1 0 0,0 0-1 0 0,0-1 1 0 0,0 1-1 0 0,1-1 1 0 0,-1 1-1 0 0,1 0 1 0 0,0-3-1 0 0,1 0-280 0 0,0-1-1 0 0,0 1 1 0 0,0-1-1 0 0,1 1 1 0 0,4-6 0 0 0,1 2-832 0 0,0 0 0 0 0,15-13 0 0 0,-10 11-82 0 0,10-9-1040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211 292 872 0 0,'4'-2'1012'0'0,"-3"2"-794"0"0,0-1 1 0 0,0 1 0 0 0,1-1 0 0 0,-1 1 0 0 0,0 0 0 0 0,0-1-1 0 0,0 1 1 0 0,0 0 0 0 0,1 0 0 0 0,-1 0 0 0 0,0 0 0 0 0,0 0 0 0 0,0 0-1 0 0,1 0 1 0 0,-1 0 0 0 0,0 0 0 0 0,0 1 0 0 0,0-1 0 0 0,0 0-1 0 0,0 1 1 0 0,1-1 0 0 0,-1 1 0 0 0,0 0 0 0 0,1 0 0 0 0,-2 0-133 0 0,0 0 0 0 0,-1 0 0 0 0,1 1 0 0 0,0-1 0 0 0,-1 0 0 0 0,1 0 0 0 0,-1 0 0 0 0,1 0 0 0 0,-1 0 0 0 0,0-1 0 0 0,1 1 0 0 0,-2 1 0 0 0,-50 71 1649 0 0,30-44-1310 0 0,-30 51 0 0 0,47-69-398 0 0,0-1 1 0 0,0 1-1 0 0,1-1 1 0 0,1 1-1 0 0,0 0 0 0 0,0 1 1 0 0,1-1-1 0 0,0 0 1 0 0,0 16-1 0 0,2-24-20 0 0,0 0 0 0 0,0 0-1 0 0,0-1 1 0 0,1 1-1 0 0,-1 0 1 0 0,1-1 0 0 0,-1 1-1 0 0,1 0 1 0 0,0-1 0 0 0,0 1-1 0 0,0-1 1 0 0,0 1-1 0 0,0-1 1 0 0,1 0 0 0 0,-1 1-1 0 0,1-1 1 0 0,0 0 0 0 0,-1 0-1 0 0,1 0 1 0 0,0 0-1 0 0,0 0 1 0 0,0-1 0 0 0,1 1-1 0 0,-1 0 1 0 0,0-1-1 0 0,1 0 1 0 0,-1 1 0 0 0,0-1-1 0 0,1 0 1 0 0,0 0 0 0 0,-1-1-1 0 0,1 1 1 0 0,-1 0-1 0 0,1-1 1 0 0,4 1 0 0 0,-1-1 7 0 0,1 0 0 0 0,-1 0 0 0 0,0-1 0 0 0,0 0 0 0 0,0 0 0 0 0,0 0 0 0 0,0-1 0 0 0,0 0 0 0 0,0 0 0 0 0,0 0 0 0 0,0-1 0 0 0,-1 0 0 0 0,1 0 0 0 0,9-7 0 0 0,-7 2-1 0 0,0 0 0 0 0,-1-1 0 0 0,0 1 0 0 0,0-1 0 0 0,-1-1 0 0 0,0 1 0 0 0,0-1 0 0 0,-1 0 0 0 0,-1 0 0 0 0,1-1 0 0 0,-2 1 0 0 0,0-1 0 0 0,0 0 0 0 0,-1 0 0 0 0,0 0 0 0 0,0-1 0 0 0,-2 1 0 0 0,1 0 0 0 0,-1 0 0 0 0,-1 0 0 0 0,0-1 0 0 0,-1 1 0 0 0,0 0 0 0 0,-7-19 0 0 0,8 26-9 0 0,0 0 1 0 0,-1 0 0 0 0,0 0 0 0 0,0 0-1 0 0,0 1 1 0 0,0-1 0 0 0,-1 1-1 0 0,1-1 1 0 0,-1 1 0 0 0,0 0-1 0 0,0 0 1 0 0,0 0 0 0 0,-1 1-1 0 0,1-1 1 0 0,0 1 0 0 0,-1-1 0 0 0,0 1-1 0 0,1 1 1 0 0,-1-1 0 0 0,0 0-1 0 0,0 1 1 0 0,0 0 0 0 0,0 0-1 0 0,-1 0 1 0 0,-6-1 0 0 0,3 2-26 0 0,0 0 0 0 0,0 1 0 0 0,0 0 0 0 0,0 0 1 0 0,0 1-1 0 0,0 0 0 0 0,0 0 0 0 0,1 0 0 0 0,-1 1 1 0 0,1 1-1 0 0,0-1 0 0 0,-13 9 0 0 0,9-4 7 0 0,0 0 0 0 0,1 1 1 0 0,-1 0-1 0 0,2 0 0 0 0,-15 18 0 0 0,20-22 14 0 0,1 0-1 0 0,-1 0 1 0 0,1 0 0 0 0,0 1-1 0 0,0 0 1 0 0,1-1-1 0 0,0 1 1 0 0,0 0 0 0 0,0 0-1 0 0,1 0 1 0 0,0 1 0 0 0,0-1-1 0 0,0 0 1 0 0,1 8-1 0 0,0-11 4 0 0,1 0-1 0 0,-1 0 0 0 0,1 0 1 0 0,0 0-1 0 0,0 0 1 0 0,0-1-1 0 0,0 1 0 0 0,1 0 1 0 0,-1 0-1 0 0,1-1 0 0 0,-1 1 1 0 0,1-1-1 0 0,0 0 0 0 0,0 1 1 0 0,0-1-1 0 0,1 0 0 0 0,-1 0 1 0 0,0 0-1 0 0,1 0 1 0 0,-1-1-1 0 0,1 1 0 0 0,0-1 1 0 0,-1 1-1 0 0,1-1 0 0 0,0 0 1 0 0,5 1-1 0 0,2 1-36 0 0,1-1-1 0 0,-1 0 1 0 0,1 0-1 0 0,0-1 1 0 0,-1 0-1 0 0,16-2 1 0 0,-3-1-25 0 0,1-2 1 0 0,-1-1-1 0 0,0 0 0 0 0,0-2 1 0 0,-1 0-1 0 0,0-2 0 0 0,0 0 1 0 0,23-15-1 0 0,-4-1 39 0 0,0-1 0 0 0,-2-3 0 0 0,35-32-1 0 0,-45 34 221 0 0,-1-1 1 0 0,-2-1-1 0 0,-1-2 0 0 0,-1 0 0 0 0,-1-2 0 0 0,-2 0 0 0 0,-2-1 0 0 0,19-45 0 0 0,-23 44 1001 0 0,-15 34-1144 0 0,-17 20 68 0 0,-15 32-58 0 0,3 2 0 0 0,1 0 0 0 0,-23 68 1 0 0,48-113-63 0 0,-53 146 54 0 0,50-133-39 0 0,0-1 0 0 0,2 1-1 0 0,1 0 1 0 0,1 0-1 0 0,0 35 1 0 0,2-53-18 0 0,0 0 0 0 0,0 1 1 0 0,1-1-1 0 0,0 0 0 0 0,-1 0 1 0 0,1 1-1 0 0,0-1 0 0 0,1 0 1 0 0,-1 0-1 0 0,0 0 0 0 0,1 0 1 0 0,0-1-1 0 0,-1 1 0 0 0,1 0 1 0 0,0-1-1 0 0,1 1 0 0 0,2 2 0 0 0,-2-2-46 0 0,1-1-1 0 0,0 1 0 0 0,0-1 0 0 0,0 0 0 0 0,0 0 0 0 0,0 0 0 0 0,1-1 0 0 0,-1 1 0 0 0,0-1 0 0 0,1 0 0 0 0,5 0 0 0 0,5 0-176 0 0,0-1 0 0 0,1 0 0 0 0,-1-1 0 0 0,0-1 0 0 0,0 0 0 0 0,22-7 0 0 0,-13 2 205 0 0,0-1 1 0 0,-1-1 0 0 0,0-1-1 0 0,0-1 1 0 0,-1-1 0 0 0,0-1-1 0 0,-1 0 1 0 0,-1-2-1 0 0,0-1 1 0 0,-1 0 0 0 0,-1-1-1 0 0,0-2 1 0 0,-2 1 0 0 0,0-2-1 0 0,25-39 1 0 0,-20 21 1306 0 0,-20 36-957 0 0,-5 11-218 0 0,-9 16-45 0 0,-19 49 0 0 0,29-65-64 0 0,0 0-1 0 0,0 1 0 0 0,1-1 0 0 0,1 1 1 0 0,-1-1-1 0 0,2 1 0 0 0,-1 0 0 0 0,1-1 1 0 0,2 12-1 0 0,-2-19-1 0 0,0 0 0 0 0,1 0-1 0 0,-1 0 1 0 0,1 0 0 0 0,0 0 0 0 0,-1 0-1 0 0,1 0 1 0 0,0 0 0 0 0,0-1 0 0 0,0 1-1 0 0,1 0 1 0 0,-1-1 0 0 0,0 1 0 0 0,0-1 0 0 0,1 1-1 0 0,-1-1 1 0 0,1 1 0 0 0,0-1 0 0 0,2 2-1 0 0,-1-2-19 0 0,1 1 0 0 0,-1-1 0 0 0,0 0 0 0 0,0 0 0 0 0,1-1 0 0 0,-1 1 0 0 0,0-1 0 0 0,1 0 0 0 0,-1 1 0 0 0,1-1 0 0 0,3-1 0 0 0,3-1-132 0 0,1 1-1 0 0,0-2 0 0 0,-1 0 1 0 0,1 0-1 0 0,-1-1 1 0 0,17-9-1 0 0,-9 2 192 0 0,0-1 0 0 0,-1-1 0 0 0,0 0 0 0 0,-1-1 0 0 0,-1-1 1 0 0,0-1-1 0 0,-1 0 0 0 0,-1-1 0 0 0,-1 0 0 0 0,0-1 0 0 0,-1 0 0 0 0,9-21 0 0 0,-9 19 957 0 0,-11 21-791 0 0,1-1-183 0 0,-1 0-14 0 0,0 0 0 0 0,0 0 0 0 0,0 0 0 0 0,0 0 0 0 0,0 0 0 0 0,0 0 0 0 0,0 0 1 0 0,0 0-1 0 0,0 0 0 0 0,0 0 0 0 0,0 0 0 0 0,0 0 0 0 0,0 0 0 0 0,0 0 0 0 0,0 0 1 0 0,0 0-1 0 0,0 0 0 0 0,-5 12 80 0 0,-7 14-32 0 0,0 0-1 0 0,2 1 1 0 0,1 0 0 0 0,2 0-1 0 0,0 1 1 0 0,-4 36 0 0 0,11-61-88 0 0,0 1 1 0 0,0-1 0 0 0,0 1 0 0 0,0-1-1 0 0,1 0 1 0 0,-1 1 0 0 0,1-1-1 0 0,0 0 1 0 0,0 1 0 0 0,0-1 0 0 0,0 0-1 0 0,0 0 1 0 0,1 0 0 0 0,0 0-1 0 0,-1 0 1 0 0,1 0 0 0 0,0-1 0 0 0,3 4-1 0 0,-2-4-117 0 0,0 1 0 0 0,1 0 0 0 0,-1-1 0 0 0,1 0 0 0 0,0 0 0 0 0,0 0 0 0 0,0 0 0 0 0,0-1 0 0 0,0 1 0 0 0,0-1 0 0 0,0 0 0 0 0,7 0 0 0 0,5 1-901 0 0,1-2-1 0 0,-1 0 1 0 0,1-1 0 0 0,0-1-1 0 0,-1 0 1 0 0,19-5-1 0 0,5-3-2679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311 205 1468 0 0,'1'-31'2329'0'0,"-1"-1"-1"0"0,-1 1 1 0 0,-2 0-1 0 0,-8-39 1 0 0,11 69-2306 0 0,0 1 1 0 0,0 0 0 0 0,0-1 0 0 0,0 1 0 0 0,0 0 0 0 0,0-1 0 0 0,0 1 0 0 0,0 0 0 0 0,0-1 0 0 0,0 1 0 0 0,0 0 0 0 0,0-1-1 0 0,0 1 1 0 0,0 0 0 0 0,0-1 0 0 0,-1 1 0 0 0,1 0 0 0 0,0 0 0 0 0,0-1 0 0 0,0 1 0 0 0,-1 0 0 0 0,1 0 0 0 0,0-1 0 0 0,0 1-1 0 0,-1 0 1 0 0,1 0 0 0 0,0 0 0 0 0,-1-1 0 0 0,1 1 0 0 0,0 0 0 0 0,0 0 0 0 0,-1 0 0 0 0,1 0 0 0 0,0 0 0 0 0,-1-1 0 0 0,1 1-1 0 0,0 0 1 0 0,-1 0 0 0 0,0 0 0 0 0,-11 11 486 0 0,-7 19-34 0 0,-140 389 891 0 0,134-347-1101 0 0,17-50-405 0 0,-36 116 813 0 0,38-115-1538 0 0,0 0 0 0 0,2 1 1 0 0,-2 45-1 0 0,8-51-1409 0 0,2-7-2128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6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44 167 804 0 0,'-6'-8'1290'0'0,"1"3"-461"0"0,1-1 1 0 0,-1 0-1 0 0,1 0 0 0 0,0 0 1 0 0,1-1-1 0 0,0 0 0 0 0,0 1 1 0 0,-4-12-1 0 0,8 17-804 0 0,-1 0 1 0 0,0 0-1 0 0,0 0 0 0 0,0 0 1 0 0,0 0-1 0 0,1 0 0 0 0,-1 0 0 0 0,1 0 1 0 0,-1 0-1 0 0,0 0 0 0 0,1 0 0 0 0,-1 0 1 0 0,1 1-1 0 0,0-1 0 0 0,-1 0 1 0 0,1 0-1 0 0,0 1 0 0 0,-1-1 0 0 0,2-1 1 0 0,17-10 149 0 0,-18 11-144 0 0,13-7 35 0 0,1 1 1 0 0,0 1-1 0 0,0 0 1 0 0,0 1 0 0 0,28-6-1 0 0,81-4-7 0 0,-111 14-63 0 0,-1 0 0 0 0,1 1-1 0 0,-1 1 1 0 0,0 0 0 0 0,1 1-1 0 0,19 5 1 0 0,-28-6 15 0 0,0 0 0 0 0,-1 1 1 0 0,1-1-1 0 0,0 1 0 0 0,-1 0 1 0 0,1 0-1 0 0,-1 0 0 0 0,1 1 0 0 0,-1-1 1 0 0,0 1-1 0 0,0 0 0 0 0,0-1 0 0 0,0 2 1 0 0,-1-1-1 0 0,1 0 0 0 0,-1 0 0 0 0,0 1 1 0 0,0-1-1 0 0,0 1 0 0 0,0 0 1 0 0,-1-1-1 0 0,1 1 0 0 0,0 6 0 0 0,0 7 174 0 0,0 0-1 0 0,-2-1 0 0 0,0 1 0 0 0,-1 0 1 0 0,-1-1-1 0 0,-4 23 0 0 0,2-18-92 0 0,1 0-1 0 0,1 0 0 0 0,1 25 1 0 0,1-43-95 0 0,0 1 0 0 0,1-1-1 0 0,-1 0 1 0 0,1 0 0 0 0,0 0 0 0 0,0 1 0 0 0,0-1 0 0 0,0 0-1 0 0,1 0 1 0 0,-1 0 0 0 0,1 0 0 0 0,0-1 0 0 0,0 1 0 0 0,0 0-1 0 0,0-1 1 0 0,0 1 0 0 0,0-1 0 0 0,1 0 0 0 0,-1 0 0 0 0,1 0 0 0 0,-1 0-1 0 0,6 3 1 0 0,-4-4-356 0 0,-1 1-1 0 0,1-1 0 0 0,0 0 1 0 0,0 0-1 0 0,0 0 1 0 0,0 0-1 0 0,0-1 0 0 0,0 0 1 0 0,0 0-1 0 0,1 0 1 0 0,-1 0-1 0 0,0 0 1 0 0,0-1-1 0 0,0 0 0 0 0,0 0 1 0 0,0 0-1 0 0,7-3 1 0 0,6-4-3316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6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94 2156 0 0,'-9'-14'1331'0'0,"-1"1"0"0"0,-1 0 1 0 0,0 1-1 0 0,0 0 0 0 0,-18-13 0 0 0,28 25-1342 0 0,1-1 0 0 0,-1 1 0 0 0,0-1-1 0 0,0 1 1 0 0,1-1 0 0 0,-1 1 0 0 0,0 0 0 0 0,0-1 0 0 0,1 1 0 0 0,-1 0 0 0 0,0 0 0 0 0,0-1-1 0 0,0 1 1 0 0,1 0 0 0 0,-1 0 0 0 0,0 0 0 0 0,0 0 0 0 0,0 0 0 0 0,0 0 0 0 0,1 0-1 0 0,-1 1 1 0 0,0-1 0 0 0,0 0 0 0 0,0 0 0 0 0,0 1 0 0 0,1-1 0 0 0,-1 0 0 0 0,0 1 0 0 0,1-1-1 0 0,-1 1 1 0 0,0-1 0 0 0,0 1 0 0 0,1-1 0 0 0,-1 1 0 0 0,-11 18-4164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7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147 177 2060 0 0,'0'0'5567'0'0,"-10"-3"-1496"0"0,4 8-3830 0 0,0-1 1 0 0,1 1 0 0 0,-1 0 0 0 0,1 0 0 0 0,0 1-1 0 0,1 0 1 0 0,-7 9 0 0 0,-28 51 185 0 0,31-50-323 0 0,1-2-21 0 0,0 1-1 0 0,0-1 1 0 0,2 1 0 0 0,0 1-1 0 0,-3 16 1 0 0,7-25-52 0 0,0-1 1 0 0,0 1 0 0 0,1-1-1 0 0,0 0 1 0 0,0 1 0 0 0,3 11-1 0 0,-3-14-16 0 0,1-1 0 0 0,0 0 0 0 0,0 0-1 0 0,1 0 1 0 0,-1 0 0 0 0,1 0 0 0 0,-1 0 0 0 0,1 0-1 0 0,0-1 1 0 0,0 1 0 0 0,0 0 0 0 0,0-1-1 0 0,1 0 1 0 0,2 3 0 0 0,0-2-3 0 0,-1 0 1 0 0,1 0-1 0 0,0-1 1 0 0,0 1-1 0 0,0-1 1 0 0,0-1-1 0 0,0 1 1 0 0,0-1-1 0 0,0 0 1 0 0,1 0-1 0 0,-1 0 0 0 0,0-1 1 0 0,1 1-1 0 0,-1-1 1 0 0,1-1-1 0 0,-1 1 1 0 0,0-1-1 0 0,1 0 1 0 0,-1 0-1 0 0,0-1 0 0 0,0 1 1 0 0,0-1-1 0 0,0 0 1 0 0,5-3-1 0 0,0 0-24 0 0,-1 0 0 0 0,0-1 0 0 0,0 0 0 0 0,-1 0 0 0 0,0-1 0 0 0,0 0 0 0 0,0-1 0 0 0,-1 0 0 0 0,0 0 0 0 0,-1 0 0 0 0,8-12 0 0 0,-8 7 1 0 0,1 0 0 0 0,-2 0 0 0 0,0-1-1 0 0,0 0 1 0 0,-1 0 0 0 0,-1 0-1 0 0,0 0 1 0 0,-1-1 0 0 0,0-17 0 0 0,-2-11 92 0 0,-11-78 0 0 0,10 118-85 0 0,1-1 1 0 0,0 1 0 0 0,0-1-1 0 0,0 1 1 0 0,0-1 0 0 0,0 1-1 0 0,1 0 1 0 0,0-1 0 0 0,-1 1-1 0 0,1-1 1 0 0,0 1 0 0 0,1 0-1 0 0,-1 0 1 0 0,1 0 0 0 0,-1 0-1 0 0,1 0 1 0 0,0 0 0 0 0,0 0-1 0 0,0 0 1 0 0,0 1 0 0 0,1-1-1 0 0,-1 1 1 0 0,6-4 0 0 0,-1 1-3 0 0,0 1 0 0 0,0 1 1 0 0,0 0-1 0 0,1 0 0 0 0,-1 0 0 0 0,1 1 1 0 0,-1 0-1 0 0,1 0 0 0 0,12-1 0 0 0,-6 2-19 0 0,-1 1-1 0 0,1 0 0 0 0,0 1 0 0 0,-1 1 0 0 0,1 0 0 0 0,-1 0 1 0 0,0 1-1 0 0,0 1 0 0 0,0 1 0 0 0,0-1 0 0 0,0 2 1 0 0,14 8-1 0 0,-14-6 12 0 0,0 0 1 0 0,-1 1 0 0 0,0 0-1 0 0,0 1 1 0 0,-1 0 0 0 0,-1 1-1 0 0,1 0 1 0 0,-2 1-1 0 0,0 0 1 0 0,15 25 0 0 0,-20-30 21 0 0,-1 0 0 0 0,0 1 0 0 0,0-1 0 0 0,-1 0 0 0 0,0 1 0 0 0,0 0 1 0 0,-1-1-1 0 0,0 1 0 0 0,0 0 0 0 0,-1 0 0 0 0,0-1 0 0 0,0 1 0 0 0,-2 9 0 0 0,-1-6 54 0 0,0 0 0 0 0,0 1 0 0 0,-1-2 0 0 0,0 1 0 0 0,-1 0 0 0 0,-1-1 0 0 0,1 0 0 0 0,-10 11-1 0 0,11-14-6 0 0,-8 8 106 0 0,12-15-161 0 0,0 0 0 0 0,0 0 1 0 0,0 0-1 0 0,-1 0 0 0 0,1 0 0 0 0,0 0 0 0 0,-1 1 1 0 0,1-1-1 0 0,0 0 0 0 0,0 0 0 0 0,-1 0 0 0 0,1 0 0 0 0,0 0 1 0 0,-1 0-1 0 0,1 0 0 0 0,0 0 0 0 0,0 0 0 0 0,-1 0 1 0 0,1 0-1 0 0,0 0 0 0 0,-1 0 0 0 0,1-1 0 0 0,0 1 0 0 0,0 0 1 0 0,-1 0-1 0 0,1 0 0 0 0,0 0 0 0 0,0 0 0 0 0,-1 0 1 0 0,1-1-1 0 0,0 1 0 0 0,0 0 0 0 0,0 0 0 0 0,-1 0 1 0 0,1-1-1 0 0,0 1 0 0 0,0 0 0 0 0,0 0 0 0 0,0-1 0 0 0,0 1 1 0 0,-1 0-1 0 0,1 0 0 0 0,0-1 0 0 0,0 0 0 0 0,0 1-4 0 0,0-1-1 0 0,0 0 0 0 0,0 0 0 0 0,0 0 0 0 0,0 0 1 0 0,0 0-1 0 0,0 0 0 0 0,0 0 0 0 0,0 0 0 0 0,1 0 1 0 0,-1 0-1 0 0,0 0 0 0 0,1 1 0 0 0,-1-1 0 0 0,0 0 1 0 0,1 0-1 0 0,-1 0 0 0 0,2-1 0 0 0,-1 1-7 0 0,8-18-21 0 0,1 0-1 0 0,1 0 1 0 0,0 1 0 0 0,1 1 0 0 0,19-21-1 0 0,-20 27 3 0 0,-1 0-1 0 0,2 1 1 0 0,-1 1 0 0 0,1-1-1 0 0,1 2 1 0 0,-1 0-1 0 0,2 0 1 0 0,15-6-1 0 0,-26 13 22 0 0,-1-1-1 0 0,1 2 1 0 0,-1-1 0 0 0,1 0-1 0 0,0 0 1 0 0,-1 1-1 0 0,1-1 1 0 0,0 1-1 0 0,-1 0 1 0 0,1 0-1 0 0,0 0 1 0 0,-1 0 0 0 0,1 1-1 0 0,0-1 1 0 0,-1 1-1 0 0,1-1 1 0 0,-1 1-1 0 0,1 0 1 0 0,-1 0 0 0 0,5 2-1 0 0,-5-1 33 0 0,-1-1 0 0 0,1 1 0 0 0,0 0 0 0 0,0 0 0 0 0,-1 0 0 0 0,1 0 0 0 0,-1 0 1 0 0,0 0-1 0 0,0 1 0 0 0,0-1 0 0 0,0 0 0 0 0,0 1 0 0 0,0-1 0 0 0,0 1 0 0 0,-1-1 0 0 0,1 1 0 0 0,-1-1 0 0 0,0 1 0 0 0,0-1 0 0 0,0 1 0 0 0,0 4 0 0 0,-4 20 315 0 0,0 0-1 0 0,-12 42 0 0 0,8-39-323 0 0,-6 40-1 0 0,14-69-83 0 0,0-1-1 0 0,0 1 0 0 0,0-1 0 0 0,0 1 0 0 0,0-1 0 0 0,0 1 0 0 0,0-1 0 0 0,0 1 0 0 0,0-1 0 0 0,0 1 0 0 0,0-1 0 0 0,0 1 0 0 0,0-1 0 0 0,1 1 0 0 0,-1-1 0 0 0,0 1 1 0 0,0-1-1 0 0,0 1 0 0 0,1-1 0 0 0,-1 1 0 0 0,0-1 0 0 0,1 1 0 0 0,-1-1 0 0 0,0 0 0 0 0,1 1 0 0 0,-1-1 0 0 0,1 1 0 0 0,-1-1 0 0 0,1 0 0 0 0,0 1-97 0 0,0-1-1 0 0,1 0 0 0 0,-1 0 0 0 0,0 1 0 0 0,0-1 0 0 0,0 0 1 0 0,0 0-1 0 0,0-1 0 0 0,1 1 0 0 0,-1 0 0 0 0,0 0 0 0 0,2-1 1 0 0,29-14-5581 0 0,-17 5 1962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48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65 1696 0 0,'1'-1'227'0'0,"0"-1"0"0"0,-1 0 0 0 0,1 0-1 0 0,-1 1 1 0 0,1-1 0 0 0,-1 0 0 0 0,0 0 0 0 0,1 0 0 0 0,-1 1-1 0 0,0-1 1 0 0,0 0 0 0 0,-1 0 0 0 0,1 0 0 0 0,0 0 0 0 0,-1 1-1 0 0,1-1 1 0 0,-1 0 0 0 0,1 0 0 0 0,-1 1 0 0 0,0-1 0 0 0,0 0-1 0 0,-1-1 1 0 0,1 1-204 0 0,-1 0-1 0 0,1 0 1 0 0,0 1-1 0 0,-1-1 1 0 0,0 1-1 0 0,1-1 1 0 0,-1 1-1 0 0,0 0 0 0 0,0 0 1 0 0,0 0-1 0 0,0 0 1 0 0,0 0-1 0 0,0 0 1 0 0,0 0-1 0 0,0 1 1 0 0,0-1-1 0 0,0 1 1 0 0,0-1-1 0 0,-3 1 1 0 0,0 0 52 0 0,0 0 0 0 0,0 0 0 0 0,0 1 0 0 0,0 0 0 0 0,1 0 0 0 0,-1 0 0 0 0,0 1 0 0 0,-6 2 0 0 0,-4 4 101 0 0,0 0 1 0 0,1 1 0 0 0,0 0-1 0 0,-17 16 1 0 0,7-5-178 0 0,2 1 0 0 0,0 2 0 0 0,1 0 0 0 0,1 1 0 0 0,2 1 0 0 0,0 1 0 0 0,2 0 1 0 0,1 1-1 0 0,1 1 0 0 0,-13 36 0 0 0,25-58 18 0 0,0 1 0 0 0,0-1 0 0 0,1 1 0 0 0,0-1 0 0 0,0 1 0 0 0,1 0 0 0 0,0 0 0 0 0,0-1 0 0 0,1 10 0 0 0,0-13-34 0 0,0 0 0 0 0,0 0 0 0 0,0 0 0 0 0,0-1 0 0 0,0 1 0 0 0,0 0 0 0 0,1 0 0 0 0,-1-1 0 0 0,1 1 0 0 0,0-1 0 0 0,0 0 0 0 0,0 1 0 0 0,0-1 0 0 0,0 0 0 0 0,0 0 0 0 0,1 0 0 0 0,-1 0 0 0 0,1-1 0 0 0,-1 1 0 0 0,1-1-1 0 0,0 1 1 0 0,4 1 0 0 0,7 1-220 0 0,-1-1-1 0 0,1 0 0 0 0,-1-1 0 0 0,1 0 0 0 0,0-1 0 0 0,-1-1 0 0 0,1 0 0 0 0,0-1 0 0 0,0 0 0 0 0,13-4 0 0 0,20-5-1230 0 0,67-24 0 0 0,-63 16 736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0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286 787 764 0 0,'9'-8'922'0'0,"0"-1"1"0"0,-1-1-1 0 0,0 1 0 0 0,9-17 0 0 0,-14 22-668 0 0,-1-1 0 0 0,1 1 0 0 0,-1 0 0 0 0,0-1 0 0 0,0 0 0 0 0,-1 1 0 0 0,1-1 0 0 0,-1 0 0 0 0,0 0 0 0 0,-1 0-1 0 0,1 0 1 0 0,-1 0 0 0 0,0 0 0 0 0,0-6 0 0 0,0 10-212 0 0,-1 0 0 0 0,1 0 0 0 0,0 0 0 0 0,-1 0 0 0 0,1 0 0 0 0,0-1 0 0 0,-1 1-1 0 0,1 0 1 0 0,-1 0 0 0 0,0 0 0 0 0,1 0 0 0 0,-1 0 0 0 0,0 0 0 0 0,0 0 0 0 0,0 1 0 0 0,1-1 0 0 0,-1 0 0 0 0,0 0-1 0 0,0 1 1 0 0,0-1 0 0 0,0 0 0 0 0,-2 0 0 0 0,1 1-14 0 0,0-1-1 0 0,0 1 1 0 0,-1-1 0 0 0,1 1-1 0 0,0 0 1 0 0,0 0-1 0 0,0 0 1 0 0,0 0 0 0 0,-1 0-1 0 0,1 1 1 0 0,-3 0 0 0 0,-5 2 35 0 0,1 1 1 0 0,0-1-1 0 0,0 2 1 0 0,-11 6 0 0 0,-8 6 168 0 0,2 1 0 0 0,0 1 1 0 0,-36 35-1 0 0,47-39-186 0 0,1 1-1 0 0,0 0 0 0 0,1 1 0 0 0,1 0 1 0 0,1 1-1 0 0,-13 27 0 0 0,22-42-36 0 0,1 0-1 0 0,0 0 1 0 0,0 0-1 0 0,0 0 1 0 0,0 0 0 0 0,1 0-1 0 0,-1 0 1 0 0,1 0-1 0 0,-1 0 1 0 0,1 0-1 0 0,0 0 1 0 0,1 0-1 0 0,-1 0 1 0 0,0 0-1 0 0,1 0 1 0 0,0 0-1 0 0,-1 0 1 0 0,3 4-1 0 0,-2-6-11 0 0,0 1-1 0 0,1 0 1 0 0,-1 0-1 0 0,0-1 1 0 0,1 1 0 0 0,0-1-1 0 0,-1 1 1 0 0,1-1-1 0 0,0 0 1 0 0,0 0-1 0 0,0 0 1 0 0,0 0-1 0 0,-1 0 1 0 0,1 0-1 0 0,1 0 1 0 0,-1-1 0 0 0,0 1-1 0 0,0-1 1 0 0,0 1-1 0 0,0-1 1 0 0,0 0-1 0 0,0 0 1 0 0,1 0-1 0 0,-1 0 1 0 0,0 0 0 0 0,3-1-1 0 0,10-1-58 0 0,-1 0 1 0 0,-1-2-1 0 0,1 1 0 0 0,0-2 0 0 0,-1 0 1 0 0,0 0-1 0 0,0-1 0 0 0,-1-1 0 0 0,1 0 1 0 0,-1-1-1 0 0,20-17 0 0 0,-12 7 42 0 0,-1-1 0 0 0,-1 0-1 0 0,-1-2 1 0 0,0 0 0 0 0,18-32-1 0 0,-30 45-7 0 0,0 0 184 0 0,0 1-1 0 0,-1-1 1 0 0,0 0-1 0 0,0 0 1 0 0,0 0 0 0 0,3-15-1 0 0,-22 37-80 0 0,1 4-71 0 0,1 1 0 0 0,0 0-1 0 0,2 0 1 0 0,-11 25 0 0 0,17-32 11 0 0,0 0 0 0 0,1 1 0 0 0,0-1 1 0 0,1 1-1 0 0,0 0 0 0 0,1 0 0 0 0,1 0 0 0 0,0 21 0 0 0,1-32-7 0 0,0 1 0 0 0,0 0 0 0 0,1-1-1 0 0,-1 1 1 0 0,1 0 0 0 0,-1-1 0 0 0,1 1 0 0 0,0 0-1 0 0,0-1 1 0 0,1 1 0 0 0,-1-1 0 0 0,0 0 0 0 0,1 1 0 0 0,-1-1-1 0 0,1 0 1 0 0,0 0 0 0 0,0 0 0 0 0,2 2 0 0 0,0-2-9 0 0,-1 0 1 0 0,0 0-1 0 0,0 0 1 0 0,1-1-1 0 0,-1 1 1 0 0,1-1 0 0 0,-1 0-1 0 0,1 0 1 0 0,0-1-1 0 0,-1 1 1 0 0,1-1-1 0 0,4 0 1 0 0,5 0-90 0 0,0-1 0 0 0,1-1-1 0 0,-1 0 1 0 0,0-1 0 0 0,0 0 0 0 0,18-7-1 0 0,-8 0-38 0 0,0-1-1 0 0,0-1 0 0 0,-1 0 0 0 0,-1-2 1 0 0,0-1-1 0 0,-1-1 0 0 0,0 0 0 0 0,-1-1 0 0 0,30-37 1 0 0,-18 14 29 0 0,-1-2 1 0 0,-2-1-1 0 0,42-89 1 0 0,-56 101 311 0 0,-1-1 1 0 0,-2 0-1 0 0,-2-1 0 0 0,7-37 0 0 0,-16 70-208 0 0,0-1-1 0 0,1 1 1 0 0,-1 0-1 0 0,0-1 1 0 0,0 1-1 0 0,0 0 0 0 0,0 0 1 0 0,0-1-1 0 0,0 1 1 0 0,0 0-1 0 0,0-1 0 0 0,0 1 1 0 0,1 0-1 0 0,-1-1 1 0 0,-1 1-1 0 0,1 0 1 0 0,0-1-1 0 0,0 1 0 0 0,0 0 1 0 0,0-1-1 0 0,0 1 1 0 0,0 0-1 0 0,0-1 1 0 0,0 1-1 0 0,0 0 0 0 0,-1-1 1 0 0,1 1-1 0 0,0 0 1 0 0,0 0-1 0 0,0-1 1 0 0,-1 1-1 0 0,1 0 0 0 0,0 0 1 0 0,0-1-1 0 0,-1 1 1 0 0,1 0-1 0 0,0 0 1 0 0,0 0-1 0 0,-1 0 0 0 0,1-1 1 0 0,0 1-1 0 0,-1 0 1 0 0,1 0-1 0 0,0 0 1 0 0,-1 0-1 0 0,1 0 0 0 0,0 0 1 0 0,-1 0-1 0 0,1 0 1 0 0,0 0-1 0 0,-1 0 1 0 0,1 0-1 0 0,0 0 0 0 0,-1 0 1 0 0,1 0-1 0 0,0 0 1 0 0,-1 0-1 0 0,1 0 0 0 0,0 0 1 0 0,0 1-1 0 0,-1-1 1 0 0,1 0-1 0 0,-19 13-19 0 0,0 9 45 0 0,1 2 1 0 0,0 0-1 0 0,-26 51 1 0 0,19-23-55 0 0,-20 59 1 0 0,32-78 60 0 0,3 1-1 0 0,-13 68 1 0 0,21-92-20 0 0,1 0 1 0 0,0 1-1 0 0,1-1 1 0 0,0 0-1 0 0,0 0 0 0 0,1 0 1 0 0,1 1-1 0 0,0-1 1 0 0,0 0-1 0 0,1-1 0 0 0,0 1 1 0 0,0 0-1 0 0,1-1 1 0 0,1 0-1 0 0,5 10 0 0 0,-6-15-14 0 0,-1 0-1 0 0,1 0 0 0 0,-1-1 1 0 0,1 0-1 0 0,0 1 0 0 0,0-1 0 0 0,1 0 1 0 0,-1-1-1 0 0,1 1 0 0 0,-1-1 1 0 0,1 0-1 0 0,0 0 0 0 0,0 0 0 0 0,0-1 1 0 0,0 0-1 0 0,0 0 0 0 0,0 0 0 0 0,0 0 1 0 0,0-1-1 0 0,0 0 0 0 0,0 0 1 0 0,8-1-1 0 0,2-1-43 0 0,0-1 0 0 0,0 0 0 0 0,0-1 0 0 0,0 0 0 0 0,-1-1 0 0 0,19-9 0 0 0,-2-3 12 0 0,-1-1 0 0 0,-1-1 0 0 0,0-1 0 0 0,-2-2 0 0 0,0-1 0 0 0,-1-1-1 0 0,-2-2 1 0 0,41-53 0 0 0,-26 24 14 0 0,-3-1-1 0 0,-3-2 1 0 0,47-109-1 0 0,-64 125 593 0 0,-1-1-1 0 0,18-86 1 0 0,-33 128-548 0 0,0-1 0 0 0,1 1-1 0 0,-1-1 1 0 0,0 1 0 0 0,0-1 0 0 0,0 0 0 0 0,0 1 0 0 0,0-1 0 0 0,0 1-1 0 0,-1-1 1 0 0,1 0 0 0 0,0 1 0 0 0,-1-1 0 0 0,-1-1 0 0 0,2 2-22 0 0,0 1 0 0 0,-1-1 0 0 0,1 1 0 0 0,-1 0 0 0 0,1-1 0 0 0,-1 1 0 0 0,1 0 0 0 0,-1 0 0 0 0,0-1 0 0 0,1 1 0 0 0,-1 0 0 0 0,1 0 0 0 0,-1 0 0 0 0,0 0 0 0 0,1 0 0 0 0,-1-1 0 0 0,1 1 0 0 0,-1 0 0 0 0,0 0 0 0 0,1 1 0 0 0,-1-1 0 0 0,1 0 0 0 0,-1 0 0 0 0,0 0 0 0 0,1 0 0 0 0,-1 1 0 0 0,1-1 0 0 0,-1 0 0 0 0,1 0 0 0 0,-1 1 0 0 0,1-1 0 0 0,-1 0 0 0 0,1 1 0 0 0,-1-1 0 0 0,0 1 0 0 0,-9 6-21 0 0,0 1 0 0 0,1 0 0 0 0,0 0-1 0 0,0 1 1 0 0,0 0 0 0 0,-7 11 0 0 0,-41 65 106 0 0,46-68-56 0 0,-18 30 5 0 0,3 2 0 0 0,1 0 0 0 0,3 1 0 0 0,3 2 0 0 0,1 0 0 0 0,3 1 1 0 0,-13 76-1 0 0,26-113-10 0 0,0 0-1 0 0,1 0 1 0 0,1 0 0 0 0,1 0 0 0 0,0 0 0 0 0,0 1 0 0 0,6 19 0 0 0,-5-31-16 0 0,-1 1 1 0 0,1-1 0 0 0,1 0 0 0 0,-1 0 0 0 0,1 0 0 0 0,-1 0 0 0 0,2 0-1 0 0,-1-1 1 0 0,0 1 0 0 0,7 5 0 0 0,-7-7-10 0 0,1 0 0 0 0,-1-1 0 0 0,1 0 0 0 0,-1 1-1 0 0,1-1 1 0 0,0-1 0 0 0,0 1 0 0 0,0 0 0 0 0,0-1 0 0 0,0 0 0 0 0,1 0 0 0 0,-1 0 0 0 0,0-1 0 0 0,0 1-1 0 0,7-1 1 0 0,9-1-80 0 0,0-1 0 0 0,0 0 0 0 0,0-2 0 0 0,0 0 0 0 0,-1-1 0 0 0,1-1-1 0 0,-1-1 1 0 0,-1-1 0 0 0,0 0 0 0 0,0-2 0 0 0,0 0 0 0 0,21-17 0 0 0,-14 8 200 0 0,0-1 0 0 0,-2-2 1 0 0,-1 0-1 0 0,0-1 0 0 0,-2-2 1 0 0,-1 0-1 0 0,19-33 0 0 0,-32 49 288 0 0,-1-1 0 0 0,-1-1-1 0 0,1 1 1 0 0,-2-1 0 0 0,1 1 0 0 0,2-17-1 0 0,-6 27-403 0 0,0 0 0 0 0,0 0 0 0 0,0-1 0 0 0,0 1 0 0 0,0 0 0 0 0,0 0 0 0 0,0-1 0 0 0,0 1 0 0 0,0 0 0 0 0,0 0 0 0 0,0-1 0 0 0,0 1 0 0 0,0 0 0 0 0,0 0 0 0 0,0 0-1 0 0,0-1 1 0 0,0 1 0 0 0,-1 0 0 0 0,1 0 0 0 0,0-1 0 0 0,0 1 0 0 0,0 0 0 0 0,0 0 0 0 0,0 0 0 0 0,0 0 0 0 0,-1-1 0 0 0,1 1 0 0 0,0 0 0 0 0,0 0 0 0 0,0 0 0 0 0,-1 0 0 0 0,1 0 0 0 0,0-1 0 0 0,0 1 0 0 0,0 0 0 0 0,-1 0-1 0 0,1 0 1 0 0,0 0 0 0 0,0 0 0 0 0,-1 0 0 0 0,1 0 0 0 0,0 0 0 0 0,-14 4 102 0 0,-12 11-59 0 0,7 0-28 0 0,0 1-1 0 0,1 1 0 0 0,0 1 0 0 0,-20 26 0 0 0,28-31-15 0 0,1 1-1 0 0,0 0 0 0 0,0 0 1 0 0,2 1-1 0 0,0 0 0 0 0,1 0 1 0 0,-7 25-1 0 0,12-36-143 0 0,0 1-1 0 0,0-1 1 0 0,0 1-1 0 0,0-1 1 0 0,1 1 0 0 0,0 0-1 0 0,0-1 1 0 0,0 1-1 0 0,1-1 1 0 0,-1 1 0 0 0,1 0-1 0 0,0-1 1 0 0,1 1-1 0 0,-1-1 1 0 0,1 0-1 0 0,0 1 1 0 0,0-1 0 0 0,0 0-1 0 0,0 0 1 0 0,1 0-1 0 0,0-1 1 0 0,0 1 0 0 0,0 0-1 0 0,0-1 1 0 0,0 0-1 0 0,1 0 1 0 0,-1 0 0 0 0,1 0-1 0 0,0 0 1 0 0,0-1-1 0 0,0 0 1 0 0,0 0 0 0 0,0 0-1 0 0,1 0 1 0 0,-1-1-1 0 0,6 2 1 0 0,24 5-558 0 0,0-1 1 0 0,1-2 0 0 0,0-2-1 0 0,0-1 1 0 0,35-3-1 0 0,-23-2 93 0 0,0-2 1 0 0,0-2-1 0 0,55-16 0 0 0,-80 16 561 0 0,0 0 0 0 0,0-2 1 0 0,-1 0-1 0 0,-1-1 0 0 0,0-1 1 0 0,31-23-1 0 0,-42 27 313 0 0,0-1 0 0 0,0 0 0 0 0,-1-1 1 0 0,0 0-1 0 0,-1 0 0 0 0,9-13 0 0 0,-12 15 107 0 0,0 0-1 0 0,-1 0 0 0 0,0 0 0 0 0,0 0 1 0 0,-1-1-1 0 0,0 1 0 0 0,0-1 1 0 0,-1 1-1 0 0,0-1 0 0 0,0-12 0 0 0,0 19-301 0 0,-1-1-1 0 0,0 1 1 0 0,0-1-1 0 0,-1 1 1 0 0,1-1-1 0 0,0 1 1 0 0,0-1-1 0 0,-1 1 1 0 0,1-1-1 0 0,-1 1 0 0 0,1-1 1 0 0,-1 1-1 0 0,0 0 1 0 0,1-1-1 0 0,-1 1 1 0 0,0 0-1 0 0,-1-2 1 0 0,1 3-44 0 0,0-1 0 0 0,1 1 0 0 0,-1-1 0 0 0,0 1 0 0 0,0-1 0 0 0,0 1 1 0 0,0 0-1 0 0,0-1 0 0 0,0 1 0 0 0,0 0 0 0 0,0 0 0 0 0,0-1 0 0 0,0 1 0 0 0,0 0 1 0 0,0 0-1 0 0,0 0 0 0 0,0 1 0 0 0,0-1 0 0 0,-1 0 0 0 0,-4 2 38 0 0,1 0 0 0 0,0 0 0 0 0,0 0 0 0 0,0 1 0 0 0,0-1 0 0 0,0 1 0 0 0,-7 7 0 0 0,-9 7 79 0 0,0 1-1 0 0,2 1 0 0 0,-26 32 0 0 0,36-39-125 0 0,0 0-1 0 0,1 1 1 0 0,0 0-1 0 0,1 0 1 0 0,1 0-1 0 0,0 1 1 0 0,-8 28-1 0 0,13-39-13 0 0,1-1 0 0 0,-1 1 0 0 0,1 0 1 0 0,-1-1-1 0 0,1 1 0 0 0,0 0 0 0 0,0 0 0 0 0,0-1 0 0 0,0 1 0 0 0,1 0 0 0 0,-1-1 1 0 0,1 1-1 0 0,0 0 0 0 0,-1-1 0 0 0,1 1 0 0 0,0-1 0 0 0,1 1 0 0 0,-1-1 0 0 0,0 0 0 0 0,1 1 1 0 0,-1-1-1 0 0,1 0 0 0 0,0 0 0 0 0,0 0 0 0 0,2 3 0 0 0,0-3 0 0 0,0 0 0 0 0,0 0-1 0 0,0 0 1 0 0,0 0 0 0 0,0-1 0 0 0,0 1-1 0 0,1-1 1 0 0,-1 0 0 0 0,0-1-1 0 0,1 1 1 0 0,-1-1 0 0 0,0 0 0 0 0,1 0-1 0 0,-1 0 1 0 0,6-1 0 0 0,3-1-32 0 0,-1-1 1 0 0,0 0-1 0 0,-1-1 1 0 0,1 0-1 0 0,-1-1 1 0 0,1 0-1 0 0,-1-1 1 0 0,-1 0-1 0 0,1 0 1 0 0,-1-1-1 0 0,0-1 1 0 0,13-13-1 0 0,2-4-41 0 0,-2 0 0 0 0,-1-2 0 0 0,23-36-1 0 0,-11 9 43 0 0,-2-2-1 0 0,-3-1 0 0 0,25-69 0 0 0,-22 36-124 0 0,29-135-1 0 0,-60 217 139 0 0,24-122 93 0 0,-22 109-12 0 0,-1 0 0 0 0,-1 0-1 0 0,0 0 1 0 0,-4-24 0 0 0,3 43-63 0 0,0 1 0 0 0,0-1 0 0 0,0 1 0 0 0,-1-1-1 0 0,1 1 1 0 0,0-1 0 0 0,-1 1 0 0 0,1-1 0 0 0,-1 1 0 0 0,1 0 0 0 0,-1-1 0 0 0,0 1 0 0 0,0 0 0 0 0,1-1 0 0 0,-1 1 0 0 0,0 0 0 0 0,0 0 0 0 0,0 0-1 0 0,0 0 1 0 0,0 0 0 0 0,-1 0 0 0 0,1 0 0 0 0,-2-1 0 0 0,1 2-2 0 0,0-1 0 0 0,1 1-1 0 0,-1 0 1 0 0,0 0 0 0 0,0 0 0 0 0,1 0-1 0 0,-1 1 1 0 0,0-1 0 0 0,1 0 0 0 0,-1 1-1 0 0,0-1 1 0 0,1 1 0 0 0,-1-1 0 0 0,0 1-1 0 0,1 0 1 0 0,-3 2 0 0 0,-5 3-16 0 0,0 0 0 0 0,1 1 0 0 0,0 0 0 0 0,1 0 0 0 0,-9 11 0 0 0,-9 15 7 0 0,1 2 1 0 0,2 0 0 0 0,1 2-1 0 0,3 0 1 0 0,-21 54 0 0 0,19-32 1 0 0,2 1 0 0 0,-18 118 1 0 0,30-138 58 0 0,3-1-1 0 0,2 59 1 0 0,2-81-193 0 0,0 0 0 0 0,2 1 1 0 0,0-1-1 0 0,1 0 0 0 0,0 0 0 0 0,2-1 0 0 0,0 1 1 0 0,8 15-1 0 0,-10-25-142 0 0,0 0 0 0 0,1-1 0 0 0,0 0 0 0 0,0 0 0 0 0,0 0 1 0 0,1-1-1 0 0,0 1 0 0 0,0-1 0 0 0,7 4 0 0 0,-6-4-587 0 0,0-1-1 0 0,0-1 0 0 0,0 1 1 0 0,1-1-1 0 0,8 2 1 0 0,13 1-4142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33 202 1160 0 0,'-4'-4'812'0'0,"0"0"-1"0"0,1-1 1 0 0,0 1 0 0 0,0-1-1 0 0,0 0 1 0 0,0 0 0 0 0,1 0-1 0 0,-4-10 1 0 0,6 13-694 0 0,-1 0 0 0 0,1-1 0 0 0,0 1 1 0 0,0 0-1 0 0,0 0 0 0 0,0-1 0 0 0,0 1 1 0 0,0 0-1 0 0,1-1 0 0 0,-1 1 0 0 0,1 0 0 0 0,0 0 1 0 0,-1 0-1 0 0,1 0 0 0 0,0 0 0 0 0,0-1 1 0 0,0 2-1 0 0,1-1 0 0 0,-1 0 0 0 0,0 0 0 0 0,1 0 1 0 0,-1 0-1 0 0,1 1 0 0 0,3-3 0 0 0,0-1-10 0 0,1 1 0 0 0,1 0 0 0 0,-1 0-1 0 0,0 1 1 0 0,1 0 0 0 0,0 0-1 0 0,0 0 1 0 0,0 1 0 0 0,0 0-1 0 0,0 0 1 0 0,0 1 0 0 0,0 0 0 0 0,1 0-1 0 0,-1 1 1 0 0,0 0 0 0 0,1 0-1 0 0,-1 1 1 0 0,0 0 0 0 0,0 0 0 0 0,1 1-1 0 0,-1-1 1 0 0,9 5 0 0 0,-9-4-53 0 0,-1 1 0 0 0,0 0 0 0 0,0 0 0 0 0,0 0 0 0 0,0 1 0 0 0,-1-1 0 0 0,0 2 0 0 0,1-1 0 0 0,-1 0 1 0 0,-1 1-1 0 0,1 0 0 0 0,-1 0 0 0 0,1 0 0 0 0,-2 1 0 0 0,1 0 0 0 0,0-1 0 0 0,-1 1 0 0 0,0 0 0 0 0,-1 1 0 0 0,1-1 0 0 0,-1 0 0 0 0,-1 1 1 0 0,1 0-1 0 0,0 10 0 0 0,-1-3 15 0 0,-1-1 0 0 0,-1 1 0 0 0,0 0 0 0 0,-1-1 0 0 0,-1 1 1 0 0,0-1-1 0 0,-1 1 0 0 0,-6 14 0 0 0,0-6 78 0 0,0 0 0 0 0,-2-1 0 0 0,-26 37 0 0 0,4-10 823 0 0,33-47-576 0 0,1-7-336 0 0,1 0-1 0 0,0-1 1 0 0,0 1-1 0 0,1 0 1 0 0,0 0-1 0 0,0 0 1 0 0,1 0-1 0 0,-1 0 1 0 0,6-7-1 0 0,33-50 168 0 0,-38 60-201 0 0,13-18 5 0 0,1 1 1 0 0,1 1-1 0 0,1 0 0 0 0,1 1 0 0 0,0 1 0 0 0,34-21 0 0 0,-38 28-40 0 0,1 1 1 0 0,0 0-1 0 0,0 1 0 0 0,1 1 1 0 0,0 1-1 0 0,0 0 0 0 0,1 1 1 0 0,0 1-1 0 0,33-2 0 0 0,-46 5 9 0 0,-1 1-1 0 0,0 0 1 0 0,1 0-1 0 0,-1 0 0 0 0,0 1 1 0 0,0 0-1 0 0,0 0 1 0 0,0 0-1 0 0,0 1 0 0 0,0 0 1 0 0,0 0-1 0 0,0 0 0 0 0,0 0 1 0 0,-1 1-1 0 0,1 0 1 0 0,-1 0-1 0 0,0 0 0 0 0,0 0 1 0 0,0 1-1 0 0,0-1 1 0 0,0 1-1 0 0,-1 0 0 0 0,0 0 1 0 0,0 1-1 0 0,0-1 1 0 0,0 1-1 0 0,-1-1 0 0 0,1 1 1 0 0,-1 0-1 0 0,-1 0 1 0 0,1 0-1 0 0,0 0 0 0 0,-1 0 1 0 0,0 0-1 0 0,-1 0 1 0 0,1 1-1 0 0,-1-1 0 0 0,0 5 1 0 0,-1 20-16 0 0,-10 50 0 0 0,0 14-706 0 0,10-92 593 0 0,1 1 0 0 0,0 0 0 0 0,0-1 0 0 0,0 1 0 0 0,1 0 0 0 0,-1-1 0 0 0,0 1 0 0 0,1 0 1 0 0,0-1-1 0 0,0 1 0 0 0,0-1 0 0 0,0 1 0 0 0,0-1 0 0 0,0 1 0 0 0,1-1 0 0 0,-1 0 0 0 0,1 0 0 0 0,0 1 0 0 0,-1-1 0 0 0,1 0 0 0 0,0-1 0 0 0,3 3 0 0 0,-1-1-45 0 0,0-1-1 0 0,1 0 1 0 0,-1 0-1 0 0,1 0 0 0 0,-1-1 1 0 0,1 0-1 0 0,0 0 1 0 0,0 0-1 0 0,0 0 0 0 0,-1-1 1 0 0,10 0-1 0 0,9-1-80 0 0,0-1 0 0 0,0-1 0 0 0,-1-1 0 0 0,0-1 0 0 0,0-1 0 0 0,0-1 1 0 0,0-1-1 0 0,35-18 0 0 0,-32 13 448 0 0,-1-2 0 0 0,-1 0 0 0 0,-1-1 0 0 0,0-2 0 0 0,-1 0 0 0 0,36-40 0 0 0,-48 48 374 0 0,-1-2-1 0 0,1 1 1 0 0,-2-1 0 0 0,0-1 0 0 0,0 1-1 0 0,-1-1 1 0 0,-1 0 0 0 0,0 0 0 0 0,-1-1-1 0 0,3-14 1 0 0,-7 28-554 0 0,0-1 0 0 0,1 1 0 0 0,-1 0 1 0 0,0 0-1 0 0,0-1 0 0 0,0 1 0 0 0,0 0 0 0 0,0-1 0 0 0,0 1 0 0 0,-1 0 0 0 0,1 0 1 0 0,0-1-1 0 0,0 1 0 0 0,0 0 0 0 0,0-1 0 0 0,0 1 0 0 0,0 0 0 0 0,0 0 1 0 0,-1-1-1 0 0,1 1 0 0 0,0 0 0 0 0,0 0 0 0 0,0 0 0 0 0,0-1 0 0 0,-1 1 0 0 0,1 0 1 0 0,0 0-1 0 0,0 0 0 0 0,-1-1 0 0 0,1 1 0 0 0,0 0 0 0 0,0 0 0 0 0,-1 0 1 0 0,1 0-1 0 0,0 0 0 0 0,0 0 0 0 0,-1 0 0 0 0,1 0 0 0 0,0 0 0 0 0,-1 0 1 0 0,1-1-1 0 0,0 1 0 0 0,0 1 0 0 0,-1-1 0 0 0,1 0 0 0 0,-12 2 130 0 0,12-1-138 0 0,-13 5 20 0 0,1 1-1 0 0,1 0 0 0 0,0 1 1 0 0,0 0-1 0 0,0 1 1 0 0,1 0-1 0 0,-11 14 1 0 0,12-15-31 0 0,-10 12-26 0 0,0 1 0 0 0,-16 24-1 0 0,29-36 19 0 0,0 0 0 0 0,0 1 0 0 0,1 0 0 0 0,0 0 0 0 0,1 0 0 0 0,0 0 0 0 0,1 1 0 0 0,-3 11 0 0 0,5-19 20 0 0,1 0 0 0 0,0 0 0 0 0,-1 0 0 0 0,1 0 0 0 0,0 0 0 0 0,0 0 0 0 0,1 0 0 0 0,-1 0 0 0 0,1 0 0 0 0,0 0 0 0 0,-1 0 0 0 0,1-1 0 0 0,0 1 0 0 0,1 0 0 0 0,-1 0 0 0 0,0-1 0 0 0,4 6 0 0 0,-2-6 4 0 0,0 1 0 0 0,-1 0 0 0 0,1-1 0 0 0,0 0 0 0 0,1 1-1 0 0,-1-1 1 0 0,0-1 0 0 0,1 1 0 0 0,-1 0 0 0 0,1-1 0 0 0,-1 0 0 0 0,6 2-1 0 0,3-1 16 0 0,1 0 0 0 0,-1-1-1 0 0,0 0 1 0 0,1-1 0 0 0,-1 0-1 0 0,1-1 1 0 0,18-4 0 0 0,-12 0 14 0 0,-2 0 1 0 0,1-1 0 0 0,0-1 0 0 0,-1 0-1 0 0,-1-2 1 0 0,1 0 0 0 0,-1-1 0 0 0,-1 0-1 0 0,0-1 1 0 0,0-1 0 0 0,-1 0 0 0 0,-1-1-1 0 0,0-1 1 0 0,17-23 0 0 0,-22 26 7 0 0,0-1 0 0 0,-1 0 0 0 0,-1 0 0 0 0,0-1 0 0 0,-1 0 1 0 0,0 0-1 0 0,-1 0 0 0 0,6-27 0 0 0,-9 29-11 0 0,0 0 0 0 0,-1 0 1 0 0,0 0-1 0 0,-1 0 0 0 0,0 0 0 0 0,0 0 0 0 0,-1 0 1 0 0,-1 0-1 0 0,0 0 0 0 0,0 1 0 0 0,-1-1 1 0 0,-6-10-1 0 0,7 15-26 0 0,0 1 1 0 0,0-1-1 0 0,-1 1 1 0 0,1 0-1 0 0,-1 0 1 0 0,-1 0-1 0 0,1 1 1 0 0,-1-1-1 0 0,0 1 1 0 0,0 0-1 0 0,0 0 0 0 0,0 1 1 0 0,-1 0-1 0 0,-10-5 1 0 0,8 5-20 0 0,-1 0 1 0 0,0 1-1 0 0,0 0 0 0 0,0 0 1 0 0,0 1-1 0 0,0 0 0 0 0,0 1 1 0 0,0 0-1 0 0,-13 2 0 0 0,19-2-104 0 0,3 0 107 0 0,0 0 0 0 0,0 0 0 0 0,0 0 0 0 0,0 0 1 0 0,0 0-1 0 0,0 0 0 0 0,0 0 0 0 0,-1 0 0 0 0,1 0 1 0 0,0 0-1 0 0,0-1 0 0 0,0 1 0 0 0,0 0 0 0 0,0 0 1 0 0,0 0-1 0 0,0 0 0 0 0,-1 0 0 0 0,1 0 0 0 0,0 0 1 0 0,0 0-1 0 0,0 0 0 0 0,0 0 0 0 0,0 0 0 0 0,0 0 1 0 0,0 0-1 0 0,-1 0 0 0 0,1 0 0 0 0,0 1 0 0 0,0-1 1 0 0,0 0-1 0 0,0 0 0 0 0,0 0 0 0 0,0 0 0 0 0,0 0 1 0 0,0 0-1 0 0,0 0 0 0 0,-1 0 0 0 0,1 0 0 0 0,0 0 1 0 0,0 0-1 0 0,0 0 0 0 0,0 1 0 0 0,0-1 0 0 0,0 0 1 0 0,0 0-1 0 0,0 0 0 0 0,0 0 0 0 0,0 0 0 0 0,0 0 1 0 0,0 0-1 0 0,0 0 0 0 0,0 1 0 0 0,0-1 0 0 0,0 0 1 0 0,0 0-1 0 0,0 0 0 0 0,0 0 0 0 0,0 0 0 0 0,0 0 1 0 0,0 0-1 0 0,0 1 0 0 0,0-1 0 0 0,0 0 0 0 0,10 5-110 0 0,37-1-126 0 0,51-4 1 0 0,17 2 92 0 0,-71 1 11 0 0,0 3 1 0 0,54 13-1 0 0,-79-14 82 0 0,1 1 1 0 0,-1 1-1 0 0,0 1 0 0 0,-1 0 1 0 0,0 1-1 0 0,0 2 0 0 0,19 14 1 0 0,-31-21 48 0 0,-1 0 0 0 0,0 0 1 0 0,-1 1-1 0 0,1 0 1 0 0,-1 0-1 0 0,0 0 0 0 0,0 1 1 0 0,0-1-1 0 0,-1 1 1 0 0,0 0-1 0 0,0 0 0 0 0,0 0 1 0 0,-1 0-1 0 0,0 0 1 0 0,0 1-1 0 0,-1-1 0 0 0,2 11 1 0 0,-3-5 3 0 0,0 1 0 0 0,-1-1 0 0 0,0 1 0 0 0,-1-1 0 0 0,-1 0 0 0 0,0 0 0 0 0,0 0 1 0 0,-7 16-1 0 0,-40 79 559 0 0,49-105 64 0 0,4-14-461 0 0,10-14-114 0 0,1 1-1 0 0,22-30 0 0 0,-21 33 3 0 0,7-10-70 0 0,2 1 0 0 0,0 1 0 0 0,2 1 0 0 0,1 2 0 0 0,2 0 0 0 0,38-27 0 0 0,-56 46-61 0 0,2 1 0 0 0,-1 0 0 0 0,1 1 0 0 0,23-8-1 0 0,-36 14 87 0 0,1 0 0 0 0,0 0-1 0 0,0-1 1 0 0,0 1 0 0 0,0 0-1 0 0,0 0 1 0 0,0 0-1 0 0,-1 0 1 0 0,1 0 0 0 0,0 0-1 0 0,0 0 1 0 0,0 1-1 0 0,0-1 1 0 0,0 0 0 0 0,-1 0-1 0 0,1 1 1 0 0,0-1 0 0 0,0 0-1 0 0,0 1 1 0 0,-1-1-1 0 0,1 1 1 0 0,0-1 0 0 0,-1 1-1 0 0,1-1 1 0 0,0 1 0 0 0,-1 0-1 0 0,1-1 1 0 0,-1 1-1 0 0,1 0 1 0 0,-1-1 0 0 0,1 1-1 0 0,-1 0 1 0 0,1 0-1 0 0,-1 0 1 0 0,0-1 0 0 0,1 1-1 0 0,-1 0 1 0 0,0 0 0 0 0,0 0-1 0 0,0 0 1 0 0,1 0-1 0 0,-1-1 1 0 0,0 3 0 0 0,0 3 15 0 0,1 0 0 0 0,-1 0 0 0 0,0 0 0 0 0,-2 11 0 0 0,-4 9 3 0 0,-1 0 0 0 0,-1 0 0 0 0,-2-1 0 0 0,-25 48 1 0 0,14-28-16 0 0,5-14-101 0 0,10-20-174 0 0,0 0 0 0 0,0 0 0 0 0,1 1 0 0 0,1 0 0 0 0,0 0 0 0 0,1 0 0 0 0,0 1 0 0 0,-1 14 0 0 0,4-25-326 0 0,1 10-31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1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 2384 0 0,'11'-21'11861'0'0,"17"-8"-8108"0"0,-20 24-3558 0 0,0-1-1 0 0,0 1 1 0 0,0 0 0 0 0,15-5-1 0 0,125-51-572 0 0,-48 21-3961 0 0,-93 37 3812 0 0,32-17-5682 0 0,-22 10 1095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3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91 212 0 0,'24'-90'12345'0'0,"-26"91"-12237"0"0,0 1 1 0 0,1-1-1 0 0,0 1 0 0 0,-1 0 1 0 0,1 0-1 0 0,0-1 0 0 0,0 1 0 0 0,0 0 1 0 0,0 0-1 0 0,0 0 0 0 0,0 0 0 0 0,0 4 1 0 0,-1-3 66 0 0,-50 120 1691 0 0,-33 83-710 0 0,62-143-926 0 0,-1 2-201 0 0,2 2 1 0 0,-15 84 0 0 0,35-142-184 0 0,1 1 0 0 0,0 0 0 0 0,1 16 0 0 0,0-24 19 0 0,0 0 0 0 0,0 0 0 0 0,1 0 0 0 0,-1 0 0 0 0,0 0 0 0 0,1 0 0 0 0,-1 0 0 0 0,1 0 0 0 0,0 0 1 0 0,0 0-1 0 0,-1 0 0 0 0,1-1 0 0 0,0 1 0 0 0,1 0 0 0 0,-1-1 0 0 0,0 1 0 0 0,0 0 0 0 0,1-1 0 0 0,-1 0 0 0 0,1 1 0 0 0,-1-1 0 0 0,1 0 0 0 0,2 2 0 0 0,-1-2-231 0 0,-1-1 1 0 0,1 0 0 0 0,0 1-1 0 0,-1-1 1 0 0,1 0-1 0 0,0 0 1 0 0,0 0-1 0 0,-1-1 1 0 0,1 1-1 0 0,0-1 1 0 0,-1 1-1 0 0,1-1 1 0 0,-1 0 0 0 0,1 0-1 0 0,-1 0 1 0 0,1 0-1 0 0,-1 0 1 0 0,1-1-1 0 0,-1 1 1 0 0,0-1-1 0 0,3-2 1 0 0,7-9-2817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3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92 1000 0 0,'-16'-4'1393'0'0,"0"1"-1"0"0,0 1 0 0 0,-1 0 1 0 0,1 1-1 0 0,-22 2 1 0 0,38-1-1377 0 0,-1 0-1 0 0,1 0 1 0 0,0 0 0 0 0,-1 0 0 0 0,1 0 0 0 0,0 0-1 0 0,-1 0 1 0 0,1 0 0 0 0,0 0 0 0 0,-1 0 0 0 0,1 0 0 0 0,0 0-1 0 0,-1 0 1 0 0,1 0 0 0 0,0 1 0 0 0,-1-1 0 0 0,1 0-1 0 0,0 0 1 0 0,-1 0 0 0 0,1 1 0 0 0,0-1 0 0 0,0 0-1 0 0,-1 0 1 0 0,1 0 0 0 0,0 1 0 0 0,0-1 0 0 0,-1 0-1 0 0,1 1 1 0 0,0-1 0 0 0,0 0 0 0 0,0 1 0 0 0,-1-1-1 0 0,1 0 1 0 0,0 0 0 0 0,0 1 0 0 0,0-1 0 0 0,0 1-1 0 0,0-1 1 0 0,0 1-9 0 0,1-1-1 0 0,-1 0 0 0 0,0 1 1 0 0,1-1-1 0 0,-1 1 1 0 0,0-1-1 0 0,1 0 0 0 0,-1 0 1 0 0,1 1-1 0 0,-1-1 1 0 0,1 0-1 0 0,-1 0 0 0 0,1 1 1 0 0,-1-1-1 0 0,1 0 1 0 0,-1 0-1 0 0,1 0 0 0 0,-1 0 1 0 0,1 0-1 0 0,-1 0 1 0 0,1 0-1 0 0,-1 0 0 0 0,1 0 1 0 0,-1 0-1 0 0,1 0 0 0 0,-1 0 1 0 0,1 0-1 0 0,383-74 144 0 0,-319 59-95 0 0,-62 14-53 0 0,0 0 0 0 0,-1 1 1 0 0,1-1-1 0 0,0 1 0 0 0,0 0 1 0 0,-1-1-1 0 0,1 1 0 0 0,0 0 0 0 0,-1 1 1 0 0,1-1-1 0 0,0 0 0 0 0,0 1 0 0 0,-1 0 1 0 0,1-1-1 0 0,0 1 0 0 0,-1 0 0 0 0,1 0 1 0 0,-1 1-1 0 0,0-1 0 0 0,1 0 0 0 0,-1 1 1 0 0,0 0-1 0 0,0-1 0 0 0,3 4 0 0 0,-2-1 14 0 0,-1 0-1 0 0,1 0 0 0 0,-1 0 0 0 0,0 1 0 0 0,0-1 0 0 0,-1 1 0 0 0,1 0 0 0 0,-1-1 0 0 0,0 1 0 0 0,-1 0 0 0 0,1 0 1 0 0,-1 8-1 0 0,1 28 130 0 0,-8 77 0 0 0,4-94 327 0 0,-1 0 1 0 0,-2 0-1 0 0,0-1 0 0 0,-15 36 0 0 0,17-50-204 0 0,0 0 0 0 0,-1-1 1 0 0,0 0-1 0 0,0 1 0 0 0,-1-2 0 0 0,1 1 0 0 0,-2-1 0 0 0,1 0 0 0 0,-1 0 0 0 0,0-1 1 0 0,-1 1-1 0 0,-15 8 0 0 0,23-14-245 0 0,-1 0 1 0 0,0-1-1 0 0,0 0 0 0 0,1 1 1 0 0,-1-1-1 0 0,0 0 1 0 0,0 1-1 0 0,0-1 0 0 0,0 0 1 0 0,0 0-1 0 0,1 0 1 0 0,-1 1-1 0 0,0-1 0 0 0,0 0 1 0 0,0 0-1 0 0,0 0 0 0 0,0-1 1 0 0,0 1-1 0 0,1 0 1 0 0,-1 0-1 0 0,-1-1 0 0 0,1 1-17 0 0,1-1 0 0 0,0 1-1 0 0,-1-1 1 0 0,1 1 0 0 0,-1-1 0 0 0,1 1-1 0 0,0-1 1 0 0,0 1 0 0 0,-1-1-1 0 0,1 0 1 0 0,0 1 0 0 0,0-1-1 0 0,0 1 1 0 0,0-1 0 0 0,-1 0-1 0 0,1 1 1 0 0,0-1 0 0 0,0 0-1 0 0,0 1 1 0 0,0-1 0 0 0,1 0 0 0 0,-1-4-33 0 0,1-1 1 0 0,1 1 0 0 0,-1 0-1 0 0,1 1 1 0 0,2-7 0 0 0,7-10-109 0 0,2 1 1 0 0,0 0 0 0 0,0 1-1 0 0,2 0 1 0 0,30-30-1 0 0,-14 21-5 0 0,0 1 0 0 0,52-33 0 0 0,-63 45 53 0 0,1 2 0 0 0,1 1 0 0 0,0 0-1 0 0,39-13 1 0 0,-60 24 86 0 0,1 1 0 0 0,0-1-1 0 0,-1 1 1 0 0,1-1 0 0 0,0 1 0 0 0,0 0-1 0 0,-1 0 1 0 0,1 0 0 0 0,0 0 0 0 0,0 0 0 0 0,0 0-1 0 0,-1 0 1 0 0,1 0 0 0 0,0 1 0 0 0,0-1-1 0 0,-1 1 1 0 0,1-1 0 0 0,0 1 0 0 0,-1 0-1 0 0,1 0 1 0 0,-1 0 0 0 0,1 0 0 0 0,-1 0-1 0 0,1 0 1 0 0,-1 0 0 0 0,0 0 0 0 0,1 0 0 0 0,-1 1-1 0 0,0-1 1 0 0,0 0 0 0 0,0 1 0 0 0,0-1-1 0 0,0 1 1 0 0,0 0 0 0 0,-1-1 0 0 0,1 1-1 0 0,0-1 1 0 0,-1 1 0 0 0,1 0 0 0 0,-1 0-1 0 0,0-1 1 0 0,1 5 0 0 0,0 6 31 0 0,0 0 1 0 0,-1 1-1 0 0,0-1 0 0 0,-3 21 0 0 0,3-31-29 0 0,-7 42 70 0 0,4-30-62 0 0,1 1 0 0 0,0-1 0 0 0,1 1 0 0 0,1 0 0 0 0,2 22 0 0 0,-2-35-191 0 0,0 0 1 0 0,1 0-1 0 0,-1 0 0 0 0,1 0 1 0 0,-1 0-1 0 0,1 0 0 0 0,-1-1 1 0 0,1 1-1 0 0,0 0 1 0 0,0-1-1 0 0,0 1 0 0 0,0 0 1 0 0,0-1-1 0 0,1 1 0 0 0,-1-1 1 0 0,0 1-1 0 0,1-1 0 0 0,-1 0 1 0 0,1 0-1 0 0,-1 0 0 0 0,1 0 1 0 0,0 0-1 0 0,-1 0 0 0 0,1 0 1 0 0,0 0-1 0 0,0-1 0 0 0,2 2 1 0 0,-3-2-19 0 0,0 0 0 0 0,0 0 1 0 0,-1 0-1 0 0,1 0 0 0 0,0 0 0 0 0,0 0 1 0 0,-1 0-1 0 0,1 0 0 0 0,0-1 1 0 0,0 1-1 0 0,-1 0 0 0 0,1 0 0 0 0,0-1 1 0 0,-1 1-1 0 0,1 0 0 0 0,0-1 1 0 0,-1 1-1 0 0,2-2 0 0 0,0 1-644 0 0,9-4-2815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 1308 0 0,'0'0'1236'0'0,"-3"-14"400"0"0,-1 6 245 0 0,-4 15-1965 0 0,6 6-1117 0 0,2 4-1171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1 656 0 0,'2'10'3611'0'0,"-4"92"683"0"0,0-36-3661 0 0,11 123-1 0 0,-8-183-454 0 0,0 0 0 0 0,0 0 0 0 0,0 0 0 0 0,1 0 0 0 0,0 0 0 0 0,0 0 0 0 0,4 6 0 0 0,-5-10 568 0 0,4-2-351 0 0,-4 0-375 0 0,-1 0-1 0 0,1 0 0 0 0,0 0 0 0 0,0 0 0 0 0,0 0 0 0 0,0 0 0 0 0,0 0 1 0 0,-1-1-1 0 0,1 1 0 0 0,0 0 0 0 0,0 0 0 0 0,0-1 0 0 0,0 1 1 0 0,-1 0-1 0 0,2-2 0 0 0,12-14 105 0 0,0-1 0 0 0,-2-1 0 0 0,0 0 0 0 0,11-23 1 0 0,-12 20-137 0 0,0 2 0 0 0,2 0 0 0 0,0 0 0 0 0,20-21 0 0 0,-29 36 1 0 0,1 0-1 0 0,0 1 0 0 0,0-1 0 0 0,0 1 1 0 0,0 0-1 0 0,1 1 0 0 0,-1-1 1 0 0,1 1-1 0 0,0 0 0 0 0,0 1 0 0 0,0-1 1 0 0,11 0-1 0 0,5 0-368 0 0,0 1 1 0 0,28 2-1 0 0,-37 0 160 0 0,-2 0 161 0 0,-1 0-1 0 0,1-1 1 0 0,-1 0 0 0 0,0 0-1 0 0,1-1 1 0 0,-1-1 0 0 0,0 0 0 0 0,1 0-1 0 0,16-7 1 0 0,-25 8 205 0 0,0 0 1 0 0,0-1-1 0 0,0 1 0 0 0,0-1 1 0 0,0 0-1 0 0,-1 1 0 0 0,1-1 1 0 0,0 0-1 0 0,-1 0 0 0 0,0 0 1 0 0,1 0-1 0 0,-1 0 0 0 0,0-1 1 0 0,0 1-1 0 0,0 0 0 0 0,-1 0 1 0 0,1-1-1 0 0,0 1 0 0 0,-1-3 1 0 0,1-1 458 0 0,0 0-1 0 0,-1 0 1 0 0,1 0 0 0 0,-1-1 0 0 0,-2-6 0 0 0,2 11-242 0 0,-4-2 263 0 0,4 4-622 0 0,0 0 0 0 0,0 0 0 0 0,0-1 0 0 0,0 1 0 0 0,-1 0 0 0 0,1 0 0 0 0,0 0 0 0 0,0 0 0 0 0,0-1 0 0 0,0 1 0 0 0,0 0 0 0 0,0 0 0 0 0,-1 0 0 0 0,1 0 0 0 0,0 0 0 0 0,0 0 0 0 0,0-1-1 0 0,0 1 1 0 0,-1 0 0 0 0,1 0 0 0 0,0 0 0 0 0,0 0 0 0 0,0 0 0 0 0,0 0 0 0 0,-1 0 0 0 0,1 0 0 0 0,0 0 0 0 0,0 0 0 0 0,0 0 0 0 0,-1 0 0 0 0,1 0 0 0 0,0 0 0 0 0,0 0 0 0 0,0 0 0 0 0,-1 0 0 0 0,1 0 0 0 0,0 0 0 0 0,0 0 0 0 0,0 0 0 0 0,0 0 0 0 0,-1 1 0 0 0,1-1-1 0 0,0 0 1 0 0,0 0 0 0 0,0 0 0 0 0,0 0 0 0 0,0 0 0 0 0,-1 0 0 0 0,1 1 0 0 0,0-1 0 0 0,0 0 0 0 0,0 0 0 0 0,0 0 0 0 0,0 0 0 0 0,0 1 0 0 0,0-1 0 0 0,0 0 0 0 0,-1 0 0 0 0,1 0 0 0 0,0 0 0 0 0,0 1 0 0 0,0-1 0 0 0,-5 8 36 0 0,0 0 1 0 0,0 0 0 0 0,0 0-1 0 0,1 0 1 0 0,0 1-1 0 0,1 0 1 0 0,0 0 0 0 0,-2 11-1 0 0,-2 3 99 0 0,-3 7 13 0 0,-8 43 1 0 0,16-63-170 0 0,1 0 1 0 0,0 0-1 0 0,0 1 1 0 0,1-1-1 0 0,0 1 0 0 0,1-1 1 0 0,0 0-1 0 0,3 13 1 0 0,-3-20-114 0 0,1 1 0 0 0,-1-1 1 0 0,1 1-1 0 0,-1-1 0 0 0,1 0 0 0 0,0 0 1 0 0,0 0-1 0 0,0 0 0 0 0,1 0 1 0 0,-1 0-1 0 0,1-1 0 0 0,-1 1 0 0 0,1-1 1 0 0,0 1-1 0 0,0-1 0 0 0,0 0 1 0 0,0 0-1 0 0,0-1 0 0 0,1 1 0 0 0,-1-1 1 0 0,0 1-1 0 0,7 1 0 0 0,-4-2-563 0 0,-1 0 0 0 0,1-1 0 0 0,0 1 0 0 0,0-1 0 0 0,-1 0 0 0 0,1-1-1 0 0,0 1 1 0 0,0-1 0 0 0,-1 0 0 0 0,1 0 0 0 0,-1-1 0 0 0,1 0 0 0 0,10-5 0 0 0,7-5-3826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60 1088 0 0,'-3'-13'1456'0'0,"-1"2"-320"0"0,-1 3-276 0 0,2-1 325 0 0,-4-2-469 0 0,-1 4-72 0 0,-4 12-1200 0 0,10 8-1165 0 0,4 3-683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5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215 594 1516 0 0,'16'3'7742'0'0,"-15"-4"-7376"0"0,1 1 0 0 0,-1 0 0 0 0,0-1 0 0 0,0 1 0 0 0,1-1 0 0 0,-1 0 0 0 0,0 1 0 0 0,0-1 0 0 0,0 0 0 0 0,0 0 0 0 0,2-2 814 0 0,-18-16 1461 0 0,8 18-2575 0 0,0 0 0 0 0,1 1 1 0 0,-1 0-1 0 0,1 0 0 0 0,-1 1 0 0 0,0 0 0 0 0,1 0 1 0 0,-1 0-1 0 0,1 1 0 0 0,-1 0 0 0 0,1 0 0 0 0,0 0 1 0 0,0 1-1 0 0,0 0 0 0 0,0 0 0 0 0,1 1 0 0 0,-1 0 1 0 0,1 0-1 0 0,-6 5 0 0 0,0 1-51 0 0,1-1 1 0 0,0 1-1 0 0,1 1 0 0 0,0-1 0 0 0,1 2 1 0 0,0-1-1 0 0,0 1 0 0 0,-7 18 0 0 0,12-24-11 0 0,1 1-1 0 0,0-1 0 0 0,0 1 1 0 0,1-1-1 0 0,-1 1 0 0 0,1 0 1 0 0,1 0-1 0 0,-1-1 0 0 0,1 1 1 0 0,1 0-1 0 0,1 10 0 0 0,-2-14-23 0 0,1 0-1 0 0,0 0 0 0 0,0 0 0 0 0,0 0 0 0 0,0-1 0 0 0,0 1 0 0 0,1 0 0 0 0,-1 0 1 0 0,1-1-1 0 0,0 1 0 0 0,0-1 0 0 0,0 1 0 0 0,0-1 0 0 0,0 0 0 0 0,1 0 1 0 0,-1 0-1 0 0,0 0 0 0 0,1 0 0 0 0,0-1 0 0 0,-1 1 0 0 0,1-1 0 0 0,0 1 0 0 0,0-1 1 0 0,0 0-1 0 0,0 0 0 0 0,6 1 0 0 0,-3-1-3 0 0,0-1 0 0 0,0 1 1 0 0,0-1-1 0 0,1-1 0 0 0,-1 1 0 0 0,0-1 0 0 0,0 0 0 0 0,0 0 1 0 0,0-1-1 0 0,0 1 0 0 0,0-1 0 0 0,0-1 0 0 0,0 1 0 0 0,-1-1 1 0 0,1 0-1 0 0,-1 0 0 0 0,0-1 0 0 0,0 1 0 0 0,0-1 0 0 0,-1-1 1 0 0,1 1-1 0 0,-1 0 0 0 0,0-1 0 0 0,5-7 0 0 0,2-4 6 0 0,0-1 0 0 0,-2 0 0 0 0,0 0 0 0 0,-1-1 0 0 0,0 0-1 0 0,7-28 1 0 0,7-54-330 0 0,-22 99 301 0 0,-1 2 42 0 0,0 1-1 0 0,0-1 1 0 0,0 1 0 0 0,0-1 0 0 0,0 1 0 0 0,0 0 0 0 0,0-1-1 0 0,1 1 1 0 0,-1 0 0 0 0,1 0 0 0 0,-1-1 0 0 0,1 3-1 0 0,-2 1-5 0 0,-6 19 14 0 0,0 1 0 0 0,2 0 1 0 0,0 0-1 0 0,2 0 1 0 0,1 1-1 0 0,0 36 1 0 0,3-58 1 0 0,0-1 0 0 0,0 0 0 0 0,0 0 0 0 0,1 0 0 0 0,-1 0 0 0 0,1 0 0 0 0,0 0 0 0 0,0 0 0 0 0,0 0 0 0 0,0 0 0 0 0,0-1 0 0 0,1 1 0 0 0,0 0 1 0 0,-1-1-1 0 0,1 1 0 0 0,0-1 0 0 0,0 1 0 0 0,0-1 0 0 0,5 4 0 0 0,-3-4 4 0 0,0 0 0 0 0,1 0-1 0 0,-1 0 1 0 0,1-1 0 0 0,-1 1 0 0 0,1-1 0 0 0,0 0-1 0 0,-1-1 1 0 0,1 1 0 0 0,0-1 0 0 0,0 0 0 0 0,6-1 0 0 0,6 0-6 0 0,0-2 1 0 0,0 0 0 0 0,0-1 0 0 0,0 0 0 0 0,0-2 0 0 0,-1 0 0 0 0,0-1-1 0 0,0 0 1 0 0,-1-1 0 0 0,16-11 0 0 0,-3 0-18 0 0,-2-1 1 0 0,0-1-1 0 0,-1-1 0 0 0,29-34 1 0 0,-22 17-12 0 0,-2 0 0 0 0,-2-2 0 0 0,-1-1 0 0 0,35-74 0 0 0,-46 79 32 0 0,-1-1 0 0 0,-2-1 0 0 0,-2 0 0 0 0,-1-1 0 0 0,-2 0 0 0 0,3-43 0 0 0,-11 77 4 0 0,1 1 0 0 0,-1-1 0 0 0,0 0 0 0 0,-1 0 1 0 0,0 0-1 0 0,0 1 0 0 0,-2-8 0 0 0,3 12-9 0 0,0 0-1 0 0,-1 0 0 0 0,1 0 1 0 0,-1-1-1 0 0,0 1 0 0 0,1 0 1 0 0,-1 0-1 0 0,0 0 0 0 0,0 0 0 0 0,1 0 1 0 0,-1 0-1 0 0,0 0 0 0 0,0 1 1 0 0,0-1-1 0 0,0 0 0 0 0,0 0 1 0 0,-1 1-1 0 0,1-1 0 0 0,0 1 0 0 0,0-1 1 0 0,0 1-1 0 0,0-1 0 0 0,-1 1 1 0 0,1 0-1 0 0,0 0 0 0 0,0-1 1 0 0,-1 1-1 0 0,1 0 0 0 0,0 0 0 0 0,-1 0 1 0 0,1 0-1 0 0,0 0 0 0 0,0 1 1 0 0,-1-1-1 0 0,1 0 0 0 0,0 1 1 0 0,0-1-1 0 0,-2 1 0 0 0,-5 3-2 0 0,-1 0 0 0 0,1 0 0 0 0,1 0 0 0 0,-1 1 0 0 0,1 0 0 0 0,0 1 0 0 0,0-1 0 0 0,0 1 0 0 0,1 1 0 0 0,-11 12 0 0 0,1 2 1 0 0,2 0 0 0 0,-20 35-1 0 0,18-24 42 0 0,1 1-1 0 0,2 0 1 0 0,1 1 0 0 0,2 0-1 0 0,-9 50 1 0 0,15-63-17 0 0,2-1 1 0 0,0 1-1 0 0,1-1 1 0 0,2 1-1 0 0,0 0 1 0 0,1-1-1 0 0,1 1 1 0 0,0-1-1 0 0,2 0 0 0 0,13 35 1 0 0,-14-46-11 0 0,0 0 0 0 0,1 0-1 0 0,0-1 1 0 0,1 0 0 0 0,0 0 0 0 0,0 0-1 0 0,1-1 1 0 0,0 0 0 0 0,0 0 0 0 0,11 8 0 0 0,-6-7 40 0 0,1 0 1 0 0,0-1 0 0 0,1 0-1 0 0,0-1 1 0 0,0 0 0 0 0,17 4 0 0 0,3-2-360 0 0,0-1 0 0 0,1-2 0 0 0,0-2 0 0 0,1-1 0 0 0,36-3 0 0 0,-40-1-1436 0 0,38-7 0 0 0,-3-7-3588 0 0,-33 5 214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3488 0 0,'5'7'5153'0'0,"2"3"-1989"0"0,0-3-384 0 0,-1 3-1376 0 0,-2-3-703 0 0,1 0-2114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6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529 184 1488 0 0,'11'-67'8366'0'0,"-5"-30"-4160"0"0,-6 96-4196 0 0,1 0-1 0 0,-2 0 1 0 0,1 1 0 0 0,0-1 0 0 0,0 0-1 0 0,0 0 1 0 0,0 1 0 0 0,0-1 0 0 0,-1 0-1 0 0,1 0 1 0 0,0 1 0 0 0,0-1 0 0 0,-1 0-1 0 0,1 1 1 0 0,-1-1 0 0 0,1 0 0 0 0,-1 1-1 0 0,1-1 1 0 0,-1 1 0 0 0,1-1 0 0 0,-1 1-1 0 0,1-1 1 0 0,-1 1 0 0 0,0-1 0 0 0,1 1-1 0 0,-1-1 1 0 0,0 1 0 0 0,1 0 0 0 0,-1-1-1 0 0,0 1 1 0 0,0 0 0 0 0,1 0 0 0 0,-1 0-1 0 0,0 0 1 0 0,0-1 0 0 0,1 1 0 0 0,-1 0-1 0 0,0 0 1 0 0,0 0 0 0 0,0 1 0 0 0,1-1-1 0 0,-1 0 1 0 0,0 0 0 0 0,0 0 0 0 0,1 0-1 0 0,-1 1 1 0 0,0-1 0 0 0,-34 14 31 0 0,35-14-35 0 0,-14 9 6 0 0,0 0-1 0 0,0 0 0 0 0,2 1 1 0 0,-1 1-1 0 0,1 0 0 0 0,1 0 1 0 0,0 2-1 0 0,0-1 0 0 0,1 1 1 0 0,1 1-1 0 0,-14 26 0 0 0,21-37-11 0 0,1 0 0 0 0,0 1 0 0 0,-1-1 0 0 0,2 0 0 0 0,-1 1 0 0 0,0-1-1 0 0,1 0 1 0 0,-1 1 0 0 0,1-1 0 0 0,0 1 0 0 0,0-1 0 0 0,0 0 0 0 0,1 1 0 0 0,-1-1-1 0 0,1 1 1 0 0,0-1 0 0 0,0 0 0 0 0,0 1 0 0 0,0-1 0 0 0,0 0 0 0 0,1 0 0 0 0,-1 0-1 0 0,1 0 1 0 0,0 0 0 0 0,0 0 0 0 0,0-1 0 0 0,1 1 0 0 0,-1-1 0 0 0,4 3-1 0 0,7 6-11 0 0,1 0-1 0 0,0-1 0 0 0,1-1 1 0 0,26 13-1 0 0,-8-5 4 0 0,-27-14 15 0 0,0 0-1 0 0,0 1 1 0 0,-1 0-1 0 0,1 0 1 0 0,-1 0-1 0 0,0 1 1 0 0,0 0-1 0 0,-1 0 1 0 0,1 0-1 0 0,5 10 1 0 0,-10-13 8 0 0,0-1 0 0 0,0 1 0 0 0,-1 0 0 0 0,1-1 0 0 0,-1 1 0 0 0,1-1 0 0 0,-1 1 0 0 0,1 0 0 0 0,-1-1 0 0 0,0 1 0 0 0,0-1 0 0 0,0 0 0 0 0,0 1 0 0 0,-1 1 1 0 0,1-2 7 0 0,-5 5 72 0 0,1 0-1 0 0,-1 0 1 0 0,-1 0-1 0 0,1-1 0 0 0,-1 0 1 0 0,0 0-1 0 0,0-1 1 0 0,-1 0-1 0 0,1 0 1 0 0,-13 4-1 0 0,-12 3 159 0 0,-39 9-1 0 0,70-20-250 0 0,-23 6 51 0 0,-1-1 1 0 0,0-1-1 0 0,-1-2 0 0 0,1 0 1 0 0,-1-1-1 0 0,1-2 1 0 0,0-1-1 0 0,-1-1 0 0 0,-36-8 1 0 0,59 10-115 0 0,-1 0 1 0 0,1 0-1 0 0,0 0 0 0 0,-1-1 1 0 0,1 1-1 0 0,0-1 0 0 0,0 0 1 0 0,0 0-1 0 0,0 0 1 0 0,0 0-1 0 0,0 0 0 0 0,1-1 1 0 0,-1 1-1 0 0,1-1 0 0 0,-1 0 1 0 0,1 0-1 0 0,-2-3 0 0 0,4 4-60 0 0,0 0-1 0 0,-1 1 1 0 0,1-1-1 0 0,0 0 0 0 0,0 1 1 0 0,0-1-1 0 0,1 0 1 0 0,-1 1-1 0 0,0-1 0 0 0,1 0 1 0 0,-1 1-1 0 0,1-1 0 0 0,-1 0 1 0 0,1 1-1 0 0,0-1 1 0 0,0 1-1 0 0,-1-1 0 0 0,1 1 1 0 0,0-1-1 0 0,0 1 1 0 0,1 0-1 0 0,1-3 0 0 0,2 0-520 0 0,0-1 0 0 0,0 0 0 0 0,0 1 0 0 0,8-5 0 0 0,19-8-3692 0 0,-14 9 1234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7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202 402 2068 0 0,'3'-10'5876'0'0,"-3"8"-5757"0"0,-1 1 0 0 0,1-1 0 0 0,-1 1 0 0 0,0 0 0 0 0,1 0 1 0 0,-1-1-1 0 0,0 1 0 0 0,0 0 0 0 0,0 0 0 0 0,0 0 0 0 0,0 0 0 0 0,0 0 0 0 0,0 0 0 0 0,0 0 0 0 0,0 0 0 0 0,0 0 1 0 0,0 0-1 0 0,-1 1 0 0 0,1-1 0 0 0,0 0 0 0 0,-1 1 0 0 0,1-1 0 0 0,0 1 0 0 0,-1 0 0 0 0,1-1 0 0 0,-1 1 0 0 0,1 0 1 0 0,-1 0-1 0 0,1 0 0 0 0,-1 0 0 0 0,1 0 0 0 0,0 0 0 0 0,-1 0 0 0 0,1 1 0 0 0,-1-1 0 0 0,1 0 0 0 0,0 1 0 0 0,-1-1 0 0 0,1 1 1 0 0,-2 0-1 0 0,-3 2-58 0 0,0-1 0 0 0,0 1 0 0 0,0 1 0 0 0,1-1 1 0 0,-1 1-1 0 0,1 0 0 0 0,0 0 0 0 0,-6 6 0 0 0,-1 3-6 0 0,1 1 1 0 0,0 1-1 0 0,1-1 0 0 0,0 2 0 0 0,-12 27 0 0 0,18-33-45 0 0,0 0-1 0 0,0 1 1 0 0,1-1 0 0 0,1 1-1 0 0,0-1 1 0 0,0 1-1 0 0,1 0 1 0 0,0-1 0 0 0,1 1-1 0 0,1 20 1 0 0,0-27-5 0 0,0-1 0 0 0,-1 1 1 0 0,1 0-1 0 0,0-1 0 0 0,1 1 1 0 0,-1-1-1 0 0,0 0 0 0 0,1 1 0 0 0,0-1 1 0 0,0 0-1 0 0,0 0 0 0 0,0 0 1 0 0,0 0-1 0 0,1-1 0 0 0,-1 1 0 0 0,1 0 1 0 0,0-1-1 0 0,0 0 0 0 0,0 0 1 0 0,3 2-1 0 0,-1-2 4 0 0,0 0 0 0 0,0 0 1 0 0,0-1-1 0 0,0 0 0 0 0,0 0 0 0 0,0 0 1 0 0,0-1-1 0 0,0 1 0 0 0,0-1 1 0 0,0 0-1 0 0,0-1 0 0 0,0 1 0 0 0,10-3 1 0 0,-5 0 0 0 0,0-1 1 0 0,0 1 0 0 0,0-1 0 0 0,-1-1 0 0 0,1 0 0 0 0,-1-1 0 0 0,0 1 0 0 0,0-2-1 0 0,-1 1 1 0 0,0-1 0 0 0,0 0 0 0 0,-1-1 0 0 0,1 0 0 0 0,-2 0 0 0 0,1-1 0 0 0,-1 0-1 0 0,8-16 1 0 0,-9 16-10 0 0,0-1-1 0 0,-1 0 1 0 0,0 0-1 0 0,-1 0 0 0 0,0-1 1 0 0,-1 1-1 0 0,0-1 1 0 0,0 1-1 0 0,-1-1 1 0 0,0 0-1 0 0,-1 0 0 0 0,-1 1 1 0 0,1-1-1 0 0,-2 0 1 0 0,0 1-1 0 0,0-1 1 0 0,-6-17-1 0 0,7 26-3 0 0,0-1 0 0 0,0 1 0 0 0,0-1 0 0 0,0 1 1 0 0,-1 0-1 0 0,1 0 0 0 0,0-1 0 0 0,-1 1 0 0 0,0 0 0 0 0,0 0 0 0 0,0 0 0 0 0,0 1 1 0 0,0-1-1 0 0,0 0 0 0 0,0 1 0 0 0,0-1 0 0 0,0 1 0 0 0,-1 0 0 0 0,1 0 0 0 0,-1 0 0 0 0,1 0 1 0 0,-1 0-1 0 0,1 0 0 0 0,-1 1 0 0 0,0-1 0 0 0,-2 1 0 0 0,0 0-1 0 0,1 0 0 0 0,-1 1 0 0 0,1 0-1 0 0,0 0 1 0 0,-1 0 0 0 0,1 1 0 0 0,0-1-1 0 0,0 1 1 0 0,0 0 0 0 0,0 0 0 0 0,0 0 0 0 0,0 1-1 0 0,1-1 1 0 0,-1 1 0 0 0,-4 4 0 0 0,2-1 7 0 0,0 0 1 0 0,0 1 0 0 0,1 0 0 0 0,0 0-1 0 0,0 0 1 0 0,0 0 0 0 0,-5 15 0 0 0,8-19-4 0 0,1-1 1 0 0,1 0-1 0 0,-1 0 0 0 0,0 1 1 0 0,0-1-1 0 0,1 0 1 0 0,0 1-1 0 0,-1-1 1 0 0,1 0-1 0 0,0 1 1 0 0,0-1-1 0 0,0 1 1 0 0,0-1-1 0 0,1 0 1 0 0,-1 1-1 0 0,1-1 1 0 0,-1 1-1 0 0,1-1 1 0 0,0 0-1 0 0,0 0 1 0 0,0 0-1 0 0,0 1 1 0 0,0-1-1 0 0,1 0 1 0 0,-1 0-1 0 0,1 0 1 0 0,-1-1-1 0 0,1 1 1 0 0,0 0-1 0 0,-1-1 1 0 0,1 1-1 0 0,4 2 1 0 0,-2-2-76 0 0,1 0 0 0 0,-1-1 0 0 0,1 1 1 0 0,-1-1-1 0 0,1 0 0 0 0,-1 0 0 0 0,1-1 0 0 0,0 1 1 0 0,-1-1-1 0 0,1 0 0 0 0,5-1 0 0 0,51-8-1068 0 0,-24 0 673 0 0,-1-1-1 0 0,-1-2 1 0 0,0-2-1 0 0,-1-1 1 0 0,0-2-1 0 0,-1-1 1 0 0,-2-2-1 0 0,1-1 1 0 0,-2-1-1 0 0,-1-1 1 0 0,-1-2-1 0 0,27-31 1 0 0,-39 36 968 0 0,0 0 1 0 0,-2-2-1 0 0,-1 0 0 0 0,0 0 1 0 0,-2-1-1 0 0,0 0 1 0 0,9-31-1 0 0,-7-4 2183 0 0,-12 56-2486 0 0,-15 23 240 0 0,-19 53-76 0 0,4 0 0 0 0,4 2 0 0 0,-25 117 1 0 0,48-184-344 0 0,-16 93 90 0 0,17-92-86 0 0,0 0-1 0 0,1 0 0 0 0,0 1 1 0 0,1-1-1 0 0,0 0 1 0 0,0 0-1 0 0,6 20 1 0 0,-6-29-18 0 0,0 1 0 0 0,-1 0 0 0 0,1 0 1 0 0,0 0-1 0 0,0-1 0 0 0,0 1 0 0 0,0 0 1 0 0,0-1-1 0 0,1 1 0 0 0,-1-1 0 0 0,0 1 0 0 0,1-1 1 0 0,-1 0-1 0 0,1 0 0 0 0,0 1 0 0 0,-1-1 1 0 0,1 0-1 0 0,0 0 0 0 0,3 1 0 0 0,-2-2-27 0 0,0 1-1 0 0,0 0 1 0 0,0-1-1 0 0,0 0 1 0 0,1 0-1 0 0,-1 0 1 0 0,0 0-1 0 0,0 0 1 0 0,0-1-1 0 0,1 1 1 0 0,2-2-1 0 0,4-1-83 0 0,0-1-1 0 0,0 0 0 0 0,-1-1 1 0 0,1 0-1 0 0,-1 0 1 0 0,12-10-1 0 0,-5 2-9 0 0,-1-1 1 0 0,-1-1-1 0 0,0 0 0 0 0,-1 0 0 0 0,15-25 1 0 0,44-89 2204 0 0,-71 127-1991 0 0,2-2 162 0 0,-10 30-162 0 0,1-4-62 0 0,0-1 0 0 0,-3 40 0 0 0,8-56-29 0 0,1 1 0 0 0,0-1 1 0 0,0 1-1 0 0,1 0 0 0 0,-1-1 0 0 0,1 1 0 0 0,0-1 0 0 0,1 1 1 0 0,-1-1-1 0 0,1 0 0 0 0,0 0 0 0 0,0 0 0 0 0,1 0 0 0 0,0 0 0 0 0,-1 0 1 0 0,7 6-1 0 0,-6-7-67 0 0,1-1 1 0 0,0 0 0 0 0,1 0-1 0 0,-1-1 1 0 0,0 1 0 0 0,1-1-1 0 0,0 0 1 0 0,-1 0-1 0 0,1-1 1 0 0,0 1 0 0 0,0-1-1 0 0,0 0 1 0 0,0-1 0 0 0,0 1-1 0 0,0-1 1 0 0,0 0 0 0 0,8-1-1 0 0,3 0-326 0 0,-1 0 1 0 0,1-2-1 0 0,-1 0 0 0 0,23-8 1 0 0,-26 7 328 0 0,-1 0 0 0 0,1-1 0 0 0,-1 0 1 0 0,0-1-1 0 0,0 0 0 0 0,-1 0 1 0 0,0-2-1 0 0,0 1 0 0 0,0-1 1 0 0,-1 0-1 0 0,0-1 0 0 0,-1 0 1 0 0,0-1-1 0 0,0 0 0 0 0,-1 0 0 0 0,-1 0 1 0 0,1-1-1 0 0,5-15 0 0 0,-7 14 788 0 0,-1-1-1 0 0,-1 0 1 0 0,0 0-1 0 0,-1 0 0 0 0,2-27 1 0 0,-4 39-705 0 0,0 1 1 0 0,0 0-1 0 0,0-1 1 0 0,0 1-1 0 0,0 0 1 0 0,0-1-1 0 0,0 1 1 0 0,0 0-1 0 0,0-1 1 0 0,0 1-1 0 0,0 0 0 0 0,0-1 1 0 0,0 1-1 0 0,0 0 1 0 0,0-1-1 0 0,0 1 1 0 0,-1 0-1 0 0,1-1 1 0 0,0 1-1 0 0,0 0 1 0 0,0-1-1 0 0,0 1 1 0 0,-1 0-1 0 0,1 0 1 0 0,0-1-1 0 0,0 1 1 0 0,-1 0-1 0 0,1 0 0 0 0,0 0 1 0 0,-1-1-1 0 0,-8 6 153 0 0,-5 15-114 0 0,5-3-36 0 0,1 1 1 0 0,1 0 0 0 0,0 0-1 0 0,1 1 1 0 0,2 0 0 0 0,0 0-1 0 0,0 0 1 0 0,0 26 0 0 0,4-39-29 0 0,0 0 1 0 0,0-1 0 0 0,1 1-1 0 0,-1 0 1 0 0,1-1 0 0 0,0 1 0 0 0,1 0-1 0 0,-1-1 1 0 0,1 0 0 0 0,4 10-1 0 0,-4-13-82 0 0,0 1 1 0 0,-1-1-1 0 0,1 1 0 0 0,0-1 0 0 0,0 0 0 0 0,0 1 0 0 0,1-1 0 0 0,-1 0 0 0 0,0-1 0 0 0,1 1 0 0 0,0 0 0 0 0,-1-1 0 0 0,1 1 0 0 0,0-1 0 0 0,0 0 0 0 0,-1 0 0 0 0,1 0 1 0 0,0 0-1 0 0,0 0 0 0 0,0-1 0 0 0,4 1 0 0 0,7 0-517 0 0,-1-1 1 0 0,1-1-1 0 0,0 0 1 0 0,0-1-1 0 0,0 0 1 0 0,-1-2-1 0 0,20-5 1 0 0,-1-4-2183 0 0,55-27 0 0 0,-44 16 72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155 293 600 0 0,'10'-42'3807'0'0,"7"-57"0"0"0,-15 76-2246 0 0,-1 0 0 0 0,0 0 1 0 0,-2 1-1 0 0,-4-29 0 0 0,2 42-665 0 0,-1 8-241 0 0,-7 17 135 0 0,-7 28 111 0 0,-11 61 493 0 0,-22 142-1 0 0,13-49-963 0 0,15-61-628 0 0,21-118-1292 0 0,2 1 1 0 0,2 30-1 0 0,-2-47 1184 0 0,0-1 0 0 0,1 0 1 0 0,-1 0-1 0 0,1 0 0 0 0,-1 0 0 0 0,1 0 0 0 0,0 0 0 0 0,0 0 0 0 0,0 0 0 0 0,0 0 0 0 0,0-1 0 0 0,2 3 0 0 0,12 7-5511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61 2260 0 0,'6'-11'3142'0'0,"-1"1"-1"0"0,-1-2 1 0 0,4-15 4756 0 0,-18 57-7188 0 0,-13 45 256 0 0,11-43-885 0 0,2 0-1 0 0,1 0 1 0 0,1 1 0 0 0,3 0 0 0 0,-4 43-1 0 0,9-73-275 0 0,0-1 0 0 0,0 1 0 0 0,0 0 0 0 0,1 0-1 0 0,-1 0 1 0 0,0-1 0 0 0,1 1 0 0 0,0 0 0 0 0,0 0 0 0 0,0-1-1 0 0,0 1 1 0 0,0-1 0 0 0,0 1 0 0 0,1-1 0 0 0,-1 1 0 0 0,1-1-1 0 0,0 0 1 0 0,-1 0 0 0 0,1 0 0 0 0,0 0 0 0 0,0 0-1 0 0,1 0 1 0 0,4 3 0 0 0,-3-3-493 0 0,0-1 1 0 0,1 1-1 0 0,0-1 0 0 0,-1 0 1 0 0,1 0-1 0 0,0 0 1 0 0,-1-1-1 0 0,1 0 0 0 0,0 0 1 0 0,0 0-1 0 0,-1 0 0 0 0,1-1 1 0 0,7-1-1 0 0,10-3-4340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17 178 304 0 0,'1'-3'913'0'0,"3"-5"1389"0"0,-1 1 0 0 0,0-1 1 0 0,0-1-1 0 0,1-11 1 0 0,-3 18-1467 0 0,1-5 729 0 0,-5 15 588 0 0,-12 76-80 0 0,8-52-1730 0 0,-4 40 0 0 0,10-63-315 0 0,0 1-1 0 0,1 0 1 0 0,1 0-1 0 0,0-1 0 0 0,0 1 1 0 0,1-1-1 0 0,0 1 1 0 0,5 14-1 0 0,-6-21-26 0 0,1 0 0 0 0,-1 0 0 0 0,1 0 0 0 0,0 0 0 0 0,-1 0 0 0 0,1-1 0 0 0,0 1-1 0 0,1-1 1 0 0,-1 1 0 0 0,0-1 0 0 0,1 0 0 0 0,0 0 0 0 0,-1 0 0 0 0,1 0 0 0 0,0 0 0 0 0,6 2 0 0 0,-4-2-30 0 0,0-1 0 0 0,0 1 0 0 0,0-1 0 0 0,0-1 0 0 0,0 1 0 0 0,0-1 0 0 0,0 1 0 0 0,0-2 0 0 0,0 1 1 0 0,7-1-1 0 0,-3-1-15 0 0,-1 0 0 0 0,0 0 1 0 0,0-1-1 0 0,0 0 0 0 0,0 0 1 0 0,0-1-1 0 0,0 0 1 0 0,-1 0-1 0 0,0-1 0 0 0,0 1 1 0 0,0-2-1 0 0,-1 1 0 0 0,8-9 1 0 0,-7 5 26 0 0,-1-1 1 0 0,0 1 0 0 0,0-2-1 0 0,-1 1 1 0 0,-1 0 0 0 0,0-1-1 0 0,0 0 1 0 0,-1 0-1 0 0,0 0 1 0 0,-1 0 0 0 0,1-14-1 0 0,-2 15 29 0 0,0 0 0 0 0,-1-1 0 0 0,0 1 0 0 0,-1-1 0 0 0,0 1 0 0 0,-1-1 0 0 0,0 1 0 0 0,0 0 0 0 0,-1 0 0 0 0,-1 0 0 0 0,0 0 0 0 0,-6-11 0 0 0,-18-20 15 0 0,27 40-46 0 0,0 0 0 0 0,-2-4-3 0 0,2 4 10 0 0,15 0 20 0 0,1-1 0 0 0,-1-1-1 0 0,29-8 1 0 0,-14 3-38 0 0,10-2-1 0 0,-11 1-7 0 0,0 2 1 0 0,1 1-1 0 0,0 2 1 0 0,1 0 0 0 0,44 2-1 0 0,-53 3 18 0 0,-19-1 19 0 0,0 0 1 0 0,-1 0-1 0 0,1 0 0 0 0,0 0 1 0 0,-1 0-1 0 0,1 0 0 0 0,0 0 1 0 0,-1 1-1 0 0,1-1 0 0 0,-1 1 1 0 0,1-1-1 0 0,2 2 0 0 0,5 3-4 0 0,-5-2 5 0 0,0-1-1 0 0,0 1 1 0 0,0 0 0 0 0,0 0-1 0 0,-1 0 1 0 0,1 1-1 0 0,-1-1 1 0 0,0 1 0 0 0,0 0-1 0 0,0 0 1 0 0,0 0 0 0 0,-1 0-1 0 0,1 1 1 0 0,-1-1-1 0 0,0 1 1 0 0,-1-1 0 0 0,1 1-1 0 0,-1 0 1 0 0,0-1-1 0 0,0 1 1 0 0,0 5 0 0 0,0 3 10 0 0,0 0-1 0 0,-1 1 1 0 0,-1-1 0 0 0,0 0 0 0 0,-1 0 0 0 0,-6 23 0 0 0,3-12 19 0 0,2 10 3 0 0,3-34-32 0 0,1 1 0 0 0,-1-1 0 0 0,1 0-1 0 0,-1 0 1 0 0,0 1 0 0 0,1-1 0 0 0,-1 0 0 0 0,1 0-1 0 0,-1 0 1 0 0,1 1 0 0 0,-1-1 0 0 0,1 0 0 0 0,-1 0-1 0 0,1 0 1 0 0,-1 0 0 0 0,1 0 0 0 0,-1 0 0 0 0,1 0-1 0 0,-1 0 1 0 0,1 0 0 0 0,-1-1 0 0 0,1 1 0 0 0,-1 0-1 0 0,1 0 1 0 0,-1 0 0 0 0,1 0 0 0 0,-1-1 0 0 0,1 1 0 0 0,0-1-1 0 0,17-5-6 0 0,-18 6 7 0 0,33-18-18 0 0,0-2 1 0 0,42-33 0 0 0,8-6-10 0 0,-55 41 24 0 0,-7 5-62 0 0,0 0-1 0 0,29-13 1 0 0,-49 26 64 0 0,-1-1 0 0 0,1 1 1 0 0,0 0-1 0 0,0 0 0 0 0,-1-1 0 0 0,1 1 0 0 0,0 0 0 0 0,0 0 0 0 0,0 0 0 0 0,-1 0 0 0 0,1 0 0 0 0,0 0 0 0 0,0 0 0 0 0,0 0 0 0 0,-1 0 0 0 0,1 1 0 0 0,0-1 0 0 0,0 0 0 0 0,-1 0 0 0 0,1 1 0 0 0,0-1 1 0 0,0 0-1 0 0,-1 1 0 0 0,1-1 0 0 0,0 1 0 0 0,-1-1 0 0 0,1 1 0 0 0,-1-1 0 0 0,1 1 0 0 0,-1 0 0 0 0,1-1 0 0 0,-1 1 0 0 0,2 1 0 0 0,7 23 11 0 0,-8-20-2 0 0,1 10 48 0 0,0 1-1 0 0,-1-1 1 0 0,-1 0-1 0 0,0 1 1 0 0,-1-1-1 0 0,-1 0 1 0 0,-4 21-1 0 0,0 7 49 0 0,-2-6 4 0 0,0 9 60 0 0,8-44-140 0 0,2 9-323 0 0,1-15-227 0 0,0 1 1 0 0,0 0-1 0 0,-1-1 0 0 0,1 1 0 0 0,-1-1 0 0 0,0 0 1 0 0,0 0-1 0 0,0 0 0 0 0,2-6 0 0 0,4-23-6662 0 0,-6 22 2615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6:59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56 600 0 0,'0'0'5608'0'0,"4"-10"-5199"0"0,0 0-14 0 0,6-11 125 0 0,-9 20-419 0 0,4-13 1509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00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67 1904 0 0,'-5'-12'1552'0'0,"0"3"633"0"0,-2-3-769 0 0,0 2-516 0 0,2 2-324 0 0,-1 1-248 0 0,1-2-868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0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0 476 0 0,'-65'38'8857'0'0,"66"-38"-8847"0"0,-1 0 0 0 0,0 0 0 0 0,0 0 1 0 0,1 0-1 0 0,-1 0 0 0 0,0 0 0 0 0,0 0 0 0 0,1 0 1 0 0,-1 0-1 0 0,0 0 0 0 0,0 0 0 0 0,0 0 0 0 0,1 1 1 0 0,-1-1-1 0 0,0 0 0 0 0,0 0 0 0 0,0 0 0 0 0,1 0 1 0 0,-1 1-1 0 0,0-1 0 0 0,0 0 0 0 0,0 0 0 0 0,0 0 0 0 0,0 1 1 0 0,1-1-1 0 0,-1 0 0 0 0,0 0 0 0 0,0 0 0 0 0,0 1 1 0 0,0-1-1 0 0,0 0 0 0 0,0 0 0 0 0,0 1 0 0 0,0-1 1 0 0,0 0-1 0 0,0 0 0 0 0,0 1 0 0 0,0-1 0 0 0,0 0 1 0 0,0 0-1 0 0,0 1 0 0 0,0-1 0 0 0,0 0 0 0 0,0 0 1 0 0,0 0-1 0 0,0 1 0 0 0,-1-1 0 0 0,1 0 0 0 0,0 0 1 0 0,0 1-1 0 0,0-1 0 0 0,0 0 0 0 0,0 0 0 0 0,-1 0 0 0 0,1 0 1 0 0,0 1-1 0 0,0-1 0 0 0,0 0 0 0 0,-1 0 0 0 0,1 0 1 0 0,0 0-1 0 0,0 0 0 0 0,-1 0 0 0 0,24 5 74 0 0,7-6-2151 0 0,58-7 1 0 0,-79 7 1487 0 0,39-4-2374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0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16 119 788 0 0,'0'0'8232'0'0,"-3"0"-7966"0"0,-7 0-14 0 0,7 0 364 0 0,8 0-522 0 0,39-6-26 0 0,68-16 1 0 0,-32 4-135 0 0,151-22-698 0 0,-76 18-3092 0 0,-85 11 561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422 283 1040 0 0,'4'-16'2475'0'0,"-2"0"0"0"0,0-18 0 0 0,-1 27-2098 0 0,-2 0 1 0 0,1 0 0 0 0,-1 1 0 0 0,0-1-1 0 0,0 0 1 0 0,-1 0 0 0 0,-3-9-1 0 0,5 15-363 0 0,-1 1 0 0 0,1-1-1 0 0,0 0 1 0 0,-1 1 0 0 0,1-1-1 0 0,-1 0 1 0 0,1 1 0 0 0,-1-1-1 0 0,1 1 1 0 0,-1-1 0 0 0,1 1-1 0 0,-1-1 1 0 0,0 1 0 0 0,1-1-1 0 0,-1 1 1 0 0,0 0-1 0 0,1-1 1 0 0,-1 1 0 0 0,0 0-1 0 0,1 0 1 0 0,-1-1 0 0 0,0 1-1 0 0,0 0 1 0 0,1 0 0 0 0,-1 0-1 0 0,0 0 1 0 0,0 0 0 0 0,1 0-1 0 0,-1 0 1 0 0,0 0 0 0 0,0 0-1 0 0,1 0 1 0 0,-1 1 0 0 0,0-1-1 0 0,1 0 1 0 0,-1 0 0 0 0,0 1-1 0 0,1-1 1 0 0,-1 0-1 0 0,-1 2 1 0 0,-1 0 5 0 0,-1 0 0 0 0,1 0 0 0 0,0 0-1 0 0,0 1 1 0 0,0-1 0 0 0,-3 4 0 0 0,-15 20 52 0 0,2 0 1 0 0,0 1 0 0 0,-17 36-1 0 0,-39 94-95 0 0,52-107 28 0 0,-7 15 13 0 0,-34 115 1 0 0,57-154 16 0 0,1-1 1 0 0,1 1-1 0 0,1 0 0 0 0,1 0 1 0 0,2 0-1 0 0,0 0 0 0 0,7 53 1 0 0,-5-71-14 0 0,1 0 0 0 0,0 0 0 0 0,0 0 0 0 0,1 0 1 0 0,0 0-1 0 0,1 0 0 0 0,-1-1 0 0 0,2 1 0 0 0,-1-1 0 0 0,1 0 1 0 0,10 12-1 0 0,-12-16-4 0 0,1 0 0 0 0,-1 0 0 0 0,1-1 0 0 0,0 1 0 0 0,-1-1 0 0 0,1 0 0 0 0,0 0 0 0 0,1 0 1 0 0,-1 0-1 0 0,0-1 0 0 0,0 0 0 0 0,1 0 0 0 0,-1 0 0 0 0,1 0 0 0 0,-1-1 0 0 0,1 1 0 0 0,-1-1 0 0 0,1 0 0 0 0,-1-1 1 0 0,1 1-1 0 0,-1-1 0 0 0,1 0 0 0 0,6-2 0 0 0,9-4 8 0 0,0-1 1 0 0,-1 0-1 0 0,-1-2 1 0 0,1 0-1 0 0,-2-1 0 0 0,1 0 1 0 0,-2-2-1 0 0,1 0 1 0 0,-2-1-1 0 0,0-1 0 0 0,-1 0 1 0 0,16-21-1 0 0,-5 2 7 0 0,-1-2 0 0 0,-2-1 0 0 0,-1 0-1 0 0,30-80 1 0 0,-37 78-35 0 0,-1 0-1 0 0,-2-1 0 0 0,-1-1 0 0 0,-3 0 1 0 0,-1 0-1 0 0,-2-1 0 0 0,-1-43 1 0 0,-4 66-15 0 0,-1-1 1 0 0,-1 1 0 0 0,0 1-1 0 0,-2-1 1 0 0,0 0 0 0 0,-1 1-1 0 0,-13-28 1 0 0,13 34 9 0 0,-1 0 0 0 0,-1 0 0 0 0,0 1 1 0 0,-1-1-1 0 0,0 2 0 0 0,0-1 0 0 0,-1 1 0 0 0,-1 1 0 0 0,0 0 0 0 0,0 1 0 0 0,-17-10 1 0 0,19 12 0 0 0,0 2 1 0 0,0-1 0 0 0,-1 1-1 0 0,0 1 1 0 0,0 0 0 0 0,0 0-1 0 0,0 1 1 0 0,0 0 0 0 0,0 1-1 0 0,-1 0 1 0 0,1 1 0 0 0,0 0-1 0 0,-19 2 1 0 0,14 1 6 0 0,-1 1 0 0 0,1 0 0 0 0,0 1 0 0 0,1 0 1 0 0,-1 2-1 0 0,1-1 0 0 0,0 2 0 0 0,-17 12 0 0 0,15-9 18 0 0,0 1 0 0 0,2 0 0 0 0,-1 1 0 0 0,1 1 0 0 0,1 1 0 0 0,1-1 0 0 0,0 2 0 0 0,1 0 0 0 0,1 0 0 0 0,0 1 0 0 0,-13 32 0 0 0,18-37-22 0 0,1 0 1 0 0,1 0-1 0 0,0 0 0 0 0,0 1 0 0 0,1-1 0 0 0,1 1 1 0 0,0-1-1 0 0,1 1 0 0 0,0-1 0 0 0,1 1 0 0 0,1-1 1 0 0,0 1-1 0 0,0-1 0 0 0,1 0 0 0 0,1 0 0 0 0,0 0 1 0 0,0 0-1 0 0,1-1 0 0 0,7 12 0 0 0,1-4-1 0 0,0-1 0 0 0,1 0 0 0 0,1-1 0 0 0,0-1 0 0 0,1-1 0 0 0,27 21 0 0 0,117 70 56 0 0,-103-73 2 0 0,180 122 11 0 0,-194-122 37 0 0,-41-32-70 0 0,15 5 44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2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1 101 848 0 0,'8'-34'11885'0'0,"-4"4"-4901"0"0,-1 6-4738 0 0,-3 22-2039 0 0,5-8-1131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670 239 488 0 0,'3'-11'4375'0'0,"19"-41"484"0"0,13-27-3341 0 0,-31 72-1442 0 0,-3 1-64 0 0,0-16 56 0 0,-1 18-81 0 0,0 0 1 0 0,0-1-1 0 0,0 1 0 0 0,0-1 1 0 0,-1 1-1 0 0,-2-8 1 0 0,3 10 14 0 0,-1 1 1 0 0,1 0-1 0 0,-1-1 1 0 0,0 1-1 0 0,0 0 0 0 0,1 0 1 0 0,-1-1-1 0 0,0 1 1 0 0,0 0-1 0 0,0 0 1 0 0,0 0-1 0 0,-1 0 1 0 0,1 0-1 0 0,0 1 0 0 0,0-1 1 0 0,0 0-1 0 0,-1 0 1 0 0,1 1-1 0 0,-1-1 1 0 0,1 1-1 0 0,0-1 1 0 0,-1 1-1 0 0,1 0 0 0 0,-1-1 1 0 0,1 1-1 0 0,-3 0 1 0 0,-6 0-1 0 0,0 1 1 0 0,1 0-1 0 0,-1 1 1 0 0,0-1-1 0 0,1 2 1 0 0,0 0-1 0 0,-1 0 1 0 0,1 0-1 0 0,0 1 1 0 0,1 1-1 0 0,-10 5 1 0 0,-18 13 16 0 0,-39 32 0 0 0,64-47-9 0 0,-116 101 80 0 0,112-93-87 0 0,0 0 0 0 0,1 0-1 0 0,1 2 1 0 0,1 0-1 0 0,-18 32 1 0 0,28-46-2 0 0,1-1 1 0 0,-1 1-1 0 0,1 0 0 0 0,0 0 1 0 0,0-1-1 0 0,0 1 1 0 0,1 0-1 0 0,-1 0 0 0 0,1 0 1 0 0,0 0-1 0 0,0 0 1 0 0,0 0-1 0 0,2 7 0 0 0,-1-8-1 0 0,-1-1-1 0 0,1 1 0 0 0,1-1 1 0 0,-1 1-1 0 0,0-1 1 0 0,0 1-1 0 0,1-1 0 0 0,0 0 1 0 0,-1 0-1 0 0,1 1 1 0 0,0-1-1 0 0,0-1 0 0 0,0 1 1 0 0,0 0-1 0 0,0 0 0 0 0,1-1 1 0 0,-1 1-1 0 0,0-1 1 0 0,1 0-1 0 0,4 2 0 0 0,88 25 58 0 0,-63-19-53 0 0,55 20 0 0 0,-78-25-5 0 0,0 0 0 0 0,-1 1 0 0 0,1 0 0 0 0,-1 0 0 0 0,0 1 0 0 0,-1 0 0 0 0,1 0 0 0 0,-1 1 0 0 0,-1 0 0 0 0,10 11 0 0 0,-12-11 5 0 0,1 0 0 0 0,-1 1-1 0 0,0-1 1 0 0,0 1 0 0 0,-1 0-1 0 0,0 0 1 0 0,-1 0 0 0 0,1 0-1 0 0,-2 1 1 0 0,1-1 0 0 0,-1 0 0 0 0,0 14-1 0 0,-2-11 110 0 0,0 0 0 0 0,0 1 0 0 0,-1-1 0 0 0,0 0 0 0 0,-1 0 0 0 0,-1 0 0 0 0,0-1 0 0 0,-8 18 0 0 0,4-13 129 0 0,-1-1 0 0 0,0 0 1 0 0,-1 0-1 0 0,-1-1 0 0 0,0 0 0 0 0,-1-1 0 0 0,0 0 0 0 0,0-1 0 0 0,-2 0 0 0 0,1-1 1 0 0,-1-1-1 0 0,-24 13 0 0 0,25-17-147 0 0,0 1 0 0 0,-1-2-1 0 0,0 0 1 0 0,0-1 0 0 0,0 0 0 0 0,-1-1 0 0 0,1 0 0 0 0,0-1 0 0 0,-1-1 0 0 0,1 0 0 0 0,-1-2 0 0 0,1 1-1 0 0,-1-1 1 0 0,1-1 0 0 0,0-1 0 0 0,0 0 0 0 0,1-1 0 0 0,-1 0 0 0 0,1-1 0 0 0,-24-14 0 0 0,12 6-58 0 0,19 11-32 0 0,-1 0-1 0 0,1 0 1 0 0,0-1-1 0 0,0 0 0 0 0,1 0 1 0 0,-1-1-1 0 0,1 1 1 0 0,0-1-1 0 0,-7-8 1 0 0,11 12-15 0 0,2 0-24 0 0,-1 1 0 0 0,0 0 1 0 0,0-1-1 0 0,0 1 1 0 0,0 0-1 0 0,1-1 1 0 0,-1 1-1 0 0,0 0 0 0 0,0-1 1 0 0,1 1-1 0 0,-1 0 1 0 0,0 0-1 0 0,1-1 1 0 0,-1 1-1 0 0,0 0 0 0 0,1 0 1 0 0,-1-1-1 0 0,0 1 1 0 0,1 0-1 0 0,-1 0 1 0 0,0 0-1 0 0,1 0 0 0 0,-1 0 1 0 0,1-1-1 0 0,91 4-10273 0 0,-68-3 5962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167 464 1056 0 0,'0'-2'478'0'0,"1"1"0"0"0,0-1 0 0 0,0 1 1 0 0,-1-1-1 0 0,1 1 0 0 0,-1-1 0 0 0,0 0 0 0 0,1 1 0 0 0,-1-1 0 0 0,0 0 0 0 0,0 1 0 0 0,0-1 0 0 0,0 1 1 0 0,0-1-1 0 0,0 0 0 0 0,-1 1 0 0 0,1-1 0 0 0,0 0 0 0 0,-1 1 0 0 0,1-1 0 0 0,-2-2 0 0 0,1 3 137 0 0,-1 2-58 0 0,-5 3-250 0 0,1 1 0 0 0,-1 0 0 0 0,1 1 0 0 0,1-1 0 0 0,-1 1 0 0 0,1 0 0 0 0,0 1 1 0 0,-7 11-1 0 0,-32 65 581 0 0,32-60-717 0 0,1 1-2 0 0,-17 45 1 0 0,26-61-151 0 0,-1 1-1 0 0,1-1 1 0 0,1 1-1 0 0,-1 0 1 0 0,2 0-1 0 0,-1-1 1 0 0,1 1-1 0 0,0 0 1 0 0,2 12 0 0 0,-1-19-13 0 0,-1 0 1 0 0,1 0-1 0 0,-1-1 1 0 0,1 1 0 0 0,0 0-1 0 0,0 0 1 0 0,0 0-1 0 0,0 0 1 0 0,0-1 0 0 0,0 1-1 0 0,0 0 1 0 0,0-1 0 0 0,1 1-1 0 0,-1-1 1 0 0,1 1-1 0 0,-1-1 1 0 0,1 0 0 0 0,0 0-1 0 0,-1 0 1 0 0,5 2-1 0 0,-3-2 2 0 0,1 0-1 0 0,0 0 0 0 0,-1 0 0 0 0,1 0 0 0 0,0-1 1 0 0,0 0-1 0 0,0 1 0 0 0,0-2 0 0 0,0 1 0 0 0,5-1 1 0 0,5-2 3 0 0,-1 0 0 0 0,1-2 1 0 0,-1 1-1 0 0,26-14 0 0 0,-25 10-9 0 0,0 0-1 0 0,-1-2 1 0 0,0 1 0 0 0,-1-2-1 0 0,0 0 1 0 0,0 0-1 0 0,-1-1 1 0 0,-1 0-1 0 0,0-1 1 0 0,0-1 0 0 0,-2 1-1 0 0,1-1 1 0 0,8-22-1 0 0,-8 15 1 0 0,-1 0-1 0 0,-1-1 0 0 0,-2 0 0 0 0,0 0 1 0 0,-1-1-1 0 0,-1 1 0 0 0,-1-1 0 0 0,0 0 1 0 0,-3-23-1 0 0,0 38-6 0 0,0-1 0 0 0,0 1 0 0 0,-1 0-1 0 0,0 0 1 0 0,-1-1 0 0 0,1 1 0 0 0,-1 1 0 0 0,-1-1 0 0 0,-4-8 0 0 0,6 13 4 0 0,0 1 0 0 0,1-1 0 0 0,-1 1 0 0 0,0 0 0 0 0,0 0 0 0 0,0-1 0 0 0,0 1 0 0 0,-1 1 0 0 0,1-1 0 0 0,-1 0 1 0 0,1 1-1 0 0,-1-1 0 0 0,1 1 0 0 0,-1-1 0 0 0,0 1 0 0 0,0 0 0 0 0,0 1 0 0 0,1-1 0 0 0,-1 0 0 0 0,0 1 0 0 0,0-1 1 0 0,0 1-1 0 0,0 0 0 0 0,0 0 0 0 0,0 0 0 0 0,0 0 0 0 0,0 1 0 0 0,0-1 0 0 0,-4 2 0 0 0,-6 3 0 0 0,0 0 0 0 0,1 1 0 0 0,-1 1-1 0 0,1 0 1 0 0,1 0 0 0 0,-1 2 0 0 0,1-1 0 0 0,1 1-1 0 0,0 0 1 0 0,0 1 0 0 0,0 1 0 0 0,2-1 0 0 0,-1 1-1 0 0,1 1 1 0 0,1 0 0 0 0,0 0 0 0 0,1 0 0 0 0,0 1-1 0 0,0 0 1 0 0,-4 18 0 0 0,9-27 1 0 0,0 0 1 0 0,1-1-1 0 0,-1 1 1 0 0,1 0-1 0 0,0-1 1 0 0,0 1-1 0 0,0 0 1 0 0,1 0-1 0 0,-1-1 1 0 0,1 1-1 0 0,0 0 1 0 0,0-1-1 0 0,0 1 1 0 0,0-1-1 0 0,0 1 1 0 0,1-1-1 0 0,0 0 1 0 0,3 6-1 0 0,-2-6 0 0 0,0 0 0 0 0,0 0 0 0 0,0-1 1 0 0,0 1-1 0 0,1-1 0 0 0,-1 0 0 0 0,1 0 0 0 0,-1 0 0 0 0,1 0 0 0 0,0-1 0 0 0,0 0 1 0 0,0 1-1 0 0,0-1 0 0 0,0-1 0 0 0,0 1 0 0 0,8 0 0 0 0,6-1-16 0 0,0 0 1 0 0,0-2-1 0 0,0 0 0 0 0,0-1 0 0 0,0 0 0 0 0,-1-2 0 0 0,1 0 0 0 0,30-14 0 0 0,-16 4-175 0 0,-1-1 0 0 0,-1-1 0 0 0,46-35 1 0 0,-38 21 46 0 0,-1-1 1 0 0,-2-2-1 0 0,-1-1 1 0 0,-1-2-1 0 0,-3-1 1 0 0,-1-2-1 0 0,45-79 1 0 0,-44 56 151 0 0,-46 151 1867 0 0,-13 31-1332 0 0,5 2-1 0 0,-11 166 1 0 0,34-261-1173 0 0,2 28 0 0 0,-1-47-85 0 0,1 1 0 0 0,0-1 1 0 0,0 0-1 0 0,1 0 1 0 0,0 1-1 0 0,0-1 0 0 0,0-1 1 0 0,7 13-1 0 0,0-8-2921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5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1 149 992 0 0,'5'-26'5828'0'0,"2"-42"-1"0"0,-7 66-5375 0 0,4-2 545 0 0,-1 2-301 0 0,3 11-227 0 0,55 132 787 0 0,17 33-826 0 0,-78-173-427 0 0,1 0 0 0 0,-1 0 1 0 0,0 0-1 0 0,1 0 0 0 0,0 0 0 0 0,-1 0 1 0 0,1 0-1 0 0,-1 0 0 0 0,1 0 0 0 0,0-1 1 0 0,0 1-1 0 0,-1 0 0 0 0,1 0 0 0 0,0-1 1 0 0,0 1-1 0 0,0-1 0 0 0,0 1 0 0 0,0-1 0 0 0,0 1 1 0 0,0-1-1 0 0,0 1 0 0 0,0-1 0 0 0,0 0 1 0 0,0 0-1 0 0,0 1 0 0 0,0-1 0 0 0,0 0 1 0 0,0 0-1 0 0,1 0 0 0 0,-1 0 0 0 0,0 0 1 0 0,0-1-1 0 0,0 1 0 0 0,0 0 0 0 0,0 0 1 0 0,0-1-1 0 0,0 1 0 0 0,0-1 0 0 0,0 1 1 0 0,0 0-1 0 0,0-1 0 0 0,0 0 0 0 0,0 1 1 0 0,-1-1-1 0 0,1 0 0 0 0,0 1 0 0 0,0-1 1 0 0,0 0-1 0 0,0-1 0 0 0,7-6-5 0 0,-1-1 0 0 0,0 0 0 0 0,10-19 1 0 0,-11 19 7 0 0,28-48-21 0 0,-15 25 8 0 0,1 0 0 0 0,41-50 0 0 0,-59 80 6 0 0,1 0 0 0 0,-1-1 1 0 0,1 1-1 0 0,0 0 1 0 0,0 0-1 0 0,0 0 1 0 0,0 1-1 0 0,0-1 0 0 0,0 1 1 0 0,0 0-1 0 0,0 0 1 0 0,1 0-1 0 0,-1 0 0 0 0,0 0 1 0 0,1 1-1 0 0,-1-1 1 0 0,1 1-1 0 0,-1 0 1 0 0,1 0-1 0 0,-1 0 0 0 0,0 1 1 0 0,1-1-1 0 0,5 2 1 0 0,6 3-4 0 0,0 0 0 0 0,0 1 1 0 0,28 16-1 0 0,-3-3 1 0 0,-22-12 17 0 0,0 0-1 0 0,0-2 1 0 0,1 0-1 0 0,-1-2 1 0 0,1 0-1 0 0,0-1 1 0 0,0 0 0 0 0,0-2-1 0 0,31-2 1 0 0,-41 0-5 0 0,0 1 0 0 0,0-1 1 0 0,0-1-1 0 0,-1 1 1 0 0,1-2-1 0 0,-1 1 0 0 0,1-1 1 0 0,-1 0-1 0 0,12-9 1 0 0,-15 9-7 0 0,0 0 0 0 0,0-1 0 0 0,0 1 0 0 0,-1-1 0 0 0,0 0 0 0 0,0-1 0 0 0,0 1 0 0 0,-1-1 0 0 0,0 1 0 0 0,0-1 0 0 0,0 0 0 0 0,-1 0 0 0 0,0 0 0 0 0,3-12 0 0 0,-5 15-4 0 0,1-1 1 0 0,-1 1-1 0 0,0 0 1 0 0,1 0-1 0 0,-1-1 0 0 0,-1 1 1 0 0,0-7-1 0 0,1 9 2 0 0,0 0 0 0 0,-1 1 1 0 0,1-1-1 0 0,0 0 0 0 0,-1 0 0 0 0,1 0 0 0 0,0 1 0 0 0,-1-1 0 0 0,1 0 0 0 0,-1 0 0 0 0,1 1 0 0 0,-1-1 0 0 0,1 1 0 0 0,-1-1 0 0 0,1 0 0 0 0,-1 1 0 0 0,0-1 0 0 0,1 1 0 0 0,-1-1 1 0 0,0 1-1 0 0,0-1 0 0 0,1 1 0 0 0,-1 0 0 0 0,0-1 0 0 0,0 1 0 0 0,0 0 0 0 0,0 0 0 0 0,1 0 0 0 0,-1-1 0 0 0,0 1 0 0 0,0 0 0 0 0,0 0 0 0 0,0 0 0 0 0,1 0 0 0 0,-1 1 1 0 0,-1-1-1 0 0,-6 2 62 0 0,0 0 0 0 0,0 1 0 0 0,1 0 1 0 0,-1 1-1 0 0,1-1 0 0 0,0 2 1 0 0,0-1-1 0 0,0 1 0 0 0,1 0 1 0 0,-1 0-1 0 0,1 0 0 0 0,1 1 0 0 0,-1 0 1 0 0,-8 13-1 0 0,3-6-5 0 0,2 1 0 0 0,0 1 0 0 0,1-1 0 0 0,0 2 0 0 0,2-1 0 0 0,-9 26 0 0 0,13-34-43 0 0,0 1 1 0 0,0-1-1 0 0,1 1 0 0 0,0-1 1 0 0,1 1-1 0 0,0 0 0 0 0,0 0 0 0 0,0-1 1 0 0,1 1-1 0 0,0 0 0 0 0,1-1 1 0 0,-1 1-1 0 0,1-1 0 0 0,4 8 0 0 0,-4-10-3 0 0,1 0-1 0 0,0 0 0 0 0,1 0 0 0 0,-1-1 0 0 0,1 1 0 0 0,0-1 0 0 0,0 0 0 0 0,0 0 0 0 0,0 0 0 0 0,1 0 1 0 0,0-1-1 0 0,-1 1 0 0 0,1-1 0 0 0,1-1 0 0 0,-1 1 0 0 0,0-1 0 0 0,1 0 0 0 0,-1 0 0 0 0,7 1 0 0 0,3 0-211 0 0,1 0-1 0 0,0-1 0 0 0,0-1 0 0 0,0 0 0 0 0,0-1 1 0 0,0-1-1 0 0,17-3 0 0 0,-4-1-3046 0 0,0-2-1 0 0,53-19 1 0 0,-46 14-2157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119 793 804 0 0,'-19'2'2477'0'0,"9"-1"-1221"0"0,0 1 0 0 0,-1 0 0 0 0,-17 5 0 0 0,26-6-1090 0 0,0 0 0 0 0,-1 0 0 0 0,1 0 0 0 0,0 0 0 0 0,0 0 0 0 0,0 1 0 0 0,0-1 0 0 0,0 0 0 0 0,0 1 0 0 0,1 0 0 0 0,-1-1 1 0 0,0 1-1 0 0,1 0 0 0 0,-1 0 0 0 0,1 0 0 0 0,0 0 0 0 0,-1 0 0 0 0,1 0 0 0 0,0 1 0 0 0,0-1 0 0 0,1 0 0 0 0,-2 3 0 0 0,2-2-110 0 0,-1-1 0 0 0,1 1 0 0 0,-1-1 1 0 0,1 1-1 0 0,0-1 0 0 0,0 1 0 0 0,0 0 0 0 0,0-1 1 0 0,1 1-1 0 0,-1 0 0 0 0,1-1 0 0 0,-1 1 0 0 0,1-1 1 0 0,0 1-1 0 0,0-1 0 0 0,0 0 0 0 0,0 1 0 0 0,1-1 0 0 0,-1 0 1 0 0,1 0-1 0 0,-1 0 0 0 0,1 0 0 0 0,0 0 0 0 0,0 0 1 0 0,0 0-1 0 0,0 0 0 0 0,0-1 0 0 0,0 1 0 0 0,0-1 1 0 0,0 0-1 0 0,1 1 0 0 0,-1-1 0 0 0,0 0 0 0 0,1-1 1 0 0,-1 1-1 0 0,1 0 0 0 0,0 0 0 0 0,2-1 0 0 0,5 2-9 0 0,1 0 0 0 0,0-2 0 0 0,0 1-1 0 0,0-1 1 0 0,-1-1 0 0 0,1 1 0 0 0,0-2-1 0 0,13-3 1 0 0,-10 1-27 0 0,1 0 0 0 0,-1-2 0 0 0,-1 1 0 0 0,1-2-1 0 0,-1 0 1 0 0,0 0 0 0 0,0-2 0 0 0,13-11 0 0 0,-10 6-17 0 0,-1 0 1 0 0,0-1-1 0 0,-1-1 0 0 0,-1 0 0 0 0,14-23 1 0 0,-4-2-43 0 0,-2-1 1 0 0,-2 0 0 0 0,-1-1 0 0 0,18-74-1 0 0,-17 42-54 0 0,-4-1-1 0 0,-3-1 0 0 0,2-93 0 0 0,-14 166 78 0 0,0 0 0 0 0,0 1 0 0 0,0-1-1 0 0,0 0 1 0 0,-1 0 0 0 0,1 0 0 0 0,-1 0 0 0 0,0 0 0 0 0,0 1-1 0 0,0-1 1 0 0,-1 0 0 0 0,-2-4 0 0 0,3 8 15 0 0,1-1 0 0 0,-1 1 1 0 0,0 0-1 0 0,0 0 0 0 0,0 0 0 0 0,0 0 0 0 0,1 0 1 0 0,-1 0-1 0 0,0 0 0 0 0,0 0 0 0 0,0 0 0 0 0,0 1 0 0 0,1-1 1 0 0,-1 0-1 0 0,0 0 0 0 0,0 1 0 0 0,1-1 0 0 0,-3 1 1 0 0,-2 4 1 0 0,0-1 0 0 0,0 1 0 0 0,0-1 1 0 0,1 1-1 0 0,-1 1 0 0 0,1-1 0 0 0,0 0 1 0 0,1 1-1 0 0,-5 9 0 0 0,3-6 1 0 0,-27 46 66 0 0,2 1 1 0 0,-33 94 0 0 0,48-108-33 0 0,2 1 0 0 0,3 0 1 0 0,1 1-1 0 0,-5 66 0 0 0,13-95-17 0 0,0-1 1 0 0,2 1-1 0 0,0-1 1 0 0,0 0-1 0 0,2 0 1 0 0,0 0-1 0 0,6 19 1 0 0,-8-28-59 0 0,1-1 0 0 0,0 1-1 0 0,1 0 1 0 0,-1 0 0 0 0,1-1 0 0 0,0 0 0 0 0,0 1 0 0 0,0-1-1 0 0,1 0 1 0 0,-1-1 0 0 0,1 1 0 0 0,0-1 0 0 0,0 1 0 0 0,1-1 0 0 0,-1 0-1 0 0,0-1 1 0 0,1 1 0 0 0,0-1 0 0 0,0 0 0 0 0,-1 0 0 0 0,1 0-1 0 0,10 2 1 0 0,-4-3-540 0 0,0 0-1 0 0,0-1 0 0 0,0 0 1 0 0,-1 0-1 0 0,1-2 0 0 0,0 1 1 0 0,0-1-1 0 0,-1 0 0 0 0,1-1 1 0 0,-1-1-1 0 0,0 0 1 0 0,13-6-1 0 0,11-8-3280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6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175 137 388 0 0,'26'-124'8653'0'0,"-25"112"-7623"0"0,-5 13-37 0 0,-8 17-177 0 0,-20 81 640 0 0,-37 187 1 0 0,45-174-1062 0 0,-35 197 473 0 0,58-297-119 0 0,2-12-410 0 0,8-25-334 0 0,1-3 38 0 0,6-9-8 0 0,56-111 16 0 0,-63 132-64 0 0,1 1 0 0 0,0 0 0 0 0,2 0 0 0 0,0 1 0 0 0,0 1 0 0 0,27-23 0 0 0,-35 33 8 0 0,0 0-1 0 0,0 0 1 0 0,0 1 0 0 0,0 0-1 0 0,0-1 1 0 0,0 1 0 0 0,1 1-1 0 0,-1-1 1 0 0,1 1 0 0 0,0 0-1 0 0,-1 0 1 0 0,1 0 0 0 0,0 0 0 0 0,-1 1-1 0 0,1 0 1 0 0,0 0 0 0 0,6 1-1 0 0,-6 0 1 0 0,0 0-1 0 0,0 1 1 0 0,-1 0 0 0 0,1 0-1 0 0,0 0 1 0 0,-1 1-1 0 0,1-1 1 0 0,-1 1-1 0 0,0 0 1 0 0,0 0-1 0 0,0 1 1 0 0,0-1 0 0 0,-1 1-1 0 0,0 0 1 0 0,1 0-1 0 0,2 5 1 0 0,0 0 5 0 0,-1-1 0 0 0,0 2 1 0 0,-1-1-1 0 0,0 0 0 0 0,0 1 0 0 0,-1 0 0 0 0,2 11 1 0 0,8 74 29 0 0,-11-68-6 0 0,12 52 1 0 0,-14-77-21 0 0,1-1 0 0 0,-1 1 1 0 0,1 0-1 0 0,0-1 0 0 0,0 1 1 0 0,0-1-1 0 0,0 1 0 0 0,0-1 0 0 0,0 1 1 0 0,0-1-1 0 0,0 0 0 0 0,1 1 1 0 0,-1-1-1 0 0,1 0 0 0 0,-1 0 1 0 0,0 0-1 0 0,1 0 0 0 0,0 0 1 0 0,-1-1-1 0 0,1 1 0 0 0,0 0 1 0 0,-1-1-1 0 0,1 1 0 0 0,0-1 1 0 0,-1 1-1 0 0,1-1 0 0 0,0 0 1 0 0,0 0-1 0 0,0 0 0 0 0,-1 0 1 0 0,1 0-1 0 0,0 0 0 0 0,0-1 1 0 0,1 1-1 0 0,6-2 3 0 0,0 0-1 0 0,0-1 1 0 0,0 1 0 0 0,-1-1-1 0 0,13-7 1 0 0,2-3-2 0 0,1-1 1 0 0,-2 0-1 0 0,0-2 1 0 0,-1-1 0 0 0,0-1-1 0 0,-2 0 1 0 0,0-2-1 0 0,-1 0 1 0 0,-1-1-1 0 0,24-38 1 0 0,-37 53-9 0 0,-1-1 1 0 0,1 0 0 0 0,-1 0 0 0 0,0 0 0 0 0,-1 0 0 0 0,1 0 0 0 0,-1-1 0 0 0,-1 1-1 0 0,1-9 1 0 0,-2 15 4 0 0,1 0 0 0 0,-1 0 0 0 0,0 0 0 0 0,0 0 0 0 0,0 0 0 0 0,-1 0-1 0 0,1 0 1 0 0,0 0 0 0 0,0 1 0 0 0,0-1 0 0 0,-1 0 0 0 0,1 0 0 0 0,0 0 0 0 0,-1 0 0 0 0,1 0 0 0 0,-1 1-1 0 0,1-1 1 0 0,-1 0 0 0 0,1 0 0 0 0,-1 1 0 0 0,0-1 0 0 0,1 0 0 0 0,-1 1 0 0 0,0-1 0 0 0,1 1-1 0 0,-1-1 1 0 0,0 1 0 0 0,0-1 0 0 0,0 1 0 0 0,1-1 0 0 0,-1 1 0 0 0,0 0 0 0 0,0-1 0 0 0,0 1-1 0 0,0 0 1 0 0,0 0 0 0 0,0 0 0 0 0,0 0 0 0 0,0 0 0 0 0,0 0 0 0 0,1 0 0 0 0,-1 0 0 0 0,0 0-1 0 0,0 0 1 0 0,0 0 0 0 0,0 1 0 0 0,0-1 0 0 0,0 0 0 0 0,0 1 0 0 0,1-1 0 0 0,-2 1 0 0 0,-4 1 18 0 0,0 1 1 0 0,1-1 0 0 0,0 1-1 0 0,0 0 1 0 0,0 1 0 0 0,-7 5 0 0 0,5-2-10 0 0,1 0 0 0 0,-1 0 0 0 0,1 1-1 0 0,1 0 1 0 0,0 0 0 0 0,0 1 0 0 0,0-1 0 0 0,1 1 0 0 0,0 0 0 0 0,1 0 0 0 0,0 1 0 0 0,1-1 0 0 0,-1 1 0 0 0,2-1 0 0 0,0 1 0 0 0,0-1 0 0 0,0 1 0 0 0,1 0 0 0 0,2 14 0 0 0,-1-17 0 0 0,0 0-1 0 0,1 0 1 0 0,-1 0 0 0 0,2 0 0 0 0,-1 0-1 0 0,1 0 1 0 0,0 0 0 0 0,0-1-1 0 0,1 0 1 0 0,-1 1 0 0 0,2-1 0 0 0,-1-1-1 0 0,1 1 1 0 0,-1 0 0 0 0,2-1-1 0 0,-1 0 1 0 0,0-1 0 0 0,1 1 0 0 0,0-1-1 0 0,0 0 1 0 0,0 0 0 0 0,1-1-1 0 0,-1 0 1 0 0,1 0 0 0 0,0 0 0 0 0,10 2-1 0 0,-2-2-382 0 0,0-1 0 0 0,1 0 0 0 0,-1-1 1 0 0,0-1-1 0 0,1 0 0 0 0,-1-1 0 0 0,0-1 0 0 0,27-5 0 0 0,-23 1-1457 0 0,1 0 0 0 0,-1 0 0 0 0,25-13 0 0 0,-8-1-3166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9 2992 0 0,'-55'6'2429'0'0,"-18"1"2265"0"0,-90 20-1 0 0,149-21-4084 0 0,14-6-599 0 0,0 0-1 0 0,0 0 0 0 0,0 0 0 0 0,0 0 1 0 0,0 0-1 0 0,0 1 0 0 0,0-1 1 0 0,0 0-1 0 0,0 0 0 0 0,0 0 0 0 0,0 0 1 0 0,0 0-1 0 0,0 0 0 0 0,0 1 1 0 0,0-1-1 0 0,0 0 0 0 0,0 0 0 0 0,1 0 1 0 0,-1 0-1 0 0,0 0 0 0 0,0 0 1 0 0,0 0-1 0 0,0 1 0 0 0,0-1 0 0 0,0 0 1 0 0,0 0-1 0 0,0 0 0 0 0,0 0 1 0 0,0 0-1 0 0,1 0 0 0 0,-1 0 0 0 0,0 0 1 0 0,0 0-1 0 0,0 0 0 0 0,0 0 1 0 0,0 0-1 0 0,0 0 0 0 0,1 0 0 0 0,-1 0 1 0 0,0 0-1 0 0,0 0 0 0 0,0 0 1 0 0,0 0-1 0 0,0 0 0 0 0,0 0 1 0 0,1 0-1 0 0,-1 0 0 0 0,27 2 287 0 0,181-21-1092 0 0,-2-4-4378 0 0,-150 17 2710 0 0,34-5-2857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446 779 48 0 0,'-6'3'975'0'0,"-4"0"37"0"0,1 0 0 0 0,0 1 0 0 0,0 1-1 0 0,-13 7 1 0 0,20-10-825 0 0,-1 0 0 0 0,1 0 0 0 0,0 0 0 0 0,0 0 0 0 0,0 0 0 0 0,0 1 0 0 0,0-1 0 0 0,0 1 0 0 0,1 0 0 0 0,-1-1 0 0 0,1 1 0 0 0,0 0-1 0 0,0 0 1 0 0,0 0 0 0 0,0 0 0 0 0,0 0 0 0 0,1 0 0 0 0,-1 3 0 0 0,1-5-130 0 0,-1 0-1 0 0,1 0 1 0 0,0-1 0 0 0,0 1-1 0 0,0 0 1 0 0,0-1-1 0 0,0 1 1 0 0,0 0 0 0 0,0-1-1 0 0,0 1 1 0 0,0 0-1 0 0,0-1 1 0 0,1 1 0 0 0,-1 0-1 0 0,0-1 1 0 0,0 1-1 0 0,1 0 1 0 0,-1-1 0 0 0,0 1-1 0 0,1 0 1 0 0,-1-1-1 0 0,1 1 1 0 0,-1-1 0 0 0,1 1-1 0 0,-1-1 1 0 0,1 1-1 0 0,0 0 1 0 0,0-1 10 0 0,0 0 0 0 0,0 1 0 0 0,0-1-1 0 0,0 0 1 0 0,1 0 0 0 0,-1 0 0 0 0,0 0 0 0 0,0 0 0 0 0,0 0 0 0 0,0 0-1 0 0,0-1 1 0 0,1 1 0 0 0,-1 0 0 0 0,2-1 0 0 0,2-1 81 0 0,1-1 0 0 0,-1 0 0 0 0,1 0 0 0 0,8-6 0 0 0,6-10-45 0 0,0 0 1 0 0,-1-1 0 0 0,-2 0-1 0 0,0-2 1 0 0,-1 0 0 0 0,24-44-1 0 0,-9 4-123 0 0,34-97-1 0 0,55-279-156 0 0,-119 426 148 0 0,-8 19-3 0 0,-7 21-3 0 0,-81 236 513 0 0,-67 308-1 0 0,102-317 261 0 0,12 2 1 0 0,-28 467-1 0 0,73-626-589 0 0,4-1 0 0 0,24 161 0 0 0,-23-245-111 0 0,1 1-1 0 0,0-1 1 0 0,1 0 0 0 0,9 22-1 0 0,-11-32-27 0 0,-1-1 1 0 0,0 0-1 0 0,1 0 1 0 0,-1 1-1 0 0,1-1 0 0 0,0 0 1 0 0,0 0-1 0 0,0 0 1 0 0,0 0-1 0 0,0-1 0 0 0,0 1 1 0 0,0-1-1 0 0,4 2 0 0 0,-4-2-4 0 0,-1 0-1 0 0,1-1 0 0 0,0 1 1 0 0,0-1-1 0 0,0 0 0 0 0,1 0 1 0 0,-1 0-1 0 0,0 0 1 0 0,0 0-1 0 0,0 0 0 0 0,0 0 1 0 0,0-1-1 0 0,0 1 0 0 0,0-1 1 0 0,0 0-1 0 0,-1 1 0 0 0,1-1 1 0 0,0 0-1 0 0,0 0 0 0 0,2-1 1 0 0,6-6-5 0 0,1 0 1 0 0,-1 0-1 0 0,0-1 1 0 0,-1 0 0 0 0,0 0-1 0 0,0-1 1 0 0,-1-1 0 0 0,-1 1-1 0 0,1-1 1 0 0,-2 0-1 0 0,8-16 1 0 0,3-12 2 0 0,-1-1-1 0 0,11-45 1 0 0,-18 53-8 0 0,-2-1 0 0 0,-1 0 1 0 0,-2 0-1 0 0,-1 0 1 0 0,-1-1-1 0 0,-2 1 1 0 0,-2-1-1 0 0,-1 1 0 0 0,-1 0 1 0 0,-2 0-1 0 0,-1 0 1 0 0,-2 1-1 0 0,-1 0 0 0 0,-1 1 1 0 0,-2 0-1 0 0,-1 0 1 0 0,-2 2-1 0 0,-19-29 1 0 0,6 17 41 0 0,-1 1 0 0 0,-3 2 1 0 0,-60-56-1 0 0,26 37 594 0 0,-88-58-1 0 0,134 102-506 0 0,5 2-42 0 0,-1 0 0 0 0,-22-22 0 0 0,38 32-84 0 0,0 0 1 0 0,1 1 0 0 0,-1-1 0 0 0,0 0-1 0 0,1 0 1 0 0,-1 0 0 0 0,1 1-1 0 0,-1-1 1 0 0,1 0 0 0 0,-1 0-1 0 0,1 0 1 0 0,-1 0 0 0 0,1 0 0 0 0,0 0-1 0 0,0 0 1 0 0,0 0 0 0 0,-1 0-1 0 0,1 0 1 0 0,0 0 0 0 0,0 0-1 0 0,0 0 1 0 0,0 0 0 0 0,1 0 0 0 0,-1 0-1 0 0,0 0 1 0 0,0 0 0 0 0,1 0-1 0 0,-1 0 1 0 0,0 0 0 0 0,1 0-1 0 0,-1 0 1 0 0,2-2 0 0 0,0 0-19 0 0,1 0 0 0 0,0 0 1 0 0,0-1-1 0 0,0 2 0 0 0,7-6 0 0 0,-5 4-48 0 0,38-27-849 0 0,0 2 0 0 0,3 1 0 0 0,61-27 0 0 0,-48 26-361 0 0,242-117-6878 0 0,-247 119 4657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72 601 2496 0 0,'7'-5'793'0'0,"0"0"-1"0"0,0-1 1 0 0,-1 0-1 0 0,11-12 0 0 0,-15 15-388 0 0,1 0-1 0 0,-1-1 1 0 0,0 1-1 0 0,0 0 0 0 0,-1-1 1 0 0,1 1-1 0 0,-1-1 0 0 0,1 1 1 0 0,-1-1-1 0 0,0 0 1 0 0,-1 0-1 0 0,2-7 0 0 0,-2 9-159 0 0,-15 10 291 0 0,1 11-461 0 0,0 0 0 0 0,1 1 0 0 0,1 1 0 0 0,1 0 0 0 0,1 0 0 0 0,0 1 0 0 0,2 1 0 0 0,1-1 0 0 0,1 1 0 0 0,0 0 0 0 0,2 1 0 0 0,-2 25 0 0 0,6-43-57 0 0,0 0 0 0 0,0 0 0 0 0,0 0 0 0 0,1 0 0 0 0,0 0-1 0 0,0 0 1 0 0,0-1 0 0 0,1 1 0 0 0,0 0 0 0 0,3 6 0 0 0,-4-10-5 0 0,1 1-1 0 0,-1-1 1 0 0,1 0 0 0 0,0 0 0 0 0,-1 0 0 0 0,1 0-1 0 0,0 0 1 0 0,0-1 0 0 0,0 1 0 0 0,0-1-1 0 0,1 1 1 0 0,-1-1 0 0 0,0 0 0 0 0,1 0 0 0 0,-1 0-1 0 0,0 0 1 0 0,1 0 0 0 0,0 0 0 0 0,-1-1 0 0 0,1 1-1 0 0,-1-1 1 0 0,1 0 0 0 0,0 1 0 0 0,-1-1-1 0 0,5-1 1 0 0,0 1 6 0 0,1-1 0 0 0,-1 0 0 0 0,1-1 0 0 0,-1 0 0 0 0,0 0 0 0 0,0 0 0 0 0,1-1 0 0 0,-2 0 0 0 0,1-1 0 0 0,0 1 0 0 0,10-8 0 0 0,-9 4-7 0 0,0 0-1 0 0,0 0 1 0 0,-1-1 0 0 0,0 0 0 0 0,0-1 0 0 0,-1 1-1 0 0,8-16 1 0 0,-4 6-5 0 0,-2 0-1 0 0,-1-1 1 0 0,0-1-1 0 0,-1 1 1 0 0,-1-1 0 0 0,-1 0-1 0 0,-1 0 1 0 0,2-26-1 0 0,-5 41-3 0 0,0 0-1 0 0,0 0 0 0 0,0 0 0 0 0,-1 0 1 0 0,1 0-1 0 0,-1 0 0 0 0,0 0 1 0 0,-1 0-1 0 0,1 0 0 0 0,-1 0 0 0 0,0 1 1 0 0,-5-10-1 0 0,5 12-1 0 0,1 1 1 0 0,-1-1-1 0 0,0 0 0 0 0,0 0 1 0 0,0 1-1 0 0,0-1 0 0 0,0 1 1 0 0,0 0-1 0 0,0 0 0 0 0,-1-1 1 0 0,1 1-1 0 0,0 1 0 0 0,-1-1 1 0 0,1 0-1 0 0,-1 1 0 0 0,1-1 1 0 0,-1 1-1 0 0,1-1 0 0 0,-1 1 1 0 0,1 0-1 0 0,-1 0 0 0 0,1 1 1 0 0,-1-1-1 0 0,1 0 0 0 0,-1 1 1 0 0,1-1-1 0 0,-5 3 0 0 0,-2 0 3 0 0,1 1-1 0 0,-1 0 0 0 0,1 0 1 0 0,0 1-1 0 0,0 0 0 0 0,0 0 1 0 0,1 1-1 0 0,-1 0 1 0 0,1 0-1 0 0,1 1 0 0 0,-9 11 1 0 0,8-10 3 0 0,0 1 1 0 0,1 0-1 0 0,0 0 1 0 0,1 0-1 0 0,0 1 1 0 0,1 0 0 0 0,-1 0-1 0 0,2 0 1 0 0,-5 19-1 0 0,8-26-4 0 0,-1 1 0 0 0,1 0 0 0 0,-1-1-1 0 0,1 1 1 0 0,0 0 0 0 0,0-1 0 0 0,1 1 0 0 0,-1 0-1 0 0,1-1 1 0 0,0 1 0 0 0,0-1 0 0 0,0 1 0 0 0,0-1-1 0 0,1 1 1 0 0,0-1 0 0 0,-1 0 0 0 0,1 0-1 0 0,0 1 1 0 0,0-1 0 0 0,1-1 0 0 0,-1 1 0 0 0,1 0-1 0 0,3 3 1 0 0,-1-2-2 0 0,1-1-1 0 0,-1 0 1 0 0,1 0 0 0 0,0-1-1 0 0,-1 1 1 0 0,1-1-1 0 0,0 0 1 0 0,1-1 0 0 0,-1 0-1 0 0,0 0 1 0 0,0 0-1 0 0,0 0 1 0 0,8-1 0 0 0,12-1-82 0 0,0-1 1 0 0,0-2-1 0 0,-1 0 1 0 0,0-2 0 0 0,0 0-1 0 0,0-2 1 0 0,-1 0-1 0 0,0-2 1 0 0,0-1-1 0 0,-1-1 1 0 0,-1-1 0 0 0,26-19-1 0 0,-23 14-61 0 0,-1-2 0 0 0,-1-1 0 0 0,-1-1 0 0 0,0 0 0 0 0,-2-2 0 0 0,-1 0 0 0 0,-1-2 0 0 0,-1 0 0 0 0,25-52 0 0 0,-21 26 374 0 0,-2-1-1 0 0,18-90 0 0 0,-37 142-210 0 0,1 0 0 0 0,-1 1 0 0 0,0-1 0 0 0,1 0 0 0 0,-1 1 0 0 0,0-1 0 0 0,0 0 0 0 0,0 1 0 0 0,0-1 0 0 0,0 0 0 0 0,0 1 0 0 0,0-1 0 0 0,0 0 0 0 0,0 1 1 0 0,0-1-1 0 0,0 0 0 0 0,0 1 0 0 0,0-1 0 0 0,0 0 0 0 0,-1 1 0 0 0,1-1 0 0 0,-1-1 0 0 0,-9 11 104 0 0,-14 27-38 0 0,-3 16 2 0 0,3 2 0 0 0,3 0 1 0 0,2 1-1 0 0,2 1 0 0 0,2 0 0 0 0,4 1 1 0 0,-6 60-1 0 0,16-99-66 0 0,1 0 1 0 0,0-1-1 0 0,4 28 1 0 0,-3-37-7 0 0,1-1-1 0 0,-1 0 1 0 0,1 0 0 0 0,1 0 0 0 0,-1 0 0 0 0,1 0 0 0 0,0-1 0 0 0,1 1 0 0 0,-1-1 0 0 0,1 0 0 0 0,6 8 0 0 0,-6-11-7 0 0,0 0 0 0 0,0 0 0 0 0,0 0 0 0 0,0-1 0 0 0,0 1 0 0 0,1-1 0 0 0,-1 0 0 0 0,1 0 0 0 0,0 0 0 0 0,0-1 0 0 0,-1 0 0 0 0,1 0 0 0 0,0 0 0 0 0,0 0 0 0 0,0-1 0 0 0,0 0 0 0 0,0 0 0 0 0,0 0 0 0 0,0-1 0 0 0,9-1 0 0 0,4-2-1 0 0,-1-1 0 0 0,0 0 1 0 0,0-1-1 0 0,24-12 0 0 0,-19 6-13 0 0,-1 0-1 0 0,-1-1 1 0 0,1-2-1 0 0,-2 0 0 0 0,0 0 1 0 0,21-24-1 0 0,-18 14-10 0 0,-1-1 0 0 0,-1-1 0 0 0,-1-1 0 0 0,16-32 0 0 0,-10 8-35 0 0,-2-1 1 0 0,-2-1 0 0 0,-3-1 0 0 0,-3 0-1 0 0,10-63 1 0 0,-17 72 336 0 0,-2 0-1 0 0,0-50 1 0 0,-6 96-282 0 0,0-1 0 0 0,0 1 1 0 0,0-1-1 0 0,0 1 0 0 0,0-1 1 0 0,0 1-1 0 0,0-1 0 0 0,0 1 1 0 0,0 0-1 0 0,0-1 0 0 0,0 1 1 0 0,0-1-1 0 0,0 1 0 0 0,0-1 1 0 0,0 1-1 0 0,0-1 0 0 0,-1 1 1 0 0,1-1-1 0 0,0 1 1 0 0,0-1-1 0 0,-1 1 0 0 0,1 0 1 0 0,0-1-1 0 0,0 1 0 0 0,-1 0 1 0 0,1-1-1 0 0,-1 1 0 0 0,1 0 1 0 0,0-1-1 0 0,-1 1 0 0 0,1 0 1 0 0,-1-1-1 0 0,1 1 0 0 0,0 0 1 0 0,-1 0-1 0 0,1 0 0 0 0,-1 0 1 0 0,1-1-1 0 0,-1 1 0 0 0,1 0 1 0 0,-1 0-1 0 0,1 0 0 0 0,-1 0 1 0 0,1 0-1 0 0,-1 0 0 0 0,1 0 1 0 0,-1 0-1 0 0,1 0 0 0 0,-1 1 1 0 0,1-1-1 0 0,-1 0 0 0 0,1 0 1 0 0,0 0-1 0 0,-1 0 0 0 0,0 1 1 0 0,-2 1 3 0 0,0-1 1 0 0,0 1-1 0 0,0 0 1 0 0,0 0-1 0 0,0 1 1 0 0,1-1 0 0 0,-3 3-1 0 0,-11 15 41 0 0,1 0 0 0 0,1 0 0 0 0,-20 40 0 0 0,-26 71 114 0 0,38-75-78 0 0,2 1 1 0 0,-19 94-1 0 0,33-120-56 0 0,1 0-1 0 0,2 1 1 0 0,1-1 0 0 0,2 1 0 0 0,1 0-1 0 0,9 52 1 0 0,-9-77-164 0 0,0 0 0 0 0,1 0 0 0 0,0 0-1 0 0,0 0 1 0 0,1 0 0 0 0,0-1 0 0 0,0 1 0 0 0,1-1 0 0 0,0 0-1 0 0,0 0 1 0 0,0 0 0 0 0,0-1 0 0 0,1 1 0 0 0,0-1 0 0 0,0 0-1 0 0,1 0 1 0 0,-1-1 0 0 0,1 0 0 0 0,0 0 0 0 0,1 0-1 0 0,-1-1 1 0 0,0 0 0 0 0,1 0 0 0 0,0 0 0 0 0,-1-1 0 0 0,1 0-1 0 0,0 0 1 0 0,0-1 0 0 0,1 0 0 0 0,12 0 0 0 0,-5 0-717 0 0,0-1-1 0 0,0-1 1 0 0,0-1 0 0 0,0 0 0 0 0,0-1 0 0 0,17-5 0 0 0,16-8-2687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3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92 225 120 0 0,'8'-21'3068'0'0,"-1"0"1"0"0,-1 0-1 0 0,6-35 1 0 0,-8 38-1443 0 0,-4 16-1133 0 0,-2-3 172 0 0,0 2-365 0 0,-4 8-79 0 0,-1 4-122 0 0,1 1 1 0 0,0 0-1 0 0,1 0 1 0 0,0 0 0 0 0,1 1-1 0 0,-5 12 1 0 0,-14 69 37 0 0,22-85-117 0 0,-5 22 28 0 0,-4 41 0 0 0,10-62-25 0 0,-1 0 0 0 0,1 1 0 0 0,1-1 0 0 0,0 0 0 0 0,0 0 0 0 0,0 0 0 0 0,1 0 0 0 0,0-1 0 0 0,0 1 0 0 0,5 10 0 0 0,-5-16-11 0 0,0 1 0 0 0,0 0 0 0 0,-1-1 0 0 0,2 0 0 0 0,-1 1 0 0 0,0-1 0 0 0,0 0 0 0 0,1 0 0 0 0,-1 0-1 0 0,1 0 1 0 0,-1-1 0 0 0,1 1 0 0 0,0-1 0 0 0,0 0 0 0 0,0 1 0 0 0,0-1 0 0 0,0 0 0 0 0,0-1 0 0 0,0 1 0 0 0,0-1 0 0 0,0 1 0 0 0,0-1 0 0 0,0 0-1 0 0,0 0 1 0 0,0 0 0 0 0,0 0 0 0 0,0-1 0 0 0,1 1 0 0 0,-1-1 0 0 0,0 0 0 0 0,3-1 0 0 0,3-1-3 0 0,0 0-1 0 0,0-1 1 0 0,0 0 0 0 0,0-1-1 0 0,0 1 1 0 0,-1-2 0 0 0,0 1 0 0 0,13-13-1 0 0,-11 9-8 0 0,-2-1 0 0 0,1-1-1 0 0,-1 0 1 0 0,-1 0 0 0 0,0 0-1 0 0,0-1 1 0 0,-1 0 0 0 0,-1 0-1 0 0,0-1 1 0 0,-1 0 0 0 0,0 0-1 0 0,-1 0 1 0 0,0 0 0 0 0,-1 0-1 0 0,1-19 1 0 0,-3 24-6 0 0,0 0 0 0 0,-1 0 0 0 0,1 0 0 0 0,-1 0 0 0 0,-1 1 0 0 0,1-1 0 0 0,-1 0 0 0 0,-1 1 0 0 0,1 0 0 0 0,-1-1 0 0 0,-1 1 0 0 0,1 0 0 0 0,-1 0 0 0 0,0 1 0 0 0,-1-1 0 0 0,0 1 0 0 0,0 0 0 0 0,0 0 0 0 0,-1 1 0 0 0,1 0 0 0 0,-1 0 0 0 0,-1 0 0 0 0,1 0 0 0 0,-1 1 0 0 0,1 0 0 0 0,-1 1 0 0 0,-13-6 0 0 0,10 6 3 0 0,1 0 0 0 0,-1 1 0 0 0,0 0 0 0 0,0 0 0 0 0,0 1 0 0 0,-1 1 0 0 0,1-1 0 0 0,0 2 0 0 0,0-1 0 0 0,-13 3 0 0 0,19-2 4 0 0,0 0 0 0 0,0 0 0 0 0,0 0 1 0 0,0 0-1 0 0,0 1 0 0 0,1-1 0 0 0,-1 1 0 0 0,0 0 1 0 0,1 0-1 0 0,-1 0 0 0 0,1 1 0 0 0,0-1 0 0 0,0 1 1 0 0,0 0-1 0 0,0 0 0 0 0,0 0 0 0 0,1 0 1 0 0,-1 0-1 0 0,1 1 0 0 0,0-1 0 0 0,0 1 0 0 0,0-1 1 0 0,1 1-1 0 0,-1 0 0 0 0,1 0 0 0 0,0-1 1 0 0,0 1-1 0 0,-1 7 0 0 0,2-7-25 0 0,0 0-1 0 0,0 0 1 0 0,0-1 0 0 0,0 1-1 0 0,1 0 1 0 0,0 0 0 0 0,0 0-1 0 0,0 0 1 0 0,0-1 0 0 0,0 1-1 0 0,1-1 1 0 0,0 1 0 0 0,0-1-1 0 0,0 1 1 0 0,0-1 0 0 0,0 0-1 0 0,1 0 1 0 0,-1 0 0 0 0,1 0-1 0 0,0-1 1 0 0,0 1 0 0 0,0-1-1 0 0,0 1 1 0 0,0-1 0 0 0,0 0-1 0 0,5 2 1 0 0,3 1-211 0 0,0 0-1 0 0,0 0 1 0 0,0-2-1 0 0,1 1 1 0 0,-1-1 0 0 0,1-1-1 0 0,16 2 1 0 0,0-2-57 0 0,-1-2 0 0 0,1-1 1 0 0,0-1-1 0 0,-1-1 1 0 0,0-2-1 0 0,53-15 0 0 0,-44 8 650 0 0,0-2-1 0 0,-2-2 1 0 0,1-1-1 0 0,47-32 1 0 0,-73 42 278 0 0,-4 4-347 0 0,-1-1 1 0 0,1 1-1 0 0,0 0 1 0 0,0 0 0 0 0,7-3-1 0 0,-16 26-6 0 0,-11 10-232 0 0,1 0 0 0 0,1 1 0 0 0,1 0-1 0 0,2 1 1 0 0,-11 64 0 0 0,20-91-25 0 0,1 1 0 0 0,0-1 0 0 0,0 1 0 0 0,0 0 0 0 0,1-1 1 0 0,2 12-1 0 0,-2-16-18 0 0,-1 1 1 0 0,0-1-1 0 0,1 1 1 0 0,0-1-1 0 0,-1 1 1 0 0,1-1-1 0 0,0 1 1 0 0,0-1-1 0 0,0 0 1 0 0,0 1-1 0 0,0-1 1 0 0,0 0-1 0 0,0 0 1 0 0,0 0-1 0 0,1 0 1 0 0,-1 0-1 0 0,0 0 1 0 0,1 0-1 0 0,-1 0 1 0 0,0 0-1 0 0,1-1 1 0 0,-1 1-1 0 0,1-1 1 0 0,0 1-1 0 0,-1-1 1 0 0,1 1-1 0 0,-1-1 1 0 0,1 0-1 0 0,-1 0 1 0 0,1 0-1 0 0,2 0 1 0 0,8-1-5 0 0,-1-1-1 0 0,0-1 1 0 0,1 0-1 0 0,-1 0 1 0 0,0-1 0 0 0,-1-1-1 0 0,1 0 1 0 0,-1 0-1 0 0,0-1 1 0 0,0 0 0 0 0,14-12-1 0 0,11-11 20 0 0,51-56 0 0 0,-45 42-18 0 0,6-8-85 0 0,-46 49 37 0 0,1 3-22 0 0,-1-1 64 0 0,0 1 0 0 0,0-1 0 0 0,0 0 0 0 0,0 1 0 0 0,0-1 0 0 0,-1 1 0 0 0,1-1 0 0 0,0 1 0 0 0,0-1 0 0 0,-1 1 0 0 0,1-1-1 0 0,0 1 1 0 0,-1 0 0 0 0,1 0 0 0 0,-1-1 0 0 0,1 1 0 0 0,-1 0 0 0 0,1 0 0 0 0,-1-1 0 0 0,1 1 0 0 0,-1 0 0 0 0,0 0 0 0 0,1 0 0 0 0,-1 0 0 0 0,0 0 0 0 0,0 0 0 0 0,0-1 0 0 0,0 1 0 0 0,0 0 0 0 0,0 0 0 0 0,0 0 0 0 0,0 0 0 0 0,0 0 0 0 0,0 1 0 0 0,-1 2-4 0 0,1 10 4 0 0,0 1 0 0 0,1-1-1 0 0,1 0 1 0 0,0 0 0 0 0,1 1 0 0 0,5 15 0 0 0,-6-26 9 0 0,-1 0 1 0 0,1 0-1 0 0,0 0 0 0 0,0-1 0 0 0,0 1 0 0 0,1-1 0 0 0,-1 1 0 0 0,1-1 0 0 0,0 0 1 0 0,0 0-1 0 0,0 0 0 0 0,0 0 0 0 0,0-1 0 0 0,1 1 0 0 0,-1-1 0 0 0,1 0 0 0 0,0 0 1 0 0,-1 0-1 0 0,1 0 0 0 0,0-1 0 0 0,0 1 0 0 0,0-1 0 0 0,0 0 0 0 0,1 0 0 0 0,4 0 1 0 0,0-1-7 0 0,1 0 0 0 0,-1 0 0 0 0,0-1 0 0 0,0 0 0 0 0,0 0 0 0 0,0-1 0 0 0,0-1 0 0 0,0 1 0 0 0,0-1 0 0 0,-1-1 0 0 0,1 1 0 0 0,-1-2 0 0 0,0 1 0 0 0,0-1 0 0 0,0 0 0 0 0,-1-1 0 0 0,0 0 0 0 0,0 0 0 0 0,0 0 0 0 0,-1-1 0 0 0,0 0 0 0 0,0 0 0 0 0,-1-1 0 0 0,0 0 0 0 0,0 1 0 0 0,-1-2 0 0 0,0 1 1 0 0,0 0-1 0 0,-1-1 0 0 0,0 0 0 0 0,-1 0 0 0 0,0 0 0 0 0,0 0 0 0 0,-1 0 0 0 0,0 0 0 0 0,0 0 0 0 0,-1-1 0 0 0,0 1 0 0 0,-1 0 0 0 0,0 0 0 0 0,-4-16 0 0 0,-6-8 35 0 0,-15-33 1 0 0,25 65-65 0 0,-9-1-27 0 0,10 2 54 0 0,0 0 0 0 0,0 0 0 0 0,-1 0 0 0 0,1 0 0 0 0,0 0-1 0 0,-1 0 1 0 0,1 0 0 0 0,0 0 0 0 0,0 0 0 0 0,-1 0 0 0 0,1 0 0 0 0,0 0-1 0 0,0 0 1 0 0,-1 1 0 0 0,1-1 0 0 0,0 0 0 0 0,0 0 0 0 0,-1 0-1 0 0,1 0 1 0 0,0 1 0 0 0,0-1 0 0 0,0 0 0 0 0,-1 0 0 0 0,1 1-1 0 0,0-1 1 0 0,0 0 0 0 0,0 0 0 0 0,0 1 0 0 0,0-1 0 0 0,0 0-1 0 0,-1 0 1 0 0,1 1 0 0 0,0-1 0 0 0,0 0 0 0 0,0 1 0 0 0,0-1-1 0 0,0 0 1 0 0,0 0 0 0 0,0 1 0 0 0,0-1 0 0 0,0 0 0 0 0,0 0 0 0 0,1 1-1 0 0,0 3 5 0 0,1 0 0 0 0,-1 0 0 0 0,1-1 0 0 0,0 1 0 0 0,1 0-1 0 0,-1-1 1 0 0,1 0 0 0 0,-1 0 0 0 0,1 0 0 0 0,0 0 0 0 0,0 0 0 0 0,0 0-1 0 0,5 2 1 0 0,-1-1-17 0 0,0 0 1 0 0,0 0-1 0 0,1-1 0 0 0,-1 0 1 0 0,1 0-1 0 0,11 2 0 0 0,0-2-71 0 0,0 0 0 0 0,0-1 0 0 0,1-1 0 0 0,-1-1 0 0 0,20-3 0 0 0,-17 1 128 0 0,1-2 1 0 0,-1 0-1 0 0,0-2 1 0 0,-1 0-1 0 0,1-2 0 0 0,-1 0 1 0 0,38-22-1 0 0,-59 30-39 0 0,0 0 0 0 0,0 0 0 0 0,0 0 0 0 0,0 0 0 0 0,1 0 0 0 0,-1 0 0 0 0,0-1 0 0 0,0 1 0 0 0,0 0 0 0 0,0 0 0 0 0,0 0 0 0 0,0 0 0 0 0,0 0 0 0 0,1 0 0 0 0,-1 0 0 0 0,0 0 0 0 0,0 0 0 0 0,0 0 0 0 0,0 0 0 0 0,0 0 0 0 0,1 0 0 0 0,-1 0 0 0 0,0 0 0 0 0,0 0 0 0 0,0 0 0 0 0,0 0 0 0 0,0 0 0 0 0,1 0 0 0 0,-1 0 0 0 0,0 0 0 0 0,0 0 0 0 0,0 0 0 0 0,0 0 0 0 0,0 0 0 0 0,1 0 0 0 0,-1 0 0 0 0,0 0 0 0 0,0 0 0 0 0,0 0 0 0 0,0 1 0 0 0,0-1 0 0 0,0 0 0 0 0,0 0 0 0 0,1 0 0 0 0,-1 0 0 0 0,0 0 0 0 0,0 0 0 0 0,0 0 0 0 0,0 1 0 0 0,0-1 0 0 0,0 0 0 0 0,0 0 0 0 0,0 0 0 0 0,0 0 0 0 0,0 0 0 0 0,0 1 0 0 0,0-1 0 0 0,0 0 0 0 0,0 0 0 0 0,-3 15 111 0 0,-14 24-81 0 0,14-33 4 0 0,-6 14 0 0 0,-39 95 57 0 0,41-96-72 0 0,1 1 0 0 0,2-1 0 0 0,0 1 0 0 0,-2 24-1 0 0,5-42-77 0 0,1 0 0 0 0,0 0 0 0 0,0 0 0 0 0,0 0 0 0 0,0 0-1 0 0,0 0 1 0 0,0 0 0 0 0,1 0 0 0 0,-1 0 0 0 0,0 0 0 0 0,1 0-1 0 0,0 0 1 0 0,-1 0 0 0 0,1 0 0 0 0,0 0 0 0 0,0-1 0 0 0,0 1-1 0 0,0 0 1 0 0,1 0 0 0 0,-1-1 0 0 0,0 1 0 0 0,1-1 0 0 0,-1 0-1 0 0,1 1 1 0 0,-1-1 0 0 0,1 0 0 0 0,-1 0 0 0 0,4 2 0 0 0,-1-2-325 0 0,0 0 1 0 0,0 0 0 0 0,0 0-1 0 0,0-1 1 0 0,1 0 0 0 0,-1 1 0 0 0,0-2-1 0 0,0 1 1 0 0,0 0 0 0 0,0-1-1 0 0,1 0 1 0 0,6-2 0 0 0,38-16-5076 0 0,-23 6 1286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0 221 836 0 0,'12'-23'2888'0'0,"1"-2"883"0"0,-1 0 1 0 0,9-31 0 0 0,2-10 2664 0 0,-22 64-6190 0 0,2-6 1022 0 0,3-7-887 0 0,-4 14-379 0 0,-1 11 22 0 0,-5 57 41 0 0,-3 0-1 0 0,-25 109 1 0 0,5-38 111 0 0,18-106 174 0 0,7-25-55 0 0,7-21-238 0 0,10-21-173 0 0,1 0 0 0 0,2 1 0 0 0,1 1 1 0 0,2 1-1 0 0,0 1 0 0 0,3 0 0 0 0,0 2 1 0 0,2 1-1 0 0,32-27 0 0 0,-47 45 33 0 0,1 0 0 0 0,0 1 0 0 0,21-11 0 0 0,-32 20 77 0 0,0-1-1 0 0,0 0 1 0 0,0 1-1 0 0,1-1 1 0 0,-1 1 0 0 0,0 0-1 0 0,0-1 1 0 0,1 1-1 0 0,-1 0 1 0 0,0 0 0 0 0,1 0-1 0 0,-1 0 1 0 0,0 0-1 0 0,1 0 1 0 0,-1 0 0 0 0,0 0-1 0 0,0 1 1 0 0,1-1-1 0 0,-1 0 1 0 0,0 1 0 0 0,0-1-1 0 0,1 1 1 0 0,-1-1-1 0 0,0 1 1 0 0,0 0 0 0 0,0 0-1 0 0,0-1 1 0 0,0 1-1 0 0,0 0 1 0 0,0 0 0 0 0,0 0-1 0 0,0 0 1 0 0,0 0-1 0 0,-1 0 1 0 0,1 0 0 0 0,0 0-1 0 0,-1 1 1 0 0,1-1-1 0 0,-1 0 1 0 0,1 0 0 0 0,-1 0-1 0 0,1 3 1 0 0,1 2 3 0 0,0 0-1 0 0,-1 1 1 0 0,1-1 0 0 0,-1 1 0 0 0,-1-1 0 0 0,1 12 0 0 0,-12 50 79 0 0,8-53-473 0 0,1-1 0 0 0,0 0 1 0 0,0 1-1 0 0,1 0 0 0 0,2 17 1 0 0,-1-30 265 0 0,1 1 0 0 0,-1-1 1 0 0,1 0-1 0 0,0 0 0 0 0,-1 0 1 0 0,1 0-1 0 0,0 0 1 0 0,0 0-1 0 0,0 0 0 0 0,1 0 1 0 0,-1 0-1 0 0,0 0 1 0 0,1 0-1 0 0,-1 0 0 0 0,1-1 1 0 0,0 1-1 0 0,2 1 0 0 0,0-1-123 0 0,-1 0 0 0 0,1 0-1 0 0,0 0 1 0 0,0 0-1 0 0,0-1 1 0 0,0 0-1 0 0,0 1 1 0 0,8 0-1 0 0,2-1-469 0 0,0-1 0 0 0,0 0 0 0 0,0 0 0 0 0,23-5-1 0 0,-10 0 81 0 0,0-1-1 0 0,-1-2 1 0 0,0-1-1 0 0,0-1 1 0 0,33-18-1 0 0,-39 18 844 0 0,-1-1-1 0 0,-1-2 0 0 0,0 1 0 0 0,-1-2 0 0 0,0-1 0 0 0,-1 0 0 0 0,18-22 0 0 0,-30 32 128 0 0,0-1 0 0 0,-1 1 0 0 0,1-1 0 0 0,-1 0-1 0 0,0 1 1 0 0,-1-1 0 0 0,4-13 0 0 0,-5 18-252 0 0,-1-1-1 0 0,0 1 1 0 0,1-1 0 0 0,-1 1-1 0 0,0-1 1 0 0,0 0 0 0 0,0 1 0 0 0,0-1-1 0 0,0 1 1 0 0,0-1 0 0 0,-1 1 0 0 0,1-1-1 0 0,0 1 1 0 0,-1-1 0 0 0,1 1-1 0 0,-1-1 1 0 0,0 1 0 0 0,1-1 0 0 0,-1 1-1 0 0,0 0 1 0 0,0 0 0 0 0,0-1 0 0 0,0 1-1 0 0,0 0 1 0 0,0 0 0 0 0,0 0-1 0 0,0 0 1 0 0,-1 0 0 0 0,1 0 0 0 0,0 0-1 0 0,-1 0 1 0 0,1 1 0 0 0,0-1 0 0 0,-1 0-1 0 0,1 1 1 0 0,-4-1 0 0 0,0 0-7 0 0,1 0 1 0 0,-1 1-1 0 0,0 0 1 0 0,0 0-1 0 0,1 0 1 0 0,-1 0-1 0 0,0 1 1 0 0,0 0-1 0 0,1 0 1 0 0,-1 0-1 0 0,1 0 1 0 0,-1 1 0 0 0,1 0-1 0 0,-7 3 1 0 0,-5 3 86 0 0,1 2 1 0 0,-19 14 0 0 0,19-13-93 0 0,1 2 0 0 0,0 0 0 0 0,1 0 0 0 0,0 2 0 0 0,-19 27 0 0 0,27-35-33 0 0,0 1 0 0 0,1 0 1 0 0,0 0-1 0 0,0 0 1 0 0,0 1-1 0 0,1-1 1 0 0,1 1-1 0 0,-1 0 1 0 0,1 0-1 0 0,1 0 1 0 0,0 0-1 0 0,0 0 1 0 0,0 0-1 0 0,2 10 1 0 0,-1-17-18 0 0,0 0 0 0 0,0 0 1 0 0,1-1-1 0 0,-1 1 1 0 0,1 0-1 0 0,-1 0 1 0 0,1 0-1 0 0,0 0 0 0 0,-1-1 1 0 0,1 1-1 0 0,0 0 1 0 0,0-1-1 0 0,0 1 0 0 0,1-1 1 0 0,-1 1-1 0 0,0-1 1 0 0,0 1-1 0 0,1-1 1 0 0,-1 0-1 0 0,1 0 0 0 0,2 2 1 0 0,-1-2-2 0 0,-1 0 0 0 0,1 0 0 0 0,0-1 0 0 0,-1 1 0 0 0,1-1 1 0 0,-1 0-1 0 0,1 0 0 0 0,0 0 0 0 0,-1 0 0 0 0,1 0 0 0 0,0-1 0 0 0,-1 1 1 0 0,5-2-1 0 0,4-2 11 0 0,0 0 1 0 0,0-1-1 0 0,-1 0 1 0 0,0 0-1 0 0,18-14 1 0 0,-7 1-1 0 0,0-1 1 0 0,20-24 0 0 0,26-24-85 0 0,-66 66 58 0 0,-1 1 0 0 0,1-1 1 0 0,-1 1-1 0 0,0-1 0 0 0,1 1 1 0 0,-1 0-1 0 0,1-1 0 0 0,-1 1 1 0 0,1-1-1 0 0,-1 1 0 0 0,1 0 0 0 0,-1-1 1 0 0,1 1-1 0 0,0 0 0 0 0,-1 0 1 0 0,1 0-1 0 0,-1-1 0 0 0,1 1 1 0 0,0 0-1 0 0,-1 0 0 0 0,1 0 1 0 0,0 0-1 0 0,-1 0 0 0 0,1 0 1 0 0,0 0-1 0 0,-1 0 0 0 0,1 0 1 0 0,-1 0-1 0 0,1 1 0 0 0,0-1 0 0 0,-1 0 1 0 0,1 0-1 0 0,-1 0 0 0 0,1 1 1 0 0,0-1-1 0 0,-1 0 0 0 0,1 1 1 0 0,-1-1-1 0 0,1 1 0 0 0,-1-1 1 0 0,1 1-1 0 0,-1-1 0 0 0,0 0 1 0 0,1 1-1 0 0,-1 0 0 0 0,1-1 1 0 0,-1 1-1 0 0,0-1 0 0 0,0 1 0 0 0,1-1 1 0 0,-1 1-1 0 0,0 0 0 0 0,0-1 1 0 0,0 1-1 0 0,0-1 0 0 0,1 1 1 0 0,-1 0-1 0 0,0-1 0 0 0,0 1 1 0 0,-1 1-1 0 0,3 7 12 0 0,-2 0 0 0 0,1 0 0 0 0,-2 12-1 0 0,1-16-1 0 0,-11 137 1659 0 0,-46 230 1 0 0,33-251-40 0 0,-58 171-1 0 0,64-242-891 0 0,-2-1 0 0 0,-3-1-1 0 0,-1-1 1 0 0,-2-1-1 0 0,-65 85 1 0 0,78-115-518 0 0,-1-1 0 0 0,-1 0 0 0 0,0-1-1 0 0,-1-1 1 0 0,-1 0 0 0 0,0-1 0 0 0,0-1 0 0 0,-1 0 0 0 0,-21 8 0 0 0,32-16-148 0 0,0 0 1 0 0,-1 0-1 0 0,0-1 1 0 0,1 0 0 0 0,-1-1-1 0 0,0 1 1 0 0,0-1 0 0 0,0-1-1 0 0,0 0 1 0 0,0 0-1 0 0,0 0 1 0 0,0-1 0 0 0,0 0-1 0 0,0-1 1 0 0,0 0 0 0 0,1 0-1 0 0,-1 0 1 0 0,1-1 0 0 0,-1 0-1 0 0,1-1 1 0 0,0 0-1 0 0,0 0 1 0 0,0 0 0 0 0,1-1-1 0 0,-12-11 1 0 0,11 9-69 0 0,0-1 0 0 0,0 0 0 0 0,1 0 0 0 0,0 0 0 0 0,0-1 0 0 0,1 0 0 0 0,1 0 0 0 0,-1-1 0 0 0,1 1 0 0 0,-3-15 0 0 0,3 9 0 0 0,1-1 0 0 0,1 0 0 0 0,0 0 0 0 0,1 0 0 0 0,1 0 0 0 0,2-17 0 0 0,3-3 0 0 0,1 1 0 0 0,2 0 0 0 0,2 1 0 0 0,1 0 0 0 0,19-42 0 0 0,9-6-2145 0 0,76-117 0 0 0,68-65-3351 0 0,-72 98-6595 0 0,-81 112 3605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0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33 804 0 0,'-27'-5'2908'0'0,"2"0"-607"0"0,6 0-361 0 0,1 2-372 0 0,2-1-332 0 0,1 1-300 0 0,1 1-144 0 0,3 0 320 0 0,-8-1-416 0 0,9 6-488 0 0,3 6-956 0 0,12 8-2072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80 341 1188 0 0,'-4'0'2512'0'0,"-40"4"5341"0"0,41-3-7269 0 0,0-1-127 0 0,-7 0-82 0 0,7 0 163 0 0,3 0-470 0 0,-1 0 1 0 0,0 0-1 0 0,1 1 1 0 0,-1-1-1 0 0,0 0 1 0 0,1 0-1 0 0,-1 0 1 0 0,0 0 0 0 0,0 0-1 0 0,1 0 1 0 0,-1 0-1 0 0,0 0 1 0 0,1 0-1 0 0,-1 0 1 0 0,0-1-1 0 0,0 1 1 0 0,5-5-35 0 0,0 0 0 0 0,1 0 0 0 0,-1 1 1 0 0,1 0-1 0 0,0 0 0 0 0,1 0 0 0 0,-1 0 0 0 0,1 1 0 0 0,-1 0 0 0 0,9-3 0 0 0,9-7 13 0 0,138-95 87 0 0,-134 88-107 0 0,-1-2-1 0 0,-2-1 1 0 0,39-45 0 0 0,-62 66-27 0 0,14-19-22 0 0,-15 20 20 0 0,0 0-1 0 0,1 1 0 0 0,-1-1 1 0 0,0 0-1 0 0,0 1 1 0 0,1-1-1 0 0,-1 0 0 0 0,0 1 1 0 0,0-1-1 0 0,0 0 1 0 0,0 0-1 0 0,0 1 0 0 0,0-1 1 0 0,0 0-1 0 0,0 1 0 0 0,0-1 1 0 0,0 0-1 0 0,-1 0 1 0 0,1 1-1 0 0,0-1 0 0 0,0 0 1 0 0,-1 1-1 0 0,1-1 1 0 0,0 0-1 0 0,-1 0 0 0 0,0 1 1 0 0,-1-1 0 0 0,1 1 0 0 0,0-1 0 0 0,0 1 0 0 0,0 0-1 0 0,-1-1 1 0 0,1 1 0 0 0,0 0 0 0 0,-1 0 0 0 0,1 0 0 0 0,0 0-1 0 0,0 0 1 0 0,-1 0 0 0 0,1 1 0 0 0,0-1 0 0 0,0 0-1 0 0,-1 1 1 0 0,-1 0 0 0 0,-23 8-29 0 0,18-5 27 0 0,1-1 1 0 0,0 1 0 0 0,0 1-1 0 0,0 0 1 0 0,0 0 0 0 0,1 0 0 0 0,-1 1-1 0 0,-8 10 1 0 0,13-14 4 0 0,0 1 1 0 0,0 0-1 0 0,1-1 0 0 0,-1 1 1 0 0,1 0-1 0 0,0 0 0 0 0,-1 0 1 0 0,1 0-1 0 0,1 0 0 0 0,-1 0 1 0 0,0 0-1 0 0,1 0 0 0 0,-1 0 1 0 0,1 0-1 0 0,0 1 0 0 0,0-1 0 0 0,0 0 1 0 0,1 0-1 0 0,-1 0 0 0 0,1 0 1 0 0,0 0-1 0 0,0 0 0 0 0,0 0 1 0 0,0 0-1 0 0,0 0 0 0 0,2 3 1 0 0,8 11 5 0 0,0-1 1 0 0,1 0 0 0 0,1-1 0 0 0,28 27-1 0 0,12 13-10 0 0,-50-52 19 0 0,0 1 0 0 0,0-1 0 0 0,-1 1 0 0 0,1 0 0 0 0,-1 0 0 0 0,0 0 0 0 0,0 0 0 0 0,0 0 0 0 0,-1 1 1 0 0,2 6-1 0 0,-3-9 45 0 0,1 1 1 0 0,-1-1-1 0 0,0 1 1 0 0,-1 0-1 0 0,1-1 1 0 0,0 1-1 0 0,-1-1 1 0 0,0 1-1 0 0,1-1 1 0 0,-1 1-1 0 0,0-1 1 0 0,0 0 0 0 0,0 1-1 0 0,-1-1 1 0 0,1 0-1 0 0,0 0 1 0 0,-1 0-1 0 0,0 0 1 0 0,1 0-1 0 0,-4 2 1 0 0,-3 4 173 0 0,-1-1 0 0 0,0 0 0 0 0,0-1 0 0 0,-1 0 0 0 0,0-1 0 0 0,0 0 0 0 0,0 0 0 0 0,0-1 0 0 0,-15 4-1 0 0,5-3 22 0 0,1-1 0 0 0,-1-1-1 0 0,0 0 1 0 0,-28-1 0 0 0,31-3-424 0 0,14 0-151 0 0,3-5-734 0 0,0 6 1013 0 0,-1-1 0 0 0,1 1 0 0 0,0-1 0 0 0,0 1 0 0 0,0-1 0 0 0,0 1 0 0 0,0-1 0 0 0,0 1 0 0 0,0 0 0 0 0,0-1 0 0 0,0 1 0 0 0,0-1 0 0 0,0 1 0 0 0,0-1 0 0 0,0 1 0 0 0,1 0 0 0 0,-1-1 0 0 0,0 1 0 0 0,0-1-1 0 0,0 1 1 0 0,1 0 0 0 0,-1-1 0 0 0,0 1 0 0 0,1-1 0 0 0,11-12-2040 0 0,1 1 0 0 0,0 0 0 0 0,29-19 0 0 0,-22 16-574 0 0,6-5-1738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69 2292 0 0,'46'-32'9061'0'0,"-44"31"-8558"0"0,-2 1-461 0 0,1 0-1 0 0,-1 0 0 0 0,1-1 0 0 0,-1 1 0 0 0,1 0 0 0 0,-1 0 0 0 0,1 0 0 0 0,-1-1 0 0 0,1 1 0 0 0,-1 0 1 0 0,1 0-1 0 0,-1 0 0 0 0,1 0 0 0 0,-1 0 0 0 0,1 0 0 0 0,-1 0 0 0 0,1 0 0 0 0,-1 0 0 0 0,1 0 0 0 0,-1 1 1 0 0,1-1-1 0 0,-1 0 0 0 0,1 0 0 0 0,-1 0 0 0 0,1 1 0 0 0,-1-1 0 0 0,1 0 0 0 0,-1 0 0 0 0,1 1 0 0 0,-1-1 1 0 0,0 0-1 0 0,1 1 0 0 0,-1-1 0 0 0,1 1 0 0 0,-1-1 0 0 0,0 1 0 0 0,0-1 0 0 0,1 0 0 0 0,-1 1 0 0 0,0-1 1 0 0,0 1-1 0 0,1-1 0 0 0,-1 1 0 0 0,0 0 0 0 0,4 28 1350 0 0,1 50 0 0 0,2 25-732 0 0,-5-94-594 0 0,0 1 1 0 0,1-1 0 0 0,0 1 0 0 0,0-1-1 0 0,1 0 1 0 0,1-1 0 0 0,8 15-1 0 0,-12-21-48 0 0,1-1 0 0 0,0 1 0 0 0,0-1-1 0 0,0 0 1 0 0,0 1 0 0 0,0-1 0 0 0,1 0-1 0 0,-1 0 1 0 0,0 0 0 0 0,1-1 0 0 0,0 1-1 0 0,-1-1 1 0 0,1 1 0 0 0,0-1 0 0 0,0 0-1 0 0,0 0 1 0 0,4 1 0 0 0,-2-2-6 0 0,0 1 1 0 0,-1-1 0 0 0,1 0-1 0 0,0-1 1 0 0,0 1-1 0 0,0-1 1 0 0,-1 0-1 0 0,1 0 1 0 0,0 0 0 0 0,5-3-1 0 0,1-1-9 0 0,1 0 1 0 0,-1-1-1 0 0,-1-1 0 0 0,1 0 0 0 0,-1 0 1 0 0,-1-1-1 0 0,17-16 0 0 0,-10 5-17 0 0,0-1 1 0 0,-1-1-1 0 0,-1-1 0 0 0,16-33 1 0 0,-8 8-71 0 0,18-59 1 0 0,-40 105 80 0 0,0 1 0 0 0,0 0 1 0 0,0 0-1 0 0,0-1 0 0 0,0 1 0 0 0,0 0 0 0 0,0-1 1 0 0,0 1-1 0 0,0 0 0 0 0,0-1 0 0 0,0 1 0 0 0,1 0 0 0 0,-1 0 1 0 0,0-1-1 0 0,0 1 0 0 0,0 0 0 0 0,0 0 0 0 0,1-1 1 0 0,-1 1-1 0 0,0 0 0 0 0,0 0 0 0 0,0 0 0 0 0,1-1 1 0 0,-1 1-1 0 0,0 0 0 0 0,0 0 0 0 0,1 0 0 0 0,-1 0 1 0 0,0-1-1 0 0,0 1 0 0 0,1 0 0 0 0,-1 0 0 0 0,1 0 1 0 0,2 10-39 0 0,-1 21 90 0 0,-20 202 2065 0 0,-10 95 243 0 0,-48 111-577 0 0,46-314-991 0 0,-68 175-1 0 0,50-191 369 0 0,40-93-799 0 0,-2 0 1 0 0,0 0-1 0 0,-1-1 1 0 0,-17 19-1 0 0,25-31-292 0 0,0 1-1 0 0,-1-1 1 0 0,0 0 0 0 0,1 0-1 0 0,-1 0 1 0 0,0 0 0 0 0,0-1-1 0 0,-1 0 1 0 0,1 1-1 0 0,0-2 1 0 0,-1 1 0 0 0,1 0-1 0 0,-1-1 1 0 0,0 0 0 0 0,1 0-1 0 0,-1 0 1 0 0,0-1 0 0 0,0 0-1 0 0,1 0 1 0 0,-1 0 0 0 0,0 0-1 0 0,-5-2 1 0 0,2 0-34 0 0,0 0-1 0 0,0-1 1 0 0,0-1-1 0 0,0 1 1 0 0,1-1-1 0 0,0 0 1 0 0,0-1-1 0 0,0 0 1 0 0,0 0-1 0 0,1 0 1 0 0,0-1 0 0 0,-6-6-1 0 0,-1-3-30 0 0,0 0 0 0 0,1-1 0 0 0,0-1 0 0 0,2 0 1 0 0,0 0-1 0 0,1-1 0 0 0,0 0 0 0 0,2-1 0 0 0,0 1 0 0 0,-6-31 0 0 0,8 24-121 0 0,2-1 0 0 0,0 1 0 0 0,2-1 0 0 0,1 1-1 0 0,1-1 1 0 0,1 0 0 0 0,9-37 0 0 0,0 18-201 0 0,3 1 0 0 0,1 0 0 0 0,2 1 0 0 0,2 1 0 0 0,2 0-1 0 0,2 2 1 0 0,1 0 0 0 0,53-63 0 0 0,-20 38-333 0 0,3 3 0 0 0,3 2-1 0 0,2 4 1 0 0,130-87 0 0 0,316-147-3317 0 0,-388 225 3315 0 0,-123 65 654 0 0,0 0 0 0 0,0 0 1 0 0,1 0-1 0 0,-1 0 0 0 0,0 0 1 0 0,0 0-1 0 0,1 0 0 0 0,-1-1 1 0 0,0 1-1 0 0,0 0 0 0 0,1 0 1 0 0,-1 0-1 0 0,0-1 0 0 0,0 1 1 0 0,0 0-1 0 0,0 0 0 0 0,1 0 1 0 0,-1-1-1 0 0,0 1 0 0 0,0 0 1 0 0,0 0-1 0 0,0-1 0 0 0,0 1 1 0 0,0 0-1 0 0,0-1 0 0 0,1 1 1 0 0,-1 0-1 0 0,0 0 0 0 0,0-1 1 0 0,0 1-1 0 0,0 0 0 0 0,0-1 1 0 0,0 1-1 0 0,0 0 0 0 0,-1-1 1 0 0,1 1-2 0 0,0-1 1 0 0,-1 1 0 0 0,1 0 0 0 0,0-1 0 0 0,-1 1 0 0 0,1 0-1 0 0,-1-1 1 0 0,1 1 0 0 0,-1 0 0 0 0,1 0 0 0 0,-1 0 0 0 0,1-1-1 0 0,-1 1 1 0 0,1 0 0 0 0,-1 0 0 0 0,1 0 0 0 0,-1 0 0 0 0,1 0 0 0 0,-1 0-1 0 0,1 0 1 0 0,-1 0 0 0 0,1 0 0 0 0,-2 0 0 0 0,-18 2-24 0 0,0 0 0 0 0,0 1 0 0 0,0 1 0 0 0,0 1 0 0 0,0 1 1 0 0,-24 11-1 0 0,42-16 22 0 0,0 0 1 0 0,0 0 0 0 0,-1 0 0 0 0,1 0-1 0 0,0 1 1 0 0,0-1 0 0 0,0 0 0 0 0,0 1-1 0 0,1 0 1 0 0,-1-1 0 0 0,0 1-1 0 0,1 0 1 0 0,-1 0 0 0 0,1 0 0 0 0,0 0-1 0 0,-1 0 1 0 0,1 0 0 0 0,0 1 0 0 0,0-1-1 0 0,0 0 1 0 0,1 0 0 0 0,-1 1-1 0 0,1-1 1 0 0,-1 1 0 0 0,1-1 0 0 0,0 0-1 0 0,-1 1 1 0 0,2 4 0 0 0,0 0 5 0 0,1 0 0 0 0,1 0 0 0 0,-1 0 1 0 0,1 0-1 0 0,0 0 0 0 0,1-1 0 0 0,0 0 0 0 0,6 9 0 0 0,27 35-5 0 0,-24-33 0 0 0,0 0 0 0 0,-1 1 0 0 0,-1 0 0 0 0,11 24 0 0 0,-21-40 15 0 0,-1 0 0 0 0,1 0 0 0 0,-1 0 0 0 0,0 0 0 0 0,0 0 0 0 0,0 0-1 0 0,0 0 1 0 0,0 0 0 0 0,0 0 0 0 0,-1 0 0 0 0,1 0 0 0 0,-1 0 0 0 0,1 0-1 0 0,-1 0 1 0 0,0 0 0 0 0,0 0 0 0 0,0 0 0 0 0,0 0 0 0 0,0 0 0 0 0,0-1-1 0 0,0 1 1 0 0,0 0 0 0 0,-1-1 0 0 0,1 1 0 0 0,-1-1 0 0 0,1 0 0 0 0,-1 1-1 0 0,-2 0 1 0 0,-3 4 46 0 0,0-2-1 0 0,-1 1 1 0 0,1-1-1 0 0,-1 0 1 0 0,-10 3-1 0 0,15-5-42 0 0,-1-1-1 0 0,0 0 1 0 0,1 0-1 0 0,-1 0 1 0 0,0 0-1 0 0,0-1 1 0 0,0 1-1 0 0,0-1 1 0 0,0 0-1 0 0,0 0 1 0 0,0-1-1 0 0,0 1 0 0 0,0-1 1 0 0,-7-2-1 0 0,11 3-43 0 0,-1-1-1 0 0,0 1 1 0 0,1 0-1 0 0,-1-1 1 0 0,1 1-1 0 0,-1-1 1 0 0,0 1-1 0 0,1-1 0 0 0,-1 1 1 0 0,1-1-1 0 0,0 1 1 0 0,-1-1-1 0 0,1 0 1 0 0,-1 1-1 0 0,1-1 1 0 0,0 0-1 0 0,0 1 1 0 0,-1-1-1 0 0,1 0 0 0 0,0 1 1 0 0,0-1-1 0 0,0 0 1 0 0,0 1-1 0 0,-1-1 1 0 0,1 0-1 0 0,0 0 1 0 0,0 1-1 0 0,1-2 1 0 0,3-19-1212 0 0,2 9 425 0 0,1-1 0 0 0,0 2 0 0 0,0-1 1 0 0,1 1-1 0 0,18-19 0 0 0,-9 10-393 0 0,21-24-2273 0 0,6-7-1382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3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55 668 0 0,'18'-54'9580'0'0,"-19"54"-9548"0"0,0 0 0 0 0,0 1 0 0 0,0-1 0 0 0,0 0 0 0 0,0 1 0 0 0,1-1 1 0 0,-1 1-1 0 0,0 0 0 0 0,0-1 0 0 0,0 1 0 0 0,1 0 0 0 0,-1-1 0 0 0,0 1 0 0 0,0 0 1 0 0,1 0-1 0 0,-1-1 0 0 0,1 1 0 0 0,-1 1 0 0 0,-11 20 218 0 0,10-18-180 0 0,-31 70 527 0 0,3 1 1 0 0,3 2 0 0 0,4 0-1 0 0,3 2 1 0 0,-15 129-1 0 0,31-174-454 0 0,1 52-1 0 0,4-73-96 0 0,-1-1-1 0 0,2 1 0 0 0,0-1 1 0 0,0 0-1 0 0,1 0 1 0 0,1 0-1 0 0,7 18 0 0 0,-9-27-29 0 0,-1 0 0 0 0,1 1 0 0 0,0-1 0 0 0,0 0-1 0 0,0 0 1 0 0,1 0 0 0 0,-1-1 0 0 0,1 1 0 0 0,-1-1-1 0 0,1 1 1 0 0,0-1 0 0 0,0 0 0 0 0,0 0-1 0 0,0 0 1 0 0,1 0 0 0 0,-1 0 0 0 0,0-1 0 0 0,1 0-1 0 0,-1 0 1 0 0,1 0 0 0 0,0 0 0 0 0,-1 0 0 0 0,6 0-1 0 0,-2-1-2 0 0,0-1 0 0 0,0 1 0 0 0,0-1 0 0 0,0 0 1 0 0,-1-1-1 0 0,1 0 0 0 0,0 0 0 0 0,0-1 0 0 0,-1 1 0 0 0,0-1 0 0 0,9-6 0 0 0,-1 1-11 0 0,-1-2 1 0 0,0 0 0 0 0,0 0-1 0 0,-1-1 1 0 0,-1-1 0 0 0,18-21-1 0 0,-15 13-4 0 0,0-1 0 0 0,-1-1 0 0 0,17-37 0 0 0,-24 42 413 0 0,0 1-1 0 0,2-20 1 0 0,-8 36-406 0 0,1-1 0 0 0,-1 1 0 0 0,0 0 0 0 0,0 0 0 0 0,0-1 0 0 0,0 1 0 0 0,0 0 0 0 0,0-1 0 0 0,0 1 0 0 0,1 0 0 0 0,-1-1 0 0 0,0 1 0 0 0,0 0 0 0 0,0-1 0 0 0,0 1 0 0 0,-1 0 0 0 0,1-1 0 0 0,0 1 0 0 0,0 0 0 0 0,0-1 0 0 0,0 1 0 0 0,0 0 0 0 0,0-1 0 0 0,0 1 0 0 0,-1 0 0 0 0,1-1 0 0 0,0 1 0 0 0,0 0 0 0 0,0 0 0 0 0,-1-1 1 0 0,1 1-1 0 0,0 0 0 0 0,0 0 0 0 0,-1-1 0 0 0,1 1 0 0 0,0 0 0 0 0,-1 0 0 0 0,1 0 0 0 0,0 0 0 0 0,0-1 0 0 0,-1 1 0 0 0,1 0 0 0 0,0 0 0 0 0,-1 0 0 0 0,1 0 0 0 0,0 0 0 0 0,-1 0 0 0 0,1 0 0 0 0,0 0 0 0 0,-1 0 0 0 0,1 0 0 0 0,0 0 0 0 0,-1 0 0 0 0,0 0 0 0 0,0 1 0 0 0,-1-1 0 0 0,1 1 0 0 0,0-1 0 0 0,-1 1 0 0 0,1-1 0 0 0,-1 1 0 0 0,1 0 0 0 0,0 0-1 0 0,0-1 1 0 0,-1 1 0 0 0,-1 2 0 0 0,-7 9 18 0 0,0 1-1 0 0,1 0 1 0 0,0 1 0 0 0,1 0-1 0 0,0 0 1 0 0,-7 21-1 0 0,12-27-20 0 0,0 1 0 0 0,0-1 0 0 0,1 1 0 0 0,0 0 0 0 0,1 0 0 0 0,0-1 0 0 0,0 1 0 0 0,1 0 0 0 0,0 0 0 0 0,1 0 0 0 0,-1 0 0 0 0,2 0 0 0 0,2 9 0 0 0,-3-14-31 0 0,0 0 0 0 0,1 0 0 0 0,0 0 0 0 0,0-1 0 0 0,0 1 0 0 0,0 0 0 0 0,1-1 0 0 0,0 1 0 0 0,-1-1 0 0 0,1 0 0 0 0,0 0 0 0 0,0 0 0 0 0,1 0 0 0 0,-1-1 1 0 0,5 4-1 0 0,-1-3-151 0 0,-1 0 0 0 0,0 0 1 0 0,1-1-1 0 0,0 0 0 0 0,-1 0 0 0 0,1-1 1 0 0,0 0-1 0 0,12 1 0 0 0,-2-2-313 0 0,-1 0 0 0 0,1-2 0 0 0,-1 0-1 0 0,1 0 1 0 0,-1-2 0 0 0,0 0-1 0 0,18-8 1 0 0,-11 3-42 0 0,-1-2 0 0 0,-1-1 0 0 0,0 0-1 0 0,39-31 1 0 0,65-73 3793 0 0,-102 100-2552 0 0,-23 15-696 0 0,1 1-1 0 0,-1 0 0 0 0,1 0 1 0 0,-1 0-1 0 0,1 0 0 0 0,-1-1 1 0 0,1 1-1 0 0,-1 0 0 0 0,1 0 1 0 0,-1 0-1 0 0,1 0 0 0 0,-1 0 1 0 0,1 0-1 0 0,-1 0 0 0 0,0 0 1 0 0,1 0-1 0 0,-1 1 0 0 0,1-1 1 0 0,-1 0-1 0 0,1 0 0 0 0,-1 0 1 0 0,1 0-1 0 0,0 1 0 0 0,-1 0 1 0 0,1 0 0 0 0,-1-1 0 0 0,1 1 0 0 0,-1 0-1 0 0,0 0 1 0 0,1 0 0 0 0,-1 0 0 0 0,0 0 0 0 0,0-1 0 0 0,1 1-1 0 0,-1 0 1 0 0,0 0 0 0 0,0 0 0 0 0,0 0 0 0 0,0 0-1 0 0,0 0 1 0 0,0 0 0 0 0,-1 1 0 0 0,-2 20 123 0 0,-2-1-1 0 0,0 0 1 0 0,-1 0 0 0 0,-1 0-1 0 0,-1-1 1 0 0,-21 39 0 0 0,28-57 95 0 0,-2 1 276 0 0,4-13-374 0 0,5-15-96 0 0,5 2-53 0 0,1 0-1 0 0,2 1 0 0 0,0 0 1 0 0,1 1-1 0 0,1 0 1 0 0,1 1-1 0 0,1 2 0 0 0,0-1 1 0 0,2 2-1 0 0,40-28 0 0 0,-55 41 18 0 0,1 1 0 0 0,-1 0 0 0 0,1 0 0 0 0,0 0 1 0 0,0 1-1 0 0,0 0 0 0 0,0 0 0 0 0,0 1 0 0 0,1-1 0 0 0,-1 2 0 0 0,0-1 0 0 0,1 0 0 0 0,-1 1 0 0 0,0 0 0 0 0,1 1 0 0 0,7 1 0 0 0,-9-1 6 0 0,0 1 0 0 0,0-1-1 0 0,-1 1 1 0 0,1 0 0 0 0,-1 0 0 0 0,0 0 0 0 0,0 1 0 0 0,1 0 0 0 0,-2 0-1 0 0,1 0 1 0 0,0 0 0 0 0,-1 0 0 0 0,1 1 0 0 0,-1 0 0 0 0,0 0 0 0 0,0-1 0 0 0,0 2-1 0 0,-1-1 1 0 0,1 0 0 0 0,-1 0 0 0 0,0 1 0 0 0,1 4 0 0 0,-1-3 30 0 0,0 1 0 0 0,0-1 1 0 0,0 0-1 0 0,-1 0 0 0 0,0 1 1 0 0,0-1-1 0 0,-1 0 0 0 0,0 1 1 0 0,0-1-1 0 0,-1 1 0 0 0,1-1 1 0 0,-1 1-1 0 0,-1-1 0 0 0,1 0 1 0 0,-1 0-1 0 0,0 0 0 0 0,-1 0 0 0 0,1 0 1 0 0,-1 0-1 0 0,-5 7 0 0 0,7-12 16 0 0,1-1-46 0 0,0 0 0 0 0,-1 0 0 0 0,1 0-1 0 0,-1-1 1 0 0,1 1 0 0 0,-1 0 0 0 0,1 0-1 0 0,0 0 1 0 0,-1-1 0 0 0,1 1 0 0 0,0 0-1 0 0,-1-1 1 0 0,1 1 0 0 0,0 0 0 0 0,-1-1-1 0 0,1 1 1 0 0,0 0 0 0 0,-1-1 0 0 0,1 1-1 0 0,0-1 1 0 0,0 1 0 0 0,0 0 0 0 0,-1-2-1 0 0,4-10-6 0 0,-1-1-1 0 0,2 1 1 0 0,0 0-1 0 0,0 0 1 0 0,1 0-1 0 0,1 1 1 0 0,0-1-1 0 0,1 1 1 0 0,0 0-1 0 0,10-11 1 0 0,-1 2-22 0 0,1 1 1 0 0,0 1-1 0 0,2 1 1 0 0,26-20 0 0 0,-36 31 10 0 0,0 0 1 0 0,1 0-1 0 0,0 1 0 0 0,0 0 1 0 0,0 1-1 0 0,1 0 1 0 0,-1 0-1 0 0,1 2 0 0 0,0-1 1 0 0,17-1-1 0 0,-25 3 30 0 0,1 1 0 0 0,0 0 1 0 0,-1 0-1 0 0,1 1 0 0 0,0-1 0 0 0,-1 1 0 0 0,1-1 0 0 0,-1 1 0 0 0,1 0 1 0 0,-1 1-1 0 0,1-1 0 0 0,-1 0 0 0 0,0 1 0 0 0,0 0 0 0 0,1 0 0 0 0,-1 0 1 0 0,0 0-1 0 0,-1 0 0 0 0,1 1 0 0 0,0-1 0 0 0,-1 1 0 0 0,1 0 0 0 0,-1 0 1 0 0,0 0-1 0 0,0 0 0 0 0,0 0 0 0 0,0 0 0 0 0,-1 0 0 0 0,1 1 0 0 0,-1-1 1 0 0,0 1-1 0 0,0-1 0 0 0,0 1 0 0 0,0 4 0 0 0,1 2 202 0 0,-1 0-1 0 0,-1-1 0 0 0,1 1 1 0 0,-1 0-1 0 0,-1 0 0 0 0,0 0 1 0 0,-4 16-1 0 0,-4 5 296 0 0,-12 30 0 0 0,12-37-267 0 0,1 0 0 0 0,-7 33-1 0 0,15-56-240 0 0,-1 0 0 0 0,1 0-1 0 0,0 0 1 0 0,0 0 0 0 0,0 0-1 0 0,0 0 1 0 0,0 0-1 0 0,1 0 1 0 0,-1 0 0 0 0,0 0-1 0 0,0 0 1 0 0,1 0 0 0 0,-1 0-1 0 0,0 0 1 0 0,1 0 0 0 0,-1 0-1 0 0,1 0 1 0 0,-1 0-1 0 0,1 0 1 0 0,0 0 0 0 0,-1 0-1 0 0,1-1 1 0 0,0 1 0 0 0,0 0-1 0 0,-1-1 1 0 0,1 1-1 0 0,0 0 1 0 0,0-1 0 0 0,0 1-1 0 0,0-1 1 0 0,0 1 0 0 0,0-1-1 0 0,0 0 1 0 0,0 1-1 0 0,0-1 1 0 0,0 0 0 0 0,0 0-1 0 0,0 1 1 0 0,0-1 0 0 0,2 0-1 0 0,5 0-97 0 0,0 0-1 0 0,0 0 1 0 0,0-1-1 0 0,9-1 1 0 0,-11 1-74 0 0,22-4-861 0 0,0-1 1 0 0,-1-1 0 0 0,27-11 0 0 0,32-20-5208 0 0,-38 15-237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38 3444 0 0,'-246'-7'14818'0'0,"243"7"-14458"0"0,6 0-72 0 0,31-8-804 0 0,0 3 1 0 0,40-2-1 0 0,24 3-3629 0 0,-49 2 486 0 0,18-2-3496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4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183 596 1460 0 0,'9'-27'5510'0'0,"-7"23"-4845"0"0,-1 1 0 0 0,1-1-1 0 0,-1 0 1 0 0,0 0 0 0 0,0-1-1 0 0,0-7 1 0 0,-1 10-98 0 0,0 2-508 0 0,0-1 0 0 0,0 1 0 0 0,0-1 0 0 0,0 0 0 0 0,0 1 0 0 0,0-1 0 0 0,-1 1 0 0 0,1-1 0 0 0,0 1 0 0 0,-1-1 0 0 0,1 1 0 0 0,0-1 0 0 0,-1 1 0 0 0,1-1 1 0 0,0 1-1 0 0,-1-1 0 0 0,1 1 0 0 0,-1 0 0 0 0,1-1 0 0 0,-1 1 0 0 0,1 0 0 0 0,-1-1 0 0 0,-7 2 2 0 0,1 1-1 0 0,1 1 1 0 0,-1-1 0 0 0,0 1 0 0 0,0 0-1 0 0,1 0 1 0 0,0 1 0 0 0,0 0 0 0 0,0 0 0 0 0,0 1-1 0 0,0-1 1 0 0,-8 11 0 0 0,-2 2 4 0 0,1 0 0 0 0,-24 38 0 0 0,34-48-55 0 0,0 1 0 0 0,1 0 0 0 0,0 0 0 0 0,1 0 0 0 0,0 0 0 0 0,-3 10 1 0 0,6-16-8 0 0,-1 0 0 0 0,1 0 1 0 0,0 0-1 0 0,-1 0 1 0 0,1 0-1 0 0,0 0 1 0 0,0 0-1 0 0,0-1 1 0 0,1 1-1 0 0,-1 0 0 0 0,0 0 1 0 0,1 0-1 0 0,-1 0 1 0 0,1 0-1 0 0,0-1 1 0 0,0 1-1 0 0,0 0 0 0 0,0 0 1 0 0,0-1-1 0 0,0 1 1 0 0,0-1-1 0 0,0 1 1 0 0,0-1-1 0 0,1 1 1 0 0,-1-1-1 0 0,1 0 0 0 0,-1 0 1 0 0,1 1-1 0 0,-1-1 1 0 0,1 0-1 0 0,0 0 1 0 0,-1-1-1 0 0,1 1 1 0 0,3 1-1 0 0,6 1 9 0 0,1 0 0 0 0,-1-1 1 0 0,1 0-1 0 0,-1-1 0 0 0,1 0 0 0 0,0-1 0 0 0,0 0 1 0 0,0-1-1 0 0,12-2 0 0 0,2-2-13 0 0,0-1-1 0 0,0-1 1 0 0,24-10-1 0 0,-38 12-7 0 0,-1 0 1 0 0,-1 0-1 0 0,1-1 1 0 0,-1-1-1 0 0,0 0 1 0 0,0 0-1 0 0,-1-1 1 0 0,0 0-1 0 0,0-1 0 0 0,14-19 1 0 0,-19 23-1 0 0,0-1 0 0 0,0-1 0 0 0,0 1 0 0 0,-1-1 0 0 0,0 1 0 0 0,0-1 0 0 0,-1 0 0 0 0,0 0 0 0 0,0 0 0 0 0,-1 0 0 0 0,0 0 0 0 0,0 0 0 0 0,0-1 0 0 0,-1 1 0 0 0,0 0 0 0 0,-1 0 0 0 0,1-1 0 0 0,-1 1 0 0 0,-4-13 0 0 0,4 17-4 0 0,0 0 1 0 0,0-1-1 0 0,-1 1 1 0 0,1 0-1 0 0,-1 0 1 0 0,0 0-1 0 0,1 0 1 0 0,-1 0-1 0 0,0 1 1 0 0,-1-1-1 0 0,1 0 1 0 0,-1 1-1 0 0,1 0 1 0 0,-1 0-1 0 0,0-1 1 0 0,1 2-1 0 0,-6-4 1 0 0,4 3 1 0 0,0 1 1 0 0,-1 0-1 0 0,1 0 0 0 0,0 0 1 0 0,0 0-1 0 0,0 1 0 0 0,-1 0 1 0 0,1 0-1 0 0,0 0 1 0 0,-1 0-1 0 0,1 0 0 0 0,-7 3 1 0 0,2-1 1 0 0,-1 1 1 0 0,1 0 0 0 0,0 1-1 0 0,0 0 1 0 0,0 1 0 0 0,0 0-1 0 0,1 0 1 0 0,-1 1 0 0 0,2 0-1 0 0,-1 0 1 0 0,-10 11 0 0 0,15-13 10 0 0,0-1 0 0 0,0 1 0 0 0,1 0-1 0 0,-1 0 1 0 0,1-1 0 0 0,0 2 0 0 0,0-1 0 0 0,0 0 0 0 0,1 0 0 0 0,-1 1 0 0 0,0 5 0 0 0,2-8 0 0 0,0 0 1 0 0,0 0-1 0 0,0 0 0 0 0,0 0 0 0 0,0 0 1 0 0,0 0-1 0 0,1 0 0 0 0,-1 0 0 0 0,1 0 0 0 0,0 0 1 0 0,-1 0-1 0 0,1 0 0 0 0,0 0 0 0 0,0 0 0 0 0,0 0 1 0 0,1-1-1 0 0,-1 1 0 0 0,0 0 0 0 0,1-1 0 0 0,-1 1 1 0 0,1-1-1 0 0,-1 0 0 0 0,1 1 0 0 0,-1-1 1 0 0,1 0-1 0 0,3 2 0 0 0,6 2 0 0 0,-1-1 0 0 0,1 0 0 0 0,0 0 0 0 0,-1-1 0 0 0,2-1 0 0 0,-1 0 0 0 0,0 0 1 0 0,0-1-1 0 0,13 0 0 0 0,18-2-12 0 0,45-6 1 0 0,-46 2-20 0 0,1-2-1 0 0,-1-1 1 0 0,0-3 0 0 0,-1-1-1 0 0,64-28 1 0 0,-83 30 20 0 0,0-2-1 0 0,-1 1 1 0 0,0-2-1 0 0,-1-1 1 0 0,0 0 0 0 0,-2-2-1 0 0,1 0 1 0 0,-2-1-1 0 0,0 0 1 0 0,-1-1 0 0 0,21-35-1 0 0,-21 27 61 0 0,-1-2-1 0 0,-1 0 1 0 0,-1-1-1 0 0,-2 0 1 0 0,-1-1 0 0 0,-1 0-1 0 0,-2 0 1 0 0,-1-1-1 0 0,2-51 1 0 0,-7 81-52 0 0,0 1 0 0 0,0 0 0 0 0,0 0 0 0 0,0 0 0 0 0,0-1 1 0 0,0 1-1 0 0,0 0 0 0 0,0 0 0 0 0,0 0 0 0 0,0-1 0 0 0,0 1 0 0 0,0 0 1 0 0,0 0-1 0 0,0 0 0 0 0,0-1 0 0 0,0 1 0 0 0,0 0 0 0 0,0 0 1 0 0,0 0-1 0 0,0-1 0 0 0,0 1 0 0 0,0 0 0 0 0,0 0 0 0 0,0 0 0 0 0,-1 0 1 0 0,1-1-1 0 0,0 1 0 0 0,0 0 0 0 0,0 0 0 0 0,0 0 0 0 0,0 0 1 0 0,-1 0-1 0 0,1-1 0 0 0,0 1 0 0 0,0 0 0 0 0,0 0 0 0 0,-1 0 0 0 0,1 0 1 0 0,0 0-1 0 0,0 0 0 0 0,0 0 0 0 0,-1 0 0 0 0,1 0 0 0 0,0 0 1 0 0,0 0-1 0 0,0 0 0 0 0,-1 0 0 0 0,1 0 0 0 0,0 0 0 0 0,0 0 0 0 0,0 0 1 0 0,-1 0-1 0 0,1 0 0 0 0,0 0 0 0 0,0 0 0 0 0,0 0 0 0 0,-1 0 0 0 0,1 0 1 0 0,0 1-1 0 0,0-1 0 0 0,0 0 0 0 0,0 0 0 0 0,0 0 0 0 0,-1 0 1 0 0,1 0-1 0 0,0 1 0 0 0,0-1 0 0 0,0 0 0 0 0,0 0 0 0 0,-10 11-29 0 0,0 4 15 0 0,0 0-1 0 0,2 2 0 0 0,0-1 1 0 0,0 1-1 0 0,-5 20 0 0 0,1-4 13 0 0,-167 523 399 0 0,39 12 892 0 0,117-472-904 0 0,-68 317 1006 0 0,24 4-437 0 0,66-403-900 0 0,-2 13 102 0 0,0 36-1 0 0,3-57-125 0 0,0 0 0 0 0,1 0 0 0 0,-1 0 0 0 0,1 0 0 0 0,1 0 0 0 0,-1 0 0 0 0,1 0 0 0 0,0-1 0 0 0,0 1 0 0 0,1-1 0 0 0,-1 1 0 0 0,5 5 0 0 0,-4-8-16 0 0,0 0-1 0 0,0-1 0 0 0,0 1 0 0 0,0-1 1 0 0,1 1-1 0 0,-1-1 0 0 0,1 0 1 0 0,0 0-1 0 0,-1-1 0 0 0,1 1 0 0 0,0-1 1 0 0,0 0-1 0 0,0 0 0 0 0,0 0 0 0 0,0 0 1 0 0,0-1-1 0 0,0 1 0 0 0,0-1 0 0 0,1 0 1 0 0,5-1-1 0 0,5-1-2 0 0,0 0 1 0 0,1-1-1 0 0,-1-1 0 0 0,15-6 1 0 0,-2 0-9 0 0,-2-2 0 0 0,1 0-1 0 0,-2-2 1 0 0,0-1 0 0 0,0-1 0 0 0,-2-1 0 0 0,0-1 0 0 0,-1-1 0 0 0,33-37 0 0 0,-41 40-8 0 0,0-1 1 0 0,-1 0 0 0 0,-1-1 0 0 0,-1 0 0 0 0,-1-1 0 0 0,0 0 0 0 0,-1 0 0 0 0,-1-1 0 0 0,-1 0 0 0 0,-1-1-1 0 0,-1 0 1 0 0,0 0 0 0 0,2-41 0 0 0,-7 46-2 0 0,0 0-1 0 0,-2 0 1 0 0,0 0 0 0 0,0 0-1 0 0,-2 0 1 0 0,0 0 0 0 0,-1 1-1 0 0,0 0 1 0 0,-1 0-1 0 0,-10-17 1 0 0,4 12 1 0 0,-1 1-1 0 0,0 1 1 0 0,-2-1 0 0 0,0 2-1 0 0,-1 0 1 0 0,-25-20 0 0 0,7 10 3 0 0,-2 1 0 0 0,-61-33 0 0 0,-77-24 29 0 0,55 38 22 0 0,69 27-179 0 0,-85-42-1 0 0,133 59 60 0 0,1 1-1 0 0,0-1 0 0 0,0 1 0 0 0,-1-1 1 0 0,1 0-1 0 0,0 0 0 0 0,0 0 0 0 0,0 0 0 0 0,0 0 1 0 0,0 0-1 0 0,0 0 0 0 0,0 0 0 0 0,1 0 1 0 0,-1 0-1 0 0,0 0 0 0 0,0-1 0 0 0,1 1 0 0 0,-1 0 1 0 0,1-1-1 0 0,-1-1 0 0 0,1 2-54 0 0,0 0-1 0 0,0 0 1 0 0,0-1 0 0 0,1 1-1 0 0,-1 0 1 0 0,0-1-1 0 0,1 1 1 0 0,-1 0 0 0 0,1 0-1 0 0,-1-1 1 0 0,1 1-1 0 0,0 0 1 0 0,-1 0 0 0 0,1 0-1 0 0,0 0 1 0 0,0 0-1 0 0,1-1 1 0 0,5-5-1080 0 0,0 1-1 0 0,0 1 1 0 0,1-1-1 0 0,14-6 1 0 0,-17 9 308 0 0,30-16-5242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5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221 211 2796 0 0,'-54'-4'8257'0'0,"50"3"-7695"0"0,3 1-484 0 0,1-1 0 0 0,-1 1 0 0 0,0 0-1 0 0,0-1 1 0 0,0 1 0 0 0,0 0 0 0 0,0 0 0 0 0,0 0 0 0 0,0 0-1 0 0,0-1 1 0 0,0 1 0 0 0,0 1 0 0 0,0-1 0 0 0,0 0 0 0 0,0 0 0 0 0,0 0-1 0 0,0 0 1 0 0,0 1 0 0 0,0-1 0 0 0,-1 1 0 0 0,-4 2 642 0 0,21-5-577 0 0,3 0-95 0 0,0-2-1 0 0,0 0 1 0 0,-1-1 0 0 0,1-1-1 0 0,26-14 1 0 0,-39 18-45 0 0,-1 0 0 0 0,1-1 0 0 0,-1 0 1 0 0,0 0-1 0 0,0 0 0 0 0,0 0 0 0 0,-1-1 0 0 0,1 1 1 0 0,-1-1-1 0 0,0 0 0 0 0,0 0 0 0 0,0 0 0 0 0,0-1 1 0 0,-1 1-1 0 0,1-1 0 0 0,-1 1 0 0 0,-1-1 0 0 0,1 0 1 0 0,0 0-1 0 0,-1 0 0 0 0,0 1 0 0 0,0-1 0 0 0,-1-1 1 0 0,0 1-1 0 0,0-8 0 0 0,0 10 1 0 0,0 1 1 0 0,0 0-1 0 0,-1 0 1 0 0,1-1-1 0 0,-1 1 1 0 0,1 0-1 0 0,-1 0 1 0 0,0 0-1 0 0,0 0 1 0 0,0 0-1 0 0,0 0 1 0 0,0 0-1 0 0,0 0 0 0 0,0 1 1 0 0,-1-1-1 0 0,1 0 1 0 0,-1 1-1 0 0,1-1 1 0 0,-4-1-1 0 0,2 1-3 0 0,0 0 1 0 0,0 1-1 0 0,0 0 0 0 0,0 0 0 0 0,0 0 0 0 0,0 0 0 0 0,0 0 1 0 0,-1 0-1 0 0,1 1 0 0 0,0 0 0 0 0,-6 0 0 0 0,-2 0 0 0 0,1 1-1 0 0,-1 1 1 0 0,1 0 0 0 0,0 1-1 0 0,-1 0 1 0 0,1 0-1 0 0,-10 6 1 0 0,4-1 19 0 0,0 1 0 0 0,1 1 0 0 0,0 0 0 0 0,1 1 0 0 0,0 1 0 0 0,-13 14 0 0 0,18-17-7 0 0,1 0 1 0 0,1 1-1 0 0,0-1 1 0 0,0 1-1 0 0,1 1 1 0 0,0-1-1 0 0,0 1 1 0 0,1 0-1 0 0,-6 23 1 0 0,10-29-8 0 0,0-1 0 0 0,0 1 0 0 0,0-1 0 0 0,1 1 0 0 0,0-1 0 0 0,0 0 0 0 0,0 1 0 0 0,0-1 0 0 0,1 1 0 0 0,0-1 0 0 0,0 1 0 0 0,0-1 0 0 0,0 0 0 0 0,1 0 0 0 0,0 1 0 0 0,-1-1 0 0 0,5 6 0 0 0,-2-6-5 0 0,0 1-1 0 0,0-1 1 0 0,0 1 0 0 0,1-1-1 0 0,0 0 1 0 0,-1-1 0 0 0,1 1-1 0 0,1-1 1 0 0,-1 0-1 0 0,0-1 1 0 0,10 4 0 0 0,5 1-277 0 0,1-2 0 0 0,0 0 0 0 0,1-1 0 0 0,-1-2 0 0 0,1 0 0 0 0,22-1 0 0 0,6-2-2775 0 0,66-11 0 0 0,-54 2-1492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403 116 1720 0 0,'3'-4'602'0'0,"0"-1"-1"0"0,0 1 1 0 0,0-1 0 0 0,0 1-1 0 0,-1-1 1 0 0,0 0-1 0 0,0 0 1 0 0,0 0 0 0 0,-1 0-1 0 0,1-1 1 0 0,0-9-1 0 0,-2 13-510 0 0,0 0-1 0 0,1 1 0 0 0,-1-1 0 0 0,-1 0 1 0 0,1 0-1 0 0,0 0 0 0 0,0 1 1 0 0,-1-1-1 0 0,1 0 0 0 0,-1 0 0 0 0,1 1 1 0 0,-1-1-1 0 0,0 1 0 0 0,0-1 1 0 0,0 0-1 0 0,0 1 0 0 0,0-1 0 0 0,0 1 1 0 0,0 0-1 0 0,0-1 0 0 0,0 1 0 0 0,-1 0 1 0 0,1 0-1 0 0,0 0 0 0 0,-1 0 1 0 0,1 0-1 0 0,-1 0 0 0 0,0 0 0 0 0,1 0 1 0 0,-1 0-1 0 0,0 1 0 0 0,1-1 1 0 0,-1 1-1 0 0,0 0 0 0 0,0-1 0 0 0,1 1 1 0 0,-1 0-1 0 0,0 0 0 0 0,-2 0 0 0 0,-7 0-11 0 0,1 1-1 0 0,-1 0 0 0 0,0 0 0 0 0,1 1 0 0 0,-1 1 0 0 0,1-1 0 0 0,0 2 0 0 0,-1 0 0 0 0,2 0 0 0 0,-14 8 0 0 0,-7 5 61 0 0,-51 40 1 0 0,58-40-58 0 0,2 2 0 0 0,-28 28-1 0 0,43-41-57 0 0,0 1 0 0 0,1 0 0 0 0,0 1-1 0 0,0-1 1 0 0,0 1 0 0 0,1 0-1 0 0,0 0 1 0 0,1 0 0 0 0,-1 1 0 0 0,2-1-1 0 0,-4 14 1 0 0,6-19-20 0 0,0-1 1 0 0,0 0-1 0 0,-1 0 0 0 0,1 0 1 0 0,1 0-1 0 0,-1 0 1 0 0,0 0-1 0 0,0 0 0 0 0,1 0 1 0 0,-1 0-1 0 0,1 0 0 0 0,0 0 1 0 0,0 0-1 0 0,0 0 1 0 0,0 0-1 0 0,0 0 0 0 0,0 0 1 0 0,0 0-1 0 0,0-1 0 0 0,3 3 1 0 0,-1-1-3 0 0,0-1-1 0 0,0 0 1 0 0,0 0 0 0 0,0 0 0 0 0,1-1 0 0 0,-1 1 0 0 0,1-1 0 0 0,-1 0-1 0 0,1 0 1 0 0,-1 0 0 0 0,5 0 0 0 0,2 1-3 0 0,1-1 0 0 0,0-1 0 0 0,0 0 0 0 0,0-1 0 0 0,0 0 0 0 0,0 0 1 0 0,11-4-1 0 0,-8 1-22 0 0,0-1 0 0 0,-1-1 0 0 0,1 0 0 0 0,-1 0 0 0 0,-1-2 0 0 0,1 0 0 0 0,-1 0 0 0 0,-1-1 0 0 0,14-12 0 0 0,2-7 968 0 0,0-2 0 0 0,24-36 0 0 0,-50 65-929 0 0,0 0 0 0 0,-1 0 0 0 0,1 0 0 0 0,0 0 0 0 0,-1 0 0 0 0,1 0 0 0 0,0 0 0 0 0,0 0 0 0 0,0 0 1 0 0,0 1-1 0 0,0-1 0 0 0,0 0 0 0 0,0 1 0 0 0,0-1 0 0 0,1 0 0 0 0,-1 1-15 0 0,-1 1-1 0 0,0-1 1 0 0,1 0 0 0 0,-1 0-1 0 0,0 1 1 0 0,0-1 0 0 0,1 0-1 0 0,-1 1 1 0 0,0-1 0 0 0,0 0-1 0 0,0 1 1 0 0,0-1 0 0 0,1 1-1 0 0,-1-1 1 0 0,0 0 0 0 0,0 1-1 0 0,0-1 1 0 0,0 1 0 0 0,0-1-1 0 0,0 0 1 0 0,0 1 0 0 0,0-1-1 0 0,0 1 1 0 0,0-1 0 0 0,0 0-1 0 0,0 1 1 0 0,0-1 0 0 0,-1 1-1 0 0,-8 40 6 0 0,-328 1111 1666 0 0,332-1134-1705 0 0,-7 24-211 0 0,1 0 0 0 0,2 0 1 0 0,-4 50-1 0 0,13-71-523 0 0,4-10-1120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6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26 173 3356 0 0,'9'-103'9998'0'0,"-7"36"-6308"0"0,-2 65-3418 0 0,-1 3-176 0 0,-2 4-63 0 0,-1 1 0 0 0,1-1 0 0 0,1 0 0 0 0,-1 1-1 0 0,1 0 1 0 0,0-1 0 0 0,0 1 0 0 0,-2 11 0 0 0,-5 54 121 0 0,9-65-140 0 0,-1 5-6 0 0,1 1 0 0 0,0-1 0 0 0,1 1 0 0 0,0-1 0 0 0,1 0 0 0 0,0 1 0 0 0,1-1 0 0 0,0 0 0 0 0,9 20 0 0 0,-10-27-16 0 0,0-1 0 0 0,-1 1 0 0 0,2-1 0 0 0,-1 1 0 0 0,0-1 0 0 0,0 0 0 0 0,1 0 0 0 0,0 0 0 0 0,0 0 0 0 0,0-1 0 0 0,0 1 0 0 0,0-1 0 0 0,0 1 0 0 0,1-1 0 0 0,-1 0 0 0 0,1 0 0 0 0,-1-1 0 0 0,1 1 0 0 0,0-1 0 0 0,0 0 0 0 0,-1 0 0 0 0,1 0 0 0 0,0 0 0 0 0,0-1 0 0 0,0 1 0 0 0,0-1 0 0 0,0 0 0 0 0,0-1 0 0 0,0 1 0 0 0,0-1 0 0 0,7-1 0 0 0,-2-1-3 0 0,-1 0 1 0 0,1 0 0 0 0,-1 0 0 0 0,0-1 0 0 0,0-1-1 0 0,-1 1 1 0 0,1-1 0 0 0,-1-1 0 0 0,0 1 0 0 0,-1-1 0 0 0,8-8-1 0 0,5-8 74 0 0,-1-1 0 0 0,16-26 1 0 0,2-3 1073 0 0,-31 43-969 0 0,3-2-45 0 0,-5 12-103 0 0,-3 7-21 0 0,0 0 10 0 0,-2 0-1 0 0,1 1 1 0 0,-1-1 0 0 0,0 0-1 0 0,-6 12 1 0 0,-3 12 31 0 0,8-20-33 0 0,-3 13-21 0 0,-4 30 1 0 0,9-49-177 0 0,0 1 0 0 0,1-1 0 0 0,0 1 0 0 0,0-1 0 0 0,1 0 0 0 0,-1 1 1 0 0,2-1-1 0 0,-1 0 0 0 0,0 0 0 0 0,4 9 0 0 0,-3-12-28 0 0,0 0 1 0 0,0 0-1 0 0,0 0 1 0 0,0 0-1 0 0,1-1 1 0 0,-1 1-1 0 0,1 0 1 0 0,0-1 0 0 0,0 0-1 0 0,0 0 1 0 0,0 1-1 0 0,0-2 1 0 0,0 1-1 0 0,0 0 1 0 0,1-1-1 0 0,-1 1 1 0 0,6 0-1 0 0,0 1-772 0 0,1-1 0 0 0,0-1 0 0 0,0 1 0 0 0,0-2-1 0 0,12 0 1 0 0,16-1-3947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287 123 1632 0 0,'3'-9'1401'0'0,"1"0"1"0"0,-2 0-1 0 0,1 0 0 0 0,1-17 1 0 0,-3 24-1187 0 0,-1-1 1 0 0,0 0 0 0 0,1 1-1 0 0,-2-1 1 0 0,1 1-1 0 0,0-1 1 0 0,0 1 0 0 0,-1-1-1 0 0,1 0 1 0 0,-1 1 0 0 0,0-1-1 0 0,0 1 1 0 0,0 0-1 0 0,0-1 1 0 0,0 1 0 0 0,0 0-1 0 0,-1-1 1 0 0,1 1 0 0 0,-1 0-1 0 0,1 0 1 0 0,-5-3 0 0 0,5 5-179 0 0,0-1 1 0 0,-1 0-1 0 0,1 1 1 0 0,-1-1-1 0 0,1 1 1 0 0,-1-1-1 0 0,0 1 1 0 0,1 0-1 0 0,-1 0 1 0 0,1-1-1 0 0,-1 1 1 0 0,0 1-1 0 0,1-1 1 0 0,-1 0-1 0 0,1 0 1 0 0,-1 0-1 0 0,1 1 1 0 0,-4 0-1 0 0,-28 13 225 0 0,28-11-194 0 0,-12 6 4 0 0,1 0 0 0 0,0 2 0 0 0,1 0 0 0 0,0 0 0 0 0,1 1 0 0 0,-23 26-1 0 0,27-27-31 0 0,1 0 0 0 0,0 1-1 0 0,1 0 1 0 0,0 0 0 0 0,1 1-1 0 0,0 0 1 0 0,1 0-1 0 0,1 1 1 0 0,-6 18 0 0 0,10-29-36 0 0,1 0 1 0 0,-1 0 0 0 0,0 0 0 0 0,1 0-1 0 0,0 0 1 0 0,0 0 0 0 0,0 0 0 0 0,0 0-1 0 0,0 0 1 0 0,1 0 0 0 0,-1 0 0 0 0,1 0-1 0 0,0 0 1 0 0,0 0 0 0 0,0-1 0 0 0,0 1-1 0 0,0 0 1 0 0,1 0 0 0 0,-1-1 0 0 0,1 1-1 0 0,0-1 1 0 0,0 1 0 0 0,0-1-1 0 0,0 0 1 0 0,0 0 0 0 0,0 0 0 0 0,1 0-1 0 0,-1 0 1 0 0,1 0 0 0 0,-1-1 0 0 0,1 1-1 0 0,5 1 1 0 0,-2 0-34 0 0,0-2 1 0 0,0 1-1 0 0,1-1 0 0 0,-1 0 1 0 0,0 0-1 0 0,1 0 0 0 0,-1-1 1 0 0,1 0-1 0 0,-1 0 0 0 0,0-1 1 0 0,1 0-1 0 0,-1 0 0 0 0,0 0 0 0 0,11-5 1 0 0,-4 1-50 0 0,0-1 1 0 0,-1-1-1 0 0,0 0 1 0 0,0-1 0 0 0,0 0-1 0 0,-1 0 1 0 0,0-2-1 0 0,11-12 1 0 0,5-8 444 0 0,35-53 0 0 0,-43 59-26 0 0,-19 24-341 0 0,0 0 1 0 0,0 0-1 0 0,0 0 0 0 0,0 0 1 0 0,0 0-1 0 0,0 0 1 0 0,-1 0-1 0 0,1 1 1 0 0,0-1-1 0 0,0 0 1 0 0,0 0-1 0 0,0 0 1 0 0,0 0-1 0 0,0 0 1 0 0,0 0-1 0 0,0 0 1 0 0,0 0-1 0 0,0 0 1 0 0,0 0-1 0 0,0 1 1 0 0,0-1-1 0 0,0 0 1 0 0,1 0-1 0 0,-1 0 1 0 0,0 0-1 0 0,0 0 1 0 0,0 0-1 0 0,0 0 0 0 0,0 0 1 0 0,0 0-1 0 0,0 0 1 0 0,0 0-1 0 0,0 0 1 0 0,0 0-1 0 0,0 1 1 0 0,0-1-1 0 0,0 0 1 0 0,0 0-1 0 0,0 0 1 0 0,0 0-1 0 0,0 0 1 0 0,1 0-1 0 0,-1 0 1 0 0,0 0-1 0 0,0 0 1 0 0,0 0-1 0 0,0 0 1 0 0,0 0-1 0 0,0 0 1 0 0,0 0-1 0 0,0 0 1 0 0,0 0-1 0 0,0 0 0 0 0,1 0 1 0 0,-1 0-1 0 0,0 0 1 0 0,0 0-1 0 0,0 0 1 0 0,0 0-1 0 0,0 0 1 0 0,0 0-1 0 0,0 0 1 0 0,0 0-1 0 0,0 0 1 0 0,0 0-1 0 0,0-1 1 0 0,0 1-1 0 0,1 0 1 0 0,-1 0-1 0 0,-5 19-13 0 0,1-8 43 0 0,1 1 0 0 0,0 1 0 0 0,1-1 0 0 0,0 0 0 0 0,1 1 0 0 0,0-1 0 0 0,1 1 0 0 0,2 16 0 0 0,-1-25-79 0 0,-1 0-1 0 0,1 1 0 0 0,0-1 0 0 0,0 0 0 0 0,0 0 0 0 0,1 0 0 0 0,0 0 0 0 0,-1 0 1 0 0,2 0-1 0 0,-1 0 0 0 0,0 0 0 0 0,1-1 0 0 0,-1 1 0 0 0,1-1 0 0 0,0 0 0 0 0,0 0 0 0 0,1 0 1 0 0,-1 0-1 0 0,0 0 0 0 0,1-1 0 0 0,0 1 0 0 0,-1-1 0 0 0,1 0 0 0 0,0 0 0 0 0,0-1 1 0 0,9 3-1 0 0,-2-2-609 0 0,1 0 1 0 0,0-1-1 0 0,-1 0 1 0 0,1-1 0 0 0,0 0-1 0 0,0-1 1 0 0,-1 0-1 0 0,1-1 1 0 0,-1 0-1 0 0,1-1 1 0 0,-1 0 0 0 0,18-8-1 0 0,6-7-2750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6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210 301 2116 0 0,'29'-188'9662'0'0,"-15"88"-5105"0"0,-14 100-4526 0 0,1-1-1 0 0,-1 1 1 0 0,0-1 0 0 0,0 0-1 0 0,0 1 1 0 0,0-1 0 0 0,0 0 0 0 0,0 1-1 0 0,0-1 1 0 0,0 1 0 0 0,0-1 0 0 0,0 0-1 0 0,0 1 1 0 0,-1-1 0 0 0,1 1 0 0 0,0-1-1 0 0,0 0 1 0 0,0 1 0 0 0,-1-2 0 0 0,-8 5 259 0 0,-11 19-108 0 0,5 3-99 0 0,2 1 0 0 0,1 0 0 0 0,-17 54 0 0 0,17-44-45 0 0,-25 77 67 0 0,5 3 1 0 0,6 0 0 0 0,-15 142-1 0 0,38-230-178 0 0,1 0 0 0 0,2 0-1 0 0,0 0 1 0 0,7 40 0 0 0,-5-56-358 0 0,1 0 0 0 0,0-1 1 0 0,1 0-1 0 0,0 1 1 0 0,9 15-1 0 0,-10-21-290 0 0,1 1 0 0 0,1-1 0 0 0,-1 0 0 0 0,1 0 0 0 0,0-1 0 0 0,0 1 0 0 0,1-1 0 0 0,0-1-1 0 0,10 8 1 0 0,4-2-4928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7 117 2084 0 0,'8'-23'3516'0'0,"-1"3"521"0"0,0-1 0 0 0,4-29 1 0 0,-10 47-3238 0 0,-4 18-594 0 0,-11 48-170 0 0,7-33-217 0 0,1 0 1 0 0,2 0 0 0 0,-2 46 0 0 0,6-67-310 0 0,1 1 0 0 0,0-1 0 0 0,0 1 0 0 0,1-1 0 0 0,1 0 0 0 0,3 12 0 0 0,-3-14-241 0 0,0-1-1 0 0,1 0 0 0 0,-1 1 1 0 0,1-1-1 0 0,1-1 1 0 0,-1 1-1 0 0,1-1 1 0 0,0 1-1 0 0,7 5 0 0 0,10 5-4151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47 287 3028 0 0,'-5'-52'11140'0'0,"-5"54"-10655"0"0,7 2-428 0 0,0 0-1 0 0,1 0 1 0 0,0 0 0 0 0,0 1 0 0 0,0-1 0 0 0,0 0 0 0 0,1 1 0 0 0,-1-1 0 0 0,0 10 0 0 0,1-10-26 0 0,-2 7 38 0 0,0 1 0 0 0,2 0 0 0 0,-1 1 0 0 0,1-1 0 0 0,1 0 0 0 0,0 0 0 0 0,3 17 0 0 0,-2-25-48 0 0,0 1 0 0 0,0-1 0 0 0,0 0-1 0 0,1 1 1 0 0,-1-1 0 0 0,1 0 0 0 0,0 0 0 0 0,1 0 0 0 0,-1 0 0 0 0,1 0 0 0 0,-1-1 0 0 0,1 1 0 0 0,0-1-1 0 0,1 1 1 0 0,-1-1 0 0 0,0 0 0 0 0,1-1 0 0 0,0 1 0 0 0,0-1 0 0 0,0 1 0 0 0,0-1 0 0 0,7 3-1 0 0,-5-3-8 0 0,0 0-1 0 0,1 0 0 0 0,-1-1 0 0 0,0 1 0 0 0,1-2 0 0 0,-1 1 0 0 0,1-1 0 0 0,-1 1 0 0 0,1-2 0 0 0,-1 1 0 0 0,0-1 0 0 0,1 0 0 0 0,-1 0 0 0 0,0-1 0 0 0,1 0 0 0 0,-1 0 0 0 0,0 0 0 0 0,0-1 0 0 0,-1 0 0 0 0,1 0 0 0 0,-1-1 0 0 0,1 1 0 0 0,-1-1 0 0 0,8-8 0 0 0,-6 5-19 0 0,0 0 0 0 0,-1-1 0 0 0,-1 1 1 0 0,1-1-1 0 0,-1 0 0 0 0,0-1 0 0 0,-1 1 0 0 0,0-1 0 0 0,0 0 0 0 0,-1 0 1 0 0,0 0-1 0 0,-1 0 0 0 0,0-1 0 0 0,0 1 0 0 0,-1-1 0 0 0,0-11 1 0 0,-1 11 0 0 0,-1-1 0 0 0,0 1 0 0 0,-1 0 0 0 0,0 0 0 0 0,0-1 0 0 0,-1 1 0 0 0,-1 1 0 0 0,0-1 0 0 0,0 0 0 0 0,-6-10 0 0 0,-7-5-12 0 0,0 1 1 0 0,-24-27 0 0 0,19 24 17 0 0,17 21 5 0 0,0 1-64 0 0,1 0 0 0 0,0-1 1 0 0,0 0-1 0 0,-4-8 0 0 0,8 13 57 0 0,0 1 0 0 0,0-1-1 0 0,1 1 1 0 0,-1 0 0 0 0,0-1 0 0 0,1 1 0 0 0,-1-1-1 0 0,0 1 1 0 0,1 0 0 0 0,-1-1 0 0 0,1 1-1 0 0,-1 0 1 0 0,1 0 0 0 0,-1-1 0 0 0,1 1 0 0 0,-1 0-1 0 0,1 0 1 0 0,-1-1 0 0 0,1 1 0 0 0,-1 0-1 0 0,1 0 1 0 0,-1 0 0 0 0,1 0 0 0 0,-1 0-1 0 0,1 0 1 0 0,-1 0 0 0 0,1 0 0 0 0,0 0 0 0 0,15-1-18 0 0,4 1 1 0 0,1 1 1 0 0,-1 1-1 0 0,1 0 0 0 0,34 10 0 0 0,-12 1-38 0 0,43 18 0 0 0,-63-22 39 0 0,-1 2 0 0 0,0 0 0 0 0,-1 2-1 0 0,37 27 1 0 0,-49-34 27 0 0,-1 1 0 0 0,-1 0-1 0 0,1 1 1 0 0,-2 0 0 0 0,1 0-1 0 0,-1 0 1 0 0,0 1-1 0 0,0 0 1 0 0,-1 0 0 0 0,0 0-1 0 0,-1 1 1 0 0,0 0-1 0 0,5 19 1 0 0,-8-22 22 0 0,-1 0 0 0 0,0 0 0 0 0,0 0-1 0 0,0 0 1 0 0,-1 0 0 0 0,0 0 0 0 0,-1 0 0 0 0,1 0 0 0 0,-1 0 0 0 0,-1-1-1 0 0,1 1 1 0 0,-1-1 0 0 0,0 1 0 0 0,-1-1 0 0 0,1 0 0 0 0,-1 0-1 0 0,0-1 1 0 0,-1 1 0 0 0,1-1 0 0 0,-1 0 0 0 0,0 0 0 0 0,-1 0-1 0 0,1-1 1 0 0,-12 8 0 0 0,15-11 6 0 0,1-1-35 0 0,1 0 0 0 0,-1 0-1 0 0,1 0 1 0 0,-1 0 0 0 0,1 0 0 0 0,-1 0-1 0 0,1 0 1 0 0,-1 0 0 0 0,1 0 0 0 0,0 0-1 0 0,-1-1 1 0 0,1 1 0 0 0,-1 0 0 0 0,1 0-1 0 0,-1 0 1 0 0,1-1 0 0 0,-1 1 0 0 0,1 0-1 0 0,0-1 1 0 0,-1 1 0 0 0,1 0 0 0 0,0-1-1 0 0,-1 1 1 0 0,1 0 0 0 0,0-1 0 0 0,-1 1-1 0 0,1-1 1 0 0,0 1 0 0 0,0 0 0 0 0,-1-1-1 0 0,1 1 1 0 0,0-1 0 0 0,0 0 0 0 0,0-1-2 0 0,0 1 0 0 0,0-1 1 0 0,0 0-1 0 0,0 1 0 0 0,0-1 1 0 0,0 0-1 0 0,1 1 0 0 0,-1-1 1 0 0,1 0-1 0 0,0-1 0 0 0,22-37-33 0 0,1 6-16 0 0,2 0 0 0 0,56-57 0 0 0,-66 77 39 0 0,0 0-1 0 0,0 1 0 0 0,1 0 0 0 0,1 2 0 0 0,0 0 0 0 0,0 1 0 0 0,38-15 0 0 0,-52 24 6 0 0,1-1 0 0 0,-1 1 0 0 0,0 0 0 0 0,0 1 0 0 0,1-1 0 0 0,-1 1 1 0 0,0-1-1 0 0,1 1 0 0 0,-1 0 0 0 0,1 1 0 0 0,-1-1 0 0 0,0 1 0 0 0,1 0 0 0 0,-1 0 0 0 0,0 0 0 0 0,0 1 1 0 0,0-1-1 0 0,5 4 0 0 0,-6-3 10 0 0,0 0 0 0 0,0 1 0 0 0,0 0 0 0 0,0 0-1 0 0,0 0 1 0 0,0 0 0 0 0,-1 0 0 0 0,1 1 0 0 0,-1-1 0 0 0,0 1 0 0 0,0-1 0 0 0,0 1 0 0 0,-1 0 0 0 0,1 0 0 0 0,-1 0 0 0 0,0 0 0 0 0,0 0 0 0 0,-1 0 0 0 0,1 5-1 0 0,0 5-191 0 0,0 0-1 0 0,-1 0 0 0 0,-5 25 1 0 0,-6 11-7744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99 600 0 0,'5'-20'3478'0'0,"-4"14"-2644"0"0,1 0 1 0 0,-1 0-1 0 0,1 0 0 0 0,-2 0 0 0 0,1 0 1 0 0,-1 0-1 0 0,0-1 0 0 0,0 1 1 0 0,0 0-1 0 0,-3-9 0 0 0,3 13-560 0 0,-1 2-266 0 0,0 0-1 0 0,1 1 1 0 0,-1-1 0 0 0,0 0 0 0 0,1 0 0 0 0,-1 1 0 0 0,0-1 0 0 0,1 1 0 0 0,-1-1 0 0 0,1 1 0 0 0,-1-1 0 0 0,1 1 0 0 0,-1-1 0 0 0,1 1 0 0 0,-1-1 0 0 0,1 1 0 0 0,0-1 0 0 0,-1 1 0 0 0,1 0 0 0 0,0-1 0 0 0,-1 1-1 0 0,1 0 1 0 0,0-1 0 0 0,0 1 0 0 0,0 0 0 0 0,-1 0 0 0 0,-3 24 73 0 0,4-20-62 0 0,-1 7 65 0 0,1 1 0 0 0,0 0 0 0 0,1-1 0 0 0,0 1 0 0 0,1-1 0 0 0,1 1 0 0 0,5 17 0 0 0,-4-18 163 0 0,-1-1-1 0 0,0 1 1 0 0,-1 0 0 0 0,0 1-1 0 0,-1-1 1 0 0,0 0 0 0 0,-3 22-1 0 0,2-31-176 0 0,-1-1 0 0 0,1 1 0 0 0,-1 0 0 0 0,0 0 0 0 0,0-1 0 0 0,-1 1 0 0 0,1 0 0 0 0,0-1 0 0 0,-1 1-1 0 0,1-1 1 0 0,-1 0 0 0 0,0 1 0 0 0,0-1 0 0 0,0 0 0 0 0,0 0 0 0 0,-4 3 0 0 0,1-2-4 0 0,0-1 0 0 0,1 1-1 0 0,-1-1 1 0 0,0 0 0 0 0,0-1 0 0 0,0 1 0 0 0,0-1-1 0 0,-9 2 1 0 0,-3-2-836 0 0,0 0-1 0 0,0-1 1 0 0,0-1-1 0 0,-28-5 1 0 0,12-1-3937 0 0,-2-6-2599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104 116 1636 0 0,'-15'-16'3328'0'0,"0"5"-483"0"0,5 2-449 0 0,-1 1-528 0 0,3-1-360 0 0,-1 2-312 0 0,3 1-236 0 0,-1 1-195 0 0,2-2 295 0 0,-5-3-796 0 0,3-2-1156 0 0,7-4-2925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8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1 376 0 0,'-27'7'4032'0'0,"5"-1"-1155"0"0,5 1-601 0 0,3-2-552 0 0,4-1 1656 0 0,22 6-2668 0 0,13-8-140 0 0,24 3-127 0 0,21 0-474 0 0,21-2-603 0 0,9 2-536 0 0,7 2-1104 0 0,3-4-1576 0 0,6 1-2193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8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2708 0 0,'25'9'3729'0'0,"-6"-1"-465"0"0,-2-3-476 0 0,-2 1-384 0 0,-2-1-319 0 0,-1-2-401 0 0,0 2 728 0 0,5 0-840 0 0,-2-1-1208 0 0,-1 1-1340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9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98 1084 0 0,'-13'2'7537'0'0,"12"-2"-7486"0"0,1 0-1 0 0,0 0 1 0 0,-1-1 0 0 0,1 1 0 0 0,0 0 0 0 0,-1-1 0 0 0,1 1-1 0 0,0 0 1 0 0,0-1 0 0 0,-1 1 0 0 0,1 0 0 0 0,0-1 0 0 0,0 1-1 0 0,0-1 1 0 0,0 1 0 0 0,0-1 0 0 0,-1 1 0 0 0,1 0-1 0 0,0-1 1 0 0,0 1 0 0 0,0-1 0 0 0,0 1 0 0 0,0-1 0 0 0,0 1-1 0 0,0 0 1 0 0,0-1 0 0 0,1 1 0 0 0,-1-1 0 0 0,0 1 0 0 0,0-1-1 0 0,0 1 1 0 0,12-18 908 0 0,-7 13-790 0 0,1 0 0 0 0,-1 0 0 0 0,1 0 1 0 0,8-4-1 0 0,-9 6-135 0 0,0 0 0 0 0,1 0 0 0 0,-1 1 1 0 0,1 0-1 0 0,0 0 0 0 0,0 1 0 0 0,0-1 1 0 0,0 1-1 0 0,0 1 0 0 0,0-1 0 0 0,0 1 0 0 0,0 0 1 0 0,7 1-1 0 0,-10-1-34 0 0,0 1 1 0 0,0 0-1 0 0,1 0 0 0 0,-1 0 1 0 0,0 0-1 0 0,0 1 0 0 0,0-1 1 0 0,0 1-1 0 0,0 0 1 0 0,0 0-1 0 0,-1 0 0 0 0,1 0 1 0 0,-1 0-1 0 0,1 0 0 0 0,-1 1 1 0 0,0 0-1 0 0,0-1 1 0 0,0 1-1 0 0,0 0 0 0 0,0 0 1 0 0,0 0-1 0 0,-1 0 0 0 0,0 0 1 0 0,1 0-1 0 0,0 4 0 0 0,0 5 4 0 0,0-1 0 0 0,0 1 0 0 0,-1-1 0 0 0,-1 1 0 0 0,0 0-1 0 0,0-1 1 0 0,-2 1 0 0 0,1 0 0 0 0,-1-1 0 0 0,-1 0 0 0 0,0 1-1 0 0,-7 18 1 0 0,-4 3 40 0 0,-2-1-1 0 0,-34 55 1 0 0,-6-3 226 0 0,55-83-169 0 0,4-2-85 0 0,17-13-1 0 0,0-2-1 0 0,21-20 1 0 0,-9 8-10 0 0,79-66-13 0 0,169-153 84 0 0,-277 244-80 0 0,-1 0 0 0 0,1 0 0 0 0,0 0 1 0 0,-1 0-1 0 0,0 0 0 0 0,1 0 0 0 0,-1-1 0 0 0,-1 1 1 0 0,1-1-1 0 0,2-5 0 0 0,-4 8 3 0 0,0 1-1 0 0,-1-1 1 0 0,1 1 0 0 0,0-1-1 0 0,0 1 1 0 0,0 0 0 0 0,-1-1-1 0 0,1 1 1 0 0,0-1 0 0 0,-1 1-1 0 0,1 0 1 0 0,0-1-1 0 0,-1 1 1 0 0,1 0 0 0 0,0-1-1 0 0,-1 1 1 0 0,1 0 0 0 0,0 0-1 0 0,-1-1 1 0 0,1 1 0 0 0,-1 0-1 0 0,1 0 1 0 0,-1 0 0 0 0,1-1-1 0 0,-1 1 1 0 0,1 0-1 0 0,0 0 1 0 0,-1 0 0 0 0,1 0-1 0 0,-1 0 1 0 0,1 0 0 0 0,-1 0-1 0 0,1 0 1 0 0,-1 0 0 0 0,1 0-1 0 0,-1 0 1 0 0,1 1-1 0 0,-1-1 1 0 0,1 0 0 0 0,-1 0-1 0 0,-17 3-17 0 0,5 0 8 0 0,0 1 1 0 0,0 0 0 0 0,0 1-1 0 0,1 1 1 0 0,0 0-1 0 0,0 0 1 0 0,0 1-1 0 0,-12 10 1 0 0,6-2 7 0 0,0 0-1 0 0,1 1 1 0 0,-27 34 0 0 0,38-44 2 0 0,1 1 0 0 0,0 0 0 0 0,1 0 1 0 0,0 1-1 0 0,0-1 0 0 0,1 1 1 0 0,-1 0-1 0 0,2 0 0 0 0,-1 0 1 0 0,-2 17-1 0 0,5-20 8 0 0,0 1-1 0 0,0-1 1 0 0,0 1 0 0 0,1-1 0 0 0,-1 1-1 0 0,1-1 1 0 0,1 1 0 0 0,-1-1 0 0 0,1 1-1 0 0,0-1 1 0 0,0 0 0 0 0,0 0 0 0 0,1 0 0 0 0,0 0-1 0 0,0-1 1 0 0,0 1 0 0 0,8 7 0 0 0,0-1 20 0 0,0-1 0 0 0,1 0 0 0 0,0-1 0 0 0,1-1 0 0 0,0 1 0 0 0,0-2 0 0 0,1 0 0 0 0,0-1 0 0 0,0 0 1 0 0,1-1-1 0 0,0 0 0 0 0,27 4 0 0 0,-16-5-637 0 0,1-1 1 0 0,-1-2-1 0 0,0 0 0 0 0,1-1 1 0 0,-1-2-1 0 0,44-8 1 0 0,-37 2-2298 0 0,4-4-982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49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63 111 2192 0 0,'-25'-14'6514'0'0,"-13"-6"-1313"0"0,60 12-5036 0 0,0 0 0 0 0,0 1 0 0 0,1 2 0 0 0,37-5 1 0 0,-18 3-216 0 0,-23 3-348 0 0,35-7-1383 0 0,-20 0-3704 0 0,-22 6 870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11 2148 0 0,'-7'-2'776'0'0,"-23"-6"5409"0"0,28 8-6011 0 0,1 0 1 0 0,-1 0-1 0 0,0 0 1 0 0,1 0-1 0 0,-1 0 1 0 0,1 0-1 0 0,-1 0 1 0 0,0 0 0 0 0,1 0-1 0 0,-1 1 1 0 0,1-1-1 0 0,-1 1 1 0 0,1-1-1 0 0,-1 1 1 0 0,1 0-1 0 0,-2 1 1 0 0,1 0-40 0 0,0 2 0 0 0,0-1 0 0 0,1 0 0 0 0,-1 0 0 0 0,1 1 0 0 0,-1-1 0 0 0,1 1 0 0 0,0-1 0 0 0,1 1-1 0 0,-1-1 1 0 0,1 1 0 0 0,-1 5 0 0 0,0 1 166 0 0,-10 71 231 0 0,4 1 0 0 0,7 159-1 0 0,1-223-1612 0 0,7 31-1 0 0,-6-41-428 0 0,0-1 0 0 0,0 0-1 0 0,7 12 1 0 0,-1-6-3608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57 2412 0 0,'9'-22'4034'0'0,"-7"19"-3217"0"0,0-1 0 0 0,-1 1 0 0 0,1 0-1 0 0,-1-1 1 0 0,0 0 0 0 0,0 1 0 0 0,1-7 0 0 0,8 26 655 0 0,-8 10-707 0 0,-1 0 0 0 0,-2 1 1 0 0,-3 30-1 0 0,-1 9-260 0 0,5-49-408 0 0,0 77 300 0 0,1-86-356 0 0,0 0 1 0 0,0 0-1 0 0,1 0 0 0 0,0 0 0 0 0,0 0 1 0 0,0-1-1 0 0,1 1 0 0 0,1-1 0 0 0,4 9 1 0 0,-7-15-39 0 0,0 1 1 0 0,1 0 0 0 0,-1-1 0 0 0,0 1-1 0 0,1 0 1 0 0,-1-1 0 0 0,1 0 0 0 0,-1 1-1 0 0,1-1 1 0 0,0 0 0 0 0,0 0 0 0 0,0 0-1 0 0,-1 0 1 0 0,1 0 0 0 0,0 0 0 0 0,0-1-1 0 0,0 1 1 0 0,0-1 0 0 0,5 1-1 0 0,-4-1 8 0 0,1 0-1 0 0,0 0 1 0 0,-1-1-1 0 0,1 0 1 0 0,-1 1-1 0 0,1-1 1 0 0,-1 0-1 0 0,1-1 1 0 0,-1 1-1 0 0,6-4 0 0 0,0-1 12 0 0,1 0 0 0 0,-1 0-1 0 0,-1-2 1 0 0,1 1 0 0 0,-1-1-1 0 0,11-13 1 0 0,-5-2-34 0 0,0 0-1 0 0,-2 0 1 0 0,0-2 0 0 0,-2 0-1 0 0,0 0 1 0 0,7-34-1 0 0,-16 57-47 0 0,-1 5-14 0 0,0 11 55 0 0,0 1 0 0 0,-1-1-1 0 0,-6 26 1 0 0,1 6 12 0 0,-15 282 388 0 0,-11 103 751 0 0,-2-252-267 0 0,26-149-206 0 0,-1-1 0 0 0,-1 0 1 0 0,-27 51-1 0 0,34-73-462 0 0,-1-1-1 0 0,-1 1 1 0 0,1-1 0 0 0,-1 0 0 0 0,0 0-1 0 0,-1-1 1 0 0,0 1 0 0 0,1-1 0 0 0,-1 0 0 0 0,-1-1-1 0 0,1 1 1 0 0,-13 5 0 0 0,15-8-127 0 0,0-1 0 0 0,0 1 0 0 0,-1-1-1 0 0,1 0 1 0 0,-1 0 0 0 0,1-1 0 0 0,-1 1 0 0 0,1-1 0 0 0,-1 0 0 0 0,1 0 0 0 0,-1-1 0 0 0,1 1 0 0 0,-1-1-1 0 0,1 0 1 0 0,0 0 0 0 0,-1 0 0 0 0,1-1 0 0 0,0 0 0 0 0,0 0 0 0 0,0 0 0 0 0,0 0 0 0 0,-6-4 0 0 0,2-1-36 0 0,0 0 0 0 0,1 0 0 0 0,-1 0 0 0 0,1-1 0 0 0,1 0 0 0 0,0 0 0 0 0,0-1 0 0 0,0 0 0 0 0,1 0 0 0 0,1 0 1 0 0,-1 0-1 0 0,2-1 0 0 0,-1 0 0 0 0,1 0 0 0 0,1 0 0 0 0,-1 0 0 0 0,0-15 0 0 0,2 8-36 0 0,0 0 0 0 0,1 0 0 0 0,1 0 0 0 0,0 0-1 0 0,2 0 1 0 0,-1 0 0 0 0,2 0 0 0 0,1 1 0 0 0,11-30 0 0 0,-2 19-388 0 0,0 0 1 0 0,2 2 0 0 0,0 0 0 0 0,2 1-1 0 0,1 0 1 0 0,1 2 0 0 0,0 0 0 0 0,44-34 0 0 0,68-40-4691 0 0,7 11-4915 0 0,-135 82 9544 0 0,33-18-6851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0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13 103 2860 0 0,'-10'-9'10640'0'0,"8"6"-9805"0"0,15-3-516 0 0,0 1-1 0 0,1 1 1 0 0,-1 0 0 0 0,1 1-1 0 0,25-3 1 0 0,-14 2-154 0 0,100-21-837 0 0,-99 18-3136 0 0,29-12-1 0 0,-38 11-1910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18 392 0 0,'-18'-15'10291'0'0,"14"14"-9499"0"0,-11 0 2189 0 0,14 1-2902 0 0,0 1 1 0 0,1-1-1 0 0,-1 1 1 0 0,1 0-1 0 0,-1-1 1 0 0,1 1-1 0 0,-1 0 1 0 0,1-1-1 0 0,-1 1 1 0 0,1 0-1 0 0,-1-1 1 0 0,1 1-1 0 0,0 0 1 0 0,-1 0-1 0 0,1 0 0 0 0,0-1 1 0 0,0 1-1 0 0,0 0 1 0 0,0 0-1 0 0,-1 1 1 0 0,1-2 112 0 0,-9 27 739 0 0,0 0-1 0 0,2 0 1 0 0,-6 44 0 0 0,4-25-594 0 0,3-11-378 0 0,-21 122 426 0 0,24-129-2845 0 0,2 49 0 0 0,6-49-4366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94 2976 0 0,'5'-24'5367'0'0,"-3"16"-3480"0"0,-1 1 1 0 0,2-1-1 0 0,4-12 0 0 0,-5 19-1816 0 0,0-1 0 0 0,0 1 0 0 0,0-1 0 0 0,1 1 0 0 0,-1 0 0 0 0,1 0 0 0 0,-1 0 0 0 0,1 0 0 0 0,-1 0 0 0 0,1 0 1 0 0,-1 1-1 0 0,1-1 0 0 0,0 1 0 0 0,-1 0 0 0 0,5 0 0 0 0,-2-1 0 0 0,49-5 260 0 0,55 0 0 0 0,-108 6-330 0 0,0 0 0 0 0,0 0-1 0 0,0 0 1 0 0,0 0 0 0 0,0 0-1 0 0,0 0 1 0 0,0 1 0 0 0,0-1 0 0 0,0 0-1 0 0,0 0 1 0 0,0 1 0 0 0,0-1-1 0 0,0 0 1 0 0,0 1 0 0 0,-1-1-1 0 0,1 1 1 0 0,0 0 0 0 0,0-1 0 0 0,0 1-1 0 0,-1-1 1 0 0,1 1 0 0 0,0 0-1 0 0,-1 0 1 0 0,1-1 0 0 0,0 1-1 0 0,-1 0 1 0 0,1 0 0 0 0,-1 0 0 0 0,1 0-1 0 0,-1 0 1 0 0,0 0 0 0 0,1 0-1 0 0,-1 0 1 0 0,0 0 0 0 0,0 0-1 0 0,0 0 1 0 0,0 0 0 0 0,0 0 0 0 0,0 0-1 0 0,0 0 1 0 0,0 0 0 0 0,0 0-1 0 0,0 0 1 0 0,0 0 0 0 0,-1 1-1 0 0,-1 5 5 0 0,1-1 0 0 0,-1 0-1 0 0,-1 0 1 0 0,1 0-1 0 0,-5 7 1 0 0,-25 37 72 0 0,-2-2 0 0 0,-61 65 0 0 0,9-10 36 0 0,56-68 24 0 0,20-24-16 0 0,0 0-1 0 0,1 1 1 0 0,-15 24 0 0 0,24-35-98 0 0,-1 0 0 0 0,1-1 0 0 0,0 1 0 0 0,-1 0 0 0 0,1-1 0 0 0,0 1 0 0 0,0 0 0 0 0,-1 0 0 0 0,1 0 0 0 0,0-1-1 0 0,0 1 1 0 0,0 0 0 0 0,0 0 0 0 0,0 0 0 0 0,0-1 0 0 0,0 1 0 0 0,0 0 0 0 0,0 0 0 0 0,0-1 0 0 0,1 1 0 0 0,-1 0 0 0 0,0 0 0 0 0,0-1 0 0 0,1 1 0 0 0,-1 0 0 0 0,1 0 0 0 0,-1-1 0 0 0,1 1 0 0 0,-1 0 0 0 0,1-1 0 0 0,-1 1 0 0 0,1-1 0 0 0,-1 1 0 0 0,1-1 0 0 0,0 1 0 0 0,-1-1 0 0 0,1 1 0 0 0,0-1 0 0 0,-1 0 0 0 0,1 1 0 0 0,0-1 0 0 0,0 0 0 0 0,-1 1 0 0 0,1-1 0 0 0,0 0 0 0 0,0 0 0 0 0,-1 0 0 0 0,1 0 0 0 0,0 0 0 0 0,1 0 0 0 0,7 1 39 0 0,0-1-1 0 0,0 1 1 0 0,14-3 0 0 0,-17 1-24 0 0,219-35-915 0 0,-194 30 388 0 0,156-37-3940 0 0,-64 8-1325 0 0,-35 8-536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1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60 1504 0 0,'-62'-15'10738'0'0,"60"15"-9881"0"0,-1-1-93 0 0,-3-2 964 0 0,7 1-634 0 0,18-4-253 0 0,29-3-641 0 0,-48 9-176 0 0,129-12-126 0 0,-74 8-2514 0 0,-1-1-4189 0 0,-36 3 982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 4 0 0,'-163'86'18194'0'0,"162"-86"-17478"0"0,3 1-452 0 0,4 0-185 0 0,0-1 0 0 0,1 0 0 0 0,-1 0 1 0 0,0 0-1 0 0,0 0 0 0 0,11-4 0 0 0,42-11-408 0 0,-42 10-29 0 0,-13 4 247 0 0,104-31-4311 0 0,-38 5-1798 0 0,-27 8 332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186 166 1316 0 0,'-16'-27'7928'0'0,"-7"-9"-814"0"0,21 36-7068 0 0,0 1 0 0 0,0 0 0 0 0,1-1-1 0 0,-1 1 1 0 0,0 0 0 0 0,0 0 0 0 0,1 0-1 0 0,-1 0 1 0 0,1 0 0 0 0,-1 0 0 0 0,1 0 0 0 0,-1 1-1 0 0,1-1 1 0 0,0 0 0 0 0,-1 1 0 0 0,0 2 0 0 0,-22 32 233 0 0,18-27-146 0 0,-6 10-25 0 0,0 1 0 0 0,1 1 0 0 0,1 0 0 0 0,1 0 0 0 0,1 1 0 0 0,1 0-1 0 0,0 0 1 0 0,-4 40 0 0 0,10-56-88 0 0,1 0 0 0 0,0 0 0 0 0,0 1 0 0 0,0-1-1 0 0,1 0 1 0 0,0 0 0 0 0,1 0 0 0 0,-1 0 0 0 0,1 0 0 0 0,0 0-1 0 0,0 0 1 0 0,1-1 0 0 0,0 1 0 0 0,5 6 0 0 0,-4-6-9 0 0,1 0 1 0 0,0 0 0 0 0,1-1 0 0 0,-1 0 0 0 0,1 0 0 0 0,0-1-1 0 0,1 1 1 0 0,-1-2 0 0 0,1 1 0 0 0,10 4 0 0 0,1-1 41 0 0,1-2 0 0 0,0 0 0 0 0,1 0 0 0 0,-1-2 0 0 0,1-1 0 0 0,-1 0 0 0 0,1-1 1 0 0,23-3-1 0 0,-18 0 207 0 0,-1-2 1 0 0,0 0-1 0 0,1-2 1 0 0,-2-1-1 0 0,1 0 1 0 0,-1-2-1 0 0,0-1 1 0 0,42-24-1 0 0,-47 22-47 0 0,1-1 0 0 0,-2 0 0 0 0,0-1 0 0 0,0 0-1 0 0,-1-2 1 0 0,-1 0 0 0 0,-1-1 0 0 0,0 0 0 0 0,-2-1 0 0 0,16-26 0 0 0,-23 33-105 0 0,0 0 1 0 0,0 0 0 0 0,-1-1 0 0 0,-1 1-1 0 0,0-1 1 0 0,0 0 0 0 0,-1 0 0 0 0,-1 0 0 0 0,0 0-1 0 0,-1-19 1 0 0,0 25-87 0 0,-1 0 1 0 0,0 0-1 0 0,0-1 0 0 0,-1 1 0 0 0,0 0 0 0 0,0 0 1 0 0,0 0-1 0 0,-1 1 0 0 0,1-1 0 0 0,-1 1 0 0 0,-1-1 0 0 0,1 1 1 0 0,-1 0-1 0 0,0 0 0 0 0,0 0 0 0 0,-1 1 0 0 0,1 0 1 0 0,-1-1-1 0 0,0 1 0 0 0,0 1 0 0 0,-9-6 0 0 0,1 3-209 0 0,-1 0-1 0 0,0 1 0 0 0,0 1 1 0 0,0 0-1 0 0,0 1 1 0 0,-1 0-1 0 0,1 1 0 0 0,-1 1 1 0 0,0 0-1 0 0,-24 2 0 0 0,-14 5-4927 0 0,-82 18 0 0 0,110-18 2695 0 0,-37 6-6258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3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80 392 0 0,'-2'-1'1788'0'0,"-3"-1"-928"0"0,0 0 0 0 0,0-1 0 0 0,0 1 0 0 0,0-1-1 0 0,1-1 1 0 0,0 1 0 0 0,-1 0 0 0 0,1-1 0 0 0,1 0 0 0 0,-5-4-1 0 0,7 7-575 0 0,2-1-252 0 0,-1 0 0 0 0,1 0-1 0 0,-1 1 1 0 0,1-1-1 0 0,-1 0 1 0 0,1 1 0 0 0,0-1-1 0 0,0 1 1 0 0,0-1-1 0 0,0 1 1 0 0,0-1 0 0 0,0 1-1 0 0,1 0 1 0 0,-1 0-1 0 0,0-1 1 0 0,1 1 0 0 0,-1 0-1 0 0,0 0 1 0 0,1 0-1 0 0,0 0 1 0 0,-1 1-1 0 0,1-1 1 0 0,-1 0 0 0 0,1 1-1 0 0,0-1 1 0 0,-1 1-1 0 0,1-1 1 0 0,2 1 0 0 0,4-2-11 0 0,-1 1 0 0 0,1 0 1 0 0,-1 0-1 0 0,1 1 0 0 0,11 0 1 0 0,-12 1-18 0 0,1 0 0 0 0,0 0 1 0 0,-1 1-1 0 0,1 0 1 0 0,-1 0-1 0 0,1 1 0 0 0,-1 0 1 0 0,0 0-1 0 0,0 1 1 0 0,0 0-1 0 0,-1 0 0 0 0,1 0 1 0 0,-1 1-1 0 0,0 0 1 0 0,0 0-1 0 0,-1 1 0 0 0,1 0 1 0 0,-1 0-1 0 0,-1 0 1 0 0,1 0-1 0 0,-1 1 1 0 0,0 0-1 0 0,0 0 0 0 0,-1 0 1 0 0,0 0-1 0 0,0 0 1 0 0,-1 1-1 0 0,0-1 0 0 0,0 1 1 0 0,-1 0-1 0 0,0-1 1 0 0,0 1-1 0 0,-1 0 0 0 0,0 0 1 0 0,-2 15-1 0 0,-3 0 8 0 0,-2 0 0 0 0,0-1 0 0 0,-1 1-1 0 0,-2-1 1 0 0,0-1 0 0 0,-1 0 0 0 0,-1 0-1 0 0,-26 31 1 0 0,-2-2 184 0 0,-94 89 0 0 0,91-98 185 0 0,-79 68 1180 0 0,122-109-1554 0 0,0 0-1 0 0,1 0 0 0 0,-1 0 0 0 0,0 0 0 0 0,1 0 1 0 0,-1 0-1 0 0,0 0 0 0 0,1 0 0 0 0,-1 0 0 0 0,1 0 0 0 0,-1 0 1 0 0,0 0-1 0 0,1 0 0 0 0,-1 0 0 0 0,0 0 0 0 0,1 1 1 0 0,-1-1-1 0 0,0 0 0 0 0,1 0 0 0 0,-1 0 0 0 0,0 0 0 0 0,1 1 1 0 0,-1-1-1 0 0,0 0 0 0 0,1 0 0 0 0,-1 1 0 0 0,0-1 1 0 0,0 0-1 0 0,1 0 0 0 0,-1 1 0 0 0,0-1 0 0 0,0 0 1 0 0,0 1-1 0 0,0-1 0 0 0,1 0 0 0 0,-1 1 0 0 0,0-1 0 0 0,0 0 1 0 0,0 1-1 0 0,0-1 0 0 0,0 1 0 0 0,0-1 0 0 0,0 0 1 0 0,0 1-1 0 0,0-1 0 0 0,0 0 0 0 0,0 1 0 0 0,0-1 0 0 0,0 1 1 0 0,0-1-1 0 0,0 0 0 0 0,0 1 0 0 0,-1-1 0 0 0,1 0 1 0 0,0 1-1 0 0,0-1 0 0 0,0 0 0 0 0,-1 1 0 0 0,1-1 0 0 0,0 0 1 0 0,0 0-1 0 0,0 1 0 0 0,-1-1 0 0 0,1 0 0 0 0,0 0 1 0 0,-1 1-1 0 0,1-1 0 0 0,-1 0 0 0 0,71-9 57 0 0,0-3 1 0 0,70-21-1 0 0,-63 13-96 0 0,-11 6-610 0 0,79-23-2166 0 0,-122 29-310 0 0,44-20 0 0 0,-43 13-936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99 119 1104 0 0,'-7'-20'4928'0'0,"-9"-35"-1"0"0,9 27-2661 0 0,7 28-2229 0 0,0-1 1 0 0,-1 1-1 0 0,1-1 1 0 0,0 1-1 0 0,0-1 1 0 0,0 1 0 0 0,0-1-1 0 0,0 1 1 0 0,0-1-1 0 0,0 1 1 0 0,0-1-1 0 0,0 1 1 0 0,0-1 0 0 0,0 1-1 0 0,0-1 1 0 0,0 1-1 0 0,0-1 1 0 0,0 1-1 0 0,0 0 1 0 0,1-1 0 0 0,-1 1-1 0 0,0-1 1 0 0,0 1-1 0 0,1-1 1 0 0,-1 1-1 0 0,0-1 1 0 0,1 1 0 0 0,-1 0-1 0 0,1-1 1 0 0,14 0 564 0 0,13 11-147 0 0,-22-6-367 0 0,0 0 0 0 0,0 0 0 0 0,-1 1 0 0 0,0 0 0 0 0,0 0 0 0 0,0 0 0 0 0,0 1 0 0 0,-1 0 0 0 0,0 0-1 0 0,0 0 1 0 0,-1 0 0 0 0,0 0 0 0 0,5 13 0 0 0,-5-10-5 0 0,-1 1 0 0 0,0-1 0 0 0,-1 0 0 0 0,0 1 0 0 0,-1-1 0 0 0,1 1 0 0 0,-2-1 0 0 0,1 1 0 0 0,-4 15 0 0 0,1-12-33 0 0,-1 1 1 0 0,0 0 0 0 0,-1-1 0 0 0,0 0 0 0 0,-1 0-1 0 0,-1-1 1 0 0,0 1 0 0 0,-1-1 0 0 0,0-1 0 0 0,0 0-1 0 0,-2 0 1 0 0,1 0 0 0 0,-1-1 0 0 0,-11 8 0 0 0,16-14-42 0 0,-3 2 69 0 0,-1 1-1 0 0,1-2 0 0 0,-1 1 0 0 0,-12 4 1 0 0,18-9-31 0 0,-1-3 6 0 0,4 2-52 0 0,0 0 0 0 0,-1 0 0 0 0,1-1 0 0 0,0 1 0 0 0,-1 0 0 0 0,1 0 0 0 0,0 0 0 0 0,-1 0 0 0 0,1 0 0 0 0,0-1 0 0 0,-1 1 0 0 0,1 0 0 0 0,0 0 0 0 0,0 0 0 0 0,-1-1 0 0 0,1 1 0 0 0,0 0 0 0 0,0 0 0 0 0,-1-1 0 0 0,1 1 0 0 0,0 0 1 0 0,0-1-1 0 0,0 1 0 0 0,0 0 0 0 0,0 0 0 0 0,-1-1 0 0 0,1 1 0 0 0,0 0 0 0 0,0-1 0 0 0,0 1 0 0 0,0 0 0 0 0,0-1 0 0 0,0 1 0 0 0,0-1 0 0 0,0 1 0 0 0,7-18 6 0 0,0 1 0 0 0,2 1 1 0 0,0 0-1 0 0,1 0 0 0 0,0 1 0 0 0,16-18 0 0 0,84-84-21 0 0,-89 95 18 0 0,74-64-30 0 0,-115 111 29 0 0,-57 80 52 0 0,68-91-47 0 0,1 1 0 0 0,0 0 1 0 0,1 0-1 0 0,0 1 1 0 0,-6 26-1 0 0,12-38 6 0 0,0 0-1 0 0,0 0 1 0 0,1 0-1 0 0,-1 0 1 0 0,1 0-1 0 0,0 0 1 0 0,0 0 0 0 0,1 0-1 0 0,-1 0 1 0 0,1 0-1 0 0,0-1 1 0 0,0 1-1 0 0,0 0 1 0 0,1 0 0 0 0,-1 0-1 0 0,1-1 1 0 0,0 1-1 0 0,0-1 1 0 0,0 1-1 0 0,0-1 1 0 0,0 0-1 0 0,1 0 1 0 0,4 4 0 0 0,-1-2-71 0 0,-1-1 1 0 0,1 0 0 0 0,1 0 0 0 0,-1-1 0 0 0,0 1 0 0 0,1-1 0 0 0,0-1 0 0 0,-1 1 0 0 0,1-1-1 0 0,0-1 1 0 0,1 1 0 0 0,9 0 0 0 0,4 0-1468 0 0,0-1 1 0 0,38-4-1 0 0,-42 1-1712 0 0,32-8-1 0 0,-20 0-1798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4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67 2124 0 0,'-14'-17'13142'0'0,"11"12"-11265"0"0,9 3-1697 0 0,-1 0 1 0 0,1 0-1 0 0,0 0 1 0 0,0 1-1 0 0,0-1 1 0 0,0 2-1 0 0,0-1 1 0 0,0 1-1 0 0,9 0 1 0 0,18-2 51 0 0,81-18 292 0 0,-112 20-482 0 0,26-6-1176 0 0,-20 1-745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5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48 60 0 0,'-8'-11'6263'0'0,"1"-2"-1977"0"0,0 1-526 0 0,7 12-3643 0 0,0-1 1 0 0,0 0 0 0 0,0 1 0 0 0,0-1-1 0 0,-1 1 1 0 0,1-1 0 0 0,0 1 0 0 0,0-1 0 0 0,0 1-1 0 0,-1-1 1 0 0,1 1 0 0 0,0-1 0 0 0,0 1-1 0 0,-1-1 1 0 0,1 1 0 0 0,0-1 0 0 0,-1 1-1 0 0,1 0 1 0 0,-1-1 0 0 0,1 1 0 0 0,-1-1-1 0 0,0 1-96 0 0,1 0 0 0 0,0 0 0 0 0,-1 0-1 0 0,1 0 1 0 0,0 0 0 0 0,-1 0 0 0 0,1 0-1 0 0,0 0 1 0 0,-1 0 0 0 0,1 0 0 0 0,0 0-1 0 0,-1 0 1 0 0,1 0 0 0 0,0 0-1 0 0,-1 0 1 0 0,1 1 0 0 0,0-1 0 0 0,-1 0-1 0 0,1 0 1 0 0,0 0 0 0 0,0 0 0 0 0,-1 1-1 0 0,1-1 1 0 0,0 0 0 0 0,0 0-1 0 0,0 1 1 0 0,-1-1 0 0 0,1 0 0 0 0,0 0-1 0 0,0 1 1 0 0,0-1 0 0 0,0 0 0 0 0,-1 1-1 0 0,1-1 1 0 0,0 0 0 0 0,0 1 0 0 0,0-1-1 0 0,0 0 1 0 0,0 1 0 0 0,0-1-1 0 0,0 0 1 0 0,0 1 0 0 0,-2 10 61 0 0,0-1 1 0 0,0 1-1 0 0,1 0 1 0 0,1-1-1 0 0,1 19 1 0 0,10 57 108 0 0,-10-78-172 0 0,0 1 4 0 0,1-1 1 0 0,0 0-1 0 0,1 0 1 0 0,0 1-1 0 0,0-2 1 0 0,0 1-1 0 0,1 0 1 0 0,6 9-1 0 0,-8-14-11 0 0,1 0 0 0 0,-1 0 0 0 0,0-1 0 0 0,1 1 0 0 0,-1-1 0 0 0,1 1 0 0 0,0-1 0 0 0,0 0 0 0 0,0 0 0 0 0,0 0 0 0 0,0 0 0 0 0,0-1 0 0 0,1 1 0 0 0,-1-1 0 0 0,0 0 0 0 0,1 0 0 0 0,-1 0 0 0 0,1 0 0 0 0,0-1-1 0 0,-1 1 1 0 0,8-1 0 0 0,-4-1-2 0 0,0 0-1 0 0,0 0 0 0 0,1-1 1 0 0,-1 0-1 0 0,0 0 0 0 0,0 0 1 0 0,-1-1-1 0 0,1 0 0 0 0,-1-1 0 0 0,1 0 1 0 0,-1 0-1 0 0,0 0 0 0 0,0 0 1 0 0,-1-1-1 0 0,0 0 0 0 0,1 0 1 0 0,-2-1-1 0 0,1 1 0 0 0,0-1 0 0 0,3-7 1 0 0,3-7-3 0 0,0 0 0 0 0,-1 0 0 0 0,-2-1 1 0 0,0 0-1 0 0,6-28 0 0 0,-6 30-27 0 0,-7 17 29 0 0,-6 93 1579 0 0,-33 179-1 0 0,22-173-1105 0 0,15-92-460 0 0,-50 255 1063 0 0,41-220-922 0 0,-3-1 0 0 0,0 0 1 0 0,-3-1-1 0 0,-28 51 0 0 0,38-79-77 0 0,0-1 0 0 0,-1 0 0 0 0,0 0 0 0 0,0 0 0 0 0,-1-1 0 0 0,0 0 0 0 0,-1-1 0 0 0,1 0 0 0 0,-2 0 0 0 0,1-1 0 0 0,-1 0 0 0 0,-14 7 0 0 0,19-11-15 0 0,-1 0 1 0 0,1 0 0 0 0,-1-1-1 0 0,1 1 1 0 0,-1-1-1 0 0,0 0 1 0 0,0-1-1 0 0,1 0 1 0 0,-1 1-1 0 0,0-2 1 0 0,0 1-1 0 0,1-1 1 0 0,-1 0-1 0 0,0 0 1 0 0,0 0 0 0 0,1-1-1 0 0,-1 0 1 0 0,1 0-1 0 0,0 0 1 0 0,0-1-1 0 0,-1 0 1 0 0,2 0-1 0 0,-1 0 1 0 0,0-1-1 0 0,-6-6 1 0 0,6 6-51 0 0,1 0 0 0 0,1 0 0 0 0,-1-1 0 0 0,0 1 0 0 0,1-1 0 0 0,0 0-1 0 0,0 0 1 0 0,1 0 0 0 0,-1 0 0 0 0,1-1 0 0 0,0 1 0 0 0,1-1 0 0 0,-2-10 0 0 0,2 7 3 0 0,0 1 0 0 0,1-1 0 0 0,0 0 0 0 0,1 0 0 0 0,0 0 0 0 0,0 1 1 0 0,1-1-1 0 0,4-11 0 0 0,1 1-147 0 0,1 0-1 0 0,1 0 1 0 0,1 1 0 0 0,0 0 0 0 0,1 1 0 0 0,1 0 0 0 0,15-16-1 0 0,-3 8-1540 0 0,0 2-1 0 0,56-42 1 0 0,14 0-7049 0 0,-67 47 4590 0 0,2-1-2984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51 199 3172 0 0,'-23'-11'7223'0'0,"20"9"-6307"0"0,-1 0 0 0 0,1 0 0 0 0,0-1-1 0 0,0 1 1 0 0,0-1 0 0 0,-5-4 0 0 0,8 6-868 0 0,0 1 1 0 0,0-1-1 0 0,0 1 0 0 0,0-1 0 0 0,0 1 1 0 0,-1 0-1 0 0,1-1 0 0 0,0 1 1 0 0,0-1-1 0 0,0 1 0 0 0,0-1 0 0 0,0 1 1 0 0,0-1-1 0 0,1 1 0 0 0,-1 0 0 0 0,0-1 1 0 0,0 1-1 0 0,0-1 0 0 0,0 1 0 0 0,0 0 1 0 0,1-1-1 0 0,-1 1 0 0 0,0-1 0 0 0,0 1 1 0 0,1 0-1 0 0,-1-1 0 0 0,0 1 0 0 0,0 0 1 0 0,1-1-1 0 0,9-8 307 0 0,-9 8-330 0 0,16-11 127 0 0,0 1 0 0 0,1 1 0 0 0,0 0 0 0 0,1 1 0 0 0,0 1 0 0 0,0 1 0 0 0,21-5 0 0 0,19-8-166 0 0,-2 3-1581 0 0,-24 8-1482 0 0,0-3-3826 0 0,-18 6 1046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92 106 2484 0 0,'-1'-3'943'0'0,"0"0"0"0"0,-1 0 0 0 0,1 0 0 0 0,0 0 0 0 0,1 0 0 0 0,-1 0 0 0 0,0-6 0 0 0,1 7-650 0 0,0 0-1 0 0,0 0 0 0 0,0 0 0 0 0,0 0 1 0 0,1 1-1 0 0,-1-1 0 0 0,1 0 1 0 0,-1 0-1 0 0,1 0 0 0 0,2-3 0 0 0,-1 2-154 0 0,1 0 0 0 0,-1 0 0 0 0,1 0-1 0 0,0 0 1 0 0,0 0 0 0 0,0 0 0 0 0,1 1 0 0 0,-1 0-1 0 0,1 0 1 0 0,-1 0 0 0 0,7-3 0 0 0,-1 1-59 0 0,0 1 1 0 0,0 0 0 0 0,1 1 0 0 0,-1 0-1 0 0,1 0 1 0 0,-1 1 0 0 0,1 1 0 0 0,-1-1-1 0 0,1 1 1 0 0,16 3 0 0 0,-19-2-63 0 0,0 0 1 0 0,1 0-1 0 0,-1 1 1 0 0,0 0-1 0 0,0 1 1 0 0,-1-1-1 0 0,1 1 1 0 0,0 1-1 0 0,-1-1 1 0 0,0 1-1 0 0,0 0 1 0 0,0 1-1 0 0,0-1 1 0 0,8 10-1 0 0,-12-12-8 0 0,-1 1 0 0 0,1 0 0 0 0,0 0 0 0 0,-1 0-1 0 0,0 1 1 0 0,0-1 0 0 0,0 0 0 0 0,0 0 0 0 0,0 1 0 0 0,0-1 0 0 0,-1 1-1 0 0,0-1 1 0 0,0 0 0 0 0,0 1 0 0 0,0-1 0 0 0,0 1 0 0 0,-1-1 0 0 0,1 0-1 0 0,-1 1 1 0 0,0-1 0 0 0,0 0 0 0 0,0 0 0 0 0,0 1 0 0 0,-1-1 0 0 0,-2 4-1 0 0,-2 4 6 0 0,-1 0-1 0 0,0 0 1 0 0,-1-1-1 0 0,0 1 0 0 0,-12 11 1 0 0,-6 0 76 0 0,-1-1 0 0 0,0-1 0 0 0,-56 29 1 0 0,81-48-88 0 0,8 8 6 0 0,9-4 17 0 0,0 0 0 0 0,0 1 0 0 0,-1 1 0 0 0,1 0 1 0 0,-2 1-1 0 0,1 0 0 0 0,-1 1 0 0 0,21 19 1 0 0,-29-23 94 0 0,0 0 1 0 0,1 0 0 0 0,-2 1-1 0 0,1 0 1 0 0,-1 0 0 0 0,1 0-1 0 0,-2 1 1 0 0,1-1 0 0 0,-1 1 0 0 0,0 0-1 0 0,0 0 1 0 0,-1 0 0 0 0,0 0-1 0 0,0 0 1 0 0,-1 1 0 0 0,0-1-1 0 0,0 1 1 0 0,0-1 0 0 0,-1 1-1 0 0,-2 14 1 0 0,0-14-18 0 0,0 1-1 0 0,-1-1 1 0 0,0 0 0 0 0,0 0-1 0 0,-1 0 1 0 0,0 0 0 0 0,-1-1-1 0 0,0 1 1 0 0,0-1 0 0 0,0 0-1 0 0,-1-1 1 0 0,0 1 0 0 0,0-1-1 0 0,0 0 1 0 0,-1-1 0 0 0,0 0-1 0 0,0 0 1 0 0,-1 0 0 0 0,-8 3 0 0 0,-3 2 41 0 0,0-1 1 0 0,-1-1-1 0 0,-1-1 1 0 0,1-1-1 0 0,-1-1 1 0 0,-31 4-1 0 0,49-9-276 0 0,-1 1 0 0 0,1-1 0 0 0,0 1 0 0 0,0-1 0 0 0,-1 0-1 0 0,1-1 1 0 0,0 1 0 0 0,0-1 0 0 0,0 1 0 0 0,-1-1 0 0 0,1 0 0 0 0,0 0-1 0 0,0 0 1 0 0,0 0 0 0 0,0-1 0 0 0,0 1 0 0 0,1-1 0 0 0,-1 0-1 0 0,0 0 1 0 0,-3-3 0 0 0,6 3-422 0 0,-1 1 0 0 0,1-1 0 0 0,-1 0 0 0 0,1 1 0 0 0,0-1 0 0 0,0 0 0 0 0,0 1 0 0 0,0-1 0 0 0,0 0 0 0 0,0 1 0 0 0,0-1 0 0 0,0 0 0 0 0,1 0 0 0 0,-1 1 0 0 0,1-1 0 0 0,1-2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6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73 2504 0 0,'-14'-23'13525'0'0,"14"22"-13471"0"0,1 0 0 0 0,0-1 0 0 0,-1 1 0 0 0,1 0 0 0 0,0 0 0 0 0,0 0 0 0 0,0 0 0 0 0,0 0 1 0 0,0 0-1 0 0,0 1 0 0 0,0-1 0 0 0,0 0 0 0 0,0 0 0 0 0,0 1 0 0 0,0-1 0 0 0,0 1 0 0 0,0-1 0 0 0,1 1 0 0 0,-1-1 1 0 0,0 1-1 0 0,0 0 0 0 0,1-1 0 0 0,1 1 0 0 0,40-8 249 0 0,-35 6-207 0 0,165-19 334 0 0,-170 20-426 0 0,-1 1-1 0 0,1 0 0 0 0,-1 1 0 0 0,1-1 1 0 0,-1 0-1 0 0,1 1 0 0 0,-1-1 1 0 0,1 1-1 0 0,-1 0 0 0 0,1-1 0 0 0,-1 1 1 0 0,0 0-1 0 0,3 2 0 0 0,-4-2-2 0 0,0-1 0 0 0,-1 1 0 0 0,1-1-1 0 0,-1 1 1 0 0,1-1 0 0 0,-1 1-1 0 0,1 0 1 0 0,-1-1 0 0 0,0 1 0 0 0,1 0-1 0 0,-1 0 1 0 0,0-1 0 0 0,1 1 0 0 0,-1 0-1 0 0,0 0 1 0 0,0-1 0 0 0,0 1-1 0 0,0 0 1 0 0,0 0 0 0 0,1-1 0 0 0,-1 1-1 0 0,-1 0 1 0 0,1 0 0 0 0,0 0 0 0 0,0-1-1 0 0,0 1 1 0 0,-1 1 0 0 0,-6 18 10 0 0,-9 6-12 0 0,0-1 0 0 0,-2-1-1 0 0,-26 28 1 0 0,-71 62-3 0 0,77-78 12 0 0,-1 0-6 0 0,10-9 27 0 0,-43 52 0 0 0,71-79-6 0 0,0 1-1 0 0,1-1 1 0 0,-1 1 0 0 0,1-1 0 0 0,-1 1-1 0 0,1 0 1 0 0,0-1 0 0 0,-1 1-1 0 0,1 0 1 0 0,-1-1 0 0 0,1 1 0 0 0,0 0-1 0 0,0 0 1 0 0,0-1 0 0 0,-1 1-1 0 0,1 0 1 0 0,0 0 0 0 0,0-1 0 0 0,0 1-1 0 0,0 0 1 0 0,0 0 0 0 0,0 0-1 0 0,0-1 1 0 0,1 1 0 0 0,-1 0-1 0 0,0 0 1 0 0,0-1 0 0 0,1 2 0 0 0,0-1-2 0 0,0 0 0 0 0,0 0 0 0 0,0 0 0 0 0,0-1 0 0 0,0 1 1 0 0,0 0-1 0 0,0 0 0 0 0,1-1 0 0 0,-1 1 0 0 0,0-1 0 0 0,1 1 0 0 0,-1-1 1 0 0,0 0-1 0 0,3 1 0 0 0,6 0 32 0 0,0 0 0 0 0,1 0 0 0 0,11-1 1 0 0,-20 0-40 0 0,91-7-1176 0 0,113-21 0 0 0,-9-11-6844 0 0,-111 19 1244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6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28 380 0 0,'-56'-4'6769'0'0,"-9"1"494"0"0,117-7-6415 0 0,-51 10-852 0 0,95-4-960 0 0,-32-1-5700 0 0,-44 4 1440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6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1 720 0 0,'-44'22'4604'0'0,"-50"24"3871"0"0,82-38-7506 0 0,12-7-939 0 0,0-1 1 0 0,0 0-1 0 0,0 0 0 0 0,0 1 0 0 0,0-1 0 0 0,0 0 0 0 0,0 0 0 0 0,0 1 0 0 0,0-1 1 0 0,0 0-1 0 0,0 0 0 0 0,0 1 0 0 0,0-1 0 0 0,0 0 0 0 0,0 0 0 0 0,0 0 1 0 0,1 1-1 0 0,-1-1 0 0 0,0 0 0 0 0,0 0 0 0 0,0 0 0 0 0,0 1 0 0 0,1-1 1 0 0,-1 0-1 0 0,0 0 0 0 0,0 0 0 0 0,0 0 0 0 0,1 0 0 0 0,-1 1 0 0 0,0-1 0 0 0,1 0 1 0 0,22 6 627 0 0,11-4-667 0 0,0-2 0 0 0,1-1 0 0 0,61-10 0 0 0,-66 6-623 0 0,19-2-3044 0 0,46-15 1 0 0,-43 7-2293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7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291 125 932 0 0,'5'-10'4932'0'0,"-4"8"-4198"0"0,0 0 0 0 0,0-1 0 0 0,-1 1 1 0 0,1 0-1 0 0,0 0 0 0 0,-1-1 1 0 0,1 1-1 0 0,-1 0 0 0 0,1-1 0 0 0,-1-1 1 0 0,-18 16 1873 0 0,-9 15-1981 0 0,2 1-1 0 0,0 2 1 0 0,2 0 0 0 0,2 1 0 0 0,1 2 0 0 0,-20 40 0 0 0,23-36-395 0 0,-25 77 1 0 0,38-103-187 0 0,2 0-1 0 0,-1 0 1 0 0,1 0-1 0 0,1 0 1 0 0,0 0-1 0 0,1 0 1 0 0,0 0-1 0 0,0 0 0 0 0,1 0 1 0 0,1 0-1 0 0,0 0 1 0 0,5 16-1 0 0,-4-21-19 0 0,0-1-1 0 0,0 1 1 0 0,1-1-1 0 0,0 0 1 0 0,0 0-1 0 0,0 0 1 0 0,0-1-1 0 0,1 0 0 0 0,-1 1 1 0 0,1-2-1 0 0,1 1 1 0 0,-1 0-1 0 0,0-1 1 0 0,1 0-1 0 0,-1 0 1 0 0,1-1-1 0 0,0 0 1 0 0,12 4-1 0 0,1-1 11 0 0,1-1-1 0 0,0-1 1 0 0,1-1 0 0 0,31 0-1 0 0,-25-2-8 0 0,1-2 0 0 0,-1-1 0 0 0,0-2 0 0 0,-1 0 0 0 0,1-2 0 0 0,-1-1 0 0 0,-1-1 0 0 0,1-1 0 0 0,38-21 0 0 0,-46 21-20 0 0,-2-1 0 0 0,1 0-1 0 0,-1-1 1 0 0,-1 0 0 0 0,0-2 0 0 0,-1 0 0 0 0,0 0 0 0 0,-1-1 0 0 0,-1-1-1 0 0,0 0 1 0 0,-2-1 0 0 0,1 0 0 0 0,13-35 0 0 0,-20 44-6 0 0,-2-1-1 0 0,1 1 1 0 0,-1-1 0 0 0,-1 0-1 0 0,1 0 1 0 0,-2 0 0 0 0,1 0 0 0 0,-1 0-1 0 0,0 0 1 0 0,-1 0 0 0 0,0 1 0 0 0,-4-15-1 0 0,2 12 4 0 0,-1 0-1 0 0,-1 0 1 0 0,0 0 0 0 0,0 1-1 0 0,-1 0 1 0 0,0 0 0 0 0,-1 1-1 0 0,-13-16 1 0 0,1 7-29 0 0,0 0 0 0 0,-1 1 0 0 0,0 2 0 0 0,-2 0 0 0 0,0 1 0 0 0,0 1-1 0 0,-1 1 1 0 0,-25-9 0 0 0,10 7-496 0 0,1 1-1 0 0,-2 2 0 0 0,0 2 1 0 0,0 1-1 0 0,-43-2 0 0 0,47 8-1961 0 0,0 2-1 0 0,-1 1 1 0 0,-46 8-1 0 0,27 2-4885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84 940 0 0,'-10'-5'1084'0'0,"-1"-1"0"0"0,-1 1 0 0 0,1 1 0 0 0,-1 0 0 0 0,-22-4 0 0 0,-62-5 1809 0 0,58 10-1402 0 0,35 2-1337 0 0,0 1-20 0 0,3 0-116 0 0,0 0 0 0 0,-1 0-1 0 0,1 0 1 0 0,-1 0-1 0 0,1 0 1 0 0,0 0 0 0 0,-1 0-1 0 0,1 0 1 0 0,-1 0 0 0 0,1 0-1 0 0,-1 0 1 0 0,1 0-1 0 0,0 0 1 0 0,-1 0 0 0 0,1 0-1 0 0,0 0 1 0 0,-1-1-1 0 0,1 1 1 0 0,-1 0 0 0 0,1 0-1 0 0,0 0 1 0 0,-1-1-1 0 0,1 1 1 0 0,0 0 0 0 0,0-1-1 0 0,-1 1 1 0 0,1 0-1 0 0,-1-1 1 0 0,12-5 259 0 0,28-4 23 0 0,-37 10-261 0 0,22-5 64 0 0,0 1 1 0 0,0 1-1 0 0,30 0 0 0 0,-39 4-85 0 0,0-1-1 0 0,-1 2 0 0 0,1 0 0 0 0,0 1 1 0 0,0 0-1 0 0,20 8 0 0 0,-32-10-13 0 0,-1 0-1 0 0,0-1 1 0 0,1 1-1 0 0,-1 1 1 0 0,0-1-1 0 0,0 0 1 0 0,0 0 0 0 0,0 1-1 0 0,0-1 1 0 0,0 1-1 0 0,0-1 1 0 0,0 1-1 0 0,-1 0 1 0 0,1 0-1 0 0,-1 0 1 0 0,1 0-1 0 0,-1 0 1 0 0,0 0-1 0 0,1 0 1 0 0,-1 1-1 0 0,0-1 1 0 0,-1 0-1 0 0,1 1 1 0 0,0-1 0 0 0,-1 1-1 0 0,1-1 1 0 0,-1 1-1 0 0,0-1 1 0 0,0 0-1 0 0,0 1 1 0 0,0-1-1 0 0,0 1 1 0 0,0-1-1 0 0,-1 1 1 0 0,1-1-1 0 0,-1 1 1 0 0,0-1-1 0 0,0 0 1 0 0,-1 3-1 0 0,-2 5 26 0 0,-1-1 0 0 0,0 0 0 0 0,-1 0 0 0 0,0-1 0 0 0,0 1 0 0 0,-1-1 0 0 0,-14 13 0 0 0,-49 44 1684 0 0,68-64-1396 0 0,4 0-314 0 0,0-1-1 0 0,-1 1 1 0 0,1-1 0 0 0,-1 1-1 0 0,1-1 1 0 0,0 0 0 0 0,-1 1-1 0 0,1-1 1 0 0,0 0 0 0 0,-1 0-1 0 0,1 0 1 0 0,0-1 0 0 0,-1 1-1 0 0,4-1 1 0 0,0 1 2 0 0,5-1-8 0 0,0 1 1 0 0,0 1-1 0 0,0 0 1 0 0,0 0-1 0 0,0 1 0 0 0,0 0 1 0 0,0 1-1 0 0,-1 0 1 0 0,1 1-1 0 0,-1 0 1 0 0,0 0-1 0 0,0 1 1 0 0,0 0-1 0 0,10 8 0 0 0,-15-10 11 0 0,0 0 0 0 0,0 1 0 0 0,0 0 0 0 0,0 0-1 0 0,0 0 1 0 0,-1 0 0 0 0,0 0 0 0 0,0 1 0 0 0,0-1-1 0 0,0 1 1 0 0,-1 0 0 0 0,0 0 0 0 0,0 0 0 0 0,0 0-1 0 0,-1 0 1 0 0,1 0 0 0 0,-1 0 0 0 0,0 1-1 0 0,-1-1 1 0 0,1 0 0 0 0,-1 1 0 0 0,0-1 0 0 0,-1 0-1 0 0,1 1 1 0 0,-1-1 0 0 0,0 0 0 0 0,0 1 0 0 0,-1-1-1 0 0,-2 5 1 0 0,-1 2 179 0 0,0-1-1 0 0,-1 0 1 0 0,-1-1-1 0 0,0 0 1 0 0,0 0-1 0 0,-1 0 1 0 0,0-1-1 0 0,-1 0 1 0 0,0 0-1 0 0,0-1 1 0 0,-1 0-1 0 0,0-1 1 0 0,0 0 0 0 0,-1 0-1 0 0,0-2 1 0 0,-13 7-1 0 0,13-8 18 0 0,0 0 0 0 0,0 0-1 0 0,0-1 1 0 0,0 0 0 0 0,-1-1-1 0 0,1 0 1 0 0,-1-1 0 0 0,0 0 0 0 0,0-1-1 0 0,1 0 1 0 0,-1-1 0 0 0,0 0-1 0 0,1-1 1 0 0,-1 0 0 0 0,1-1 0 0 0,0-1-1 0 0,-12-4 1 0 0,13 3-111 0 0,1 0 0 0 0,0 0 0 0 0,-16-13 0 0 0,22 16-114 0 0,0-1 1 0 0,0 1 0 0 0,0-1 0 0 0,1 0 0 0 0,-1 0 0 0 0,1 0 0 0 0,0 0 0 0 0,0-1 0 0 0,0 1 0 0 0,0 0 0 0 0,1-1 0 0 0,-3-6 0 0 0,4 8-72 0 0,0 0 1 0 0,0 0-1 0 0,0 1 1 0 0,0-1-1 0 0,0 0 1 0 0,1 0-1 0 0,-1 1 1 0 0,1-1-1 0 0,-1 0 1 0 0,1 1-1 0 0,-1-1 1 0 0,1 0-1 0 0,0 1 1 0 0,0-1-1 0 0,0 1 1 0 0,0-1 0 0 0,0 1-1 0 0,0 0 1 0 0,0-1-1 0 0,1 1 1 0 0,1-2-1 0 0,0 0-298 0 0,0 1-1 0 0,1-1 1 0 0,-1 1 0 0 0,1 0 0 0 0,-1-1-1 0 0,1 2 1 0 0,5-3 0 0 0,12-1-4389 0 0,40-4 1 0 0,-56 8 3700 0 0,16-1-4117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9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5 100 2340 0 0,'-1'-2'334'0'0,"0"0"-1"0"0,1-1 1 0 0,-1 1-1 0 0,0 0 1 0 0,1 0-1 0 0,0-1 1 0 0,-1 1-1 0 0,1 0 1 0 0,0 0-1 0 0,0-1 1 0 0,1 1-1 0 0,-1 0 1 0 0,0 0-1 0 0,1-1 1 0 0,-1 1-1 0 0,1 0 1 0 0,0 0-1 0 0,0 0 1 0 0,1-3-1 0 0,0 2-100 0 0,0 0 0 0 0,0 0-1 0 0,0 0 1 0 0,1 1 0 0 0,0-1-1 0 0,-1 0 1 0 0,1 1 0 0 0,0 0-1 0 0,0 0 1 0 0,7-4 0 0 0,-4 3-128 0 0,1 0 1 0 0,0 0 0 0 0,0 0 0 0 0,0 1-1 0 0,0 0 1 0 0,0 1 0 0 0,1 0 0 0 0,-1 0-1 0 0,1 0 1 0 0,-1 1 0 0 0,12 1 0 0 0,-14 0-77 0 0,1 0 1 0 0,0 0 0 0 0,-1 0-1 0 0,1 1 1 0 0,-1 0 0 0 0,0 0 0 0 0,1 1-1 0 0,-1-1 1 0 0,0 1 0 0 0,0 0 0 0 0,-1 1-1 0 0,1-1 1 0 0,-1 1 0 0 0,0 0 0 0 0,1 0-1 0 0,5 9 1 0 0,-6-8-14 0 0,-2 0 0 0 0,1 0 0 0 0,0 1-1 0 0,-1 0 1 0 0,0-1 0 0 0,-1 1 0 0 0,1 0 0 0 0,-1 0 0 0 0,0 0-1 0 0,-1 0 1 0 0,1 0 0 0 0,-1 0 0 0 0,0 0 0 0 0,-1 0 0 0 0,1 0-1 0 0,-3 7 1 0 0,1-1 35 0 0,-2 1 0 0 0,0 0 0 0 0,0-1 1 0 0,-1 0-1 0 0,0 0 0 0 0,-9 12 0 0 0,-45 62 1640 0 0,48-72-1080 0 0,11-14-586 0 0,-1 1-1 0 0,1-1 0 0 0,0 1 0 0 0,0-1 0 0 0,-1 1 0 0 0,1-1 0 0 0,0 0 0 0 0,0 1 0 0 0,-1-1 0 0 0,1 0 0 0 0,-1 1 0 0 0,1-1 0 0 0,0 0 0 0 0,-1 1 0 0 0,1-1 0 0 0,0 0 0 0 0,-1 0 0 0 0,1 1 0 0 0,-1-1 0 0 0,1 0 0 0 0,-1 0 0 0 0,1 0 0 0 0,-1 0 0 0 0,1 0 0 0 0,-1 0 0 0 0,1 0 0 0 0,-1 0 0 0 0,1 0 0 0 0,0 0 1 0 0,-1 0-1 0 0,1 0 0 0 0,-1 0 0 0 0,1 0 0 0 0,-1 0 0 0 0,1 0 0 0 0,-1 0 0 0 0,1-1 0 0 0,-1 1 0 0 0,1 0 0 0 0,-1-1 0 0 0,2-3 52 0 0,12-19-22 0 0,2 1-1 0 0,1 0 1 0 0,25-26-1 0 0,66-59-69 0 0,-52 53 20 0 0,-17 12-104 0 0,-37 40 73 0 0,-1 2 24 0 0,0-1 1 0 0,0 1-1 0 0,0 0 0 0 0,0-1 0 0 0,0 1 1 0 0,0 0-1 0 0,0 0 0 0 0,0-1 0 0 0,0 1 0 0 0,0 0 1 0 0,0 0-1 0 0,0-1 0 0 0,0 1 0 0 0,-1 0 1 0 0,1 0-1 0 0,0-1 0 0 0,0 1 0 0 0,0 0 0 0 0,0 0 1 0 0,-1 0-1 0 0,1-1 0 0 0,0 1 0 0 0,0 0 0 0 0,0 0 1 0 0,-1 0-1 0 0,1 0 0 0 0,0-1 0 0 0,0 1 1 0 0,-1 0-1 0 0,1 0 0 0 0,0 0 0 0 0,0 0 0 0 0,-1 0 1 0 0,1 0-1 0 0,0 0 0 0 0,0 0 0 0 0,-1 0 1 0 0,1 0-1 0 0,0 0 0 0 0,0 0 0 0 0,-1 0 0 0 0,1 0 1 0 0,-17 6-43 0 0,-13 14-10 0 0,23-15 48 0 0,-15 14-29 0 0,-38 40-1 0 0,55-53 34 0 0,1-1-1 0 0,-1 1 0 0 0,1-1 0 0 0,0 1 0 0 0,1 0 0 0 0,0 0 0 0 0,0 1 0 0 0,0-1 0 0 0,1 1 0 0 0,0 0 1 0 0,0-1-1 0 0,0 1 0 0 0,-1 13 0 0 0,3-18 5 0 0,1 0 0 0 0,-1 0 0 0 0,0 1 0 0 0,0-1-1 0 0,1 0 1 0 0,-1 0 0 0 0,1 0 0 0 0,0 0 0 0 0,0 1 0 0 0,0-1 0 0 0,0 0 0 0 0,0 0 0 0 0,0-1 0 0 0,0 1-1 0 0,1 0 1 0 0,2 3 0 0 0,-1-3-2 0 0,0 1 0 0 0,1 0 0 0 0,-1-1 0 0 0,1 0 0 0 0,-1 0 0 0 0,1 0 0 0 0,0-1 0 0 0,6 3 0 0 0,6 0-207 0 0,1-1 1 0 0,-1 0 0 0 0,27 0 0 0 0,-32-3-67 0 0,102-1-2807 0 0,-39-7-1993 0 0,-28 0-327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67 1332 0 0,'-3'-1'2168'0'0,"-66"-8"6504"0"0,67 9-8091 0 0,-22-2 1201 0 0,19-1-1022 0 0,17-4-606 0 0,27-2 68 0 0,55-7 0 0 0,-47 9-2610 0 0,-1-2-3905 0 0,-30 6 1485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7:59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81 125 1608 0 0,'-56'-26'12016'0'0,"37"16"-9535"0"0,19 10-2451 0 0,0 0 0 0 0,0 0 0 0 0,-1 0 0 0 0,1 0 0 0 0,0 0 0 0 0,-1-1 0 0 0,1 1 0 0 0,0 0 0 0 0,0 0 0 0 0,-1 0 0 0 0,1 0 0 0 0,0-1 0 0 0,0 1 0 0 0,0 0 0 0 0,-1 0 0 0 0,1-1 0 0 0,0 1 0 0 0,0 0 0 0 0,0 0 0 0 0,0-1 0 0 0,0 1 0 0 0,-1 0-1 0 0,1 0 1 0 0,0-1 0 0 0,0 1 0 0 0,0 0 0 0 0,0-1 0 0 0,0 1 0 0 0,0 0 0 0 0,0 0 0 0 0,0-1 0 0 0,0 1 0 0 0,0 0 0 0 0,0-1 0 0 0,8-7 327 0 0,17-3-158 0 0,-25 11-182 0 0,44-12 8 0 0,1 1 0 0 0,59-7 1 0 0,-17 4-5401 0 0,-64 7-185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0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0 104 0 0,'-13'0'1174'0'0,"0"1"0"0"0,1 0 0 0 0,-1 0 0 0 0,0 2 0 0 0,1-1 0 0 0,-1 1 0 0 0,-12 6 0 0 0,18-6-1016 0 0,-1 1 1 0 0,0 0 0 0 0,1 1-1 0 0,0 0 1 0 0,0 0 0 0 0,0 0 0 0 0,0 1-1 0 0,1 0 1 0 0,0 0 0 0 0,0 1 0 0 0,-6 9-1 0 0,0 2-36 0 0,1 1 0 0 0,0 1-1 0 0,-9 22 1 0 0,16-32-95 0 0,0 0 1 0 0,1 1 0 0 0,0-1-1 0 0,1 1 1 0 0,0 0 0 0 0,0 0-1 0 0,1 0 1 0 0,1 13 0 0 0,0-20-16 0 0,0-1 0 0 0,1 1 0 0 0,0 0 1 0 0,0-1-1 0 0,0 1 0 0 0,0-1 0 0 0,0 1 1 0 0,0-1-1 0 0,1 1 0 0 0,0-1 0 0 0,0 0 1 0 0,0 0-1 0 0,0 0 0 0 0,0 0 0 0 0,1 0 0 0 0,-1 0 1 0 0,1 0-1 0 0,0-1 0 0 0,-1 0 0 0 0,1 1 1 0 0,0-1-1 0 0,1 0 0 0 0,-1 0 0 0 0,0-1 1 0 0,1 1-1 0 0,-1-1 0 0 0,1 0 0 0 0,5 2 1 0 0,9 1 8 0 0,1-2 1 0 0,-1 1-1 0 0,1-2 1 0 0,31-2-1 0 0,-2 1-20 0 0,-32 1 6 0 0,0-1-17 0 0,0 1 0 0 0,0 1 0 0 0,24 5 0 0 0,-36-6 15 0 0,0 0-1 0 0,0 0 1 0 0,0 1-1 0 0,-1 0 1 0 0,1-1-1 0 0,-1 1 1 0 0,1 0-1 0 0,-1 1 1 0 0,1-1-1 0 0,-1 1 1 0 0,0-1-1 0 0,0 1 1 0 0,-1 0-1 0 0,1 0 1 0 0,0 0-1 0 0,-1 0 1 0 0,0 1-1 0 0,0-1 1 0 0,3 6-1 0 0,-4-5 66 0 0,0 0 0 0 0,0 0 0 0 0,-1 1-1 0 0,1-1 1 0 0,-1 0 0 0 0,0 1 0 0 0,0-1-1 0 0,0 0 1 0 0,-1 1 0 0 0,1-1 0 0 0,-1 0-1 0 0,0 1 1 0 0,-1-1 0 0 0,1 0 0 0 0,-1 0-1 0 0,-3 7 1 0 0,0-1 259 0 0,-1 1 0 0 0,0-1 0 0 0,-1 0 0 0 0,-16 17 0 0 0,10-15-196 0 0,0 0 0 0 0,-1-1 0 0 0,-1 0 0 0 0,0-1-1 0 0,0-1 1 0 0,-1 0 0 0 0,0-2 0 0 0,-1 1 0 0 0,0-2-1 0 0,0 0 1 0 0,0-1 0 0 0,0-1 0 0 0,-1-1 0 0 0,0 0-1 0 0,0-1 1 0 0,0-1 0 0 0,0-1 0 0 0,0 0 0 0 0,0-1-1 0 0,1-2 1 0 0,-1 1 0 0 0,-30-10 0 0 0,44 11-217 0 0,1 0-1 0 0,0 0 1 0 0,0 0 0 0 0,0 0 0 0 0,0-1 0 0 0,0 1 0 0 0,0-1-1 0 0,0 0 1 0 0,0 0 0 0 0,1 0 0 0 0,-1 0 0 0 0,1 0 0 0 0,-1-1 0 0 0,1 1-1 0 0,0-1 1 0 0,0 1 0 0 0,-3-6 0 0 0,5 7-52 0 0,0 0 0 0 0,-1 0-1 0 0,1 1 1 0 0,0-1 0 0 0,0 0 0 0 0,1 0 0 0 0,-1 0 0 0 0,0 1 0 0 0,0-1-1 0 0,0 0 1 0 0,0 0 0 0 0,1 1 0 0 0,-1-1 0 0 0,0 0 0 0 0,1 0 0 0 0,-1 1-1 0 0,1-1 1 0 0,-1 0 0 0 0,1 1 0 0 0,-1-1 0 0 0,1 1 0 0 0,-1-1 0 0 0,1 1-1 0 0,-1-1 1 0 0,1 1 0 0 0,0-1 0 0 0,0 0 0 0 0,19-10-5325 0 0,-6 7 111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1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60 120 0 0,'5'-51'14245'0'0,"-6"43"-12871"0"0,-3 21-1265 0 0,1-1 0 0 0,1 1 0 0 0,0 1 1 0 0,0-1-1 0 0,2 0 0 0 0,0 20 0 0 0,0-27-85 0 0,0-1 0 0 0,1 1 1 0 0,0 0-1 0 0,0 0 0 0 0,0 0 0 0 0,1-1 0 0 0,0 1 0 0 0,0-1 0 0 0,0 1 0 0 0,1-1 0 0 0,0 0 0 0 0,0 0 0 0 0,0 0 1 0 0,0 0-1 0 0,1 0 0 0 0,0-1 0 0 0,5 5 0 0 0,-5-6-12 0 0,-1-1 1 0 0,1 0 0 0 0,0 0-1 0 0,-1-1 1 0 0,1 1-1 0 0,0-1 1 0 0,0 0 0 0 0,0 0-1 0 0,0 0 1 0 0,1-1-1 0 0,-1 1 1 0 0,0-1-1 0 0,0 0 1 0 0,0 0 0 0 0,0-1-1 0 0,0 1 1 0 0,1-1-1 0 0,-1 0 1 0 0,7-2 0 0 0,-5 1-15 0 0,-1 0 1 0 0,1-1 0 0 0,-1 1 0 0 0,0-1-1 0 0,1 0 1 0 0,-1 0 0 0 0,-1-1 0 0 0,1 1 0 0 0,0-1-1 0 0,-1 0 1 0 0,0-1 0 0 0,0 1 0 0 0,4-7 0 0 0,-2 0-12 0 0,0-1 0 0 0,-1 1 1 0 0,0-1-1 0 0,-1 0 1 0 0,4-21-1 0 0,3-10-58 0 0,-10 40 38 0 0,-5 29 51 0 0,-42 195 2346 0 0,-107 452-42 0 0,137-620-1990 0 0,-1 0-1 0 0,-28 56 1 0 0,36-90-132 0 0,-1 0 0 0 0,-1-1-1 0 0,0-1 1 0 0,-2 0 0 0 0,1 0 0 0 0,-2-1 0 0 0,0-1 0 0 0,-31 25 0 0 0,38-34-111 0 0,-1-2 1 0 0,1 1-1 0 0,-1-1 1 0 0,0 0 0 0 0,0 0-1 0 0,-1-1 1 0 0,1 0-1 0 0,-1-1 1 0 0,0 0 0 0 0,1 0-1 0 0,-1 0 1 0 0,0-2 0 0 0,0 1-1 0 0,0-1 1 0 0,0 0-1 0 0,0-1 1 0 0,-9-1 0 0 0,8 0-33 0 0,0-1 1 0 0,0 0-1 0 0,1-1 1 0 0,-1 1-1 0 0,1-2 1 0 0,0 1-1 0 0,0-2 1 0 0,0 1-1 0 0,1-1 1 0 0,0 0-1 0 0,0-1 1 0 0,1 0-1 0 0,-1 0 1 0 0,-10-14-1 0 0,14 15-58 0 0,0 0-1 0 0,1-1 1 0 0,-1 0-1 0 0,1 1 1 0 0,0-1 0 0 0,1 0-1 0 0,0 0 1 0 0,0-1-1 0 0,1 1 1 0 0,-1 0-1 0 0,2-1 1 0 0,-1 1 0 0 0,1 0-1 0 0,0-1 1 0 0,0 1-1 0 0,1-1 1 0 0,0 1-1 0 0,1 0 1 0 0,-1 0 0 0 0,1-1-1 0 0,4-8 1 0 0,3-5-377 0 0,0 1 0 0 0,1 0 0 0 0,1 0 0 0 0,0 1 0 0 0,27-32 0 0 0,0 7-2629 0 0,88-78 1 0 0,-4 23-6301 0 0,-77 65 2365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27 177 1832 0 0,'-20'-13'10784'0'0,"19"13"-10683"0"0,1 0 0 0 0,0 0 0 0 0,-1 0 0 0 0,1 0 0 0 0,0-1 0 0 0,-1 1 0 0 0,1 0-1 0 0,0 0 1 0 0,-1 0 0 0 0,1-1 0 0 0,0 1 0 0 0,0 0 0 0 0,-1-1 0 0 0,1 1-1 0 0,0 0 1 0 0,0 0 0 0 0,-1-1 0 0 0,1 1 0 0 0,0 0 0 0 0,0-1 0 0 0,0 1 0 0 0,0-1-1 0 0,0 1 1 0 0,0 0 0 0 0,0-1 0 0 0,-1 1 0 0 0,1 0 0 0 0,0-1 0 0 0,0 1-1 0 0,0 0 1 0 0,0-1 0 0 0,1 1 0 0 0,-1-1 0 0 0,0 1 0 0 0,0-1 0 0 0,14-8 1314 0 0,38-4-1528 0 0,-28 8 540 0 0,61-17-305 0 0,48-13-725 0 0,-70 10-2648 0 0,-4-7-3566 0 0,-41 21 1793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 2464 0 0,'-42'-9'8762'0'0,"40"8"-7851"0"0,-3 1 104 0 0,-8 1 372 0 0,10 3-1020 0 0,1-1-1 0 0,-1 0 1 0 0,1 1-1 0 0,0 0 1 0 0,1-1-1 0 0,-1 1 0 0 0,1 0 1 0 0,-1 0-1 0 0,1 0 1 0 0,0 0-1 0 0,1 0 1 0 0,-1 0-1 0 0,0 6 0 0 0,2 62 1892 0 0,0-47-1579 0 0,8 164 1409 0 0,-1 168-746 0 0,-9-331-1575 0 0,-1 19-1117 0 0,5-19-3375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1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3268 0 0,'17'-63'12927'0'0,"-17"62"-12572"0"0,0 7-174 0 0,0 1 1 0 0,-1 0-1 0 0,0-1 1 0 0,0 1 0 0 0,-4 10-1 0 0,4-13-124 0 0,-1 10-6 0 0,-1-1 1 0 0,2 1-1 0 0,-1 0 1 0 0,2-1-1 0 0,0 1 1 0 0,1 0-1 0 0,0-1 1 0 0,1 1 0 0 0,1 0-1 0 0,0-1 1 0 0,0 0-1 0 0,7 16 1 0 0,-8-26-43 0 0,0 1 0 0 0,0 0 0 0 0,0-1 0 0 0,1 0 0 0 0,-1 0-1 0 0,1 1 1 0 0,0-1 0 0 0,0-1 0 0 0,0 1 0 0 0,0 0 0 0 0,0-1 0 0 0,1 0 0 0 0,-1 1 0 0 0,1-1 0 0 0,-1-1 0 0 0,1 1 0 0 0,0 0 0 0 0,0-1 0 0 0,0 0 0 0 0,0 0 0 0 0,0 0 0 0 0,0 0 0 0 0,0-1 0 0 0,0 0 0 0 0,0 1 0 0 0,0-1 0 0 0,0-1 0 0 0,0 1 0 0 0,0-1 0 0 0,7-1 0 0 0,-3 0-29 0 0,1-1 0 0 0,-1 0 0 0 0,0 0 0 0 0,0-1 0 0 0,0 0 0 0 0,0 0 0 0 0,-1-1 0 0 0,0 0 0 0 0,0 0 0 0 0,0-1 0 0 0,0 0 0 0 0,-1 0 0 0 0,8-11 0 0 0,43-70 10 0 0,-55 84 58 0 0,12-17 81 0 0,-9 18-15 0 0,-3 14 137 0 0,-6 19 840 0 0,-11 45 0 0 0,2-14-224 0 0,13-61-861 0 0,-63 389 2003 0 0,36-200-3610 0 0,28-173-213 0 0,2-8-624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2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29 109 60 0 0,'-8'-27'10576'0'0,"1"2"-5181"0"0,7 23-4705 0 0,0 1-627 0 0,0 1 1 0 0,0-1-1 0 0,0 0 1 0 0,0 1-1 0 0,0-1 0 0 0,0 0 1 0 0,0 1-1 0 0,0-1 1 0 0,0 0-1 0 0,0 1 0 0 0,1-1 1 0 0,-1 0-1 0 0,0 1 1 0 0,0-1-1 0 0,1 1 1 0 0,-1-1-1 0 0,0 0 0 0 0,1 1 1 0 0,-1-1-1 0 0,1 1 1 0 0,-1-1-1 0 0,1 1 1 0 0,-1 0-1 0 0,1-1 0 0 0,-1 1 1 0 0,1-1-1 0 0,-1 1 1 0 0,1 0-1 0 0,-1-1 0 0 0,1 1 1 0 0,0 0-1 0 0,0-1 1 0 0,237-32 806 0 0,-235 33-890 0 0,-2 0 20 0 0,-1-1 0 0 0,0 1 0 0 0,0 0 0 0 0,1 0 0 0 0,-1 0 0 0 0,0-1-1 0 0,0 1 1 0 0,1 0 0 0 0,-1 0 0 0 0,0 0 0 0 0,1 0 0 0 0,-1-1 0 0 0,0 1-1 0 0,1 0 1 0 0,-1 0 0 0 0,0 0 0 0 0,1 0 0 0 0,-1 0 0 0 0,0 0 0 0 0,1 0-1 0 0,-1 0 1 0 0,0 0 0 0 0,1 0 0 0 0,-1 0 0 0 0,0 0 0 0 0,1 0 0 0 0,-1 0-1 0 0,0 0 1 0 0,1 0 0 0 0,-1 1 0 0 0,0-1 0 0 0,1 0 0 0 0,-1 0 0 0 0,0 0-1 0 0,0 0 1 0 0,1 1 0 0 0,-1-1 0 0 0,0 0 0 0 0,0 0 0 0 0,1 1 0 0 0,-1-1-1 0 0,0 0 1 0 0,0 0 0 0 0,0 1 0 0 0,1-1 0 0 0,-1 0 0 0 0,0 1 0 0 0,0-1-1 0 0,0 0 1 0 0,0 1 0 0 0,0-1 0 0 0,0 0 0 0 0,0 1 0 0 0,0-1 0 0 0,0 0-1 0 0,1 1 1 0 0,-1-1 0 0 0,-1 0 0 0 0,1 1 0 0 0,0-1 0 0 0,0 1-1 0 0,0 1 2 0 0,0-1-1 0 0,-1 1 0 0 0,1 0 0 0 0,-1 0 1 0 0,1 0-1 0 0,-1-1 0 0 0,0 1 0 0 0,0 0 1 0 0,0-1-1 0 0,0 1 0 0 0,-1 1 0 0 0,-83 86 144 0 0,-42 49 1279 0 0,114-124-1279 0 0,6-6-34 0 0,0 1 0 0 0,0 0 0 0 0,1 0 0 0 0,-10 19 0 0 0,15-27-94 0 0,1 0 1 0 0,0 0-1 0 0,-1 0 1 0 0,1 0-1 0 0,0 0 1 0 0,0 0-1 0 0,0 0 1 0 0,0 0-1 0 0,0 0 1 0 0,0 0-1 0 0,0 0 1 0 0,0 0-1 0 0,0 0 1 0 0,0 0 0 0 0,1 0-1 0 0,-1 0 1 0 0,0 0-1 0 0,1 0 1 0 0,-1 0-1 0 0,1 0 1 0 0,-1 0-1 0 0,1 0 1 0 0,-1 0-1 0 0,1 0 1 0 0,0-1-1 0 0,-1 1 1 0 0,1 0-1 0 0,0 0 1 0 0,0-1-1 0 0,0 1 1 0 0,0-1-1 0 0,-1 1 1 0 0,1 0 0 0 0,0-1-1 0 0,0 0 1 0 0,0 1-1 0 0,0-1 1 0 0,0 1-1 0 0,0-1 1 0 0,0 0-1 0 0,0 0 1 0 0,2 0-1 0 0,3 2 27 0 0,0-1 0 0 0,0 0-1 0 0,0 0 1 0 0,11-1 0 0 0,3-2-339 0 0,1 0 0 0 0,-1-1 0 0 0,33-10 0 0 0,57-26-4889 0 0,-39 13-1259 0 0,-17 8-1182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33 1456 0 0,'-146'5'16237'0'0,"176"-17"-15563"0"0,9 4-877 0 0,1 1 0 0 0,69-2 0 0 0,17 8-8432 0 0,-116 1 7259 0 0,18 0-3967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2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0 668 0 0,'-101'42'15746'0'0,"101"-42"-15706"0"0,-1 0 0 0 0,1 0-1 0 0,0 0 1 0 0,0 0 0 0 0,-1 0-1 0 0,1 0 1 0 0,0 0 0 0 0,0 0 0 0 0,0 0-1 0 0,-1 0 1 0 0,1 0 0 0 0,0 0-1 0 0,0 0 1 0 0,-1 0 0 0 0,1 0 0 0 0,0 0-1 0 0,0 0 1 0 0,0 0 0 0 0,-1 0-1 0 0,1 1 1 0 0,0-1 0 0 0,0 0 0 0 0,0 0-1 0 0,0 0 1 0 0,-1 0 0 0 0,1 1-1 0 0,0-1 1 0 0,0 0 0 0 0,0 0 0 0 0,0 0-1 0 0,0 1 1 0 0,0-1 0 0 0,0 0-1 0 0,0 0 1 0 0,-1 0 0 0 0,1 1 0 0 0,0-1-1 0 0,0 0 1 0 0,0 0 0 0 0,0 0 0 0 0,0 1-1 0 0,0-1 1 0 0,0 0 0 0 0,0 0-1 0 0,0 1 1 0 0,0-1 0 0 0,0 0 0 0 0,1 1-1 0 0,15 1 663 0 0,49-4-1357 0 0,70-11 0 0 0,1-11-8269 0 0,-94 14 2500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3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97 704 0 0,'-5'-11'6747'0'0,"-3"-15"1763"0"0,6 26-8436 0 0,1 0 1 0 0,0 1-1 0 0,-1-1 1 0 0,1 1-1 0 0,0-1 1 0 0,-1 1 0 0 0,1 0-1 0 0,0-1 1 0 0,0 1-1 0 0,0 0 1 0 0,0 0-1 0 0,0 0 1 0 0,-2 2-1 0 0,-24 33 813 0 0,-4 5-131 0 0,-36 64 0 0 0,60-92-691 0 0,0 1 0 0 0,1 0 0 0 0,1 0 0 0 0,0 0 0 0 0,0 1 0 0 0,2 0 0 0 0,0 0 0 0 0,1 0 0 0 0,-1 20 0 0 0,3-30-44 0 0,0 0 1 0 0,0 0 0 0 0,1 0 0 0 0,0 0 0 0 0,0 0-1 0 0,0 0 1 0 0,0-1 0 0 0,1 1 0 0 0,0 0 0 0 0,0-1-1 0 0,0 0 1 0 0,0 1 0 0 0,1-1 0 0 0,0 0 0 0 0,6 7 0 0 0,-4-6-9 0 0,0 0 1 0 0,1-1 0 0 0,-1 0-1 0 0,1 0 1 0 0,0-1 0 0 0,0 1-1 0 0,0-1 1 0 0,1-1 0 0 0,-1 1-1 0 0,9 1 1 0 0,5 1 107 0 0,1-2 1 0 0,0 0-1 0 0,0-2 0 0 0,-1 0 1 0 0,1-1-1 0 0,33-5 0 0 0,-31 2 83 0 0,0-1 0 0 0,-1-2-1 0 0,0 0 1 0 0,0-1-1 0 0,0-1 1 0 0,38-21 0 0 0,-49 23-142 0 0,0-1 0 0 0,0 0 1 0 0,0-1-1 0 0,-1-1 1 0 0,0 1-1 0 0,0-1 0 0 0,-1-1 1 0 0,0 0-1 0 0,-1 0 1 0 0,0-1-1 0 0,-1 0 0 0 0,0 0 1 0 0,7-17-1 0 0,-11 22-52 0 0,-1-1-1 0 0,0 1 1 0 0,0-1-1 0 0,-1 1 1 0 0,0-1-1 0 0,0 0 0 0 0,0 0 1 0 0,-1 1-1 0 0,0-1 1 0 0,0 0-1 0 0,-1 0 1 0 0,0 0-1 0 0,0 1 1 0 0,-3-9-1 0 0,1 7-1 0 0,-1-1 0 0 0,0 1 0 0 0,0 0-1 0 0,-1 0 1 0 0,0 0 0 0 0,0 1 0 0 0,-1 0-1 0 0,1 0 1 0 0,-11-9 0 0 0,-3 0-62 0 0,-1 1-1 0 0,0 1 1 0 0,-1 0 0 0 0,0 2 0 0 0,-1 1-1 0 0,-44-17 1 0 0,42 20-547 0 0,0 1-1 0 0,0 1 1 0 0,-1 1-1 0 0,0 2 1 0 0,-44-2-1 0 0,31 5-4218 0 0,-53 8 0 0 0,47-2-3067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89 284 0 0,'-2'-1'1639'0'0,"-2"-1"-822"0"0,0 0-1 0 0,0-1 1 0 0,0 1 0 0 0,0-1 0 0 0,-5-5-1 0 0,9 8-723 0 0,-1-1 0 0 0,1 0-1 0 0,-1 1 1 0 0,1-1 0 0 0,0 0 0 0 0,-1 0-1 0 0,1 1 1 0 0,0-1 0 0 0,0 0 0 0 0,0 0-1 0 0,0 0 1 0 0,-1 1 0 0 0,1-1 0 0 0,0 0-1 0 0,0 0 1 0 0,1 0 0 0 0,-1 0-1 0 0,0 1 1 0 0,0-1 0 0 0,0 0 0 0 0,0 0-1 0 0,1 0 1 0 0,-1 0 0 0 0,9-16 842 0 0,-6 15-879 0 0,-1-1-1 0 0,1 0 0 0 0,0 1 1 0 0,0-1-1 0 0,0 1 1 0 0,0 0-1 0 0,0 0 0 0 0,0 0 1 0 0,0 0-1 0 0,1 1 1 0 0,-1-1-1 0 0,1 1 1 0 0,-1 0-1 0 0,1 0 0 0 0,0 0 1 0 0,-1 1-1 0 0,1-1 1 0 0,0 1-1 0 0,0 0 0 0 0,-1 0 1 0 0,1 0-1 0 0,0 0 1 0 0,0 1-1 0 0,-1 0 0 0 0,1-1 1 0 0,-1 1-1 0 0,1 1 1 0 0,0-1-1 0 0,3 2 0 0 0,-3-1-49 0 0,0 0 0 0 0,0 0 0 0 0,-1 0 0 0 0,1 1 0 0 0,0-1 0 0 0,-1 1 0 0 0,0 0 0 0 0,1 0-1 0 0,-1 0 1 0 0,0 1 0 0 0,-1-1 0 0 0,1 1 0 0 0,-1-1 0 0 0,1 1 0 0 0,-1 0 0 0 0,0 0 0 0 0,0 0-1 0 0,-1 0 1 0 0,1 0 0 0 0,-1 1 0 0 0,0-1 0 0 0,0 0 0 0 0,0 9 0 0 0,-1-1 34 0 0,-1-1 1 0 0,0 1 0 0 0,-1-1 0 0 0,-1 0-1 0 0,1 0 1 0 0,-2 0 0 0 0,0 0 0 0 0,0 0-1 0 0,-1-1 1 0 0,0 0 0 0 0,0 0 0 0 0,-10 12-1 0 0,-7 7 401 0 0,-2-2-1 0 0,-40 38 0 0 0,27-29 379 0 0,26-25-427 0 0,16-16-199 0 0,21-20-118 0 0,364-250-1 0 0,-287 204-35 0 0,-98 70-47 0 0,15-21 2 0 0,-19 21 3 0 0,-14 8-17 0 0,-2 7 19 0 0,1-1 0 0 0,0 2 1 0 0,1 0-1 0 0,1 1 1 0 0,-19 32-1 0 0,11-19 11 0 0,14-20-10 0 0,-45 72 361 0 0,45-70-272 0 0,0 0 0 0 0,1 1 1 0 0,0 0-1 0 0,1 0 1 0 0,-4 18-1 0 0,7-27-73 0 0,1 0 0 0 0,-1 0 0 0 0,1 1 0 0 0,0-1 0 0 0,0 0 0 0 0,0 0 0 0 0,0 1 0 0 0,1-1 0 0 0,-1 0 0 0 0,1 0 0 0 0,0 1 0 0 0,0-1 0 0 0,0 0 0 0 0,0 0 0 0 0,0 0 0 0 0,1 0 0 0 0,0 0 0 0 0,-1-1 0 0 0,3 4 0 0 0,0-3 7 0 0,-1 1 0 0 0,1-1-1 0 0,0 0 1 0 0,0-1 0 0 0,0 1 0 0 0,0-1-1 0 0,0 0 1 0 0,0 0 0 0 0,1 0-1 0 0,-1 0 1 0 0,9 1 0 0 0,7 1-117 0 0,0-2 0 0 0,0 0-1 0 0,0-1 1 0 0,1-2 0 0 0,19-1 0 0 0,83-15-2832 0 0,-3-12-3313 0 0,-67 12 1684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5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105 120 1628 0 0,'-4'-1'2167'0'0,"-81"-7"7555"0"0,82 8-9196 0 0,1 0-107 0 0,-7-2 351 0 0,8 0-262 0 0,15-5-65 0 0,34-4-391 0 0,-43 9 48 0 0,104-21 96 0 0,20-4-1978 0 0,-44 6-2850 0 0,-64 14 1362 0 0,-1-1-1173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24 624 0 0,'-56'-23'11771'0'0,"55"23"-11685"0"0,1 0 0 0 0,-1 0 1 0 0,0 0-1 0 0,0 0 0 0 0,1 1 0 0 0,-1-1 0 0 0,0 0 0 0 0,0 0 1 0 0,1 1-1 0 0,-1-1 0 0 0,0 1 0 0 0,1-1 0 0 0,-1 0 0 0 0,0 1 1 0 0,1-1-1 0 0,-1 1 0 0 0,1-1 0 0 0,-1 1 0 0 0,1 0 0 0 0,-1-1 1 0 0,1 1-1 0 0,-1-1 0 0 0,0 3 0 0 0,-8 15 1064 0 0,-5 27 335 0 0,-13 81-1 0 0,11-42-1090 0 0,-15 86 194 0 0,27-134-1491 0 0,2 1 0 0 0,3 62 1 0 0,4-69-1690 0 0,1-11-2664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88 3048 0 0,'34'-88'14260'0'0,"-33"89"-14194"0"0,-1-1 0 0 0,1 0 0 0 0,0 0 0 0 0,-1 1 0 0 0,1-1 1 0 0,0 0-1 0 0,-1 1 0 0 0,1-1 0 0 0,-1 1 0 0 0,1-1 0 0 0,-1 1 0 0 0,1-1 0 0 0,-1 1 0 0 0,1 0 0 0 0,-1-1 0 0 0,0 1 0 0 0,1-1 0 0 0,-1 1 0 0 0,0 0 0 0 0,1-1 0 0 0,-1 1 0 0 0,0 0 0 0 0,0-1 0 0 0,0 1 0 0 0,0 0 0 0 0,1 0 1 0 0,-1 0-1 0 0,3 25 1099 0 0,-3-21-899 0 0,2 37 452 0 0,-3 0 0 0 0,-1 0 0 0 0,-8 42 0 0 0,3-19-502 0 0,-8 36 27 0 0,-2 33-1420 0 0,16-113-1344 0 0,1 0 0 0 0,4 27 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6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94 235 1116 0 0,'2'-73'13927'0'0,"-2"45"-10068"0"0,0 26-3698 0 0,-1-1 0 0 0,1 1 0 0 0,0-1 0 0 0,-1 1 0 0 0,0 0 0 0 0,0-1 0 0 0,1 1-1 0 0,-1 0 1 0 0,-1-1 0 0 0,1 1 0 0 0,0 0 0 0 0,0 0 0 0 0,-1 0 0 0 0,0 0 0 0 0,1 1-1 0 0,-3-3 1 0 0,-34-26 226 0 0,12 10-146 0 0,24 19-238 0 0,1 0 0 0 0,0 1 0 0 0,0-1-1 0 0,0-1 1 0 0,0 1 0 0 0,1 0 0 0 0,-1 0 0 0 0,0 0-1 0 0,0 0 1 0 0,1-1 0 0 0,-1 1 0 0 0,1 0 0 0 0,-1-2-1 0 0,1 2-3 0 0,0 0 0 0 0,1 1-1 0 0,-1-1 1 0 0,1 0 0 0 0,-1 1-1 0 0,1-1 1 0 0,-1 1 0 0 0,1-1-1 0 0,-1 1 1 0 0,1-1 0 0 0,0 1-1 0 0,-1-1 1 0 0,1 1 0 0 0,0 0-1 0 0,-1-1 1 0 0,1 1-1 0 0,0 0 1 0 0,0-1 0 0 0,-1 1-1 0 0,1 0 1 0 0,0 0 0 0 0,0 0-1 0 0,0 0 1 0 0,-1 0 0 0 0,1 0-1 0 0,0 0 1 0 0,1 0 0 0 0,34-4-155 0 0,45 2 0 0 0,28-3-208 0 0,-107 5 368 0 0,17-2-3 0 0,-16 1 18 0 0,0 0 0 0 0,-1 0 0 0 0,1 1 0 0 0,0-1 0 0 0,0 1 0 0 0,0-1 0 0 0,4 1 0 0 0,-6 0-19 0 0,-1 1 1 0 0,1-1-1 0 0,-1 0 0 0 0,0 0 0 0 0,1 0 1 0 0,-1 0-1 0 0,1 1 0 0 0,-1-1 1 0 0,0 0-1 0 0,1 0 0 0 0,-1 1 0 0 0,1-1 1 0 0,-1 0-1 0 0,0 1 0 0 0,1-1 0 0 0,-1 0 1 0 0,0 1-1 0 0,0-1 0 0 0,1 0 1 0 0,-1 1-1 0 0,0-1 0 0 0,0 1 0 0 0,0-1 1 0 0,0 1-1 0 0,1-1 0 0 0,-1 0 1 0 0,0 1-1 0 0,0-1 0 0 0,0 1 0 0 0,0-1 1 0 0,0 1-1 0 0,0-1 0 0 0,0 1 0 0 0,0-1 1 0 0,0 1-1 0 0,0-1 0 0 0,0 1 1 0 0,-1-1-1 0 0,1 0 0 0 0,0 1 0 0 0,0-1 1 0 0,-1 1-1 0 0,1-1 2 0 0,-3 26 85 0 0,-2-1 0 0 0,-1-1 0 0 0,-1 1 0 0 0,-19 42-1 0 0,5-11-9 0 0,-18 50-203 0 0,-22 64 797 0 0,50-134-2589 0 0,2 1 1 0 0,-8 64-1 0 0,19-66-5333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6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43 1012 0 0,'11'-42'14895'0'0,"-10"44"-14020"0"0,1 10-145 0 0,0 1-1 0 0,-1-1 1 0 0,-1 1-1 0 0,-1 14 1 0 0,0-12-448 0 0,1-1 1 0 0,1 0 0 0 0,3 24 0 0 0,-2-30-205 0 0,0 2 12 0 0,0-1-1 0 0,0 0 1 0 0,1 0-1 0 0,6 13 1 0 0,-8-20-75 0 0,1 1 0 0 0,0-1 0 0 0,-1 1 0 0 0,1-1-1 0 0,0 0 1 0 0,0 0 0 0 0,0 0 0 0 0,0 0 0 0 0,0 0 0 0 0,1 0 0 0 0,-1-1 0 0 0,1 1 0 0 0,-1-1-1 0 0,1 1 1 0 0,-1-1 0 0 0,1 0 0 0 0,0 0 0 0 0,0 0 0 0 0,3 0 0 0 0,-1 0-11 0 0,0 0 1 0 0,0-1-1 0 0,0 1 0 0 0,0-1 1 0 0,0 0-1 0 0,0-1 1 0 0,0 1-1 0 0,0-1 0 0 0,0 0 1 0 0,0 0-1 0 0,-1-1 1 0 0,10-3-1 0 0,-7 1-5 0 0,0 0 0 0 0,0-1-1 0 0,-1 1 1 0 0,1-1 0 0 0,-1 0 0 0 0,-1-1-1 0 0,8-8 1 0 0,4-7-23 0 0,-2-1 1 0 0,-1 0-1 0 0,20-42 0 0 0,-31 56 19 0 0,7-6-162 0 0,-10 14 163 0 0,0 0 0 0 0,0 0 0 0 0,0 0 1 0 0,0 0-1 0 0,0 0 0 0 0,0 0 0 0 0,0 0 0 0 0,0 0 0 0 0,1-1 0 0 0,-1 1 0 0 0,0 0 0 0 0,0 0 0 0 0,0 0 0 0 0,0 0 0 0 0,0 0 0 0 0,0 0 0 0 0,0 0 0 0 0,1 0 0 0 0,-1 0 1 0 0,0 0-1 0 0,0 0 0 0 0,0 0 0 0 0,0 0 0 0 0,0 0 0 0 0,0 0 0 0 0,1 0 0 0 0,-1 0 0 0 0,0 0 0 0 0,0 0 0 0 0,0 0 0 0 0,0 0 0 0 0,0 0 0 0 0,0 0 0 0 0,1 0 0 0 0,-1 0 1 0 0,0 1-1 0 0,0-1 0 0 0,0 0 0 0 0,0 0 0 0 0,0 0 0 0 0,0 0 0 0 0,0 0 0 0 0,0 0 0 0 0,0 0 0 0 0,1 0 0 0 0,-1 0 0 0 0,0 1 0 0 0,0-1 0 0 0,0 2-8 0 0,1 1-1 0 0,-1 0 0 0 0,1 0 0 0 0,-1-1 0 0 0,0 1 1 0 0,0 0-1 0 0,-1 4 0 0 0,-53 735 1275 0 0,40-542-666 0 0,13-183-513 0 0,-15 155 554 0 0,12-142-347 0 0,-2 1 0 0 0,-1-1 0 0 0,-17 44 0 0 0,19-62-112 0 0,0-1 0 0 0,-1 1 0 0 0,0-1-1 0 0,-1-1 1 0 0,0 1 0 0 0,-1-1 0 0 0,0 0 0 0 0,0-1 0 0 0,-1 0 0 0 0,0 0 0 0 0,-1-1 0 0 0,-19 13 0 0 0,21-16-100 0 0,-1-1-1 0 0,1 0 1 0 0,-1 0 0 0 0,0-1-1 0 0,0 0 1 0 0,-1-1-1 0 0,1 0 1 0 0,-1 0 0 0 0,1-1-1 0 0,-1-1 1 0 0,1 1 0 0 0,-1-1-1 0 0,1-1 1 0 0,-1 0 0 0 0,1 0-1 0 0,-1-1 1 0 0,-13-4 0 0 0,11 2-40 0 0,1 0 1 0 0,0 0-1 0 0,1-1 1 0 0,-1-1-1 0 0,1 1 1 0 0,0-2-1 0 0,0 1 1 0 0,1-2 0 0 0,0 1-1 0 0,0-1 1 0 0,-12-15-1 0 0,17 18-141 0 0,0-1 0 0 0,0 0 0 0 0,0 0 1 0 0,1 0-1 0 0,0 0 0 0 0,0 0 0 0 0,1-1 0 0 0,-1 1 0 0 0,2-1 0 0 0,-1 0 0 0 0,1 0 0 0 0,0 0 0 0 0,0 0 0 0 0,0 0 1 0 0,1 0-1 0 0,0 1 0 0 0,1-1 0 0 0,0 0 0 0 0,0 0 0 0 0,0 0 0 0 0,3-7 0 0 0,2-3-497 0 0,1 0 0 0 0,1 0 0 0 0,1 0 0 0 0,0 1 0 0 0,1 0-1 0 0,1 1 1 0 0,0 0 0 0 0,19-18 0 0 0,16-12-2705 0 0,55-41 0 0 0,-71 61 1516 0 0,25-21-2810 0 0,1 2-2115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6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77 197 2156 0 0,'-36'-10'10065'0'0,"6"2"-4713"0"0,28 8-4649 0 0,-6 0 355 0 0,11-4-349 0 0,15-7-263 0 0,130-36 217 0 0,5-2-1733 0 0,-55 7-3016 0 0,-60 17-2719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11 260 0 0,'-2'0'3244'0'0,"-21"-10"4017"0"0,20 10-6268 0 0,2 0-831 0 0,0-1 0 0 0,0 1 0 0 0,0 0 0 0 0,0 0 0 0 0,0 0 0 0 0,0 0 0 0 0,-1 0 0 0 0,1 1 0 0 0,0-1 0 0 0,0 0 0 0 0,0 0 0 0 0,0 1 0 0 0,0-1 0 0 0,0 1 0 0 0,0-1 0 0 0,0 1 0 0 0,0-1 0 0 0,0 1 0 0 0,1-1 0 0 0,-1 1 0 0 0,0 0 0 0 0,0 0 0 0 0,0-1 0 0 0,1 1 0 0 0,-1 0 0 0 0,0 0 0 0 0,1 0 0 0 0,-1 0 0 0 0,1 0 0 0 0,-1 0 0 0 0,1 0 0 0 0,-1 0 0 0 0,1 0 0 0 0,0 0 0 0 0,-1 0 0 0 0,1 2 0 0 0,-33 127 4172 0 0,12-44-3639 0 0,-20 57-41 0 0,-34 154-2754 0 0,72-286 1230 0 0,-3 34-2098 0 0,6-42 1930 0 0,0 0-1 0 0,0 0 1 0 0,0 0 0 0 0,1 0 0 0 0,-1 0-1 0 0,1 0 1 0 0,1 3 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7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8 114 1332 0 0,'13'-113'17131'0'0,"-21"137"-15782"0"0,4 0-969 0 0,0 1 0 0 0,1-1 0 0 0,1 38 0 0 0,2-47-311 0 0,2 0 0 0 0,-1 0 1 0 0,1-1-1 0 0,1 1 0 0 0,1-1 0 0 0,0 1 1 0 0,7 14-1 0 0,-10-26-76 0 0,1 0 1 0 0,-1-1-1 0 0,1 1 1 0 0,-1 0-1 0 0,1-1 0 0 0,0 1 1 0 0,0-1-1 0 0,0 1 1 0 0,0-1-1 0 0,1 0 0 0 0,-1 0 1 0 0,1 0-1 0 0,-1 0 1 0 0,1 0-1 0 0,0-1 0 0 0,0 1 1 0 0,-1-1-1 0 0,1 0 1 0 0,0 0-1 0 0,4 1 0 0 0,-3-1-32 0 0,0-1 0 0 0,-1 0 0 0 0,1 0-1 0 0,0 0 1 0 0,-1-1 0 0 0,1 1 0 0 0,-1-1 0 0 0,1 0-1 0 0,-1 0 1 0 0,1 0 0 0 0,-1 0 0 0 0,1-1-1 0 0,-1 1 1 0 0,0-1 0 0 0,0 0 0 0 0,0 0-1 0 0,0 0 1 0 0,3-3 0 0 0,5-5-48 0 0,-1 1 0 0 0,-1-2 1 0 0,1 0-1 0 0,-2 0 0 0 0,0 0 0 0 0,10-18 1 0 0,33-78 572 0 0,-41 84 2 0 0,-3 13-330 0 0,-3 15 310 0 0,-4 18 555 0 0,-22 80 1634 0 0,-37 108 0 0 0,2-13-1841 0 0,39-134-694 0 0,-11 52-1888 0 0,26-98 200 0 0,1 0 0 0 0,-1 22 0 0 0,3-36 928 0 0,1 0-1 0 0,-1-1 1 0 0,0 1 0 0 0,1 0-1 0 0,0-1 1 0 0,2 7-1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8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27 155 1576 0 0,'-15'-35'12117'0'0,"3"9"-7068"0"0,12 25-5014 0 0,0 1-1 0 0,0-1 0 0 0,0 1 0 0 0,0-1 0 0 0,0 1 0 0 0,0-1 1 0 0,0 1-1 0 0,0-1 0 0 0,1 1 0 0 0,-1-1 0 0 0,0 1 0 0 0,0 0 1 0 0,0-1-1 0 0,0 1 0 0 0,1-1 0 0 0,-1 1 0 0 0,0-1 0 0 0,0 1 1 0 0,1 0-1 0 0,-1-1 0 0 0,0 1 0 0 0,1 0 0 0 0,-1-1 0 0 0,0 1 1 0 0,1 0-1 0 0,-1 0 0 0 0,1-1 0 0 0,-1 1 0 0 0,0 0 1 0 0,2-1-1 0 0,14-6 274 0 0,-13 6-175 0 0,45-18 111 0 0,1 3 1 0 0,0 2 0 0 0,53-7 0 0 0,-99 20-244 0 0,-3 1-1 0 0,1 0 0 0 0,-1 0 0 0 0,1-1 0 0 0,0 1 0 0 0,-1 0 0 0 0,1 0 0 0 0,-1 0 0 0 0,1 0 0 0 0,0 0 0 0 0,-1 0 0 0 0,1 0 0 0 0,0 0 1 0 0,-1 0-1 0 0,1 0 0 0 0,0 0 0 0 0,-1 1 0 0 0,1-1 0 0 0,-1 0 0 0 0,1 0 0 0 0,-1 0 0 0 0,1 1 0 0 0,0 0 0 0 0,0 0 0 0 0,0 0 1 0 0,-1 0-1 0 0,1 0 0 0 0,-1 0 1 0 0,1 1-1 0 0,-1-1 1 0 0,0 0-1 0 0,1 0 0 0 0,-1 1 1 0 0,0-1-1 0 0,0 0 1 0 0,0 0-1 0 0,0 1 0 0 0,0-1 1 0 0,0 0-1 0 0,0 1 0 0 0,0-1 1 0 0,-1 0-1 0 0,1 0 1 0 0,0 1-1 0 0,-1-1 0 0 0,1 0 1 0 0,-1 0-1 0 0,0 0 1 0 0,1 0-1 0 0,-1 0 0 0 0,0 1 1 0 0,0-1-1 0 0,-1 1 0 0 0,0 2 2 0 0,-23 34 67 0 0,-48 58 0 0 0,37-51 159 0 0,25-31-156 0 0,-20 26 236 0 0,1 0-1 0 0,-35 65 1 0 0,64-103-258 0 0,0-1 0 0 0,1 1 0 0 0,-1 0 0 0 0,0 0 0 0 0,1 0 1 0 0,-1 1-1 0 0,1-1 0 0 0,-1 0 0 0 0,1 3 0 0 0,0-4-27 0 0,0-1-1 0 0,0 1 1 0 0,1 0 0 0 0,-1 0-1 0 0,0 0 1 0 0,0 0 0 0 0,1 0-1 0 0,-1-1 1 0 0,1 1 0 0 0,-1 0-1 0 0,0 0 1 0 0,1-1 0 0 0,-1 1-1 0 0,1 0 1 0 0,0-1 0 0 0,-1 1-1 0 0,1 0 1 0 0,0-1 0 0 0,-1 1-1 0 0,1-1 1 0 0,0 1 0 0 0,-1-1-1 0 0,1 1 1 0 0,0-1 0 0 0,0 0-1 0 0,0 1 1 0 0,1-1 0 0 0,8 3 15 0 0,0-1 0 0 0,1 0 0 0 0,-1-1 1 0 0,0 0-1 0 0,1-1 0 0 0,19-1 0 0 0,71-14-1135 0 0,-60 8 168 0 0,109-19-3970 0 0,-46 3-2069 0 0,-26 4-736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8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32 3164 0 0,'-18'-2'5829'0'0,"0"1"-1"0"0,-28 1 1 0 0,216-17-5214 0 0,-150 16-1460 0 0,50-4-2361 0 0,-23 1-4806 0 0,-30 2 1214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8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1288 0 0,'-133'75'18295'0'0,"131"-74"-17456"0"0,8 1-757 0 0,0-1 0 0 0,1 0 1 0 0,-1 0-1 0 0,1-1 0 0 0,0 0 0 0 0,-1 0 1 0 0,1 0-1 0 0,-1-1 0 0 0,1 0 0 0 0,11-3 1 0 0,3 0-359 0 0,113-18-3760 0 0,-47 4-2759 0 0,-31 6-1021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08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74 1212 0 0,'-14'-12'7457'0'0,"-7"-4"-1081"0"0,19 16-6186 0 0,1 0 0 0 0,-1-1 0 0 0,1 1 1 0 0,-1 0-1 0 0,1 0 0 0 0,-1 0 0 0 0,0 0 1 0 0,1 0-1 0 0,-1 0 0 0 0,1 0 0 0 0,-1 0 1 0 0,1 1-1 0 0,-1-1 0 0 0,1 0 0 0 0,-1 1 1 0 0,1 0-1 0 0,-2 0 0 0 0,-25 15 1400 0 0,23-13-1225 0 0,-20 15 238 0 0,1 1 1 0 0,0 1-1 0 0,1 0 1 0 0,1 2-1 0 0,1 1 1 0 0,2 1-1 0 0,0 1 1 0 0,-28 48-1 0 0,37-55-486 0 0,1 0-1 0 0,0 0 1 0 0,2 1 0 0 0,0 0-1 0 0,1 0 1 0 0,-3 21 0 0 0,7-33-68 0 0,2 0 0 0 0,-1 0 0 0 0,1 0 1 0 0,0 0-1 0 0,1 0 0 0 0,-1 0 0 0 0,1 0 1 0 0,1 0-1 0 0,2 8 0 0 0,-2-11-12 0 0,0 1-1 0 0,0-1 1 0 0,0 0 0 0 0,0 0-1 0 0,1 0 1 0 0,0 0 0 0 0,0-1-1 0 0,0 1 1 0 0,0-1 0 0 0,0 0-1 0 0,1 0 1 0 0,0 0 0 0 0,-1 0-1 0 0,1-1 1 0 0,5 4 0 0 0,5 0-6 0 0,0-1 1 0 0,0 0 0 0 0,0-1 0 0 0,0 0-1 0 0,1-1 1 0 0,-1-1 0 0 0,1 0 0 0 0,0-1 0 0 0,0-1-1 0 0,0 0 1 0 0,-1-1 0 0 0,1 0 0 0 0,0-2-1 0 0,-1 1 1 0 0,23-8 0 0 0,-11 1-16 0 0,-1 0-1 0 0,0-1 1 0 0,0-2-1 0 0,-1 0 1 0 0,-1-2-1 0 0,0 0 1 0 0,35-30-1 0 0,-40 28 16 0 0,0-1 0 0 0,-2-1 0 0 0,0 0 0 0 0,-2-1 0 0 0,17-26 0 0 0,-24 34-22 0 0,-1-1 1 0 0,0 0-1 0 0,0-1 1 0 0,-2 1-1 0 0,1-1 1 0 0,-1 0-1 0 0,-1 0 1 0 0,-1-1-1 0 0,1 1 1 0 0,-1-26-1 0 0,-2 32-10 0 0,-1 1 1 0 0,1-1-1 0 0,-2 1 0 0 0,1-1 0 0 0,-1 1 0 0 0,0 0 0 0 0,0 0 0 0 0,0-1 0 0 0,-1 1 1 0 0,0 1-1 0 0,0-1 0 0 0,-1 0 0 0 0,0 1 0 0 0,-4-6 0 0 0,1 4 2 0 0,0 0 1 0 0,0 1-1 0 0,-1 0 0 0 0,0 0 0 0 0,0 0 0 0 0,-1 1 1 0 0,0 0-1 0 0,-13-5 0 0 0,-3 1-465 0 0,0 2 0 0 0,0 1-1 0 0,0 0 1 0 0,-1 2 0 0 0,0 1 0 0 0,-31 0 0 0 0,25 3-2294 0 0,-42 6 0 0 0,4 4-5506 0 0,29-2-974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8:37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1 256 0 0,'-10'6'4616'0'0,"0"0"-1283"0"0,0-1-1385 0 0,0-2-2396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49:1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58 200 0 0,'-12'-4'1472'0'0,"-4"-2"-636"0"0,8-4-348 0 0,3 1-372 0 0,5-5-724 0 0,2-1-740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3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153 121 76 0 0,'-2'-22'2320'0'0,"-1"-11"2492"0"0,-7-31-1 0 0,9 62-4351 0 0,-10 8-145 0 0,8-1-263 0 0,-1 0 1 0 0,0 0-1 0 0,1 0 1 0 0,0 0-1 0 0,0 0 1 0 0,0 1-1 0 0,1 0 1 0 0,0-1-1 0 0,-2 8 1 0 0,-2 2 33 0 0,-13 32-139 0 0,3 1 0 0 0,1 1 1 0 0,3 0-1 0 0,1 0 1 0 0,-5 72-1 0 0,16-113-596 0 0,0 0 0 0 0,1 0 0 0 0,0 0 1 0 0,0 0-1 0 0,0 0 0 0 0,5 11 0 0 0,2-11-2431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3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1548 0 0,'12'-47'6681'0'0,"-9"48"-6277"0"0,0 0-335 0 0,-1 1 1 0 0,1-1-1 0 0,-1 1 1 0 0,0 0-1 0 0,0-1 1 0 0,0 1-1 0 0,0 0 0 0 0,0 0 1 0 0,0 1-1 0 0,0-1 1 0 0,-1 0-1 0 0,1 0 1 0 0,-1 1-1 0 0,1-1 1 0 0,-1 1-1 0 0,1 4 1 0 0,7 11-6 0 0,0-1 1 0 0,1 0-1 0 0,1 0 0 0 0,0-1 1 0 0,1-1-1 0 0,1 0 1 0 0,0 0-1 0 0,16 12 1 0 0,-11-11-1380 0 0,1-2 0 0 0,1 0 0 0 0,30 16 0 0 0,-24-17-1415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4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31 348 0 0,'0'0'2089'0'0,"-7"-8"889"0"0,5 6-2450 0 0,0 0 1 0 0,0-1-1 0 0,0 1 0 0 0,0 0 0 0 0,0 0 1 0 0,0 1-1 0 0,-1-1 0 0 0,1 0 0 0 0,-1 1 0 0 0,-4-2 769 0 0,3 4-1187 0 0,4-1-108 0 0,-1 0 1 0 0,1 0 0 0 0,0 0-1 0 0,-1 0 1 0 0,1 0 0 0 0,0 0-1 0 0,-1 0 1 0 0,1 0 0 0 0,-1 0-1 0 0,1 0 1 0 0,0 0 0 0 0,-1 1-1 0 0,1-1 1 0 0,0 0 0 0 0,-1 0-1 0 0,1 0 1 0 0,0 1 0 0 0,-1-1-1 0 0,1 0 1 0 0,0 0 0 0 0,-1 1-1 0 0,1-1 1 0 0,0 0 0 0 0,-1 1-1 0 0,-8 24 154 0 0,-9 38-1 0 0,6-16-67 0 0,2-13-48 0 0,2 1 0 0 0,2 0 1 0 0,1 0-1 0 0,0 42 0 0 0,5-77-82 0 0,0 1 1 0 0,0-1-1 0 0,0 0 1 0 0,0 1-1 0 0,0-1 1 0 0,-1 0 0 0 0,1 1-1 0 0,0-1 1 0 0,0 0-1 0 0,0 1 1 0 0,0-1-1 0 0,0 1 1 0 0,0-1-1 0 0,0 0 1 0 0,0 1-1 0 0,1-1 1 0 0,-1 0-1 0 0,0 1 1 0 0,0-1-1 0 0,0 0 1 0 0,0 1 0 0 0,0-1-1 0 0,1 0 1 0 0,-1 1-1 0 0,0-1 1 0 0,0 0-1 0 0,0 0 1 0 0,1 1-1 0 0,-1-1 1 0 0,0 0-1 0 0,0 0 1 0 0,1 1-1 0 0,-1-1 1 0 0,0 0-1 0 0,1 0 1 0 0,-1 0 0 0 0,0 1-1 0 0,1-1 1 0 0,-1 0-1 0 0,0 0 1 0 0,1 0-1 0 0,-1 0 1 0 0,0 0-1 0 0,1 0 1 0 0,-1 0-1 0 0,0 0 1 0 0,1 0-1 0 0,-1 0 1 0 0,0 0-1 0 0,1 0 1 0 0,-1 0 0 0 0,1 0-1 0 0,-1 0 1 0 0,1-1-316 0 0,1 1 1 0 0,-1-1 0 0 0,0 0-1 0 0,0 0 1 0 0,0 1 0 0 0,0-1-1 0 0,-1 0 1 0 0,1 0 0 0 0,0 0-1 0 0,0 0 1 0 0,0 0 0 0 0,0-2 0 0 0,4-11-3139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49 996 0 0,'-1'-2'1396'0'0,"-13"-36"3884"0"0,13 37-4967 0 0,-2-7-65 0 0,3 18-4151 0 0,3 1 1977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69 80 0 0,'-6'14'6665'0'0,"5"-1"-4011"0"0,1-10-2612 0 0,1 1 0 0 0,-1-1 1 0 0,1 1-1 0 0,0-1 0 0 0,0 0 0 0 0,1 0 0 0 0,-1 1 0 0 0,4 4 0 0 0,-4-5 316 0 0,1 2-305 0 0,-1 0 1 0 0,0 1-1 0 0,0-1 1 0 0,0 1 0 0 0,-1-1-1 0 0,0 0 1 0 0,0 1-1 0 0,0-1 1 0 0,-1 1 0 0 0,1-1-1 0 0,-3 8 1 0 0,2-10-32 0 0,-2 10 179 0 0,-1 0 0 0 0,0-1 0 0 0,0 0 0 0 0,-9 16 0 0 0,12-26 133 0 0,1-3-313 0 0,0 1-1 0 0,0 0 1 0 0,0-1 0 0 0,0 1 0 0 0,0 0-1 0 0,-1 0 1 0 0,1-1 0 0 0,0 1 0 0 0,0 0-1 0 0,0 0 1 0 0,0-1 0 0 0,0 1 0 0 0,0 0-1 0 0,-1 0 1 0 0,1 0 0 0 0,0-1 0 0 0,0 1-1 0 0,0 0 1 0 0,-1 0 0 0 0,1 0 0 0 0,0 0 0 0 0,0-1-1 0 0,-1 1 1 0 0,1 0 0 0 0,0 0 0 0 0,0 0-1 0 0,-1 0 1 0 0,1 0 0 0 0,0 0 0 0 0,0 0-1 0 0,-1 0 1 0 0,1 0 0 0 0,0 0 0 0 0,0 0-1 0 0,-1 0 1 0 0,1 0 0 0 0,0 0 0 0 0,0 0-1 0 0,-1 0 1 0 0,1 0 0 0 0,0 0 0 0 0,-1 0 0 0 0,1 0-1 0 0,0 0 1 0 0,0 0 0 0 0,-1 1 0 0 0,1-1-1 0 0,0 0 1 0 0,0 0 0 0 0,0 0 0 0 0,-1 0-1 0 0,1 1 1 0 0,0-1 0 0 0,0 0 0 0 0,0 0-1 0 0,0 0 1 0 0,-1 1 0 0 0,1-1 0 0 0,0 0-1 0 0,0 0 1 0 0,0 1 0 0 0,0-1 0 0 0,0 0-1 0 0,0 1 1 0 0,-1-12 0 0 0,1 1 0 0 0,1-1 0 0 0,0 1 0 0 0,0 0 0 0 0,1-1 0 0 0,1 1 0 0 0,-1 0 0 0 0,2 0 0 0 0,-1 1 0 0 0,1-1 0 0 0,9-14 0 0 0,-3 7-56 0 0,0 0 0 0 0,1 1 0 0 0,1 1 0 0 0,1 0 1 0 0,20-19-1 0 0,-28 30 32 0 0,-1-1-1 0 0,1 2 1 0 0,1-1 0 0 0,-1 0-1 0 0,1 1 1 0 0,-1 0 0 0 0,1 0-1 0 0,0 1 1 0 0,0 0 0 0 0,8-2-1 0 0,-12 3 11 0 0,0 1 0 0 0,0 0-1 0 0,1 1 1 0 0,-1-1 0 0 0,0 0 0 0 0,0 1-1 0 0,0-1 1 0 0,1 1 0 0 0,-1-1 0 0 0,0 1-1 0 0,0 0 1 0 0,0 0 0 0 0,0 0 0 0 0,0 0-1 0 0,-1 1 1 0 0,1-1 0 0 0,0 0 0 0 0,0 1-1 0 0,-1-1 1 0 0,1 1 0 0 0,-1 0 0 0 0,1 0-1 0 0,-1-1 1 0 0,1 3 0 0 0,1 1 10 0 0,0 0 1 0 0,-1 0 0 0 0,0 0-1 0 0,0 0 1 0 0,-1 1-1 0 0,0-1 1 0 0,1 0-1 0 0,-2 1 1 0 0,1-1-1 0 0,0 8 1 0 0,-2 7-13 0 0,-4 29-1 0 0,1 5-713 0 0,3-53 628 0 0,1-1 0 0 0,0 1 0 0 0,0-1 0 0 0,0 1 0 0 0,0-1 0 0 0,0 1 0 0 0,0-1 0 0 0,1 1 0 0 0,-1-1 0 0 0,0 1 0 0 0,0-1 0 0 0,0 1 0 0 0,0-1 0 0 0,1 1 0 0 0,-1-1 0 0 0,0 1 0 0 0,0-1 0 0 0,1 1 1 0 0,-1-1-1 0 0,0 1 0 0 0,1-1 0 0 0,-1 0 0 0 0,0 1 0 0 0,1-1 0 0 0,-1 0 0 0 0,1 1 0 0 0,-1-1 0 0 0,1 0 0 0 0,-1 0 0 0 0,1 1 0 0 0,-1-1 0 0 0,1 0 0 0 0,-1 0 0 0 0,1 0 0 0 0,-1 0 0 0 0,1 1 0 0 0,0-1 0 0 0,18-4-4112 0 0,-7-1 710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255 127 700 0 0,'4'-11'1601'0'0,"0"-1"0"0"0,-1 0-1 0 0,0 0 1 0 0,-1 0 0 0 0,0-1-1 0 0,-1-21 1 0 0,-1 33-1533 0 0,0 0 0 0 0,0 0 0 0 0,0 0 0 0 0,0 0 0 0 0,0 0 0 0 0,0 0 0 0 0,0 0 0 0 0,-1 0 0 0 0,1 0 0 0 0,0 0 0 0 0,-1 0 0 0 0,1 0 0 0 0,0 1-1 0 0,-1-1 1 0 0,1 0 0 0 0,-2-1 0 0 0,1 1-44 0 0,1 1-1 0 0,-1 0 0 0 0,1-1 1 0 0,-1 1-1 0 0,1 0 1 0 0,-1 0-1 0 0,1-1 0 0 0,-1 1 1 0 0,1 0-1 0 0,-1 0 0 0 0,1 0 1 0 0,-1 0-1 0 0,0 0 1 0 0,1 0-1 0 0,-1 0 0 0 0,1 0 1 0 0,-1 0-1 0 0,1 0 1 0 0,-1 0-1 0 0,0 0 0 0 0,0 1 1 0 0,-1-1-1 0 0,-1 2 0 0 0,1-1 0 0 0,0 0 0 0 0,0 0 0 0 0,0 1 1 0 0,0-1-1 0 0,0 1 0 0 0,0-1 0 0 0,0 1 0 0 0,0 0 0 0 0,-2 2 1 0 0,-8 14 31 0 0,1 1 1 0 0,1-1 0 0 0,0 1-1 0 0,2 1 1 0 0,0 0 0 0 0,1 0-1 0 0,-7 37 1 0 0,-14 152 312 0 0,24-177-305 0 0,-4 64 168 0 0,-23 164 357 0 0,16-202-395 0 0,15-58-262 0 0,0 1 1 0 0,0 0-1 0 0,0-1 0 0 0,0 1 1 0 0,-1-1-1 0 0,1 1 1 0 0,0-1-1 0 0,-1 1 1 0 0,1 0-1 0 0,0-1 0 0 0,-1 1 1 0 0,1-1-1 0 0,0 1 1 0 0,-1-1-1 0 0,1 0 0 0 0,-1 1 1 0 0,1-1-1 0 0,-1 1 1 0 0,1-1-1 0 0,-1 0 1 0 0,1 1-1 0 0,-1-1 0 0 0,0 0 1 0 0,1 0-1 0 0,-1 1 1 0 0,1-1-1 0 0,-1 0 0 0 0,0 0 1 0 0,1 0-1 0 0,-1 0 1 0 0,0 0-1 0 0,1 0 1 0 0,-1 0-1 0 0,1 0 0 0 0,-1 0 1 0 0,-1 0-1 0 0,-17-8-2909 0 0,3-11-1418 0 0,7 6 971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6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4 240 1228 0 0,'-1'-4'520'0'0,"0"1"0"0"0,0-1 0 0 0,1 0 0 0 0,0 0 0 0 0,0 0-1 0 0,0 0 1 0 0,0 0 0 0 0,0 0 0 0 0,1 0 0 0 0,1-5 0 0 0,-1 6-424 0 0,1 0 1 0 0,-1 0-1 0 0,1 1 1 0 0,0-1-1 0 0,-1 0 0 0 0,1 1 1 0 0,1-1-1 0 0,-1 1 1 0 0,0-1-1 0 0,1 1 1 0 0,-1 0-1 0 0,1 0 0 0 0,-1 0 1 0 0,1 0-1 0 0,0 1 1 0 0,0-1-1 0 0,0 1 1 0 0,0 0-1 0 0,4-2 0 0 0,148-48-104 0 0,85-10-6039 0 0,-177 43 8348 0 0,-61 18-1730 0 0,4-4 397 0 0,-5 4-760 0 0,-1 0 0 0 0,1-1-1 0 0,6-4 2908 0 0,-7 5-2907 0 0,1-1 0 0 0,-1 1-1 0 0,0-1 1 0 0,0 1 0 0 0,1-2-1 0 0,-1 2-188 0 0,0 1-1 0 0,0-1 1 0 0,0 0-1 0 0,0 0 0 0 0,0 0 1 0 0,-1 0-1 0 0,1 0 1 0 0,0 0-1 0 0,0 0 0 0 0,0 0 1 0 0,0 0-1 0 0,0 0 0 0 0,0 0 1 0 0,0 0-1 0 0,0 0 1 0 0,0 0-1 0 0,0 0 0 0 0,-1 0 1 0 0,1 0-1 0 0,0 0 1 0 0,0 0-1 0 0,0 0 0 0 0,0-1 1 0 0,0 1-1 0 0,0 0 1 0 0,0 0-1 0 0,0 0 0 0 0,0 0 1 0 0,0 0-1 0 0,0 0 1 0 0,0 0-1 0 0,-1 0 0 0 0,1 0 1 0 0,0 0-1 0 0,0 0 0 0 0,0 0 1 0 0,0 0-1 0 0,0 0 1 0 0,0-1-1 0 0,0 1 0 0 0,0 0 1 0 0,0 0-1 0 0,0 0 1 0 0,0 0-1 0 0,0 0 0 0 0,0 0 1 0 0,0 0-1 0 0,0 0 1 0 0,0 0-1 0 0,0 0 0 0 0,0-1 1 0 0,0 1-1 0 0,0 0 1 0 0,0 0-1 0 0,0 0 0 0 0,0 0 1 0 0,0 0-1 0 0,0 0 0 0 0,0 0 1 0 0,0 0-1 0 0,0 0 1 0 0,0 0-1 0 0,0 0 0 0 0,1-1 1 0 0,-1 1-1 0 0,0 0 1 0 0,-5 10 400 0 0,-5 16-232 0 0,6 0-122 0 0,0 1 0 0 0,2-1 1 0 0,1 1-1 0 0,1 0 0 0 0,5 32 0 0 0,-4-51-15 0 0,0 0 0 0 0,1 0 1 0 0,0-1-1 0 0,1 1 0 0 0,5 11 0 0 0,-8-18-87 0 0,1 0 0 0 0,0-1 0 0 0,-1 1 0 0 0,1 0 1 0 0,0-1-1 0 0,-1 1 0 0 0,1-1 0 0 0,0 1 0 0 0,0-1 0 0 0,0 1 0 0 0,0-1 0 0 0,-1 1 0 0 0,1-1 0 0 0,0 0 0 0 0,0 0 0 0 0,0 1 0 0 0,0-1 0 0 0,0 0 0 0 0,0 0 0 0 0,0 0 0 0 0,0 0 0 0 0,0 0 0 0 0,0 0 0 0 0,0 0 1 0 0,0 0-1 0 0,-1-1 0 0 0,1 1 0 0 0,1 0 0 0 0,1-1-335 0 0,0 0 0 0 0,-1 0 0 0 0,1 0 0 0 0,-1 0 0 0 0,1 0 0 0 0,-1-1 0 0 0,1 1 0 0 0,2-3 0 0 0,3-5-2736 0 0,1-4-1136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32 660 0 0,'-36'-29'7479'0'0,"32"28"-7142"0"0,3 1-326 0 0,1 0 0 0 0,0-1 0 0 0,0 1 0 0 0,0 0 0 0 0,-1 0 0 0 0,1 0 0 0 0,0 0 0 0 0,0 0 0 0 0,0 0 0 0 0,-1-1-1 0 0,1 1 1 0 0,0 0 0 0 0,0 0 0 0 0,-1 0 0 0 0,1 0 0 0 0,0 0 0 0 0,0 0 0 0 0,-1 0 0 0 0,1 0 0 0 0,0 0 0 0 0,0 0 0 0 0,-1 0 0 0 0,1 0-1 0 0,0 0 1 0 0,0 0 0 0 0,-1 1 0 0 0,1-1 0 0 0,0 0 0 0 0,0 0 0 0 0,-1 0 0 0 0,1 0 0 0 0,0 0 0 0 0,-1 6-297 0 0,0-1 0 0 0,1 0 1 0 0,0 1-1 0 0,0-1 0 0 0,0 0 1 0 0,1 0-1 0 0,0 1 0 0 0,0-1 1 0 0,2 7-1 0 0,0 4-1692 0 0,1-2 380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7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94 684 0 0,'0'0'3034'0'0,"11"-28"2721"0"0,-9 26-5663 0 0,-1 1-1 0 0,0-1 1 0 0,1 0 0 0 0,-1 1-1 0 0,1-1 1 0 0,-1 1 0 0 0,1-1 0 0 0,0 1-1 0 0,0 0 1 0 0,0 0 0 0 0,-1-1-1 0 0,1 2 1 0 0,0-1 0 0 0,0 0 0 0 0,1 0-1 0 0,3 0 1 0 0,-5 0-64 0 0,1 1 42 0 0,17 2 64 0 0,-14-1-127 0 0,-1 1-1 0 0,1-1 0 0 0,-1 1 1 0 0,0 0-1 0 0,1 1 0 0 0,-1-1 0 0 0,0 1 1 0 0,-1 0-1 0 0,1 0 0 0 0,0 0 1 0 0,-1 0-1 0 0,0 0 0 0 0,0 1 0 0 0,0 0 1 0 0,0-1-1 0 0,0 1 0 0 0,-1 0 1 0 0,1 1-1 0 0,-1-1 0 0 0,0 0 0 0 0,-1 1 1 0 0,1-1-1 0 0,-1 1 0 0 0,0-1 1 0 0,0 1-1 0 0,0 0 0 0 0,-1-1 0 0 0,1 1 1 0 0,-1 7-1 0 0,0-2 22 0 0,-1 0 0 0 0,1-1 0 0 0,-4 14 0 0 0,4-22-1 0 0,0 1-1 0 0,-1-1 0 0 0,1 1 1 0 0,0-1-1 0 0,-1 0 1 0 0,1 1-1 0 0,-1-1 1 0 0,0 1-1 0 0,1-1 1 0 0,-1 0-1 0 0,0 0 1 0 0,0 1-1 0 0,0-1 0 0 0,-1 1 1 0 0,2-2-21 0 0,-1 0 0 0 0,1 0 0 0 0,-1 0 0 0 0,1 0 0 0 0,-1-1 1 0 0,1 1-1 0 0,-1 0 0 0 0,1 0 0 0 0,0-1 0 0 0,-1 1 0 0 0,1 0 0 0 0,-1-1 0 0 0,1 1 1 0 0,0 0-1 0 0,0-1 0 0 0,-1 1 0 0 0,1-1 0 0 0,0 1 0 0 0,-1 0 0 0 0,1-1 0 0 0,0 1 1 0 0,0-1-1 0 0,0 1 0 0 0,0-1 0 0 0,-1 1 0 0 0,1-1 0 0 0,0 1 0 0 0,0-1 0 0 0,0 1 1 0 0,0 0-1 0 0,0-2 0 0 0,-1-2 11 0 0,1-1 0 0 0,-1 0 0 0 0,1 1 1 0 0,0-1-1 0 0,0 0 0 0 0,0 0 0 0 0,1 1 1 0 0,0-1-1 0 0,0 0 0 0 0,0 1 0 0 0,0-1 0 0 0,1 1 1 0 0,2-6-1 0 0,2-3-79 0 0,1 1-1 0 0,15-24 1 0 0,-16 28 48 0 0,1 1 0 0 0,-1-1 1 0 0,1 1-1 0 0,1 1 0 0 0,-1-1 1 0 0,1 1-1 0 0,0 0 0 0 0,1 1 1 0 0,-1 0-1 0 0,1 1 0 0 0,0-1 1 0 0,0 1-1 0 0,13-3 0 0 0,-20 7 17 0 0,1-1 0 0 0,-1 1 0 0 0,1-1 0 0 0,-1 1 0 0 0,1 0-1 0 0,-1 0 1 0 0,1 0 0 0 0,0 0 0 0 0,-1 1 0 0 0,1-1-1 0 0,-1 1 1 0 0,1 0 0 0 0,-1-1 0 0 0,1 1 0 0 0,-1 0 0 0 0,0 0-1 0 0,1 1 1 0 0,-1-1 0 0 0,0 0 0 0 0,0 1 0 0 0,0-1 0 0 0,0 1-1 0 0,0 0 1 0 0,0 0 0 0 0,2 2 0 0 0,-1 0 1 0 0,0 0 0 0 0,-1 1 1 0 0,1-1-1 0 0,-1 0 0 0 0,1 1 0 0 0,-2-1 0 0 0,1 1 1 0 0,0 0-1 0 0,-1 0 0 0 0,0-1 0 0 0,1 10 0 0 0,-1 87 55 0 0,-1-58-24 0 0,-1-41-66 0 0,1 0 0 0 0,0-1 0 0 0,0 1 1 0 0,0 0-1 0 0,0 0 0 0 0,0 0 0 0 0,1-1 1 0 0,-1 1-1 0 0,0 0 0 0 0,1-1 0 0 0,-1 1 1 0 0,1 0-1 0 0,0-1 0 0 0,0 1 0 0 0,-1 0 1 0 0,1-1-1 0 0,0 1 0 0 0,0-1 0 0 0,0 0 0 0 0,1 1 1 0 0,-1-1-1 0 0,0 0 0 0 0,0 0 0 0 0,1 0 1 0 0,-1 1-1 0 0,1-1 0 0 0,1 0 0 0 0,0 0-87 0 0,-1 0 0 0 0,1-1 0 0 0,0 0 0 0 0,-1 0 0 0 0,1 0 0 0 0,0 0 0 0 0,-1 0 0 0 0,1-1 0 0 0,-1 1 0 0 0,1-1 0 0 0,0 1 0 0 0,-1-1 0 0 0,1 0 0 0 0,-1 0 0 0 0,0 0 0 0 0,5-3 0 0 0,7-4-321 0 0,-1-1 1 0 0,0 0-1 0 0,0-1 1 0 0,-1 0 0 0 0,0-1-1 0 0,-1-1 1 0 0,18-22-1 0 0,-16 16 912 0 0,17-30 0 0 0,3-21 4555 0 0,-33 67-4634 0 0,4-6 1121 0 0,-6 63-1204 0 0,0-33-303 0 0,1 1-1 0 0,4 35 0 0 0,-2-54-4 0 0,-1 5 26 0 0,1-1 0 0 0,0 0 0 0 0,1 0 1 0 0,0 0-1 0 0,0 0 0 0 0,0 0 0 0 0,1-1 0 0 0,0 1 1 0 0,1-1-1 0 0,6 11 0 0 0,-9-17-56 0 0,0 0-1 0 0,0-1 1 0 0,0 1 0 0 0,0 0 0 0 0,0-1-1 0 0,0 1 1 0 0,0-1 0 0 0,0 1-1 0 0,0-1 1 0 0,0 0 0 0 0,0 1 0 0 0,0-1-1 0 0,0 0 1 0 0,0 0 0 0 0,0 0-1 0 0,0 0 1 0 0,1 0 0 0 0,-1 0 0 0 0,0 0-1 0 0,0 0 1 0 0,0 0 0 0 0,0 0-1 0 0,2-1 1 0 0,22-10-1940 0 0,-5-11-2909 0 0,-9 6 376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48 920 0 0,'-32'-18'6028'0'0,"-12"-6"-2919"0"0,42 23-2966 0 0,-11-4 199 0 0,5 12-352 0 0,8-6-401 0 0,-1 1 0 0 0,1-1 0 0 0,-1 1 0 0 0,1-1 0 0 0,-1 0 0 0 0,1 1 0 0 0,0-1 0 0 0,-1 1 0 0 0,1-1 0 0 0,0 1 0 0 0,0-1 0 0 0,0 1-1 0 0,0-1 1 0 0,1 3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7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 80 0 0,'25'-4'15360'0'0,"-24"6"-15331"0"0,-1-1 0 0 0,1 1 0 0 0,-1 0-1 0 0,1 0 1 0 0,-1 0 0 0 0,0-1 0 0 0,1 1 0 0 0,-1 0 0 0 0,0 0 0 0 0,0 0-1 0 0,-1 0 1 0 0,1 0 0 0 0,-1 3 0 0 0,-7 33 112 0 0,4-22-87 0 0,-8 45 124 0 0,-6 22-65 0 0,3 0 0 0 0,-5 138 0 0 0,19-214-89 0 0,1 0 1 0 0,0 1-1 0 0,1-1 0 0 0,-1 0 0 0 0,1 1 1 0 0,1-1-1 0 0,-1 0 0 0 0,1 0 0 0 0,1 0 0 0 0,-1 0 1 0 0,7 11-1 0 0,-8-17-15 0 0,0 0 0 0 0,0 0 0 0 0,0 0 0 0 0,0 0 0 0 0,0 0 0 0 0,1-1 0 0 0,-1 1 0 0 0,0 0 0 0 0,1-1 0 0 0,-1 1 0 0 0,0-1 0 0 0,1 1 0 0 0,-1-1 0 0 0,1 0 0 0 0,-1 1 0 0 0,1-1 0 0 0,-1 0 0 0 0,1 0 0 0 0,-1 0 0 0 0,0 0 0 0 0,4-1 0 0 0,30-9 93 0 0,-2-7-75 0 0,-1-1 1 0 0,-1-2-1 0 0,0-1 1 0 0,40-38-1 0 0,-50 41-10 0 0,-1-1 0 0 0,0-1 0 0 0,-2-1 0 0 0,0-1 0 0 0,24-39 0 0 0,-41 58 73 0 0,0 1-1 0 0,0 0 1 0 0,0 0 0 0 0,0-1-1 0 0,0 1 1 0 0,0 0-1 0 0,-1-1 1 0 0,1 1 0 0 0,-1-1-1 0 0,1 1 1 0 0,-1-1-1 0 0,0 1 1 0 0,0-1 0 0 0,0 1-1 0 0,-1-1 1 0 0,1 1-1 0 0,-2-5 1 0 0,2 5-5 0 0,-2 2-71 0 0,0 0-1 0 0,1 0 0 0 0,-1 0 0 0 0,0 0 0 0 0,1 0 1 0 0,-1 1-1 0 0,1-1 0 0 0,-1 1 0 0 0,0-1 0 0 0,1 1 0 0 0,-1-1 1 0 0,1 1-1 0 0,-2 1 0 0 0,1-1-4 0 0,-3 3-1 0 0,-1 0 0 0 0,1 0 1 0 0,-1 1-1 0 0,2 0 0 0 0,-1 0 0 0 0,0 1 1 0 0,1-1-1 0 0,0 1 0 0 0,0 0 0 0 0,1 0 1 0 0,0 0-1 0 0,0 1 0 0 0,0-1 0 0 0,-2 10 1 0 0,0 0-2 0 0,1-1 0 0 0,1 1 1 0 0,1 0-1 0 0,0 0 0 0 0,0 18 1 0 0,2-25-1 0 0,1 0 0 0 0,0-1 0 0 0,0 1-1 0 0,1-1 1 0 0,0 1 0 0 0,0-1 0 0 0,4 8 0 0 0,-4-13 7 0 0,-1 0 0 0 0,0 0 0 0 0,0 0-1 0 0,1-1 1 0 0,0 1 0 0 0,-1 0 0 0 0,1-1-1 0 0,0 0 1 0 0,0 1 0 0 0,1-1 0 0 0,-1 0 0 0 0,0 0-1 0 0,1 0 1 0 0,-1 0 0 0 0,1-1 0 0 0,0 1-1 0 0,-1-1 1 0 0,1 1 0 0 0,0-1 0 0 0,0 0-1 0 0,0 0 1 0 0,0 0 0 0 0,6 0 0 0 0,2-1-52 0 0,0-1 0 0 0,0 0 0 0 0,0 0 0 0 0,-1-1 0 0 0,1-1 0 0 0,0 0 0 0 0,-1 0 0 0 0,0-1 0 0 0,0-1 0 0 0,0 1 0 0 0,0-2 1 0 0,-1 1-1 0 0,15-12 0 0 0,-7 3-1185 0 0,0 0 0 0 0,-1-1 1 0 0,0 0-1 0 0,-2-1 1 0 0,0-1-1 0 0,14-21 0 0 0,-17 19-2267 0 0,-3-1-1358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0:08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138 142 2056 0 0,'-135'30'9569'0'0,"132"-29"-8773"0"0,19-6-493 0 0,-11 3-248 0 0,140-43 358 0 0,36-11-2302 0 0,-62 13-3222 0 0,-64 22 1323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0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1740 0 0,'4'-12'4843'0'0,"-3"-13"302"0"0,-1 27-4636 0 0,-1 13-198 0 0,-33 251 1249 0 0,19-163-1408 0 0,-25 175-365 0 0,37-267-1004 0 0,1-17-1089 0 0,-1-15 8 0 0,7-38-1774 0 0,-1 33 2322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0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1220 0 0,'10'-40'1970'0'0,"2"0"0"0"0,1 1 1 0 0,3 0-1 0 0,21-38 0 0 0,-37 75-1917 0 0,1 0-1 0 0,0 1 0 0 0,0-1 1 0 0,1 0-1 0 0,-1 1 1 0 0,0-1-1 0 0,0 1 1 0 0,1-1-1 0 0,-1 1 1 0 0,1 0-1 0 0,-1-1 1 0 0,1 1-1 0 0,0 0 1 0 0,0 0-1 0 0,-1 0 1 0 0,1 0-1 0 0,0 1 1 0 0,0-1-1 0 0,0 0 1 0 0,4 0-1 0 0,-4 1 12 0 0,1 0 0 0 0,-1 0 0 0 0,1 1 0 0 0,-1-1 0 0 0,0 1 0 0 0,1 0-1 0 0,-1-1 1 0 0,0 1 0 0 0,1 0 0 0 0,-1 1 0 0 0,0-1 0 0 0,0 0 0 0 0,0 0-1 0 0,3 3 1 0 0,4 4 157 0 0,-1 1-1 0 0,0-1 0 0 0,0 1 0 0 0,-1 0 0 0 0,11 19 1 0 0,-4-2 11 0 0,-1 1 1 0 0,-2 1-1 0 0,0-1 1 0 0,-2 2 0 0 0,7 34-1 0 0,17 151 247 0 0,-25-155-448 0 0,1 26 67 0 0,15 83 62 0 0,-15-135-2199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0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85 660 0 0,'-117'-4'10459'0'0,"110"4"-10322"0"0,3 0 200 0 0,1 1-68 0 0,-6-2 442 0 0,25-4-487 0 0,36-8-189 0 0,-47 12 20 0 0,150-33-1895 0 0,-51 14-3220 0 0,-61 12 1477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1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34 2228 0 0,'-26'-17'7754'0'0,"11"7"-4519"0"0,-3 3 1393 0 0,24 15-4087 0 0,173 221 1768 0 0,-11-15-3132 0 0,-114-155-1954 0 0,-17-21-6184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1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64 2388 0 0,'-2'-6'910'0'0,"-1"1"-1"0"0,0-1 0 0 0,-1 1 1 0 0,1 0-1 0 0,-1 0 1 0 0,0 0-1 0 0,-1 0 1 0 0,1 1-1 0 0,-1 0 0 0 0,-5-5 1 0 0,8 9-788 0 0,0-1 0 0 0,0 0 0 0 0,0 0 1 0 0,0 1-1 0 0,0 0 0 0 0,0-1 0 0 0,0 1 1 0 0,0 0-1 0 0,0 0 0 0 0,-1 0 0 0 0,1 0 0 0 0,0 0 1 0 0,0 0-1 0 0,0 1 0 0 0,0-1 0 0 0,0 1 0 0 0,0 0 1 0 0,0-1-1 0 0,0 1 0 0 0,0 0 0 0 0,0 0 1 0 0,0 0-1 0 0,1 0 0 0 0,-1 1 0 0 0,0-1 0 0 0,1 0 1 0 0,-1 1-1 0 0,-1 1 0 0 0,-4 4 134 0 0,0 0 1 0 0,1 0-1 0 0,0 0 1 0 0,-8 15-1 0 0,-23 47 136 0 0,4 2 1 0 0,3 1-1 0 0,-26 91 0 0 0,30-58-2398 0 0,16-59-2559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31 512 0 0,'-3'1'2158'0'0,"-23"2"5742"0"0,13-2-3275 0 0,24-6-4561 0 0,1 0 0 0 0,-1 1 0 0 0,1 0 0 0 0,0 1 0 0 0,0 1 0 0 0,20-2 0 0 0,-12 1-74 0 0,33-3-1980 0 0,-18 11-5082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27 1220 0 0,'-45'27'6821'0'0,"23"-14"-2978"0"0,-23 18 0 0 0,44-30-3399 0 0,5 0-382 0 0,0-1-1 0 0,1 1 1 0 0,-1-1-1 0 0,1 0 1 0 0,-1 0-1 0 0,1 0 1 0 0,-1 0-1 0 0,1-1 1 0 0,7-2-1 0 0,-2 1-15 0 0,183-37-1418 0 0,-66 6-3819 0 0,-85 23 2141 0 0,3-2-1765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229 282 800 0 0,'0'-16'6677'0'0,"0"14"-6392"0"0,0 0 0 0 0,-1 0 0 0 0,1-1 0 0 0,0 1 0 0 0,-1 0-1 0 0,1 0 1 0 0,-1-1 0 0 0,0 1 0 0 0,0 0 0 0 0,0 0 0 0 0,0 0 0 0 0,0 0 0 0 0,0 0 0 0 0,0 0 0 0 0,-1 0 0 0 0,1 1 0 0 0,-1-1 0 0 0,1 0 0 0 0,-1 1 0 0 0,0-1 0 0 0,0 1 0 0 0,1 0 0 0 0,-1-1 0 0 0,0 1 0 0 0,0 0 0 0 0,0 0 0 0 0,-1 0 0 0 0,-3-1 0 0 0,4 2-39 0 0,-2 0-12 0 0,-1 1-165 0 0,0 1-1 0 0,0-1 1 0 0,0 1 0 0 0,1 0-1 0 0,-1 0 1 0 0,0 1 0 0 0,1 0 0 0 0,-1-1-1 0 0,1 1 1 0 0,0 1 0 0 0,-6 4 0 0 0,-1 6 40 0 0,0 0 1 0 0,0 0-1 0 0,2 1 1 0 0,0 1-1 0 0,1-1 1 0 0,-13 34 0 0 0,11-18-19 0 0,1 1 1 0 0,-10 59 0 0 0,18-80-76 0 0,0 0 0 0 0,0 1 0 0 0,1-1 0 0 0,0 0 0 0 0,1 1 0 0 0,0-1 0 0 0,1 0 0 0 0,1 0 0 0 0,-1 0 0 0 0,9 19 0 0 0,-9-24 23 0 0,1-1 1 0 0,0 1-1 0 0,1-1 0 0 0,0 1 0 0 0,-1-1 1 0 0,2 0-1 0 0,-1 0 0 0 0,0-1 0 0 0,1 1 1 0 0,0-1-1 0 0,0 0 0 0 0,0 0 0 0 0,1-1 1 0 0,-1 1-1 0 0,1-1 0 0 0,0-1 0 0 0,0 1 1 0 0,0-1-1 0 0,12 3 0 0 0,0-2 47 0 0,-1-1 0 0 0,1 0 0 0 0,-1-2 0 0 0,1 0 0 0 0,0-1 0 0 0,-1-1 0 0 0,33-7 0 0 0,-4-3 160 0 0,74-29 0 0 0,-91 29-123 0 0,0-1 0 0 0,-1-1 0 0 0,-1-2 0 0 0,-1-1 0 0 0,37-29 0 0 0,-50 35-80 0 0,-1 0 0 0 0,0-1 0 0 0,-1 0 0 0 0,0 0 0 0 0,-1-2 0 0 0,-1 1 1 0 0,0-1-1 0 0,-1 0 0 0 0,0-1 0 0 0,-1 0 0 0 0,0 0 0 0 0,3-17 0 0 0,-7 23-29 0 0,-2 0-1 0 0,1 0 1 0 0,-1 0-1 0 0,-1 0 0 0 0,0 0 1 0 0,0-1-1 0 0,-1 1 1 0 0,0 0-1 0 0,0 0 1 0 0,-1 0-1 0 0,-5-15 0 0 0,2 12-5 0 0,0 0 0 0 0,-1 0-1 0 0,-1 0 1 0 0,0 1-1 0 0,0 0 1 0 0,-1 1 0 0 0,-13-15-1 0 0,1 6-9 0 0,0 1-1 0 0,-1 1 0 0 0,-1 1 0 0 0,-1 1 1 0 0,0 1-1 0 0,-1 0 0 0 0,-32-11 0 0 0,41 18-269 0 0,0 2 0 0 0,-1 0 0 0 0,0 0-1 0 0,0 2 1 0 0,0 0 0 0 0,0 1 0 0 0,0 0 0 0 0,-1 1-1 0 0,-19 2 1 0 0,22 1-1207 0 0,0 0-1 0 0,0 1 0 0 0,0 1 1 0 0,0 0-1 0 0,1 0 0 0 0,-22 11 0 0 0,11-1-4763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42:2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16259,'30'391'0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11 832 0 0,'0'0'14794'0'0,"-11"-4"-14225"0"0,-29 0-481 0 0,0 2-1 0 0,0 2 1 0 0,-1 1 0 0 0,1 2 0 0 0,0 2 0 0 0,-67 17 0 0 0,103-21-93 0 0,-1 1 1 0 0,0-1 0 0 0,1 1 0 0 0,0 0 0 0 0,-1 0 0 0 0,1 0 0 0 0,0 1 0 0 0,0 0 0 0 0,0-1-1 0 0,0 1 1 0 0,1 1 0 0 0,-1-1 0 0 0,1 0 0 0 0,0 1 0 0 0,-1 0 0 0 0,2 0 0 0 0,-1 0 0 0 0,0 0-1 0 0,1 0 1 0 0,0 0 0 0 0,0 1 0 0 0,-2 7 0 0 0,-1-1 27 0 0,-4 12 218 0 0,1-1 0 0 0,1 1 0 0 0,-6 35-1 0 0,-5 75 452 0 0,10-67-439 0 0,-7 86 203 0 0,8 271-1 0 0,51 153 385 0 0,16 90 19 0 0,-40-27 607 0 0,-63-4-522 0 0,-26 162 34 0 0,61-655-861 0 0,-5 122 35 0 0,13-181-150 0 0,11 97 1 0 0,-10-171 4 0 0,1 0-1 0 0,0 1 1 0 0,0-1-1 0 0,1-1 1 0 0,0 1-1 0 0,0 0 0 0 0,1-1 1 0 0,0 1-1 0 0,8 9 1 0 0,-8-12-11 0 0,0-2 1 0 0,0 1-1 0 0,0 0 1 0 0,1-1-1 0 0,-1 0 1 0 0,1 0-1 0 0,0 0 1 0 0,1 0-1 0 0,-1-1 1 0 0,0 0-1 0 0,1 0 1 0 0,0-1-1 0 0,0 0 1 0 0,9 3-1 0 0,8 0-176 0 0,1-1-1 0 0,-1-2 0 0 0,1 0 0 0 0,0-1 0 0 0,34-4 1 0 0,117-24-2022 0 0,65-35-2764 0 0,-86 9-2569 0 0,-93 28 796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4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6 112 0 0,'3'-5'13822'0'0,"-5"14"-13411"0"0,0 0 0 0 0,1 0 1 0 0,0 0-1 0 0,1 0 0 0 0,0 0 0 0 0,2 16 0 0 0,-1 4 7 0 0,-18 308 468 0 0,15-322-966 0 0,-2 19-345 0 0,0 63 0 0 0,4-97 429 0 0,-2 12-2360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1700 0 0,'27'-27'17079'0'0,"-26"27"-17060"0"0,-1 0-1 0 0,1 0 1 0 0,0 1-1 0 0,-1-1 1 0 0,1 0 0 0 0,0 1-1 0 0,-1-1 1 0 0,1 1 0 0 0,-1-1-1 0 0,1 1 1 0 0,-1-1-1 0 0,1 1 1 0 0,-1-1 0 0 0,1 1-1 0 0,-1-1 1 0 0,1 1-1 0 0,-1-1 1 0 0,0 1 0 0 0,1 0-1 0 0,-1-1 1 0 0,0 1-1 0 0,0 0 1 0 0,1-1 0 0 0,-1 1-1 0 0,0 0 1 0 0,0 0-1 0 0,0-1 1 0 0,0 2 0 0 0,3 23 421 0 0,-3-20-341 0 0,11 186 1157 0 0,-4-43-1071 0 0,-4-100-6 0 0,-3-47-140 0 0,0 0-2 0 0,1 0 0 0 0,-1-1 0 0 0,0 1 1 0 0,0 0-1 0 0,0-1 0 0 0,1 1 0 0 0,-1 0 1 0 0,0-1-1 0 0,0 1 0 0 0,0 0 1 0 0,0-1-1 0 0,-1 1 0 0 0,1 0 0 0 0,0-1 1 0 0,0 1-1 0 0,0 0 0 0 0,0-1 0 0 0,-1 2 1 0 0,0 8-786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85 1368 0 0,'0'0'7737'0'0,"0"0"-7567"0"0,-6-4 2382 0 0,5 3-2382 0 0,1 1 0 0 0,0-1 0 0 0,-1 0 0 0 0,5-4-90 0 0,0 0-1 0 0,0 0 1 0 0,0 0 0 0 0,1 1-1 0 0,0 0 1 0 0,0 0-1 0 0,0 0 1 0 0,0 0 0 0 0,0 1-1 0 0,11-5 1 0 0,-5 3-67 0 0,0 0-1 0 0,0 1 1 0 0,1 1 0 0 0,21-4 0 0 0,-29 6-14 0 0,0 0 1 0 0,0 1 0 0 0,0 0 0 0 0,0-1-1 0 0,0 2 1 0 0,0-1 0 0 0,0 0 0 0 0,-1 1-1 0 0,1 0 1 0 0,0 0 0 0 0,0 0 0 0 0,0 0-1 0 0,-1 0 1 0 0,1 1 0 0 0,0 0 0 0 0,-1 0 0 0 0,0 0-1 0 0,1 0 1 0 0,-1 0 0 0 0,0 1 0 0 0,0 0-1 0 0,0-1 1 0 0,-1 1 0 0 0,1 0 0 0 0,-1 0-1 0 0,4 6 1 0 0,-3-3 8 0 0,0 0 1 0 0,0 0-1 0 0,-1 1 0 0 0,0-1 1 0 0,0 1-1 0 0,0 0 0 0 0,-1 0 0 0 0,0-1 1 0 0,-1 1-1 0 0,1 0 0 0 0,-1 0 1 0 0,-1 0-1 0 0,1 0 0 0 0,-3 7 1 0 0,-3 16-4 0 0,-1-1 1 0 0,-2 0 0 0 0,-1 0 0 0 0,-2 0-1 0 0,-19 35 1 0 0,8-25 1088 0 0,-2 0 0 0 0,-54 64 1 0 0,79-102-1058 0 0,-1 0 0 0 0,0-1 0 0 0,1 1 0 0 0,-1 0 0 0 0,1-1 0 0 0,-1 1 0 0 0,0-1 0 0 0,0 1 0 0 0,1-1 1 0 0,-1 1-1 0 0,0-1 0 0 0,0 1 0 0 0,1-1 0 0 0,-1 0 0 0 0,0 1 0 0 0,0-1 0 0 0,0 0 0 0 0,-1 1 0 0 0,1-3 346 0 0,9-1-317 0 0,16 2-70 0 0,0 1 1 0 0,0 1-1 0 0,0 0 0 0 0,0 2 1 0 0,26 7-1 0 0,31 3 12 0 0,-27-7-320 0 0,76 7 831 0 0,-66-14-2412 0 0,-49 0 141 0 0,0-1-1 0 0,17-5 1 0 0,-20 3-1804 0 0,0-2-1562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62 140 0 0,'4'-9'18896'0'0,"25"1"-18255"0"0,1 2 0 0 0,30-2 0 0 0,29-7-461 0 0,-26 0-1226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1340 0 0,'1'-3'2306'0'0,"15"-43"13120"0"0,-15 48-15282 0 0,0 1 0 0 0,0-1-1 0 0,0 0 1 0 0,0 0 0 0 0,-1 0-1 0 0,1 1 1 0 0,-1-1 0 0 0,1 0-1 0 0,-1 1 1 0 0,0-1 0 0 0,0 0-1 0 0,0 1 1 0 0,0 1 0 0 0,0 1 7 0 0,3 422 2704 0 0,-8-335-2805 0 0,5-91-173 0 0,0 0 0 0 0,0 0 0 0 0,-1-1 0 0 0,1 1 0 0 0,0-1 0 0 0,0 1 0 0 0,-1 0 0 0 0,1-1 0 0 0,0 1 0 0 0,-1-1 0 0 0,1 1 0 0 0,-1 0 0 0 0,1-1 0 0 0,-1 0 0 0 0,1 1 0 0 0,-1-1 0 0 0,1 1 1 0 0,-1-1-1 0 0,1 1 0 0 0,-1-1 0 0 0,0 0 0 0 0,1 1 0 0 0,-1-1 0 0 0,0 0 0 0 0,0 0 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93 760 0 0,'-6'-13'7622'0'0,"6"11"-7309"0"0,-1-1 1 0 0,1 0-1 0 0,0 0 0 0 0,0 1 1 0 0,1-1-1 0 0,-1 0 0 0 0,0 1 1 0 0,1-1-1 0 0,0 0 0 0 0,-1 1 1 0 0,1-1-1 0 0,0 0 1 0 0,0 1-1 0 0,1-1 0 0 0,-1 1 1 0 0,0 0-1 0 0,3-3 0 0 0,-1 2-265 0 0,-1 0-1 0 0,1 1 1 0 0,0-1-1 0 0,0 1 0 0 0,0 0 1 0 0,0 0-1 0 0,0 0 1 0 0,1 1-1 0 0,-1-1 1 0 0,0 1-1 0 0,1 0 1 0 0,-1-1-1 0 0,1 2 1 0 0,7-2-1 0 0,-5 1-36 0 0,1 0 0 0 0,-1 1 1 0 0,1 0-1 0 0,-1 0 0 0 0,1 1 0 0 0,-1 0 1 0 0,0 0-1 0 0,1 0 0 0 0,-1 1 0 0 0,0 0 0 0 0,0 0 1 0 0,9 4-1 0 0,-11-4-4 0 0,-1 0 0 0 0,0 0 0 0 0,0 1 1 0 0,0-1-1 0 0,0 0 0 0 0,0 1 0 0 0,-1 0 0 0 0,1 0 0 0 0,-1 0 0 0 0,1 0 1 0 0,-1 0-1 0 0,0 0 0 0 0,0 1 0 0 0,-1-1 0 0 0,1 1 0 0 0,-1-1 0 0 0,1 1 1 0 0,-1-1-1 0 0,0 1 0 0 0,-1 0 0 0 0,1 0 0 0 0,-1-1 0 0 0,1 8 0 0 0,-2 4 34 0 0,-1 0 0 0 0,0 0-1 0 0,-1 0 1 0 0,0-1 0 0 0,-1 1-1 0 0,-1-1 1 0 0,0 0 0 0 0,-1 0-1 0 0,-1-1 1 0 0,-13 21 0 0 0,8-22 52 0 0,11-12-92 0 0,1 0-1 0 0,0 0 1 0 0,-1 0 0 0 0,1 1-1 0 0,0-1 1 0 0,-1 0 0 0 0,1 0-1 0 0,0 0 1 0 0,-1 0 0 0 0,1 0-1 0 0,0 0 1 0 0,-1 0 0 0 0,1 0-1 0 0,-1 0 1 0 0,1 0 0 0 0,0 0-1 0 0,-1 0 1 0 0,1 0 0 0 0,0 0-1 0 0,-1 0 1 0 0,1 0 0 0 0,0 0-1 0 0,-1 0 1 0 0,1 0 0 0 0,0-1-1 0 0,-1 1 1 0 0,1 0 0 0 0,0 0-1 0 0,-1 0 1 0 0,1-1 0 0 0,0 1-1 0 0,0 0 1 0 0,-1 0 0 0 0,1-1-1 0 0,0 1 1 0 0,0 0 0 0 0,-1-1-1 0 0,3 0-3 0 0,-1 0 0 0 0,0-1 0 0 0,1 1-1 0 0,0 0 1 0 0,-1 0 0 0 0,1 1 0 0 0,0-1-1 0 0,-1 0 1 0 0,1 0 0 0 0,0 1 0 0 0,0-1-1 0 0,0 1 1 0 0,-1 0 0 0 0,1-1 0 0 0,2 1-1 0 0,2 1 0 0 0,-1-1 0 0 0,0 1 0 0 0,0 1-1 0 0,1-1 1 0 0,-1 1 0 0 0,0 0-1 0 0,0 0 1 0 0,0 0 0 0 0,-1 1 0 0 0,1-1-1 0 0,-1 1 1 0 0,1 0 0 0 0,6 7-1 0 0,-6-5 77 0 0,0 0-1 0 0,0 0 0 0 0,-1 0 1 0 0,1 0-1 0 0,-1 0 0 0 0,-1 1 1 0 0,1 0-1 0 0,-1 0 0 0 0,0 0 1 0 0,0 0-1 0 0,2 8 0 0 0,-4-9 29 0 0,-1-1-1 0 0,1 1 0 0 0,-1-1 0 0 0,0 1 1 0 0,0 0-1 0 0,-1-1 0 0 0,0 1 0 0 0,1-1 0 0 0,-1 1 1 0 0,-1-1-1 0 0,1 0 0 0 0,-1 1 0 0 0,1-1 1 0 0,-1 0-1 0 0,0 0 0 0 0,-1 0 0 0 0,1 0 0 0 0,-1-1 1 0 0,0 1-1 0 0,0 0 0 0 0,0-1 0 0 0,0 0 1 0 0,0 0-1 0 0,-8 5 0 0 0,5-3 21 0 0,-1 0-1 0 0,0-1 1 0 0,0 1-1 0 0,0-1 1 0 0,-1-1-1 0 0,1 0 1 0 0,-1 0-1 0 0,0 0 1 0 0,0-1-1 0 0,0 0 1 0 0,0 0-1 0 0,-13 0 1 0 0,2-2 3 0 0,-1-1 1 0 0,-26-5-1 0 0,41 6-140 0 0,0-1 0 0 0,0-1 0 0 0,0 1 0 0 0,0-1 0 0 0,0 0 0 0 0,0 0 0 0 0,0 0 0 0 0,0-1 0 0 0,1 1 0 0 0,-1-1 0 0 0,1-1 0 0 0,0 1 0 0 0,0 0 0 0 0,0-1 0 0 0,-5-7 0 0 0,8 10-175 0 0,0 0 1 0 0,1 0-1 0 0,-1 0 0 0 0,1 0 1 0 0,-1 0-1 0 0,1 0 0 0 0,-1 0 1 0 0,1 0-1 0 0,0-1 0 0 0,0 1 1 0 0,0 0-1 0 0,-1 0 0 0 0,1 0 1 0 0,0-1-1 0 0,0 1 0 0 0,1 0 1 0 0,-1 0-1 0 0,0 0 0 0 0,0 0 1 0 0,0-1-1 0 0,1 1 1 0 0,-1 0-1 0 0,2-2 0 0 0,17-20-7697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59 1540 0 0,'-2'0'4103'0'0,"-6"1"-2860"0"0,-20 1 8873 0 0,20-1-7856 0 0,17-7-1907 0 0,25-3-303 0 0,0 1 0 0 0,46-4-1 0 0,-16 3-3153 0 0,-1-4-5126 0 0,-41 8 2204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60 1760 0 0,'-9'-7'7594'0'0,"8"7"-7228"0"0,0-1-1 0 0,0 0 0 0 0,0 0 1 0 0,0 0-1 0 0,0 0 0 0 0,1 1 1 0 0,-1-1-1 0 0,0 0 0 0 0,0 0 1 0 0,1-1-1 0 0,-1 1 0 0 0,0 0 1 0 0,1 0-1 0 0,-1 0 0 0 0,1 0 1 0 0,0 0-1 0 0,-1-1 0 0 0,1-1 1 0 0,1 1-289 0 0,0 1 1 0 0,1-1-1 0 0,-1 1 0 0 0,1 0 1 0 0,-1 0-1 0 0,1 0 1 0 0,0 0-1 0 0,-1 0 0 0 0,1 0 1 0 0,0 0-1 0 0,0 1 1 0 0,-1-1-1 0 0,1 0 0 0 0,0 1 1 0 0,0 0-1 0 0,0-1 1 0 0,2 1-1 0 0,67-12-316 0 0,-27 8-2793 0 0,-33 6 1620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1 392 0 0,'-3'0'2242'0'0,"-3"0"-1526"0"0,1 0 1 0 0,-1 1 0 0 0,0 0 0 0 0,1 0-1 0 0,-1 0 1 0 0,1 1 0 0 0,0 0 0 0 0,-1 0-1 0 0,1 0 1 0 0,-7 4 0 0 0,5-1-350 0 0,0 0 0 0 0,1 0 0 0 0,0 0 0 0 0,0 1-1 0 0,0-1 1 0 0,-8 12 0 0 0,5-3-283 0 0,0 0-1 0 0,1 0 1 0 0,0 0 0 0 0,2 1-1 0 0,0 0 1 0 0,-9 32-1 0 0,14-44-68 0 0,0 1 0 0 0,1-1 0 0 0,-1 0 0 0 0,1 1 0 0 0,-1-1 0 0 0,1 1 0 0 0,0-1 0 0 0,0 0 0 0 0,0 1 0 0 0,1-1 1 0 0,-1 1-1 0 0,1-1 0 0 0,0 0 0 0 0,1 5 0 0 0,-1-7-8 0 0,0 0 0 0 0,-1 0 0 0 0,1 0 0 0 0,0 0 0 0 0,0 0 0 0 0,0 0 0 0 0,0 0 0 0 0,0 0 0 0 0,0 0 0 0 0,0 0 0 0 0,0 0 0 0 0,0-1 0 0 0,0 1 0 0 0,0 0 0 0 0,0-1 0 0 0,1 1 1 0 0,-1-1-1 0 0,0 1 0 0 0,0-1 0 0 0,1 0 0 0 0,-1 0 0 0 0,2 1 0 0 0,31-2 27 0 0,-22 1-22 0 0,4-1 28 0 0,-7 1-40 0 0,1 0 0 0 0,-1 1 0 0 0,14 2 0 0 0,-19-3 31 0 0,-1 1 0 0 0,0 1 0 0 0,1-1 0 0 0,-1 0 0 0 0,0 1 1 0 0,0 0-1 0 0,0 0 0 0 0,0 0 0 0 0,-1 0 0 0 0,1 0 0 0 0,0 0 0 0 0,3 5 0 0 0,0 0 177 0 0,-1 0-1 0 0,0 0 1 0 0,0 1-1 0 0,-1 0 0 0 0,1 0 1 0 0,-2 0-1 0 0,1 0 1 0 0,-1 1-1 0 0,-1 0 1 0 0,1-1-1 0 0,-2 1 0 0 0,1 0 1 0 0,-1 0-1 0 0,0 0 1 0 0,-1 0-1 0 0,0 0 1 0 0,-1 0-1 0 0,-2 14 0 0 0,2-17-98 0 0,0 0 0 0 0,0 0-1 0 0,-1-1 1 0 0,0 1-1 0 0,0 0 1 0 0,-1-1 0 0 0,0 1-1 0 0,0-1 1 0 0,0 0-1 0 0,0 0 1 0 0,-1 0 0 0 0,0 0-1 0 0,0-1 1 0 0,0 1-1 0 0,-1-1 1 0 0,1 0 0 0 0,-1 0-1 0 0,0-1 1 0 0,0 1-1 0 0,0-1 1 0 0,-1 0 0 0 0,1-1-1 0 0,-1 1 1 0 0,0-1 0 0 0,1 0-1 0 0,-1-1 1 0 0,-11 2-1 0 0,8-2-78 0 0,0-1-1 0 0,0 0 0 0 0,0-1 1 0 0,0 0-1 0 0,0 0 0 0 0,0-1 1 0 0,0 0-1 0 0,1-1 0 0 0,-16-6 1 0 0,-9-3 22 0 0,31 12-198 0 0,0-1 1 0 0,0 1-1 0 0,0-1 1 0 0,1 0 0 0 0,-1 1-1 0 0,0-1 1 0 0,0 0-1 0 0,1 0 1 0 0,-1 0-1 0 0,1-1 1 0 0,-1 1 0 0 0,1 0-1 0 0,0-1 1 0 0,-1 1-1 0 0,1-1 1 0 0,0 1-1 0 0,0-1 1 0 0,0 1 0 0 0,0-1-1 0 0,0 0 1 0 0,0 1-1 0 0,-1-5 1 0 0,2 4-521 0 0,0-1 1 0 0,-1 1-1 0 0,1-1 0 0 0,0 1 0 0 0,0-1 1 0 0,0 1-1 0 0,1-1 0 0 0,-1 1 1 0 0,0-1-1 0 0,1 1 0 0 0,0-1 1 0 0,0 1-1 0 0,0-1 0 0 0,0 1 0 0 0,2-4 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61 996 0 0,'0'-16'4401'0'0,"2"-18"3212"0"0,-2 23-3348 0 0,6 103-3096 0 0,-3 0 0 0 0,-14 141 1 0 0,6-183-1132 0 0,-2 10-1535 0 0,5-19-9060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70 217 828 0 0,'24'-19'17660'0'0,"-31"6"-17046"0"0,6 12-530 0 0,-18-13 135 0 0,11 11-187 0 0,-30-17 60 0 0,36 19-88 0 0,0 1-13 0 0,1 0-1 0 0,-1-1 1 0 0,0 0 0 0 0,1 1-1 0 0,-1-1 1 0 0,1 0-1 0 0,0 0 1 0 0,-1 0 0 0 0,1 0-1 0 0,-2-2 1 0 0,4 2 8 0 0,0 0-1 0 0,0 0 1 0 0,0-1 0 0 0,0 1-1 0 0,0 0 1 0 0,0 0 0 0 0,0 0 0 0 0,1 1-1 0 0,-1-1 1 0 0,0 0 0 0 0,1 0 0 0 0,-1 1-1 0 0,0-1 1 0 0,3 0 0 0 0,28-7-7 0 0,-14 4 9 0 0,20-9-35 0 0,62-28 0 0 0,-75 30 30 0 0,-17 7 18 0 0,-1 0 0 0 0,0 0-1 0 0,0 0 1 0 0,8-7 0 0 0,-7 5 99 0 0,-7 5 15 0 0,12-8 1061 0 0,-13 9-1168 0 0,0 0 1 0 0,1 0 0 0 0,-1 0-1 0 0,0 0 1 0 0,0-1 0 0 0,0 1-1 0 0,1 0 1 0 0,-1 0-1 0 0,0 0 1 0 0,0 0 0 0 0,1 0-1 0 0,-1 0 1 0 0,0 0-1 0 0,0 0 1 0 0,1 0 0 0 0,-1 0-1 0 0,0-1 1 0 0,0 1-1 0 0,1 1 1 0 0,-1-1 0 0 0,0 0-1 0 0,0 0 1 0 0,1 0 0 0 0,-1 0-1 0 0,0 0 1 0 0,0 0-1 0 0,1 0 1 0 0,-1 0 0 0 0,0 0-1 0 0,0 0 1 0 0,1 1-1 0 0,-1-1 1 0 0,0 0 0 0 0,0 0-1 0 0,0 0 1 0 0,1 0-1 0 0,-1 1 1 0 0,0-1 0 0 0,0 0-1 0 0,0 0 1 0 0,0 0 0 0 0,1 1-1 0 0,-1-1 1 0 0,0 0-1 0 0,0 0 1 0 0,0 1 0 0 0,0-1-1 0 0,0 0 1 0 0,0 0-1 0 0,0 1 1 0 0,0-1 0 0 0,0 0-1 0 0,0 0 1 0 0,0 1-1 0 0,0-1 1 0 0,0 0 0 0 0,0 0-1 0 0,0 1 1 0 0,0-1 0 0 0,0 0-1 0 0,0 1 1 0 0,-66 213 1286 0 0,-6 20-2296 0 0,37-75-9603 0 0,30-129 1095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57 536 0 0,'9'-21'9370'0'0,"-5"7"-5184"0"0,3-8 2791 0 0,-7 34-5990 0 0,-15 137-667 0 0,3-42-150 0 0,2 163 0 0 0,18-214-457 0 0,-2-25-2429 0 0,-3 1-8140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8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51 1816 0 0,'-9'-2'12866'0'0,"264"-29"-10444"0"0,-252 31-2155 0 0,9-2 494 0 0,-11 2-980 0 0,0 0-1 0 0,-1 0 1 0 0,1-1 0 0 0,-1 1 0 0 0,1 0 0 0 0,0 0-1 0 0,-1-1 1 0 0,1 1 0 0 0,-1 0 0 0 0,1-1-1 0 0,4-6-2848 0 0,-5 7 2848 0 0,0-1 1 0 0,0 0 0 0 0,0 1 0 0 0,0-1-1 0 0,0 1 1 0 0,0-2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1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4 155 2428 0 0,'2'-7'1483'0'0,"10"-35"6628"0"0,-10 36-7530 0 0,1 0 1 0 0,0 0-1 0 0,0 1 1 0 0,0-1-1 0 0,4-4 1 0 0,-2 5-417 0 0,-1 0-1 0 0,1 0 1 0 0,0 0 0 0 0,0 1 0 0 0,0 0 0 0 0,0 0 0 0 0,1 1-1 0 0,0-1 1 0 0,0 1 0 0 0,9-3 0 0 0,-2 1-58 0 0,0 1 0 0 0,0 1 0 0 0,24-3 0 0 0,-29 6-84 0 0,0 0 1 0 0,0 1-1 0 0,-1-1 0 0 0,1 2 0 0 0,-1-1 1 0 0,1 1-1 0 0,-1 0 0 0 0,0 1 0 0 0,1 0 0 0 0,-1 0 1 0 0,-1 1-1 0 0,1-1 0 0 0,0 1 0 0 0,-1 1 0 0 0,0-1 1 0 0,0 1-1 0 0,0 0 0 0 0,-1 1 0 0 0,1-1 1 0 0,-1 1-1 0 0,4 7 0 0 0,-5-7 12 0 0,-1 0-1 0 0,0 0 1 0 0,0 0 0 0 0,-1 0-1 0 0,0 1 1 0 0,0-1 0 0 0,-1 1-1 0 0,1-1 1 0 0,-1 1 0 0 0,-1-1-1 0 0,1 1 1 0 0,-1 0 0 0 0,0 0-1 0 0,-1-1 1 0 0,-1 12 0 0 0,-3 5 52 0 0,-2 0 0 0 0,0-1 0 0 0,-10 23 0 0 0,15-41-71 0 0,-1 3 92 0 0,-1 0 0 0 0,0 0 0 0 0,0 0 0 0 0,-1-1 0 0 0,-8 9 0 0 0,12-13 108 0 0,0-3-215 0 0,1 1 0 0 0,0 0 0 0 0,0 0 0 0 0,-1-1 0 0 0,1 1 0 0 0,0 0 0 0 0,0 0 0 0 0,0-1 0 0 0,0 1 1 0 0,-1 0-1 0 0,1 0 0 0 0,0-1 0 0 0,0 1 0 0 0,0 0 0 0 0,0-1 0 0 0,0 1 0 0 0,0 0 0 0 0,0-1 0 0 0,0 1 0 0 0,0 0 0 0 0,0-1 0 0 0,0 1 0 0 0,0 0 1 0 0,0-1-1 0 0,0 1 0 0 0,0 0 0 0 0,0-1 0 0 0,0 1 0 0 0,1-2 0 0 0,0 1 0 0 0,0 0 0 0 0,0-1 0 0 0,1 1-1 0 0,-1 0 1 0 0,0 0 0 0 0,0 0 0 0 0,1 0 0 0 0,-1 0 0 0 0,1 1 0 0 0,1-2 0 0 0,-1 1-1 0 0,1 0 1 0 0,0-1-1 0 0,-1 1 1 0 0,1 0-1 0 0,0 1 1 0 0,0-1-1 0 0,0 0 1 0 0,0 1-1 0 0,0 0 1 0 0,-1-1-1 0 0,1 1 1 0 0,0 0-1 0 0,0 1 1 0 0,0-1-1 0 0,0 0 1 0 0,0 1-1 0 0,3 1 1 0 0,-1-1-5 0 0,0 2 1 0 0,-1-1-1 0 0,1 0 1 0 0,-1 1-1 0 0,1 0 1 0 0,-1 0-1 0 0,0 0 0 0 0,0 1 1 0 0,4 4-1 0 0,0 0 36 0 0,-1 2 0 0 0,0-1 0 0 0,0 1 0 0 0,-1 0 0 0 0,0 0 0 0 0,-1 1 0 0 0,0-1 0 0 0,3 14 0 0 0,-6-17 92 0 0,0 1 0 0 0,-1 0 0 0 0,1 0 0 0 0,-2 0 0 0 0,1 0 0 0 0,-1 0 1 0 0,-1 0-1 0 0,1 0 0 0 0,-1 0 0 0 0,-1-1 0 0 0,1 1 0 0 0,-1 0 1 0 0,-6 13-1 0 0,4-11 16 0 0,-1 0 0 0 0,-1-1 1 0 0,0 1-1 0 0,0-1 0 0 0,-1 0 1 0 0,0-1-1 0 0,0 0 0 0 0,-1 0 1 0 0,-12 10-1 0 0,9-10-100 0 0,1-1 0 0 0,-1 0 0 0 0,0 0 0 0 0,-1-1 0 0 0,0-1-1 0 0,0 0 1 0 0,-24 7 0 0 0,26-10-177 0 0,1 0-1 0 0,-1 0 1 0 0,1-1-1 0 0,-1-1 0 0 0,0 0 1 0 0,1 0-1 0 0,-1 0 1 0 0,0-2-1 0 0,1 1 1 0 0,-18-6-1 0 0,16 3-766 0 0,1 0 0 0 0,0-1 0 0 0,0-1 0 0 0,-13-9 0 0 0,-17-14-5034 0 0,23 16 1684 0 0,2 4-926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2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1884 0 0,'41'-86'16795'0'0,"-37"85"-16038"0"0,-3 4-294 0 0,-1 2-510 0 0,-9 96 615 0 0,0-4-420 0 0,9-85-121 0 0,0-1-1 0 0,1 1 1 0 0,0 0-1 0 0,1 0 1 0 0,6 21-1 0 0,-7-29-16 0 0,1 0 0 0 0,-1 0 0 0 0,1-1 0 0 0,0 1 0 0 0,0 0-1 0 0,1-1 1 0 0,-1 0 0 0 0,1 0 0 0 0,0 0 0 0 0,0 0 0 0 0,0 0-1 0 0,0 0 1 0 0,0 0 0 0 0,1-1 0 0 0,-1 0 0 0 0,1 0 0 0 0,-1 0 0 0 0,1 0-1 0 0,0 0 1 0 0,0-1 0 0 0,0 0 0 0 0,0 0 0 0 0,0 0 0 0 0,0 0 0 0 0,0 0-1 0 0,0-1 1 0 0,0 0 0 0 0,1 0 0 0 0,3 0 0 0 0,0-1-2 0 0,0 0 0 0 0,0 0 0 0 0,0 0 0 0 0,0-1 0 0 0,0 0 0 0 0,-1-1 0 0 0,1 0 0 0 0,-1 0 0 0 0,0 0 0 0 0,1-1 0 0 0,-2 0 0 0 0,1-1 0 0 0,0 1 0 0 0,7-9 0 0 0,-4 3 184 0 0,-1-1 0 0 0,0-1-1 0 0,0 0 1 0 0,-1 0 0 0 0,-1-1 0 0 0,0 1-1 0 0,-1-2 1 0 0,0 1 0 0 0,-1-1 0 0 0,-1 1-1 0 0,3-16 1 0 0,-6 27-33 0 0,-20 112 819 0 0,-10 187-963 0 0,13-98-3911 0 0,10-138 1200 0 0,1 10-4788 0 0,3-33-632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3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1056 0 0,'0'-26'6195'0'0,"1"15"-1800"0"0,0 44-4262 0 0,0 8-111 0 0,0-21 6 0 0,1 0 1 0 0,1 0-1 0 0,1 0 0 0 0,7 23 1 0 0,-10-37-21 0 0,2-1 0 0 0,-1 1 0 0 0,0-1-1 0 0,1 1 1 0 0,0-1 0 0 0,1 0 0 0 0,-1 0 0 0 0,1 0 0 0 0,0 0 0 0 0,0-1 0 0 0,0 1 0 0 0,1-1 0 0 0,-1 0 0 0 0,1 0 0 0 0,0-1 0 0 0,0 0 0 0 0,1 0 0 0 0,6 3 0 0 0,-6-3 1 0 0,-1-1 0 0 0,1-1 0 0 0,0 1 0 0 0,0-1 0 0 0,0 0-1 0 0,0 0 1 0 0,0 0 0 0 0,0-1 0 0 0,0 0 0 0 0,7-1 0 0 0,-9 0-5 0 0,0 0 0 0 0,1 0 0 0 0,-1 0 0 0 0,0-1 0 0 0,0 1 0 0 0,0-1 0 0 0,0 0 0 0 0,-1-1 0 0 0,1 1 0 0 0,-1 0-1 0 0,1-1 1 0 0,-1 0 0 0 0,0 0 0 0 0,0 0 0 0 0,3-3 0 0 0,1-4 83 0 0,0 0 0 0 0,-1 0 0 0 0,0 0-1 0 0,-1 0 1 0 0,0-1 0 0 0,0 0 0 0 0,-2 0 0 0 0,1 0-1 0 0,2-17 1 0 0,8-35 2025 0 0,-13 62-2057 0 0,2 13 29 0 0,15 421 1117 0 0,-15-390-1111 0 0,11 82-957 0 0,-9-100-2328 0 0,10 29 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3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81 932 0 0,'0'-11'7242'0'0,"6"-4"-4552"0"0,-6 13-2421 0 0,15-4 324 0 0,6-2-375 0 0,1 1 0 0 0,0 0 0 0 0,1 2 0 0 0,38-4 0 0 0,-12 0 214 0 0,-47 9-399 0 0,18-2 21 0 0,-16 2-24 0 0,0 1 1 0 0,0 0 0 0 0,-1 0-1 0 0,1 0 1 0 0,0 0 0 0 0,0 1-1 0 0,-1-1 1 0 0,1 1-1 0 0,-1 0 1 0 0,0 0 0 0 0,1 0-1 0 0,-1 0 1 0 0,0 1 0 0 0,0-1-1 0 0,0 1 1 0 0,-1 0 0 0 0,1 0-1 0 0,-1 0 1 0 0,1 0 0 0 0,-1 0-1 0 0,2 5 1 0 0,6 10 346 0 0,-1-1 1 0 0,13 37-1 0 0,-3 7 240 0 0,21 105-1 0 0,-4 67-22 0 0,-1 285 652 0 0,-30-364-1114 0 0,5 279 2 0 0,18 286-135 0 0,39-37-148 0 0,12 155 64 0 0,-72-563-4 0 0,0-19 1811 0 0,5 13-1168 0 0,-9-225-446 0 0,4 93 1108 0 0,-7-134-1013 0 0,0 0 62 0 0,0 0-217 0 0,0-1 1 0 0,-1 0-1 0 0,1 0 1 0 0,0 0-1 0 0,0 0 1 0 0,-1 0-1 0 0,1 0 1 0 0,0 0-1 0 0,-1 0 1 0 0,1 0-1 0 0,-1 0 1 0 0,1 0-1 0 0,-1 0 1 0 0,0 0-1 0 0,-1 1 0 0 0,-7 4 22 0 0,-1-1-1 0 0,0 0 1 0 0,-1-1 0 0 0,1 0-1 0 0,-1 0 1 0 0,-12 1-1 0 0,-73 11-154 0 0,55-10-81 0 0,22-3 30 0 0,-272 40-3096 0 0,98-22-2296 0 0,115-19-721 0 0,43-2 563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39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 1412 0 0,'10'2'17462'0'0,"-17"-4"-17403"0"0,3 2-38 0 0,1-1 0 0 0,-1 1 0 0 0,0 0 0 0 0,0 0 0 0 0,0 0 0 0 0,0 0 0 0 0,0 1 0 0 0,1 0 0 0 0,-1 0 0 0 0,0 0 0 0 0,0 0-1 0 0,1 0 1 0 0,-6 3 0 0 0,0 0-30 0 0,-1 1 0 0 0,2-1-1 0 0,-1 1 1 0 0,1 1 0 0 0,-1 0-1 0 0,1 0 1 0 0,1 1 0 0 0,0-1-1 0 0,0 2 1 0 0,0-1 0 0 0,0 1-1 0 0,1 0 1 0 0,1 0 0 0 0,-9 16-1 0 0,5-3 3 0 0,0 0 0 0 0,2 0 0 0 0,0 1 0 0 0,1 0 0 0 0,-4 34 0 0 0,-2 40 75 0 0,1 98-1 0 0,13 99 31 0 0,0-205-51 0 0,28 762 387 0 0,-15-492-418 0 0,39 712 950 0 0,-42-703-687 0 0,11 232-200 0 0,-14-45-152 0 0,-9-481 70 0 0,4 86 15 0 0,-5-154-10 0 0,1 1 1 0 0,0-1-1 0 0,1 1 1 0 0,0 0-1 0 0,1 7 1 0 0,-1-12 2 0 0,-1 0 1 0 0,1 0 0 0 0,0 0 0 0 0,-1 0 0 0 0,1 0 0 0 0,0 0 0 0 0,0 0 0 0 0,0 0 0 0 0,-1 0 0 0 0,1-1 0 0 0,0 1 0 0 0,0 0 0 0 0,0 0 0 0 0,1-1 0 0 0,-1 1 0 0 0,0-1 0 0 0,0 1 0 0 0,2 0 0 0 0,3 0 9 0 0,1 0 0 0 0,0 0 0 0 0,0-1 0 0 0,0 0 0 0 0,0 0 0 0 0,-1 0 0 0 0,1-1 1 0 0,0 0-1 0 0,11-3 0 0 0,-7 2 4 0 0,47-10-735 0 0,-1-2-1 0 0,-1-3 1 0 0,67-30 0 0 0,-78 27-1471 0 0,-1-3-1 0 0,46-31 1 0 0,-52 27-1687 0 0,-5 1-1753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1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1096 0 0,'1'-14'4513'0'0,"-1"12"-4167"0"0,0-2 313 0 0,1 0-1 0 0,0 0 1 0 0,0 0-1 0 0,0 0 1 0 0,3-7-1 0 0,-3 10-578 0 0,0-1-1 0 0,0 1 1 0 0,0 0-1 0 0,0-1 0 0 0,0 1 1 0 0,0 0-1 0 0,0 0 1 0 0,0 0-1 0 0,0 0 0 0 0,1 0 1 0 0,-1 0-1 0 0,0 0 1 0 0,1 0-1 0 0,-1 0 0 0 0,1 1 1 0 0,-1-1-1 0 0,1 0 1 0 0,-1 1-1 0 0,1 0 0 0 0,2-1 1 0 0,3 0-8 0 0,0 0 1 0 0,-1 1-1 0 0,1 0 1 0 0,0 0-1 0 0,0 0 1 0 0,-1 1-1 0 0,1 0 0 0 0,0 1 1 0 0,-1-1-1 0 0,1 1 1 0 0,-1 1-1 0 0,0-1 1 0 0,1 1-1 0 0,-1 0 1 0 0,0 0-1 0 0,6 5 1 0 0,-5-2-30 0 0,0-1-1 0 0,-1 1 1 0 0,0 1 0 0 0,0-1 0 0 0,0 1 0 0 0,0 0 0 0 0,-1 0-1 0 0,-1 1 1 0 0,1-1 0 0 0,-1 1 0 0 0,0 0 0 0 0,3 12 0 0 0,-3-9-6 0 0,-2 1 1 0 0,0-1 0 0 0,0 1 0 0 0,-1-1 0 0 0,0 1-1 0 0,-1 0 1 0 0,0-1 0 0 0,-1 1 0 0 0,0 0 0 0 0,-1-1 0 0 0,-5 18-1 0 0,-1-3 278 0 0,-1-1 1 0 0,-2 0-1 0 0,-24 42 0 0 0,31-62 106 0 0,8-18-335 0 0,10-20-85 0 0,94-117 28 0 0,-70 101 25 0 0,36-60 0 0 0,-61 82-37 0 0,-13 26-21 0 0,1-1 1 0 0,0 1-1 0 0,-1 0 0 0 0,1 0 1 0 0,-1 0-1 0 0,1-1 1 0 0,-1 1-1 0 0,0 0 1 0 0,0-1-1 0 0,1 1 0 0 0,-1 0 1 0 0,0 0-1 0 0,0-1 1 0 0,0 1-1 0 0,0 0 1 0 0,-1-1-1 0 0,1 1 0 0 0,0 0 1 0 0,0 0-1 0 0,-1-1 1 0 0,1 1-1 0 0,-1 0 1 0 0,1 0-1 0 0,-1-1 0 0 0,0 1 1 0 0,1 0-1 0 0,-1 0 1 0 0,0 0-1 0 0,-1-1 0 0 0,2 2 4 0 0,-1-2-36 0 0,-2 3 12 0 0,-2 1 13 0 0,1 0 0 0 0,-1 0 0 0 0,1 0 0 0 0,0 0 0 0 0,0 1 0 0 0,0 0 0 0 0,0 0 0 0 0,0 0-1 0 0,1 0 1 0 0,-1 1 0 0 0,1-1 0 0 0,0 1 0 0 0,0 0 0 0 0,0 0 0 0 0,1 0 0 0 0,-1 0 0 0 0,1 0-1 0 0,0 1 1 0 0,-2 6 0 0 0,-3 5-9 0 0,2 0-1 0 0,0 1 0 0 0,1-1 1 0 0,-3 25-1 0 0,5-23 20 0 0,1-1-1 0 0,1 0 0 0 0,1 1 1 0 0,0-1-1 0 0,1 0 1 0 0,1 0-1 0 0,1 0 1 0 0,8 23-1 0 0,-9-30 13 0 0,1 0 0 0 0,0 0 0 0 0,1 0 0 0 0,0-1 0 0 0,1 0-1 0 0,0 0 1 0 0,0 0 0 0 0,1-1 0 0 0,0 0 0 0 0,0 0 0 0 0,1-1 0 0 0,0 0 0 0 0,1 0 0 0 0,16 10-1 0 0,-19-14-106 0 0,1 0 0 0 0,-1 0 0 0 0,0 0-1 0 0,1-1 1 0 0,0 0 0 0 0,0 0-1 0 0,0-1 1 0 0,-1 0 0 0 0,1 0-1 0 0,0-1 1 0 0,0 0 0 0 0,0 0 0 0 0,0 0-1 0 0,0-1 1 0 0,0 0 0 0 0,0 0-1 0 0,0-1 1 0 0,0 0 0 0 0,-1 0 0 0 0,9-4-1 0 0,17-10-6537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78 180 0 0,'0'-13'6607'0'0,"-2"-5"-3215"0"0,3 10-1230 0 0,4 16-1592 0 0,-1 1-485 0 0,2 11 42 0 0,2-1 0 0 0,0 0 0 0 0,1 0 0 0 0,22 32 0 0 0,-27-47-113 0 0,-1 1 1 0 0,1-1-1 0 0,0 0 0 0 0,0 0 0 0 0,1 0 0 0 0,-1-1 1 0 0,1 1-1 0 0,0-1 0 0 0,0 0 0 0 0,0-1 0 0 0,0 1 0 0 0,0-1 1 0 0,1 0-1 0 0,-1 0 0 0 0,1 0 0 0 0,-1-1 0 0 0,1 0 0 0 0,-1 0 1 0 0,1-1-1 0 0,0 1 0 0 0,0-1 0 0 0,11-2 0 0 0,-11 2-5 0 0,0-1 0 0 0,0-1 0 0 0,0 1 0 0 0,0-1 0 0 0,0 0 0 0 0,0 0 0 0 0,0-1 0 0 0,-1 1 0 0 0,1-1 0 0 0,-1-1 0 0 0,0 1 0 0 0,1-1 0 0 0,-2 0 0 0 0,1 0 0 0 0,0 0 0 0 0,7-10 0 0 0,-7 6 39 0 0,0 0 0 0 0,0-1 0 0 0,0 0 0 0 0,-1 1 0 0 0,0-2 0 0 0,-1 1 0 0 0,0 0 0 0 0,-1-1 0 0 0,0 1 0 0 0,1-11 0 0 0,6-53 1299 0 0,-21 86-1359 0 0,6 7 42 0 0,0 0-1 0 0,2 0 1 0 0,-4 39 0 0 0,3 66 304 0 0,3-50-219 0 0,0 38 5 0 0,3-61 35 0 0,-3-1 0 0 0,-2 0-1 0 0,-15 73 1 0 0,19-121-104 0 0,-1 0 0 0 0,0 1 0 0 0,0-1 1 0 0,0 0-1 0 0,0 0 0 0 0,0 0 0 0 0,-1 0 1 0 0,1 0-1 0 0,-1-1 0 0 0,0 1 0 0 0,0 0 0 0 0,0-1 1 0 0,0 1-1 0 0,0-1 0 0 0,0 0 0 0 0,-1 1 1 0 0,1-1-1 0 0,-1 0 0 0 0,0-1 0 0 0,-5 4 1 0 0,7-5-41 0 0,-1 1 0 0 0,1-1 0 0 0,0 0 0 0 0,-1 0 0 0 0,1 0 0 0 0,0 0 0 0 0,-1 0 0 0 0,1 0 0 0 0,-1 0 0 0 0,1 0 0 0 0,0-1 0 0 0,-1 1 0 0 0,1 0 0 0 0,0-1 0 0 0,-1 1 0 0 0,-1-2 0 0 0,-20-12 66 0 0,19 11-51 0 0,0 0-17 0 0,-1 0 0 0 0,1 0 0 0 0,0 0 0 0 0,0-1 0 0 0,0 0 0 0 0,1 0 0 0 0,-1 0 1 0 0,1 0-1 0 0,0-1 0 0 0,0 0 0 0 0,0 1 0 0 0,1-1 0 0 0,-1 0 0 0 0,1 0 0 0 0,0 0 0 0 0,1 0 0 0 0,0 0 1 0 0,-1-1-1 0 0,1 1 0 0 0,0-8 0 0 0,1 7-15 0 0,1 0 1 0 0,-1 0-1 0 0,1 0 0 0 0,0 0 1 0 0,1 0-1 0 0,0 0 0 0 0,-1 0 1 0 0,2 0-1 0 0,-1 0 0 0 0,1 1 1 0 0,0-1-1 0 0,0 1 0 0 0,0 0 1 0 0,1 0-1 0 0,0 0 0 0 0,0 0 1 0 0,6-5-1 0 0,8-6-420 0 0,1 1 1 0 0,0 1-1 0 0,1 0 1 0 0,0 1-1 0 0,1 2 1 0 0,35-15-1 0 0,-31 16-1831 0 0,1 2 0 0 0,0 1 0 0 0,29-5 0 0 0,-34 9-2067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2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20 101 76 0 0,'-7'-8'9304'0'0,"-5"0"-5073"0"0,21 3-4039 0 0,144-30-114 0 0,51-9-135 0 0,-170 43 60 0 0,-37 15 0 0 0,-92 107 402 0 0,40-53-99 0 0,37-46-198 0 0,2-4-69 0 0,1 1-1 0 0,1 1 0 0 0,1 1 0 0 0,-17 34 1 0 0,30-54-7 0 0,-1 0 0 0 0,1 0 1 0 0,-1 0-1 0 0,1 0 0 0 0,-1 0 0 0 0,1 1 1 0 0,0-1-1 0 0,0 0 0 0 0,0 0 1 0 0,-1 0-1 0 0,1 1 0 0 0,0-1 0 0 0,1 0 1 0 0,-1 0-1 0 0,0 0 0 0 0,0 1 1 0 0,0-1-1 0 0,1 0 0 0 0,-1 0 0 0 0,1 0 1 0 0,-1 0-1 0 0,1 0 0 0 0,0 2 1 0 0,1-1 1 0 0,-1-1 0 0 0,1 0 0 0 0,-1 0 1 0 0,1 0-1 0 0,-1 0 0 0 0,1 0 0 0 0,-1-1 1 0 0,1 1-1 0 0,0 0 0 0 0,-1-1 0 0 0,1 1 1 0 0,0-1-1 0 0,0 1 0 0 0,2-1 0 0 0,7 1 78 0 0,0-1 0 0 0,0-1 0 0 0,22-2 0 0 0,-29 2-101 0 0,126-24 260 0 0,146-47 1 0 0,-222 56-191 0 0,-33 6-562 0 0,-8 4-1374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49 876 0 0,'0'0'11597'0'0,"17"-5"-11376"0"0,178-33 1152 0 0,-163 35-1250 0 0,-7 2-76 0 0,-19 0-21 0 0,0 1 1 0 0,0 0-1 0 0,0 0 0 0 0,0 0 0 0 0,0 1 0 0 0,0-1 0 0 0,-1 1 1 0 0,1 1-1 0 0,0-1 0 0 0,-1 1 0 0 0,1 0 0 0 0,-1 1 0 0 0,1-1 0 0 0,-1 1 1 0 0,0 0-1 0 0,0 0 0 0 0,0 0 0 0 0,0 1 0 0 0,-1 0 0 0 0,0 0 0 0 0,1 0 1 0 0,-2 1-1 0 0,1-1 0 0 0,5 9 0 0 0,1 4 151 0 0,-2 1 0 0 0,0-1-1 0 0,-1 2 1 0 0,-1-1 0 0 0,7 31-1 0 0,-9-31-122 0 0,16 70 679 0 0,13 143 0 0 0,-12 93 148 0 0,-18-245-584 0 0,22 951 1579 0 0,-13-414-1710 0 0,43 157-82 0 0,-2-74-14 0 0,-48-595-68 0 0,3 556 58 0 0,-18-524 607 0 0,5-108-433 0 0,-2 1-1 0 0,-1-1 1 0 0,-2 0 0 0 0,0 0-1 0 0,-27 48 1 0 0,33-70-203 0 0,1-1-1 0 0,-1 0 1 0 0,0 1-1 0 0,0-1 1 0 0,0-1-1 0 0,-1 1 1 0 0,1-1-1 0 0,-1 0 1 0 0,0 0-1 0 0,0 0 1 0 0,-1-1-1 0 0,1 1 1 0 0,-1-1-1 0 0,0-1 1 0 0,0 1-1 0 0,-7 1 1 0 0,-10 3-18 0 0,0-2 0 0 0,-46 5 0 0 0,51-7-51 0 0,-325 17-3601 0 0,115-34-3762 0 0,180 7 3267 0 0,4-1-1784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4 480 0 0,'-36'-2'10112'0'0,"23"1"-7099"0"0,10 1-2582 0 0,-7 0-93 0 0,13 0 202 0 0,21 2 193 0 0,-16-2-942 0 0,10 1-290 0 0,2-1-917 0 0,29 5 0 0 0,-44-4 361 0 0,0 0 0 0 0,0 1 0 0 0,0 0 0 0 0,0-1 0 0 0,10 6 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2076 0 0,'-11'13'1850'0'0,"-1"1"1236"0"0,-17 26 1 0 0,28-40-3054 0 0,1 1-1 0 0,-1-1 1 0 0,1 1 0 0 0,0-1 0 0 0,-1 1-1 0 0,1 0 1 0 0,0-1 0 0 0,-1 1 0 0 0,1-1-1 0 0,0 1 1 0 0,0 0 0 0 0,0-1 0 0 0,0 1-1 0 0,-1-1 1 0 0,1 1 0 0 0,0 0 0 0 0,0-1-1 0 0,0 1 1 0 0,0 0 0 0 0,1-1 0 0 0,-1 1-1 0 0,0 0 1 0 0,0-1 0 0 0,0 1 0 0 0,0-1 0 0 0,1 1-1 0 0,-1 0 1 0 0,0-1 0 0 0,0 1 0 0 0,1-1-1 0 0,-1 1 1 0 0,1-1 0 0 0,-1 1 0 0 0,0-1-1 0 0,1 1 1 0 0,-1-1 0 0 0,1 1 0 0 0,-1-1-1 0 0,1 0 1 0 0,-1 1 0 0 0,1-1 0 0 0,-1 0-1 0 0,1 1 1 0 0,0-1 0 0 0,-1 0 0 0 0,1 0-1 0 0,-1 0 1 0 0,1 1 0 0 0,0-1 0 0 0,-1 0-1 0 0,1 0 1 0 0,0 0 0 0 0,-1 0 0 0 0,2 0-1 0 0,31-1 270 0 0,112-31-1254 0 0,-52 2-3919 0 0,-53 15 896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0 328 0 0,'10'1'16226'0'0,"-12"1"-15344"0"0,1-1-666 0 0,-3-2-143 0 0,0 0 1 0 0,0 0 0 0 0,0 1 0 0 0,0-1 0 0 0,0 1-1 0 0,0 0 1 0 0,-5 1 0 0 0,-8 0 20 0 0,7-1-103 0 0,-1 0 0 0 0,1 1 0 0 0,0 0-1 0 0,-1 1 1 0 0,1 0 0 0 0,0 0 0 0 0,0 1-1 0 0,0 1 1 0 0,0 0 0 0 0,0 0 0 0 0,1 1-1 0 0,0 0 1 0 0,0 0 0 0 0,0 1 0 0 0,1 1-1 0 0,0-1 1 0 0,0 1 0 0 0,0 0 0 0 0,1 1-1 0 0,0 0 1 0 0,1 0 0 0 0,0 1 0 0 0,0 0-1 0 0,-7 14 1 0 0,2 2-3 0 0,0 1-1 0 0,2 0 1 0 0,1 1 0 0 0,1 0 0 0 0,2 0-1 0 0,-4 38 1 0 0,3 168 515 0 0,7-150-225 0 0,4 147 888 0 0,-2 61 56 0 0,-46 625-343 0 0,2-101-699 0 0,-9 39-138 0 0,40-718-20 0 0,-33 366 270 0 0,4-214-140 0 0,39-198-204 0 0,0-85 53 0 0,0-1 0 0 0,0 1 0 0 0,1-1-1 0 0,0 1 1 0 0,0-1 0 0 0,0 0-1 0 0,0 1 1 0 0,0-1 0 0 0,1 0-1 0 0,0 0 1 0 0,0 0 0 0 0,0 0 0 0 0,1 0-1 0 0,-1 0 1 0 0,6 5 0 0 0,-4-5 12 0 0,1 1 0 0 0,0-1 0 0 0,0 0 1 0 0,0-1-1 0 0,1 0 0 0 0,-1 1 0 0 0,1-2 0 0 0,0 1 1 0 0,11 3-1 0 0,3-1 5 0 0,0-1 1 0 0,0-1-1 0 0,0-1 1 0 0,0-1 0 0 0,35-2-1 0 0,-21-1-602 0 0,0-2-1 0 0,0-1 1 0 0,44-13 0 0 0,-55 11-1244 0 0,39-18 1 0 0,-44 16-675 0 0,0-1 0 0 0,25-19 0 0 0,-6 1-4554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6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71 134 1104 0 0,'4'-10'4909'0'0,"-1"-14"5477"0"0,-10 34-11370 0 0,-4 12 1165 0 0,0 2 0 0 0,1 0 0 0 0,1 0-1 0 0,-10 48 1 0 0,15-54-155 0 0,2 1 1 0 0,0-1-1 0 0,0 1 1 0 0,2-1-1 0 0,0 1 1 0 0,1 0-1 0 0,7 31 1 0 0,-6-42 18 0 0,1 0 0 0 0,-1 0-1 0 0,2 0 1 0 0,-1 0 0 0 0,1-1 0 0 0,0 0 0 0 0,1 1 0 0 0,0-2-1 0 0,0 1 1 0 0,0 0 0 0 0,1-1 0 0 0,0 0 0 0 0,0 0 0 0 0,1-1-1 0 0,-1 0 1 0 0,1 0 0 0 0,0-1 0 0 0,1 1 0 0 0,-1-1 0 0 0,1-1-1 0 0,0 0 1 0 0,-1 0 0 0 0,2 0 0 0 0,-1-1 0 0 0,0 0 0 0 0,0-1-1 0 0,1 0 1 0 0,-1 0 0 0 0,0 0 0 0 0,1-1 0 0 0,-1-1 0 0 0,1 1-1 0 0,-1-2 1 0 0,0 1 0 0 0,13-4 0 0 0,-8 0 39 0 0,-1 0 0 0 0,0 0 0 0 0,0-1 0 0 0,0 0 0 0 0,-1-1 0 0 0,0 0 0 0 0,0-1 0 0 0,-1-1 0 0 0,0 1 0 0 0,-1-1 0 0 0,1-1 0 0 0,-2 0 0 0 0,1 0 0 0 0,-2-1 1 0 0,1 0-1 0 0,-2 0 0 0 0,7-14 0 0 0,-2 1-24 0 0,-1 0 0 0 0,-1 0 0 0 0,-1-1 0 0 0,-1-1 0 0 0,-1 1 0 0 0,-2-1 0 0 0,3-45 1 0 0,-7 60-48 0 0,0 1 0 0 0,-1 0 0 0 0,0-1 0 0 0,-1 1 1 0 0,0 0-1 0 0,-1 0 0 0 0,0 0 0 0 0,0 0 0 0 0,-1 1 1 0 0,0-1-1 0 0,-1 1 0 0 0,-8-13 0 0 0,11 19-33 0 0,-1-1 0 0 0,0 1 1 0 0,1 0-1 0 0,-1 0 0 0 0,0 0 0 0 0,0 0 0 0 0,-1 0 0 0 0,1 1 0 0 0,-1 0 0 0 0,1-1 0 0 0,-1 1 0 0 0,0 1 0 0 0,0-1 0 0 0,1 0 0 0 0,-1 1 0 0 0,0 0 0 0 0,-1 0 0 0 0,1 0 1 0 0,0 0-1 0 0,0 1 0 0 0,0 0 0 0 0,0-1 0 0 0,-1 2 0 0 0,1-1 0 0 0,0 0 0 0 0,0 1 0 0 0,0 0 0 0 0,0 0 0 0 0,0 0 0 0 0,0 0 0 0 0,0 1 0 0 0,-7 3 0 0 0,0 1-347 0 0,1 0-1 0 0,0 0 0 0 0,0 1 0 0 0,0 1 1 0 0,1 0-1 0 0,0 0 0 0 0,0 1 1 0 0,-8 11-1 0 0,-2 6-3901 0 0,-31 54 0 0 0,32-50-1132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7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6 243 272 0 0,'0'0'1902'0'0,"-3"-26"8019"0"0,1 32-9075 0 0,1 17-347 0 0,3 29 56 0 0,2-29-388 0 0,1 0 1 0 0,0 1-1 0 0,18 43 0 0 0,-20-60-87 0 0,0 0 1 0 0,1-1-1 0 0,0 1 0 0 0,0-1 1 0 0,0 0-1 0 0,1 0 1 0 0,0 0-1 0 0,0-1 0 0 0,1 0 1 0 0,-1 0-1 0 0,1 0 0 0 0,0 0 1 0 0,0-1-1 0 0,1 0 0 0 0,0-1 1 0 0,12 6-1 0 0,-10-6 39 0 0,0 0-1 0 0,1-1 1 0 0,-1 0 0 0 0,1 0-1 0 0,0-1 1 0 0,0 0 0 0 0,-1-1-1 0 0,1 0 1 0 0,0 0 0 0 0,0-1-1 0 0,-1-1 1 0 0,1 1 0 0 0,0-2-1 0 0,-1 1 1 0 0,16-8-1 0 0,-12 5-14 0 0,-1-2-1 0 0,-1 0 0 0 0,1 0 0 0 0,-1-1 0 0 0,-1 0 0 0 0,1-1 0 0 0,-1-1 0 0 0,-1 1 0 0 0,0-1 0 0 0,14-20 0 0 0,-15 17-38 0 0,0-1-1 0 0,0 1 1 0 0,-1-1 0 0 0,-1-1-1 0 0,0 1 1 0 0,-1-1-1 0 0,-1 0 1 0 0,0 0 0 0 0,2-21-1 0 0,-5 24-33 0 0,-1 1 0 0 0,1 0 0 0 0,-2 0 0 0 0,0 0 1 0 0,0 0-1 0 0,-1 0 0 0 0,0 0 0 0 0,-1 0 0 0 0,0 0 0 0 0,-1 1 0 0 0,0-1 0 0 0,0 1 0 0 0,-9-14 0 0 0,8 18-71 0 0,1-1 1 0 0,-1 1-1 0 0,0 0 0 0 0,-1 0 0 0 0,1 1 0 0 0,-1-1 0 0 0,0 1 0 0 0,0 1 1 0 0,-1-1-1 0 0,0 1 0 0 0,0 0 0 0 0,0 1 0 0 0,0-1 0 0 0,0 1 1 0 0,-1 1-1 0 0,1-1 0 0 0,-1 1 0 0 0,0 1 0 0 0,1 0 0 0 0,-1 0 1 0 0,0 0-1 0 0,0 1 0 0 0,0 0 0 0 0,0 0 0 0 0,0 1 0 0 0,1 0 1 0 0,-1 1-1 0 0,0-1 0 0 0,1 1 0 0 0,-1 1 0 0 0,1 0 0 0 0,-1 0 1 0 0,1 0-1 0 0,0 1 0 0 0,-12 9 0 0 0,7-4-521 0 0,0 1 0 0 0,0 0 0 0 0,1 1 1 0 0,1 0-1 0 0,0 1 0 0 0,-11 17 0 0 0,6-5-2189 0 0,1 0-1 0 0,-16 41 1 0 0,18-35-1378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8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64 191 1960 0 0,'-8'-21'9665'0'0,"4"16"-9434"0"0,-2 14 179 0 0,1-1-394 0 0,0 1-1 0 0,1-1 1 0 0,0 1 0 0 0,0 0 0 0 0,1 0-1 0 0,0 0 1 0 0,1 0 0 0 0,0 1 0 0 0,1-1 0 0 0,-1 1-1 0 0,2-1 1 0 0,0 1 0 0 0,0 0 0 0 0,0-1-1 0 0,1 1 1 0 0,1-1 0 0 0,-1 0 0 0 0,2 1 0 0 0,-1-1-1 0 0,7 15 1 0 0,-7-20 37 0 0,0-1 0 0 0,1 1 0 0 0,0 0 0 0 0,-1-1 0 0 0,1 1-1 0 0,0-1 1 0 0,1 0 0 0 0,-1 0 0 0 0,1 0 0 0 0,-1-1 0 0 0,1 1 0 0 0,0-1-1 0 0,0 1 1 0 0,6 1 0 0 0,-3-2 84 0 0,-1 0 0 0 0,1 0 0 0 0,0-1-1 0 0,0 0 1 0 0,0 0 0 0 0,0 0 0 0 0,0-1-1 0 0,12-1 1 0 0,-7-1 42 0 0,-1 0 1 0 0,1 0-1 0 0,-1-1 0 0 0,1-1 0 0 0,-1 0 0 0 0,-1-1 0 0 0,1 1 0 0 0,0-2 0 0 0,-1 0 0 0 0,18-13 1 0 0,-19 10-117 0 0,-1 0 0 0 0,1 0 0 0 0,-2 0 0 0 0,1-1 0 0 0,-1-1 0 0 0,-1 1 1 0 0,0-1-1 0 0,0 0 0 0 0,-1 0 0 0 0,-1-1 0 0 0,1 1 0 0 0,2-15 0 0 0,-5 17-48 0 0,0-1 0 0 0,-1 0-1 0 0,1 0 1 0 0,-2 0 0 0 0,1 1 0 0 0,-2-1-1 0 0,1 0 1 0 0,-1 0 0 0 0,-1 0-1 0 0,0 0 1 0 0,0 1 0 0 0,-1-1 0 0 0,0 1-1 0 0,0-1 1 0 0,-8-12 0 0 0,8 17-30 0 0,0 0 0 0 0,0 1 1 0 0,0 0-1 0 0,-1 0 0 0 0,1 0 1 0 0,-1 0-1 0 0,0 0 0 0 0,0 1 1 0 0,0 0-1 0 0,-1-1 0 0 0,1 2 1 0 0,-1-1-1 0 0,1 0 0 0 0,-1 1 1 0 0,0 0-1 0 0,0 0 0 0 0,0 0 1 0 0,-1 1-1 0 0,1 0 1 0 0,0 0-1 0 0,0 0 0 0 0,-1 1 1 0 0,1 0-1 0 0,-1-1 0 0 0,1 2 1 0 0,0-1-1 0 0,-1 1 0 0 0,-8 2 1 0 0,2 0-299 0 0,1 1 0 0 0,0 0 0 0 0,0 1 0 0 0,0 0 0 0 0,0 1 1 0 0,1 0-1 0 0,0 0 0 0 0,0 1 0 0 0,1 1 0 0 0,0-1 1 0 0,0 2-1 0 0,-8 8 0 0 0,-44 68-5874 0 0,42-55 1622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48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51 184 0 0,'0'-3'3040'0'0,"0"-20"2121"0"0,0 22-4859 0 0,0 0-1 0 0,0 0 1 0 0,0 0 0 0 0,0 0 0 0 0,0 0 0 0 0,0 0 0 0 0,0 0-1 0 0,0 0 1 0 0,0 0 0 0 0,-1 0 0 0 0,1 0 0 0 0,0 0 0 0 0,-1 0-1 0 0,1 1 1 0 0,-1-1 0 0 0,0-2 0 0 0,-1 5-282 0 0,-1 0 0 0 0,1 0 0 0 0,0 0 0 0 0,0 0 0 0 0,0 1-1 0 0,0-1 1 0 0,0 0 0 0 0,0 1 0 0 0,1-1 0 0 0,-1 1 0 0 0,1 0 0 0 0,0-1 0 0 0,-1 1 0 0 0,1 0 0 0 0,1 0 0 0 0,-2 4 0 0 0,-9 58 51 0 0,9-46-40 0 0,0 0-13 0 0,1 1 0 0 0,0-1 0 0 0,2 0-1 0 0,5 37 1 0 0,-5-46 64 0 0,1-1 0 0 0,0 1 0 0 0,1-1 0 0 0,0 0 1 0 0,1 1-1 0 0,-1-2 0 0 0,2 1 0 0 0,-1 0 0 0 0,1-1 0 0 0,1 0 0 0 0,10 12 0 0 0,-10-14 34 0 0,0-1-1 0 0,1 0 1 0 0,0-1-1 0 0,0 1 0 0 0,0-1 1 0 0,1-1-1 0 0,-1 1 0 0 0,1-1 1 0 0,0-1-1 0 0,0 1 1 0 0,0-2-1 0 0,0 1 0 0 0,0-1 1 0 0,0 0-1 0 0,0 0 0 0 0,1-1 1 0 0,-1 0-1 0 0,0-1 1 0 0,13-2-1 0 0,-11 2 42 0 0,0-1 0 0 0,1-1 0 0 0,-1 0 0 0 0,0 0 0 0 0,-1-1 0 0 0,1-1 0 0 0,-1 1 0 0 0,1-1 0 0 0,-1-1 0 0 0,-1 0 0 0 0,1 0 0 0 0,-1-1 0 0 0,0 0 0 0 0,13-15 0 0 0,-14 12-51 0 0,0 0 0 0 0,-1 0-1 0 0,0-1 1 0 0,-1 0 0 0 0,0 0-1 0 0,-1 0 1 0 0,0 0 0 0 0,0-1-1 0 0,1-13 1 0 0,-4 17-75 0 0,0 0 0 0 0,0 0 0 0 0,-1 0 1 0 0,0 0-1 0 0,0 0 0 0 0,-1 0 0 0 0,0 0 0 0 0,0 0 0 0 0,-1 0 0 0 0,0 0 0 0 0,-1 0 1 0 0,1 1-1 0 0,-2-1 0 0 0,-5-9 0 0 0,5 9-51 0 0,-2 0 1 0 0,1 1-1 0 0,-1 0 1 0 0,0 1-1 0 0,0-1 0 0 0,-1 1 1 0 0,0 0-1 0 0,0 1 1 0 0,-1 0-1 0 0,1 0 1 0 0,-1 0-1 0 0,0 1 0 0 0,0 0 1 0 0,-1 1-1 0 0,1 0 1 0 0,-1 0-1 0 0,0 1 0 0 0,1 0 1 0 0,-1 0-1 0 0,0 1 1 0 0,0 0-1 0 0,0 1 0 0 0,-13 0 1 0 0,12 1-388 0 0,0 0-1 0 0,0 0 1 0 0,1 1 0 0 0,-1 0 0 0 0,0 1 0 0 0,1 0-1 0 0,-18 8 1 0 0,-31 24-9105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5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724 3 1156 0 0,'-8'11'11192'0'0,"7"-8"-10443"0"0,5-1-529 0 0,0-1 1 0 0,0 0-1 0 0,-1 0 0 0 0,1 0 1 0 0,0-1-1 0 0,0 0 0 0 0,0 1 0 0 0,0-1 1 0 0,7-1-1 0 0,48-5 524 0 0,-28 2-383 0 0,11 0-123 0 0,90-4 455 0 0,-107 8-609 0 0,1 1-1 0 0,-1 0 1 0 0,29 8-1 0 0,-48-8-101 0 0,0 1 0 0 0,0 0 0 0 0,0 0 0 0 0,0 0 0 0 0,-1 1 0 0 0,1 0 0 0 0,-1 0 0 0 0,0 0 0 0 0,0 1 0 0 0,0 0 0 0 0,8 8 0 0 0,-7-5 49 0 0,0 0 0 0 0,0 1 0 0 0,-1 0 0 0 0,0 0 0 0 0,0 0 0 0 0,6 18 0 0 0,-1 4 193 0 0,-2 0-1 0 0,-1 1 0 0 0,4 49 0 0 0,-10-76-203 0 0,6 94 499 0 0,-10 171 1 0 0,-1-172-355 0 0,-29 1093 968 0 0,22-313-545 0 0,-2 78 80 0 0,-35-173-18 0 0,35-618-518 0 0,-14 414 1244 0 0,26-524-1216 0 0,-13 165 3834 0 0,14-216-3890 0 0,-1 0 1 0 0,0 0 0 0 0,0 0 0 0 0,0 0-1 0 0,0 0 1 0 0,-1 0 0 0 0,1 0 0 0 0,-1-1-1 0 0,0 1 1 0 0,0 0 0 0 0,0-1 0 0 0,0 1-1 0 0,0-1 1 0 0,0 0 0 0 0,-1 0 0 0 0,1 0-1 0 0,-1 0 1 0 0,0 0 0 0 0,-3 2 0 0 0,-5 2-103 0 0,-1-1 1 0 0,0 0 0 0 0,-18 5 0 0 0,18-6 95 0 0,-493 143-3243 0 0,368-109 255 0 0,-14 7-1593 0 0,10-2-3585 0 0,42-14-1635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1 112 0 0,'12'43'840'0'0,"3"0"-204"0"0,1-2-164 0 0,1 7 60 0 0,0-7-276 0 0,2 2 76 0 0,-2-1-196 0 0,2-5 124 0 0,0 1-192 0 0,2 0 100 0 0,-1-4-128 0 0,1 2 44 0 0,0-1-224 0 0,1-4 56 0 0,0 0-264 0 0,1-2 56 0 0,1-2-680 0 0,0-1 312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3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97 2380 0 0,'38'-76'12816'0'0,"-38"75"-12301"0"0,0 0-424 0 0,0 0 0 0 0,0 0 0 0 0,0 0-1 0 0,0 0 1 0 0,0 1 0 0 0,0-1 0 0 0,0 0 0 0 0,0 0 0 0 0,-1 0 0 0 0,1 0 0 0 0,0 1 0 0 0,-1-1 0 0 0,1 0 0 0 0,0 0 0 0 0,-1 1 0 0 0,1-1-1 0 0,-1 0 1 0 0,-1 0 0 0 0,1-1 145 0 0,-1 2-173 0 0,-1-1 0 0 0,1 1 0 0 0,-1 0 0 0 0,0-1 0 0 0,1 1 0 0 0,-1 0 0 0 0,1 0-1 0 0,-1 1 1 0 0,-3 0 0 0 0,4-1-64 0 0,-9 2 33 0 0,-1 1-1 0 0,1 1 0 0 0,0 0 0 0 0,-1 1 1 0 0,2 0-1 0 0,-19 11 0 0 0,5 0-36 0 0,-32 27 0 0 0,38-27-14 0 0,2-1 1 0 0,0 2-1 0 0,1 0 0 0 0,0 1 0 0 0,1 1 1 0 0,2 0-1 0 0,0 1 0 0 0,1 0 1 0 0,-17 42-1 0 0,19-35-4 0 0,1 0 0 0 0,2 1 0 0 0,0 0 0 0 0,2 0 0 0 0,1 0 0 0 0,2 0 0 0 0,2 48 0 0 0,23 197-17 0 0,7 222 84 0 0,-39-137 31 0 0,1-1-8 0 0,12-217-48 0 0,-3-125-7 0 0,0 1-1 0 0,1-1 0 0 0,0 0 1 0 0,2 0-1 0 0,-1 0 1 0 0,15 27-1 0 0,-17-38-1 0 0,0 0-1 0 0,1-1 1 0 0,-1 1-1 0 0,1-1 1 0 0,0 1-1 0 0,0-1 1 0 0,0 0 0 0 0,0 0-1 0 0,1-1 1 0 0,-1 1-1 0 0,1-1 1 0 0,0 0-1 0 0,0 1 1 0 0,7 1 0 0 0,-5-2-36 0 0,1 0 0 0 0,-1-1 0 0 0,1 0 0 0 0,-1 0 0 0 0,1 0 0 0 0,0-1 0 0 0,-1 0 0 0 0,13-2 0 0 0,4-3-509 0 0,0-1 1 0 0,-1 0-1 0 0,0-2 1 0 0,31-15-1 0 0,97-54-7326 0 0,-98 44 2504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39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173 428 224 0 0,'-10'-23'6106'0'0,"-20"-39"0"0"0,16 34-2893 0 0,14 27-3161 0 0,-1 1-1 0 0,1-1 1 0 0,0 0-1 0 0,0 1 1 0 0,-1-1-1 0 0,1 0 1 0 0,0 1-1 0 0,0-1 0 0 0,-1 0 1 0 0,1 1-1 0 0,-1-1 1 0 0,1 1-1 0 0,-1-1 1 0 0,1 1-1 0 0,-1-1 1 0 0,1 1-1 0 0,-1-1 0 0 0,1 1 1 0 0,-1 0-1 0 0,1-1 1 0 0,-1 1-1 0 0,0 0 1 0 0,1-1-1 0 0,-1 1 1 0 0,-1 0-1 0 0,2 0-29 0 0,-1 1 0 0 0,0-1 0 0 0,1 1 0 0 0,-1 0 1 0 0,1 0-1 0 0,-1-1 0 0 0,1 1 0 0 0,0 0 0 0 0,-1 0 0 0 0,1-1 0 0 0,0 1 0 0 0,-1 0 0 0 0,1 0 1 0 0,0 0-1 0 0,0 0 0 0 0,0-1 0 0 0,0 2 0 0 0,-3 53-163 0 0,3-47 268 0 0,-30 466-143 0 0,17-301-33 0 0,12-152 100 0 0,-10 77 703 0 0,12-97-707 0 0,-1-1 0 0 0,0 1 0 0 0,0-1 0 0 0,-1 1 0 0 0,1-1 0 0 0,0 1 0 0 0,0-1 0 0 0,0 1 0 0 0,0-1 0 0 0,0 1 0 0 0,0-1 0 0 0,-1 0-1 0 0,1 1 1 0 0,0-1 0 0 0,0 1 0 0 0,-1-1 0 0 0,1 1 0 0 0,0-1 0 0 0,-1 0 0 0 0,1 1 0 0 0,0-1 0 0 0,-1 0 0 0 0,1 1 0 0 0,-1-1 0 0 0,0 1 0 0 0,-5-10 304 0 0,-4-19-217 0 0,2-19-11 0 0,2 0 1 0 0,1-89-1 0 0,19-95-20 0 0,-4 132-94 0 0,4 0-1 0 0,5 1 1 0 0,3 1 0 0 0,52-135-1 0 0,-73 229-16 0 0,-1 1 0 0 0,1 0-1 0 0,0 0 1 0 0,1 0 0 0 0,-1 0 0 0 0,0 0-1 0 0,1 0 1 0 0,-1 0 0 0 0,1 0 0 0 0,-1 1-1 0 0,1-1 1 0 0,0 1 0 0 0,0-1 0 0 0,-1 1-1 0 0,5-3 1 0 0,-4 4 4 0 0,-1-1 0 0 0,1 1 0 0 0,-1 0 0 0 0,1 0 0 0 0,-1 0 0 0 0,1 0-1 0 0,-1 0 1 0 0,1 0 0 0 0,0 0 0 0 0,-1 0 0 0 0,1 0 0 0 0,-1 1 0 0 0,1-1 0 0 0,-1 0 0 0 0,1 1 0 0 0,-1 0-1 0 0,1-1 1 0 0,-1 1 0 0 0,0 0 0 0 0,1 0 0 0 0,-1 0 0 0 0,0 0 0 0 0,0 0 0 0 0,1 0 0 0 0,0 1-1 0 0,9 9-13 0 0,-1 0-1 0 0,0 1 1 0 0,-1 0-1 0 0,15 26 1 0 0,24 59-16 0 0,-23-45 34 0 0,14 34 7 0 0,-4 1 0 0 0,-4 2 0 0 0,-4 1 0 0 0,19 113 0 0 0,-35-117 30 0 0,-9-57 109 0 0,10 41 1 0 0,-10-60-1030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39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91 109 2212 0 0,'-4'0'2010'0'0,"-80"3"6877"0"0,81-3-7802 0 0,6-1-986 0 0,29-13 67 0 0,68-18 0 0 0,-41 14-780 0 0,-37 12-18 0 0,66-24-6070 0 0,-62 20 2429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1920 0 0,'15'-33'16918'0'0,"-9"17"-14827"0"0,-6 15-1828 0 0,5 12-3349 0 0,-11 41-7071 0 0,4-36 4612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0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1596 0 0,'0'3'2683'0'0,"-10"42"9926"0"0,6-22-9638 0 0,4-16-5746 0 0,4-4 2217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78 2284 0 0,'-10'-36'11755'0'0,"2"13"-5983"0"0,5 9-3666 0 0,1 10-1347 0 0,3 15-607 0 0,13 80 358 0 0,-5 0-1 0 0,-1 94 1 0 0,-31 187 147 0 0,15-330-425 0 0,1-4-1129 0 0,5-15-4443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12 320 2664 0 0,'-4'-17'2251'0'0,"1"0"0"0"0,1 0 0 0 0,-1-30 0 0 0,3 39-2015 0 0,1 1 0 0 0,0-1 0 0 0,1 0 1 0 0,-1 0-1 0 0,1 0 0 0 0,1 1 0 0 0,-1-1 1 0 0,1 1-1 0 0,1 0 0 0 0,5-10 1 0 0,-2 7-151 0 0,1 0 1 0 0,0 0-1 0 0,0 1 1 0 0,1 0-1 0 0,0 0 1 0 0,1 1-1 0 0,0 0 1 0 0,0 1-1 0 0,1 0 1 0 0,0 1 0 0 0,0 0-1 0 0,0 0 1 0 0,1 2-1 0 0,17-6 1 0 0,-21 7-79 0 0,0 1 0 0 0,0 0 0 0 0,0 1 0 0 0,0 0 1 0 0,0 0-1 0 0,0 1 0 0 0,0 0 0 0 0,0 1 0 0 0,0-1 0 0 0,0 1 1 0 0,0 1-1 0 0,0 0 0 0 0,-1 0 0 0 0,1 0 0 0 0,0 1 0 0 0,-1 0 1 0 0,0 0-1 0 0,0 1 0 0 0,0 0 0 0 0,0 1 0 0 0,0-1 0 0 0,-1 1 1 0 0,10 10-1 0 0,-12-10 21 0 0,0-1 1 0 0,0 1-1 0 0,-1 0 1 0 0,0 0-1 0 0,0 0 1 0 0,0 1-1 0 0,-1-1 1 0 0,0 1-1 0 0,0-1 1 0 0,0 1 0 0 0,-1 0-1 0 0,0 0 1 0 0,0 0-1 0 0,0 0 1 0 0,-1 0-1 0 0,1 0 1 0 0,-2 0-1 0 0,1 0 1 0 0,-2 8-1 0 0,-3 8 125 0 0,0 1 0 0 0,-2-1-1 0 0,-16 37 1 0 0,1-2 557 0 0,20-51-602 0 0,-1 5 451 0 0,15-9-352 0 0,-10-3-206 0 0,18 2 26 0 0,-14 0-26 0 0,1 0 0 0 0,-1 1-1 0 0,0 0 1 0 0,1 0 0 0 0,-1 0 0 0 0,0 1 0 0 0,0 0 0 0 0,-1 0 0 0 0,1 0 0 0 0,-1 1 0 0 0,0 0 0 0 0,1 0 0 0 0,-2 1-1 0 0,1-1 1 0 0,0 1 0 0 0,-1 0 0 0 0,0 0 0 0 0,0 0 0 0 0,-1 1 0 0 0,1-1 0 0 0,-1 1 0 0 0,0 0 0 0 0,-1 0 0 0 0,3 7-1 0 0,-1-1 135 0 0,-1 1-1 0 0,0-1 1 0 0,0 1-1 0 0,-2 0 1 0 0,1-1-1 0 0,-2 1 1 0 0,0 0-1 0 0,0 0 1 0 0,-1 0-1 0 0,-1 0 1 0 0,-4 20-1 0 0,-2-9 329 0 0,0 0 0 0 0,-2-1-1 0 0,-1 0 1 0 0,0 0 0 0 0,-2-1-1 0 0,-28 38 1 0 0,29-44-113 0 0,-2-1 0 0 0,0 0 0 0 0,0 0 0 0 0,-2-2 0 0 0,0 1 0 0 0,0-2 0 0 0,-1 0 0 0 0,-35 17 0 0 0,43-25-248 0 0,-1-1 1 0 0,1 0-1 0 0,-1 0 0 0 0,0-1 0 0 0,0 0 0 0 0,0-1 0 0 0,0 0 0 0 0,0 0 0 0 0,-1-1 0 0 0,1-1 0 0 0,0 1 0 0 0,-10-3 0 0 0,15 1-171 0 0,0 1-1 0 0,1 0 1 0 0,-1-1-1 0 0,1 0 1 0 0,-1 0 0 0 0,1 0-1 0 0,0 0 1 0 0,0-1 0 0 0,0 0-1 0 0,0 0 1 0 0,-6-6-1 0 0,8 6-213 0 0,-1 0-1 0 0,1-1 1 0 0,-1 1 0 0 0,1-1-1 0 0,0 0 1 0 0,1 1-1 0 0,-1-1 1 0 0,1 0-1 0 0,-1 0 1 0 0,1 0-1 0 0,0 0 1 0 0,1-1-1 0 0,-1 1 1 0 0,1 0 0 0 0,0-6-1 0 0,0-4-2182 0 0,2-1-1 0 0,-1 1 1 0 0,2 0-1 0 0,6-23 1 0 0,0 8-5466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1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547 209 2532 0 0,'-41'-67'16030'0'0,"41"65"-15618"0"0,-2-1 55 0 0,2 3-453 0 0,0-1 1 0 0,0 1 0 0 0,0 0-1 0 0,-1 0 1 0 0,1 0 0 0 0,0 0 0 0 0,0 0-1 0 0,0-1 1 0 0,0 1 0 0 0,0 0 0 0 0,0 0-1 0 0,0 0 1 0 0,-1-1 0 0 0,1 1 0 0 0,0 0-1 0 0,0 0 1 0 0,0 0 0 0 0,0 0 0 0 0,0-1-1 0 0,0 1 1 0 0,0 0 0 0 0,0 0 0 0 0,0-1-1 0 0,0 1 1 0 0,0 0 0 0 0,0 0 0 0 0,0 0-1 0 0,0-1 1 0 0,0 1 0 0 0,0 0 0 0 0,0 0-1 0 0,1 0 1 0 0,-1 0 0 0 0,0-1-1 0 0,1-1 14 0 0,0 1-1 0 0,1-1 1 0 0,-1 1-1 0 0,1-1 1 0 0,-1 1-1 0 0,1 0 0 0 0,-1 0 1 0 0,1-1-1 0 0,0 1 1 0 0,-1 0-1 0 0,1 0 1 0 0,0 1-1 0 0,0-1 0 0 0,2 0 1 0 0,34-10 83 0 0,-17 6-60 0 0,204-54 157 0 0,-102 29-135 0 0,-117 29-73 0 0,20-3 15 0 0,-25 4-16 0 0,0 0 1 0 0,0-1-1 0 0,-1 1 0 0 0,1 0 1 0 0,0 0-1 0 0,0 0 0 0 0,0 0 1 0 0,-1 0-1 0 0,1 0 1 0 0,0 0-1 0 0,0 0 0 0 0,0 0 1 0 0,0 0-1 0 0,-1 0 0 0 0,1 1 1 0 0,0-1-1 0 0,0 0 0 0 0,-1 0 1 0 0,1 1-1 0 0,0-1 1 0 0,0 1-1 0 0,-1-1 0 0 0,1 0 1 0 0,0 1-1 0 0,-1-1 0 0 0,1 1 1 0 0,0 0-1 0 0,-1-1 0 0 0,1 1 1 0 0,-1-1-1 0 0,1 1 1 0 0,-1 0-1 0 0,0 0 0 0 0,1-1 1 0 0,-1 1-1 0 0,0 0 0 0 0,1 0 1 0 0,-1-1-1 0 0,0 1 1 0 0,0 0-1 0 0,1 1 0 0 0,2 18 120 0 0,-1-1 0 0 0,-1 1 0 0 0,-1 0 0 0 0,0 0-1 0 0,-1 0 1 0 0,-5 22 0 0 0,3-19 45 0 0,-47 504 2413 0 0,46 0 109 0 0,50-52-582 0 0,-35-383-314 0 0,-1 100-1 0 0,-10-185-1785 0 0,-1 0-1 0 0,1 0 1 0 0,-1 0-1 0 0,0 0 1 0 0,-1 0 0 0 0,0 0-1 0 0,0 0 1 0 0,-5 11 0 0 0,5-15-5 0 0,0 1 1 0 0,0-1-1 0 0,0 1 1 0 0,-1-1 0 0 0,1 0-1 0 0,-1 0 1 0 0,0 0 0 0 0,0-1-1 0 0,0 1 1 0 0,0-1 0 0 0,-1 1-1 0 0,1-1 1 0 0,0 0-1 0 0,-1 0 1 0 0,0-1 0 0 0,1 1-1 0 0,-5 1 1 0 0,-38 7 0 0 0,0-1 0 0 0,-1-2 0 0 0,-49 1 0 0 0,-18 1 0 0 0,20 5-1475 0 0,1 3 1 0 0,0 5-1 0 0,-117 43 0 0 0,118-30-2531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0 316 0 0,'0'0'4632'0'0,"-5"9"-4488"0"0,4 4-1224 0 0,-1-2-528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1236 0 0,'11'-4'10547'0'0,"69"11"-10475"0"0,82-2 0 0 0,83-14-31 0 0,-92 2 0 0 0,909-81 49 0 0,-809 61-129 0 0,-232 25 34 0 0,213-15-99 0 0,-233 17 36 0 0,0 0 0 0 0,0-1 1 0 0,0 1-1 0 0,0 0 0 0 0,-1 0 0 0 0,1 0 0 0 0,0 0 0 0 0,0 0 1 0 0,0 1-1 0 0,0-1 0 0 0,0 0 0 0 0,0 0 0 0 0,0 1 0 0 0,0-1 1 0 0,-1 0-1 0 0,1 1 0 0 0,0-1 0 0 0,0 1 0 0 0,0-1 1 0 0,-1 1-1 0 0,1-1 0 0 0,0 1 0 0 0,-1 0 0 0 0,1-1 0 0 0,0 1 1 0 0,-1 0-1 0 0,1 0 0 0 0,-1-1 0 0 0,1 1 0 0 0,-1 0 0 0 0,1 0 1 0 0,-1 0-1 0 0,1 1 0 0 0,-1-1-114 0 0,0 1-1 0 0,-1-1 1 0 0,1 1 0 0 0,0-1-1 0 0,0 1 1 0 0,-1-1 0 0 0,1 0 0 0 0,-1 1-1 0 0,1-1 1 0 0,-1 0 0 0 0,0 1-1 0 0,0-1 1 0 0,1 0 0 0 0,-1 0-1 0 0,0 1 1 0 0,0-1 0 0 0,0 0 0 0 0,-2 1-1 0 0,-6 6-1646 0 0,-3 0-119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49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103 186 912 0 0,'-4'0'832'0'0,"-29"0"804"0"0,31 0-1286 0 0,-2 0-49 0 0,-10 0-42 0 0,11 0 2 0 0,-13-2 1141 0 0,-9-1 762 0 0,23 3-1572 0 0,19 0-384 0 0,1057-84 395 0 0,-683 46-523 0 0,97-7-4 0 0,-367 38-64 0 0,-23 1-444 0 0,-133 17-4442 0 0,17-9 2896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0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69 84 0 0,'-3'0'1082'0'0,"-45"-5"2188"0"0,44 5-2936 0 0,-12-2 1175 0 0,8 2-801 0 0,13 0-458 0 0,20-1-301 0 0,-17 0 140 0 0,343-20-312 0 0,15-11-3605 0 0,-303 26 3008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24 624 0 0,'4'-12'6546'0'0,"2"1"-5171"0"0,14 10-5759 0 0,-9 2 2627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0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1100 0 0,'24'5'6484'0'0,"-8"0"-4961"0"0,-11-1-1382 0 0,-15-3-1938 0 0,-7 0-1324 0 0,-3 0 1195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12 348 0 0,'-55'-4'4109'0'0,"-87"-4"1696"0"0,139 8-5730 0 0,3 0-102 0 0,0 0-1 0 0,-1 1 1 0 0,1-1 0 0 0,0 0 0 0 0,-1 0-1 0 0,1 0 1 0 0,0 0 0 0 0,-1 1 0 0 0,1-1 0 0 0,0 0-1 0 0,0 0 1 0 0,-1 1 0 0 0,1-1 0 0 0,0 0-1 0 0,0 0 1 0 0,-1 1 0 0 0,1-1 0 0 0,0 0-1 0 0,0 1 1 0 0,0-1 0 0 0,-1 0 0 0 0,1 1-1 0 0,0-1 1 0 0,0 0 0 0 0,0 1 0 0 0,0-1-1 0 0,0 1 1 0 0,0 0 0 0 0,4 1-607 0 0,1 0 0 0 0,-1 0 0 0 0,1 0 0 0 0,-1 0 0 0 0,1 0 0 0 0,0-1 0 0 0,9 1 0 0 0,1 0-1437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1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2 852 0 0,'4'0'1789'0'0,"95"0"8359"0"0,-97 0-9315 0 0,15-2 1430 0 0,-12 2-1225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2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10 592 0 0,'-25'-6'4464'0'0,"23"5"-3555"0"0,-1 1-130 0 0,-21-2 712 0 0,14 2-1666 0 0,23 5-1862 0 0,3-2 272 0 0,-1 0-89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2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2180 0 0,'58'16'7771'0'0,"-56"-15"-7334"0"0,-6 1-1116 0 0,0-1 128 0 0,1 0 0 0 0,-1 0 0 0 0,0 0-1 0 0,0 0 1 0 0,0 0 0 0 0,1-1 0 0 0,-8 0 0 0 0,7 1-167 0 0,-11 0-1460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1184 0 0,'-28'7'1784'0'0,"7"0"-444"0"0,1-2-300 0 0,4 0-227 0 0,1 0-177 0 0,5-1-204 0 0,-4 1 140 0 0,-5 0-548 0 0,9 4-720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2204 0 0,'21'7'2380'0'0,"-2"-1"128"0"0,32 15 1 0 0,-49-20-2390 0 0,14 3 239 0 0,26 10 2476 0 0,-40-13-2403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6 660 0 0,'0'0'2520'0'0,"6"6"-46"0"0,-6-7-2509 0 0,0 1 1 0 0,1 0-1 0 0,-1 0 0 0 0,0 0 1 0 0,0 0-1 0 0,0-1 1 0 0,0 1-1 0 0,0 0 1 0 0,0 0-1 0 0,1-1 0 0 0,-1 1 1 0 0,0 0-1 0 0,0 0 1 0 0,0 0-1 0 0,0-1 0 0 0,0 1 1 0 0,0 0-1 0 0,0 0 1 0 0,0-1-1 0 0,0 1 0 0 0,0 0 1 0 0,0 0-1 0 0,0-1 1 0 0,0 1-1 0 0,0 0 0 0 0,0 0 1 0 0,0-1-1 0 0,0 1 1 0 0,0 0-1 0 0,-1 0 0 0 0,1-1 1 0 0,0 1-1 0 0,0 0 1 0 0,0 0-1 0 0,0 0 1 0 0,0-1-1 0 0,-1 1 0 0 0,1 0 1 0 0,0 0-1 0 0,0 0 1 0 0,0 0-1 0 0,-1-1 0 0 0,1 1 1 0 0,0 0-1 0 0,0 0 1 0 0,0 0-1 0 0,-1 0 0 0 0,1 0 1 0 0,0 0-1 0 0,0 0 1 0 0,-1 0-1 0 0,0-1-536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2:5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11 284 0 0,'0'0'1192'0'0,"0"-11"-2120"0"0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2:5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73 344 0 0,'7'-7'11057'0'0,"-7"6"-11028"0"0,0 1 0 0 0,0-1 0 0 0,0 0-1 0 0,0 0 1 0 0,0 1 0 0 0,0-1 0 0 0,-1 0 0 0 0,1 0-1 0 0,0 0 1 0 0,0 1 0 0 0,-1-1 0 0 0,1 0 0 0 0,-1 1 0 0 0,1-1-1 0 0,0 0 1 0 0,-1 1 0 0 0,1-1 0 0 0,-1 0 0 0 0,1 1 0 0 0,-1-1-1 0 0,0 1 1 0 0,1-1 0 0 0,-1 1 0 0 0,0-1 0 0 0,1 1-1 0 0,-1 0 1 0 0,0-1 0 0 0,1 1 0 0 0,-1 0 0 0 0,0-1 0 0 0,-1 1-1 0 0,-31-12-57 0 0,24 9 79 0 0,-7-2-42 0 0,-1 1-1 0 0,1 0 0 0 0,-30-2 1 0 0,10 1 2 0 0,16 2-21 0 0,-29 1 1 0 0,11 0-3 0 0,35 2 39 0 0,0 0-37 0 0,-1 0 1 0 0,1-1 9 0 0,-1 1 0 0 0,1 0 1 0 0,-1 0-1 0 0,1 1 0 0 0,0-1 1 0 0,-1 1-1 0 0,1-1 0 0 0,-1 1 1 0 0,1 0-1 0 0,0 1 0 0 0,-6 2 0 0 0,7-3 13 0 0,0 0-12 0 0,0 0 0 0 0,0 1 0 0 0,0-1 1 0 0,0 0-1 0 0,1 1 0 0 0,-1 0 0 0 0,0-1 1 0 0,1 1-1 0 0,-1 0 0 0 0,1 0 0 0 0,0 0 0 0 0,-1 0 1 0 0,1 0-1 0 0,-1 3 0 0 0,1-4 17 0 0,-5 29-25 0 0,6-19 24 0 0,0-9-39 0 0,0 1 34 0 0,12 204 26 0 0,-13-23 232 0 0,24 651 803 0 0,109 44 681 0 0,-34-276-204 0 0,-20 4-44 0 0,-70-547-1228 0 0,48 452 297 0 0,-16-120 322 0 0,-35 3-547 0 0,-12 115-27 0 0,8-350-230 0 0,7 286 92 0 0,-6-362-77 0 0,-2-22 46 0 0,3 0 0 0 0,13 76 0 0 0,-14-130-132 0 0,0 0-1 0 0,0 1 1 0 0,1-1 0 0 0,0 0 0 0 0,1 0 0 0 0,-1-1 0 0 0,2 1 0 0 0,-1-1 0 0 0,1 0 0 0 0,0 0 0 0 0,0 0 0 0 0,1-1-1 0 0,0 1 1 0 0,0-1 0 0 0,0-1 0 0 0,1 1 0 0 0,0-1 0 0 0,0-1 0 0 0,13 8 0 0 0,-5-6-134 0 0,0 0 1 0 0,-1-1 0 0 0,2-1-1 0 0,-1-1 1 0 0,1 0 0 0 0,-1 0-1 0 0,1-2 1 0 0,0 0 0 0 0,29-2-1 0 0,14-4-1801 0 0,-1-3 0 0 0,114-30 1 0 0,-119 22-2026 0 0,76-35 0 0 0,-60 17-1151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01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39 164 0 0,'1'-3'893'0'0,"-1"1"0"0"0,0 0 0 0 0,0 0 0 0 0,1-1 0 0 0,-2 1 0 0 0,1 0 0 0 0,0 0 0 0 0,0 0 0 0 0,-1-1 0 0 0,1 1 0 0 0,-6-11 4865 0 0,2 15-5767 0 0,4-2 8 0 0,-1 0 1 0 0,1 0-1 0 0,-1 0 1 0 0,1 0-1 0 0,0 0 1 0 0,-1 0-1 0 0,1 0 1 0 0,0 0-1 0 0,-1 0 1 0 0,1 0 0 0 0,0 1-1 0 0,-1-1 1 0 0,1 0-1 0 0,0 0 1 0 0,-1 0-1 0 0,1 1 1 0 0,0-1-1 0 0,-1 0 1 0 0,1 0-1 0 0,0 1 1 0 0,0-1 0 0 0,-1 0-1 0 0,1 1 1 0 0,0-1-1 0 0,0 0 1 0 0,0 1-1 0 0,-1 0 1 0 0,-6 165 207 0 0,5-67-107 0 0,0-63-81 0 0,-4 155 157 0 0,6-189-149 0 0,0 6 663 0 0,0 3-2444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0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35 536 0 0,'0'0'2039'0'0,"-13"-29"9245"0"0,13 29-11249 0 0,0-1 0 0 0,0 1 1 0 0,0 0-1 0 0,0 0 0 0 0,0-1 1 0 0,0 1-1 0 0,0 0 0 0 0,-1 0 1 0 0,1-1-1 0 0,0 1 0 0 0,0 0 1 0 0,0 0-1 0 0,0-1 1 0 0,-1 1-1 0 0,1 0 0 0 0,0 0 1 0 0,0 0-1 0 0,0-1 0 0 0,-1 1 1 0 0,1 0-1 0 0,0 0 0 0 0,0 0 1 0 0,-1 0-1 0 0,1 0 0 0 0,0 0 1 0 0,0 0-1 0 0,-1-1 0 0 0,1 1 1 0 0,0 0-1 0 0,-1 0 0 0 0,1 0 1 0 0,0 0-1 0 0,0 0 1 0 0,-1 0-1 0 0,1 0 0 0 0,0 0 1 0 0,0 0-1 0 0,-1 0 0 0 0,1 1 1 0 0,0-1-1 0 0,-1 0 0 0 0,1 0 1 0 0,0 0-1 0 0,0 0 0 0 0,-1 0 1 0 0,1 0-1 0 0,0 1 0 0 0,0-1 1 0 0,0 0-1 0 0,-1 0 0 0 0,1 0 1 0 0,0 1-1 0 0,0-1 1 0 0,0 0-1 0 0,-1 0 0 0 0,1 0 1 0 0,0 1-1 0 0,0-1 0 0 0,0 0 1 0 0,0 0-1 0 0,0 1 0 0 0,0-1 1 0 0,0 0-1 0 0,0 1 0 0 0,-1-1 1 0 0,0 21 170 0 0,4 41 431 0 0,-2 0 0 0 0,-9 83 0 0 0,4-102-541 0 0,1 5 11 0 0,-5 53-1810 0 0,4-34-2853 0 0,1-38-894 0 0,3-18 1051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34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1276 0 0,'14'-8'9187'0'0,"-12"8"-8728"0"0,-2 1-339 0 0,1-1 0 0 0,-1 0 0 0 0,0 0 1 0 0,1 1-1 0 0,-1-1 0 0 0,1 1 0 0 0,-1-1 0 0 0,0 0 0 0 0,1 1 0 0 0,-1-1 0 0 0,0 1 0 0 0,1-1 0 0 0,-1 1 0 0 0,0-1 0 0 0,1 1 0 0 0,-1-1 0 0 0,0 1 0 0 0,0-1 0 0 0,0 1 0 0 0,0-1 0 0 0,0 1 0 0 0,1 0 0 0 0,-1 44-2091 0 0,0-30 2959 0 0,-12 428 1 0 0,14-414-2643 0 0,1-5-5079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3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15 1684 0 0,'0'0'14405'0'0,"3"-1"-14453"0"0,28-11-71 0 0,-29 11 98 0 0,1 1 9 0 0,3-1 7 0 0,0 1-8 0 0,-1 0 0 0 0,0 0 0 0 0,1 1 0 0 0,-1-1 1 0 0,0 1-1 0 0,0 0 0 0 0,1 1 0 0 0,-1-1 0 0 0,7 4 0 0 0,-3-2 5 0 0,0 0 0 0 0,-1 0 0 0 0,0 1 0 0 0,0 0 1 0 0,0 0-1 0 0,0 1 0 0 0,0 0 0 0 0,-1 1 0 0 0,11 9 0 0 0,-14-10 3 0 0,0-1-1 0 0,0 1 1 0 0,-1 0-1 0 0,0 0 0 0 0,0 0 1 0 0,0 0-1 0 0,-1 0 1 0 0,1 1-1 0 0,-1-1 0 0 0,-1 1 1 0 0,1-1-1 0 0,-1 1 1 0 0,0 0-1 0 0,0 0 1 0 0,0-1-1 0 0,-1 8 0 0 0,-1-1 0 0 0,0 0 0 0 0,-1 0 0 0 0,0 0 0 0 0,-1-1 0 0 0,0 1 0 0 0,-1-1 0 0 0,0 1 0 0 0,-8 12 0 0 0,-3 6 9 0 0,-34 46-1 0 0,24-42-6 0 0,-1-2-1 0 0,-1-1 1 0 0,-39 36-1 0 0,36-34-124 0 0,28-32 109 0 0,2-1-10 0 0,0 0 23 0 0,-1 1 0 0 0,1-1 1 0 0,0 0-1 0 0,0 1 0 0 0,-1-1 0 0 0,1 0 0 0 0,0 1 0 0 0,0-1 0 0 0,0 1 1 0 0,-1-1-1 0 0,1 0 0 0 0,0 1 0 0 0,0-1 0 0 0,0 0 0 0 0,0 1 0 0 0,0-1 1 0 0,0 1-1 0 0,0-1 0 0 0,0 1 0 0 0,0-1 0 0 0,0 0 0 0 0,0 1 0 0 0,2 0 11 0 0,1 0-1 0 0,-1-1 1 0 0,1 0-1 0 0,-1 1 1 0 0,1-1-1 0 0,-1 0 0 0 0,1 0 1 0 0,-1-1-1 0 0,1 1 1 0 0,-1 0-1 0 0,1-1 1 0 0,4-1-1 0 0,38-14 34 0 0,-28 10-35 0 0,273-92-612 0 0,-143 50-794 0 0,-141 46 1353 0 0,95-28 78 0 0,-98 30-28 0 0,2 1-1197 0 0,1 0 548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4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30 1952 0 0,'-8'2'1014'0'0,"-12"4"7569"0"0,14-4-7579 0 0,6-2-996 0 0,0 1 0 0 0,1-1 0 0 0,-1 1 0 0 0,0-1 0 0 0,1 0 0 0 0,-1 1 0 0 0,1-1 0 0 0,-1 0 0 0 0,1 1 0 0 0,-1-1 1 0 0,1 0-1 0 0,-1 0 0 0 0,1 0 0 0 0,-1 1 0 0 0,1-1 0 0 0,-1 0 0 0 0,1 0 0 0 0,-1 0 0 0 0,1 0 0 0 0,0 0 0 0 0,65-4-349 0 0,114-23-1 0 0,-175 26 207 0 0,6-2-1433 0 0,12-7-6364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4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42 188 0 0,'-8'-31'13569'0'0,"2"20"-9495"0"0,6 30-3736 0 0,0-5-178 0 0,-14 428 1065 0 0,-11-214-818 0 0,25-213 448 0 0,0-4-3578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4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2536 0 0,'-13'5'13616'0'0,"0"-5"-11529"0"0,30-5-1978 0 0,108-33 77 0 0,-90 28-161 0 0,-33 10-12 0 0,0-1-8 0 0,8-1 22 0 0,17-8-1292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3:4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211 128 536 0 0,'-9'-9'4033'0'0,"-13"-19"4218"0"0,21 27-8118 0 0,1 0 0 0 0,-1 0 1 0 0,0 0-1 0 0,1-1 0 0 0,0 1 0 0 0,-1 0 0 0 0,1 0 1 0 0,0-1-1 0 0,-1 1 0 0 0,1 0 0 0 0,0-1 0 0 0,0 1 1 0 0,0 0-1 0 0,0-1 0 0 0,0 1 0 0 0,1 0 0 0 0,-1-1 1 0 0,0 1-1 0 0,1 0 0 0 0,-1 0 0 0 0,1-1 0 0 0,-1 1 1 0 0,2-2-1 0 0,2-2-91 0 0,0 0 0 0 0,1 0 1 0 0,-1 1-1 0 0,1-1 0 0 0,0 1 0 0 0,1 0 1 0 0,-1 1-1 0 0,1-1 0 0 0,0 1 1 0 0,-1 0-1 0 0,1 1 0 0 0,0-1 0 0 0,1 1 1 0 0,-1 0-1 0 0,0 1 0 0 0,1 0 1 0 0,-1 0-1 0 0,1 0 0 0 0,-1 0 0 0 0,14 2 1 0 0,-15-1-32 0 0,1 0-1 0 0,0 0 1 0 0,0 1 0 0 0,-1 0 0 0 0,1 0 0 0 0,-1 0 0 0 0,1 1 0 0 0,-1 0-1 0 0,1 0 1 0 0,-1 0 0 0 0,0 1 0 0 0,0-1 0 0 0,0 1 0 0 0,0 1 0 0 0,-1-1 0 0 0,1 1-1 0 0,-1-1 1 0 0,0 1 0 0 0,0 0 0 0 0,0 1 0 0 0,0-1 0 0 0,-1 1 0 0 0,0 0-1 0 0,5 8 1 0 0,-7-7 16 0 0,1 1-1 0 0,-1-1 1 0 0,0 1-1 0 0,0-1 1 0 0,0 1-1 0 0,-1 0 1 0 0,0-1-1 0 0,-1 1 1 0 0,0 0-1 0 0,0-1 1 0 0,0 1-1 0 0,-4 10 0 0 0,-1 3 18 0 0,-1-1-1 0 0,-18 33 0 0 0,8-22 14 0 0,-16 35 841 0 0,32-63-801 0 0,1-2-83 0 0,-1 0-1 0 0,1 0 0 0 0,0 1 0 0 0,0-1 0 0 0,-1 0 0 0 0,1 1 1 0 0,0-1-1 0 0,0 0 0 0 0,0 1 0 0 0,0-1 0 0 0,-1 1 1 0 0,1-1-1 0 0,0 0 0 0 0,0 1 0 0 0,0-1 0 0 0,0 1 0 0 0,0-1 1 0 0,0 1-1 0 0,0-1 0 0 0,0 0 0 0 0,0 1 0 0 0,0-1 1 0 0,0 1-1 0 0,0-1 0 0 0,1 1 0 0 0,32 1 34 0 0,-23-1-53 0 0,1 0-1 0 0,0 1 0 0 0,-1 1 1 0 0,0 0-1 0 0,1 0 0 0 0,-1 1 1 0 0,0 0-1 0 0,-1 1 0 0 0,1 0 0 0 0,12 10 1 0 0,-16-12 142 0 0,-1 1 1 0 0,0 0 0 0 0,0 0-1 0 0,0 1 1 0 0,0 0-1 0 0,-1 0 1 0 0,0 0-1 0 0,0 0 1 0 0,0 0 0 0 0,-1 1-1 0 0,1 0 1 0 0,-2-1-1 0 0,1 1 1 0 0,0 0 0 0 0,-1 1-1 0 0,0-1 1 0 0,-1 0-1 0 0,2 9 1 0 0,-3-10 71 0 0,-1 1 0 0 0,1-1-1 0 0,-1 1 1 0 0,0-1 0 0 0,0 0 0 0 0,-1 1-1 0 0,0-1 1 0 0,0 0 0 0 0,0 0 0 0 0,0 0 0 0 0,-1 0-1 0 0,0 0 1 0 0,0-1 0 0 0,-6 7 0 0 0,-4 5 398 0 0,-2-1 0 0 0,-21 19-1 0 0,19-21-341 0 0,1-1-1 0 0,-2 0 0 0 0,0-1 0 0 0,0-1 0 0 0,-1-1 1 0 0,0 0-1 0 0,0-1 0 0 0,-35 8 0 0 0,37-12-302 0 0,-1-1 0 0 0,1 0-1 0 0,0-1 1 0 0,-1-1 0 0 0,0-1 0 0 0,1 0-1 0 0,-1-1 1 0 0,1-1 0 0 0,-1-1 0 0 0,-28-8-1 0 0,39 8-814 0 0,-1 1-1 0 0,1-1 1 0 0,-13-8-1 0 0,7 1-3648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07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32 193 2032 0 0,'-13'-9'4530'0'0,"11"8"-4303"0"0,0-1 0 0 0,1 0 0 0 0,-1 0-1 0 0,1 0 1 0 0,-1 0 0 0 0,1 0 0 0 0,0 0 0 0 0,0 0 0 0 0,0 0 0 0 0,0-1 0 0 0,0 1-1 0 0,0 0 1 0 0,1-1 0 0 0,-1 1 0 0 0,1-1 0 0 0,0 1 0 0 0,0 0 0 0 0,0-1 0 0 0,0-2-1 0 0,1 1-58 0 0,-1 0-1 0 0,1-1 0 0 0,1 1 0 0 0,-1 0 0 0 0,1 1 1 0 0,0-1-1 0 0,-1 0 0 0 0,2 0 0 0 0,-1 1 0 0 0,4-6 1 0 0,1 0-32 0 0,1 1 1 0 0,1 0-1 0 0,-1 0 1 0 0,1 0-1 0 0,0 1 1 0 0,1 1-1 0 0,16-9 1 0 0,-20 11-78 0 0,1 1 0 0 0,0 0 0 0 0,0 1 1 0 0,0 0-1 0 0,0 0 0 0 0,1 0 0 0 0,-1 1 1 0 0,0 0-1 0 0,13 0 0 0 0,-17 1-38 0 0,0 1 1 0 0,0-1-1 0 0,1 1 0 0 0,-1 0 1 0 0,0-1-1 0 0,0 1 1 0 0,0 1-1 0 0,0-1 0 0 0,0 0 1 0 0,0 1-1 0 0,-1-1 0 0 0,1 1 1 0 0,0 0-1 0 0,-1 0 1 0 0,1 0-1 0 0,-1 0 0 0 0,0 1 1 0 0,0-1-1 0 0,0 0 1 0 0,0 1-1 0 0,0 0 0 0 0,0-1 1 0 0,0 1-1 0 0,1 5 0 0 0,1 4 2 0 0,0 0-1 0 0,0 1 0 0 0,-2-1 0 0 0,1 1 1 0 0,-2 0-1 0 0,1 0 0 0 0,-2 0 0 0 0,0-1 1 0 0,0 1-1 0 0,-5 21 0 0 0,-2 7 24 0 0,-25 77-1 0 0,29-109-29 0 0,-5 17 53 0 0,0-1 0 0 0,-14 24 0 0 0,9-20 449 0 0,12-28-330 0 0,1-1-187 0 0,0 0 1 0 0,0 0 0 0 0,-1 0 0 0 0,1 0 0 0 0,0 0 0 0 0,0 0 0 0 0,0-1 0 0 0,0 1 0 0 0,0 0 0 0 0,-1 0 0 0 0,1 0-1 0 0,0 0 1 0 0,0 0 0 0 0,0-1 0 0 0,0 1 0 0 0,0 0 0 0 0,0 0 0 0 0,-1 0 0 0 0,1-1 0 0 0,0 1 0 0 0,0 0 0 0 0,0 0 0 0 0,0 0-1 0 0,0-1 1 0 0,0 1 0 0 0,0 0 0 0 0,0 0 0 0 0,0 0 0 0 0,0-1 0 0 0,0 1 0 0 0,0 0 0 0 0,0 0 0 0 0,0 0 0 0 0,0-1-1 0 0,0 1 1 0 0,0 0 0 0 0,1 0 0 0 0,-1-1 0 0 0,11-19 88 0 0,-9 18-84 0 0,-1 1 0 0 0,1-1 0 0 0,-1 0 0 0 0,1 1 0 0 0,0-1 0 0 0,0 1 0 0 0,0-1 0 0 0,0 1 0 0 0,0 0 0 0 0,0 0 0 0 0,0 0 0 0 0,0 0 0 0 0,0 1 0 0 0,0-1 0 0 0,1 0 0 0 0,-1 1-1 0 0,0-1 1 0 0,1 1 0 0 0,-1 0 0 0 0,4 0 0 0 0,-1 1 28 0 0,0-1 0 0 0,-1 2 0 0 0,1-1 0 0 0,0 0 0 0 0,-1 1-1 0 0,1 0 1 0 0,-1 0 0 0 0,1 0 0 0 0,5 4 0 0 0,1 2 62 0 0,0 0-1 0 0,-1 1 1 0 0,0 0 0 0 0,-1 0 0 0 0,0 1 0 0 0,13 18-1 0 0,-18-22 63 0 0,-1 0 0 0 0,0 0-1 0 0,0 0 1 0 0,0 1-1 0 0,0 0 1 0 0,-1-1 0 0 0,0 1-1 0 0,-1 0 1 0 0,1 0 0 0 0,-1 0-1 0 0,-1 0 1 0 0,1 0-1 0 0,-1 0 1 0 0,-1 0 0 0 0,1 1-1 0 0,-1-1 1 0 0,0 0 0 0 0,-1 0-1 0 0,0-1 1 0 0,0 1-1 0 0,0 0 1 0 0,-1 0 0 0 0,0-1-1 0 0,0 0 1 0 0,0 0 0 0 0,-1 0-1 0 0,0 0 1 0 0,-1 0-1 0 0,1-1 1 0 0,-1 1 0 0 0,0-1-1 0 0,0 0 1 0 0,0-1 0 0 0,-1 1-1 0 0,0-1 1 0 0,0 0-1 0 0,0-1 1 0 0,0 0 0 0 0,-1 1-1 0 0,1-2 1 0 0,-1 1 0 0 0,-13 2-1 0 0,10-4-118 0 0,1 0 0 0 0,-1-1-1 0 0,0 0 1 0 0,1 0 0 0 0,-1-1-1 0 0,1-1 1 0 0,-1 1-1 0 0,1-2 1 0 0,0 1 0 0 0,0-1-1 0 0,-16-8 1 0 0,6 2-61 0 0,0-2-1 0 0,1 0 1 0 0,0-1-1 0 0,-17-15 1 0 0,34 27-48 0 0,0 0 1 0 0,1-1 0 0 0,-1 1-1 0 0,0-1 1 0 0,1 1 0 0 0,-1-1 0 0 0,0 0-1 0 0,1 1 1 0 0,-1-1 0 0 0,1 0-1 0 0,-1 1 1 0 0,0-1 0 0 0,1 0 0 0 0,0 0-1 0 0,-1 1 1 0 0,1-1 0 0 0,-1 0-1 0 0,1 0 1 0 0,0 0 0 0 0,0 1 0 0 0,0-1-1 0 0,-1 0 1 0 0,1 0 0 0 0,0 0-1 0 0,0 0 1 0 0,0 0 0 0 0,0 0 0 0 0,0 1-1 0 0,0-1 1 0 0,1 0 0 0 0,-1 0-1 0 0,0 0 1 0 0,0 0 0 0 0,1 0-1 0 0,-1 1 1 0 0,0-1 0 0 0,1 0 0 0 0,-1 0-1 0 0,1 1 1 0 0,-1-1 0 0 0,1 0-1 0 0,-1 0 1 0 0,1 1 0 0 0,0-1 0 0 0,-1 1-1 0 0,1-1 1 0 0,1 0 0 0 0,4-3-1145 0 0,0 0-1 0 0,0 1 1 0 0,1-1 0 0 0,12-3 0 0 0,-8 3-994 0 0,5-3-2150 0 0,3 0-2125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07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1 146 720 0 0,'0'0'20501'0'0,"16"-3"-20109"0"0,174-73 40 0 0,-157 62-1185 0 0,39-15-3857 0 0,-24 12-3123 0 0,-26 10 1188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08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91 113 2212 0 0,'-4'-1'2327'0'0,"-64"-25"9608"0"0,66 26-11334 0 0,0-1-392 0 0,0-1 0 0 0,0 1-1 0 0,0 0 1 0 0,1-1 0 0 0,-1 1 0 0 0,1-1 0 0 0,-1 0 0 0 0,-1-1-1 0 0,6-1-157 0 0,1 0 0 0 0,-1 1 0 0 0,1 0 0 0 0,-1 0 0 0 0,1 0 0 0 0,0 0-1 0 0,0 0 1 0 0,0 1 0 0 0,0-1 0 0 0,1 1 0 0 0,7-2 0 0 0,58-18-232 0 0,-54 17-97 0 0,23-2-4639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0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 1656 0 0,'-3'0'2294'0'0,"-46"-2"6318"0"0,46 2-7761 0 0,0 0-127 0 0,1 0-599 0 0,0 1 1 0 0,-1-1-1 0 0,1 0 1 0 0,0 0 0 0 0,0 1-1 0 0,0 0 1 0 0,0-1-1 0 0,0 1 1 0 0,0 0-1 0 0,0 0 1 0 0,0 0 0 0 0,0 0-1 0 0,0 0 1 0 0,1 0-1 0 0,-1 1 1 0 0,0-1 0 0 0,1 1-1 0 0,-1-1 1 0 0,1 1-1 0 0,-1 0 1 0 0,0 2 0 0 0,-4 6 74 0 0,1 0 0 0 0,0 0 1 0 0,1 1-1 0 0,0-1 1 0 0,1 1-1 0 0,0 0 1 0 0,-2 19-1 0 0,2-9-103 0 0,1 0 1 0 0,1 1-1 0 0,3 24 0 0 0,-2-42-80 0 0,0 0-1 0 0,1 0 0 0 0,-1 0 0 0 0,1 0 0 0 0,0 0 0 0 0,0 0 0 0 0,1 0 1 0 0,-1 0-1 0 0,1 0 0 0 0,0 0 0 0 0,-1-1 0 0 0,6 7 0 0 0,-5-9-9 0 0,0 0 0 0 0,0-1 0 0 0,0 1-1 0 0,0-1 1 0 0,0 1 0 0 0,0-1 0 0 0,0 0-1 0 0,0 1 1 0 0,0-1 0 0 0,0 0 0 0 0,0 0-1 0 0,0-1 1 0 0,0 1 0 0 0,1 0 0 0 0,1-1-1 0 0,53-15 46 0 0,-51 13-50 0 0,1 1-1 0 0,0 0 1 0 0,0 0 0 0 0,0 1-1 0 0,0-1 1 0 0,0 2-1 0 0,9-1 1 0 0,-5 1 97 0 0,1 1 1 0 0,-1 0-1 0 0,1 1 1 0 0,-1 0-1 0 0,0 0 0 0 0,0 2 1 0 0,19 6-1 0 0,-25-7 42 0 0,0-1 0 0 0,0 1 0 0 0,0 0 0 0 0,0 1 0 0 0,0-1-1 0 0,0 1 1 0 0,-1 0 0 0 0,0 0 0 0 0,0 0 0 0 0,0 0 0 0 0,0 1 0 0 0,-1 0 0 0 0,0-1 0 0 0,0 1 0 0 0,0 1 0 0 0,0-1 0 0 0,-1 0 0 0 0,2 6-1 0 0,-2-2 49 0 0,0 0-1 0 0,-1 0 0 0 0,-1 0 0 0 0,1 0 1 0 0,-1 0-1 0 0,-1 0 0 0 0,1 0 0 0 0,-2 0 1 0 0,1 0-1 0 0,-1 0 0 0 0,-1 0 0 0 0,1 0 1 0 0,-2-1-1 0 0,1 1 0 0 0,-1-1 0 0 0,0 0 1 0 0,-9 12-1 0 0,4-6-37 0 0,-1 0-1 0 0,-1-1 1 0 0,-1 0 0 0 0,1-1 0 0 0,-2-1-1 0 0,0 1 1 0 0,0-2 0 0 0,-24 15 0 0 0,28-20-134 0 0,0-1 0 0 0,0 0 1 0 0,-1 0-1 0 0,1-1 1 0 0,-1 0-1 0 0,0-1 0 0 0,0 0 1 0 0,0 0-1 0 0,0-1 1 0 0,0-1-1 0 0,0 1 0 0 0,0-2 1 0 0,0 1-1 0 0,0-1 1 0 0,0-1-1 0 0,-18-5 1 0 0,27 7-160 0 0,0 0 1 0 0,0-1-1 0 0,-1 1 1 0 0,1 0-1 0 0,0-1 0 0 0,0 1 1 0 0,0-1-1 0 0,0 0 1 0 0,0 1-1 0 0,0-1 1 0 0,0 0-1 0 0,0 0 1 0 0,0 1-1 0 0,0-1 1 0 0,0 0-1 0 0,1 0 1 0 0,-1 0-1 0 0,0 0 1 0 0,1 0-1 0 0,-1 0 1 0 0,0 0-1 0 0,1 0 1 0 0,-1-1-1 0 0,1 1 1 0 0,0 0-1 0 0,-1 0 1 0 0,1 0-1 0 0,0 0 1 0 0,0-1-1 0 0,0 1 1 0 0,0 0-1 0 0,0 0 1 0 0,0-1-1 0 0,0 1 1 0 0,0 0-1 0 0,0 0 1 0 0,0 0-1 0 0,1-1 1 0 0,-1 1-1 0 0,1 0 1 0 0,-1 0-1 0 0,2-2 1 0 0,1-3-1648 0 0,0 0 0 0 0,1 0 0 0 0,0 1-1 0 0,0-1 1 0 0,0 1 0 0 0,6-5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0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28 133 2504 0 0,'-18'-105'14755'0'0,"10"78"-8944"0"0,7 40-4883 0 0,1 22-70 0 0,4 100 335 0 0,-3-122-1176 0 0,1 0 1 0 0,1 0-1 0 0,0 0 0 0 0,1 0 1 0 0,0 0-1 0 0,1-1 0 0 0,12 23 1 0 0,-15-31-17 0 0,0-1 0 0 0,0 0 0 0 0,1 0 0 0 0,-1 0 0 0 0,1 0-1 0 0,-1 0 1 0 0,1 0 0 0 0,0-1 0 0 0,0 1 0 0 0,1-1 0 0 0,-1 0 0 0 0,0 0 0 0 0,1 0 0 0 0,-1 0 0 0 0,1-1 0 0 0,-1 1 0 0 0,1-1 0 0 0,0 0 0 0 0,0 0 0 0 0,0-1 0 0 0,0 1 0 0 0,-1-1 0 0 0,1 1 0 0 0,0-1 0 0 0,0-1 0 0 0,0 1 0 0 0,7-2 0 0 0,-3 0 2 0 0,0 0 0 0 0,-1-1 0 0 0,1 0 0 0 0,-1 0-1 0 0,0-1 1 0 0,0 0 0 0 0,0 0 0 0 0,0-1 0 0 0,-1 0 0 0 0,1 0 0 0 0,-1 0 0 0 0,8-10 0 0 0,-3 2 148 0 0,-1-1-1 0 0,0 0 1 0 0,-1-1 0 0 0,0 0-1 0 0,-1 0 1 0 0,-1-1-1 0 0,0 0 1 0 0,-2 0 0 0 0,6-21-1 0 0,-11 35-18 0 0,3-2 47 0 0,-1 2-52 0 0,0 11-3 0 0,20 178 78 0 0,-2-6-80 0 0,-9-61-2772 0 0,-6-19-2575 0 0,-4-1-3721 0 0,-2-58-474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1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1260 0 0,'0'0'1509'0'0,"10"-38"8185"0"0,0 85-8937 0 0,-2 0 0 0 0,3 56-1 0 0,-7 98-130 0 0,-7-56-208 0 0,3-125-1069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12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1932 0 0,'17'-1'19022'0'0,"-16"2"-18979"0"0,-5 47 112 0 0,-9 260 78 0 0,7-244 728 0 0,1-16-3425 0 0,3-17-8689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13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129 328 1444 0 0,'13'-13'11782'0'0,"-12"11"-11095"0"0,0 0-1 0 0,0 1 1 0 0,0-1 0 0 0,0 0 0 0 0,1-3 0 0 0,-2 4-453 0 0,1-1 0 0 0,-1 1 0 0 0,0-1 0 0 0,0 1 0 0 0,0 0 0 0 0,0-1 0 0 0,0 1-1 0 0,0-1 1 0 0,0 1 0 0 0,0-1 0 0 0,-1-1 0 0 0,-1-1-185 0 0,0 0 0 0 0,0 1 0 0 0,0-1-1 0 0,0 1 1 0 0,-1-1 0 0 0,1 1 0 0 0,-1 0-1 0 0,0 0 1 0 0,0 0 0 0 0,-4-2 0 0 0,-4-5-27 0 0,-1 1 0 0 0,0 1 1 0 0,-16-8-1 0 0,-9-6-38 0 0,36 21 20 0 0,-15-10-39 0 0,17 10 33 0 0,1-1 0 0 0,0 1 1 0 0,0 0-1 0 0,-1 0 1 0 0,1 0-1 0 0,0 0 1 0 0,0 0-1 0 0,0 0 1 0 0,0 0-1 0 0,3 0 1 0 0,-4 1-2 0 0,123-34 35 0 0,151-44-7 0 0,-203 58 17 0 0,-71 19-9 0 0,-1 1 0 0 0,1-1 1 0 0,0 1-1 0 0,0 0 0 0 0,-1-1 1 0 0,1 1-1 0 0,-1-1 0 0 0,1 1 1 0 0,0-1-1 0 0,-1 0 0 0 0,1 1 0 0 0,-1-1 1 0 0,0 0-1 0 0,1 1 0 0 0,-1-1 1 0 0,1 0-1 0 0,-1 1 0 0 0,1-2 0 0 0,-1 2 9 0 0,0-1-1 0 0,0 1 1 0 0,0 0-1 0 0,0 0 1 0 0,0-1-1 0 0,0 1 1 0 0,0 0-1 0 0,0-1 0 0 0,0 1 1 0 0,0 0-1 0 0,0-1 1 0 0,0 1-1 0 0,0 0 1 0 0,0 0-1 0 0,0-1 0 0 0,0 1 1 0 0,0 0-1 0 0,0-1 1 0 0,0 1-1 0 0,0 0 1 0 0,-1 0-1 0 0,1-1 0 0 0,0 1 1 0 0,0 0-1 0 0,0 0 1 0 0,0-1-1 0 0,-1 1 1 0 0,1 0-1 0 0,0 0 0 0 0,0 0 1 0 0,-1-1-1 0 0,1 1 1 0 0,0 0-1 0 0,0 0 1 0 0,-1 0-1 0 0,1 0 1 0 0,0 0-1 0 0,0-1 0 0 0,-1 1 1 0 0,1 0-1 0 0,0 0 1 0 0,-1 0-1 0 0,1 0 1 0 0,0 0-1 0 0,0 0 0 0 0,-1 0 1 0 0,1 0-1 0 0,0 0 1 0 0,-1 0-1 0 0,0 1-34 0 0,-1-1-1 0 0,1 0 1 0 0,0 1-1 0 0,-1-1 1 0 0,1 1-1 0 0,0 0 1 0 0,0-1-1 0 0,0 1 1 0 0,0 0 0 0 0,-1 0-1 0 0,1 0 1 0 0,0-1-1 0 0,1 1 1 0 0,-1 0-1 0 0,0 0 1 0 0,0 1-1 0 0,0-1 1 0 0,0 0-1 0 0,1 0 1 0 0,-1 0 0 0 0,1 0-1 0 0,-1 1 1 0 0,1-1-1 0 0,-1 0 1 0 0,0 2-1 0 0,-11 46 20 0 0,7-26-18 0 0,-6 26 58 0 0,-8 96 0 0 0,14-104 1 0 0,-4 37-136 0 0,-8 89 514 0 0,15-126-1074 0 0,2-1 0 0 0,5 46 1 0 0,-5-82 107 0 0,1 0 1 0 0,-1 0 0 0 0,1 0-1 0 0,0 0 1 0 0,1 0 0 0 0,1 6-1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1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1660 0 0,'6'-14'4443'0'0,"-1"-1"1"0"0,0 0-1 0 0,5-32 936 0 0,-7 32-1925 0 0,-3 11-1847 0 0,-2 13-1585 0 0,-16 156 40 0 0,17-143-51 0 0,1 0 0 0 0,1 1 1 0 0,1-1-1 0 0,1 0 0 0 0,9 35 1 0 0,-12-55-11 0 0,1 0 0 0 0,-1 0 0 0 0,1 0 0 0 0,0 0 0 0 0,0 0 0 0 0,0 0 0 0 0,0 0 0 0 0,0 0 1 0 0,0 0-1 0 0,1 0 0 0 0,-1-1 0 0 0,1 1 0 0 0,-1 0 0 0 0,1-1 0 0 0,-1 0 0 0 0,1 1 0 0 0,0-1 0 0 0,0 0 0 0 0,0 0 1 0 0,0 0-1 0 0,0 0 0 0 0,0 0 0 0 0,0 0 0 0 0,0 0 0 0 0,0-1 0 0 0,0 1 0 0 0,0-1 0 0 0,3 1 0 0 0,-1-1 0 0 0,1-1 0 0 0,-1 1-1 0 0,0-1 1 0 0,0 0-1 0 0,0 0 1 0 0,0 0 0 0 0,0-1-1 0 0,0 0 1 0 0,-1 1-1 0 0,1-1 1 0 0,0 0 0 0 0,-1-1-1 0 0,0 1 1 0 0,6-5-1 0 0,1-3 3 0 0,1-1-1 0 0,-2-1 0 0 0,1 1 0 0 0,-2-1 1 0 0,1-1-1 0 0,-2 0 0 0 0,0 0 0 0 0,7-18 1 0 0,-4 8 3 0 0,-2 0 0 0 0,-1-1 1 0 0,-1 0-1 0 0,4-30 0 0 0,-5-48 2451 0 0,-5 101-2308 0 0,0-19 308 0 0,11 235-333 0 0,-5-10-259 0 0,8-69-6711 0 0,-11-118 4521 0 0,0 4-4952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6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51 16 0 0,'-13'-26'11759'0'0,"1"3"-6887"0"0,12 22-4552 0 0,2 12-5266 0 0,3 5-370 0 0,-4-2 1015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2084 0 0,'-12'52'12413'0'0,"10"-41"-11776"0"0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 1512 0 0,'4'-11'17166'0'0,"-5"8"-18038"0"0,0 6-138 0 0,-2 16-1810 0 0,-3 10-3807 0 0,3-15 1682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8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1776 0 0,'0'16'5691'0'0,"0"27"5720"0"0,0-35-10695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9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1184 0 0,'0'-12'7911'0'0,"1"-4"-3267"0"0,-1 1 165 0 0,1 7-4592 0 0,-1 6-519 0 0,6 11-3662 0 0,-6-8 3853 0 0,0 0 1 0 0,0 16-4280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1140 0 0,'-4'16'6633'0'0,"-5"14"2669"0"0,3-4-10360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22 1052 0 0,'-7'-22'15750'0'0,"8"44"-16635"0"0,2 22-7217 0 0,-3-27 2691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0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0 936 0 0,'0'16'6331'0'0,"-1"15"3303"0"0,0-16-6285 0 0,1-1-3643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99 1288 0 0,'1'-2'783'0'0,"0"-1"-1"0"0,0 0 1 0 0,0 0-1 0 0,0 1 1 0 0,-1-1 0 0 0,0 0-1 0 0,1 0 1 0 0,-1 0-1 0 0,0 0 1 0 0,0 0 0 0 0,-1-4-1 0 0,0-6 1088 0 0,0 12-1821 0 0,1 1-1 0 0,-1-1 0 0 0,0 1 1 0 0,1-1-1 0 0,-1 1 0 0 0,1-1 1 0 0,-1 1-1 0 0,0-1 0 0 0,1 1 1 0 0,-1-1-1 0 0,0 1 1 0 0,0 0-1 0 0,1 0 0 0 0,-1-1 1 0 0,0 1-1 0 0,0 0 0 0 0,1 0 1 0 0,-1 0-1 0 0,0 0 0 0 0,0 0 1 0 0,0 0-1 0 0,0 0 1 0 0,-23 1 442 0 0,15 3-437 0 0,-1 1 0 0 0,1 0 1 0 0,0 0-1 0 0,0 1 0 0 0,1 1 0 0 0,0-1 0 0 0,0 1 0 0 0,0 0 0 0 0,1 1 0 0 0,0 0 0 0 0,1 0 0 0 0,0 1 0 0 0,0-1 0 0 0,0 1 0 0 0,-6 16 1 0 0,3-5 7 0 0,0 1 1 0 0,1 0-1 0 0,1 0 1 0 0,2 0 0 0 0,0 1-1 0 0,-3 33 1 0 0,6-39-22 0 0,2-1-1 0 0,0 1 1 0 0,1 0 0 0 0,1 0 0 0 0,0 0 0 0 0,1-1-1 0 0,0 1 1 0 0,2-1 0 0 0,0 0 0 0 0,0 0-1 0 0,1 0 1 0 0,11 18 0 0 0,-11-24-27 0 0,0-1-1 0 0,0 1 1 0 0,1-1-1 0 0,0-1 1 0 0,0 1-1 0 0,1-1 0 0 0,0 0 1 0 0,0-1-1 0 0,1 0 1 0 0,-1 0-1 0 0,2-1 1 0 0,-1 0-1 0 0,0 0 1 0 0,1-1-1 0 0,0 0 1 0 0,0-1-1 0 0,0 0 1 0 0,0-1-1 0 0,17 2 1 0 0,-12-3 31 0 0,1 0 1 0 0,0-1-1 0 0,-1 0 1 0 0,1-2 0 0 0,0 0-1 0 0,-1 0 1 0 0,0-2-1 0 0,1 0 1 0 0,-2-1-1 0 0,1 0 1 0 0,0-1-1 0 0,-1 0 1 0 0,0-2 0 0 0,0 0-1 0 0,-1 0 1 0 0,0-1-1 0 0,-1 0 1 0 0,0-1-1 0 0,0-1 1 0 0,-1 0-1 0 0,0-1 1 0 0,-1 0 0 0 0,-1 0-1 0 0,0-1 1 0 0,0 0-1 0 0,-1-1 1 0 0,-1 0-1 0 0,0 0 1 0 0,-1 0-1 0 0,-1-1 1 0 0,0 0 0 0 0,-1 0-1 0 0,4-26 1 0 0,-6 26-32 0 0,-1 0 1 0 0,0-1-1 0 0,-1 1 1 0 0,-1 0 0 0 0,0 0-1 0 0,-1 0 1 0 0,0 0-1 0 0,-1 0 1 0 0,-8-22-1 0 0,7 27-7 0 0,-1 0-1 0 0,0 1 0 0 0,0-1 0 0 0,-1 1 0 0 0,0 0 1 0 0,0 0-1 0 0,-1 1 0 0 0,0 0 0 0 0,-1 0 0 0 0,0 1 1 0 0,0 0-1 0 0,0 0 0 0 0,-1 1 0 0 0,-11-6 0 0 0,-1 0-54 0 0,-2 2 0 0 0,0 0 0 0 0,0 2 0 0 0,0 0 0 0 0,-1 2 0 0 0,0 1 0 0 0,0 0-1 0 0,-1 2 1 0 0,1 1 0 0 0,-1 1 0 0 0,-30 2 0 0 0,44 0-352 0 0,-1 1 1 0 0,1 0-1 0 0,0 1 0 0 0,-1 0 1 0 0,1 1-1 0 0,1 0 0 0 0,-1 1 1 0 0,1 0-1 0 0,-20 12 0 0 0,15-6-1395 0 0,1 0 0 0 0,0 1 0 0 0,-13 14 0 0 0,9-7-2091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2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144 167 1124 0 0,'1'-2'512'0'0,"0"-1"0"0"0,-1 1 0 0 0,1 0-1 0 0,-1-1 1 0 0,1 1 0 0 0,-1-1 0 0 0,0 1 0 0 0,0 0-1 0 0,0-1 1 0 0,-1 1 0 0 0,1-1 0 0 0,0 1 0 0 0,-1-1 0 0 0,0 1-1 0 0,1 0 1 0 0,-1 0 0 0 0,0-1 0 0 0,0 1 0 0 0,0 0-1 0 0,-1 0 1 0 0,1 0 0 0 0,0 0 0 0 0,-1 0 0 0 0,1 0 0 0 0,-4-3 555 0 0,4 5-1021 0 0,1-1 1 0 0,0 1-1 0 0,-1-1 1 0 0,1 1 0 0 0,-1-1-1 0 0,0 1 1 0 0,1 0-1 0 0,-1-1 1 0 0,1 1-1 0 0,-1 0 1 0 0,0-1-1 0 0,1 1 1 0 0,-1 0 0 0 0,1 0-1 0 0,-1 0 1 0 0,0-1-1 0 0,1 1 1 0 0,-1 0-1 0 0,0 0 1 0 0,1 0 0 0 0,-1 0-1 0 0,0 0 1 0 0,0 0-1 0 0,1 0 1 0 0,-1 1-1 0 0,1-1 1 0 0,-1 0 0 0 0,0 0-1 0 0,1 0 1 0 0,-2 1-1 0 0,-18 7 408 0 0,15-4-401 0 0,0 1 1 0 0,1 0 0 0 0,-1 0-1 0 0,1 1 1 0 0,1-1 0 0 0,-1 1 0 0 0,1 0-1 0 0,0 0 1 0 0,-3 8 0 0 0,-17 58 167 0 0,23-71-215 0 0,-7 26 47 0 0,1 0 0 0 0,2-1-1 0 0,-2 33 1 0 0,6-48-42 0 0,0 0-1 0 0,0 0 1 0 0,1-1-1 0 0,0 1 1 0 0,1 0 0 0 0,0-1-1 0 0,1 0 1 0 0,0 1-1 0 0,0-1 1 0 0,1 0 0 0 0,6 10-1 0 0,-7-15-3 0 0,0 0-1 0 0,1 0 0 0 0,-1-1 0 0 0,1 0 0 0 0,0 0 1 0 0,0 0-1 0 0,0 0 0 0 0,1 0 0 0 0,-1-1 1 0 0,1 0-1 0 0,0 0 0 0 0,0 0 0 0 0,0 0 0 0 0,0-1 1 0 0,0 0-1 0 0,7 2 0 0 0,-4-3-5 0 0,-1 0 0 0 0,1 0 0 0 0,0 0 0 0 0,0-1 0 0 0,0 0 0 0 0,-1 0 0 0 0,1-1 0 0 0,0 0 0 0 0,0-1 0 0 0,13-4 0 0 0,-9 2 49 0 0,-1 0-1 0 0,0-1 0 0 0,-1-1 0 0 0,1 0 1 0 0,-1 0-1 0 0,0-1 0 0 0,0 0 0 0 0,-1 0 1 0 0,0-1-1 0 0,0-1 0 0 0,-1 1 1 0 0,0-1-1 0 0,-1-1 0 0 0,0 0 0 0 0,8-14 1 0 0,-9 10 0 0 0,-1 0 0 0 0,0-1 0 0 0,-2 0 0 0 0,1 0 0 0 0,-2 0 0 0 0,0 0 0 0 0,-1 0 0 0 0,0 0 0 0 0,-1-1 0 0 0,-1 1 0 0 0,-1 0 0 0 0,0 0 0 0 0,-1 0 0 0 0,0 0 0 0 0,-1 0 0 0 0,-1 1 0 0 0,0 0 0 0 0,-1-1 0 0 0,-1 2 0 0 0,0-1 0 0 0,-12-16 0 0 0,12 20-31 0 0,-2 0-1 0 0,1 1 1 0 0,-1 0-1 0 0,-1 1 1 0 0,0 0-1 0 0,0 0 1 0 0,-16-9-1 0 0,20 13-201 0 0,0 1 0 0 0,-1 0-1 0 0,1 0 1 0 0,-1 0 0 0 0,0 1-1 0 0,1 0 1 0 0,-1 0 0 0 0,0 1 0 0 0,0-1-1 0 0,0 2 1 0 0,-1-1 0 0 0,1 1-1 0 0,0 0 1 0 0,-11 2 0 0 0,11 0-725 0 0,0 1 0 0 0,0-1 1 0 0,0 2-1 0 0,1-1 0 0 0,-1 1 1 0 0,1 0-1 0 0,0 0 0 0 0,0 1 0 0 0,0 0 1 0 0,-8 9-1 0 0,-2 4-4094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291 205 580 0 0,'2'-5'1328'0'0,"-1"0"-86"0"0,1 0-1 0 0,-1 0 1 0 0,1 0 0 0 0,-1 0 0 0 0,0-8 0 0 0,-1 12-1051 0 0,0-1 1 0 0,0 1 0 0 0,0-1 0 0 0,0 1 0 0 0,-1-1 0 0 0,1 1 0 0 0,0 0 0 0 0,-1-1-1 0 0,1 1 1 0 0,-1 0 0 0 0,0-1 0 0 0,1 1 0 0 0,-1 0 0 0 0,0 0 0 0 0,0 0 0 0 0,0-1 0 0 0,0 1-1 0 0,0 0 1 0 0,0 0 0 0 0,0 0 0 0 0,0 0 0 0 0,0 1 0 0 0,0-1 0 0 0,0 0 0 0 0,-1 0-1 0 0,-1 0 1 0 0,-1-1-88 0 0,1 1 0 0 0,-1 0-1 0 0,0 0 1 0 0,1 0 0 0 0,-1 1-1 0 0,0-1 1 0 0,0 1 0 0 0,1 0-1 0 0,-1 0 1 0 0,0 0 0 0 0,0 0-1 0 0,0 1 1 0 0,-6 1 0 0 0,3 0-16 0 0,0 1 0 0 0,0 0 1 0 0,0 0-1 0 0,1 0 0 0 0,-1 1 1 0 0,-9 8-1 0 0,3-3-30 0 0,2 2-1 0 0,0-1 1 0 0,0 2 0 0 0,1-1-1 0 0,0 2 1 0 0,-11 18 0 0 0,10-11-3 0 0,1 0 0 0 0,1 0 0 0 0,0 1-1 0 0,-7 31 1 0 0,12-38-24 0 0,1-1 0 0 0,1 1 1 0 0,0 0-1 0 0,1 0 0 0 0,1-1 0 0 0,0 1 0 0 0,1 0 0 0 0,3 19 0 0 0,-3-27 1 0 0,1-1 0 0 0,-1 1 0 0 0,1-1 0 0 0,0 1 0 0 0,0-1 0 0 0,1 0 0 0 0,0 0 0 0 0,0 0 0 0 0,0 0 0 0 0,0-1 0 0 0,1 1 0 0 0,-1-1 0 0 0,1 0 0 0 0,1 0 0 0 0,-1 0 0 0 0,8 5 0 0 0,-6-5 31 0 0,1-1-1 0 0,0 0 1 0 0,0 0-1 0 0,1 0 1 0 0,-1-1-1 0 0,0 0 1 0 0,1-1-1 0 0,-1 1 1 0 0,1-2-1 0 0,-1 1 1 0 0,10-1 0 0 0,1-1 92 0 0,-1-1 1 0 0,0 0 0 0 0,-1-2 0 0 0,1 0-1 0 0,-1 0 1 0 0,1-2 0 0 0,-1 0 0 0 0,-1-1 0 0 0,1 0-1 0 0,19-14 1 0 0,-22 12-57 0 0,0-2 0 0 0,-1 1 0 0 0,-1-2 0 0 0,1 1 0 0 0,-2-2 0 0 0,0 1 0 0 0,0-1 0 0 0,-1-1 0 0 0,-1 0 0 0 0,0 0 0 0 0,-1 0 0 0 0,-1-1 0 0 0,0 0 0 0 0,-1-1 0 0 0,0 1 0 0 0,-1-1 0 0 0,-1 0 0 0 0,-1 0 0 0 0,0 0 0 0 0,-1 0 0 0 0,-2-24 0 0 0,0 30-87 0 0,-1 0 0 0 0,0 0 0 0 0,-1 0 0 0 0,0 1 0 0 0,-1-1 0 0 0,0 1 0 0 0,0 0 0 0 0,-1 0 0 0 0,0 0 0 0 0,0 0 0 0 0,-1 1 0 0 0,0 0 0 0 0,-1 0 0 0 0,0 1 0 0 0,0 0 0 0 0,0 0 1 0 0,-1 0-1 0 0,0 1 0 0 0,-12-6 0 0 0,2 1-66 0 0,0 1 0 0 0,0 1 1 0 0,-2 0-1 0 0,1 2 1 0 0,-1 0-1 0 0,0 2 1 0 0,0 0-1 0 0,-30-4 0 0 0,42 8-246 0 0,-1 1-1 0 0,0-1 1 0 0,1 2-1 0 0,-1-1 0 0 0,1 1 1 0 0,-1 0-1 0 0,1 1 1 0 0,0 0-1 0 0,-1 0 0 0 0,1 1 1 0 0,-8 3-1 0 0,7-1-774 0 0,1 0 0 0 0,0 0-1 0 0,0 1 1 0 0,0 0-1 0 0,1 1 1 0 0,-1-1 0 0 0,2 1-1 0 0,-1 1 1 0 0,-8 11 0 0 0,2 1-4672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1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45 1696 0 0,'27'-45'18861'0'0,"-40"77"-18391"0"0,2-4-292 0 0,2 0 0 0 0,1 0 0 0 0,1 1 0 0 0,-5 53 1 0 0,11-64-147 0 0,0 1 1 0 0,1 0-1 0 0,1 0 1 0 0,1 0-1 0 0,1 0 1 0 0,0-1 0 0 0,1 1-1 0 0,11 28 1 0 0,-12-41-20 0 0,-1-1 1 0 0,1 1 0 0 0,0 0 0 0 0,0-1-1 0 0,1 0 1 0 0,0 0 0 0 0,0 0 0 0 0,0 0-1 0 0,0-1 1 0 0,1 1 0 0 0,0-1 0 0 0,0 0-1 0 0,0-1 1 0 0,0 1 0 0 0,7 2 0 0 0,-5-2-4 0 0,1-2-1 0 0,0 1 1 0 0,-1-1 0 0 0,1 0 0 0 0,0 0 0 0 0,1-1 0 0 0,-1 0 0 0 0,0-1-1 0 0,0 0 1 0 0,13-1 0 0 0,-5-1 5 0 0,-1-1-1 0 0,1-1 0 0 0,-1 0 1 0 0,0-1-1 0 0,0 0 1 0 0,0-2-1 0 0,-1 1 0 0 0,1-2 1 0 0,-2 0-1 0 0,1-1 1 0 0,16-13-1 0 0,-15 8 7 0 0,0-1 0 0 0,-1 0 0 0 0,0-1 0 0 0,-2-1 1 0 0,19-29-1 0 0,-26 36-18 0 0,1 0 0 0 0,-1-1 0 0 0,-1 1 0 0 0,0-1 0 0 0,-1 0 0 0 0,0 0 0 0 0,0 0 0 0 0,-1-1 0 0 0,0 1 0 0 0,-1 0 0 0 0,-1-22 0 0 0,-1 28-8 0 0,0 0 0 0 0,1 1 0 0 0,-2-1 0 0 0,1 0 0 0 0,0 1 0 0 0,-1-1 0 0 0,0 1 0 0 0,0 0 0 0 0,-1 0 0 0 0,1 0 0 0 0,-1 0 0 0 0,0 0 0 0 0,0 0 0 0 0,-5-4 0 0 0,2 2 1 0 0,0 1 0 0 0,-1 0 0 0 0,0 1 0 0 0,0-1 0 0 0,0 1 0 0 0,0 1 1 0 0,-14-6-1 0 0,-5 2-453 0 0,-1 0 0 0 0,0 2 0 0 0,-52-4 0 0 0,69 9-101 0 0,-50-7-2793 0 0,22-3-5096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45 720 0 0,'0'0'4411'0'0,"-11"-3"-644"0"0,22-2-3463 0 0,-1 1 0 0 0,1 0 0 0 0,0 1 0 0 0,0 0 0 0 0,0 1 0 0 0,16-2 0 0 0,-7 1-94 0 0,6-2-72 0 0,0 1 1 0 0,0 2 0 0 0,0 0 0 0 0,1 2 0 0 0,35 4-1 0 0,-56-3-107 0 0,0 1-1 0 0,0 0 1 0 0,0 0-1 0 0,0 1 1 0 0,0 0-1 0 0,0 0 1 0 0,0 0-1 0 0,-1 1 1 0 0,0-1-1 0 0,1 2 1 0 0,-1-1-1 0 0,-1 0 1 0 0,1 1-1 0 0,-1 0 1 0 0,0 0-1 0 0,0 0 1 0 0,5 10-1 0 0,4 7 149 0 0,-2 0-1 0 0,0 1 0 0 0,7 26 0 0 0,-14-38-166 0 0,32 102 541 0 0,-4 0 0 0 0,27 186 1 0 0,-2 241 918 0 0,-37-307-938 0 0,58 484 14 0 0,-20-193-396 0 0,-30-266-99 0 0,71 824 1458 0 0,-59 141-949 0 0,-25-688-508 0 0,-10-379 1737 0 0,-10-106-505 0 0,5-50-1260 0 0,0 1 1 0 0,1-1 0 0 0,-1 0-1 0 0,0 0 1 0 0,0 0-1 0 0,0 1 1 0 0,0-1 0 0 0,0 0-1 0 0,0 0 1 0 0,0 1 0 0 0,0-1-1 0 0,0 0 1 0 0,0 0-1 0 0,0 0 1 0 0,0 1 0 0 0,0-1-1 0 0,0 0 1 0 0,0 0-1 0 0,0 1 1 0 0,0-1 0 0 0,0 0-1 0 0,-1 0 1 0 0,1 0-1 0 0,0 1 1 0 0,0-1 0 0 0,0 0-1 0 0,0 0 1 0 0,0 0 0 0 0,0 1-1 0 0,-1-1 1 0 0,1 0-1 0 0,0 0 1 0 0,0 0 0 0 0,0 0-1 0 0,0 0 1 0 0,-1 1-1 0 0,1-1 1 0 0,0 0 0 0 0,-11 12 1320 0 0,9-9-1501 0 0,-3 0 191 0 0,0-1 0 0 0,0 0 0 0 0,0 0 0 0 0,0-1 0 0 0,0 1-1 0 0,-7 0 1 0 0,-7 3-8 0 0,-50 10-995 0 0,0-2-1 0 0,-1-4 1 0 0,-71 1-1 0 0,83-6-72 0 0,-280 3-10259 0 0,242-11 4422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488 111 912 0 0,'2'-3'844'0'0,"1"0"-1"0"0,-1-1 1 0 0,0 1-1 0 0,-1-1 1 0 0,1 1-1 0 0,-1-1 1 0 0,1 0 0 0 0,-1 1-1 0 0,0-1 1 0 0,0 0-1 0 0,-1 0 1 0 0,1 0-1 0 0,-1 0 1 0 0,0 0-1 0 0,0-5 1 0 0,-1 6-713 0 0,1 1 0 0 0,-1 0 0 0 0,0 0 0 0 0,0 0 0 0 0,0-1 0 0 0,0 1 0 0 0,0 0 1 0 0,0 0-1 0 0,-1 0 0 0 0,1 0 0 0 0,-1 1 0 0 0,1-1 0 0 0,-1 0 0 0 0,1 1 0 0 0,-1-1 0 0 0,0 1 0 0 0,0-1 0 0 0,0 1 0 0 0,0 0 0 0 0,0 0 0 0 0,0 0 1 0 0,0 0-1 0 0,-1 0 0 0 0,1 0 0 0 0,0 1 0 0 0,0-1 0 0 0,-5 0 0 0 0,-3 0-88 0 0,-1 0 1 0 0,0 1-1 0 0,0 0 1 0 0,1 0-1 0 0,-1 1 1 0 0,0 1-1 0 0,1 0 0 0 0,-1 0 1 0 0,1 1-1 0 0,-1 0 1 0 0,-16 8-1 0 0,8-2-33 0 0,-1 2-1 0 0,2-1 1 0 0,0 2-1 0 0,-31 26 1 0 0,31-22-15 0 0,2 2 0 0 0,0 0 0 0 0,1 0 1 0 0,0 2-1 0 0,2 0 0 0 0,1 0 1 0 0,0 1-1 0 0,-14 37 0 0 0,16-33-9 0 0,1 1 0 0 0,2 0-1 0 0,0 0 1 0 0,2 1 0 0 0,1 0 0 0 0,1 0-1 0 0,1 38 1 0 0,3-53 17 0 0,0 0-1 0 0,0-1 1 0 0,1 1 0 0 0,0 0-1 0 0,1-1 1 0 0,1 1 0 0 0,0-1-1 0 0,0 0 1 0 0,1 0-1 0 0,0 0 1 0 0,9 12 0 0 0,-8-16 23 0 0,-1 0 1 0 0,1 0 0 0 0,1-1-1 0 0,-1 0 1 0 0,1 0 0 0 0,0 0 0 0 0,0-1-1 0 0,1 0 1 0 0,-1 0 0 0 0,1-1-1 0 0,0 0 1 0 0,0-1 0 0 0,1 1-1 0 0,-1-2 1 0 0,15 4 0 0 0,-8-3-4 0 0,0-1 0 0 0,0-1 1 0 0,1 0-1 0 0,-1-1 0 0 0,0 0 1 0 0,1-2-1 0 0,-1 0 1 0 0,25-6-1 0 0,-15 1-1470 0 0,27-12-1 0 0,24-16-7190 0 0,-60 25 3415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99 288 0 0,'-26'-26'22606'0'0,"34"16"-22449"0"0,110-35-1295 0 0,-101 40-1882 0 0,1 1 0 0 0,28-4 0 0 0,-30 9-2668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4:34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71 1392 0 0,'-67'64'14348'0'0,"74"-65"-14269"0"0,0 1 1 0 0,-1-2-1 0 0,1 1 0 0 0,0-1 0 0 0,-1 1 1 0 0,0-2-1 0 0,10-3 0 0 0,44-27-1094 0 0,-37 20 54 0 0,73-40-6384 0 0,-62 34 2696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45 373 196 0 0,'0'0'4121'0'0,"-14"2"-483"0"0,-13 3 1028 0 0,23-4-3502 0 0,20-3-1151 0 0,397-46 273 0 0,8 22-245 0 0,-332 22-13 0 0,996-31 31 0 0,-343 15-43 0 0,466-58-10 0 0,-869 39 51 0 0,-329 40-42 0 0,12-6 16 0 0,-12 3-25 0 0,-8 1-5 0 0,1 0 9 0 0,6-2 5 0 0,-1 0 3 0 0,-6 2-17 0 0,-1 1 0 0 0,0 0 0 0 0,0-1 0 0 0,0 1 0 0 0,1 0 0 0 0,-1-1 0 0 0,0 0 0 0 0,0 1 0 0 0,0-1 0 0 0,0 0 0 0 0,0 1 0 0 0,0-1 0 0 0,0 0 0 0 0,0 0 0 0 0,0 0 0 0 0,0 0 0 0 0,-1 0 0 0 0,2-1 0 0 0,-1 1-15 0 0,-22-15 39 0 0,-5 4-16 0 0,-1 2 1 0 0,0 1-1 0 0,-32-6 1 0 0,-9-4-50 0 0,11 1 25 0 0,55 17-2 0 0,22 22 18 0 0,-4-11 83 0 0,-1 1 0 0 0,-1 1 1 0 0,0 0-1 0 0,-1 1 0 0 0,0 0 0 0 0,-1 1 0 0 0,16 24 0 0 0,-24-33-89 0 0,0 1-1 0 0,-1 0 0 0 0,0 0 0 0 0,0 0 0 0 0,-1 0 0 0 0,0 1 0 0 0,0-1 0 0 0,0 0 0 0 0,-1 1 0 0 0,0 0 0 0 0,0-1 0 0 0,0 1 0 0 0,-1 0 0 0 0,0 0 0 0 0,0-1 0 0 0,-1 1 0 0 0,0 0 0 0 0,0-1 0 0 0,-1 1 1 0 0,0-1-1 0 0,0 1 0 0 0,0-1 0 0 0,-6 11 0 0 0,-2-1-494 0 0,-1 1 0 0 0,-1-1 0 0 0,0-1 0 0 0,-1 0 0 0 0,-20 17 0 0 0,17-18-1238 0 0,-1-1-1 0 0,-26 16 0 0 0,6-7-2556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 1700 0 0,'4'-12'11598'0'0,"-4"25"-9513"0"0,-3 26-2581 0 0,-43 165 2007 0 0,14-70-2786 0 0,16-45-3949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3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82 342 1316 0 0,'3'-31'1680'0'0,"1"0"0"0"0,2 1 0 0 0,11-40 1 0 0,-12 54-1236 0 0,1 1 0 0 0,0 0 1 0 0,1 0-1 0 0,0 0 0 0 0,2 1 0 0 0,-1 0 1 0 0,2 1-1 0 0,11-14 0 0 0,-18 24-359 0 0,1-1-1 0 0,0 1 0 0 0,0 0 0 0 0,1 0 1 0 0,-1 0-1 0 0,0 1 0 0 0,1-1 0 0 0,0 1 0 0 0,0 0 1 0 0,-1 0-1 0 0,1 1 0 0 0,0 0 0 0 0,0 0 1 0 0,0 0-1 0 0,1 0 0 0 0,-1 1 0 0 0,0-1 0 0 0,0 1 1 0 0,0 1-1 0 0,10 1 0 0 0,-12-2-63 0 0,1 1-1 0 0,0 0 1 0 0,-1 0 0 0 0,1 1-1 0 0,-1-1 1 0 0,0 1 0 0 0,0-1-1 0 0,1 1 1 0 0,-1 0 0 0 0,0 0-1 0 0,0 1 1 0 0,-1-1-1 0 0,1 1 1 0 0,0-1 0 0 0,-1 1-1 0 0,0 0 1 0 0,0 0 0 0 0,1 0-1 0 0,-2 0 1 0 0,1 0 0 0 0,0 0-1 0 0,-1 1 1 0 0,1-1-1 0 0,-1 1 1 0 0,0-1 0 0 0,0 1-1 0 0,0-1 1 0 0,-1 1 0 0 0,1 7-1 0 0,-1-4-6 0 0,-1 1 0 0 0,1 0 0 0 0,-2-1 0 0 0,1 1 0 0 0,-1 0-1 0 0,0-1 1 0 0,-1 0 0 0 0,1 1 0 0 0,-2-1 0 0 0,-3 7 0 0 0,-4 5 12 0 0,-1 0 0 0 0,-19 22 0 0 0,16-22-1 0 0,-2 0-1 0 0,-1-2 1 0 0,0 0 0 0 0,-1-1-1 0 0,-1 0 1 0 0,-1-2 0 0 0,0-1-1 0 0,0 0 1 0 0,-41 16 0 0 0,54-26-5 0 0,0 0 1 0 0,0-1 0 0 0,0 0 0 0 0,-16 2-1 0 0,21-4 282 0 0,3-1-251 0 0,1 1 1 0 0,-1 0-1 0 0,1-1 0 0 0,-1 1 0 0 0,1 0 0 0 0,-1-1 1 0 0,1 1-1 0 0,0 0 0 0 0,-1-1 0 0 0,1 1 0 0 0,-1 0 1 0 0,1 0-1 0 0,0 0 0 0 0,-1-1 0 0 0,1 1 1 0 0,0 0-1 0 0,-1 0 0 0 0,2 0 0 0 0,8 3 106 0 0,1-1 0 0 0,-1 1 1 0 0,0 1-1 0 0,0 0 0 0 0,-1 0 0 0 0,1 1 0 0 0,-1 0 0 0 0,0 1 0 0 0,16 12 0 0 0,2 7-9 0 0,39 43 0 0 0,-44-43-1705 0 0,1-1-1 0 0,30 24 1 0 0,-3-10-5433 0 0,-31-28 2784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77 200 0 0,'-2'-15'5783'0'0,"1"12"-5079"0"0,1-1 0 0 0,-1 1 0 0 0,1-1 0 0 0,1 0-1 0 0,-1 1 1 0 0,0-1 0 0 0,1 1 0 0 0,1-6 0 0 0,-1 7-564 0 0,-1 1 0 0 0,1-1 0 0 0,0 1 0 0 0,0-1 0 0 0,0 1 0 0 0,0 0 0 0 0,0 0 0 0 0,0-1 0 0 0,0 1 0 0 0,0 0 0 0 0,0 0 0 0 0,0 0 0 0 0,0 0 0 0 0,1 0 0 0 0,-1 1 0 0 0,0-1 0 0 0,1 0 0 0 0,-1 0 0 0 0,1 1 0 0 0,-1-1 0 0 0,1 1 0 0 0,-1 0 0 0 0,1-1-1 0 0,-1 1 1 0 0,3 0 0 0 0,0-1-83 0 0,-1 1-1 0 0,1 0 1 0 0,0 0-1 0 0,-1 0 1 0 0,1 1-1 0 0,-1-1 1 0 0,1 1-1 0 0,-1 0 1 0 0,1 0-1 0 0,-1 0 1 0 0,1 0-1 0 0,-1 1 1 0 0,0-1-1 0 0,0 1 1 0 0,0 0-1 0 0,0 0 1 0 0,0 0-1 0 0,0 0 1 0 0,0 1-1 0 0,0-1 1 0 0,-1 1-1 0 0,0-1 1 0 0,1 1-1 0 0,-1 0 1 0 0,0 0-1 0 0,0 0 1 0 0,-1 0-1 0 0,1 1 1 0 0,-1-1-1 0 0,1 0 1 0 0,-1 1-1 0 0,0-1 1 0 0,0 1-1 0 0,0-1 0 0 0,-1 1 1 0 0,1-1-1 0 0,-1 1 1 0 0,0-1-1 0 0,0 1 1 0 0,0 0-1 0 0,-1-1 1 0 0,-1 7-1 0 0,-1 2 12 0 0,-1-1-1 0 0,0 1 1 0 0,-1-1-1 0 0,-1 1 0 0 0,1-2 1 0 0,-10 13-1 0 0,-49 59 569 0 0,22-30-237 0 0,38-47-372 0 0,4-5-22 0 0,0 1-1 0 0,-1-1 1 0 0,1 0 0 0 0,0 0 0 0 0,0 0 0 0 0,0 0 0 0 0,-1 0 0 0 0,1 1 0 0 0,0-1-1 0 0,0 0 1 0 0,0 0 0 0 0,-1 1 0 0 0,1-1 0 0 0,0 0 0 0 0,0 0 0 0 0,0 0 0 0 0,0 1-1 0 0,0-1 1 0 0,0 0 0 0 0,0 0 0 0 0,0 1 0 0 0,-1-1 0 0 0,1 0 0 0 0,0 1-1 0 0,0-1 1 0 0,0 0 0 0 0,0 0 0 0 0,0 1 0 0 0,0-1 0 0 0,1 0 0 0 0,-1 0 0 0 0,0 1-1 0 0,0-1 1 0 0,0 0 0 0 0,0 0 0 0 0,0 1 0 0 0,0-1 0 0 0,0 0 0 0 0,0 0 0 0 0,1 1-1 0 0,-1-1 1 0 0,0 0 0 0 0,0 0 0 0 0,0 0 0 0 0,0 1 0 0 0,1-1 0 0 0,-1 0 0 0 0,0 0-1 0 0,0 0 1 0 0,1 0 0 0 0,-1 1 0 0 0,0-1 0 0 0,0 0 0 0 0,1 0 0 0 0,-1 0-1 0 0,0 0 1 0 0,0 0 0 0 0,1 0 0 0 0,-1 0 0 0 0,0 0 0 0 0,0 0 0 0 0,1 0 0 0 0,0 0-4 0 0,0 1 0 0 0,0-1 0 0 0,0 0 1 0 0,0 0-1 0 0,0 0 0 0 0,0 0 1 0 0,0-1-1 0 0,0 1 0 0 0,0 0 0 0 0,0 0 1 0 0,0 0-1 0 0,0-1 0 0 0,0 1 1 0 0,-1-1-1 0 0,1 1 0 0 0,0 0 0 0 0,1-2 1 0 0,0 1 3 0 0,177-61-3107 0 0,-63 12-6467 0 0,-89 36 4389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38 160 392 0 0,'-22'-9'11253'0'0,"8"0"-6245"0"0,14 8-4928 0 0,0 1 0 0 0,0 0 1 0 0,-1 0-1 0 0,1-1 1 0 0,0 1-1 0 0,0 0 1 0 0,0-1-1 0 0,0 1 1 0 0,0 0-1 0 0,0-1 1 0 0,0 1-1 0 0,0 0 0 0 0,0-1 1 0 0,0 1-1 0 0,0-1 1 0 0,0 1-1 0 0,0 0 1 0 0,0-1-1 0 0,0 1 1 0 0,0 0-1 0 0,0-1 0 0 0,0 1 1 0 0,1 0-1 0 0,-1 0 1 0 0,0-1-1 0 0,0 0 1 0 0,2 0-18 0 0,0-1 1 0 0,0 0-1 0 0,0 0 0 0 0,0 1 1 0 0,1-1-1 0 0,-1 1 1 0 0,0 0-1 0 0,1 0 1 0 0,-1 0-1 0 0,4-1 0 0 0,179-54 537 0 0,-99 32-2755 0 0,-2-2-4372 0 0,-66 16 1539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4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13 2124 0 0,'-14'-13'10940'0'0,"19"15"-10822"0"0,0-1-1 0 0,0 1 1 0 0,-1 0 0 0 0,1 0-1 0 0,-1 1 1 0 0,1 0 0 0 0,-1-1 0 0 0,0 1-1 0 0,0 1 1 0 0,0-1 0 0 0,0 1-1 0 0,-1-1 1 0 0,1 1 0 0 0,-1 0-1 0 0,0 0 1 0 0,0 0 0 0 0,-1 1 0 0 0,1-1-1 0 0,-1 1 1 0 0,0 0 0 0 0,3 8-1 0 0,-3-5-70 0 0,0 1 0 0 0,-1 0 0 0 0,1 0 0 0 0,-2 0-1 0 0,1-1 1 0 0,-1 1 0 0 0,-1 0 0 0 0,0 0-1 0 0,0 0 1 0 0,0 0 0 0 0,-1 0 0 0 0,-3 8-1 0 0,-6 13-527 0 0,-14 32-1 0 0,19-51-2269 0 0,-1 1 0 0 0,-14 19 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50 1288 0 0,'-40'-45'12043'0'0,"33"41"-9436"0"0,7 4-2586 0 0,0 0 0 0 0,-1 0 0 0 0,1 0 0 0 0,0 0 0 0 0,0-1 0 0 0,0 1 0 0 0,-1 0 0 0 0,1 0 0 0 0,0 0 0 0 0,0 0-1 0 0,-1 0 1 0 0,1 0 0 0 0,0 0 0 0 0,0 1 0 0 0,0-1 0 0 0,-1 0 0 0 0,1 0 0 0 0,0 0 0 0 0,0 0 0 0 0,0 0 0 0 0,-1 0 0 0 0,1 0-1 0 0,0 0 1 0 0,0 1 0 0 0,0-1 0 0 0,-1 0 0 0 0,1 0 0 0 0,0 0 0 0 0,0 0 0 0 0,0 1 0 0 0,0-1 0 0 0,0 0 0 0 0,-1 0 0 0 0,1 0-1 0 0,0 0 1 0 0,0 1 0 0 0,0-1 0 0 0,0 0 0 0 0,0 0 0 0 0,0 1 0 0 0,0-1 0 0 0,0 0 0 0 0,0 0 0 0 0,0 0 0 0 0,0 1 0 0 0,0-1-1 0 0,0 0 1 0 0,0 0 0 0 0,0 1 0 0 0,0-1 0 0 0,0 0 0 0 0,0 0 0 0 0,0 0 0 0 0,0 1 0 0 0,0-1 0 0 0,0 0 0 0 0,1 1 0 0 0,4 81 2134 0 0,-7 111 0 0 0,-29 83-4458 0 0,30-260-162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66 568 0 0,'3'-5'597'0'0,"0"1"0"0"0,0-1 0 0 0,0 1 0 0 0,1 0 0 0 0,-1 0 0 0 0,1 1 0 0 0,0-1 0 0 0,0 1 0 0 0,1 0 0 0 0,-1 0 0 0 0,0 0 0 0 0,10-4 0 0 0,-7 4-277 0 0,1 1 0 0 0,-1 0 0 0 0,1 0 1 0 0,-1 0-1 0 0,1 1 0 0 0,0 0 0 0 0,0 1 0 0 0,9 0 0 0 0,-6 0-202 0 0,-1 1 0 0 0,1 1 0 0 0,0 0 0 0 0,0 0 0 0 0,-1 1 0 0 0,1 1 0 0 0,-1 0 0 0 0,0 0 0 0 0,0 1 0 0 0,-1 0 0 0 0,1 0 0 0 0,14 12 0 0 0,-22-15-85 0 0,1 0 1 0 0,-1 1-1 0 0,0-1 0 0 0,0 0 1 0 0,0 1-1 0 0,0-1 0 0 0,0 1 1 0 0,0 0-1 0 0,-1 0 0 0 0,1 0 1 0 0,-1-1-1 0 0,0 1 0 0 0,0 0 1 0 0,0 1-1 0 0,0-1 0 0 0,-1 0 1 0 0,1 0-1 0 0,-1 4 0 0 0,0-2 0 0 0,0-1-1 0 0,-1 1 1 0 0,0 0-1 0 0,0 0 1 0 0,0 0-1 0 0,-1-1 1 0 0,0 1-1 0 0,1 0 1 0 0,-2-1 0 0 0,-3 8-1 0 0,-3 1 2 0 0,-1-1 0 0 0,0 1 0 0 0,-1-2 0 0 0,0 1 0 0 0,-1-2 0 0 0,-16 13 0 0 0,7-8 5 0 0,-1-1 0 0 0,0-1 0 0 0,-47 19 0 0 0,-80 16 659 0 0,136-45-491 0 0,10-2-19 0 0,0 0-47 0 0,1-1-192 0 0,-9 2 421 0 0,11-2-351 0 0,0 0-1 0 0,-1 0 0 0 0,1 1 0 0 0,0-1 0 0 0,0 0 1 0 0,0 0-1 0 0,-1 1 0 0 0,1-1 0 0 0,0 0 0 0 0,0 0 1 0 0,0 1-1 0 0,0-1 0 0 0,0 0 0 0 0,0 0 0 0 0,0 1 0 0 0,0-1 1 0 0,0 0-1 0 0,0 1 0 0 0,0-1 0 0 0,0 0 0 0 0,0 0 1 0 0,0 1-1 0 0,0-1 0 0 0,0 0 0 0 0,0 0 0 0 0,0 1 1 0 0,0-1-1 0 0,0 0 0 0 0,0 1 0 0 0,0-1 0 0 0,1 0 0 0 0,-1 0 1 0 0,0 1-1 0 0,0-1 0 0 0,0 0 0 0 0,0 0 0 0 0,1 0 1 0 0,-1 1-1 0 0,0-1 0 0 0,0 0 0 0 0,1 0 0 0 0,-1 0 1 0 0,0 0-1 0 0,0 1 0 0 0,1-1 0 0 0,-1 0 0 0 0,0 0 1 0 0,38 38 752 0 0,-2 2 0 0 0,47 67 1 0 0,-64-79-1740 0 0,1-1 1 0 0,28 29-1 0 0,-36-43-1116 0 0,1-1 0 0 0,1-1 0 0 0,18 13 0 0 0,-6-9-3143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73 1252 0 0,'-2'-1'2059'0'0,"-1"0"-1523"0"0,1 0-1 0 0,0-1 1 0 0,0 1-1 0 0,0 0 1 0 0,0-1-1 0 0,0 0 1 0 0,0 1-1 0 0,1-1 1 0 0,-1 0-1 0 0,0 0 1 0 0,1 0-1 0 0,0 0 1 0 0,-1 0 0 0 0,1 0-1 0 0,0 0 1 0 0,-1-3-1 0 0,2 4-351 0 0,0-1 1 0 0,1 0-1 0 0,-1 0 0 0 0,1 1 1 0 0,0-1-1 0 0,-1 1 0 0 0,1-1 1 0 0,0 0-1 0 0,0 1 0 0 0,0 0 1 0 0,0-1-1 0 0,0 1 0 0 0,0-1 0 0 0,0 1 1 0 0,0 0-1 0 0,1 0 0 0 0,-1 0 1 0 0,0 0-1 0 0,1 0 0 0 0,-1 0 1 0 0,1 0-1 0 0,2-1 0 0 0,3 0-59 0 0,1 0 0 0 0,-1 1-1 0 0,0-1 1 0 0,1 2 0 0 0,-1-1-1 0 0,0 1 1 0 0,1 0 0 0 0,-1 1-1 0 0,1 0 1 0 0,-1 0 0 0 0,0 0-1 0 0,11 4 1 0 0,-16-4-98 0 0,1-1 1 0 0,-1 1 0 0 0,0 0-1 0 0,1 0 1 0 0,-1 0-1 0 0,0 0 1 0 0,0 1-1 0 0,0-1 1 0 0,0 1-1 0 0,0-1 1 0 0,0 1-1 0 0,0 0 1 0 0,0-1-1 0 0,-1 1 1 0 0,1 0-1 0 0,0 0 1 0 0,-1 0-1 0 0,0 1 1 0 0,0-1-1 0 0,0 0 1 0 0,1 0-1 0 0,-2 1 1 0 0,1-1-1 0 0,0 0 1 0 0,-1 1-1 0 0,1-1 1 0 0,-1 1-1 0 0,1-1 1 0 0,-1 1-1 0 0,0-1 1 0 0,0 1-1 0 0,0-1 1 0 0,-1 1-1 0 0,1-1 1 0 0,-1 1-1 0 0,1-1 1 0 0,-1 1-1 0 0,0-1 1 0 0,0 0-1 0 0,0 1 1 0 0,-2 2-1 0 0,-8 17 199 0 0,-2 0-1 0 0,0-1 0 0 0,-1 0 0 0 0,-1-2 0 0 0,-1 1 0 0 0,-22 19 1 0 0,37-38-218 0 0,0-1 0 0 0,0 1 0 0 0,1 0 0 0 0,-1 0 0 0 0,0 0 1 0 0,1 0-1 0 0,-1 0 0 0 0,1 0 0 0 0,-1 0 0 0 0,1 0 1 0 0,-1 0-1 0 0,1 0 0 0 0,-1 0 0 0 0,1 1 0 0 0,0-2-4 0 0,0 1 1 0 0,0-1-1 0 0,0 1 0 0 0,0-1 0 0 0,0 0 1 0 0,0 1-1 0 0,0-1 0 0 0,1 1 0 0 0,-1-1 0 0 0,0 0 1 0 0,0 1-1 0 0,0-1 0 0 0,0 0 0 0 0,1 1 1 0 0,-1-1-1 0 0,0 0 0 0 0,1 1 0 0 0,-1-1 0 0 0,0 0 1 0 0,0 1-1 0 0,1-1 0 0 0,-1 0 0 0 0,0 0 0 0 0,1 1 1 0 0,1 0 3 0 0,0-1 1 0 0,1 1 0 0 0,-1 0-1 0 0,0-1 1 0 0,0 1 0 0 0,0-1-1 0 0,1 0 1 0 0,3 1 0 0 0,13-2-273 0 0,-1-1 0 0 0,1 0 1 0 0,-1-2-1 0 0,24-6 0 0 0,70-29-4244 0 0,-100 34 3879 0 0,63-28-6022 0 0,-32 10 849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49 151 2480 0 0,'-2'-1'2018'0'0,"-40"-25"9411"0"0,38 16-9264 0 0,5 8-2038 0 0,1 0 1 0 0,0 0-1 0 0,0 0 0 0 0,0 0 1 0 0,0 0-1 0 0,0 1 1 0 0,0-1-1 0 0,0 1 1 0 0,1-1-1 0 0,-1 1 1 0 0,1 0-1 0 0,4-1 1 0 0,37-11 235 0 0,-22 8-189 0 0,142-32-1512 0 0,-31 9-8999 0 0,-103 19 4130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56 1516 0 0,'-6'-8'3627'0'0,"4"6"-2418"0"0,0-1 0 0 0,1 0 0 0 0,-1 0 1 0 0,1 0-1 0 0,-1-4 0 0 0,1 6-1098 0 0,1 0 1 0 0,0 0 0 0 0,0 0 0 0 0,0 0-1 0 0,0 0 1 0 0,0 1 0 0 0,1-1 0 0 0,-1 0-1 0 0,0 0 1 0 0,0 0 0 0 0,0 0 0 0 0,1 0-1 0 0,-1 1 1 0 0,1-1 0 0 0,-1 0-1 0 0,0 0 1 0 0,1 0 0 0 0,-1 1 0 0 0,1-1-1 0 0,0 0 1 0 0,-1 1 0 0 0,1-1 0 0 0,0 0-1 0 0,-1 1 1 0 0,1-1 0 0 0,0 1 0 0 0,0-1-1 0 0,-1 1 1 0 0,1-1 0 0 0,0 1 0 0 0,0 0-1 0 0,0-1 1 0 0,-1 1 0 0 0,1 0 0 0 0,0 0-1 0 0,0 0 1 0 0,0 0 0 0 0,1-1 0 0 0,1 1-46 0 0,0-1 1 0 0,0 1 0 0 0,0 0-1 0 0,0-1 1 0 0,0 1 0 0 0,0 1 0 0 0,1-1-1 0 0,-1 0 1 0 0,0 1 0 0 0,0-1-1 0 0,0 1 1 0 0,0 0 0 0 0,0 0 0 0 0,0 0-1 0 0,-1 1 1 0 0,1-1 0 0 0,0 1-1 0 0,-1-1 1 0 0,1 1 0 0 0,0 0 0 0 0,-1 0-1 0 0,0 0 1 0 0,0 0 0 0 0,1 1-1 0 0,-1-1 1 0 0,-1 0 0 0 0,1 1 0 0 0,0 0-1 0 0,-1-1 1 0 0,1 1 0 0 0,-1 0-1 0 0,2 4 1 0 0,0-1-9 0 0,-1 1-1 0 0,0 0 0 0 0,0 0 1 0 0,0 0-1 0 0,-1 0 1 0 0,0 0-1 0 0,0 0 1 0 0,-1 0-1 0 0,0 0 0 0 0,0 0 1 0 0,-1 1-1 0 0,0-1 1 0 0,-3 12-1 0 0,-3 0 1 0 0,-1 0 1 0 0,-1 0-1 0 0,0 0 0 0 0,-1-1 0 0 0,-16 20 1 0 0,-70 78 100 0 0,20-26-85 0 0,75-89-58 0 0,0 0 1 0 0,-1 0 0 0 0,2 0-1 0 0,-1 1 1 0 0,0-1 0 0 0,0 0-1 0 0,0 1 1 0 0,0-1-1 0 0,1 1 1 0 0,-1-1 0 0 0,1 1-1 0 0,-1-1 1 0 0,1 1 0 0 0,0-1-1 0 0,-1 1 1 0 0,1-1-1 0 0,0 1 1 0 0,0 0 0 0 0,0-1-1 0 0,0 1 1 0 0,0-1-1 0 0,1 1 1 0 0,0 2 0 0 0,0-2 7 0 0,0 0 0 0 0,0-1-1 0 0,0 1 1 0 0,1-1 0 0 0,-1 1 0 0 0,1-1 0 0 0,-1 0 0 0 0,1 0 0 0 0,0 1 0 0 0,-1-1 0 0 0,1 0 0 0 0,0 0 0 0 0,0-1 0 0 0,0 1 0 0 0,3 1 0 0 0,9 1 39 0 0,-1 0 0 0 0,1 0 0 0 0,0-2 0 0 0,14 1 0 0 0,-28-2-63 0 0,31 0-518 0 0,59-6 1 0 0,29-16-4969 0 0,-106 19 3300 0 0,0-1 0 0 0,17-8-1 0 0,-1-1-3770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34 688 0 0,'-6'-12'6353'0'0,"5"10"-6085"0"0,-11-14 6453 0 0,12 16-6633 0 0,0-1-1 0 0,-1 1 1 0 0,1 0-1 0 0,0-1 1 0 0,0 1-1 0 0,-1 0 0 0 0,1 0 1 0 0,0 0-1 0 0,-1-1 1 0 0,1 1-1 0 0,0 0 1 0 0,-1 0-1 0 0,1 0 1 0 0,0-1-1 0 0,-1 1 1 0 0,1 0-1 0 0,-1 0 1 0 0,1 0-1 0 0,0 0 1 0 0,-1 0-1 0 0,1 0 0 0 0,-1 0 1 0 0,1 0-1 0 0,0 0 1 0 0,-1 0-1 0 0,1 0 1 0 0,0 0-1 0 0,-1 0 1 0 0,1 1-1 0 0,-1-1 1 0 0,1 0-1 0 0,0 0 1 0 0,-1 0-1 0 0,1 0 1 0 0,0 1-1 0 0,-1-1 1 0 0,1 0-1 0 0,0 0 0 0 0,-1 1 1 0 0,1-1-1 0 0,0 0 1 0 0,0 0-1 0 0,-1 1 1 0 0,1-1-1 0 0,0 0 1 0 0,0 1-1 0 0,0-1 1 0 0,-1 0-1 0 0,1 1 1 0 0,0 0-1 0 0,-10 20 1070 0 0,2 0 1 0 0,-7 24-1 0 0,-18 98-244 0 0,16-60-590 0 0,2 6-1575 0 0,10-53-1728 0 0,-1-2-3443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77 137 256 0 0,'-1'-3'508'0'0,"1"-1"0"0"0,-1 0-1 0 0,1 0 1 0 0,-1 0 0 0 0,1 0 0 0 0,0 0-1 0 0,1 1 1 0 0,-1-1 0 0 0,1 0 0 0 0,0 0-1 0 0,-1 0 1 0 0,2 1 0 0 0,-1-1 0 0 0,0 0-1 0 0,4-6 1 0 0,-2 6-183 0 0,1-1 0 0 0,-1 0 1 0 0,1 1-1 0 0,-1 0 0 0 0,1 0 0 0 0,1 0 0 0 0,-1 0 0 0 0,0 1 0 0 0,1 0 1 0 0,6-4-1 0 0,-5 4-201 0 0,0-1 1 0 0,1 2 0 0 0,-1-1 0 0 0,1 1 0 0 0,-1 0-1 0 0,1 0 1 0 0,0 0 0 0 0,0 1 0 0 0,0 1-1 0 0,0-1 1 0 0,0 1 0 0 0,-1 0 0 0 0,1 0-1 0 0,0 1 1 0 0,0 0 0 0 0,0 0 0 0 0,0 1 0 0 0,9 3-1 0 0,-13-4-101 0 0,-1 0 0 0 0,1 0-1 0 0,0 1 1 0 0,-1-1 0 0 0,1 1 0 0 0,-1 0-1 0 0,1 0 1 0 0,-1 0 0 0 0,0 0-1 0 0,0 0 1 0 0,0 0 0 0 0,0 1 0 0 0,0-1-1 0 0,0 0 1 0 0,-1 1 0 0 0,1 0-1 0 0,-1-1 1 0 0,0 1 0 0 0,0 0 0 0 0,0 0-1 0 0,0 0 1 0 0,0 0 0 0 0,0 0-1 0 0,-1 0 1 0 0,0 0 0 0 0,1 0 0 0 0,-1 0-1 0 0,0 0 1 0 0,-1 0 0 0 0,1 0-1 0 0,-1 5 1 0 0,-2 0 2 0 0,1 0-1 0 0,-1 0 1 0 0,-1 0-1 0 0,1 0 1 0 0,-1-1-1 0 0,-1 1 0 0 0,1-1 1 0 0,-1 0-1 0 0,0 0 1 0 0,-7 6-1 0 0,-14 11 100 0 0,0-1-1 0 0,-2-2 0 0 0,0-1 0 0 0,-2-1 0 0 0,-41 21 1 0 0,57-32 100 0 0,1-3 540 0 0,11-5-697 0 0,0 1-1 0 0,0-1 1 0 0,1 1 0 0 0,-1-1 0 0 0,0 1-1 0 0,0 0 1 0 0,1 0 0 0 0,-1-1 0 0 0,1 1 0 0 0,-1 0-1 0 0,1 1 1 0 0,-1-1 0 0 0,1 0 0 0 0,-1 0 0 0 0,1 0-1 0 0,0 1 1 0 0,0-1 0 0 0,-2 3 0 0 0,3-1 9 0 0,1-1 1 0 0,-1 0 0 0 0,1 1-1 0 0,0-1 1 0 0,0 0 0 0 0,0 0 0 0 0,0 1-1 0 0,0-1 1 0 0,0 0 0 0 0,1 0-1 0 0,-1 0 1 0 0,3 2 0 0 0,25 26 643 0 0,-20-21-524 0 0,189 193-1125 0 0,-162-167-3100 0 0,-8-17-2913 0 0,-13-13 1013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44 452 0 0,'25'-41'20349'0'0,"-24"41"-20269"0"0,-1 0 1 0 0,0-1 0 0 0,0 1 0 0 0,1 0 0 0 0,-1 0 0 0 0,0-1 0 0 0,1 1-1 0 0,-1 0 1 0 0,0 0 0 0 0,1 0 0 0 0,-1 0 0 0 0,0-1 0 0 0,1 1 0 0 0,-1 0-1 0 0,1 0 1 0 0,-1 0 0 0 0,0 0 0 0 0,1 0 0 0 0,-1 0 0 0 0,0 0 0 0 0,1 0 0 0 0,-1 0-1 0 0,1 0 1 0 0,0 0 0 0 0,1 13 18 0 0,0 0-1 0 0,-1-1 1 0 0,-1 1-1 0 0,0 0 1 0 0,0 0 0 0 0,-4 19-1 0 0,-18 79-4703 0 0,19-100 3716 0 0,-8 28-5124 0 0,2 3-3588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20 756 0 0,'0'0'1477'0'0,"1"-19"4595"0"0,-8 40-5487 0 0,1 1 1 0 0,-6 41-1 0 0,4-16-379 0 0,-3 16-100 0 0,-4 72 0 0 0,12-48-5926 0 0,3-77 3565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9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0 285 508 0 0,'0'-14'900'0'0,"1"-1"0"0"0,0 1 0 0 0,1 0 0 0 0,1 0 0 0 0,0 0 0 0 0,1 1 0 0 0,0-1 0 0 0,1 1 0 0 0,11-21 0 0 0,-11 25-785 0 0,1 1 1 0 0,0-1-1 0 0,0 1 1 0 0,0 0-1 0 0,1 0 1 0 0,1 1-1 0 0,-1 0 1 0 0,1 0-1 0 0,1 1 1 0 0,-1 0-1 0 0,1 0 0 0 0,0 1 1 0 0,18-8-1 0 0,-17 9-77 0 0,-1 1 0 0 0,2 0 0 0 0,-1 0 0 0 0,0 1-1 0 0,14-1 1 0 0,-21 3-28 0 0,1 0 0 0 0,0 0 0 0 0,0 0 0 0 0,-1 0 0 0 0,1 1 0 0 0,0-1 0 0 0,-1 1 0 0 0,1 0 0 0 0,-1 0 0 0 0,1 0 0 0 0,-1 0 0 0 0,1 1 0 0 0,-1 0 0 0 0,0-1 0 0 0,0 1 0 0 0,0 0-1 0 0,0 1 1 0 0,5 4 0 0 0,-6-5-1 0 0,-1 0-1 0 0,1 1 0 0 0,-1 0 1 0 0,0-1-1 0 0,0 1 0 0 0,0 0 0 0 0,0-1 1 0 0,-1 1-1 0 0,1 0 0 0 0,-1 0 1 0 0,1 0-1 0 0,-1 0 0 0 0,0-1 0 0 0,0 1 1 0 0,0 0-1 0 0,0 0 0 0 0,-1 0 1 0 0,1 0-1 0 0,-1-1 0 0 0,0 1 0 0 0,0 0 1 0 0,0 0-1 0 0,0-1 0 0 0,-2 4 1 0 0,-4 8 65 0 0,0 0 1 0 0,-19 25 0 0 0,25-37-72 0 0,-9 11 27 0 0,0-1 0 0 0,-1 0-1 0 0,0-1 1 0 0,-1 0 0 0 0,0-1 0 0 0,-1 0-1 0 0,0-1 1 0 0,-1 0 0 0 0,0-1 0 0 0,-23 10-1 0 0,32-16-17 0 0,-15 2 18 0 0,4-2 7 0 0,-3-2-60 0 0,16 0 47 0 0,10 13 2 0 0,9-4 52 0 0,0 2 0 0 0,-1 0 0 0 0,19 17 1 0 0,0 1 65 0 0,-26-22-149 0 0,66 46-1040 0 0,-64-47-483 0 0,0 0 0 0 0,1-1 0 0 0,12 4 0 0 0,-7-4-1771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9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75 104 1588 0 0,'-6'-12'4753'0'0,"5"10"-4589"0"0,1 0 1 0 0,-1 0 0 0 0,0 0 0 0 0,0 0 0 0 0,1 0 0 0 0,-1 0 0 0 0,1 0 0 0 0,0 0 0 0 0,0 0-1 0 0,0 0 1 0 0,0-1 0 0 0,0 1 0 0 0,0 0 0 0 0,0 0 0 0 0,1 0 0 0 0,-1 0 0 0 0,1 0-1 0 0,-1 0 1 0 0,1 0 0 0 0,0 0 0 0 0,0 0 0 0 0,0 0 0 0 0,0 0 0 0 0,0 0 0 0 0,0 1-1 0 0,1-1 1 0 0,-1 0 0 0 0,1 1 0 0 0,-1-1 0 0 0,1 1 0 0 0,-1-1 0 0 0,1 1 0 0 0,0 0-1 0 0,0 0 1 0 0,0 0 0 0 0,2-1 0 0 0,3-2-45 0 0,-1 1 1 0 0,1 0-1 0 0,0 0 1 0 0,0 1-1 0 0,0 0 0 0 0,1 0 1 0 0,-1 1-1 0 0,1-1 0 0 0,9 1 1 0 0,-15 1-99 0 0,1 0 0 0 0,-1 0 0 0 0,1 0 0 0 0,-1 1 0 0 0,1-1 0 0 0,-1 0 0 0 0,0 1 0 0 0,1 0 0 0 0,-1-1 0 0 0,0 1 0 0 0,0 0 0 0 0,1 0 0 0 0,-1 1 0 0 0,0-1 0 0 0,3 3 0 0 0,-4-3-8 0 0,0 1 0 0 0,1-1 0 0 0,-1 0 1 0 0,0 1-1 0 0,0 0 0 0 0,0-1 0 0 0,-1 1 0 0 0,1 0 1 0 0,0-1-1 0 0,-1 1 0 0 0,1 0 0 0 0,-1 0 1 0 0,1 0-1 0 0,-1-1 0 0 0,0 1 0 0 0,0 2 0 0 0,0 2 11 0 0,-1 0 0 0 0,0 0 0 0 0,0 0 0 0 0,0 0-1 0 0,-1 0 1 0 0,0-1 0 0 0,0 1 0 0 0,0-1 0 0 0,-1 1 0 0 0,-4 7-1 0 0,-36 49 309 0 0,42-61-304 0 0,-3 3 17 0 0,4-4-46 0 0,0 0 0 0 0,0 0 0 0 0,0 0 1 0 0,0 0-1 0 0,1 0 0 0 0,-1 0 1 0 0,0 0-1 0 0,0 0 0 0 0,0 0 1 0 0,0 0-1 0 0,0 0 0 0 0,0 0 0 0 0,0 0 1 0 0,0 0-1 0 0,0 0 0 0 0,0 0 1 0 0,0 0-1 0 0,0 0 0 0 0,0 0 1 0 0,0 0-1 0 0,1 0 0 0 0,-1 0 0 0 0,0 0 1 0 0,0 0-1 0 0,0 1 0 0 0,0-1 1 0 0,0 0-1 0 0,0 0 0 0 0,0 0 1 0 0,0 0-1 0 0,0 0 0 0 0,0 0 0 0 0,0 0 1 0 0,0 0-1 0 0,0 0 0 0 0,0 0 1 0 0,0 0-1 0 0,0 0 0 0 0,0 1 1 0 0,0-1-1 0 0,0 0 0 0 0,0 0 0 0 0,0 0 1 0 0,0 0-1 0 0,0 0 0 0 0,0 0 1 0 0,0 0-1 0 0,0 0 0 0 0,0 0 1 0 0,0 0-1 0 0,0 0 0 0 0,-1 0 0 0 0,1 0 1 0 0,0 1-1 0 0,0-1 0 0 0,0 0 1 0 0,0 0-1 0 0,0 0 0 0 0,0 0 1 0 0,0 0-1 0 0,0 0 0 0 0,0 0 0 0 0,0 0 1 0 0,0 0-1 0 0,8 0 0 0 0,1 1 0 0 0,0 1 1 0 0,0-1-1 0 0,-1 1 0 0 0,1 0 0 0 0,-1 1 1 0 0,0 0-1 0 0,1 1 0 0 0,-2 0 0 0 0,1 0 0 0 0,0 0 1 0 0,-1 1-1 0 0,0 0 0 0 0,11 10 0 0 0,-11-8 36 0 0,0 0 0 0 0,0 0 0 0 0,-1 1 0 0 0,9 14-1 0 0,-14-20 25 0 0,0 1-1 0 0,1-1 0 0 0,-2 0 0 0 0,1 1 0 0 0,0-1 1 0 0,0 0-1 0 0,-1 1 0 0 0,1-1 0 0 0,-1 1 0 0 0,0-1 1 0 0,0 1-1 0 0,0-1 0 0 0,0 1 0 0 0,0-1 0 0 0,0 1 0 0 0,-1-1 1 0 0,1 0-1 0 0,-1 1 0 0 0,0-1 0 0 0,0 1 0 0 0,0-1 1 0 0,0 0-1 0 0,0 0 0 0 0,-3 4 0 0 0,-1 1 44 0 0,0-2 0 0 0,0 1-1 0 0,-1-1 1 0 0,0 0 0 0 0,0 0-1 0 0,0 0 1 0 0,-1-1 0 0 0,1 0-1 0 0,-1 0 1 0 0,0-1 0 0 0,0 0-1 0 0,-1 0 1 0 0,1-1 0 0 0,-1 0 0 0 0,1 0-1 0 0,-14 1 1 0 0,3-1-72 0 0,0-1 0 0 0,1 0 0 0 0,-1-2 0 0 0,0 0 0 0 0,1-1 1 0 0,-25-5-1 0 0,38 6-144 0 0,-1 0 1 0 0,1-1 0 0 0,0 1-1 0 0,0-1 1 0 0,-1 0 0 0 0,1 0 0 0 0,0 0-1 0 0,0-1 1 0 0,1 1 0 0 0,-7-6-1 0 0,9 7-26 0 0,1 0-1 0 0,-1 0 1 0 0,1 0 0 0 0,-1 0-1 0 0,1 0 1 0 0,-1-1-1 0 0,1 1 1 0 0,-1 0 0 0 0,1 0-1 0 0,0 0 1 0 0,0-1-1 0 0,0 1 1 0 0,0 0-1 0 0,0 0 1 0 0,0 0 0 0 0,0-1-1 0 0,0 1 1 0 0,0 0-1 0 0,0 0 1 0 0,1 0 0 0 0,-1 0-1 0 0,0-1 1 0 0,1 1-1 0 0,-1 0 1 0 0,1 0-1 0 0,0 0 1 0 0,-1 0 0 0 0,2-1-1 0 0,20-28-5868 0 0,-8 15 1135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0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0 201 1536 0 0,'0'0'11573'0'0,"4"1"-11181"0"0,28-1-22 0 0,1-1 0 0 0,-1-2 0 0 0,46-9 0 0 0,16-2-237 0 0,-52 10-1944 0 0,63-15 0 0 0,-104 19 1706 0 0,0-1 0 0 0,0 1 0 0 0,0-1 0 0 0,0 1 0 0 0,0-1 0 0 0,0 1 0 0 0,0-1 0 0 0,0 0 0 0 0,0 1 0 0 0,0-1-1 0 0,-1 0 1 0 0,1 0 0 0 0,0 1 0 0 0,0-1 0 0 0,-1 0 0 0 0,1 0 0 0 0,0 0 0 0 0,-1 0 0 0 0,1 0 0 0 0,-1 0 0 0 0,1 0 0 0 0,-1 0 0 0 0,0-1-1 0 0,1 1 1 0 0,-1 0 0 0 0,0 0 0 0 0,0 0 0 0 0,0-2 0 0 0,1-2-61 0 0,-2 0 0 0 0,1-1 0 0 0,-1 1 0 0 0,-2-9 0 0 0,1 3 330 0 0,-3-54 2791 0 0,5 65-2925 0 0,0-1 1 0 0,0 1-1 0 0,0-1 0 0 0,1 1 1 0 0,-1-1-1 0 0,0 0 1 0 0,0 1-1 0 0,0-1 1 0 0,1 1-1 0 0,-1 0 1 0 0,0-1-1 0 0,1 1 1 0 0,-1-1-1 0 0,0 1 0 0 0,1-1 1 0 0,-1 1-1 0 0,1 0 1 0 0,-1-1-1 0 0,1 1 1 0 0,-1 0-1 0 0,0-1 1 0 0,1 1-1 0 0,-1 0 1 0 0,1 0-1 0 0,0 0 0 0 0,-1-1 1 0 0,1 1-1 0 0,-1 0 1 0 0,1 0-1 0 0,-1 0 1 0 0,1 0-1 0 0,-1 0 1 0 0,2 0-1 0 0,-1 0 41 0 0,1 0 0 0 0,-1 0 0 0 0,0 0 0 0 0,1 0 0 0 0,-1 0 1 0 0,1 0-1 0 0,-1 0 0 0 0,1 1 0 0 0,-1-1 0 0 0,1 1 0 0 0,-1-1 0 0 0,2 2 0 0 0,0 0-4 0 0,0 0 0 0 0,-1 0-1 0 0,1 0 1 0 0,-1 1 0 0 0,1-1-1 0 0,-1 1 1 0 0,0 0 0 0 0,0 0-1 0 0,0-1 1 0 0,0 1 0 0 0,-1 1-1 0 0,1-1 1 0 0,-1 0 0 0 0,0 0-1 0 0,0 0 1 0 0,1 4 0 0 0,-1 0 12 0 0,0 0 0 0 0,0 1 1 0 0,-1-1-1 0 0,0 0 0 0 0,-1 0 0 0 0,1 0 1 0 0,-3 10-1 0 0,-3 5-108 0 0,-1 1-1 0 0,-1-1 1 0 0,-19 38-1 0 0,17-39-1253 0 0,-5 9-4703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27 140 0 0,'14'-21'9975'0'0,"-8"15"-8728"0"0,-5 7-1184 0 0,1 0-1 0 0,-1 0 0 0 0,0 0 0 0 0,0 0 1 0 0,0 0-1 0 0,1 0 0 0 0,-1 0 1 0 0,0 1-1 0 0,-1-1 0 0 0,1 0 0 0 0,0 0 1 0 0,0 1-1 0 0,0-1 0 0 0,-1 1 0 0 0,1-1 1 0 0,0 3-1 0 0,0 1 55 0 0,1 0-1 0 0,-2 0 1 0 0,1 0 0 0 0,-1 0 0 0 0,0 6 0 0 0,-1 10 231 0 0,-7 34 1 0 0,7-48-301 0 0,-7 37-378 0 0,-20 108 1525 0 0,7-55-8925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26 249 1204 0 0,'3'-16'889'0'0,"1"1"-1"0"0,1 0 0 0 0,0 0 1 0 0,1 0-1 0 0,1 1 1 0 0,0 0-1 0 0,1 0 0 0 0,0 0 1 0 0,1 1-1 0 0,21-23 1 0 0,-25 30-791 0 0,1 0 0 0 0,1 0 0 0 0,-1 0 1 0 0,1 1-1 0 0,0 0 0 0 0,0 0 0 0 0,1 1 1 0 0,-1 0-1 0 0,1 0 0 0 0,0 1 1 0 0,0 0-1 0 0,0 0 0 0 0,0 1 0 0 0,1 0 1 0 0,-1 1-1 0 0,1 0 0 0 0,-1 0 0 0 0,1 0 1 0 0,-1 1-1 0 0,1 1 0 0 0,14 1 1 0 0,-21-1-87 0 0,0-1 0 0 0,1 0 0 0 0,-1 1 0 0 0,0-1 1 0 0,0 1-1 0 0,0 0 0 0 0,1 0 0 0 0,-1 0 1 0 0,0 0-1 0 0,0 0 0 0 0,0 0 0 0 0,0 1 0 0 0,-1-1 1 0 0,1 1-1 0 0,0-1 0 0 0,-1 1 0 0 0,1-1 1 0 0,-1 1-1 0 0,1 0 0 0 0,-1 0 0 0 0,0 0 0 0 0,1 0 1 0 0,-1 0-1 0 0,0 0 0 0 0,-1 0 0 0 0,1 0 0 0 0,0 1 1 0 0,-1-1-1 0 0,1 0 0 0 0,-1 0 0 0 0,1 1 1 0 0,-1-1-1 0 0,0 0 0 0 0,0 1 0 0 0,0-1 0 0 0,0 0 1 0 0,-1 0-1 0 0,1 1 0 0 0,-1-1 0 0 0,0 3 1 0 0,-2 4 10 0 0,0 0 0 0 0,-1 0 1 0 0,1 0-1 0 0,-2 0 0 0 0,1-1 1 0 0,-1 0-1 0 0,-1 0 1 0 0,-9 12-1 0 0,0-5 7 0 0,0-1-1 0 0,-1 0 1 0 0,0-2-1 0 0,-1 1 1 0 0,-1-2 0 0 0,0 0-1 0 0,0-2 1 0 0,-1 1 0 0 0,0-2-1 0 0,-31 9 1 0 0,-12 1 567 0 0,60-17-466 0 0,-3 1-12 0 0,4-2-110 0 0,1 0-1 0 0,0 0 1 0 0,-1 0-1 0 0,1 0 1 0 0,0 0-1 0 0,-1 0 1 0 0,1 0-1 0 0,0 0 0 0 0,0 0 1 0 0,-1 0-1 0 0,1 0 1 0 0,0 0-1 0 0,-1 0 1 0 0,1 1-1 0 0,0-1 1 0 0,0 0-1 0 0,-1 0 1 0 0,1 0-1 0 0,0 0 0 0 0,0 1 1 0 0,-1-1-1 0 0,1 0 1 0 0,0 0-1 0 0,0 1 1 0 0,0-1-1 0 0,-1 0 1 0 0,1 0-1 0 0,0 1 0 0 0,0-1 1 0 0,0 1-1 0 0,2 3 79 0 0,1 0-1 0 0,0 0 1 0 0,1-1-1 0 0,-1 1 0 0 0,1-1 1 0 0,0 1-1 0 0,-1-1 0 0 0,1 0 1 0 0,1 0-1 0 0,4 2 0 0 0,11 10 102 0 0,31 26 24 0 0,59 55-590 0 0,-103-90-290 0 0,-1-1 0 0 0,1 1 0 0 0,0-1 0 0 0,13 6 0 0 0,15 6-4854 0 0,-15-9 531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1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79 130 1788 0 0,'-2'-3'910'0'0,"-2"-2"505"0"0,0 0 0 0 0,0-1 0 0 0,0 0-1 0 0,1 1 1 0 0,-1-1 0 0 0,-3-12 0 0 0,7 16-1301 0 0,-1 0-1 0 0,1 0 1 0 0,0 0 0 0 0,0 0 0 0 0,0 0 0 0 0,0 0-1 0 0,1 0 1 0 0,-1 0 0 0 0,0 0 0 0 0,1 0 0 0 0,-1 0-1 0 0,1 0 1 0 0,0 0 0 0 0,0 0 0 0 0,0 0-1 0 0,0 0 1 0 0,0 0 0 0 0,0 1 0 0 0,0-1 0 0 0,0 0-1 0 0,1 1 1 0 0,-1-1 0 0 0,1 1 0 0 0,-1-1 0 0 0,1 1-1 0 0,2-2 1 0 0,1 0-23 0 0,0 0-1 0 0,0 0 1 0 0,0 1 0 0 0,0-1 0 0 0,0 1-1 0 0,0 0 1 0 0,1 0 0 0 0,-1 1-1 0 0,1 0 1 0 0,-1 0 0 0 0,1 0-1 0 0,0 0 1 0 0,-1 1 0 0 0,1 0-1 0 0,6 1 1 0 0,-9-1-74 0 0,0 0 0 0 0,0 1 0 0 0,0-1 0 0 0,0 1 0 0 0,0 0 0 0 0,0 0 0 0 0,0 0 0 0 0,0 0 0 0 0,0 0 0 0 0,-1 1 0 0 0,1-1 0 0 0,0 1 0 0 0,-1 0 0 0 0,1 0 0 0 0,-1 0-1 0 0,0 0 1 0 0,0 0 0 0 0,1 0 0 0 0,-1 1 0 0 0,-1-1 0 0 0,1 1 0 0 0,0-1 0 0 0,-1 1 0 0 0,1 0 0 0 0,-1 0 0 0 0,0 0 0 0 0,0-1 0 0 0,1 6 0 0 0,-1-5 0 0 0,-1 1 0 0 0,0 0 0 0 0,1-1 0 0 0,-2 1 0 0 0,1 0 0 0 0,0-1 0 0 0,-1 1 0 0 0,1 0 0 0 0,-1-1 0 0 0,0 1 0 0 0,-1-1 0 0 0,-2 8 0 0 0,-2 0 46 0 0,0 0-1 0 0,-13 14 1 0 0,-1 4 71 0 0,17-23-119 0 0,2-6-17 0 0,1 0 1 0 0,-1 1-1 0 0,1-1 0 0 0,0 1 1 0 0,-1 0-1 0 0,1-1 0 0 0,0 1 1 0 0,-1-1-1 0 0,1 1 0 0 0,0-1 1 0 0,0 1-1 0 0,-1 0 0 0 0,1-1 1 0 0,0 1-1 0 0,0 0 0 0 0,0-1 1 0 0,0 1-1 0 0,0 0 0 0 0,0-1 1 0 0,0 1-1 0 0,0 1 0 0 0,2 0 4 0 0,-1 0 0 0 0,1-1 0 0 0,-1 1 0 0 0,1 0 0 0 0,0-1-1 0 0,0 1 1 0 0,0-1 0 0 0,0 1 0 0 0,0-1 0 0 0,0 0 0 0 0,3 1-1 0 0,14 9 24 0 0,1 1 1 0 0,25 21-1 0 0,-42-31 48 0 0,0 1 1 0 0,-1-1-1 0 0,1 0 1 0 0,-1 0-1 0 0,0 1 1 0 0,0 0-1 0 0,0-1 1 0 0,0 1-1 0 0,0 0 1 0 0,0 0-1 0 0,-1 0 1 0 0,1 0-1 0 0,-1 0 1 0 0,0 0-1 0 0,0 1 1 0 0,1 2-1 0 0,-2-3 12 0 0,0-1-1 0 0,-1 0 1 0 0,1 1 0 0 0,0-1-1 0 0,-1 0 1 0 0,1 1-1 0 0,-1-1 1 0 0,0 0 0 0 0,1 1-1 0 0,-1-1 1 0 0,0 0 0 0 0,-1 0-1 0 0,1 0 1 0 0,0 0-1 0 0,0 0 1 0 0,-1 0 0 0 0,-1 2-1 0 0,-4 1 89 0 0,1 1 0 0 0,-1-1 0 0 0,0 0-1 0 0,0 0 1 0 0,0-1 0 0 0,-1 0 0 0 0,1 0 0 0 0,-1-1-1 0 0,-12 4 1 0 0,10-4-185 0 0,-1-1-1 0 0,1 1 0 0 0,-1-2 1 0 0,1 0-1 0 0,-1 0 1 0 0,1-1-1 0 0,-1 0 0 0 0,0-1 1 0 0,1 0-1 0 0,-1 0 1 0 0,1-2-1 0 0,-1 1 0 0 0,1-1 1 0 0,0 0-1 0 0,-14-8 1 0 0,23 11-222 0 0,-1-1 1 0 0,1 0 0 0 0,-1 0-1 0 0,1-1 1 0 0,0 1 0 0 0,-1 0-1 0 0,1 0 1 0 0,0-1 0 0 0,0 1 0 0 0,0 0-1 0 0,0-1 1 0 0,0 1 0 0 0,0-1-1 0 0,0 0 1 0 0,1 1 0 0 0,-1-1-1 0 0,0 0 1 0 0,1 1 0 0 0,0-1-1 0 0,-1 0 1 0 0,1 0 0 0 0,0 1-1 0 0,0-1 1 0 0,0-3 0 0 0,0 1-616 0 0,1 0 1 0 0,0 1 0 0 0,0-1 0 0 0,0 0-1 0 0,0 1 1 0 0,1-1 0 0 0,-1 1-1 0 0,1-1 1 0 0,0 1 0 0 0,4-6 0 0 0,6-4-4119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2120 0 0,'0'0'8471'0'0,"10"4"-4077"0"0,-1-1-3997 0 0,0-1-1 0 0,0 0 0 0 0,0 0 0 0 0,0 0 0 0 0,17-1 0 0 0,53-2-961 0 0,-65 1 164 0 0,7-1-458 0 0,83-5-7235 0 0,-68 1 3055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161 139 860 0 0,'1'-13'4430'0'0,"2"6"-3847"0"0,1-1-1 0 0,0 0 0 0 0,0 1 0 0 0,1 0 1 0 0,-1 0-1 0 0,2 0 0 0 0,-1 0 0 0 0,7-6 1 0 0,-6 8-479 0 0,0-1 0 0 0,1 1 0 0 0,-1 1 0 0 0,1-1 0 0 0,0 1-1 0 0,0 0 1 0 0,1 0 0 0 0,-1 1 0 0 0,1 0 0 0 0,0 0 0 0 0,-1 1 0 0 0,1 0 0 0 0,13-1 0 0 0,-19 2-89 0 0,0 1 0 0 0,1 0 0 0 0,-1-1 0 0 0,0 1 0 0 0,0 0 0 0 0,0 0 0 0 0,0 1-1 0 0,0-1 1 0 0,0 0 0 0 0,0 1 0 0 0,0-1 0 0 0,0 1 0 0 0,0-1 0 0 0,0 1-1 0 0,0 0 1 0 0,0 0 0 0 0,0 0 0 0 0,-1 0 0 0 0,1 0 0 0 0,0 1 0 0 0,-1-1 0 0 0,1 0-1 0 0,0 1 1 0 0,-1-1 0 0 0,0 1 0 0 0,1 0 0 0 0,-1-1 0 0 0,0 1 0 0 0,0 0-1 0 0,0 0 1 0 0,0 0 0 0 0,0-1 0 0 0,-1 1 0 0 0,1 0 0 0 0,0 0 0 0 0,-1 0 0 0 0,1 1-1 0 0,-1-1 1 0 0,0 0 0 0 0,0 4 0 0 0,0 1 22 0 0,-1 0 0 0 0,1 0 0 0 0,-1 0 0 0 0,-1-1 0 0 0,0 1 0 0 0,0 0 0 0 0,0 0 0 0 0,0-1 0 0 0,-1 0 0 0 0,-5 10 0 0 0,-15 19 182 0 0,-1-1 0 0 0,-53 59 1 0 0,76-93-218 0 0,1 1 1 0 0,0-1 0 0 0,-1 1 0 0 0,1-1 0 0 0,0 1 0 0 0,-1 0 0 0 0,1-1-1 0 0,0 1 1 0 0,0-1 0 0 0,0 1 0 0 0,0 0 0 0 0,0-1 0 0 0,-1 1 0 0 0,1 0-1 0 0,0-1 1 0 0,0 1 0 0 0,1 0 0 0 0,-1-1 0 0 0,0 1 0 0 0,0-1 0 0 0,0 1-1 0 0,0 0 1 0 0,0-1 0 0 0,1 1 0 0 0,-1-1 0 0 0,0 1 0 0 0,1 0 0 0 0,-1-1-1 0 0,0 1 1 0 0,1-1 0 0 0,-1 1 0 0 0,0-1 0 0 0,1 1 0 0 0,-1-1 0 0 0,1 1-1 0 0,-1-1 1 0 0,1 0 0 0 0,0 1 0 0 0,-1-1 0 0 0,1 0 0 0 0,-1 1 0 0 0,2-1-1 0 0,29 18 234 0 0,-23-15 54 0 0,-3 0-148 0 0,0 0 0 0 0,-1 0 0 0 0,1 1 0 0 0,0-1 0 0 0,-1 1 0 0 0,0 0 0 0 0,0 1 0 0 0,0-1 0 0 0,-1 0-1 0 0,1 1 1 0 0,-1 0 0 0 0,3 6 0 0 0,-5-9-56 0 0,0 1 0 0 0,-1-1 1 0 0,0 0-1 0 0,1 0 0 0 0,-1 1 0 0 0,0-1 0 0 0,0 0 0 0 0,0 1 0 0 0,0-1 0 0 0,-1 0 1 0 0,1 0-1 0 0,-1 1 0 0 0,1-1 0 0 0,-1 0 0 0 0,0 0 0 0 0,0 0 0 0 0,0 1 0 0 0,0-1 1 0 0,0 0-1 0 0,0-1 0 0 0,-1 1 0 0 0,1 0 0 0 0,-1 0 0 0 0,1 0 0 0 0,-3 2 1 0 0,-3 2 124 0 0,0 0 1 0 0,-1 1 0 0 0,0-2 0 0 0,-12 8-1 0 0,4-5-107 0 0,0-1 0 0 0,-1-1 0 0 0,1 0-1 0 0,-1-1 1 0 0,-1 0 0 0 0,1-2 0 0 0,-1 0-1 0 0,1-1 1 0 0,-30-1 0 0 0,44 0-175 0 0,-1-1 1 0 0,0-1-1 0 0,0 1 1 0 0,0 0-1 0 0,0-1 1 0 0,0 0 0 0 0,1 0-1 0 0,-1 0 1 0 0,0 0-1 0 0,1 0 1 0 0,-1-1-1 0 0,1 0 1 0 0,-1 0-1 0 0,1 0 1 0 0,0 0-1 0 0,-5-4 1 0 0,8 5-79 0 0,-1 0 0 0 0,0 0 0 0 0,1 1 0 0 0,-1-1 0 0 0,1 0 0 0 0,-1 0 0 0 0,1 0 0 0 0,0 0 0 0 0,-1 0 0 0 0,1 0 0 0 0,0 0 0 0 0,0 0 0 0 0,-1 0 0 0 0,1 0 0 0 0,0 0 0 0 0,0 0 0 0 0,0 0 0 0 0,0 0 0 0 0,0 0 0 0 0,1 0 0 0 0,-1-1 0 0 0,0 1 0 0 0,0 0 0 0 0,1 1 0 0 0,0-3 0 0 0,15-20-4052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3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67 215 1556 0 0,'10'-25'13216'0'0,"-43"361"-10492"0"0,25-215-2505 0 0,8-120-319 0 0,0 0 0 0 0,-1 1-1 0 0,1-1 1 0 0,0 0 0 0 0,0 1 0 0 0,-1-1 0 0 0,1 0 0 0 0,-1 1-1 0 0,1-1 1 0 0,-1 0 0 0 0,-1 3 0 0 0,2-4 57 0 0,0 0 1 0 0,-1 0-1 0 0,1 0 1 0 0,0 1-1 0 0,0-1 1 0 0,-1 0-1 0 0,1 0 0 0 0,0 0 1 0 0,0 1-1 0 0,-1-1 1 0 0,1 0-1 0 0,0 0 1 0 0,-1 0-1 0 0,1 0 1 0 0,0 0-1 0 0,0 0 1 0 0,-1 0-1 0 0,1 0 0 0 0,0 0 1 0 0,-1 0-1 0 0,1 0 1 0 0,0 0-1 0 0,-1 0 1 0 0,1 0-1 0 0,0 0 1 0 0,-1 0-1 0 0,1 0 1 0 0,0 0-1 0 0,0 0 0 0 0,-1 0 1 0 0,1 0-1 0 0,0 0 1 0 0,-1-1-1 0 0,1 1 1 0 0,0 0-1 0 0,0 0 1 0 0,-1 0-1 0 0,1-1 1 0 0,0 1-1 0 0,0 0 0 0 0,0 0 1 0 0,-1 0-1 0 0,1-1 1 0 0,0 1-1 0 0,0 0 1 0 0,0-1-1 0 0,0 1 1 0 0,0 0-1 0 0,-1 0 0 0 0,1-1 1 0 0,0 1-1 0 0,0 0 1 0 0,0-1-1 0 0,-3-6-246 0 0,0-1-1 0 0,0 1 0 0 0,1-1 0 0 0,0 0 0 0 0,1 0 1 0 0,0 0-1 0 0,0 0 0 0 0,0 0 0 0 0,1-13 1 0 0,11-79-784 0 0,-8 80 965 0 0,3-20-25 0 0,1 1-1 0 0,3-1 1 0 0,24-62 0 0 0,-27 83 253 0 0,2 1 0 0 0,0-1 0 0 0,1 1 1 0 0,1 1-1 0 0,1 0 0 0 0,0 1 0 0 0,1 0 1 0 0,1 1-1 0 0,17-15 0 0 0,-22 23-45 0 0,0 1 0 0 0,1 0 0 0 0,0 0 0 0 0,0 2 0 0 0,15-6 0 0 0,-22 9-63 0 0,-1 0 0 0 0,1 0-1 0 0,0 1 1 0 0,-1-1 0 0 0,1 1 0 0 0,-1 0-1 0 0,1 0 1 0 0,0 0 0 0 0,0 0-1 0 0,-1 0 1 0 0,1 0 0 0 0,-1 1 0 0 0,1-1-1 0 0,0 1 1 0 0,-1 0 0 0 0,1 0-1 0 0,-1 0 1 0 0,1 0 0 0 0,-1 0 0 0 0,0 1-1 0 0,1-1 1 0 0,-1 1 0 0 0,0-1-1 0 0,0 1 1 0 0,3 3 0 0 0,-3-2 12 0 0,1-1 1 0 0,-1 1-1 0 0,1 1 0 0 0,-1-1 1 0 0,0 0-1 0 0,0 0 1 0 0,-1 1-1 0 0,1-1 0 0 0,-1 1 1 0 0,0 0-1 0 0,0-1 1 0 0,0 1-1 0 0,0 0 1 0 0,0 0-1 0 0,-1 0 0 0 0,0 5 1 0 0,-1 2 12 0 0,-1 0 0 0 0,-1 0 1 0 0,1 0-1 0 0,-2-1 0 0 0,0 1 0 0 0,0-1 1 0 0,-1 0-1 0 0,0 0 0 0 0,0 0 1 0 0,-1-1-1 0 0,-1 0 0 0 0,-10 12 0 0 0,3-5-4 0 0,0-1-1 0 0,-1-1 0 0 0,-1 0 1 0 0,0-1-1 0 0,-32 19 0 0 0,35-25 108 0 0,0-1-1 0 0,0 0 0 0 0,-1 0 0 0 0,1-2 0 0 0,-1 1 0 0 0,0-2 0 0 0,-21 3 0 0 0,33-5-22 0 0,-1-1-22 0 0,-22 0 121 0 0,22 0-194 0 0,11 8 23 0 0,136 127 2138 0 0,-41-34-1814 0 0,-86-86-479 0 0,41 36-2307 0 0,-15-22-4503 0 0,-28-20 1957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2524 0 0,'1'-2'2438'0'0,"0"-8"1068"0"0,-1 0-1 0 0,0 0 0 0 0,-2-21 1327 0 0,8 42-4367 0 0,3 34-307 0 0,11 54-2207 0 0,-14-31-6659 0 0,-6-42 936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5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37 936 0 0,'-26'-31'9050'0'0,"15"26"-6482"0"0,10 6-2510 0 0,0-1-1 0 0,0 1 0 0 0,0 0 0 0 0,-1 0 0 0 0,1-1 0 0 0,0 1 1 0 0,0 0-1 0 0,0 0 0 0 0,1 0 0 0 0,-1 0 0 0 0,0 0 0 0 0,0 0 1 0 0,1 1-1 0 0,-1-1 0 0 0,0 0 0 0 0,1 0 0 0 0,-1 1 0 0 0,1-1 1 0 0,-1 0-1 0 0,1 0 0 0 0,0 1 0 0 0,0-1 0 0 0,0 0 0 0 0,-1 2 1 0 0,-4 46 478 0 0,4-30-384 0 0,-7 63 119 0 0,3 0 0 0 0,7 116 1 0 0,20-46-3892 0 0,-10-113-2200 0 0,-9-30 2178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39 294 1484 0 0,'-1'-17'887'0'0,"0"-1"-1"0"0,1 1 1 0 0,1 0 0 0 0,1 0-1 0 0,0-1 1 0 0,2 2 0 0 0,0-1-1 0 0,9-24 1 0 0,-11 34-763 0 0,2 0 0 0 0,-1 0 1 0 0,1 0-1 0 0,0 1 0 0 0,0-1 1 0 0,1 1-1 0 0,0 0 0 0 0,0 0 1 0 0,0 1-1 0 0,1 0 0 0 0,0 0 0 0 0,0 0 1 0 0,0 0-1 0 0,1 1 0 0 0,-1 0 1 0 0,1 1-1 0 0,0-1 0 0 0,0 1 1 0 0,1 1-1 0 0,-1-1 0 0 0,9-1 0 0 0,-8 3-66 0 0,0-1-1 0 0,0 2 1 0 0,1-1-1 0 0,-1 1 1 0 0,0 0-1 0 0,0 1 0 0 0,0 0 1 0 0,0 0-1 0 0,0 1 1 0 0,0 0-1 0 0,14 5 0 0 0,-18-5-46 0 0,-1-1 0 0 0,1 1 0 0 0,-1 0 0 0 0,0 0 0 0 0,0 0 0 0 0,0 0 0 0 0,0 1 0 0 0,0 0-1 0 0,0-1 1 0 0,-1 1 0 0 0,1 0 0 0 0,-1 0 0 0 0,0 0 0 0 0,0 0 0 0 0,0 1 0 0 0,0-1 0 0 0,0 0 0 0 0,-1 1-1 0 0,0 0 1 0 0,1-1 0 0 0,-1 1 0 0 0,-1 0 0 0 0,1-1 0 0 0,0 1 0 0 0,-1 0 0 0 0,0 0 0 0 0,0 4 0 0 0,-1 4 3 0 0,-1 0 0 0 0,0-1 0 0 0,-1 1 1 0 0,0-1-1 0 0,-1 1 0 0 0,0-1 0 0 0,-1 0 1 0 0,0-1-1 0 0,-1 1 0 0 0,0-1 1 0 0,-1 0-1 0 0,0-1 0 0 0,0 0 0 0 0,-1 0 1 0 0,-11 11-1 0 0,1-4 19 0 0,0-1 0 0 0,-1-1 0 0 0,0-1 0 0 0,-1 0-1 0 0,0-2 1 0 0,-39 17 0 0 0,49-26-16 0 0,0 1-1 0 0,1-2 0 0 0,-1 1 0 0 0,-14-1 1 0 0,21-1-9 0 0,0 0 0 0 0,-11-1-2 0 0,10 0 3 0 0,4 1-4 0 0,-1 0 1 0 0,1 0-1 0 0,-1 0 0 0 0,0 0 1 0 0,1 0-1 0 0,-1 0 0 0 0,1 0 1 0 0,-1-1-1 0 0,0 1 1 0 0,1 0-1 0 0,-1 0 0 0 0,1-1 1 0 0,-1 1-1 0 0,1 0 0 0 0,-1-1 1 0 0,1 1-1 0 0,-1-1 1 0 0,1 1-1 0 0,-1-1 0 0 0,2 0 20 0 0,-1 1-1 0 0,1-1 1 0 0,-1 0-1 0 0,1 1 1 0 0,-1-1-1 0 0,1 1 0 0 0,0-1 1 0 0,-1 0-1 0 0,1 1 1 0 0,0-1-1 0 0,0 1 1 0 0,-1 0-1 0 0,1-1 1 0 0,0 1-1 0 0,0 0 1 0 0,0-1-1 0 0,0 1 0 0 0,-1 0 1 0 0,1 0-1 0 0,0 0 1 0 0,0 0-1 0 0,1 0 1 0 0,27 3 470 0 0,26 17 163 0 0,-33-10-529 0 0,-2 2-1 0 0,0 0 1 0 0,35 27 0 0 0,46 53 138 0 0,6 4-5660 0 0,-91-84 1874 0 0,1-2-1534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5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77 876 0 0,'-9'-36'8795'0'0,"-1"2"-3793"0"0,10 32-4608 0 0,-4-3 802 0 0,4 5-1178 0 0,-1 0 0 0 0,1 0 1 0 0,0 0-1 0 0,0 0 0 0 0,-1 1 0 0 0,1-1 1 0 0,0 0-1 0 0,0 0 0 0 0,-1 0 0 0 0,1 0 0 0 0,0 0 1 0 0,0 1-1 0 0,0-1 0 0 0,-1 0 0 0 0,1 0 1 0 0,0 0-1 0 0,0 1 0 0 0,0-1 0 0 0,0 0 1 0 0,-1 0-1 0 0,1 1 0 0 0,0-1 0 0 0,0 0 0 0 0,0 0 1 0 0,0 1-1 0 0,0-1 0 0 0,0 0 0 0 0,0 1 1 0 0,0-1-1 0 0,0 0 0 0 0,0 0 0 0 0,0 1 1 0 0,0-1-1 0 0,0 0 0 0 0,0 0 0 0 0,0 1 1 0 0,0-1-1 0 0,0 0 0 0 0,0 1 0 0 0,0 11 124 0 0,1 0 0 0 0,0 0 0 0 0,1 0 0 0 0,0 0 0 0 0,1 0 0 0 0,0-1 0 0 0,9 22 0 0 0,-10-29-134 0 0,0 0-1 0 0,0 1 1 0 0,0-2-1 0 0,1 1 1 0 0,0 0-1 0 0,-1 0 0 0 0,1-1 1 0 0,1 0-1 0 0,-1 1 1 0 0,0-1-1 0 0,1-1 1 0 0,0 1-1 0 0,0 0 1 0 0,0-1-1 0 0,0 0 1 0 0,0 0-1 0 0,0 0 1 0 0,0 0-1 0 0,1-1 1 0 0,-1 1-1 0 0,0-1 0 0 0,1 0 1 0 0,-1-1-1 0 0,1 1 1 0 0,6-1-1 0 0,-4 0-5 0 0,0 0-1 0 0,1-1 0 0 0,-1 0 1 0 0,0 0-1 0 0,0-1 0 0 0,0 0 1 0 0,0 0-1 0 0,10-5 0 0 0,-13 5 0 0 0,-1 0 0 0 0,1 0 0 0 0,-1 0 0 0 0,1-1-1 0 0,-1 0 1 0 0,0 1 0 0 0,0-1 0 0 0,0 0 0 0 0,0 0-1 0 0,-1-1 1 0 0,1 1 0 0 0,-1-1 0 0 0,0 1 0 0 0,0-1 0 0 0,0 0-1 0 0,0 0 1 0 0,1-4 0 0 0,12-34 846 0 0,-15 41-673 0 0,1-8 933 0 0,-2 19-515 0 0,-18 123 1174 0 0,-4 41-1398 0 0,21-146-484 0 0,-2 69-1691 0 0,5-84-92 0 0,1 0-1 0 0,-1 0 1 0 0,5 13-1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6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43 348 1008 0 0,'-41'-71'13979'0'0,"40"69"-13910"0"0,1 1 0 0 0,0-1 0 0 0,0 1 0 0 0,0-1 0 0 0,0 1 0 0 0,0-1 0 0 0,0 1-1 0 0,0-1 1 0 0,0 1 0 0 0,1 0 0 0 0,-1-1 0 0 0,1 1 0 0 0,-1-1 0 0 0,1 1 0 0 0,-1 0 0 0 0,1 0-1 0 0,0-1 1 0 0,0 1 0 0 0,-1 0 0 0 0,1 0 0 0 0,0 0 0 0 0,0 0 0 0 0,0 0 0 0 0,0 0 0 0 0,1 0-1 0 0,-1 0 1 0 0,2-1 0 0 0,8-6 27 0 0,1 1 1 0 0,-1 1-1 0 0,1 0 0 0 0,1 0 0 0 0,-1 1 0 0 0,17-4 0 0 0,82-14 5 0 0,-74 16-40 0 0,81-13-2333 0 0,-117 19 2135 0 0,0 1-1 0 0,0 0 1 0 0,0 0-1 0 0,1-1 0 0 0,-1 1 1 0 0,0 0-1 0 0,0-1 1 0 0,0 1-1 0 0,0-1 0 0 0,0 1 1 0 0,0-1-1 0 0,0 0 1 0 0,0 1-1 0 0,0-1 0 0 0,0-1 1 0 0,0 2 80 0 0,-1-1 1 0 0,0 1 0 0 0,0-1-1 0 0,1 0 1 0 0,-1 1-1 0 0,0-1 1 0 0,0 1 0 0 0,0-1-1 0 0,0 0 1 0 0,1 1 0 0 0,-1-1-1 0 0,0 1 1 0 0,0-1 0 0 0,0 0-1 0 0,0 1 1 0 0,-1-1-1 0 0,1 1 1 0 0,0-1 0 0 0,0 0-1 0 0,-1 0 1 0 0,-1-4-55 0 0,0 1-1 0 0,-1 0 1 0 0,1 0-1 0 0,-1 0 1 0 0,-6-6-1 0 0,-2-4-60 0 0,-10-12 365 0 0,-10-18 1995 0 0,31 44-2165 0 0,0 0 1 0 0,0 0-1 0 0,0-1 0 0 0,0 1 1 0 0,0 0-1 0 0,0 0 0 0 0,0 0 0 0 0,0-1 1 0 0,0 1-1 0 0,0 0 0 0 0,0 0 1 0 0,0 0-1 0 0,0-1 0 0 0,1 1 1 0 0,-1 0-1 0 0,0 0 0 0 0,0 0 1 0 0,0-1-1 0 0,0 1 0 0 0,0 0 1 0 0,0 0-1 0 0,1 0 0 0 0,-1 0 1 0 0,0 0-1 0 0,0-1 0 0 0,0 1 0 0 0,0 0 1 0 0,0 0-1 0 0,1 0 0 0 0,-1 0 1 0 0,0 0-1 0 0,0 0 0 0 0,0 0 1 0 0,1 0-1 0 0,-1 0 0 0 0,0 0 1 0 0,0 0-1 0 0,0-1 0 0 0,1 1 1 0 0,-1 0-1 0 0,0 0 0 0 0,0 0 1 0 0,0 0-1 0 0,1 1 0 0 0,-1-1 1 0 0,0 0-1 0 0,0 0 0 0 0,0 0 0 0 0,1 0 1 0 0,13 3 707 0 0,-8 1-659 0 0,-1 0-1 0 0,0 1 0 0 0,0-1 0 0 0,0 1 1 0 0,-1 0-1 0 0,1 0 0 0 0,-1 0 0 0 0,0 1 0 0 0,-1-1 1 0 0,0 1-1 0 0,0 0 0 0 0,0 0 0 0 0,0 1 0 0 0,-1-1 1 0 0,0 0-1 0 0,0 1 0 0 0,-1-1 0 0 0,0 1 1 0 0,0-1-1 0 0,0 1 0 0 0,-1 0 0 0 0,0 0 0 0 0,-1-1 1 0 0,1 1-1 0 0,-1 0 0 0 0,-3 10 0 0 0,-4 10-58 0 0,-12 31 0 0 0,8-32-2830 0 0,-2-2-4197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6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73 684 0 0,'3'-73'19696'0'0,"5"157"-17782"0"0,12 200-675 0 0,-21-263-1368 0 0,3 105-393 0 0,6-42-6762 0 0,-7-76 4724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7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38 222 2068 0 0,'-1'-8'646'0'0,"0"1"-1"0"0,1-1 1 0 0,0 0-1 0 0,0 0 1 0 0,0 0-1 0 0,1 1 1 0 0,0-1-1 0 0,1 0 0 0 0,0 0 1 0 0,3-7-1 0 0,-2 7-262 0 0,0 1 0 0 0,1-1-1 0 0,0 1 1 0 0,1 0 0 0 0,0 0-1 0 0,0 0 1 0 0,0 1-1 0 0,11-11 1 0 0,-9 11-262 0 0,0 0-1 0 0,0 1 1 0 0,1 0-1 0 0,-1 0 1 0 0,1 1-1 0 0,0 0 1 0 0,0 0-1 0 0,1 1 1 0 0,-1 0-1 0 0,1 1 1 0 0,0-1-1 0 0,0 2 1 0 0,0-1-1 0 0,-1 1 1 0 0,1 1-1 0 0,0-1 1 0 0,0 1 0 0 0,14 3-1 0 0,-20-3-103 0 0,0 0 0 0 0,0 1 0 0 0,0 0 0 0 0,1 0 1 0 0,-1 0-1 0 0,-1 0 0 0 0,1 0 0 0 0,0 1 0 0 0,0-1 0 0 0,0 1 0 0 0,-1-1 0 0 0,1 1 0 0 0,-1 0 1 0 0,1 0-1 0 0,-1 1 0 0 0,0-1 0 0 0,0 0 0 0 0,0 1 0 0 0,0-1 0 0 0,0 1 0 0 0,-1 0 0 0 0,1-1 1 0 0,-1 1-1 0 0,1 0 0 0 0,-1 0 0 0 0,0 0 0 0 0,0 0 0 0 0,0 4 0 0 0,0-1 1 0 0,-1 0 0 0 0,0 0 0 0 0,0 0-1 0 0,0 0 1 0 0,0 1 0 0 0,-1-1 0 0 0,0 0 0 0 0,-1 0-1 0 0,1 0 1 0 0,-1-1 0 0 0,-1 1 0 0 0,1 0 0 0 0,-6 9-1 0 0,-1 0 7 0 0,-1 0-1 0 0,-1 0 0 0 0,0-1 0 0 0,-1-1 1 0 0,0 1-1 0 0,-1-2 0 0 0,-1 0 1 0 0,0-1-1 0 0,0 0 0 0 0,-1-1 0 0 0,-1-1 1 0 0,1 0-1 0 0,-2-1 0 0 0,1-1 0 0 0,-1 0 1 0 0,0-1-1 0 0,0-1 0 0 0,-36 5 0 0 0,51-9-14 0 0,-7 0 24 0 0,9 3 147 0 0,16 7 307 0 0,-8-7-355 0 0,17 14 127 0 0,0 0 0 0 0,-1 2 1 0 0,0 1-1 0 0,27 32 0 0 0,71 103-1126 0 0,-109-140 544 0 0,29 37-3338 0 0,-11-23-2611 0 0,-16-18 1573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85 2312 0 0,'-13'-77'14079'0'0,"13"75"-13646"0"0,-3-4 691 0 0,3 7-1110 0 0,-1-1 0 0 0,1 0 0 0 0,0 0 0 0 0,0 0 0 0 0,-1 1 1 0 0,1-1-1 0 0,0 0 0 0 0,0 0 0 0 0,0 1 0 0 0,0-1 0 0 0,-1 0 0 0 0,1 0 0 0 0,0 1 0 0 0,0-1 0 0 0,0 0 0 0 0,0 1 1 0 0,0-1-1 0 0,0 0 0 0 0,0 1 0 0 0,0-1 0 0 0,0 0 0 0 0,0 1 0 0 0,0-1 0 0 0,0 0 0 0 0,0 1 0 0 0,0-1 0 0 0,0 0 0 0 0,0 1 1 0 0,0-1-1 0 0,0 0 0 0 0,0 0 0 0 0,0 1 0 0 0,1-1 0 0 0,0 12 65 0 0,1-1 1 0 0,1 1-1 0 0,0-1 0 0 0,0 0 0 0 0,1 0 1 0 0,1 0-1 0 0,0-1 0 0 0,0 1 1 0 0,8 10-1 0 0,-9-16-64 0 0,0 1 0 0 0,0-1 0 0 0,1 0 0 0 0,-1-1 0 0 0,1 1 0 0 0,0-1 0 0 0,1 0 0 0 0,-1 0 0 0 0,1-1 0 0 0,0 1-1 0 0,0-1 1 0 0,0-1 0 0 0,0 1 0 0 0,0-1 0 0 0,0 0 0 0 0,1 0 0 0 0,11 1 0 0 0,-13-2-15 0 0,0 0 0 0 0,1-1-1 0 0,-1 0 1 0 0,1 0 0 0 0,-1 0 0 0 0,1-1-1 0 0,-1 0 1 0 0,1 0 0 0 0,-1 0 0 0 0,0 0-1 0 0,0-1 1 0 0,1 0 0 0 0,-1 0 0 0 0,0-1-1 0 0,-1 1 1 0 0,1-1 0 0 0,0 0 0 0 0,-1 0-1 0 0,0-1 1 0 0,1 1 0 0 0,-1-1 0 0 0,-1 0 0 0 0,1 0-1 0 0,0-1 1 0 0,-1 1 0 0 0,0 0 0 0 0,0-1-1 0 0,-1 0 1 0 0,4-7 0 0 0,10-35-24 0 0,-9 22 42 0 0,-3 0 347 0 0,-4 17-40 0 0,-4 17 431 0 0,-4 22-214 0 0,2 0 0 0 0,-5 58-1 0 0,6-37-353 0 0,-6 221-45 0 0,11-229-568 0 0,0-35-225 0 0,1 1-1 0 0,0 0 1 0 0,2 10 0 0 0,-2-17-83 0 0,0 0 1 0 0,-1 0-1 0 0,2 0 1 0 0,-1 0-1 0 0,0 0 1 0 0,1 0-1 0 0,2 3 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1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10 162 408 0 0,'-7'-24'7932'0'0,"4"-11"-1855"0"0,4 34-5961 0 0,-1-1-1 0 0,1 1 0 0 0,-1-1 1 0 0,1 0-1 0 0,0 1 1 0 0,0-1-1 0 0,0 1 0 0 0,0 0 1 0 0,0-1-1 0 0,0 1 0 0 0,0 0 1 0 0,0-1-1 0 0,1 1 0 0 0,1-1 1 0 0,21-15 468 0 0,-14 11-461 0 0,1 1 0 0 0,0 1 1 0 0,1 0-1 0 0,-1 0 1 0 0,17-3-1 0 0,64-6-806 0 0,-32 6-2389 0 0,-15-2-2753 0 0,-20 4 337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44 1968 0 0,'0'0'2792'0'0,"0"-12"1485"0"0,0 12-4205 0 0,-4-17 1975 0 0,4 16-1816 0 0,0 1-1 0 0,0-1 1 0 0,-1 0 0 0 0,1 1 0 0 0,0-1-1 0 0,0 0 1 0 0,-1 0 0 0 0,1 1 0 0 0,0-1 0 0 0,-1 1-1 0 0,1-1 1 0 0,-1 0 0 0 0,1 1 0 0 0,-1-1-1 0 0,1 1 1 0 0,-1-1 0 0 0,1 1 0 0 0,-1-1-1 0 0,0 1 1 0 0,1-1 0 0 0,-1 1 0 0 0,1 0-1 0 0,-2-1 1 0 0,1 1-236 0 0,-5 1 3 0 0,6 0 0 0 0,-1 0 0 0 0,0 1 1 0 0,1-1-1 0 0,-1 0 0 0 0,1 1 1 0 0,0-1-1 0 0,0 0 0 0 0,-1 1 1 0 0,1-1-1 0 0,0 1 0 0 0,0-1 1 0 0,0 3-1 0 0,-19 456 117 0 0,9-282 1 0 0,9-156-140 0 0,-1 55-350 0 0,27-110-13720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65 247 2092 0 0,'-23'-31'3974'0'0,"17"22"-3034"0"0,-1 1-1 0 0,1 0 1 0 0,1-1 0 0 0,-8-16-1 0 0,12 22-858 0 0,0 0 0 0 0,0 0-1 0 0,1 0 1 0 0,-1 0 0 0 0,1 0-1 0 0,-1 0 1 0 0,1-1 0 0 0,0 1-1 0 0,0 0 1 0 0,1 0 0 0 0,-1 0-1 0 0,0 0 1 0 0,1 0 0 0 0,0 0-1 0 0,0 0 1 0 0,0 0 0 0 0,0 0-1 0 0,0 0 1 0 0,4-5 0 0 0,0 1-45 0 0,0 0 1 0 0,0 0-1 0 0,1 1 0 0 0,0 0 1 0 0,1 0-1 0 0,-1 0 1 0 0,1 1-1 0 0,0 0 0 0 0,1 0 1 0 0,-1 0-1 0 0,1 1 0 0 0,0 1 1 0 0,0-1-1 0 0,0 1 1 0 0,0 0-1 0 0,0 1 0 0 0,1 0 1 0 0,15-1-1 0 0,-19 2-26 0 0,0 1 0 0 0,0 0 0 0 0,0 0-1 0 0,0 0 1 0 0,0 1 0 0 0,0 0 0 0 0,-1 0-1 0 0,1 0 1 0 0,0 0 0 0 0,0 1 0 0 0,-1 0-1 0 0,1 0 1 0 0,-1 0 0 0 0,0 0 0 0 0,1 1-1 0 0,-1 0 1 0 0,0-1 0 0 0,0 2 0 0 0,-1-1 0 0 0,1 0-1 0 0,-1 1 1 0 0,0 0 0 0 0,1-1 0 0 0,-2 1-1 0 0,1 1 1 0 0,0-1 0 0 0,-1 0 0 0 0,0 1-1 0 0,3 6 1 0 0,-1-1 44 0 0,0 1 0 0 0,-1 0-1 0 0,-1 0 1 0 0,1 0 0 0 0,-2 0 0 0 0,1 0 0 0 0,-1 0-1 0 0,-1 0 1 0 0,0 0 0 0 0,-1 1 0 0 0,-4 19-1 0 0,0-12 87 0 0,-1 0 0 0 0,-1 0 0 0 0,0 0 0 0 0,-2-1-1 0 0,0-1 1 0 0,-1 1 0 0 0,-1-2 0 0 0,0 1 0 0 0,-2-1 0 0 0,1-1-1 0 0,-2 0 1 0 0,0-1 0 0 0,-26 20 0 0 0,-8 2 707 0 0,46-34-811 0 0,-12 10 32 0 0,14-10-67 0 0,-1-1-1 0 0,1 1 0 0 0,0-1 0 0 0,0 1 1 0 0,0-1-1 0 0,0 1 0 0 0,1-1 1 0 0,-1 1-1 0 0,0-1 0 0 0,1 1 1 0 0,-1-1-1 0 0,1 1 0 0 0,-1-1 0 0 0,1 1 1 0 0,-1-1-1 0 0,1 0 0 0 0,0 1 1 0 0,0-1-1 0 0,1 2 0 0 0,14 17 23 0 0,0 0-1 0 0,1-1 1 0 0,2-1-1 0 0,34 27 0 0 0,92 55 72 0 0,-89-63-60 0 0,-32-21-11 0 0,-6-3 129 0 0,0-1 0 0 0,33 15 0 0 0,-50-26-116 0 0,7 0-137 0 0,-7-1 83 0 0,-1 1-1 0 0,1-1 1 0 0,-1 0 0 0 0,1 0 0 0 0,-1 0 0 0 0,1 0-1 0 0,-1 0 1 0 0,0 0 0 0 0,1 0 0 0 0,-1 0-1 0 0,1 0 1 0 0,-1 0 0 0 0,1 0 0 0 0,-1 0 0 0 0,1 0-1 0 0,-1 0 1 0 0,0 0 0 0 0,1-1 0 0 0,-1 1 0 0 0,1 0-1 0 0,-1 0 1 0 0,1-1 0 0 0,7-10-3092 0 0,6-12-4774 0 0,-9 9 4125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5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57 140 0 0,'2'-2'2428'0'0,"4"-8"-48"0"0,12-34 14906 0 0,-12 167-16922 0 0,22 121 1 0 0,-27-236-409 0 0,14 85-2724 0 0,3-33-5958 0 0,-7-34-295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40 296 0 0,'11'-14'12453'0'0,"-20"7"-11335"0"0,2 3-1047 0 0,0 1 1 0 0,0 1 0 0 0,-1-1-1 0 0,0 1 1 0 0,1 1 0 0 0,-1-1-1 0 0,0 1 1 0 0,0 1 0 0 0,0-1-1 0 0,-14 2 1 0 0,3 1-75 0 0,0 0-1 0 0,0 1 1 0 0,-27 9 0 0 0,36-9 2 0 0,-1 1 0 0 0,1 1-1 0 0,0 0 1 0 0,0 0 0 0 0,1 1 0 0 0,0 0 0 0 0,0 1-1 0 0,0 0 1 0 0,0 0 0 0 0,1 1 0 0 0,1 0-1 0 0,-1 0 1 0 0,1 1 0 0 0,1 0 0 0 0,0 0 0 0 0,0 1-1 0 0,1-1 1 0 0,0 1 0 0 0,0 1 0 0 0,1-1 0 0 0,-5 21-1 0 0,1 1 12 0 0,2 1-1 0 0,1 0 0 0 0,2 0 0 0 0,0 47 0 0 0,18 135 22 0 0,-5-97 49 0 0,15 192 206 0 0,6 109-93 0 0,-2 624 1064 0 0,-22-452-656 0 0,1 1 266 0 0,-6 159 151 0 0,-1-421-516 0 0,-4 443 483 0 0,0-535-728 0 0,-6 185 363 0 0,5-375-537 0 0,2-29-27 0 0,1 0 0 0 0,0 0 0 0 0,1 0 0 0 0,4 24 0 0 0,-3-41-49 0 0,-1-1-1 0 0,1 1 1 0 0,-1-1 0 0 0,1 1 0 0 0,0-1 0 0 0,0 0 0 0 0,-1 1 0 0 0,1-1 0 0 0,0 0-1 0 0,0 0 1 0 0,0 0 0 0 0,0 1 0 0 0,1-1 0 0 0,-1 0 0 0 0,0 0 0 0 0,0-1 0 0 0,1 1-1 0 0,-1 0 1 0 0,0 0 0 0 0,1-1 0 0 0,-1 1 0 0 0,1-1 0 0 0,-1 1 0 0 0,1-1 0 0 0,-1 1-1 0 0,2-1 1 0 0,6 1 19 0 0,-1 0 1 0 0,0 0-1 0 0,14-2 0 0 0,-16 1-18 0 0,40-3-132 0 0,1-2-1 0 0,70-17 1 0 0,89-35-1962 0 0,122-66-7309 0 0,-200 65 1634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42 804 0 0,'9'-42'13263'0'0,"-11"89"-11010"0"0,-11 61 1 0 0,-1 5-1561 0 0,12-85-834 0 0,-5 125 857 0 0,13-78-2875 0 0,-3-53-1133 0 0,9 32 1 0 0,-7-37-377 0 0,-2-1-1360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42 372 0 0,'-3'-4'807'0'0,"1"0"1"0"0,-1 1-1 0 0,0 0 0 0 0,-1-1 0 0 0,1 1 1 0 0,0 0-1 0 0,-1 0 0 0 0,0 1 0 0 0,0-1 1 0 0,1 1-1 0 0,-7-3 0 0 0,7 5-735 0 0,1-1 0 0 0,-1 1-1 0 0,1-1 1 0 0,-1 1 0 0 0,0 0 0 0 0,1 0-1 0 0,-1 0 1 0 0,0 0 0 0 0,1 0 0 0 0,-1 1-1 0 0,1-1 1 0 0,-1 1 0 0 0,1-1 0 0 0,-1 1-1 0 0,1 0 1 0 0,-1 0 0 0 0,1 0 0 0 0,0 1-1 0 0,0-1 1 0 0,-1 0 0 0 0,-1 3 0 0 0,-6 5 17 0 0,0 0 0 0 0,1 0 0 0 0,0 1 0 0 0,1 0 0 0 0,0 1 0 0 0,0 0 0 0 0,1 0 0 0 0,1 0 0 0 0,0 1 0 0 0,-6 16 0 0 0,0 4-4 0 0,2 0 1 0 0,-12 61-1 0 0,20-79 1 0 0,0 0 1 0 0,0 0-1 0 0,2 1 0 0 0,-1-1 0 0 0,2 0 0 0 0,0 1 1 0 0,1-1-1 0 0,0 0 0 0 0,9 27 0 0 0,-8-34 21 0 0,-1 0-1 0 0,2-1 0 0 0,-1 1 1 0 0,0-1-1 0 0,1 0 1 0 0,0 0-1 0 0,1 0 1 0 0,-1-1-1 0 0,1 1 0 0 0,0-1 1 0 0,1 0-1 0 0,-1-1 1 0 0,1 1-1 0 0,0-1 1 0 0,0 0-1 0 0,0-1 1 0 0,0 0-1 0 0,1 1 0 0 0,-1-2 1 0 0,1 1-1 0 0,10 2 1 0 0,-6-3 41 0 0,0-1 0 0 0,1 0 0 0 0,-1 0 0 0 0,0-1 0 0 0,0 0 0 0 0,0-1 0 0 0,0 0 0 0 0,0-1 0 0 0,0-1 0 0 0,0 1 0 0 0,0-2 0 0 0,-1 1 0 0 0,1-1 0 0 0,-1-1 0 0 0,0 0 0 0 0,-1 0 0 0 0,13-10 0 0 0,-12 8-67 0 0,-2 1 1 0 0,1-2 0 0 0,-1 1 0 0 0,0-1-1 0 0,0-1 1 0 0,-1 1 0 0 0,0-1 0 0 0,-1 0-1 0 0,0-1 1 0 0,-1 0 0 0 0,0 0-1 0 0,0 0 1 0 0,-1 0 0 0 0,0-1 0 0 0,-1 1-1 0 0,0-1 1 0 0,2-14 0 0 0,-4 8-51 0 0,0 0 1 0 0,-1-1-1 0 0,-1 1 1 0 0,0 0-1 0 0,-2 0 1 0 0,0 0-1 0 0,0 1 1 0 0,-7-18-1 0 0,7 26-41 0 0,-1 0 0 0 0,1 1 0 0 0,-1-1 0 0 0,0 1 0 0 0,-1 0 0 0 0,0 0 0 0 0,0 1 0 0 0,-7-8-1 0 0,8 11-39 0 0,0-1 0 0 0,0 1 0 0 0,0 0 0 0 0,-1 0 0 0 0,0 0 0 0 0,1 0-1 0 0,-1 1 1 0 0,0 0 0 0 0,0 0 0 0 0,-1 0 0 0 0,1 1 0 0 0,0 0 0 0 0,-8-1-1 0 0,10 1-172 0 0,0 1-1 0 0,-1 0 0 0 0,1 0 0 0 0,0 0 1 0 0,0 1-1 0 0,0-1 0 0 0,0 1 0 0 0,-1 0 0 0 0,1 0 1 0 0,0 0-1 0 0,0 0 0 0 0,0 0 0 0 0,1 1 1 0 0,-1-1-1 0 0,-4 3 0 0 0,2 1-1245 0 0,0-1 1 0 0,0 1-1 0 0,0 0 0 0 0,1 0 1 0 0,-8 11-1 0 0,2-1-3437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29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121 109 108 0 0,'-1'-12'5460'0'0,"1"8"-4473"0"0,-1 0 0 0 0,-1 0 0 0 0,1 0 0 0 0,0 0 1 0 0,-1 0-1 0 0,-4-6 916 0 0,3 10-1844 0 0,1 1-1 0 0,-1 0 1 0 0,1-1 0 0 0,-1 1-1 0 0,1 0 1 0 0,-1 0 0 0 0,1 1 0 0 0,-1-1-1 0 0,1 0 1 0 0,0 1 0 0 0,0 0-1 0 0,0-1 1 0 0,0 1 0 0 0,0 0-1 0 0,0 0 1 0 0,0 0 0 0 0,1 0 0 0 0,-1 0-1 0 0,1 0 1 0 0,-1 1 0 0 0,-1 3-1 0 0,-4 9 2 0 0,0 0 1 0 0,-7 21-1 0 0,11-26 10 0 0,-4 9-43 0 0,2 0 1 0 0,0 0-1 0 0,1 1 0 0 0,1-1 1 0 0,0 1-1 0 0,2 0 0 0 0,1 27 1 0 0,1-39 29 0 0,0 0 1 0 0,0 0 0 0 0,1 0 0 0 0,0-1 0 0 0,0 1 0 0 0,1-1 0 0 0,0 0 0 0 0,0 0 0 0 0,7 11-1 0 0,-7-14 64 0 0,0 0 0 0 0,1 0 0 0 0,-1 0-1 0 0,1 0 1 0 0,0-1 0 0 0,0 1 0 0 0,1-1 0 0 0,-1 0-1 0 0,0 0 1 0 0,1-1 0 0 0,0 1 0 0 0,0-1-1 0 0,0 0 1 0 0,0 0 0 0 0,6 1 0 0 0,-1-1 29 0 0,0-1 0 0 0,-1 0 0 0 0,1-1 0 0 0,0 0 0 0 0,0 0 0 0 0,-1-1 0 0 0,1 0 0 0 0,0-1 0 0 0,-1 0 0 0 0,1 0 0 0 0,-1-1 0 0 0,15-7 0 0 0,-11 4-4 0 0,0 0-1 0 0,-1-1 0 0 0,0-1 1 0 0,0 0-1 0 0,0 0 1 0 0,-1-2-1 0 0,20-19 0 0 0,-23 18-89 0 0,0 0 0 0 0,-1 0 0 0 0,0 0 0 0 0,0-1 0 0 0,-1 0 0 0 0,-1-1 0 0 0,0 1 0 0 0,-1-1 0 0 0,0 0 0 0 0,-1 0 0 0 0,0 0 0 0 0,1-22 0 0 0,-3 26-48 0 0,-1-1 0 0 0,0 0-1 0 0,0 1 1 0 0,-1-1 0 0 0,0 1-1 0 0,-1-1 1 0 0,0 1 0 0 0,-1-1-1 0 0,0 1 1 0 0,0 0-1 0 0,-1 0 1 0 0,0 1 0 0 0,-1-1-1 0 0,1 1 1 0 0,-2 0 0 0 0,1 0-1 0 0,-1 0 1 0 0,-9-8 0 0 0,11 12-56 0 0,0 0 0 0 0,-1 1 0 0 0,1-1 0 0 0,-1 1 0 0 0,0 0 0 0 0,0 1 0 0 0,0-1 0 0 0,0 1 0 0 0,-1 0 0 0 0,1 0 1 0 0,0 1-1 0 0,-1 0 0 0 0,0-1 0 0 0,1 2 0 0 0,-1-1 0 0 0,1 1 0 0 0,-1 0 0 0 0,0 0 0 0 0,-7 1 0 0 0,5 1-337 0 0,1 0 0 0 0,-1 0 0 0 0,1 0 1 0 0,0 1-1 0 0,-1 0 0 0 0,1 1 0 0 0,1-1 0 0 0,-1 1 0 0 0,1 1 0 0 0,-1-1 0 0 0,1 1 0 0 0,0 0 0 0 0,-7 9 0 0 0,-26 38-4818 0 0,28-35 2609 0 0,-6 8-2510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30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246 301 816 0 0,'2'-16'4716'0'0,"2"-32"0"0"0,-3 21-469 0 0,-1 27-4233 0 0,0 0 0 0 0,0 0 0 0 0,0 0 0 0 0,0-1 0 0 0,0 1 0 0 0,0 0 0 0 0,0 0-1 0 0,0 0 1 0 0,0 0 0 0 0,0-1 0 0 0,0 1 0 0 0,0 0 0 0 0,0 0 0 0 0,0 0 0 0 0,0 0 0 0 0,0-1 0 0 0,-1 1 0 0 0,1 0 0 0 0,0 0 0 0 0,0 0 0 0 0,0 0 0 0 0,0-1 0 0 0,0 1 0 0 0,0 0 0 0 0,0 0 0 0 0,-1 0 0 0 0,1 0 0 0 0,0 0 0 0 0,0 0 0 0 0,0 0 0 0 0,0-1 0 0 0,0 1 0 0 0,-1 0 0 0 0,1 0 0 0 0,0 0 0 0 0,0 0 0 0 0,0 0 0 0 0,0 0 0 0 0,-1 0 0 0 0,1 0 0 0 0,0 0 0 0 0,0 0 0 0 0,-1 0 0 0 0,-9 4 380 0 0,-7 7-113 0 0,9-1-218 0 0,0-1 0 0 0,0 1 0 0 0,1 1 0 0 0,0-1-1 0 0,1 1 1 0 0,0 0 0 0 0,-5 18 0 0 0,2-3 15 0 0,1-1 0 0 0,-6 39 0 0 0,11-47-31 0 0,1 1 1 0 0,1-1-1 0 0,0 1 1 0 0,1 0-1 0 0,1 0 1 0 0,1-1-1 0 0,0 1 1 0 0,7 23-1 0 0,-7-35 33 0 0,0 0 0 0 0,0 0 1 0 0,0 0-1 0 0,1 0 0 0 0,0 0 0 0 0,0-1 0 0 0,0 0 0 0 0,1 1 0 0 0,-1-1 0 0 0,2 0 1 0 0,-1-1-1 0 0,0 1 0 0 0,1-1 0 0 0,0 0 0 0 0,0 0 0 0 0,0 0 0 0 0,0-1 0 0 0,0 0 0 0 0,1 0 1 0 0,0 0-1 0 0,0-1 0 0 0,-1 1 0 0 0,1-2 0 0 0,1 1 0 0 0,-1 0 0 0 0,9 0 0 0 0,1-1 25 0 0,0-1 0 0 0,0-1-1 0 0,0 0 1 0 0,-1-1 0 0 0,1 0-1 0 0,0-2 1 0 0,-1 0 0 0 0,0 0 0 0 0,0-2-1 0 0,0 0 1 0 0,0 0 0 0 0,-1-2-1 0 0,0 1 1 0 0,-1-2 0 0 0,0 0-1 0 0,0 0 1 0 0,-1-2 0 0 0,0 1-1 0 0,-1-1 1 0 0,0-1 0 0 0,0 0-1 0 0,-2-1 1 0 0,1 0 0 0 0,-2 0-1 0 0,0-1 1 0 0,0 0 0 0 0,-1 0-1 0 0,-1-1 1 0 0,-1 0 0 0 0,0 0-1 0 0,5-25 1 0 0,-8 25-98 0 0,-1 0 0 0 0,-1-1 0 0 0,0 1 0 0 0,-1 0 0 0 0,-1 0 0 0 0,0 0 0 0 0,-1-1 0 0 0,0 2 0 0 0,-1-1 1 0 0,-1 0-1 0 0,-1 1 0 0 0,0 0 0 0 0,-1 0 0 0 0,0 1 0 0 0,-1 0 0 0 0,0 0 0 0 0,-1 0 0 0 0,-1 1 0 0 0,0 1 0 0 0,0 0 0 0 0,-1 0 0 0 0,-1 1 0 0 0,0 0 0 0 0,0 1 0 0 0,-1 1 0 0 0,0 0 0 0 0,-23-11 0 0 0,11 8-391 0 0,-1 1-1 0 0,0 2 1 0 0,0 0-1 0 0,-40-6 1 0 0,22 9-2027 0 0,0 2 0 0 0,-46 1 0 0 0,43 3-2038 0 0,-1 0-2202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3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 1368 0 0,'0'-9'12389'0'0,"-2"15"-12290"0"0,0-1 1 0 0,0 1-1 0 0,0-1 1 0 0,1 1-1 0 0,0 0 1 0 0,0-1 0 0 0,1 1-1 0 0,-1 10 1 0 0,-1 12 142 0 0,-16 179 825 0 0,10-78-730 0 0,7-121-716 0 0,1 0 0 0 0,0 0 0 0 0,0 0 0 0 0,3 14 1 0 0,0-13-3462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3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37 1540 0 0,'10'-36'11092'0'0,"-3"60"-10449"0"0,-3 23-15 0 0,-3 0 1 0 0,-7 83 0 0 0,5-112-514 0 0,-19 175 396 0 0,11-121-245 0 0,10-40 204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1 464 0 0,'-12'25'16104'0'0,"12"-25"-16094"0"0,0 1 0 0 0,0-1 0 0 0,-1 0 0 0 0,1 1 0 0 0,0-1 0 0 0,0 0 0 0 0,0 1 0 0 0,0-1 0 0 0,0 0 0 0 0,0 0 0 0 0,0 1 0 0 0,0-1 0 0 0,0 0 0 0 0,0 1-1 0 0,0-1 1 0 0,0 0 0 0 0,1 0 0 0 0,-1 1 0 0 0,0-1 0 0 0,0 0 0 0 0,0 1 0 0 0,0-1 0 0 0,0 0 0 0 0,1 0 0 0 0,-1 1 0 0 0,0-1 0 0 0,0 0 0 0 0,0 0 0 0 0,1 0 0 0 0,-1 1 0 0 0,0-1 0 0 0,0 0 0 0 0,1 0 0 0 0,-1 0 0 0 0,0 0-1 0 0,0 1 1 0 0,1-1 0 0 0,-1 0 0 0 0,0 0 0 0 0,0 0 0 0 0,1 0 0 0 0,-1 0 0 0 0,0 0 0 0 0,1 0 0 0 0,-1 0 0 0 0,0 0 0 0 0,1 0 0 0 0,-1 0 0 0 0,1 0-51 0 0,2 1 74 0 0,26 1 147 0 0,-6-3-98 0 0,1 0 0 0 0,-1-1 0 0 0,0-2 0 0 0,35-9 0 0 0,-56 13-55 0 0,47-8 190 0 0,-47 7-124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64 1484 0 0,'0'0'2273'0'0,"-11"-6"1392"0"0,-34-4 6908 0 0,46 9-10433 0 0,-1 0 1 0 0,0 0-1 0 0,1 0 1 0 0,-1 1-1 0 0,1-1 1 0 0,-1 0-1 0 0,1 0 1 0 0,-1 1-1 0 0,1-1 1 0 0,0 0 0 0 0,-1 1-1 0 0,1-1 1 0 0,0 0-1 0 0,-1 1 1 0 0,3-1-1 0 0,33-12-338 0 0,-1 4 196 0 0,-15 4-10 0 0,11 0-10 0 0,-19 5 7 0 0,-5-1 9 0 0,-3 0 1 0 0,0 0 0 0 0,1 1 1 0 0,-1 0-1 0 0,0 0 0 0 0,1 0 1 0 0,-1 0-1 0 0,0 1 0 0 0,0-1 0 0 0,1 1 1 0 0,-1 0-1 0 0,0 1 0 0 0,0-1 1 0 0,6 4-1 0 0,-6-3 9 0 0,5 4 4 0 0,1 3-3 0 0,-7 14 33 0 0,-4-16-31 0 0,0-1 1 0 0,0 0 0 0 0,0 1-1 0 0,-1-1 1 0 0,0 0 0 0 0,0 0 0 0 0,-1 0-1 0 0,0 0 1 0 0,0 0 0 0 0,0-1 0 0 0,-7 10-1 0 0,-7 6 38 0 0,-26 28 0 0 0,28-34-41 0 0,-30 32 168 0 0,44-46-146 0 0,1-1-13 0 0,-1 1 0 0 0,0-1 1 0 0,1 1-1 0 0,-1-1 0 0 0,1 0 0 0 0,-1 1 0 0 0,1 0 0 0 0,-1-1 1 0 0,1 1-1 0 0,0-1 0 0 0,-1 1 0 0 0,1 0 0 0 0,0-1 0 0 0,-1 1 0 0 0,1 0 1 0 0,0-1-1 0 0,-1 2 0 0 0,12-4-10 0 0,0 0 0 0 0,0 0 1 0 0,0 1-1 0 0,0 0 0 0 0,0 1 0 0 0,0 0 1 0 0,0 1-1 0 0,0 1 0 0 0,-1-1 0 0 0,1 1 0 0 0,0 1 1 0 0,14 5-1 0 0,-15-3 6 0 0,1 0 0 0 0,-1 0 0 0 0,0 1 0 0 0,-1 0 0 0 0,0 1 1 0 0,0 0-1 0 0,14 13 0 0 0,-20-16 29 0 0,1 0 0 0 0,0 0 0 0 0,-1 0 1 0 0,0 0-1 0 0,0 0 0 0 0,0 1 0 0 0,-1-1 1 0 0,1 1-1 0 0,-1 0 0 0 0,0-1 0 0 0,0 1 1 0 0,-1 0-1 0 0,1 0 0 0 0,-1 0 0 0 0,0 1 1 0 0,-1-1-1 0 0,1 0 0 0 0,-1 10 0 0 0,-2-9 40 0 0,0 0 1 0 0,0 0-1 0 0,-1 0 0 0 0,1-1 0 0 0,-1 1 0 0 0,0-1 0 0 0,-1 1 0 0 0,1-1 0 0 0,-1 0 1 0 0,0 0-1 0 0,-1-1 0 0 0,1 1 0 0 0,-1-1 0 0 0,0 0 0 0 0,0 0 0 0 0,0-1 0 0 0,0 1 1 0 0,-12 4-1 0 0,-1 1 35 0 0,-1-1 1 0 0,1 0 0 0 0,-2-2-1 0 0,-32 8 1 0 0,35-12-97 0 0,0 1 0 0 0,0-2 0 0 0,0 0 0 0 0,0-1 0 0 0,0-1 0 0 0,0-1 0 0 0,-28-6 0 0 0,34 5-774 0 0,0 0 0 0 0,0-1 0 0 0,-20-10 1 0 0,29 13 26 0 0,0-1 1 0 0,0 1-1 0 0,0-1 1 0 0,0 1 0 0 0,0-1-1 0 0,0 0 1 0 0,1 1 0 0 0,-1-1-1 0 0,1 0 1 0 0,-1 0 0 0 0,1 0-1 0 0,0-1 1 0 0,0 1 0 0 0,0 0-1 0 0,-1-3 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30 244 0 0,'2'-8'13151'0'0,"-12"15"-9199"0"0,10-6-3912 0 0,0-1 0 0 0,0 0 0 0 0,0 0 0 0 0,0 1 1 0 0,0-1-1 0 0,0 0 0 0 0,1 0 0 0 0,-1 1 0 0 0,0-1 0 0 0,0 0 1 0 0,0 0-1 0 0,0 0 0 0 0,0 1 0 0 0,1-1 0 0 0,-1 0 1 0 0,0 0-1 0 0,0 0 0 0 0,0 1 0 0 0,1-1 0 0 0,-1 0 1 0 0,0 0-1 0 0,0 0 0 0 0,1 0 0 0 0,-1 0 0 0 0,0 1 1 0 0,0-1-1 0 0,1 0 0 0 0,-1 0 0 0 0,0 0 0 0 0,0 0 1 0 0,1 0-1 0 0,-1 0 0 0 0,0 0 0 0 0,0 0 0 0 0,1 0 1 0 0,-1 0-1 0 0,3 0-35 0 0,0 0 5 0 0,140-12 44 0 0,-106 9-39 0 0,13-5 3 0 0,-9 2 30 0 0,-39 6 293 0 0,0 0-524 0 0,-1 0-1 0 0,0 0 0 0 0,1 0 1 0 0,-1 0-1 0 0,0 0 1 0 0,1 0-1 0 0,-1 0 1 0 0,0-1-1 0 0,0 1 1 0 0,1 0-1 0 0,-1-1 1 0 0,0 1-1 0 0,0-1 0 0 0,1 1 1 0 0,-1-1-1 0 0,1-1 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61 1940 0 0,'-8'-6'6861'0'0,"-13"1"-2037"0"0,12 1-904 0 0,9 4-3893 0 0,0-1 0 0 0,0 1-1 0 0,0 0 1 0 0,0 0 0 0 0,0 0-1 0 0,0-1 1 0 0,0 1 0 0 0,0 0 0 0 0,0 0-1 0 0,0 0 1 0 0,1-1 0 0 0,-1 1-1 0 0,0 0 1 0 0,0 0 0 0 0,0 0 0 0 0,0-1-1 0 0,0 1 1 0 0,1 0 0 0 0,-1 0-1 0 0,0 0 1 0 0,0 0 0 0 0,0 0 0 0 0,1 0-1 0 0,-1-1 1 0 0,0 1 0 0 0,0 0-1 0 0,1 0 1 0 0,-1 0 0 0 0,0 0 0 0 0,0 0-1 0 0,0 0 1 0 0,1 0 0 0 0,-1 0-1 0 0,0 0 1 0 0,0 0 0 0 0,1 0 0 0 0,-1 0-1 0 0,0 0 1 0 0,1 0 0 0 0,214-40-1566 0 0,-213 40 830 0 0,9 2-1874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3 356 0 0,'-2'0'4162'0'0,"-11"0"241"0"0,10-1-3239 0 0,0 1-677 0 0,1-1 0 0 0,-1 1 0 0 0,0 0-1 0 0,0 0 1 0 0,0 0 0 0 0,0 0 0 0 0,0 0 0 0 0,1 1 0 0 0,-6 1 0 0 0,7-1-467 0 0,0 0 1 0 0,-1 0 0 0 0,1 0-1 0 0,0 0 1 0 0,-1 0-1 0 0,1 1 1 0 0,0-1-1 0 0,0 1 1 0 0,0-1 0 0 0,0 1-1 0 0,0-1 1 0 0,0 1-1 0 0,1-1 1 0 0,-1 1-1 0 0,1 0 1 0 0,-1-1 0 0 0,1 1-1 0 0,-1 2 1 0 0,-2 13 25 0 0,0-1-1 0 0,1 1 1 0 0,1 0 0 0 0,1 0 0 0 0,0 0 0 0 0,1-1 0 0 0,1 1 0 0 0,1 0 0 0 0,7 26-1 0 0,-9-41 90 0 0,0 0-1 0 0,-1-1 1 0 0,1 1 0 0 0,0 0-1 0 0,1-1 1 0 0,-1 1-1 0 0,0-1 1 0 0,0 1-1 0 0,1-1 1 0 0,-1 1-1 0 0,0-1 1 0 0,1 0-1 0 0,0 0 1 0 0,-1 0-1 0 0,1 0 1 0 0,2 1-1 0 0,-2-1 186 0 0,2-1-37 0 0,5-1-96 0 0,0 0 1 0 0,0-1-1 0 0,1-1 0 0 0,-1 1 1 0 0,-1-2-1 0 0,10-3 1 0 0,23-8 9 0 0,-39 14-192 0 0,17 4 13 0 0,-14 0-13 0 0,0 0-1 0 0,0 1 1 0 0,-1-1-1 0 0,1 1 1 0 0,-1 0-1 0 0,0 0 1 0 0,0 1-1 0 0,0-1 1 0 0,-1 1-1 0 0,1 0 1 0 0,-1 0-1 0 0,0 0 1 0 0,-1 0-1 0 0,4 11 1 0 0,3 8 82 0 0,-1 0 0 0 0,5 27 1 0 0,-11-42 108 0 0,-1 0 1 0 0,1-1 0 0 0,-2 1 0 0 0,1 0 0 0 0,-1 0 0 0 0,-1 0 0 0 0,1 0 0 0 0,-2-1-1 0 0,1 1 1 0 0,-1 0 0 0 0,0-1 0 0 0,-1 1 0 0 0,0-1 0 0 0,0 0 0 0 0,-1 0-1 0 0,-7 12 1 0 0,6-13 34 0 0,0-1 0 0 0,0 0-1 0 0,-1 0 1 0 0,0 0-1 0 0,0 0 1 0 0,0-1-1 0 0,-1 0 1 0 0,1-1 0 0 0,-1 1-1 0 0,0-1 1 0 0,-1-1-1 0 0,1 1 1 0 0,-1-1 0 0 0,1-1-1 0 0,-1 1 1 0 0,0-1-1 0 0,0 0 1 0 0,-10 0 0 0 0,1 0-22 0 0,-1-1-1 0 0,-34-2 1 0 0,45 1-440 0 0,-1-1 0 0 0,0 0 0 0 0,1 0-1 0 0,-1-1 1 0 0,0 0 0 0 0,1 0 0 0 0,0 0 0 0 0,0-1-1 0 0,-8-4 1 0 0,0-4-5954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59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99 1808 0 0,'0'0'5550'0'0,"-9"-16"31"0"0,42 14-5537 0 0,-1-3 1 0 0,0 0 0 0 0,0-2 0 0 0,50-17 0 0 0,-42 12-25 0 0,46-11 124 0 0,-84 22-119 0 0,8-2 575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190 107 2300 0 0,'18'-36'13012'0'0,"-34"41"-12801"0"0,8-1-166 0 0,0 1 1 0 0,1 0 0 0 0,-1 0-1 0 0,1 0 1 0 0,0 1 0 0 0,-12 13 0 0 0,6-4-19 0 0,-23 31 1 0 0,32-40-33 0 0,0 1 0 0 0,0-1 0 0 0,1 1 0 0 0,0 0 0 0 0,0 0 0 0 0,0 0 0 0 0,-2 13 0 0 0,5-17 6 0 0,-1 0 1 0 0,1 0-1 0 0,0 0 0 0 0,0 0 0 0 0,0 0 0 0 0,0 0 0 0 0,1 0 0 0 0,-1 0 0 0 0,1 0 0 0 0,0 0 0 0 0,0 0 0 0 0,0 0 1 0 0,0-1-1 0 0,1 1 0 0 0,-1 0 0 0 0,1 0 0 0 0,-1-1 0 0 0,1 1 0 0 0,0-1 0 0 0,0 0 0 0 0,0 0 0 0 0,3 3 0 0 0,11 7 270 0 0,0 0 0 0 0,1-1-1 0 0,1 0 1 0 0,25 10-1 0 0,-22-11-117 0 0,-1 0 0 0 0,-1 1 0 0 0,28 21 0 0 0,-43-28-97 0 0,1 0-1 0 0,-1 0 1 0 0,1 1 0 0 0,-1-1-1 0 0,-1 1 1 0 0,1 0-1 0 0,-1 0 1 0 0,1 0-1 0 0,-1 0 1 0 0,-1 1-1 0 0,1 0 1 0 0,2 8 0 0 0,-5-11 7 0 0,1 1 0 0 0,-1 0 1 0 0,1 0-1 0 0,-1-1 0 0 0,0 1 1 0 0,0 0-1 0 0,-1 0 0 0 0,1-1 1 0 0,-1 1-1 0 0,0 0 0 0 0,0-1 1 0 0,0 1-1 0 0,-1-1 0 0 0,1 1 1 0 0,-1-1-1 0 0,1 1 0 0 0,-1-1 1 0 0,0 0-1 0 0,-1 0 0 0 0,1 0 0 0 0,-4 4 1 0 0,-3 2 102 0 0,0-1-1 0 0,-1 0 1 0 0,0-1 0 0 0,0 0 0 0 0,0-1-1 0 0,-1 0 1 0 0,0 0 0 0 0,0-1 0 0 0,-1-1-1 0 0,1 0 1 0 0,-1 0 0 0 0,0-1 0 0 0,0-1 0 0 0,0 0-1 0 0,-24 1 1 0 0,34-3-157 0 0,1 1 0 0 0,-1-1 0 0 0,0 0-1 0 0,0 0 1 0 0,0 0 0 0 0,0 0 0 0 0,1-1 0 0 0,-1 1 0 0 0,0 0 0 0 0,0-1-1 0 0,1 1 1 0 0,-1-1 0 0 0,0 0 0 0 0,1 0 0 0 0,-1 1 0 0 0,0-1 0 0 0,1 0-1 0 0,-1 0 1 0 0,1-1 0 0 0,-1 1 0 0 0,1 0 0 0 0,0 0 0 0 0,0-1 0 0 0,-1 1-1 0 0,1 0 1 0 0,0-1 0 0 0,0 0 0 0 0,0 1 0 0 0,1-1 0 0 0,-1 1 0 0 0,0-1-1 0 0,1 0 1 0 0,-1 0 0 0 0,1 1 0 0 0,-1-1 0 0 0,1 0 0 0 0,0 0-1 0 0,-1 0 1 0 0,1 1 0 0 0,0-1 0 0 0,1 0 0 0 0,-1 0 0 0 0,0-2 0 0 0,2-6-18 0 0,0 0 1 0 0,1 1-1 0 0,0-1 1 0 0,0 0-1 0 0,1 1 1 0 0,5-11-1 0 0,18-28-40 0 0,46-61-1 0 0,2-4 44 0 0,-63 92 13 0 0,0-2 1 0 0,-1 1-1 0 0,10-32 0 0 0,-19 46-7 0 0,0 1 0 0 0,-1 0 0 0 0,1-1 0 0 0,-1 1 0 0 0,0 0 0 0 0,-1-1 0 0 0,0 0 0 0 0,0 1 0 0 0,-1-1 0 0 0,0 1-1 0 0,0 0 1 0 0,-3-10 0 0 0,2 13-4 0 0,1 1-1 0 0,-1-1 0 0 0,1 1 0 0 0,-1-1 1 0 0,0 1-1 0 0,-1 0 0 0 0,1 0 0 0 0,0 0 0 0 0,-1 0 1 0 0,0 0-1 0 0,1 1 0 0 0,-1-1 0 0 0,0 1 1 0 0,-1-1-1 0 0,1 1 0 0 0,0 0 0 0 0,-1 1 1 0 0,1-1-1 0 0,-1 0 0 0 0,1 1 0 0 0,-1 0 0 0 0,0 0 1 0 0,0 0-1 0 0,1 0 0 0 0,-7 0 0 0 0,-2 0-93 0 0,-1 1 1 0 0,0 1-1 0 0,0-1 0 0 0,1 2 0 0 0,-1 0 0 0 0,0 0 0 0 0,1 2 0 0 0,0-1 0 0 0,-14 7 0 0 0,15-6-640 0 0,0 2 0 0 0,1-1 0 0 0,0 2 0 0 0,-11 7 0 0 0,15-9-691 0 0,0 0-1 0 0,0 1 0 0 0,0-1 1 0 0,1 1-1 0 0,0 1 0 0 0,-7 9 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3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0 106 488 0 0,'36'-80'16992'0'0,"-31"55"-10570"0"0,-2 36-6580 0 0,6 54 211 0 0,-2-22-27 0 0,2 69 1 0 0,-2 63 100 0 0,-2-106 356 0 0,-5-68-293 0 0,0 8-35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4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32 556 0 0,'24'-31'13286'0'0,"-21"39"-12413"0"0,-2 14-657 0 0,-9 54 1255 0 0,-17 76 0 0 0,8-54-998 0 0,7-43-297 0 0,-7 62 54 0 0,6-44 323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4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329 108 232 0 0,'6'-26'7491'0'0,"-5"21"-7008"0"0,-2 1 0 0 0,1 0 1 0 0,0 0-1 0 0,-1 0 0 0 0,0 0 0 0 0,0 0 1 0 0,0 0-1 0 0,0 0 0 0 0,-1 0 1 0 0,0 1-1 0 0,0-1 0 0 0,0 0 1 0 0,-3-4-1 0 0,4 6-409 0 0,-1 0 0 0 0,0 1 1 0 0,0-1-1 0 0,0 0 0 0 0,0 1 0 0 0,0-1 1 0 0,-1 1-1 0 0,1-1 0 0 0,0 1 0 0 0,-1 0 0 0 0,1 0 1 0 0,-1 0-1 0 0,1 0 0 0 0,-1 1 0 0 0,1-1 1 0 0,-1 1-1 0 0,0-1 0 0 0,1 1 0 0 0,-1 0 1 0 0,0 0-1 0 0,-4 1 0 0 0,2 0-65 0 0,0 1 0 0 0,0 0 1 0 0,0 0-1 0 0,1 1 0 0 0,-1-1 0 0 0,1 1 0 0 0,-1 0 0 0 0,1 0 0 0 0,0 1 0 0 0,0-1 1 0 0,0 1-1 0 0,1 0 0 0 0,-5 5 0 0 0,2-2 4 0 0,-9 10 7 0 0,1 1-1 0 0,1 0 0 0 0,1 1 0 0 0,-15 29 1 0 0,-31 84 71 0 0,47-104-59 0 0,1 0 0 0 0,1 1-1 0 0,-7 46 1 0 0,14-65-10 0 0,1 0-1 0 0,0 0 0 0 0,0 1 0 0 0,1-1 1 0 0,1 0-1 0 0,0 0 0 0 0,0 0 0 0 0,1 0 0 0 0,0 0 1 0 0,1 0-1 0 0,0 0 0 0 0,0-1 0 0 0,1 1 1 0 0,6 9-1 0 0,-7-14 45 0 0,0-1 0 0 0,0 0 0 0 0,1 0 1 0 0,-1 0-1 0 0,1 0 0 0 0,0-1 0 0 0,0 1 0 0 0,1-1 0 0 0,-1 0 1 0 0,0-1-1 0 0,1 1 0 0 0,0-1 0 0 0,0 1 0 0 0,0-1 1 0 0,0-1-1 0 0,0 1 0 0 0,0-1 0 0 0,0 0 0 0 0,0 0 0 0 0,1 0 1 0 0,-1-1-1 0 0,0 0 0 0 0,0 0 0 0 0,1 0 0 0 0,-1-1 0 0 0,0 1 1 0 0,1-1-1 0 0,-1-1 0 0 0,0 1 0 0 0,0-1 0 0 0,0 0 1 0 0,0 0-1 0 0,-1 0 0 0 0,6-3 0 0 0,-6 2 28 0 0,-1 0 1 0 0,1 1-1 0 0,-1-1 0 0 0,0 0 0 0 0,0-1 0 0 0,0 1 1 0 0,0 0-1 0 0,0-1 0 0 0,-1 0 0 0 0,3-4 0 0 0,-5 7-76 0 0,1 0 0 0 0,0 0 0 0 0,-1-1-1 0 0,1 1 1 0 0,-1 0 0 0 0,1 0-1 0 0,-1-1 1 0 0,0 1 0 0 0,0-1-1 0 0,1 1 1 0 0,-1 0 0 0 0,0-1-1 0 0,0 1 1 0 0,-1-1 0 0 0,1 1-1 0 0,0 0 1 0 0,0-1 0 0 0,-1 1-1 0 0,1-1 1 0 0,0 1 0 0 0,-1 0-1 0 0,1 0 1 0 0,-1-1 0 0 0,0 1-1 0 0,0 0 1 0 0,1 0 0 0 0,-1 0-1 0 0,0-1 1 0 0,0 1 0 0 0,0 0-1 0 0,0 0 1 0 0,0 1 0 0 0,0-1 0 0 0,0 0-1 0 0,0 0 1 0 0,-1 0 0 0 0,0 0-1 0 0,-6-2 12 0 0,1 0-1 0 0,0 1 0 0 0,0-1 1 0 0,-1 2-1 0 0,1-1 1 0 0,-1 1-1 0 0,0 0 0 0 0,1 0 1 0 0,-1 1-1 0 0,0 0 1 0 0,-7 2-1 0 0,-16 1-1516 0 0,-39 11-1 0 0,68-14 1286 0 0,-7 4-702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5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105 145 872 0 0,'-10'-7'5363'0'0,"-11"-4"217"0"0,18 8-4651 0 0,0 0 0 0 0,0 0 0 0 0,1-1 0 0 0,-1 1 1 0 0,-3-6-1 0 0,9 4-889 0 0,-1 1 0 0 0,1-1 1 0 0,0 0-1 0 0,0 1 1 0 0,0 0-1 0 0,0 0 0 0 0,1 0 1 0 0,0 0-1 0 0,0 0 1 0 0,0 1-1 0 0,0-1 0 0 0,1 1 1 0 0,-1 0-1 0 0,1 1 1 0 0,-1-1-1 0 0,7-1 0 0 0,4-3 107 0 0,1 0 0 0 0,0 2-1 0 0,33-8 1 0 0,-40 11-146 0 0,0 1-1 0 0,1 0 1 0 0,-1 1-1 0 0,1 0 1 0 0,-1 0 0 0 0,1 1-1 0 0,15 4 1 0 0,-22-5-1 0 0,-1 1 1 0 0,1 0-1 0 0,0-1 1 0 0,-1 1-1 0 0,1 1 1 0 0,0-1-1 0 0,-1 0 1 0 0,1 1 0 0 0,-1-1-1 0 0,0 1 1 0 0,1-1-1 0 0,-1 1 1 0 0,0 0-1 0 0,0 0 1 0 0,0 0-1 0 0,0 1 1 0 0,-1-1-1 0 0,1 0 1 0 0,-1 1-1 0 0,1-1 1 0 0,-1 1 0 0 0,0-1-1 0 0,0 1 1 0 0,0-1-1 0 0,0 1 1 0 0,0 0-1 0 0,-1 0 1 0 0,1-1-1 0 0,-1 1 1 0 0,1 5-1 0 0,-2 0 15 0 0,0 1 0 0 0,0 0 0 0 0,0-1 0 0 0,-1 1 0 0 0,-1-1 0 0 0,1 1 0 0 0,-1-1 0 0 0,-1 0 0 0 0,0 0 0 0 0,-8 13 0 0 0,-5 4 56 0 0,-37 41-1 0 0,20-26 74 0 0,-15 11 1505 0 0,48-50-1406 0 0,-12 13 1464 0 0,25-13-1701 0 0,-10 0 8 0 0,2-1-26 0 0,6 3 4 0 0,0 0 0 0 0,0 1 0 0 0,-1 0 1 0 0,1 0-1 0 0,-1 1 0 0 0,0 0 0 0 0,0 1 1 0 0,0 0-1 0 0,-1 0 0 0 0,13 13 0 0 0,-14-13 79 0 0,0 1 0 0 0,-1-1 0 0 0,0 2-1 0 0,-1-1 1 0 0,0 0 0 0 0,0 1-1 0 0,0 0 1 0 0,-1 0 0 0 0,0 1 0 0 0,-1-1-1 0 0,1 1 1 0 0,2 17 0 0 0,-5-21 73 0 0,-2 0 0 0 0,1 0 0 0 0,0 0 0 0 0,-1 1 0 0 0,0-1 0 0 0,0 0 0 0 0,-1 0 0 0 0,1 0 0 0 0,-1 0 0 0 0,0 0 0 0 0,0-1 0 0 0,-1 1 1 0 0,0 0-1 0 0,1-1 0 0 0,-1 0 0 0 0,-1 0 0 0 0,1 0 0 0 0,-1 0 0 0 0,-5 5 0 0 0,-1 0 182 0 0,-1 0 1 0 0,-1 0-1 0 0,1-1 0 0 0,-2 0 1 0 0,-24 11-1 0 0,28-15-224 0 0,-1-1-1 0 0,1-1 1 0 0,-1 1-1 0 0,1-1 1 0 0,-1-1 0 0 0,0 0-1 0 0,0 0 1 0 0,1-1 0 0 0,-16-1-1 0 0,17 0-257 0 0,0-1 0 0 0,0 1 1 0 0,0-1-1 0 0,0-1 0 0 0,-8-3 0 0 0,11 4-426 0 0,0-1 0 0 0,0 1 0 0 0,0-1 0 0 0,1-1 0 0 0,-1 1 0 0 0,1-1 0 0 0,-8-7 1 0 0,11 9 48 0 0,-1 0 1 0 0,1 1 0 0 0,0-1 0 0 0,0 0 0 0 0,0 0 0 0 0,0 0 0 0 0,0-1 0 0 0,1 1-1 0 0,-1 0 1 0 0,0-3 0 0 0,-1-13-6505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4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13 240 0 0,'26'-7'11060'0'0,"-23"6"-10879"0"0,0 0 1 0 0,0 0 0 0 0,1 0-1 0 0,-1 1 1 0 0,0-1-1 0 0,0 1 1 0 0,6 0 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40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1516 0 0,'0'14'5563'0'0,"-3"4"-163"0"0,-1 5-665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5:4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217 155 1648 0 0,'2'-2'818'0'0,"0"0"0"0"0,0 0 1 0 0,0 0-1 0 0,0-1 0 0 0,-1 1 0 0 0,1 0 0 0 0,-1-1 0 0 0,1 1 0 0 0,-1-1 0 0 0,0 0 0 0 0,0 1 1 0 0,0-1-1 0 0,1-4 0 0 0,-2 5-131 0 0,0 2-635 0 0,0-1-1 0 0,0 1 1 0 0,1-1 0 0 0,-1 1 0 0 0,0-1 0 0 0,0 1 0 0 0,0-1 0 0 0,0 1 0 0 0,0-1 0 0 0,0 1 0 0 0,0-1 0 0 0,-1 1-1 0 0,1-1 1 0 0,0 1 0 0 0,0-1 0 0 0,0 1 0 0 0,0-1 0 0 0,-1 1 0 0 0,1-1 0 0 0,0 1 0 0 0,0 0 0 0 0,-1-1 0 0 0,1 1-1 0 0,0-1 1 0 0,-1 1 0 0 0,1 0 0 0 0,0-1 0 0 0,-1 1 0 0 0,1 0 0 0 0,-1-1 0 0 0,1 1 0 0 0,0 0 0 0 0,-1 0 0 0 0,1-1-1 0 0,-1 1 1 0 0,1 0 0 0 0,-1 0 0 0 0,1 0 0 0 0,-1 0 0 0 0,1-1 0 0 0,-1 1 0 0 0,0 0 0 0 0,-7 5 3 0 0,0 0 1 0 0,0 0-1 0 0,1 0 0 0 0,0 1 1 0 0,0 0-1 0 0,1 0 1 0 0,-1 1-1 0 0,-6 10 0 0 0,-44 64 91 0 0,57-80-144 0 0,-16 24 37 0 0,2 1 1 0 0,0 0 0 0 0,2 1-1 0 0,1 0 1 0 0,-9 36-1 0 0,17-50-7 0 0,0 0 0 0 0,0 1-1 0 0,1 0 1 0 0,1-1-1 0 0,0 1 1 0 0,1 0-1 0 0,1 0 1 0 0,0 0-1 0 0,1-1 1 0 0,0 1 0 0 0,1 0-1 0 0,0-1 1 0 0,8 17-1 0 0,-9-24 86 0 0,1-1-1 0 0,-1 0 1 0 0,1 0-1 0 0,1 0 1 0 0,-1-1-1 0 0,1 1 1 0 0,-1-1-1 0 0,1 1 1 0 0,0-1-1 0 0,1-1 1 0 0,-1 1-1 0 0,1-1 1 0 0,0 1-1 0 0,0-1 1 0 0,8 3-1 0 0,-6-3 36 0 0,0-1 0 0 0,0 0 0 0 0,1 0-1 0 0,-1-1 1 0 0,0 0 0 0 0,1 0 0 0 0,-1-1 0 0 0,1 0-1 0 0,-1 0 1 0 0,15-3 0 0 0,-8 0 4 0 0,0-1 1 0 0,0 0-1 0 0,0-1 0 0 0,-1 0 1 0 0,1-1-1 0 0,-2-1 1 0 0,1 0-1 0 0,-1 0 0 0 0,0-2 1 0 0,0 1-1 0 0,-1-2 0 0 0,12-11 1 0 0,-6 2-41 0 0,-1-2 0 0 0,-1 0 0 0 0,0 0 1 0 0,-2-2-1 0 0,0 0 0 0 0,12-33 0 0 0,-18 39-75 0 0,-1-1 1 0 0,0 0-1 0 0,-2 0 0 0 0,0 0 1 0 0,-1-1-1 0 0,-1 1 1 0 0,-1-1-1 0 0,0 1 0 0 0,-4-33 1 0 0,1 40-56 0 0,-1 0 1 0 0,0 0 0 0 0,0 0 0 0 0,-1 0-1 0 0,-1 1 1 0 0,1-1 0 0 0,-2 1 0 0 0,1 0 0 0 0,-2 0-1 0 0,1 1 1 0 0,-1 0 0 0 0,-1 0 0 0 0,1 1 0 0 0,-2-1-1 0 0,1 2 1 0 0,-1-1 0 0 0,-10-5 0 0 0,9 6-299 0 0,-1 0 1 0 0,-1 1 0 0 0,1 1-1 0 0,-1 0 1 0 0,0 0-1 0 0,-19-4 1 0 0,19 6-447 0 0,1 2 0 0 0,-1-1 0 0 0,0 1 0 0 0,0 1 0 0 0,0 0 0 0 0,0 1 0 0 0,-14 2 0 0 0,-15 6-4451 0 0,0 0-2836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 1552 0 0,'-39'-10'24172'0'0,"34"10"-24289"0"0,3-1 1200 0 0,13 42-12845 0 0,-7-20 5731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6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0 880 0 0,'4'24'7391'0'0,"-2"10"3258"0"0,-1-28-10604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1364 0 0,'45'-61'18559'0'0,"-46"75"-18447"0"0,-1-1 0 0 0,-4 17 0 0 0,-2 28 28 0 0,7-40-111 0 0,1-1 0 0 0,0 1 0 0 0,2 0 0 0 0,0 0 0 0 0,1-1 0 0 0,1 0 0 0 0,12 34 0 0 0,-14-46 34 0 0,0 0 0 0 0,0 0-1 0 0,1 0 1 0 0,0 0 0 0 0,0 0 0 0 0,0-1-1 0 0,0 0 1 0 0,1 1 0 0 0,-1-1-1 0 0,1-1 1 0 0,0 1 0 0 0,0 0 0 0 0,1-1-1 0 0,-1 0 1 0 0,1 0 0 0 0,0 0-1 0 0,0-1 1 0 0,0 0 0 0 0,0 0 0 0 0,0 0-1 0 0,0 0 1 0 0,0-1 0 0 0,1 0-1 0 0,-1 0 1 0 0,1 0 0 0 0,-1 0 0 0 0,1-1-1 0 0,-1 0 1 0 0,0-1 0 0 0,7 0-1 0 0,3-1 97 0 0,-1-2-1 0 0,0 1 0 0 0,0-1 0 0 0,-1-1 0 0 0,1-1 0 0 0,-1 0 1 0 0,0 0-1 0 0,-1-2 0 0 0,1 1 0 0 0,-2-1 0 0 0,1-1 0 0 0,-1 0 0 0 0,0-1 1 0 0,17-20-1 0 0,-19 18-56 0 0,1 0 0 0 0,-2 0 0 0 0,1-1 0 0 0,-2 0 0 0 0,0-1 1 0 0,0 0-1 0 0,-1 0 0 0 0,-1 0 0 0 0,-1-1 0 0 0,0 0 0 0 0,0 0 0 0 0,-2 0 0 0 0,0 0 1 0 0,0-16-1 0 0,-2 23-71 0 0,0 0 0 0 0,-1 0 0 0 0,0 1 1 0 0,0-1-1 0 0,-1 0 0 0 0,0 1 0 0 0,-1-1 0 0 0,1 1 1 0 0,-1 0-1 0 0,-1 0 0 0 0,1 0 0 0 0,-7-9 0 0 0,6 11-86 0 0,1 1 0 0 0,-1 0 0 0 0,1 1 0 0 0,-1-1 0 0 0,0 1 0 0 0,0-1 0 0 0,-1 1 0 0 0,1 0 0 0 0,-1 1 0 0 0,0-1 0 0 0,1 1 0 0 0,-1 0 0 0 0,0 0 0 0 0,0 0 0 0 0,0 1 0 0 0,-1 0 0 0 0,1 0-1 0 0,0 0 1 0 0,-6 0 0 0 0,1 1-370 0 0,0 1 0 0 0,0 0-1 0 0,-1 0 1 0 0,1 1 0 0 0,0 0-1 0 0,0 1 1 0 0,1 0 0 0 0,-1 1-1 0 0,0 0 1 0 0,1 0-1 0 0,0 1 1 0 0,-11 7 0 0 0,2 1-1753 0 0,2 0 0 0 0,-1 1-1 0 0,2 0 1 0 0,-27 33 0 0 0,18-18-4782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7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99 636 0 0,'-5'-58'16766'0'0,"5"44"-14396"0"0,1 12-2236 0 0,0-1-1 0 0,0 1 1 0 0,0-1-1 0 0,0 1 1 0 0,0 0-1 0 0,0 0 1 0 0,0-1-1 0 0,3-2 1 0 0,-3 5-192 0 0,-1 0 0 0 0,1-1 0 0 0,-1 1 0 0 0,1 0 1 0 0,-1-1-1 0 0,1 1 0 0 0,-1 0 0 0 0,1 0 1 0 0,-1 0-1 0 0,1-1 0 0 0,-1 1 0 0 0,1 0 0 0 0,-1 0 1 0 0,1 0-1 0 0,-1 0 0 0 0,1 0 0 0 0,-1 0 1 0 0,1 0-1 0 0,-1 0 0 0 0,1 0 0 0 0,0 0 1 0 0,-1 0-1 0 0,1 1 0 0 0,-1-1 0 0 0,1 0 0 0 0,-1 0 1 0 0,1 0-1 0 0,-1 1 0 0 0,1-1 0 0 0,-1 0 1 0 0,1 1-1 0 0,-1-1 0 0 0,0 0 0 0 0,1 1 1 0 0,-1-1-1 0 0,0 1 0 0 0,1-1 0 0 0,-1 0 0 0 0,0 1 1 0 0,1-1-1 0 0,-1 1 0 0 0,0-1 0 0 0,0 1 1 0 0,1-1-1 0 0,-1 1 0 0 0,0 0 0 0 0,1 2-935 0 0,0 0-1 0 0,0 0 0 0 0,0 0 1 0 0,0 0-1 0 0,-1 0 1 0 0,1 0-1 0 0,-1 0 0 0 0,0 0 1 0 0,0 6-1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1932 0 0,'0'3'2155'0'0,"-3"28"7199"0"0,2-23-8017 0 0,1 8 347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184 111 80 0 0,'1'-13'4866'0'0,"-2"-26"4551"0"0,1 36-8874 0 0,-1 0 0 0 0,1 0 1 0 0,-1 0-1 0 0,0 1 0 0 0,1-1 0 0 0,-1 0 1 0 0,0 0-1 0 0,-1 1 0 0 0,1-1 0 0 0,-2-2 1 0 0,2 4-87 0 0,1 1-433 0 0,0-1-1 0 0,0 1 1 0 0,0-1 0 0 0,-1 1-1 0 0,1 0 1 0 0,0-1 0 0 0,0 1-1 0 0,-1-1 1 0 0,1 1 0 0 0,0 0-1 0 0,-1-1 1 0 0,1 1 0 0 0,0 0-1 0 0,-1-1 1 0 0,1 1 0 0 0,0 0-1 0 0,-1 0 1 0 0,1-1 0 0 0,-1 1-1 0 0,1 0 1 0 0,-1 0 0 0 0,1 0-1 0 0,0 0 1 0 0,-1-1 0 0 0,1 1 0 0 0,-1 0-1 0 0,1 0 1 0 0,-1 0 0 0 0,1 0-1 0 0,-1 0 1 0 0,1 0 0 0 0,-1 0-1 0 0,1 0 1 0 0,-1 0 0 0 0,1 1-1 0 0,0-1 1 0 0,-1 0 0 0 0,1 0-1 0 0,-1 0 1 0 0,1 0 0 0 0,-1 1-1 0 0,1-1 1 0 0,0 0 0 0 0,-1 0-1 0 0,0 1 1 0 0,-19 11 272 0 0,13-5-252 0 0,0 0-1 0 0,0 0 0 0 0,0 1 0 0 0,1 0 1 0 0,0 0-1 0 0,1 0 0 0 0,-6 12 1 0 0,-25 65 103 0 0,26-60-104 0 0,2 1-1 0 0,1 0 0 0 0,-7 52 0 0 0,13-67-13 0 0,0 0-1 0 0,1 0 1 0 0,0-1 0 0 0,0 1-1 0 0,2 0 1 0 0,-1 0 0 0 0,1-1-1 0 0,1 1 1 0 0,0-1-1 0 0,0 0 1 0 0,1 0 0 0 0,9 17-1 0 0,-11-22 31 0 0,1-1 1 0 0,0 0-1 0 0,0 0 0 0 0,0-1 1 0 0,1 1-1 0 0,0-1 0 0 0,-1 1 0 0 0,1-1 1 0 0,0 0-1 0 0,0-1 0 0 0,1 1 0 0 0,-1-1 1 0 0,0 1-1 0 0,10 2 0 0 0,-7-3 62 0 0,0-1 1 0 0,0 0-1 0 0,0 0 0 0 0,0 0 0 0 0,0-1 0 0 0,0 0 0 0 0,0-1 0 0 0,0 1 0 0 0,12-4 0 0 0,-5 1 9 0 0,-1-1 0 0 0,0-1-1 0 0,0 0 1 0 0,0-1 0 0 0,-1 0-1 0 0,0-1 1 0 0,0 0 0 0 0,-1-1-1 0 0,0 0 1 0 0,14-14-1 0 0,-9 5-44 0 0,0-1 0 0 0,-1 0 0 0 0,-2-1-1 0 0,0 0 1 0 0,0-1 0 0 0,17-42-1 0 0,-25 51-40 0 0,-1 0-1 0 0,0 0 0 0 0,-1 0 0 0 0,0-1 0 0 0,-1 0 1 0 0,0 1-1 0 0,-1-1 0 0 0,0 0 0 0 0,-1 0 0 0 0,0 1 1 0 0,-1-1-1 0 0,-1 0 0 0 0,1 0 0 0 0,-2 1 0 0 0,-6-20 1 0 0,7 25-170 0 0,-1 0 0 0 0,0 1 1 0 0,0-1-1 0 0,-1 1 0 0 0,1-1 1 0 0,-1 1-1 0 0,0 1 0 0 0,0-1 1 0 0,-1 0-1 0 0,0 1 0 0 0,0 0 0 0 0,0 0 1 0 0,0 0-1 0 0,0 1 0 0 0,-1 0 1 0 0,1 0-1 0 0,-1 0 0 0 0,0 1 1 0 0,0 0-1 0 0,0 0 0 0 0,0 0 1 0 0,0 1-1 0 0,-7-1 0 0 0,5 1-419 0 0,0 1-1 0 0,0 0 1 0 0,0 0-1 0 0,0 1 1 0 0,0 0-1 0 0,1 0 0 0 0,-1 1 1 0 0,0 0-1 0 0,1 0 1 0 0,-1 1-1 0 0,1 0 1 0 0,0 0-1 0 0,0 1 1 0 0,0 0-1 0 0,0 0 0 0 0,1 1 1 0 0,-1-1-1 0 0,-5 7 1 0 0,-9 10-4324 0 0,-4 3-2503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 2436 0 0,'-24'-10'16943'0'0,"18"9"-18612"0"0,2 38-7246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8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2100 0 0,'-8'37'10028'0'0,"-3"-3"-4704"0"0,11-33-4928 0 0,0 20-815 0 0,2-20-145 0 0,0-1 0 0 0,0 0 0 0 0,0 0 0 0 0,0 0 0 0 0,0 0 0 0 0,0 0 0 0 0,0-1 0 0 0,0 1 0 0 0,0 0 0 0 0,0-1 0 0 0,0 0 0 0 0,0 1 0 0 0,0-1 0 0 0,0 0 0 0 0,0 0 0 0 0,2-2 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09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72 129 1796 0 0,'8'-14'3805'0'0,"-6"10"-2117"0"0,1-1 0 0 0,-1 1 1 0 0,0-1-1 0 0,0 0 0 0 0,5-10 4696 0 0,-12 20-5601 0 0,-10 26-568 0 0,1 0 1 0 0,1 1 0 0 0,1 1-1 0 0,2 0 1 0 0,2 0-1 0 0,-6 43 1 0 0,11-60-123 0 0,1 1 0 0 0,1-1 0 0 0,1 1 0 0 0,0-1 0 0 0,1 1-1 0 0,0 0 1 0 0,2-1 0 0 0,5 22 0 0 0,-6-32-26 0 0,0 1 0 0 0,0-1 1 0 0,1 1-1 0 0,0-1 0 0 0,1 0 0 0 0,-1 0 0 0 0,1 0 0 0 0,0 0 1 0 0,1-1-1 0 0,-1 1 0 0 0,1-1 0 0 0,0-1 0 0 0,1 1 0 0 0,-1-1 1 0 0,1 1-1 0 0,0-2 0 0 0,0 1 0 0 0,0-1 0 0 0,0 1 0 0 0,0-2 0 0 0,14 5 1 0 0,-10-4-11 0 0,-1-1 1 0 0,1-1-1 0 0,-1 0 1 0 0,1 0-1 0 0,-1-1 1 0 0,1 0-1 0 0,0 0 1 0 0,-1-1-1 0 0,1 0 1 0 0,-1-1-1 0 0,1 0 1 0 0,-1-1-1 0 0,0 0 1 0 0,0 0-1 0 0,0-1 1 0 0,0 0-1 0 0,-1-1 1 0 0,9-5-1 0 0,-6 2-25 0 0,0 0 1 0 0,-1-1-1 0 0,0-1 1 0 0,0 0-1 0 0,-1 0 0 0 0,0-1 1 0 0,0 0-1 0 0,-2 0 0 0 0,1-1 1 0 0,-1 0-1 0 0,9-24 0 0 0,-9 19-19 0 0,-1 1 1 0 0,-1-2-1 0 0,-1 1 0 0 0,0 0 0 0 0,-1-1 0 0 0,-1 0 0 0 0,0-29 0 0 0,-3 36-87 0 0,0 0 0 0 0,-1 0 0 0 0,0 0 0 0 0,-1 1 1 0 0,0-1-1 0 0,0 1 0 0 0,-1 0 0 0 0,0 0 0 0 0,-1 0 0 0 0,0 0 1 0 0,-1 1-1 0 0,0 0 0 0 0,-12-15 0 0 0,8 14-395 0 0,-1-1-1 0 0,1 1 1 0 0,-1 1-1 0 0,-1 0 1 0 0,0 1-1 0 0,-24-13 1 0 0,-22-5-3812 0 0,-4 5-4918 0 0,43 15 2786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11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26 145 1668 0 0,'8'-14'10522'0'0,"-5"11"-9777"0"0,226-60 2811 0 0,-60 17-3079 0 0,-82 28-350 0 0,-85 17-89 0 0,14 1-49 0 0,-13 0-21 0 0,1 2 27 0 0,-1-1 0 0 0,1 1 0 0 0,-1-1 0 0 0,0 1-1 0 0,0 0 1 0 0,0 0 0 0 0,0 0 0 0 0,0 1 0 0 0,0-1 0 0 0,0 1-1 0 0,-1 0 1 0 0,1 0 0 0 0,-1-1 0 0 0,0 2 0 0 0,0-1 0 0 0,3 6-1 0 0,3 7-53 0 0,-1 0 0 0 0,7 22 1 0 0,-6-14 93 0 0,13 37 1 0 0,-4 0 0 0 0,12 72 0 0 0,9 131 53 0 0,-25-156-57 0 0,75 1063 374 0 0,-63-423-131 0 0,-11-396-20 0 0,9 697 1796 0 0,-23-940-1920 0 0,-6 600 399 0 0,1-551-442 0 0,-1 109 479 0 0,2-173-99 0 0,4-92-475 0 0,-1 1 3 0 0,1 1 9 0 0,-1 0 0 0 0,1 0 0 0 0,0 0 0 0 0,0-1 0 0 0,0 1 0 0 0,2 5 0 0 0,0 24 38 0 0,0-10-62 0 0,-2 8 21 0 0,-4 21 0 0 0,2-31 14 0 0,2-19-2 0 0,-6 27 1679 0 0,-12-23-1477 0 0,1 0 0 0 0,-1-1 0 0 0,0-1 0 0 0,-34 4 1 0 0,3 0-136 0 0,-190 31-824 0 0,-6 1-2751 0 0,83-5-4290 0 0,134-28 3541 0 0,4-3-1887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0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80 408 0 0,'13'-5'2114'0'0,"0"-1"0"0"0,0 0 1 0 0,-1-1-1 0 0,20-13 0 0 0,-31 19-1575 0 0,2 0 274 0 0,1 0-1 0 0,-1-1 1 0 0,0 1-1 0 0,0-1 1 0 0,0 0 0 0 0,0 1-1 0 0,-1-1 1 0 0,4-3-1 0 0,-8 3-785 0 0,0 1 1 0 0,0-1-1 0 0,0 1 0 0 0,0-1 1 0 0,0 1-1 0 0,0 0 0 0 0,0-1 1 0 0,0 1-1 0 0,0 0 0 0 0,-1 1 1 0 0,1-1-1 0 0,-1 0 1 0 0,1 1-1 0 0,0-1 0 0 0,-1 1 1 0 0,1 0-1 0 0,-1 0 0 0 0,-3 0 1 0 0,-7 0-42 0 0,0 2 1 0 0,-17 2 0 0 0,22-2 32 0 0,-8 1-55 0 0,1 0 1 0 0,-1 1 0 0 0,1 1-1 0 0,1 0 1 0 0,-16 8 0 0 0,24-9 20 0 0,0-1-1 0 0,0 1 1 0 0,0 0 0 0 0,0 0 0 0 0,1 1 0 0 0,-1 0 0 0 0,1 0 0 0 0,1 0-1 0 0,-1 0 1 0 0,1 1 0 0 0,-1 0 0 0 0,2 0 0 0 0,-5 8 0 0 0,0 6-10 0 0,0 1 1 0 0,2 0-1 0 0,0 0 1 0 0,-4 37-1 0 0,-2 90 64 0 0,11-130-13 0 0,-12 318 1343 0 0,-6 91-1133 0 0,-66 656 1246 0 0,50-666-1198 0 0,-20 156-190 0 0,-13 172-185 0 0,2 101 22 0 0,53-477 85 0 0,13-363 0 0 0,-1 9 86 0 0,2 0 0 0 0,2 15 0 0 0,-3-29-95 0 0,1 0 0 0 0,-1 0 0 0 0,1-1-1 0 0,-1 1 1 0 0,1 0 0 0 0,0 0-1 0 0,-1-1 1 0 0,1 1 0 0 0,0-1 0 0 0,0 1-1 0 0,-1 0 1 0 0,1-1 0 0 0,0 1-1 0 0,0-1 1 0 0,0 0 0 0 0,0 1 0 0 0,0-1-1 0 0,0 0 1 0 0,-1 1 0 0 0,1-1-1 0 0,0 0 1 0 0,0 0 0 0 0,0 0 0 0 0,0 0-1 0 0,0 0 1 0 0,0 0 0 0 0,0 0-1 0 0,2-1 1 0 0,-2 1-5 0 0,21-1 29 0 0,-1-2 0 0 0,0 0 0 0 0,0-2 0 0 0,34-11 0 0 0,-17 5-120 0 0,286-85-3448 0 0,-114 15-6503 0 0,-156 57 3267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2360 0 0,'27'-30'14546'0'0,"-26"32"-14429"0"0,0 1 0 0 0,0-1 0 0 0,-1 0 1 0 0,1 0-1 0 0,-1 0 0 0 0,0 1 1 0 0,1-1-1 0 0,-1 0 0 0 0,0 0 0 0 0,0 3 1 0 0,0 3-2 0 0,3 63 553 0 0,-7 71-1 0 0,0-13-5584 0 0,4-117 3164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46 1792 0 0,'11'-37'16170'0'0,"-12"28"-13686"0"0,-7 165-1242 0 0,7-79-1121 0 0,-3 3-6 0 0,0 16-465 0 0,3-35-4345 0 0,6-40-2652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80 252 0 0,'2'-15'6390'0'0,"-7"-49"9313"0"0,-2 103-14459 0 0,23 235 667 0 0,6-92-9935 0 0,-19-135 44 0 0,-3-27 888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39 1192 0 0,'0'0'1714'0'0,"-3"-32"10722"0"0,2 31-12398 0 0,0 1 0 0 0,0-1 0 0 0,0 0 1 0 0,0 1-1 0 0,0 0 0 0 0,-1-1 0 0 0,1 1 0 0 0,0 0 0 0 0,0-1 0 0 0,0 1 1 0 0,-1 0-1 0 0,1 0 0 0 0,0 0 0 0 0,0 0 0 0 0,0 0 0 0 0,-1 0 0 0 0,1 1 1 0 0,0-1-1 0 0,0 0 0 0 0,0 1 0 0 0,-1-1 0 0 0,1 0 0 0 0,0 1 0 0 0,0 0 1 0 0,0-1-1 0 0,0 1 0 0 0,0-1 0 0 0,0 1 0 0 0,-2 2 0 0 0,-2 0-27 0 0,0 1 0 0 0,1 0-1 0 0,-1 1 1 0 0,-8 9 0 0 0,-4 10 55 0 0,0 0 1 0 0,1 1 0 0 0,2 1-1 0 0,-21 51 1 0 0,30-63-43 0 0,0 0 0 0 0,1-1 0 0 0,1 1 0 0 0,1 1 0 0 0,0-1 0 0 0,0 0 0 0 0,1 1 0 0 0,1-1 0 0 0,1 0 0 0 0,0 1 0 0 0,0-1 0 0 0,5 15 0 0 0,-4-23-6 0 0,-1-1 1 0 0,2 1-1 0 0,-1-1 1 0 0,0 1-1 0 0,1-1 1 0 0,0 0-1 0 0,0 0 1 0 0,1-1-1 0 0,-1 1 1 0 0,1 0-1 0 0,0-1 1 0 0,0 0-1 0 0,7 5 1 0 0,-4-4 17 0 0,0-1 0 0 0,1 0 1 0 0,-1 0-1 0 0,1 0 0 0 0,0-1 1 0 0,0 0-1 0 0,0-1 0 0 0,12 3 1 0 0,0-2 23 0 0,0-1 0 0 0,0-1 0 0 0,1-1 0 0 0,-1-1-1 0 0,0 0 1 0 0,38-9 0 0 0,-43 7-7 0 0,1-1 0 0 0,-1-1 0 0 0,0 0 0 0 0,-1-1 0 0 0,1-1 0 0 0,-1 0 0 0 0,-1-1 0 0 0,1 0 0 0 0,12-11 0 0 0,-19 12-3 0 0,1 0-1 0 0,-1 0 0 0 0,0-1 0 0 0,-1 0 0 0 0,1 0 0 0 0,-2-1 1 0 0,1 1-1 0 0,-1-1 0 0 0,-1 0 0 0 0,1-1 0 0 0,-2 1 0 0 0,1-1 1 0 0,-1 0-1 0 0,-1 0 0 0 0,2-11 0 0 0,-2 10-42 0 0,-1 0-1 0 0,0-1 1 0 0,-1 1 0 0 0,0 0 0 0 0,-1 0-1 0 0,0 0 1 0 0,-1-1 0 0 0,0 1-1 0 0,-1 0 1 0 0,0 1 0 0 0,0-1-1 0 0,-2 0 1 0 0,1 1 0 0 0,-1 0-1 0 0,0 0 1 0 0,-1 1 0 0 0,-1-1-1 0 0,1 1 1 0 0,-1 0 0 0 0,-1 1 0 0 0,0 0-1 0 0,0 0 1 0 0,0 1 0 0 0,-1-1-1 0 0,0 2 1 0 0,0 0 0 0 0,-1 0-1 0 0,0 0 1 0 0,0 1 0 0 0,0 1-1 0 0,-11-4 1 0 0,17 7-14 0 0,0 0-1 0 0,0 0 1 0 0,-1 0 0 0 0,1 1-1 0 0,0 0 1 0 0,0 0-1 0 0,0 0 1 0 0,0 0 0 0 0,0 0-1 0 0,0 1 1 0 0,-7 1-1 0 0,10-1-24 0 0,0-1 0 0 0,-1 1 0 0 0,1 0 0 0 0,0-1 0 0 0,0 1 0 0 0,-1 0 0 0 0,1 0 0 0 0,0 0 0 0 0,0 0 0 0 0,0 0 0 0 0,0 0-1 0 0,0 0 1 0 0,0 0 0 0 0,0 0 0 0 0,1 0 0 0 0,-1 0 0 0 0,0 1 0 0 0,1-1 0 0 0,-1 0 0 0 0,1 1 0 0 0,-1-1 0 0 0,1 0 0 0 0,-1 1 0 0 0,1-1-1 0 0,0 0 1 0 0,0 1 0 0 0,0-1 0 0 0,0 1 0 0 0,0-1 0 0 0,0 1 0 0 0,0-1 0 0 0,0 0 0 0 0,0 1 0 0 0,1 1 0 0 0,0 0-213 0 0,0-1 0 0 0,0 1 0 0 0,0-1 1 0 0,0 1-1 0 0,1-1 0 0 0,-1 0 0 0 0,0 1 0 0 0,1-1 1 0 0,0 0-1 0 0,0 0 0 0 0,-1 0 0 0 0,1 0 1 0 0,0 0-1 0 0,5 2 0 0 0,-2 0-1137 0 0,1-1 0 0 0,-1 0-1 0 0,1 0 1 0 0,11 4 0 0 0,2-1-4141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4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20 1272 0 0,'-46'22'13113'0'0,"44"-21"-12690"0"0,1-1 1 0 0,-1 1 0 0 0,1-1 0 0 0,-1 1 0 0 0,1 0-1 0 0,-1-1 1 0 0,1 1 0 0 0,0 0 0 0 0,-1 0 0 0 0,-1 2-1 0 0,45-7-473 0 0,78-20-1 0 0,-53 5-7722 0 0,-56 15 4148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97 2832 0 0,'-8'-14'6105'0'0,"7"10"-5515"0"0,0 1-1 0 0,1 0 1 0 0,-1-1 0 0 0,1 1 0 0 0,-1 0 0 0 0,1-1-1 0 0,0 1 1 0 0,0-1 0 0 0,1 1 0 0 0,-1 0 0 0 0,1-1 0 0 0,1-4-1 0 0,-1 6-543 0 0,0 0-1 0 0,0 0 0 0 0,0 0 0 0 0,0 0 0 0 0,1 1 0 0 0,-1-1 0 0 0,1 0 0 0 0,-1 1 1 0 0,1-1-1 0 0,0 1 0 0 0,-1-1 0 0 0,1 1 0 0 0,0 0 0 0 0,0 0 0 0 0,0 0 1 0 0,0 0-1 0 0,0 0 0 0 0,0 0 0 0 0,0 0 0 0 0,1 1 0 0 0,-1-1 0 0 0,0 1 0 0 0,3-1 1 0 0,0 0-21 0 0,0 0 1 0 0,1 1 0 0 0,-1-1 0 0 0,0 1 0 0 0,1 0-1 0 0,-1 1 1 0 0,1-1 0 0 0,-1 1 0 0 0,6 2 0 0 0,-7-2-13 0 0,0 0 0 0 0,-1 1 1 0 0,1-1-1 0 0,-1 1 0 0 0,1 0 0 0 0,-1 0 1 0 0,0 0-1 0 0,0 1 0 0 0,0-1 1 0 0,0 1-1 0 0,0 0 0 0 0,-1-1 0 0 0,1 1 1 0 0,-1 0-1 0 0,0 1 0 0 0,0-1 1 0 0,0 0-1 0 0,0 1 0 0 0,0-1 0 0 0,-1 1 1 0 0,1-1-1 0 0,-1 1 0 0 0,0 0 1 0 0,0 0-1 0 0,-1-1 0 0 0,1 1 0 0 0,-1 0 1 0 0,0 0-1 0 0,0 5 0 0 0,-1 2 11 0 0,-1 1 0 0 0,-1-1 0 0 0,1 0 0 0 0,-2 0 0 0 0,0 0 0 0 0,0-1-1 0 0,-8 16 1 0 0,0-6 122 0 0,0-1 0 0 0,-25 31-1 0 0,34-47-56 0 0,-8 15 657 0 0,14-13-515 0 0,10-4-281 0 0,-3 0 35 0 0,0 0 0 0 0,0 1 0 0 0,0 0 0 0 0,0 0 0 0 0,0 1 0 0 0,0 0 0 0 0,0 1 0 0 0,16 8 0 0 0,-21-9 73 0 0,1 0-1 0 0,-1 0 0 0 0,0 1 0 0 0,0-1 0 0 0,-1 1 0 0 0,1 0 0 0 0,-1 0 1 0 0,1 1-1 0 0,-1-1 0 0 0,-1 1 0 0 0,1 0 0 0 0,-1 0 0 0 0,1 0 0 0 0,-2 1 0 0 0,1-1 1 0 0,0 1-1 0 0,1 6 0 0 0,-4-7 67 0 0,1-1-1 0 0,-1 1 1 0 0,0 0-1 0 0,0 0 1 0 0,0 0 0 0 0,-1 0-1 0 0,0-1 1 0 0,0 1 0 0 0,0 0-1 0 0,0 0 1 0 0,-1-1 0 0 0,0 1-1 0 0,0-1 1 0 0,0 0-1 0 0,-1 1 1 0 0,1-1 0 0 0,-1 0-1 0 0,0 0 1 0 0,0-1 0 0 0,0 1-1 0 0,-1-1 1 0 0,-6 6-1 0 0,2-2 24 0 0,0-1 0 0 0,0 0 0 0 0,0 0-1 0 0,-1-1 1 0 0,0 0 0 0 0,0-1 0 0 0,0 0-1 0 0,-1-1 1 0 0,0 1 0 0 0,-10 1 0 0 0,8-4-69 0 0,0 1 1 0 0,1-2-1 0 0,-1 0 1 0 0,-19-2 0 0 0,19 1-32 0 0,7 1-210 0 0,0-1 0 0 0,0 0 0 0 0,0 0 0 0 0,0-1 1 0 0,1 1-1 0 0,-10-5 0 0 0,-6-9-3762 0 0,20 13 3462 0 0,-1 1 0 0 0,1 0 0 0 0,-1 0 0 0 0,1 0 0 0 0,0-1 0 0 0,0 1 1 0 0,-1 0-1 0 0,1 0 0 0 0,0-1 0 0 0,0 1 0 0 0,0 0 0 0 0,0 0 1 0 0,1-1-1 0 0,-1 1 0 0 0,0 0 0 0 0,0 0 0 0 0,1 0 0 0 0,-1-1 0 0 0,1 1 1 0 0,-1 0-1 0 0,1 0 0 0 0,0 0 0 0 0,0-2 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5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35 2224 0 0,'-16'4'6212'0'0,"-16"1"2200"0"0,25-4-6401 0 0,22-3-1436 0 0,197-29-80 0 0,-123 21-5899 0 0,-77 9 2844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82 536 0 0,'9'-27'18483'0'0,"-1"19"-17231"0"0,11 1-901 0 0,0 0-1 0 0,0 2 0 0 0,1 0 1 0 0,20-1-1 0 0,83-5-1783 0 0,-41 5-5998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1 880 0 0,'-32'2'5750'0'0,"18"-2"-3300"0"0,-1 2 0 0 0,-25 4 0 0 0,35-4-2218 0 0,-1 0-1 0 0,1 0 1 0 0,0 0-1 0 0,-1 1 1 0 0,1-1-1 0 0,0 1 1 0 0,1 0-1 0 0,-1 1 1 0 0,0-1-1 0 0,-5 7 1 0 0,2 0-133 0 0,-1 0-1 0 0,2 1 1 0 0,0 0 0 0 0,0 0-1 0 0,1 0 1 0 0,0 1 0 0 0,1 0-1 0 0,0 0 1 0 0,1 1 0 0 0,0-1-1 0 0,1 1 1 0 0,1 0 0 0 0,-2 25-1 0 0,4-35-56 0 0,0-1 0 0 0,0 0 0 0 0,1 1 0 0 0,-1-1-1 0 0,0 0 1 0 0,1 1 0 0 0,0-1 0 0 0,-1 0 0 0 0,1 0 0 0 0,0 1-1 0 0,0-1 1 0 0,1 0 0 0 0,-1 0 0 0 0,0 0 0 0 0,1 0-1 0 0,-1-1 1 0 0,1 1 0 0 0,-1 0 0 0 0,1-1 0 0 0,0 1 0 0 0,0 0-1 0 0,0-1 1 0 0,0 0 0 0 0,0 0 0 0 0,0 1 0 0 0,0-1 0 0 0,0-1-1 0 0,0 1 1 0 0,1 0 0 0 0,-1 0 0 0 0,0-1 0 0 0,0 1-1 0 0,4-1 1 0 0,8 2 145 0 0,1-1 0 0 0,-1-1-1 0 0,0 0 1 0 0,21-3 0 0 0,-17 1-78 0 0,-11 1-99 0 0,-1 1 1 0 0,0 1 0 0 0,0-1 0 0 0,1 1 0 0 0,-1 0 0 0 0,0 0 0 0 0,0 1 0 0 0,0 0 0 0 0,0 0 0 0 0,0 0 0 0 0,-1 1 0 0 0,1-1 0 0 0,-1 2 0 0 0,1-1 0 0 0,-1 0 0 0 0,0 1 0 0 0,0 0-1 0 0,8 9 1 0 0,-5-3 131 0 0,1 0 0 0 0,-1 1-1 0 0,-1 0 1 0 0,0 1 0 0 0,-1 0 0 0 0,0 0-1 0 0,7 20 1 0 0,-11-26 83 0 0,0 0-1 0 0,0 0 1 0 0,-1 1-1 0 0,0-1 1 0 0,0 0 0 0 0,0 0-1 0 0,-1 1 1 0 0,0-1 0 0 0,0 0-1 0 0,-1 1 1 0 0,0-1-1 0 0,0 0 1 0 0,0 0 0 0 0,-1 0-1 0 0,-3 10 1 0 0,1-9-45 0 0,0 1 1 0 0,0-1-1 0 0,0-1 1 0 0,-1 1-1 0 0,-1-1 1 0 0,1 0 0 0 0,-1 0-1 0 0,0 0 1 0 0,0-1-1 0 0,-13 10 1 0 0,5-7-78 0 0,0 0 0 0 0,-1-1 0 0 0,0 0 0 0 0,-1-1 1 0 0,1 0-1 0 0,-1-2 0 0 0,0 0 0 0 0,0 0 0 0 0,0-2 1 0 0,-1 0-1 0 0,-24 0 0 0 0,20-4-547 0 0,0 0 1 0 0,1-1-1 0 0,-1-1 1 0 0,-24-9-1 0 0,-16-9-3911 0 0,0-3-5399 0 0,53 22 7968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76 1484 0 0,'-1'-2'1644'0'0,"-23"-46"7521"0"0,23 46-8665 0 0,-2 3-388 0 0,0 0 0 0 0,-1 0 0 0 0,1 0 0 0 0,0 0 0 0 0,0 1 0 0 0,0-1 0 0 0,0 1 0 0 0,0-1 0 0 0,0 1 0 0 0,1 0-1 0 0,-1 0 1 0 0,1 1 0 0 0,-1-1 0 0 0,1 0 0 0 0,0 1 0 0 0,0-1 0 0 0,0 1 0 0 0,0 0 0 0 0,0 0 0 0 0,1 0 0 0 0,-3 4 0 0 0,-5 12 138 0 0,0 0 0 0 0,-6 21 0 0 0,13-36-195 0 0,-7 21 55 0 0,1 1 1 0 0,2 0-1 0 0,0 0 1 0 0,-2 29-1 0 0,7-46-87 0 0,0 1 0 0 0,1 0 0 0 0,1-1-1 0 0,-1 1 1 0 0,1 0 0 0 0,1-1 0 0 0,0 1 0 0 0,0-1-1 0 0,1 1 1 0 0,0-1 0 0 0,1 0 0 0 0,0 0-1 0 0,0-1 1 0 0,10 14 0 0 0,-11-18 23 0 0,0 0 1 0 0,1 0-1 0 0,-1 0 1 0 0,1-1 0 0 0,0 0-1 0 0,0 0 1 0 0,0 0-1 0 0,1 0 1 0 0,-1-1-1 0 0,1 1 1 0 0,-1-1-1 0 0,1 0 1 0 0,0 0-1 0 0,6 1 1 0 0,-3-2-4 0 0,0 0 1 0 0,1 0-1 0 0,-1 0 1 0 0,0-1-1 0 0,0-1 1 0 0,1 1-1 0 0,-1-1 1 0 0,11-3-1 0 0,-7 1-11 0 0,0 0 0 0 0,-1-1-1 0 0,1-1 1 0 0,-1 0 0 0 0,0 0-1 0 0,0-1 1 0 0,-1-1 0 0 0,1 1-1 0 0,-1-2 1 0 0,-1 1 0 0 0,16-17-1 0 0,-17 13-4 0 0,-1 1-1 0 0,0-1 0 0 0,-1 0 0 0 0,-1 0 0 0 0,1-1 0 0 0,-2 1 0 0 0,0-1 1 0 0,0 0-1 0 0,-1-1 0 0 0,0 1 0 0 0,-1-1 0 0 0,-1 1 0 0 0,0-1 1 0 0,0 1-1 0 0,-2-1 0 0 0,-1-19 0 0 0,0 22-16 0 0,1-1-1 0 0,-1 1 1 0 0,-1-1-1 0 0,0 1 1 0 0,0 0-1 0 0,-1 0 1 0 0,0 0-1 0 0,-1 1 1 0 0,0-1-1 0 0,-1 1 1 0 0,0 0-1 0 0,0 1 1 0 0,-1-1 0 0 0,0 1-1 0 0,0 0 1 0 0,-1 1-1 0 0,0 0 1 0 0,0 0-1 0 0,-17-10 1 0 0,19 15-5 0 0,1 0 0 0 0,-1 0 1 0 0,0 0-1 0 0,0 0 0 0 0,0 1 1 0 0,0 0-1 0 0,0 0 0 0 0,0 1 0 0 0,0 0 1 0 0,0 0-1 0 0,0 0 0 0 0,0 1 1 0 0,-10 2-1 0 0,13-3-115 0 0,1 1 0 0 0,-1-1 0 0 0,1 1 1 0 0,0 0-1 0 0,-1 0 0 0 0,1 0 0 0 0,0 0 0 0 0,-1 1 0 0 0,1-1 0 0 0,0 0 0 0 0,0 1 1 0 0,0 0-1 0 0,0-1 0 0 0,1 1 0 0 0,-1 0 0 0 0,0 0 0 0 0,1 0 0 0 0,-1 0 1 0 0,1 0-1 0 0,0 1 0 0 0,0-1 0 0 0,-1 0 0 0 0,1 1 0 0 0,1-1 0 0 0,-1 0 0 0 0,0 1 1 0 0,1-1-1 0 0,-1 1 0 0 0,1-1 0 0 0,0 1 0 0 0,0-1 0 0 0,0 1 0 0 0,0 0 0 0 0,0-1 1 0 0,1 4-1 0 0,0-1-512 0 0,1-1 0 0 0,-1 1 0 0 0,1-1 0 0 0,0 0 0 0 0,0 0 0 0 0,0 0 0 0 0,1 0 0 0 0,0 0 0 0 0,-1 0 0 0 0,1 0 0 0 0,1-1 0 0 0,-1 0 0 0 0,5 4 0 0 0,7 5-3445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1772 0 0,'7'15'19044'0'0,"-5"-14"-18573"0"0,45-6-383 0 0,68-16 0 0 0,-47 4-5548 0 0,-60 16 3216 0 0,-4 1 937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41 2188 0 0,'0'0'2440'0'0,"-8"-31"7657"0"0,7 30-9985 0 0,0 1-1 0 0,-1-1 1 0 0,1 0-1 0 0,0 0 1 0 0,0 0-1 0 0,-1 1 1 0 0,1-1-1 0 0,0 0 1 0 0,-1 1-1 0 0,1-1 1 0 0,0 1-1 0 0,-1 0 1 0 0,1-1-1 0 0,-1 1 1 0 0,1 0-1 0 0,-1 0 1 0 0,1 0-1 0 0,-3 0 1 0 0,0 1-15 0 0,0 0 1 0 0,0 0-1 0 0,0 0 1 0 0,0 0-1 0 0,1 0 0 0 0,-8 4 1 0 0,1 2-51 0 0,-1-1 1 0 0,1 1 0 0 0,-16 16-1 0 0,15-13-39 0 0,1 0-1 0 0,0 1 0 0 0,0 0 1 0 0,1 1-1 0 0,1 0 1 0 0,0 1-1 0 0,0 0 0 0 0,1 0 1 0 0,1 0-1 0 0,1 1 1 0 0,-1 0-1 0 0,-4 25 0 0 0,9-37 12 0 0,1 1-1 0 0,0-1 1 0 0,0 0-1 0 0,0 0 1 0 0,0 1-1 0 0,0-1 0 0 0,0 0 1 0 0,0 0-1 0 0,1 0 1 0 0,-1 1-1 0 0,1-1 1 0 0,0 0-1 0 0,0 0 1 0 0,0 0-1 0 0,0 0 1 0 0,0 0-1 0 0,0 0 0 0 0,0 0 1 0 0,1-1-1 0 0,-1 1 1 0 0,0 0-1 0 0,1-1 1 0 0,0 1-1 0 0,-1-1 1 0 0,1 1-1 0 0,0-1 0 0 0,0 0 1 0 0,0 1-1 0 0,0-1 1 0 0,4 1-1 0 0,4 2 92 0 0,1 0 0 0 0,0-2 0 0 0,-1 1-1 0 0,22 1 1 0 0,-13-1-118 0 0,2 1-6 0 0,0 1 0 0 0,0 0 0 0 0,22 10 0 0 0,-37-12 65 0 0,1 0 1 0 0,-1 0-1 0 0,0 0 1 0 0,0 1-1 0 0,-1 0 1 0 0,1 0-1 0 0,-1 0 0 0 0,0 1 1 0 0,0 0-1 0 0,0 0 1 0 0,-1 0-1 0 0,0 0 1 0 0,6 9-1 0 0,-9-10 59 0 0,1 0-1 0 0,-1 0 1 0 0,0 0-1 0 0,0 0 1 0 0,0 0-1 0 0,-1 0 0 0 0,1 0 1 0 0,-1 1-1 0 0,0-1 1 0 0,0 0-1 0 0,0 0 1 0 0,-1 0-1 0 0,0 0 1 0 0,1 0-1 0 0,-1 1 1 0 0,-1-1-1 0 0,1-1 1 0 0,-1 1-1 0 0,1 0 1 0 0,-1 0-1 0 0,0 0 1 0 0,-4 4-1 0 0,-3 6 161 0 0,-1-1 1 0 0,0 0-1 0 0,-1-1 0 0 0,-15 14 0 0 0,18-20-103 0 0,1 1 0 0 0,-1-2-1 0 0,0 1 1 0 0,0-1 0 0 0,-1-1 0 0 0,1 1-1 0 0,-1-1 1 0 0,0-1 0 0 0,0 0 0 0 0,0 0-1 0 0,-19 3 1 0 0,25-6-148 0 0,0-1 1 0 0,0 1-1 0 0,1-1 1 0 0,-1 0-1 0 0,1 0 0 0 0,-1 0 1 0 0,0 0-1 0 0,1 0 1 0 0,0-1-1 0 0,-1 1 1 0 0,1-1-1 0 0,0 0 0 0 0,0 1 1 0 0,0-1-1 0 0,0 0 1 0 0,0 0-1 0 0,0 0 0 0 0,0 0 1 0 0,1-1-1 0 0,-1 1 1 0 0,1 0-1 0 0,0-1 1 0 0,0 1-1 0 0,-2-4 0 0 0,1-3-18 0 0,1 1-1 0 0,0-1 1 0 0,0 0-1 0 0,1 1 0 0 0,0-1 1 0 0,0 0-1 0 0,1 0 1 0 0,0 1-1 0 0,1-1 0 0 0,0 1 1 0 0,4-12-1 0 0,5-11-73 0 0,26-48 0 0 0,-25 53 62 0 0,41-71-13 0 0,-32 61 76 0 0,-1 0 0 0 0,16-45 0 0 0,-35 77-59 0 0,1 0 0 0 0,-1 0 1 0 0,0 1-1 0 0,-1-1 1 0 0,1 0-1 0 0,-1 0 0 0 0,0 0 1 0 0,0 0-1 0 0,0 0 0 0 0,0 0 1 0 0,0 0-1 0 0,-1 0 1 0 0,0 0-1 0 0,-1-4 0 0 0,1 6 0 0 0,-1-1 0 0 0,1 1-1 0 0,0 0 1 0 0,-1 0-1 0 0,1 0 1 0 0,-1 0-1 0 0,1 0 1 0 0,-1 0 0 0 0,0 1-1 0 0,0-1 1 0 0,0 0-1 0 0,0 1 1 0 0,0 0-1 0 0,-1-1 1 0 0,1 1 0 0 0,0 0-1 0 0,0 0 1 0 0,-1 0-1 0 0,1 0 1 0 0,-1 1-1 0 0,1-1 1 0 0,-1 1 0 0 0,1-1-1 0 0,-4 1 1 0 0,-6-1-169 0 0,-1 1 0 0 0,1 0 0 0 0,-20 2 1 0 0,25-1-257 0 0,-1 0 0 0 0,0 1 0 0 0,1 0 0 0 0,0 0 0 0 0,-1 0 0 0 0,1 1 0 0 0,0 0 0 0 0,-8 5 0 0 0,11-5-479 0 0,0 0 0 0 0,0 0 0 0 0,0 0-1 0 0,1 0 1 0 0,0 1 0 0 0,-1-1 0 0 0,1 1-1 0 0,-4 7 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4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68 2120 0 0,'3'-16'5927'0'0,"-1"-21"4617"0"0,-2 23-5920 0 0,-2 23-4622 0 0,-9 150 1056 0 0,-4 17-2423 0 0,13-59-6306 0 0,3-91 2568 0 0,-1 0-2629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0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56 1232 0 0,'14'-13'14557'0'0,"-40"1"-13912"0"0,24 11-609 0 0,-1 2-30 0 0,0 0-15 0 0,1 0 0 0 0,-1 0 0 0 0,0 0 0 0 0,0 1 0 0 0,1-1 0 0 0,-1 1 0 0 0,1-1 0 0 0,-1 1 0 0 0,1 0 1 0 0,0 0-1 0 0,0 0 0 0 0,0 1 0 0 0,0-1 0 0 0,0 0 0 0 0,0 1 0 0 0,0 0 0 0 0,1-1 0 0 0,0 1 0 0 0,-1 0 0 0 0,1-1 0 0 0,-1 4 0 0 0,-5 14-49 0 0,-10 38-1 0 0,14-46 52 0 0,-3 12-27 0 0,0 1-1 0 0,2 1 1 0 0,-1 47-1 0 0,5-64 39 0 0,0-1-1 0 0,0 0 0 0 0,1 1 0 0 0,0-1 1 0 0,1 0-1 0 0,0 0 0 0 0,0 0 0 0 0,0 0 1 0 0,1 0-1 0 0,1 0 0 0 0,-1-1 0 0 0,1 1 1 0 0,0-1-1 0 0,1 0 0 0 0,8 11 0 0 0,-8-15 5 0 0,-1 1 0 0 0,1-1 0 0 0,0 0 0 0 0,0 0 0 0 0,0-1-1 0 0,1 0 1 0 0,-1 1 0 0 0,0-2 0 0 0,1 1 0 0 0,-1-1 0 0 0,1 1-1 0 0,0-2 1 0 0,-1 1 0 0 0,1-1 0 0 0,0 1 0 0 0,0-2 0 0 0,-1 1-1 0 0,1 0 1 0 0,0-1 0 0 0,10-3 0 0 0,0 0 15 0 0,0-1 1 0 0,-1 0-1 0 0,1-1 0 0 0,-1-1 1 0 0,0 0-1 0 0,14-10 1 0 0,-18 9 4 0 0,1-1 0 0 0,-2 0 1 0 0,1-1-1 0 0,-1 0 1 0 0,-1 0-1 0 0,0-1 0 0 0,0 0 1 0 0,-1-1-1 0 0,-1 0 1 0 0,1-1-1 0 0,-2 1 1 0 0,0-1-1 0 0,4-15 0 0 0,-6 18-20 0 0,-1-1-1 0 0,0 1 0 0 0,-1-1 0 0 0,0 0 0 0 0,-1 0 0 0 0,0 0 0 0 0,0 0 0 0 0,-1 0 0 0 0,-1 0 0 0 0,0 0 0 0 0,-1 0 0 0 0,0 0 0 0 0,0 1 0 0 0,-1-1 0 0 0,0 1 0 0 0,-1-1 0 0 0,-8-14 0 0 0,10 22-82 0 0,0-1 0 0 0,0 1 0 0 0,-1-1 0 0 0,1 1-1 0 0,-1 0 1 0 0,0 0 0 0 0,0 0 0 0 0,0 0 0 0 0,0 0 0 0 0,-1 1-1 0 0,1 0 1 0 0,-1-1 0 0 0,1 1 0 0 0,-1 1 0 0 0,0-1 0 0 0,-8-2-1 0 0,7 3-357 0 0,0 0-1 0 0,-1 1 1 0 0,1-1-1 0 0,0 1 0 0 0,-1 1 1 0 0,1-1-1 0 0,0 1 0 0 0,-1 0 1 0 0,1 0-1 0 0,0 0 0 0 0,0 1 1 0 0,-9 3-1 0 0,-9 7-2824 0 0,-2 0-1087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0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290 257 1056 0 0,'3'-5'1005'0'0,"0"0"0"0"0,-1-1 1 0 0,0 1-1 0 0,0 0 0 0 0,-1-1 0 0 0,1 0 0 0 0,-1 1 0 0 0,0-1 1 0 0,-1 0-1 0 0,1 0 0 0 0,-1 1 0 0 0,-1-8 0 0 0,1 12-890 0 0,1-1-1 0 0,-1 0 0 0 0,-1 1 0 0 0,1-1 1 0 0,0 0-1 0 0,0 1 0 0 0,-1-1 1 0 0,1 1-1 0 0,-1-1 0 0 0,1 0 0 0 0,-1 1 1 0 0,1-1-1 0 0,-1 1 0 0 0,0-1 1 0 0,0 1-1 0 0,0 0 0 0 0,0-1 1 0 0,0 1-1 0 0,0 0 0 0 0,0 0 0 0 0,-1-1 1 0 0,1 1-1 0 0,0 0 0 0 0,-1 0 1 0 0,1 0-1 0 0,0 1 0 0 0,-1-1 0 0 0,0 0 1 0 0,1 0-1 0 0,-1 1 0 0 0,1-1 1 0 0,-1 1-1 0 0,1 0 0 0 0,-4-1 0 0 0,1 1-84 0 0,0 0 0 0 0,1 0-1 0 0,-1 0 1 0 0,0 0-1 0 0,0 1 1 0 0,1-1-1 0 0,-1 1 1 0 0,0 0-1 0 0,1 0 1 0 0,-1 1-1 0 0,1-1 1 0 0,-1 1-1 0 0,-4 3 1 0 0,-5 5-8 0 0,0 0 0 0 0,1 1 0 0 0,1 1 0 0 0,0 0 0 0 0,0 0 1 0 0,-16 26-1 0 0,5-1-18 0 0,-24 55 0 0 0,36-69 2 0 0,1-1-1 0 0,1 1 0 0 0,1 1 1 0 0,-5 26-1 0 0,11-41 2 0 0,0 0 0 0 0,0-1 1 0 0,0 1-1 0 0,1-1 0 0 0,0 1 0 0 0,1 0 0 0 0,0-1 0 0 0,1 1 1 0 0,-1-1-1 0 0,1 1 0 0 0,1-1 0 0 0,0 0 0 0 0,0 0 0 0 0,1 0 1 0 0,4 8-1 0 0,-6-13 4 0 0,1 1 1 0 0,0-1-1 0 0,0 0 0 0 0,0 1 1 0 0,0-2-1 0 0,0 1 1 0 0,1 0-1 0 0,-1 0 0 0 0,1-1 1 0 0,0 0-1 0 0,-1 0 1 0 0,1 0-1 0 0,0 0 0 0 0,7 1 1 0 0,-4-1 10 0 0,0-1 0 0 0,1 0 0 0 0,-1 0 0 0 0,0-1 0 0 0,0 0 0 0 0,0 0 0 0 0,0 0 0 0 0,10-3 0 0 0,-3 0 13 0 0,0-1 0 0 0,0 0 0 0 0,-1-1-1 0 0,1-1 1 0 0,-1 0 0 0 0,0-1-1 0 0,-1 0 1 0 0,18-13 0 0 0,-14 5-8 0 0,0 0 0 0 0,0 0-1 0 0,-1-2 1 0 0,-1 0 0 0 0,-1 0 0 0 0,-1-1 0 0 0,0-1 0 0 0,-1 0 0 0 0,-1-1 0 0 0,12-32 0 0 0,-16 34-15 0 0,-1 1 0 0 0,0-1 0 0 0,-1 0 0 0 0,-1 0 0 0 0,-1-1 0 0 0,-1 1 0 0 0,0 0 0 0 0,-1-1 1 0 0,-1 1-1 0 0,-1-1 0 0 0,-1 1 0 0 0,0 0 0 0 0,-7-20 0 0 0,7 30-11 0 0,0-1 0 0 0,-1 0-1 0 0,0 1 1 0 0,0 0 0 0 0,-1 0-1 0 0,0 0 1 0 0,-1 0 0 0 0,1 1-1 0 0,-1 0 1 0 0,-1 0 0 0 0,1 1-1 0 0,-1 0 1 0 0,-12-8 0 0 0,10 8-34 0 0,0 1 1 0 0,-1 0 0 0 0,0 1-1 0 0,0 0 1 0 0,0 1 0 0 0,0 0-1 0 0,0 0 1 0 0,-1 1-1 0 0,1 1 1 0 0,-1 0 0 0 0,-16 0-1 0 0,13 1-535 0 0,0 1 0 0 0,0 0 0 0 0,0 1 0 0 0,1 0 0 0 0,-23 8 0 0 0,27-7-862 0 0,1 1-1 0 0,-1 0 1 0 0,1 0 0 0 0,0 1 0 0 0,-12 9 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1 123 904 0 0,'6'-8'6079'0'0,"18"-13"1775"0"0,-13 13-7480 0 0,24-21 1471 0 0,-34 28-1759 0 0,0 0-165 0 0,5-2 76 0 0,2-2-94 0 0,5-3-385 0 0,0 0 1 0 0,1 1-1 0 0,0 1 0 0 0,18-7 1 0 0,-30 13-296 0 0,6-3 142 0 0,-2 2-1377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17 584 0 0,'-44'-15'7797'0'0,"42"14"-7191"0"0,-1 1-109 0 0,1 0-401 0 0,-1 0-1 0 0,1 1 1 0 0,-1-1-1 0 0,1 1 1 0 0,-1-1 0 0 0,1 1-1 0 0,-1 0 1 0 0,1 0-1 0 0,-1 0 1 0 0,1 0-1 0 0,0 1 1 0 0,0-1 0 0 0,0 0-1 0 0,0 1 1 0 0,0 0-1 0 0,0 0 1 0 0,0-1 0 0 0,0 1-1 0 0,0 0 1 0 0,1 0-1 0 0,-1 0 1 0 0,1 1-1 0 0,0-1 1 0 0,-2 4 0 0 0,-5 10 150 0 0,0 0 0 0 0,-8 26 0 0 0,11-27-64 0 0,-4 11-74 0 0,1 2 0 0 0,1-1 0 0 0,1 1-1 0 0,1 0 1 0 0,-1 46 0 0 0,6-71-91 0 0,0 0 1 0 0,0 1-1 0 0,0-1 0 0 0,1 0 0 0 0,-1 0 0 0 0,1 1 1 0 0,0-1-1 0 0,0 0 0 0 0,0 0 0 0 0,1 0 0 0 0,-1 0 0 0 0,0 0 1 0 0,4 4-1 0 0,-4-6 8 0 0,0 1 1 0 0,1-1-1 0 0,0 0 1 0 0,-1 0 0 0 0,1 0-1 0 0,-1 0 1 0 0,1 0-1 0 0,0 0 1 0 0,0 0-1 0 0,0 0 1 0 0,0-1-1 0 0,0 1 1 0 0,-1-1-1 0 0,1 1 1 0 0,0-1 0 0 0,0 0-1 0 0,0 0 1 0 0,0 0-1 0 0,0 0 1 0 0,0 0-1 0 0,0 0 1 0 0,0 0-1 0 0,0-1 1 0 0,0 1-1 0 0,3-2 1 0 0,99-26 491 0 0,-98 27-484 0 0,1 0 0 0 0,-1 0 0 0 0,0 0 0 0 0,1 1 0 0 0,-1 0-1 0 0,1 0 1 0 0,-1 1 0 0 0,1 0 0 0 0,-1 0 0 0 0,0 0 0 0 0,1 1 0 0 0,-1 0-1 0 0,8 3 1 0 0,-6-1 42 0 0,0 1-1 0 0,0-1 0 0 0,0 1 1 0 0,-1 1-1 0 0,0-1 1 0 0,0 1-1 0 0,0 1 1 0 0,11 13-1 0 0,-12-13 62 0 0,-1 1 0 0 0,1 0 0 0 0,-1 0-1 0 0,-1 0 1 0 0,1 1 0 0 0,-2-1 0 0 0,1 1 0 0 0,-1 0 0 0 0,0 0 0 0 0,-1 0-1 0 0,0 1 1 0 0,0-1 0 0 0,-1 0 0 0 0,-1 1 0 0 0,1-1 0 0 0,-1 1 0 0 0,-1-1 0 0 0,-3 17-1 0 0,0-14-19 0 0,-1 1-1 0 0,0-2 0 0 0,-1 1 0 0 0,0-1 0 0 0,-1 0 1 0 0,0 0-1 0 0,-1-1 0 0 0,0 0 0 0 0,0 0 0 0 0,-1 0 0 0 0,-13 9 1 0 0,11-10-67 0 0,0 0 0 0 0,-1-1 0 0 0,0 0 1 0 0,0-1-1 0 0,-1 0 0 0 0,0-1 0 0 0,0-1 1 0 0,0 0-1 0 0,-1-1 0 0 0,-14 3 1 0 0,22-6-117 0 0,-1 0 1 0 0,0-1-1 0 0,1 1 1 0 0,-1-1 0 0 0,1-1-1 0 0,-1 0 1 0 0,0 0 0 0 0,1 0-1 0 0,-1 0 1 0 0,1-1-1 0 0,0 0 1 0 0,0-1 0 0 0,-7-3-1 0 0,9 4-275 0 0,0 0 0 0 0,1-1-1 0 0,-1 1 1 0 0,1-1 0 0 0,0 0-1 0 0,-1 0 1 0 0,1 0 0 0 0,1 0-1 0 0,-1-1 1 0 0,0 1 0 0 0,1-1-1 0 0,0 0 1 0 0,0 1 0 0 0,0-1-1 0 0,0 0 1 0 0,1 0 0 0 0,-1-1-1 0 0,1 1 1 0 0,0 0 0 0 0,-1-8-1 0 0,1-23-5144 0 0,2 15 998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29 656 0 0,'24'-21'13805'0'0,"-14"13"-10326"0"0,-6 10-3968 0 0,-4 1 67 0 0,0 0 1 0 0,0-1-1 0 0,0 1 1 0 0,-1 0-1 0 0,1-1 0 0 0,-1 1 1 0 0,1 0-1 0 0,-2 2 1 0 0,-14 38-6567 0 0,10-29 2723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2600 0 0,'-1'14'6084'0'0,"-2"-3"-2689"0"0,-4 11 2747 0 0,6-7-9238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59 896 0 0,'-4'-10'8089'0'0,"9"-10"-573"0"0,-3 13-6720 0 0,-1 5-171 0 0,7-17 2158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2416 0 0,'0'2'2074'0'0,"-2"49"7415"0"0,2-49-8785 0 0,0 34 2152 0 0,0-36-2980 0 0,0 1 0 0 0,0-1-1 0 0,0 0 1 0 0,0 1 0 0 0,0-1 0 0 0,0 1 0 0 0,0-1-1 0 0,0 1 1 0 0,1-1 0 0 0,-1 1 0 0 0,0-1 0 0 0,0 0 0 0 0,0 1-1 0 0,1-1 1 0 0,-1 1 0 0 0,0-1 0 0 0,1 0 0 0 0,-1 1-1 0 0,0-1 1 0 0,1 0 0 0 0,-1 1 0 0 0,0-1 0 0 0,1 0 0 0 0,-1 0-1 0 0,0 1 1 0 0,1-1 0 0 0,-1 0 0 0 0,1 0 0 0 0,-1 0-1 0 0,1 1 1 0 0,-1-1 0 0 0,0 0 0 0 0,1 0 0 0 0,0 0 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7 117 304 0 0,'0'-11'1998'0'0,"1"0"1"0"0,0 0-1 0 0,1 0 1 0 0,0 0-1 0 0,1 1 1 0 0,0-1-1 0 0,5-10 0 0 0,-7 20-1449 0 0,3-17 1098 0 0,-17 71-6048 0 0,1-18-1858 0 0,5-16 836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8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1380 0 0,'-1'38'11437'0'0,"-1"-3"-5560"0"0,2-33-5541 0 0,0 1-434 0 0,0-1-1 0 0,0 1 0 0 0,1-1 1 0 0,-1 0-1 0 0,0 1 0 0 0,1-1 1 0 0,0 0-1 0 0,0 1 0 0 0,-1-1 1 0 0,1 0-1 0 0,2 3 0 0 0,5 3-2158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9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0 105 276 0 0,'2'-4'1632'0'0,"2"-5"1669"0"0,0 0 0 0 0,0 0 0 0 0,-1-1 1 0 0,0 0-1 0 0,-1 1 0 0 0,2-19 976 0 0,-1 12-1771 0 0,2 39-12304 0 0,-5-14 8197 0 0,1-1 1 0 0,-2 1-1 0 0,1-1 0 0 0,-1 1 1 0 0,-3 11-1 0 0,1 3-5091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9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1 984 0 0,'-21'49'16156'0'0,"11"-31"-12634"0"0,26-25-7514 0 0,-6-2 1815 0 0,6-4-4078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36 2292 0 0,'11'-20'8765'0'0,"-11"19"-8643"0"0,0 0 0 0 0,0 0 0 0 0,0 1-1 0 0,-1-1 1 0 0,1 0 0 0 0,0 0 0 0 0,-1 1 0 0 0,1-1 0 0 0,-1 0 0 0 0,1 1 0 0 0,-1-1-1 0 0,1 0 1 0 0,-1 1 0 0 0,1-1 0 0 0,-1 1 0 0 0,0-1 0 0 0,1 1 0 0 0,-1-1 0 0 0,0 1-1 0 0,1 0 1 0 0,-1-1 0 0 0,0 1 0 0 0,0 0 0 0 0,1-1 0 0 0,-1 1 0 0 0,0 0 0 0 0,-1 0-1 0 0,0 0-46 0 0,0 0-1 0 0,1 0 1 0 0,-1 1-1 0 0,0-1 1 0 0,0 1 0 0 0,0-1-1 0 0,0 1 1 0 0,0 0-1 0 0,1-1 1 0 0,-1 1-1 0 0,-2 2 1 0 0,-4 2-29 0 0,-1 2 0 0 0,1-1 0 0 0,-9 11 1 0 0,1 0 45 0 0,0 2-1 0 0,1 0 1 0 0,1 1 0 0 0,1 0 0 0 0,-19 40 0 0 0,19-30-47 0 0,1 1 0 0 0,1 0 0 0 0,-11 58-1 0 0,20-78-36 0 0,1 0 0 0 0,0 0 0 0 0,0 0 0 0 0,1 0 0 0 0,1 0-1 0 0,0 0 1 0 0,0 0 0 0 0,1 0 0 0 0,1 0 0 0 0,6 18-1 0 0,-7-25 44 0 0,-1 1 0 0 0,1-1 0 0 0,1 0-1 0 0,-1 0 1 0 0,0 0 0 0 0,1-1 0 0 0,0 1 0 0 0,0-1-1 0 0,0 1 1 0 0,0-1 0 0 0,1 0 0 0 0,-1 0-1 0 0,1 0 1 0 0,0-1 0 0 0,0 1 0 0 0,0-1-1 0 0,0 0 1 0 0,0 0 0 0 0,0 0 0 0 0,1-1 0 0 0,-1 1-1 0 0,1-1 1 0 0,-1 0 0 0 0,1-1 0 0 0,-1 1-1 0 0,1-1 1 0 0,-1 0 0 0 0,6 0 0 0 0,1-1 40 0 0,0-1 0 0 0,0 0 0 0 0,0-1 0 0 0,0 0 0 0 0,0-1 0 0 0,-1 0 1 0 0,1 0-1 0 0,-1-2 0 0 0,0 1 0 0 0,-1-1 0 0 0,1 0 0 0 0,-1-1 0 0 0,0 0 1 0 0,-1-1-1 0 0,0 1 0 0 0,15-19 0 0 0,-10 9-39 0 0,0-1 0 0 0,-2 0 0 0 0,0 0 0 0 0,0-2 0 0 0,-2 1 1 0 0,0-1-1 0 0,11-41 0 0 0,-16 43-42 0 0,-1 0 0 0 0,0-1 0 0 0,-1 0 0 0 0,-1 1 0 0 0,-1-1 0 0 0,-2-23 0 0 0,1 33-10 0 0,-1 0 0 0 0,0 0 0 0 0,0 0 0 0 0,-1 0-1 0 0,0 0 1 0 0,-7-11 0 0 0,8 15-4 0 0,-1 0-1 0 0,0 1 0 0 0,0 0 1 0 0,-1 0-1 0 0,1 0 0 0 0,-1 0 0 0 0,0 0 1 0 0,0 1-1 0 0,0-1 0 0 0,0 1 1 0 0,-1 0-1 0 0,-4-2 0 0 0,4 3-2 0 0,1 1 0 0 0,-1-1 0 0 0,0 1 0 0 0,0 0-1 0 0,0 0 1 0 0,0 1 0 0 0,1 0 0 0 0,-1 0-1 0 0,0 0 1 0 0,0 0 0 0 0,0 1 0 0 0,0-1-1 0 0,0 1 1 0 0,0 1 0 0 0,1-1 0 0 0,-8 4-1 0 0,-4 1-212 0 0,0 2 0 0 0,1 0 0 0 0,-21 14-1 0 0,10-3-681 0 0,1 0 0 0 0,1 2 0 0 0,-23 26 0 0 0,-22 35-5922 0 0,44-50 852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54 996 0 0,'9'-9'3730'0'0,"-7"7"-2951"0"0,0 0 0 0 0,1 0 1 0 0,-1 0-1 0 0,0 0 0 0 0,0 0 1 0 0,-1-1-1 0 0,1 1 1 0 0,0-1-1 0 0,-1 1 0 0 0,1-1 1 0 0,-1 1-1 0 0,0-1 0 0 0,1-5 1411 0 0,-2 8-2137 0 0,0-1 0 0 0,0 1 0 0 0,-1-1 0 0 0,1 1-1 0 0,0 0 1 0 0,0-1 0 0 0,-1 1 0 0 0,1-1 0 0 0,0 1 0 0 0,-1 0 0 0 0,1 0 0 0 0,-1-1 0 0 0,1 1 0 0 0,0 0 0 0 0,-1-1 0 0 0,1 1-1 0 0,-1 0 1 0 0,1 0 0 0 0,-1 0 0 0 0,1 0 0 0 0,-1-1 0 0 0,1 1 0 0 0,-1 0 0 0 0,1 0 0 0 0,-1 0 0 0 0,1 0 0 0 0,0 0 0 0 0,-1 0-1 0 0,1 0 1 0 0,-1 0 0 0 0,0 1 0 0 0,-17 8 503 0 0,-14 23-330 0 0,32-32-216 0 0,-18 21 66 0 0,2 1 1 0 0,1 1-1 0 0,0 0 1 0 0,2 1-1 0 0,-19 46 1 0 0,24-48-68 0 0,0 0 0 0 0,2 0 1 0 0,1 0-1 0 0,0 1 0 0 0,2 0 1 0 0,1 0-1 0 0,0 30 0 0 0,2-47 1 0 0,1 1-1 0 0,0-1 1 0 0,0 1-1 0 0,0-1 1 0 0,1 0 0 0 0,-1 1-1 0 0,2-1 1 0 0,-1 0-1 0 0,1 0 1 0 0,0 0-1 0 0,3 6 1 0 0,-4-10-2 0 0,1 1 1 0 0,-1-1-1 0 0,0 1 0 0 0,0-1 1 0 0,1 0-1 0 0,0 0 0 0 0,-1 0 1 0 0,1 0-1 0 0,0-1 0 0 0,0 1 1 0 0,0-1-1 0 0,0 1 0 0 0,0-1 1 0 0,0 0-1 0 0,0 0 0 0 0,0-1 1 0 0,1 1-1 0 0,-1 0 0 0 0,0-1 1 0 0,1 0-1 0 0,-1 0 0 0 0,0 0 1 0 0,5-1-1 0 0,3-1 8 0 0,0 0 0 0 0,0-1 0 0 0,-1 0 1 0 0,1-1-1 0 0,-1 0 0 0 0,0-1 0 0 0,0 0 1 0 0,0 0-1 0 0,-1-1 0 0 0,0 0 0 0 0,0-1 0 0 0,0 0 1 0 0,-1 0-1 0 0,11-13 0 0 0,-5 4 14 0 0,-1-1-1 0 0,0 0 1 0 0,-1-1 0 0 0,-1-1-1 0 0,-1 1 1 0 0,12-31 0 0 0,-18 38 22 0 0,0-1 0 0 0,-1 0 0 0 0,0 0 0 0 0,-1 0 0 0 0,0 0 0 0 0,-1-1 0 0 0,-1 1 0 0 0,0 0 0 0 0,0 0 0 0 0,-5-22 0 0 0,4 29-52 0 0,0 0 0 0 0,0 1 0 0 0,0-1 0 0 0,-1 0 0 0 0,1 1 1 0 0,-1 0-1 0 0,-1-1 0 0 0,1 1 0 0 0,0 0 0 0 0,-1 0 0 0 0,0 0 0 0 0,0 1 0 0 0,0-1 1 0 0,0 1-1 0 0,-1-1 0 0 0,0 1 0 0 0,1 0 0 0 0,-1 1 0 0 0,0-1 0 0 0,0 0 0 0 0,0 1 0 0 0,-1 0 1 0 0,1 0-1 0 0,-1 1 0 0 0,1-1 0 0 0,-1 1 0 0 0,1 0 0 0 0,-1 0 0 0 0,0 0 0 0 0,-7 0 1 0 0,2 1-278 0 0,-1 1 0 0 0,1 0 0 0 0,0 1 0 0 0,-1 0 0 0 0,1 0 0 0 0,0 1 0 0 0,0 1 0 0 0,0-1 0 0 0,1 2 1 0 0,-1-1-1 0 0,1 1 0 0 0,-14 10 0 0 0,-8 8-2433 0 0,0 2 0 0 0,-26 28 0 0 0,50-46 1763 0 0,-31 29-5379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8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94 1576 0 0,'67'-56'15786'0'0,"-63"54"-14671"0"0,1 2-244 0 0,-9 10-223 0 0,-37 69 626 0 0,-57 125-166 0 0,85-173-1039 0 0,2 2-1 0 0,0-1 1 0 0,3 2-1 0 0,-8 52 1 0 0,15-75-53 0 0,1 0 1 0 0,-1 0-1 0 0,2 0 1 0 0,-1 1-1 0 0,2-1 1 0 0,0 0-1 0 0,0 0 1 0 0,0 0-1 0 0,7 15 1 0 0,-7-22-5 0 0,0 1 1 0 0,0-1 0 0 0,1 0-1 0 0,-1 0 1 0 0,1 0 0 0 0,0 0-1 0 0,0 0 1 0 0,1-1 0 0 0,-1 1-1 0 0,1-1 1 0 0,-1 0 0 0 0,1 0 0 0 0,0 0-1 0 0,0 0 1 0 0,1-1 0 0 0,-1 0-1 0 0,0 0 1 0 0,1 0 0 0 0,-1 0-1 0 0,1-1 1 0 0,0 0 0 0 0,-1 0-1 0 0,1 0 1 0 0,6 0 0 0 0,2 0 20 0 0,0-2 0 0 0,-1 0 1 0 0,1 0-1 0 0,0-1 0 0 0,-1-1 1 0 0,1 0-1 0 0,-1 0 0 0 0,0-2 0 0 0,17-7 1 0 0,-11 3 78 0 0,-1 0 1 0 0,0-1 0 0 0,-1-1-1 0 0,0-1 1 0 0,21-20 0 0 0,-21 17-38 0 0,-2-2 1 0 0,-1 0 0 0 0,0-1 0 0 0,-1 0-1 0 0,0-1 1 0 0,-2 0 0 0 0,0 0-1 0 0,-2-1 1 0 0,0-1 0 0 0,10-41 0 0 0,-14 47-51 0 0,-1 0 0 0 0,-1 0 1 0 0,-1 0-1 0 0,0 0 1 0 0,0 0-1 0 0,-2 0 0 0 0,0 0 1 0 0,0 0-1 0 0,-2 0 1 0 0,0 0-1 0 0,0 1 0 0 0,-2-1 1 0 0,0 1-1 0 0,0 0 1 0 0,-1 0-1 0 0,-13-21 0 0 0,12 26-91 0 0,1 1-1 0 0,-1-1 0 0 0,0 1 0 0 0,-1 1 1 0 0,0-1-1 0 0,0 1 0 0 0,-1 1 1 0 0,0-1-1 0 0,0 2 0 0 0,0-1 0 0 0,-1 1 1 0 0,0 0-1 0 0,0 1 0 0 0,0 1 1 0 0,0-1-1 0 0,-20-3 0 0 0,17 6-378 0 0,-1 0 0 0 0,1 0-1 0 0,0 1 1 0 0,0 1 0 0 0,0 0 0 0 0,-1 1 0 0 0,1 0-1 0 0,1 1 1 0 0,-1 0 0 0 0,0 1 0 0 0,1 1-1 0 0,0 0 1 0 0,-17 9 0 0 0,7-1-1751 0 0,1 1 0 0 0,0 1-1 0 0,-26 24 1 0 0,10-5-4724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1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110 227 672 0 0,'41'-76'18524'0'0,"-41"73"-17586"0"0,-5 9-833 0 0,-16 27 123 0 0,1 1 1 0 0,1 2-1 0 0,3 0 0 0 0,0 0 0 0 0,3 2 0 0 0,1 0 1 0 0,-8 43-1 0 0,17-69-205 0 0,1 0 0 0 0,0 0 0 0 0,1 0 0 0 0,1 0 0 0 0,-1 0 0 0 0,2 0 0 0 0,0-1 0 0 0,0 1 0 0 0,4 15 0 0 0,-3-23-9 0 0,-1 1 0 0 0,1-1 0 0 0,0 1-1 0 0,0-1 1 0 0,0 1 0 0 0,0-1 0 0 0,1 0-1 0 0,0 0 1 0 0,0-1 0 0 0,0 1 0 0 0,0 0 0 0 0,0-1-1 0 0,1 0 1 0 0,0 0 0 0 0,-1 0 0 0 0,1 0-1 0 0,0-1 1 0 0,1 1 0 0 0,-1-1 0 0 0,0 0 0 0 0,1 0-1 0 0,-1 0 1 0 0,1-1 0 0 0,-1 0 0 0 0,9 1-1 0 0,-3 0 44 0 0,1-2 0 0 0,0 1-1 0 0,0-2 1 0 0,0 1 0 0 0,0-2-1 0 0,-1 1 1 0 0,1-1 0 0 0,-1-1-1 0 0,1 0 1 0 0,-1-1 0 0 0,0 1-1 0 0,0-2 1 0 0,0 0-1 0 0,-1 0 1 0 0,1-1 0 0 0,-1 0-1 0 0,-1 0 1 0 0,1-1 0 0 0,-1 0-1 0 0,0 0 1 0 0,11-15 0 0 0,-8 9 27 0 0,-1-1 1 0 0,0 0 0 0 0,-1 0-1 0 0,-1-1 1 0 0,0 0-1 0 0,-1 0 1 0 0,0-1 0 0 0,-2 0-1 0 0,0 0 1 0 0,0 0-1 0 0,-2-1 1 0 0,0 0 0 0 0,1-20-1 0 0,-3 22-107 0 0,-1 1-1 0 0,-1 0 1 0 0,0-1-1 0 0,-1 1 1 0 0,-1 0-1 0 0,0-1 0 0 0,-1 2 1 0 0,0-1-1 0 0,-1 0 1 0 0,0 1-1 0 0,-1 0 1 0 0,-1 0-1 0 0,0 0 1 0 0,-1 1-1 0 0,0 0 0 0 0,-1 1 1 0 0,-1 0-1 0 0,1 0 1 0 0,-2 1-1 0 0,1 0 1 0 0,-1 1-1 0 0,-1 0 0 0 0,-20-11 1 0 0,15 10-1203 0 0,-33-11 0 0 0,12 5-2378 0 0,1-3-5249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20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686 169 1508 0 0,'-3'-9'6575'0'0,"10"3"-5314"0"0,1 0 1 0 0,-1 0 0 0 0,16-8-1 0 0,59-26 679 0 0,-69 34-1619 0 0,29-11-26 0 0,1 1 0 0 0,1 2 0 0 0,0 2 0 0 0,71-10 0 0 0,-110 22-276 0 0,-1-1 1 0 0,1 1-1 0 0,0 0 0 0 0,-1 0 0 0 0,1 1 1 0 0,0-1-1 0 0,-1 1 0 0 0,1 0 1 0 0,-1 0-1 0 0,1 1 0 0 0,-1-1 1 0 0,0 1-1 0 0,1 0 0 0 0,-1 0 1 0 0,0 1-1 0 0,0-1 0 0 0,0 1 1 0 0,-1 0-1 0 0,1 0 0 0 0,-1 0 1 0 0,1 0-1 0 0,-1 1 0 0 0,0-1 0 0 0,0 1 1 0 0,-1 0-1 0 0,1 0 0 0 0,-1 0 1 0 0,0 0-1 0 0,2 5 0 0 0,4 12 149 0 0,0-1 0 0 0,-2 2 0 0 0,-1-1 0 0 0,5 39 0 0 0,-8-47-149 0 0,26 190 1222 0 0,-10 1 0 0 0,-9 246 0 0 0,-14 303 53 0 0,5-549-1097 0 0,1 47-115 0 0,-3 312 111 0 0,-60 926 1738 0 0,-7-461-1725 0 0,67-1004-106 0 0,-20 190 1202 0 0,20-197-464 0 0,1-12-447 0 0,0 0 0 0 0,1 0 0 0 0,-2-1 0 0 0,1 1 0 0 0,-3 7 0 0 0,3-10-335 0 0,0 0 1 0 0,-1 0-1 0 0,1 0 1 0 0,0-1-1 0 0,-1 1 1 0 0,0-1-1 0 0,1 1 1 0 0,-1-1-1 0 0,0 1 1 0 0,1-1-1 0 0,-1 0 1 0 0,0 0-1 0 0,0 0 1 0 0,0 0-1 0 0,-4 1 1 0 0,-16 4-4 0 0,0-1 0 0 0,0 0 0 0 0,0-2 0 0 0,0-1 0 0 0,-29 0 0 0 0,-9 1-126 0 0,-300 19-2907 0 0,116-9-2187 0 0,0 7-7482 0 0,194-13 4185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29 1232 0 0,'-32'-24'7194'0'0,"31"23"-7167"0"0,1 1 1 0 0,0 0-1 0 0,0 0 1 0 0,0-1-1 0 0,-1 1 0 0 0,1 0 1 0 0,0 0-1 0 0,0-1 1 0 0,-1 1-1 0 0,1 0 0 0 0,0 0 1 0 0,0 0-1 0 0,-1 0 1 0 0,1-1-1 0 0,0 1 0 0 0,-1 0 1 0 0,1 0-1 0 0,0 0 1 0 0,0 0-1 0 0,-1 0 0 0 0,1 0 1 0 0,0 0-1 0 0,-1 0 0 0 0,1 0 1 0 0,0 0-1 0 0,-1 0 1 0 0,1 0-1 0 0,0 0 0 0 0,-1 0 1 0 0,1 0-1 0 0,0 0 1 0 0,-1 0-1 0 0,1 1 0 0 0,0-1 1 0 0,0 0-1 0 0,-1 0 1 0 0,1 0-1 0 0,0 0 0 0 0,-1 1 1 0 0,1-1-1 0 0,0 0 1 0 0,0 0-1 0 0,0 1 0 0 0,-1-1 1 0 0,1 0-1 0 0,0 0 0 0 0,0 1 1 0 0,0-1-1 0 0,0 0 1 0 0,-1 0-1 0 0,1 1 0 0 0,0-1 1 0 0,0 0-1 0 0,0 1 1 0 0,0-1-1 0 0,0 0 0 0 0,0 1 1 0 0,0-1-1 0 0,0 0 1 0 0,0 1-1 0 0,-17 311 1861 0 0,0 7-3402 0 0,18-288-3842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4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1264 0 0,'3'-19'2023'0'0,"1"2"1"0"0,0-1-1 0 0,13-32 0 0 0,-14 44-1839 0 0,0 1-1 0 0,0-1 1 0 0,1 1-1 0 0,-1 0 1 0 0,1 0-1 0 0,0 0 1 0 0,1 0 0 0 0,-1 1-1 0 0,1 0 1 0 0,0 0-1 0 0,0 0 1 0 0,0 1-1 0 0,0-1 1 0 0,1 1-1 0 0,6-2 1 0 0,-3 1-120 0 0,0 1-1 0 0,1 1 1 0 0,0 0 0 0 0,-1 0-1 0 0,1 1 1 0 0,0 0 0 0 0,0 1 0 0 0,0 0-1 0 0,0 0 1 0 0,0 1 0 0 0,0 0-1 0 0,-1 1 1 0 0,1 0 0 0 0,0 1 0 0 0,-1 0-1 0 0,0 0 1 0 0,1 1 0 0 0,11 7 0 0 0,-18-9-42 0 0,0 0 1 0 0,0 0 0 0 0,0 1 0 0 0,0-1 0 0 0,0 0-1 0 0,0 1 1 0 0,-1 0 0 0 0,0 0 0 0 0,1 0 0 0 0,-1 0-1 0 0,0 0 1 0 0,0 0 0 0 0,-1 0 0 0 0,1 1 0 0 0,-1-1-1 0 0,3 7 1 0 0,-3-4-4 0 0,-1-1 0 0 0,1 1 0 0 0,-1-1 1 0 0,0 1-1 0 0,0-1 0 0 0,-1 1 0 0 0,1-1 0 0 0,-1 1 0 0 0,-1-1 0 0 0,-1 7 0 0 0,-3 2 5 0 0,1 0 0 0 0,-2 0 0 0 0,0-1 0 0 0,-1 0 0 0 0,0-1 0 0 0,-1 0 0 0 0,-15 18 0 0 0,7-14 7 0 0,0 0 0 0 0,-1-1 0 0 0,-1-1 1 0 0,0-1-1 0 0,-1 0 0 0 0,-32 14 0 0 0,44-23-19 0 0,-1 0-1 0 0,1-1 1 0 0,-1 0 0 0 0,-10 2 0 0 0,17-5 10 0 0,-15 6 298 0 0,13-5-270 0 0,-13 6 133 0 0,17-6-181 0 0,-1-1-1 0 0,1 0 1 0 0,0 1 0 0 0,-1-1-1 0 0,1 0 1 0 0,0 1 0 0 0,-1-1 0 0 0,1 1-1 0 0,0-1 1 0 0,0 0 0 0 0,-1 1 0 0 0,1-1-1 0 0,0 1 1 0 0,0-1 0 0 0,0 1-1 0 0,0-1 1 0 0,-1 1 0 0 0,1-1 0 0 0,0 1-1 0 0,0-1 1 0 0,0 1 0 0 0,0-1 0 0 0,0 1-1 0 0,0-1 1 0 0,0 1 0 0 0,0-1-1 0 0,1 1 1 0 0,-1-1 0 0 0,0 1 0 0 0,0-1-1 0 0,0 1 1 0 0,1-1 0 0 0,-1 1-1 0 0,0-1 1 0 0,0 1 0 0 0,1-1 0 0 0,-1 1-1 0 0,20 27 119 0 0,0-1 0 0 0,2 0 0 0 0,39 36 0 0 0,-13-19-37 0 0,53 36 0 0 0,34 8 225 0 0,-94-62 995 0 0,-40-26-1270 0 0,0 1 1 0 0,0-1-1 0 0,-1 1 0 0 0,1-1 0 0 0,0 1 0 0 0,0-1 0 0 0,0 0 0 0 0,-1 1 1 0 0,1-1-1 0 0,0 0 0 0 0,0 0 0 0 0,0 1 0 0 0,0-1 0 0 0,0 0 0 0 0,0 0 1 0 0,0 0-1 0 0,0 0 0 0 0,-1 0 0 0 0,1 0 0 0 0,0-1 0 0 0,0 1 0 0 0,0 0 1 0 0,0 0-1 0 0,0-1 0 0 0,0 1 0 0 0,-1 0 0 0 0,1-1 0 0 0,0 1 0 0 0,0-1 1 0 0,0 1-1 0 0,-1-1 0 0 0,1 1 0 0 0,0-1 0 0 0,-1 0 0 0 0,1 1 0 0 0,0-1 1 0 0,-1 0-1 0 0,1 1 0 0 0,-1-1 0 0 0,1 0 0 0 0,-1 0 0 0 0,0 0 1 0 0,1 1-1 0 0,-1-1 0 0 0,0 0 0 0 0,1 0 0 0 0,-1 0 0 0 0,0-1 0 0 0,0 0 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69 1956 0 0,'0'0'1584'0'0,"0"-26"3998"0"0,2 9-2412 0 0,0-8 1148 0 0,-4 34-4010 0 0,-6 31 235 0 0,-4 54 0 0 0,11-83-528 0 0,1 1 0 0 0,0 0-1 0 0,0 0 1 0 0,1 0-1 0 0,1-1 1 0 0,0 1 0 0 0,0 0-1 0 0,1-1 1 0 0,1 1-1 0 0,7 14 1 0 0,-10-23-5 0 0,1-1-1 0 0,-1 0 1 0 0,1 0-1 0 0,0 1 1 0 0,0-1 0 0 0,0 0-1 0 0,0-1 1 0 0,0 1-1 0 0,0 0 1 0 0,0 0-1 0 0,1-1 1 0 0,-1 0 0 0 0,1 1-1 0 0,-1-1 1 0 0,6 2-1 0 0,-6-3 21 0 0,2 0-16 0 0,24-4 37 0 0,-20-2-41 0 0,-3 1-13 0 0,1-1-1 0 0,0 1-1 0 0,-1-1 0 0 0,0 0 0 0 0,0 0 1 0 0,-1 0-1 0 0,0 0 0 0 0,0-1 0 0 0,0 0 1 0 0,-1 0-1 0 0,0 0 0 0 0,3-11 0 0 0,-2 4 237 0 0,0 0 0 0 0,-2-1 0 0 0,1 0 0 0 0,0-27 0 0 0,-3 40-115 0 0,-1-6 300 0 0,-5 31-175 0 0,1 1 1 0 0,1 0 0 0 0,1 0 0 0 0,1 0 0 0 0,1 28 0 0 0,-1 13 3 0 0,-1-28-223 0 0,-4 217-149 0 0,7-249-184 0 0,0 0 1 0 0,1 0-1 0 0,0 1 0 0 0,0-1 0 0 0,0 0 0 0 0,4 8 0 0 0,-5-12-137 0 0,1 1 0 0 0,0 0-1 0 0,0-1 1 0 0,0 1 0 0 0,0-1 0 0 0,1 1-1 0 0,-1-1 1 0 0,0 1 0 0 0,1-1 0 0 0,-1 0-1 0 0,1 0 1 0 0,1 2 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62 232 2140 0 0,'-3'-1'2400'0'0,"-45"-16"8592"0"0,46 17-10226 0 0,-6-6 2109 0 0,20 2-1487 0 0,105-14-1415 0 0,136-38 1 0 0,-251 55 18 0 0,1 0-135 0 0,1 1 0 0 0,-1-1 0 0 0,1 0 0 0 0,-1 0 0 0 0,0-1 0 0 0,0 1 0 0 0,1-1 0 0 0,-1 1 0 0 0,0-1 0 0 0,0 0-1 0 0,-1 0 1 0 0,1-1 0 0 0,0 1 0 0 0,-1 0 0 0 0,1-1 0 0 0,2-3 0 0 0,-5 5 90 0 0,1-1-1 0 0,-1 1 0 0 0,0 0 1 0 0,1-1-1 0 0,-1 1 1 0 0,0 0-1 0 0,0-1 0 0 0,0 1 1 0 0,0 0-1 0 0,0-1 1 0 0,0 1-1 0 0,0 0 0 0 0,-1-1 1 0 0,1 1-1 0 0,0 0 1 0 0,-1-1-1 0 0,0-1 0 0 0,-11-21-145 0 0,9 20 133 0 0,-19-30 649 0 0,21 32-520 0 0,-2-4 433 0 0,4 37-156 0 0,-1-12-231 0 0,0-1 0 0 0,0 1 0 0 0,-5 19 0 0 0,-30 102-426 0 0,21-94-2587 0 0,-2-1-3858 0 0,11-29 393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5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32 2244 0 0,'-1'-2'2045'0'0,"-22"-22"6092"0"0,23 24-7915 0 0,-1-1 0 0 0,0 1 0 0 0,1-1 0 0 0,-1 1 0 0 0,0-1 0 0 0,0 1 0 0 0,1-1 0 0 0,-1 1 0 0 0,0 0 0 0 0,0-1 0 0 0,0 1 0 0 0,0 0-1 0 0,-1-1 1 0 0,1 3-139 0 0,-1-1 0 0 0,1 0-1 0 0,0 1 1 0 0,0-1 0 0 0,0 1 0 0 0,0-1-1 0 0,0 1 1 0 0,0-1 0 0 0,0 1-1 0 0,1 0 1 0 0,-1 0 0 0 0,1-1-1 0 0,-1 1 1 0 0,1 0 0 0 0,-1 0-1 0 0,1-1 1 0 0,0 1 0 0 0,0 3-1 0 0,0 47 521 0 0,0-30-411 0 0,0 279 266 0 0,7-172-8173 0 0,-7-118 4245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6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1916 0 0,'4'-16'1356'0'0,"0"1"-1"0"0,1 0 1 0 0,1 0-1 0 0,1 1 1 0 0,0 0 0 0 0,11-17-1 0 0,-12 22-1011 0 0,1 0 0 0 0,1 1 0 0 0,0-1 0 0 0,0 1 0 0 0,0 1-1 0 0,1-1 1 0 0,0 2 0 0 0,1-1 0 0 0,14-7 0 0 0,-11 8-114 0 0,0 0 1 0 0,1 1-1 0 0,-1 0 1 0 0,24-4-1 0 0,-32 8-193 0 0,0 0 0 0 0,0 0 0 0 0,0 0 0 0 0,0 1 1 0 0,-1 0-1 0 0,1 0 0 0 0,0 0 0 0 0,0 1 0 0 0,0 0 0 0 0,0 0 0 0 0,0 0 0 0 0,-1 0 1 0 0,1 1-1 0 0,-1-1 0 0 0,1 1 0 0 0,-1 1 0 0 0,6 2 0 0 0,-7-3-19 0 0,-1 0 1 0 0,0 0-1 0 0,-1 0 0 0 0,1 0 0 0 0,0 0 1 0 0,-1 0-1 0 0,1 1 0 0 0,-1-1 1 0 0,1 0-1 0 0,-1 1 0 0 0,0-1 0 0 0,0 1 1 0 0,0 0-1 0 0,-1-1 0 0 0,1 1 0 0 0,0 4 1 0 0,-1-2-2 0 0,0 0 0 0 0,0 0 0 0 0,0 0 0 0 0,-1 0 0 0 0,0 0 0 0 0,0 0-1 0 0,0 0 1 0 0,-4 7 0 0 0,-1 2 14 0 0,-1 0-1 0 0,-1-1 0 0 0,0 0 0 0 0,-19 22 0 0 0,14-20-7 0 0,0 0-1 0 0,-2-1 1 0 0,0-1 0 0 0,-21 15-1 0 0,-69 36 164 0 0,93-57-159 0 0,4-3-4 0 0,7-3-8 0 0,-1-1-1 0 0,1 1 1 0 0,-1 0 0 0 0,1 0-1 0 0,0 0 1 0 0,-1 0 0 0 0,1 0-1 0 0,0 0 1 0 0,0 0 0 0 0,-1 0-1 0 0,1 1 1 0 0,0-1 0 0 0,0 0-1 0 0,-1 3 1 0 0,7 0 155 0 0,-1 0 0 0 0,1 0 0 0 0,0-1 1 0 0,10 7-1 0 0,-12-8-136 0 0,24 16 204 0 0,-2 2 1 0 0,0 1 0 0 0,35 40 0 0 0,53 80-3400 0 0,-111-138 2856 0 0,24 29-2713 0 0,-8-14-2269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1376 0 0,'4'-35'10982'0'0,"-4"13"-3214"0"0,3 54-7631 0 0,-1-8-40 0 0,8 39 1 0 0,-8-55-77 0 0,0 0 0 0 0,0-1-1 0 0,1 1 1 0 0,0-1 0 0 0,1 0 0 0 0,-1 0 0 0 0,1 0-1 0 0,1-1 1 0 0,5 8 0 0 0,-8-12-16 0 0,0 0 0 0 0,0 0 0 0 0,0 1 0 0 0,0-2 0 0 0,1 1 0 0 0,-1 0 1 0 0,1 0-1 0 0,-1-1 0 0 0,1 0 0 0 0,0 1 0 0 0,-1-1 0 0 0,1 0 0 0 0,0 0 0 0 0,0 0 0 0 0,0-1 0 0 0,0 1 0 0 0,0-1 0 0 0,0 0 1 0 0,0 1-1 0 0,0-1 0 0 0,0-1 0 0 0,0 1 0 0 0,0 0 0 0 0,0-1 0 0 0,0 1 0 0 0,0-1 0 0 0,-1 0 0 0 0,1 0 0 0 0,0 0 1 0 0,0-1-1 0 0,-1 1 0 0 0,1 0 0 0 0,0-1 0 0 0,-1 0 0 0 0,4-2 0 0 0,3-4-26 0 0,0 1 0 0 0,-1-1-1 0 0,0-1 1 0 0,0 1 0 0 0,-1-2 0 0 0,0 1-1 0 0,10-19 1 0 0,-6 0 93 0 0,-9 22 69 0 0,0 0 0 0 0,1 0-1 0 0,-1 0 1 0 0,5-6 0 0 0,-6 11-65 0 0,1-4 175 0 0,0 5-52 0 0,-3 9 97 0 0,-29 182 1994 0 0,23-135-2166 0 0,1-13-247 0 0,-14 124 630 0 0,19-137-2483 0 0,4 50 0 0 0,-3-76 1489 0 0,1-1 0 0 0,0 0 1 0 0,0 1-1 0 0,0-1 0 0 0,0 1 0 0 0,0-1 0 0 0,3 5 0 0 0,9 8-6546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17 172 3436 0 0,'-4'-17'6768'0'0,"-4"-7"-1131"0"0,4 12-3412 0 0,4 11-2124 0 0,0 0 0 0 0,0 0-1 0 0,1 0 1 0 0,-1 0 0 0 0,0 0-1 0 0,1 0 1 0 0,-1 1 0 0 0,1-1-1 0 0,-1 0 1 0 0,1 0 0 0 0,0 0 0 0 0,-1 0-1 0 0,1 1 1 0 0,0-1 0 0 0,0 0-1 0 0,-1 1 1 0 0,1-1 0 0 0,0 0-1 0 0,0 1 1 0 0,1-1 0 0 0,-1 0-85 0 0,10-6 205 0 0,1 1 0 0 0,0 1 1 0 0,0-1-1 0 0,0 2 1 0 0,0 0-1 0 0,19-4 1 0 0,-4 1-39 0 0,7-3-209 0 0,43-13-2370 0 0,-30 3-3975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 1204 0 0,'-23'-11'13039'0'0,"22"11"-12811"0"0,0 0 1 0 0,0-1 0 0 0,0 1 0 0 0,0 0-1 0 0,0 0 1 0 0,0-1 0 0 0,0 1 0 0 0,0 0-1 0 0,0 0 1 0 0,0 0 0 0 0,0 0 0 0 0,0 1 0 0 0,0-1-1 0 0,1 0 1 0 0,-1 0 0 0 0,0 0 0 0 0,0 1-1 0 0,0-1 1 0 0,0 1 0 0 0,0-1 0 0 0,0 1-1 0 0,0-1 1 0 0,0 1 0 0 0,1-1 0 0 0,-1 1-1 0 0,0 0 1 0 0,0-1 0 0 0,1 1 0 0 0,-1 0-1 0 0,0 0 1 0 0,1-1 0 0 0,-1 1 0 0 0,1 0-1 0 0,-1 2 1 0 0,-1 2 127 0 0,1 0-1 0 0,0 1 1 0 0,0-1-1 0 0,0 0 1 0 0,0 10 0 0 0,1-15-343 0 0,6 260 2326 0 0,0-156-2137 0 0,-1-33-2439 0 0,5-27-2831 0 0,-4-37 2204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7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90 104 2800 0 0,'0'-1'82'0'0,"-1"-8"2459"0"0,0-1-1 0 0,0 1 1 0 0,2-17-1 0 0,-1 23-2397 0 0,0 1 0 0 0,1 0 0 0 0,-1 0 1 0 0,0 0-1 0 0,1 0 0 0 0,0 0 0 0 0,-1 0 0 0 0,1 0 0 0 0,0 0 0 0 0,0 0 0 0 0,0 1 0 0 0,0-1 0 0 0,0 0 0 0 0,1 1 0 0 0,-1-1 0 0 0,0 0 0 0 0,1 1 0 0 0,-1-1 0 0 0,1 1 1 0 0,0 0-1 0 0,-1 0 0 0 0,1 0 0 0 0,0-1 0 0 0,3 0 0 0 0,-1 1-113 0 0,0 0-1 0 0,-1 0 1 0 0,1 1 0 0 0,0-1-1 0 0,-1 1 1 0 0,1 0 0 0 0,0 0-1 0 0,0 0 1 0 0,-1 1 0 0 0,1-1-1 0 0,0 1 1 0 0,-1 0 0 0 0,1 0-1 0 0,-1 0 1 0 0,1 0 0 0 0,-1 1-1 0 0,1-1 1 0 0,-1 1 0 0 0,0 0-1 0 0,0 0 1 0 0,0 0 0 0 0,0 1-1 0 0,0-1 1 0 0,0 1 0 0 0,0 0-1 0 0,-1-1 1 0 0,0 1 0 0 0,1 0-1 0 0,-1 0 1 0 0,0 1 0 0 0,1 2-1 0 0,0 2 16 0 0,0 0-1 0 0,0 0 1 0 0,-1 1-1 0 0,0-1 1 0 0,-1 0-1 0 0,0 1 0 0 0,0-1 1 0 0,-1 1-1 0 0,0-1 1 0 0,0 0-1 0 0,-1 1 1 0 0,0-1-1 0 0,-1 1 1 0 0,0-1-1 0 0,0 0 1 0 0,-1 0-1 0 0,-6 15 1 0 0,-6 8 176 0 0,-1-1 0 0 0,-39 55 1 0 0,54-84-215 0 0,-55 74 670 0 0,-15 23-269 0 0,70-97-402 0 0,1-1 1 0 0,0 1 0 0 0,-1-1-1 0 0,1 1 1 0 0,0-1 0 0 0,0 1-1 0 0,-1 0 1 0 0,1-1-1 0 0,0 1 1 0 0,0-1 0 0 0,0 1-1 0 0,0 0 1 0 0,0-1 0 0 0,0 1-1 0 0,0-1 1 0 0,0 1 0 0 0,0 0-1 0 0,0-1 1 0 0,0 1 0 0 0,0-1-1 0 0,0 1 1 0 0,0 0 0 0 0,0-1-1 0 0,1 1 1 0 0,-1-1 0 0 0,0 1-1 0 0,0-1 1 0 0,1 1 0 0 0,-1-1-1 0 0,0 1 1 0 0,1-1 0 0 0,-1 1-1 0 0,1-1 1 0 0,-1 1 0 0 0,1-1-1 0 0,-1 1 1 0 0,1-1 0 0 0,-1 0-1 0 0,1 1 1 0 0,-1-1 0 0 0,1 0-1 0 0,-1 0 1 0 0,1 1 0 0 0,-1-1-1 0 0,1 0 1 0 0,0 0 0 0 0,-1 0-1 0 0,1 0 1 0 0,-1 0 0 0 0,2 0-1 0 0,3 2 22 0 0,0-2 0 0 0,0 1 0 0 0,1 0 0 0 0,-1-1 0 0 0,6-1 0 0 0,20-2-651 0 0,-1-1 1 0 0,0-2-1 0 0,42-13 0 0 0,35-21-8957 0 0,-78 27 3421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7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55 148 0 0,'-4'-8'4543'0'0,"-11"-25"6853"0"0,14 32-10957 0 0,0 0 0 0 0,0 0 0 0 0,0-1 0 0 0,0 1-1 0 0,0 0 1 0 0,0 0 0 0 0,0 0 0 0 0,0 0 0 0 0,0 0 0 0 0,0 1 0 0 0,-2-2 0 0 0,5 112 2506 0 0,0-31-2347 0 0,-8 85 0 0 0,1-101-441 0 0,-6 45-1362 0 0,8-90-1413 0 0,-10 32-1 0 0,12-46 1560 0 0,-3 6-534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36 220 1192 0 0,'1'-10'1240'0'0,"1"0"1"0"0,0 0-1 0 0,0 0 0 0 0,1 0 0 0 0,0 1 0 0 0,8-18 1 0 0,-6 19-585 0 0,0-1 0 0 0,0 1 0 0 0,1 0 0 0 0,0 1 0 0 0,0-1 0 0 0,12-10 1 0 0,-9 11-386 0 0,1-1 0 0 0,0 1 1 0 0,0 1-1 0 0,1 0 1 0 0,-1 1-1 0 0,1 0 1 0 0,1 0-1 0 0,-1 1 0 0 0,1 0 1 0 0,-1 1-1 0 0,1 1 1 0 0,14-2-1 0 0,-22 4-239 0 0,1-1 0 0 0,-1 1 0 0 0,0 0 1 0 0,1 0-1 0 0,-1 0 0 0 0,1 1 0 0 0,-1 0 0 0 0,0 0 0 0 0,1 0 1 0 0,-1 0-1 0 0,0 1 0 0 0,0-1 0 0 0,0 1 0 0 0,0 0 0 0 0,0 0 0 0 0,4 4 1 0 0,-6-5-15 0 0,0 1 0 0 0,0 0 0 0 0,-1 0 0 0 0,1 0 0 0 0,0 1 0 0 0,-1-1 0 0 0,0 0 0 0 0,1 0 0 0 0,-1 1 0 0 0,0-1 0 0 0,0 1 0 0 0,0-1 0 0 0,-1 1 0 0 0,1 0 0 0 0,-1-1 0 0 0,1 1 0 0 0,-1 0 0 0 0,0-1 0 0 0,0 1 0 0 0,0 0 0 0 0,0-1 0 0 0,0 1 0 0 0,-1 0 0 0 0,1-1 0 0 0,-1 1 0 0 0,-1 2 0 0 0,-2 5-4 0 0,0 0 0 0 0,0 0 0 0 0,-2 0 0 0 0,1-1 0 0 0,-1 0 0 0 0,0 0 0 0 0,-1-1 0 0 0,0 0 0 0 0,-15 15 0 0 0,-8 3 49 0 0,-43 28 0 0 0,65-48-62 0 0,-97 59-90 0 0,44-29 29 0 0,60-36 77 0 0,1 1-1 0 0,-1 0 1 0 0,0-1-1 0 0,0 1 0 0 0,1 0 1 0 0,-1-1-1 0 0,0 1 1 0 0,1 0-1 0 0,-1 0 0 0 0,1 0 1 0 0,-1-1-1 0 0,1 1 1 0 0,0 0-1 0 0,-1 0 1 0 0,1 0-1 0 0,0 0 0 0 0,-1 0 1 0 0,1 0-1 0 0,0 0 1 0 0,0 0-1 0 0,0 0 0 0 0,0 0 1 0 0,0 0-1 0 0,0 0 1 0 0,0 0-1 0 0,0 0 0 0 0,0-1 1 0 0,1 1-1 0 0,-1 0 1 0 0,0 0-1 0 0,0 0 0 0 0,1 0 1 0 0,-1 0-1 0 0,1 0 1 0 0,-1 0-1 0 0,1-1 0 0 0,-1 1 1 0 0,2 1-1 0 0,2 4 83 0 0,0 0-1 0 0,1-1 1 0 0,10 10 0 0 0,-11-11-74 0 0,131 110-416 0 0,-73-66-3590 0 0,-7-8-4240 0 0,-36-27 3012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6:3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212 134 1324 0 0,'-6'-8'2721'0'0,"0"1"-1"0"0,1-1 1 0 0,0 1-1 0 0,-7-17 1 0 0,11 22-2471 0 0,0-1 0 0 0,0 1 1 0 0,0-1-1 0 0,0 0 0 0 0,1 0 0 0 0,0 1 0 0 0,-1-1 1 0 0,1 0-1 0 0,0 0 0 0 0,0 1 0 0 0,1-1 0 0 0,-1 0 1 0 0,1 0-1 0 0,-1 1 0 0 0,1-1 0 0 0,0 0 0 0 0,0 1 1 0 0,0-1-1 0 0,0 1 0 0 0,2-3 0 0 0,-3 3-220 0 0,1 1-1 0 0,0-1 0 0 0,0 1 1 0 0,0 0-1 0 0,0-1 1 0 0,1 1-1 0 0,-1 0 0 0 0,0 0 1 0 0,0 0-1 0 0,1 0 1 0 0,-1 0-1 0 0,1 0 0 0 0,-1 0 1 0 0,1 0-1 0 0,-1 0 1 0 0,1 1-1 0 0,-1-1 0 0 0,1 1 1 0 0,0-1-1 0 0,-1 1 1 0 0,1 0-1 0 0,0 0 0 0 0,0-1 1 0 0,-1 1-1 0 0,1 0 1 0 0,0 0-1 0 0,-1 1 0 0 0,1-1 1 0 0,2 1-1 0 0,-1 0-20 0 0,-1-1 0 0 0,0 1-1 0 0,1 0 1 0 0,-1 1 0 0 0,0-1 0 0 0,0 0 0 0 0,0 0-1 0 0,0 1 1 0 0,0 0 0 0 0,0-1 0 0 0,0 1-1 0 0,-1 0 1 0 0,1 0 0 0 0,0 0 0 0 0,-1 0 0 0 0,0 0-1 0 0,1 0 1 0 0,1 4 0 0 0,-2 0 10 0 0,0-1 0 0 0,0 0 0 0 0,0 0-1 0 0,-1 1 1 0 0,1-1 0 0 0,-1 0 0 0 0,-1 1 0 0 0,1-1 0 0 0,-1 0 0 0 0,0 0 0 0 0,0 1 0 0 0,0-1-1 0 0,-4 8 1 0 0,0 1 21 0 0,-1 0-1 0 0,-1-1 0 0 0,-13 21 0 0 0,-36 52 250 0 0,55-84-298 0 0,3-1-15 0 0,-1 1 9 0 0,1-1 0 0 0,-1 0 0 0 0,1 1 0 0 0,0-1 0 0 0,0 0 0 0 0,-1 0 0 0 0,1 0 0 0 0,0 0 0 0 0,0 0 1 0 0,3 0-1 0 0,28 10-83 0 0,-23-8 100 0 0,3 2 8 0 0,-1 1-1 0 0,0 0 1 0 0,0 1-1 0 0,17 13 1 0 0,-23-16 118 0 0,0 1 0 0 0,-1 0 0 0 0,0 0 0 0 0,0 0 1 0 0,0 1-1 0 0,-1 0 0 0 0,0 0 0 0 0,0 0 0 0 0,6 13 0 0 0,-9-17-27 0 0,0 0 0 0 0,-1 0 1 0 0,1 0-1 0 0,-1 0 0 0 0,1 0 0 0 0,-1 0 0 0 0,0 0 1 0 0,0 0-1 0 0,0 0 0 0 0,0 0 0 0 0,0 1 0 0 0,0-1 0 0 0,-1 0 1 0 0,1 0-1 0 0,-1 0 0 0 0,1 0 0 0 0,-1 0 0 0 0,-1 3 0 0 0,0-2 3 0 0,0 0-1 0 0,-1 0 0 0 0,1 0 0 0 0,0 0 0 0 0,-1-1 0 0 0,0 1 1 0 0,1-1-1 0 0,-1 1 0 0 0,-6 3 0 0 0,0-1 0 0 0,0-1-1 0 0,0 0 1 0 0,-1 0-1 0 0,1-1 1 0 0,-1 0-1 0 0,1 0 1 0 0,-13 1-1 0 0,7-3-232 0 0,-1 0-1 0 0,1-1 1 0 0,-1-1-1 0 0,0 0 0 0 0,1-1 1 0 0,-21-5-1 0 0,26 4-565 0 0,0 0 1 0 0,0-1-1 0 0,0 0 0 0 0,-12-7 1 0 0,17 8-275 0 0,0-1 0 0 0,0 1 0 0 0,0-1 0 0 0,0 0 0 0 0,0-1 0 0 0,1 1 0 0 0,-8-11 0 0 0,5 1-3951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23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58 462 820 0 0,'0'0'1344'0'0,"-33"-12"5990"0"0,30 11-7245 0 0,-14-3 1226 0 0,13 5-837 0 0,8 4-686 0 0,-3-4 210 0 0,0-1 1 0 0,0 1-1 0 0,0-1 1 0 0,0 0 0 0 0,0 1-1 0 0,0-1 1 0 0,0 0-1 0 0,0 0 1 0 0,0 1-1 0 0,0-1 1 0 0,0 0-1 0 0,0 0 1 0 0,0 0 0 0 0,1 0-1 0 0,1-1 1 0 0,1 1 8 0 0,87 4 185 0 0,113-10-1 0 0,-97 1-134 0 0,862-11 87 0 0,-246 7-70 0 0,-1-22 3 0 0,197-62 156 0 0,-867 82-168 0 0,-48 10-68 0 0,-1 0 1 0 0,1-1-1 0 0,-1 1 1 0 0,1 0-1 0 0,-1-1 1 0 0,0 0-1 0 0,1 0 1 0 0,-1 0-1 0 0,0 0 1 0 0,0-1-1 0 0,2-2 0 0 0,-4 3-1 0 0,0 0-1 0 0,0 1 0 0 0,0-1 0 0 0,0 0 0 0 0,0 0 1 0 0,0 0-1 0 0,-1 0 0 0 0,1 0 0 0 0,-1 0 0 0 0,0 0 1 0 0,0 0-1 0 0,1 0 0 0 0,-1 0 0 0 0,0 0 0 0 0,-1 0 1 0 0,1 0-1 0 0,0 0 0 0 0,0 0 0 0 0,-1 1 0 0 0,0-1 1 0 0,1 0-1 0 0,-1 0 0 0 0,0 0 0 0 0,0 0 0 0 0,0 0 1 0 0,0 1-1 0 0,-1-3 0 0 0,-4-4-1 0 0,0 0 0 0 0,0 0 1 0 0,0 1-1 0 0,-9-7 0 0 0,-22-18 21 0 0,-80-50-1 0 0,45 33-64 0 0,72 49 43 0 0,0 0 0 0 0,0 1 0 0 0,0-1 0 0 0,0 0 0 0 0,0 0 0 0 0,0 0 0 0 0,0 1 0 0 0,0-1 0 0 0,0 0 0 0 0,0 0-1 0 0,0 1 1 0 0,0-1 0 0 0,0 0 0 0 0,0 0 0 0 0,0 0 0 0 0,0 1 0 0 0,0-1 0 0 0,0 0 0 0 0,0 0 0 0 0,0 0 0 0 0,0 1-1 0 0,-1-1 1 0 0,1 0 0 0 0,0 0 0 0 0,0 0 0 0 0,0 0 0 0 0,0 1 0 0 0,0-1 0 0 0,-1 0 0 0 0,1 0 0 0 0,0 0-1 0 0,0 0 1 0 0,0 0 0 0 0,0 0 0 0 0,-1 1 0 0 0,1-1 0 0 0,0 0 0 0 0,0 0 0 0 0,0 0 0 0 0,-1 0 0 0 0,1 0 0 0 0,0 0-1 0 0,0 0 1 0 0,-1 0 0 0 0,1 0 0 0 0,0 0 0 0 0,0 0 0 0 0,0 0 0 0 0,-1 0 0 0 0,1 0 0 0 0,0 0 0 0 0,0 0 0 0 0,0 0-1 0 0,-1 0 1 0 0,1 0 0 0 0,0-1 0 0 0,0 1 0 0 0,0 0 0 0 0,-1 0 0 0 0,1 0 0 0 0,0 0 0 0 0,9 29-20 0 0,-3-8 17 0 0,-5-10-76 0 0,-1 0-1 0 0,0 0 1 0 0,-1 0 0 0 0,0 0 0 0 0,0 0 0 0 0,-1 0 0 0 0,-1 0 0 0 0,0 0-1 0 0,0 0 1 0 0,-8 15 0 0 0,-2 1-1738 0 0,-2 0 0 0 0,-29 40-1 0 0,12-22-1456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2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8 1536 0 0,'-14'-8'10418'0'0,"13"8"-10059"0"0,-6 4-631 0 0,6-3 565 0 0,0 9 4 0 0,3-3-218 0 0,0 0-1 0 0,0 0 0 0 0,0 0 1 0 0,1-1-1 0 0,1 1 0 0 0,-1-1 1 0 0,1 0-1 0 0,0 0 1 0 0,0 0-1 0 0,7 7 0 0 0,9 8-23 0 0,28 23-1 0 0,-24-22 13 0 0,-9-9-45 0 0,25 15 1 0 0,-26-19-11 0 0,0 1 1 0 0,15 15 0 0 0,6 2 1364 0 0,-35-27-1286 0 0,1 1-1 0 0,-1-1 1 0 0,1 1 0 0 0,-1-1 0 0 0,1 1-1 0 0,-1-1 1 0 0,0 1 0 0 0,1-1 0 0 0,-1 1 0 0 0,0 0-1 0 0,1-1 1 0 0,-1 1 0 0 0,0 0 0 0 0,0-1 0 0 0,1 1-1 0 0,-1 1 1 0 0,-6 13-24 0 0,-1-1 1 0 0,0 1-1 0 0,-1-1 0 0 0,-1 0 1 0 0,0-1-1 0 0,-19 22 0 0 0,4-4-36 0 0,-164 229-58 0 0,-35 46-2161 0 0,67-106-3484 0 0,48-72-1211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5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17 314 564 0 0,'0'0'7414'0'0,"-16"13"-3102"0"0,16-13-4304 0 0,0 1-1 0 0,-1 0 1 0 0,1 0 0 0 0,0-1-1 0 0,0 1 1 0 0,1 0 0 0 0,-1 0 0 0 0,0-1-1 0 0,0 1 1 0 0,0 0 0 0 0,0-1-1 0 0,1 1 1 0 0,-1 0 0 0 0,0 0 0 0 0,1-1-1 0 0,-1 1 1 0 0,0-1 0 0 0,1 1-1 0 0,-1 0 1 0 0,1-1 0 0 0,-1 1 0 0 0,1-1-1 0 0,-1 1 1 0 0,1-1 0 0 0,-1 1 0 0 0,1-1-1 0 0,0 1 1 0 0,-1-1 0 0 0,1 0-1 0 0,0 1 1 0 0,-1-1 0 0 0,1 0 0 0 0,0 0-1 0 0,-1 0 1 0 0,1 1 0 0 0,1-1-1 0 0,31 9 309 0 0,-4-4-202 0 0,1-2-1 0 0,0-2 0 0 0,39-2 1 0 0,91-15 14 0 0,-80 6-90 0 0,833-113 90 0 0,-654 85-130 0 0,-196 29-69 0 0,-13 3-52 0 0,-1-2 0 0 0,69-20 0 0 0,-116 28 110 0 0,0-1 1 0 0,0 0-1 0 0,-1 1 1 0 0,1-1-1 0 0,-1 0 1 0 0,1 0-1 0 0,-1 0 1 0 0,1 0-1 0 0,-1 0 1 0 0,1 0 0 0 0,-1 0-1 0 0,2-2 1 0 0,-3 2 5 0 0,1 0 1 0 0,-1 1 0 0 0,0-1 0 0 0,1 0-1 0 0,-1 1 1 0 0,0-1 0 0 0,0 0 0 0 0,0 1 0 0 0,1-1-1 0 0,-1 0 1 0 0,0 0 0 0 0,0 1 0 0 0,0-1-1 0 0,0 0 1 0 0,0 0 0 0 0,0 1 0 0 0,0-1 0 0 0,-1 0-1 0 0,1 0 1 0 0,0 1 0 0 0,-1-2 0 0 0,0-1-4 0 0,-1 1 1 0 0,0-1-1 0 0,0 0 1 0 0,0 1-1 0 0,0-1 1 0 0,0 1-1 0 0,-1 0 1 0 0,1 0-1 0 0,-1 0 1 0 0,1 0-1 0 0,-1 0 1 0 0,-4-2 0 0 0,1 0-7 0 0,-69-45-71 0 0,60 39-52 0 0,31 23 11 0 0,15 12 119 0 0,-22-17 19 0 0,0 0 0 0 0,-1 1 0 0 0,0 0 0 0 0,-1 1 0 0 0,0 0 0 0 0,0 0 0 0 0,-1 0 0 0 0,0 1 0 0 0,-1 0 0 0 0,0 0 0 0 0,-1 0 0 0 0,0 1 0 0 0,-1-1 0 0 0,0 1 0 0 0,-1 0 0 0 0,0 0 0 0 0,-1 0 0 0 0,0 0 0 0 0,-1 0-1 0 0,-1 0 1 0 0,0 0 0 0 0,0 0 0 0 0,-1 0 0 0 0,-1 0 0 0 0,-7 22 0 0 0,1-10-1133 0 0,-1 0 1 0 0,-1 0-1 0 0,-1 0 0 0 0,-23 32 0 0 0,-5-2-3514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7:59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49 1172 0 0,'-31'-48'9496'0'0,"23"71"-7884"0"0,1 35-466 0 0,1 90-1 0 0,5-75-899 0 0,-2 27-97 0 0,-3 123-2065 0 0,5-191-290 0 0,-1-19-2681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4 227 276 0 0,'-2'-14'1127'0'0,"1"0"-1"0"0,1 0 1 0 0,0 0 0 0 0,1 0 0 0 0,0 0-1 0 0,1 1 1 0 0,6-20 0 0 0,-6 27-1037 0 0,-1 1 0 0 0,2 0 1 0 0,-1 0-1 0 0,0 1 0 0 0,1-1 0 0 0,0 0 1 0 0,0 1-1 0 0,1 0 0 0 0,-1-1 0 0 0,1 1 1 0 0,0 1-1 0 0,0-1 0 0 0,0 0 0 0 0,0 1 1 0 0,1 0-1 0 0,-1 0 0 0 0,1 0 0 0 0,0 1 1 0 0,0 0-1 0 0,0-1 0 0 0,0 2 0 0 0,6-2 1 0 0,6-1-45 0 0,0 1-1 0 0,1 1 1 0 0,-1 1 0 0 0,1 0 0 0 0,-1 2 0 0 0,1 0 0 0 0,0 0 0 0 0,-1 2 0 0 0,0 0-1 0 0,1 1 1 0 0,-2 1 0 0 0,1 1 0 0 0,0 0 0 0 0,16 9 0 0 0,-29-13-22 0 0,-3-2-18 0 0,1 1-1 0 0,-1 0 0 0 0,1 0 1 0 0,-1 0-1 0 0,0 0 1 0 0,1 0-1 0 0,-1 0 1 0 0,0 0-1 0 0,0 0 1 0 0,0 0-1 0 0,0 0 0 0 0,0 1 1 0 0,0-1-1 0 0,0 0 1 0 0,0 1-1 0 0,0-1 1 0 0,-1 0-1 0 0,1 1 1 0 0,-1 0-1 0 0,1 1 0 0 0,0-1 0 0 0,0 0 0 0 0,0 0-1 0 0,-1 0 1 0 0,1 0 0 0 0,-1 0-1 0 0,1 0 1 0 0,-1 0 0 0 0,0 0-1 0 0,0 0 1 0 0,0 0 0 0 0,0 0-1 0 0,0 0 1 0 0,0 0-1 0 0,0 0 1 0 0,-1 0 0 0 0,1 0-1 0 0,-1 0 1 0 0,0 0 0 0 0,1 0-1 0 0,-3 2 1 0 0,0 3-5 0 0,-11 21 58 0 0,-4 2 30 0 0,17-28-86 0 0,-15 22 119 0 0,5-12 453 0 0,10-10-518 0 0,-7 2-40 0 0,-23 18-14 0 0,29-21-11 0 0,-2 1 10 0 0,0 1 0 0 0,0-1 0 0 0,1 1 0 0 0,-1 0 0 0 0,1 0 0 0 0,-5 4 0 0 0,7-6 2 0 0,0-1-3 0 0,-2 3 9 0 0,-5 5-7 0 0,6-7 26 0 0,1 0-27 0 0,-5 2 3 0 0,5-2 75 0 0,0 0-71 0 0,-2 4-11 0 0,0-3-7 0 0,-2 1 4 0 0,-12 9 31 0 0,-20 14 21 0 0,36-25-40 0 0,-6 5-150 0 0,-2 1 1369 0 0,9-7-1206 0 0,0 1 0 0 0,-1-1 0 0 0,1 0 0 0 0,0 0-1 0 0,0 0 1 0 0,0 1 0 0 0,0-1 0 0 0,0 0 0 0 0,0 0 0 0 0,0 1 0 0 0,0-1-1 0 0,0 0 1 0 0,0 0 0 0 0,0 1 0 0 0,0-1 0 0 0,0 0 0 0 0,0 0 0 0 0,0 1-1 0 0,0-1 1 0 0,0 0 0 0 0,0 0 0 0 0,0 0 0 0 0,0 1 0 0 0,1-1 0 0 0,-1 0-1 0 0,0 0 1 0 0,0 0 0 0 0,0 1 0 0 0,0-1 0 0 0,0 0 0 0 0,1 0-1 0 0,-1 0 1 0 0,0 0 0 0 0,0 1 0 0 0,0-1 0 0 0,1 0 0 0 0,-1 0 0 0 0,0 0-1 0 0,0 0 1 0 0,0 0 0 0 0,1 0 0 0 0,-1 0 0 0 0,0 0 0 0 0,0 1 0 0 0,1-1-1 0 0,7 6-16 0 0,1 2 0 0 0,-1-1 0 0 0,0 1 0 0 0,7 11 0 0 0,0 4 17 0 0,-1 0 0 0 0,-1 2-1 0 0,10 27 1 0 0,11 23 11 0 0,-27-62-27 0 0,4 8 33 0 0,0-1 0 0 0,21 28 1 0 0,-27-42-29 0 0,0-1 0 0 0,0 0 1 0 0,0 1-1 0 0,1-2 0 0 0,0 1 1 0 0,0-1-1 0 0,0 0 0 0 0,0 0 0 0 0,1 0 1 0 0,-1-1-1 0 0,15 5 0 0 0,-14-6 13 0 0,1-1 0 0 0,0 0-1 0 0,0-1 1 0 0,-1 1-1 0 0,1-1 1 0 0,0-1 0 0 0,0 1-1 0 0,0-1 1 0 0,-1-1-1 0 0,1 0 1 0 0,0 0-1 0 0,11-5 1 0 0,-3 2 23 0 0,-12 4-63 0 0,0-1 0 0 0,0 0 0 0 0,-1 0 0 0 0,1 0 0 0 0,0 0 0 0 0,-1-1 0 0 0,1 1 0 0 0,-1-1-1 0 0,0 0 1 0 0,0 0 0 0 0,4-5 0 0 0,-4 0-214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64 113 1132 0 0,'0'0'10146'0'0,"-11"5"-8243"0"0,4-8-1468 0 0,-1 1 0 0 0,1-1 0 0 0,-12-5 0 0 0,18 7-265 0 0,0-1-143 0 0,-1 1-1 0 0,1-1 1 0 0,0 1-1 0 0,0-1 1 0 0,0 0-1 0 0,0 1 1 0 0,0-1-1 0 0,-1-4 0 0 0,8 0-39 0 0,1-1 0 0 0,-1 1-1 0 0,1 0 1 0 0,1 1 0 0 0,-1-1 0 0 0,1 1-1 0 0,0 1 1 0 0,0 0 0 0 0,0 0-1 0 0,16-5 1 0 0,-9 4-10 0 0,0 1-1 0 0,0 1 1 0 0,1 0 0 0 0,-1 1 0 0 0,21 0-1 0 0,-32 2 23 0 0,0 0-1 0 0,0 0 1 0 0,0 0-1 0 0,0 1 1 0 0,0-1-1 0 0,0 1 1 0 0,0 0-1 0 0,-1 0 1 0 0,1 1-1 0 0,0-1 1 0 0,-1 1-1 0 0,1-1 1 0 0,-1 1-1 0 0,0 0 1 0 0,1 1-1 0 0,-1-1 1 0 0,4 4-1 0 0,-4-3 6 0 0,-1 1 1 0 0,0-1-1 0 0,0 0 0 0 0,0 1 1 0 0,0 0-1 0 0,0-1 1 0 0,-1 1-1 0 0,0 0 0 0 0,0 0 1 0 0,0 0-1 0 0,0 0 0 0 0,0 0 1 0 0,-1 0-1 0 0,0 4 1 0 0,0 7 68 0 0,-1 0 1 0 0,-1 0 0 0 0,-1-1-1 0 0,0 1 1 0 0,-1-1 0 0 0,0 0 0 0 0,-11 23-1 0 0,-12 18 328 0 0,-3-1 0 0 0,-2-1-1 0 0,-39 48 1 0 0,68-97-390 0 0,-1 1 0 0 0,1 0 0 0 0,1-1 0 0 0,-5 10 1 0 0,6-12 10 0 0,2-2-17 0 0,-1 1 0 0 0,1-1-1 0 0,-1 1 1 0 0,1-1 0 0 0,-1 1-1 0 0,1-1 1 0 0,-1 1 0 0 0,1-1-1 0 0,0 0 1 0 0,-1 1 0 0 0,1-1-1 0 0,0 0 1 0 0,-1 1 0 0 0,1-1-1 0 0,0 0 1 0 0,-1 0 0 0 0,2 0-1 0 0,38-6-117 0 0,-1-2 0 0 0,-1-3 0 0 0,48-17-1 0 0,-43 13-765 0 0,-37 13 653 0 0,75-26-2619 0 0,-29 6-2825 0 0,-31 12 711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3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52 1056 0 0,'-17'-4'14414'0'0,"34"5"-14075"0"0,20 0-461 0 0,142-16 379 0 0,-177 15-242 0 0,14-3 26 0 0,-13 3-29 0 0,-1 0-178 0 0,0 0-1 0 0,0 0 1 0 0,0 0 0 0 0,-1-1-1 0 0,1 1 1 0 0,0 0 0 0 0,0-1-1 0 0,0 1 1 0 0,0-1 0 0 0,0 1-1 0 0,-1-1 1 0 0,1 0 0 0 0,2-1-1 0 0,15-17-5519 0 0,-15 14 3557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44 1440 0 0,'1'-8'1462'0'0,"0"3"301"0"0,0 1-1 0 0,-1-1 1 0 0,1 1-1 0 0,-1-1 1 0 0,-1-7 1495 0 0,0 15-3152 0 0,1 0 0 0 0,-1-1 0 0 0,1 1 0 0 0,-1 0 0 0 0,1 0 0 0 0,0 0 0 0 0,0 0 1 0 0,0 0-1 0 0,1 4 0 0 0,0 0 34 0 0,-1 118 1087 0 0,-4 205-357 0 0,4-304-998 0 0,-3 23-1775 0 0,-4-20-5778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76 1636 0 0,'-36'40'13775'0'0,"54"-41"-12938"0"0,-2-3-596 0 0,0 0 0 0 0,-1-1 0 0 0,17-7 0 0 0,8-4-60 0 0,201-55-1377 0 0,-238 70 808 0 0,1 0 0 0 0,-1 1-1 0 0,1-1 1 0 0,0 1 0 0 0,-1 0 0 0 0,1 0-1 0 0,6 1 1 0 0,-9 0-79 0 0,0-1 1 0 0,1 0 0 0 0,-1 1-1 0 0,0-1 1 0 0,0 0-1 0 0,1 1 1 0 0,-1 0 0 0 0,0-1-1 0 0,0 1 1 0 0,0 0-1 0 0,0-1 1 0 0,3 3-467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4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15 820 0 0,'-3'1'2499'0'0,"-44"18"9300"0"0,48-20-11435 0 0,-1 0-281 0 0,0-1 0 0 0,1 1 0 0 0,-1-1 1 0 0,1 1-1 0 0,-1 0 0 0 0,1-1 0 0 0,0 1 0 0 0,-1 0 1 0 0,1-1-1 0 0,0 1 0 0 0,0 0 0 0 0,2-2 1 0 0,-1 1-45 0 0,1 0 0 0 0,0 1 1 0 0,0-1-1 0 0,1 1 0 0 0,-1-1 1 0 0,0 1-1 0 0,0 0 0 0 0,1 0 1 0 0,-1 1-1 0 0,1-1 0 0 0,-1 1 1 0 0,1-1-1 0 0,-1 1 0 0 0,1 0 1 0 0,-1 1-1 0 0,7 0 1 0 0,-8 0-31 0 0,1 0 1 0 0,-1 0-1 0 0,0 0 1 0 0,1 0-1 0 0,-1 0 1 0 0,0 1 0 0 0,0-1-1 0 0,0 1 1 0 0,0-1-1 0 0,0 1 1 0 0,0 0 0 0 0,0 0-1 0 0,-1 0 1 0 0,1 0-1 0 0,-1 0 1 0 0,1 0-1 0 0,-1 0 1 0 0,0 1 0 0 0,0-1-1 0 0,0 0 1 0 0,0 1-1 0 0,0-1 1 0 0,0 1-1 0 0,-1-1 1 0 0,1 4 0 0 0,0 1 11 0 0,0 1 0 0 0,0 0 0 0 0,-1-1 0 0 0,0 1 0 0 0,-1 0 0 0 0,1-1 0 0 0,-4 14 0 0 0,-2 1 59 0 0,-11 26 0 0 0,-2 5 622 0 0,14-42-112 0 0,4-5 8 0 0,8-7-517 0 0,-5 1-89 0 0,17-4-48 0 0,-4 4 30 0 0,-10 1 18 0 0,0-1-1 0 0,0 1 1 0 0,0 0-1 0 0,0 1 1 0 0,0-1-1 0 0,0 1 1 0 0,0 0-1 0 0,-1 0 1 0 0,6 4-1 0 0,-1-2 1 0 0,-6-2 49 0 0,1 0 1 0 0,-1 0-1 0 0,0 0 1 0 0,0 0-1 0 0,0 0 1 0 0,0 1-1 0 0,0-1 1 0 0,-1 1-1 0 0,1 0 1 0 0,-1-1-1 0 0,0 1 1 0 0,1 0-1 0 0,-1 1 0 0 0,-1-1 1 0 0,1 0-1 0 0,0 1 1 0 0,-1-1-1 0 0,0 1 1 0 0,1-1-1 0 0,-2 1 1 0 0,1-1-1 0 0,1 9 1 0 0,-2-7 109 0 0,-1 0 0 0 0,1 0 0 0 0,-1 0 0 0 0,0 0 0 0 0,0 0 0 0 0,0 0 1 0 0,-1 0-1 0 0,1 0 0 0 0,-1 0 0 0 0,-1-1 0 0 0,1 1 0 0 0,0-1 0 0 0,-1 1 0 0 0,0-1 1 0 0,0 0-1 0 0,-6 6 0 0 0,-3 2 26 0 0,1-1-1 0 0,-2-1 1 0 0,0 0 0 0 0,0 0 0 0 0,-1-1 0 0 0,0-1-1 0 0,0 0 1 0 0,-1-1 0 0 0,0-1 0 0 0,0 0 0 0 0,0-1 0 0 0,-1-1-1 0 0,-29 5 1 0 0,30-7-688 0 0,0-2 0 0 0,0 1 0 0 0,0-2 0 0 0,0 0 0 0 0,0-1 0 0 0,1 0 0 0 0,-1-1 0 0 0,0-1 1 0 0,-21-8-1 0 0,6-1-2969 0 0,0-3-3504 0 0,13 5-635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371 114 96 0 0,'0'0'2089'0'0,"2"-14"3891"0"0,-1 12-5481 0 0,-1 0 1 0 0,1 0 0 0 0,-1 0-1 0 0,0 0 1 0 0,0 0 0 0 0,0 0-1 0 0,0 0 1 0 0,0 0 0 0 0,0 0-1 0 0,-1 0 1 0 0,1 0 0 0 0,-1 0-1 0 0,1 0 1 0 0,-1 0 0 0 0,0 0-1 0 0,0 0 1 0 0,0-2 0 0 0,-2 1-142 0 0,1 0 0 0 0,-1 0 0 0 0,1 0 1 0 0,-1 0-1 0 0,0 0 0 0 0,0 0 1 0 0,0 1-1 0 0,-4-3 0 0 0,-2-1-213 0 0,1 1 0 0 0,-1 1 1 0 0,0 0-1 0 0,-1 0 0 0 0,-18-4 0 0 0,23 7-112 0 0,2 0-37 0 0,0 1 0 0 0,0 0 0 0 0,0 0-1 0 0,0 0 1 0 0,0 0 0 0 0,0 0 0 0 0,0 1-1 0 0,1-1 1 0 0,-1 1 0 0 0,0 0 0 0 0,0 0-1 0 0,0 0 1 0 0,0 0 0 0 0,1 0 0 0 0,-1 1 0 0 0,1-1-1 0 0,-1 1 1 0 0,-4 3 0 0 0,3 0-8 0 0,0 0 1 0 0,0 0 0 0 0,0 0-1 0 0,1 0 1 0 0,-1 1 0 0 0,-2 6-1 0 0,2-4 2 0 0,-7 15-4 0 0,1 0 0 0 0,1 0 1 0 0,-11 50-1 0 0,-5 76 15 0 0,4 437-98 0 0,21-451 94 0 0,4 465 231 0 0,-8 615 73 0 0,-30-305-246 0 0,7-237-45 0 0,13 248-106 0 0,15-869 83 0 0,0 18 41 0 0,13 93 0 0 0,-13-157-15 0 0,0-1-1 0 0,0 0 1 0 0,0 0-1 0 0,1-1 1 0 0,-1 1-1 0 0,1 0 1 0 0,1 0 0 0 0,-1-1-1 0 0,1 1 1 0 0,-1-1-1 0 0,1 0 1 0 0,0 0 0 0 0,1 0-1 0 0,-1 0 1 0 0,1-1-1 0 0,0 1 1 0 0,7 4-1 0 0,-6-5 4 0 0,1 0 0 0 0,0 0 0 0 0,1 0 0 0 0,-1-1 0 0 0,0 0 0 0 0,1-1 0 0 0,-1 0 0 0 0,1 1 0 0 0,0-2 0 0 0,-1 1 0 0 0,1-1 0 0 0,0 0 0 0 0,9-2 0 0 0,24-3-573 0 0,0-2 0 0 0,48-16 0 0 0,77-33-1996 0 0,-145 49 2353 0 0,238-101-8253 0 0,-166 60 1780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21 772 0 0,'14'-20'18565'0'0,"-10"84"-17920"0"0,-2 1-1 0 0,-9 80 0 0 0,0-28-374 0 0,-1 166 253 0 0,7-259 246 0 0,1-18-1859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9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1528 0 0,'18'-35'14286'0'0,"-18"35"-14243"0"0,0 0-1 0 0,2 17 966 0 0,-1 28-572 0 0,-1-40-195 0 0,12 405 1672 0 0,-10-311-1492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48 1348 0 0,'4'-7'3228'0'0,"0"-1"0"0"0,0 0 0 0 0,10-12 1779 0 0,-9 15-3580 0 0,-3 19-615 0 0,-2 1 0 0 0,1-1-1 0 0,-2 1 1 0 0,-2 20 0 0 0,-1 10 97 0 0,-19 382 3229 0 0,15-239-2409 0 0,3-163-1791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0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1736 0 0,'30'-36'15675'0'0,"-15"18"-12566"0"0,-8 15-5596 0 0,11 14-779 0 0,-15-7 1813 0 0,-2-3 726 0 0,0 1 1 0 0,0 0-1 0 0,1 0 0 0 0,-1 0 1 0 0,0 0-1 0 0,-1 0 0 0 0,2 4 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3304 0 0,'-35'67'18321'0'0,"29"-50"-17207"0"0,27-31-4724 0 0,20-13-7108 0 0,-26 15 4711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380 147 1320 0 0,'12'-26'3776'0'0,"-8"20"-2742"0"0,-1 0 0 0 0,0-1 0 0 0,0 0 0 0 0,-1 1-1 0 0,1-1 1 0 0,-2 0 0 0 0,1 0 0 0 0,-1 0 0 0 0,1-11 0 0 0,-2 15-859 0 0,0 1 1 0 0,0-1 0 0 0,-1 1 0 0 0,1-1-1 0 0,-1 1 1 0 0,0 0 0 0 0,1-1 0 0 0,-1 1-1 0 0,0 0 1 0 0,0 0 0 0 0,-1-1 0 0 0,1 1-1 0 0,0 0 1 0 0,-1 0 0 0 0,1 0 0 0 0,-3-2-1 0 0,2 3-7 0 0,-2 1-20 0 0,-2 2-112 0 0,0 0-1 0 0,0 0 1 0 0,1 1 0 0 0,-1-1 0 0 0,0 1-1 0 0,1 0 1 0 0,-1 1 0 0 0,1 0 0 0 0,0-1 0 0 0,0 2-1 0 0,1-1 1 0 0,-8 9 0 0 0,-9 11 104 0 0,-21 34 0 0 0,33-45-102 0 0,-18 26 103 0 0,-35 71 0 0 0,52-89-101 0 0,1 1 0 0 0,1 1 0 0 0,0-1-1 0 0,2 1 1 0 0,-4 30 0 0 0,9-45-17 0 0,0-1 0 0 0,1 1 0 0 0,0 0 0 0 0,0-1 0 0 0,1 1 1 0 0,0 0-1 0 0,0-1 0 0 0,1 1 0 0 0,0-1 0 0 0,0 1 0 0 0,1-1 0 0 0,-1 0 0 0 0,2 0 1 0 0,3 6-1 0 0,-4-8 33 0 0,1 0 1 0 0,-1-1 0 0 0,1 0-1 0 0,0 0 1 0 0,0 0-1 0 0,0 0 1 0 0,1-1 0 0 0,-1 1-1 0 0,1-1 1 0 0,0 0 0 0 0,0-1-1 0 0,0 1 1 0 0,0-1 0 0 0,0 0-1 0 0,1 0 1 0 0,-1-1-1 0 0,0 1 1 0 0,1-1 0 0 0,9 0-1 0 0,4 0 110 0 0,0-1 0 0 0,-1-1 0 0 0,1-1-1 0 0,-1-1 1 0 0,1 0 0 0 0,-1-2 0 0 0,0 0 0 0 0,-1 0-1 0 0,1-2 1 0 0,-1 0 0 0 0,0-1 0 0 0,-1-1-1 0 0,20-14 1 0 0,-20 12-47 0 0,-1 0 0 0 0,-1-1 0 0 0,0-1 0 0 0,-1 0 0 0 0,0-1 0 0 0,-1 0 0 0 0,0-1 0 0 0,-1 0 0 0 0,-1-1 0 0 0,-1 0 0 0 0,0-1 0 0 0,-1 0 0 0 0,7-22 0 0 0,-12 31-107 0 0,0-1 0 0 0,-1 1 0 0 0,-1-1 0 0 0,1 1 0 0 0,-1-1 0 0 0,-1 1 0 0 0,0-1 0 0 0,0 0 0 0 0,0 1 0 0 0,-1-1 0 0 0,-1 0 0 0 0,1 1 0 0 0,-1-1 0 0 0,-1 1 0 0 0,0 0 0 0 0,0 0 0 0 0,0 0 0 0 0,-1 0 0 0 0,0 0 0 0 0,-1 1 0 0 0,0 0 0 0 0,0 0 0 0 0,0 0 0 0 0,-1 1 0 0 0,0-1 0 0 0,0 1 0 0 0,-1 1 0 0 0,0-1 0 0 0,0 1 0 0 0,0 0 0 0 0,0 1 0 0 0,-1 0 0 0 0,-9-4 0 0 0,-7-2-347 0 0,1 2 0 0 0,-1 0 0 0 0,-1 2 1 0 0,1 1-1 0 0,-1 1 0 0 0,0 1 0 0 0,-45 0 1 0 0,-54 10-3673 0 0,3 10-3792 0 0,49-5-1229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222 100 932 0 0,'0'0'2352'0'0,"-14"-28"7201"0"0,-6 23-8271 0 0,18 5-1218 0 0,-1 1-12 0 0,-4 2-36 0 0,0 0 0 0 0,0 1 0 0 0,0 0 0 0 0,1 0-1 0 0,-1 1 1 0 0,1 0 0 0 0,0 0 0 0 0,1 0 0 0 0,-7 8-1 0 0,3-2-9 0 0,0 0 0 0 0,1 1-1 0 0,0 0 1 0 0,-9 21-1 0 0,5-4-5 0 0,1 2 0 0 0,1-1-1 0 0,-10 58 1 0 0,16-66 1 0 0,2-1-1 0 0,0 0 1 0 0,1 1 0 0 0,2-1 0 0 0,0 1-1 0 0,1-1 1 0 0,1 0 0 0 0,7 30 0 0 0,-7-43 20 0 0,0 0 0 0 0,0 1 0 0 0,1-1 0 0 0,0 0 0 0 0,0-1 0 0 0,1 1 0 0 0,0-1 0 0 0,1 0 0 0 0,11 13 0 0 0,-11-16 28 0 0,-1 1-1 0 0,1-1 1 0 0,-1 0-1 0 0,1-1 0 0 0,0 0 1 0 0,1 0-1 0 0,-1 0 1 0 0,0-1-1 0 0,1 1 1 0 0,-1-2-1 0 0,1 1 1 0 0,0-1-1 0 0,0 0 1 0 0,9 0-1 0 0,-6 0 108 0 0,1-1 0 0 0,-1-1-1 0 0,0 0 1 0 0,1 0 0 0 0,-1-1 0 0 0,0-1-1 0 0,0 0 1 0 0,0 0 0 0 0,0 0 0 0 0,-1-2-1 0 0,1 1 1 0 0,-1-1 0 0 0,0 0 0 0 0,-1-1 0 0 0,1 0-1 0 0,-1 0 1 0 0,0-1 0 0 0,-1 0 0 0 0,1-1-1 0 0,-1 1 1 0 0,-1-1 0 0 0,0-1 0 0 0,6-9-1 0 0,-3 3-61 0 0,-1 0 0 0 0,-1 0-1 0 0,-1 0 1 0 0,0-1 0 0 0,-1 0-1 0 0,0-1 1 0 0,-2 1 0 0 0,0-1-1 0 0,-1 1 1 0 0,0-1 0 0 0,-1 0 0 0 0,-1 0-1 0 0,-4-25 1 0 0,0 16-56 0 0,-1 1 0 0 0,-1 0 1 0 0,-1 0-1 0 0,-1 0 0 0 0,-2 1 1 0 0,-14-27-1 0 0,17 38-37 0 0,0 1 0 0 0,-1 0 0 0 0,0 1 0 0 0,-1-1 0 0 0,0 2 0 0 0,0-1 0 0 0,-1 1 0 0 0,-1 1 0 0 0,0 0 0 0 0,0 0 0 0 0,-1 1 0 0 0,-23-12 0 0 0,29 17-238 0 0,0 1 0 0 0,0 0 0 0 0,0 1 0 0 0,0-1 0 0 0,0 1-1 0 0,0 0 1 0 0,0 1 0 0 0,0-1 0 0 0,0 1 0 0 0,-1 1 0 0 0,1-1 0 0 0,0 1 0 0 0,0 0-1 0 0,0 0 1 0 0,0 1 0 0 0,0 0 0 0 0,-7 3 0 0 0,6-2-734 0 0,1 0-1 0 0,0 1 1 0 0,0-1-1 0 0,0 2 1 0 0,1-1 0 0 0,-1 0-1 0 0,1 1 1 0 0,0 0 0 0 0,-6 8-1 0 0,3-1-3337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17 408 0 0,'3'-16'19851'0'0,"-6"16"-19846"0"0,-3 2-82 0 0,3 20-33 0 0,-6 456 72 0 0,11-443 30 0 0,0 21 250 0 0,-2-54-209 0 0,0 1 971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47 904 0 0,'0'0'1365'0'0,"9"-43"12872"0"0,-16 39-12421 0 0,-14 10-2537 0 0,12-3 1094 0 0,4-1-374 0 0,1 0 0 0 0,0 0 0 0 0,0 0-1 0 0,0 1 1 0 0,0-1 0 0 0,0 1 0 0 0,-4 4 0 0 0,0 0 0 0 0,-9 6-12 0 0,1 1 0 0 0,-14 17 0 0 0,12-12-6 0 0,13-13 11 0 0,0 0-1 0 0,1 0 1 0 0,0 0-1 0 0,-5 11 1 0 0,8-15-2 0 0,2 10 6 0 0,0-10 5 0 0,0 0 0 0 0,1-1 0 0 0,-1 1 0 0 0,0 0 0 0 0,1-1 0 0 0,-1 1-1 0 0,1-1 1 0 0,0 1 0 0 0,-1-1 0 0 0,1 0 0 0 0,0 0 0 0 0,0 0 0 0 0,0 0 0 0 0,2 1 0 0 0,36 10-20 0 0,-1 0-25 0 0,-29-8 30 0 0,0 1 0 0 0,-1 0 0 0 0,0 1 0 0 0,0 0 0 0 0,0 0 0 0 0,10 11-1 0 0,-15-14 20 0 0,-1 1-1 0 0,1-1 0 0 0,-1 1 0 0 0,0 0 0 0 0,0 0 1 0 0,0 0-1 0 0,0 0 0 0 0,-1 1 0 0 0,0-1 0 0 0,0 1 1 0 0,0 0-1 0 0,0-1 0 0 0,-1 1 0 0 0,0 0 0 0 0,0 0 0 0 0,1 6 1 0 0,-3-5 77 0 0,0 0 0 0 0,0 0 0 0 0,0 0 0 0 0,-1 1 0 0 0,0-1 1 0 0,0-1-1 0 0,0 1 0 0 0,-1 0 0 0 0,0 0 0 0 0,0-1 0 0 0,0 0 0 0 0,-1 1 1 0 0,0-1-1 0 0,0-1 0 0 0,0 1 0 0 0,0 0 0 0 0,-1-1 0 0 0,0 0 1 0 0,0 0-1 0 0,0-1 0 0 0,0 1 0 0 0,-11 4 0 0 0,11-6-45 0 0,1-1 0 0 0,0 0 0 0 0,-1 0 0 0 0,1 0-1 0 0,-1 0 1 0 0,1-1 0 0 0,-1 0 0 0 0,1 0 0 0 0,-10-1 0 0 0,10 1-120 0 0,-1-1 0 0 0,1 0 1 0 0,0 0-1 0 0,-1 0 0 0 0,1-1 1 0 0,0 1-1 0 0,0-1 0 0 0,0 0 0 0 0,0 0 1 0 0,-5-4-1 0 0,6 4-335 0 0,1 0 0 0 0,0 0 0 0 0,0 0 0 0 0,0 0 0 0 0,0-1 1 0 0,0 1-1 0 0,1-1 0 0 0,-1 1 0 0 0,0-1 0 0 0,1 1 0 0 0,0-1 0 0 0,0 0 0 0 0,0 0 0 0 0,0 1 0 0 0,0-1 0 0 0,1 0 1 0 0,-1 0-1 0 0,0-4 0 0 0,2-5-3190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1 148 536 0 0,'0'-11'6979'0'0,"0"10"-6594"0"0,0-1 0 0 0,0 0 1 0 0,0 0-1 0 0,1 0 0 0 0,-1 1 0 0 0,1-1 1 0 0,-1 0-1 0 0,1 1 0 0 0,-1-1 1 0 0,1 0-1 0 0,0 1 0 0 0,0-1 0 0 0,0 1 1 0 0,2-3-1 0 0,-1 1-95 0 0,1 1 0 0 0,-1 0 1 0 0,1 0-1 0 0,0-1 0 0 0,0 1 0 0 0,0 1 1 0 0,4-3-1 0 0,6-2-184 0 0,1 1 0 0 0,29-6 1 0 0,-18 4 608 0 0,117-29 279 0 0,-59 14-726 0 0,-80 21-293 0 0,7-1-649 0 0,-1 7-2760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0 328 0 0,'15'17'22511'0'0,"-21"-7"-25709"0"0,-52 77 3969 0 0,25-34-642 0 0,-185 272 248 0 0,201-301-601 0 0,-30 47 702 0 0,41-62-1145 0 0,1 1 0 0 0,1 0 0 0 0,-1 0 0 0 0,2 0 0 0 0,-5 14 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7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179 126 364 0 0,'-6'-12'8676'0'0,"5"10"-8137"0"0,0 0 1 0 0,0 0-1 0 0,1 0 0 0 0,-1 0 1 0 0,0 0-1 0 0,1 0 0 0 0,0 0 0 0 0,-1 0 1 0 0,1 0-1 0 0,0 0 0 0 0,0 0 1 0 0,0-4-1 0 0,1 4-362 0 0,0-1 1 0 0,1 1 0 0 0,-1 0-1 0 0,0 0 1 0 0,1-1-1 0 0,-1 1 1 0 0,1 0 0 0 0,0 0-1 0 0,0 0 1 0 0,0 1-1 0 0,0-1 1 0 0,0 0-1 0 0,4-2 1 0 0,7-4 64 0 0,0 1 0 0 0,1 0-1 0 0,0 0 1 0 0,0 2 0 0 0,1 0-1 0 0,27-6 1 0 0,-39 10-207 0 0,-3 1-34 0 0,1 1 1 0 0,-1-1-1 0 0,0 0 0 0 0,0 0 1 0 0,1 0-1 0 0,-1 1 0 0 0,0-1 1 0 0,1 0-1 0 0,-1 0 0 0 0,0 0 1 0 0,1 0-1 0 0,-1 0 0 0 0,1 0 1 0 0,-1 0-1 0 0,0 0 0 0 0,1 0 1 0 0,-1 0-1 0 0,0 0 0 0 0,1 0 1 0 0,-1 0-1 0 0,0 0 0 0 0,1 0 1 0 0,-1 0-1 0 0,1 0 0 0 0,-1 0 1 0 0,0 0-1 0 0,1 0 0 0 0,-1-1 1 0 0,1 1-1 0 0,-1 0 0 0 0,1-1 1 0 0,-1 1-1 0 0,1 0 0 0 0,0 0 1 0 0,-1-1-1 0 0,1 1 0 0 0,-1 0 1 0 0,1 0-1 0 0,-1 0 1 0 0,1 0-1 0 0,0 0 0 0 0,-1 0 1 0 0,1 0-1 0 0,0 0 0 0 0,-1 0 1 0 0,1 0-1 0 0,-1 0 0 0 0,1 0 1 0 0,0 1-1 0 0,-1-1 0 0 0,1 0 1 0 0,-1 0-1 0 0,2 1 1 0 0,-1 0 4 0 0,0 0 1 0 0,0 0 0 0 0,0 0 0 0 0,1 0 0 0 0,-1 0 0 0 0,0 0 0 0 0,-1 0 0 0 0,1 0-1 0 0,0 1 1 0 0,0-1 0 0 0,0 0 0 0 0,-1 1 0 0 0,1-1 0 0 0,-1 0 0 0 0,1 1-1 0 0,-1-1 1 0 0,1 1 0 0 0,-1-1 0 0 0,0 2 0 0 0,1 1 4 0 0,-2-1 0 0 0,1 0 0 0 0,0 1 0 0 0,-1-1 1 0 0,1 0-1 0 0,-1 1 0 0 0,0-1 0 0 0,-2 4 0 0 0,-3 8 13 0 0,-1-1 0 0 0,-1 0 0 0 0,-9 12 0 0 0,8-13-20 0 0,-28 37 107 0 0,36-49-79 0 0,0 1-15 0 0,-4 5-6 0 0,4-5-2 0 0,5 10-10 0 0,20 0-6 0 0,-10-3 335 0 0,0 0 0 0 0,-1 0 1 0 0,-1 1-1 0 0,0 1 0 0 0,0 0 0 0 0,-1 1 1 0 0,11 14-1 0 0,-19-22-230 0 0,0-1 0 0 0,-1 1 0 0 0,0 0 0 0 0,0 0 0 0 0,0 1 1 0 0,0-1-1 0 0,-1 0 0 0 0,1 1 0 0 0,-1-1 0 0 0,0 1 0 0 0,-1-1 0 0 0,1 1 0 0 0,-1-1 0 0 0,0 1 1 0 0,0 0-1 0 0,0-1 0 0 0,0 1 0 0 0,-1-1 0 0 0,0 1 0 0 0,0-1 0 0 0,0 1 0 0 0,-1-1 0 0 0,1 0 0 0 0,-1 1 1 0 0,0-1-1 0 0,0 0 0 0 0,-1 0 0 0 0,1 0 0 0 0,-6 6 0 0 0,-1-1 197 0 0,1 0 1 0 0,-2 0-1 0 0,1-1 0 0 0,-1 0 0 0 0,-1-1 0 0 0,1 0 1 0 0,-1 0-1 0 0,0-1 0 0 0,-1-1 0 0 0,1 0 1 0 0,-1 0-1 0 0,0-1 0 0 0,-1-1 0 0 0,1 0 1 0 0,0-1-1 0 0,-17 1 0 0 0,17-2-562 0 0,0 0-1 0 0,0-1 0 0 0,1-1 1 0 0,-1 0-1 0 0,0-1 1 0 0,1 0-1 0 0,-1 0 1 0 0,1-1-1 0 0,-1-1 0 0 0,1 0 1 0 0,-11-6-1 0 0,19 8-311 0 0,-1 0 0 0 0,1 0-1 0 0,0-1 1 0 0,-1 1 0 0 0,1-1-1 0 0,0 0 1 0 0,0 1-1 0 0,1-1 1 0 0,-1-1 0 0 0,-2-3-1 0 0,3 4-440 0 0,1 0-1 0 0,0 1 0 0 0,-1-1 0 0 0,1 0 0 0 0,1 0 1 0 0,-1 1-1 0 0,0-1 0 0 0,1 0 0 0 0,-1-4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 2048 0 0,'-35'-13'16950'0'0,"34"13"-16868"0"0,1 0-1 0 0,-1-1 1 0 0,1 1 0 0 0,-1 0 0 0 0,0 0 0 0 0,1-1-1 0 0,-1 1 1 0 0,0 0 0 0 0,1 0 0 0 0,-1 0 0 0 0,0 0-1 0 0,1 0 1 0 0,-1 0 0 0 0,0 0 0 0 0,1 0 0 0 0,-1 0-1 0 0,0 0 1 0 0,1 0 0 0 0,-1 1 0 0 0,0-1 0 0 0,1 0-1 0 0,-1 0 1 0 0,0 1 0 0 0,1-1 0 0 0,-1 1 0 0 0,2 14-5365 0 0,2 4 2316 0 0,-2-9-1279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8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1 444 0 0,'-23'76'14683'0'0,"10"-47"-11210"0"0,12-27-3181 0 0,0 8 1048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1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92 580 0 0,'34'-24'17182'0'0,"-33"20"-16405"0"0,-1-2-936 0 0,0 4 675 0 0,-3 1-307 0 0,-1 1 0 0 0,1-1 0 0 0,0 1-1 0 0,0 0 1 0 0,-1 0 0 0 0,1 0 0 0 0,-5 1 0 0 0,-11 9-29 0 0,0 1 0 0 0,1 0 0 0 0,0 2 0 0 0,1 0 0 0 0,1 0-1 0 0,0 2 1 0 0,0 0 0 0 0,-20 27 0 0 0,21-23-66 0 0,1 1 1 0 0,1 1-1 0 0,0 0 1 0 0,2 1-1 0 0,0 0 1 0 0,2 1-1 0 0,-10 33 0 0 0,17-46-39 0 0,-1 0 0 0 0,2 0 0 0 0,0 0 0 0 0,0 0 0 0 0,0-1 0 0 0,1 1 0 0 0,1 0 0 0 0,0 0 0 0 0,0 0 0 0 0,6 18 0 0 0,-6-22 38 0 0,2-1 1 0 0,-1 0-1 0 0,0 0 0 0 0,1 1 0 0 0,0-2 1 0 0,0 1-1 0 0,1 0 0 0 0,-1 0 1 0 0,1-1-1 0 0,0 0 0 0 0,0 0 0 0 0,0 0 1 0 0,1 0-1 0 0,0-1 0 0 0,-1 0 1 0 0,1 0-1 0 0,0 0 0 0 0,1 0 0 0 0,9 3 1 0 0,0-2 69 0 0,1 0 0 0 0,-1-1 0 0 0,0-1 0 0 0,1-1 0 0 0,0 0 0 0 0,-1-1 0 0 0,1 0 0 0 0,0-2 0 0 0,-1 0 0 0 0,1 0 0 0 0,-1-1 0 0 0,23-9 0 0 0,-15 4-56 0 0,0-1 1 0 0,0-1-1 0 0,-1-1 0 0 0,-1-1 1 0 0,0-1-1 0 0,0-1 0 0 0,23-20 0 0 0,-26 18-53 0 0,-2 0 0 0 0,0-1 0 0 0,0 0 0 0 0,-2-2-1 0 0,0 1 1 0 0,16-30 0 0 0,-27 41-64 0 0,1 1 0 0 0,-1-1 0 0 0,0-1 0 0 0,-1 1 0 0 0,1 0 0 0 0,-1-1 0 0 0,-1 1 0 0 0,0-1-1 0 0,0 1 1 0 0,0-1 0 0 0,-1 0 0 0 0,0 1 0 0 0,0-1 0 0 0,-1 1 0 0 0,0-1 0 0 0,-1 0 0 0 0,1 1 0 0 0,-1 0 0 0 0,-1-1 0 0 0,1 1 0 0 0,-1 0 0 0 0,-1 0 0 0 0,-3-6 0 0 0,-1 1-25 0 0,0 2 0 0 0,0-1 1 0 0,-1 1-1 0 0,-1 1 0 0 0,1-1 0 0 0,-2 2 1 0 0,1-1-1 0 0,-20-10 0 0 0,13 9-256 0 0,-1 1 0 0 0,0 1 0 0 0,0 1 0 0 0,0 1 0 0 0,-27-6-1 0 0,7 6-841 0 0,-1 1-1 0 0,1 2 1 0 0,-1 1-1 0 0,0 2 1 0 0,-57 8-1 0 0,-107 29-6979 0 0,161-28 5050 0 0,-42 10-5321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2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76 1352 0 0,'-23'-33'5278'0'0,"5"7"-2103"0"0,16 25-2858 0 0,2 0-281 0 0,0 1 1 0 0,-1-1-1 0 0,1 1 1 0 0,0 0-1 0 0,0-1 1 0 0,-1 1-1 0 0,1 0 1 0 0,0-1-1 0 0,-1 1 1 0 0,1 0-1 0 0,-1 0 1 0 0,1-1-1 0 0,0 1 1 0 0,-1 0 0 0 0,1 0-1 0 0,-1 0 1 0 0,1-1-1 0 0,-1 1 1 0 0,1 0-1 0 0,-1 0 1 0 0,1 0-1 0 0,0 0 1 0 0,-1 0-1 0 0,1 0 1 0 0,-1 0-1 0 0,1 0 1 0 0,-1 0-1 0 0,1 0 1 0 0,-1 0 0 0 0,1 0-1 0 0,-1 0 1 0 0,1 1-1 0 0,0-1 1 0 0,-1 0-1 0 0,1 0 1 0 0,-1 0-1 0 0,1 1 1 0 0,-1-1-1 0 0,1 0 1 0 0,0 1-1 0 0,-1-1 1 0 0,1 0-1 0 0,0 0 1 0 0,-1 1-1 0 0,1-1 1 0 0,0 1 0 0 0,-1 0-1 0 0,-8 9 112 0 0,0 2 0 0 0,0-1 0 0 0,2 1-1 0 0,-1 1 1 0 0,1-1 0 0 0,1 1 0 0 0,0 1 0 0 0,-4 15 0 0 0,1 1-30 0 0,1 0 1 0 0,-7 57-1 0 0,13-63-84 0 0,1 0-1 0 0,0 1 1 0 0,5 31-1 0 0,-4-48-18 0 0,1-1-1 0 0,1 1 1 0 0,-1-1 0 0 0,1 1 0 0 0,0-1-1 0 0,1 0 1 0 0,0 0 0 0 0,0 0 0 0 0,1 0-1 0 0,0-1 1 0 0,0 1 0 0 0,0-1-1 0 0,1 0 1 0 0,9 10 0 0 0,-11-13 71 0 0,1-1 1 0 0,0 1-1 0 0,0-1 1 0 0,0 1-1 0 0,0-1 1 0 0,0 0-1 0 0,0-1 1 0 0,0 1-1 0 0,0-1 1 0 0,1 0-1 0 0,-1 0 0 0 0,1 0 1 0 0,-1-1-1 0 0,1 1 1 0 0,5-1-1 0 0,-3-1 59 0 0,0 0-1 0 0,1 0 0 0 0,-1 0 0 0 0,0-1 1 0 0,0 0-1 0 0,0-1 0 0 0,-1 0 1 0 0,13-6-1 0 0,-8 3 33 0 0,-1-1 0 0 0,0 0 0 0 0,0-1 0 0 0,-1 0 1 0 0,0 0-1 0 0,-1-1 0 0 0,1 0 0 0 0,-2-1 0 0 0,1 0 0 0 0,11-21 0 0 0,-14 19-108 0 0,0 0-1 0 0,-1-1 1 0 0,0 0-1 0 0,-1 0 1 0 0,0 0-1 0 0,-1 0 1 0 0,-1-1-1 0 0,0 1 1 0 0,-1 0-1 0 0,0-1 1 0 0,-1 1-1 0 0,0 0 0 0 0,-1 0 1 0 0,-1-1-1 0 0,0 2 1 0 0,-1-1-1 0 0,0 0 1 0 0,-10-19-1 0 0,9 22-101 0 0,-1 0 0 0 0,0 0-1 0 0,0 0 1 0 0,-1 0 0 0 0,0 1 0 0 0,-1 0-1 0 0,0 1 1 0 0,-1 0 0 0 0,1 0-1 0 0,-2 1 1 0 0,1 0 0 0 0,-1 0 0 0 0,0 1-1 0 0,0 1 1 0 0,0 0 0 0 0,-1 0-1 0 0,0 1 1 0 0,0 0 0 0 0,0 1 0 0 0,-1 0-1 0 0,-15-2 1 0 0,13 4-736 0 0,0 0 1 0 0,0 1-1 0 0,-25 4 0 0 0,-14 8-6628 0 0,34-7 1158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3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18 1140 0 0,'-4'0'1750'0'0,"-22"-4"1472"0"0,-52-8 4255 0 0,76 11-7033 0 0,-23 0 3162 0 0,37 2-3273 0 0,26 3-157 0 0,46-3-1 0 0,-43-1-150 0 0,-5 0-802 0 0,-33 0 168 0 0,5 0-1342 0 0,12-1-5715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83 2688 0 0,'0'-26'8880'0'0,"0"25"-8795"0"0,0 1 1 0 0,0-1-1 0 0,0 0 1 0 0,0 1 0 0 0,0-1-1 0 0,-1 0 1 0 0,1 1-1 0 0,0-1 1 0 0,0 0-1 0 0,-1 1 1 0 0,1-1-1 0 0,0 0 1 0 0,-1 1 0 0 0,1-1-1 0 0,0 1 1 0 0,-1-1-1 0 0,1 1 1 0 0,-1-1-1 0 0,1 1 1 0 0,-1-1-1 0 0,0 1 1 0 0,1-1 0 0 0,-1 1-1 0 0,1 0 1 0 0,-1-1-1 0 0,0 1 1 0 0,1 0-1 0 0,-2-1 1 0 0,1 1-17 0 0,-1 0 1 0 0,0 0 0 0 0,0 0-1 0 0,1 0 1 0 0,-1 1 0 0 0,0-1-1 0 0,1 0 1 0 0,-1 1 0 0 0,1-1-1 0 0,-1 1 1 0 0,-2 1 0 0 0,-7 4-44 0 0,1 0 0 0 0,-17 13-1 0 0,22-15 168 0 0,-10 8-172 0 0,0-1-1 0 0,0 2 1 0 0,2 0-1 0 0,0 0 0 0 0,0 1 1 0 0,1 1-1 0 0,1 0 0 0 0,-14 24 1 0 0,24-38-18 0 0,1 1 0 0 0,-1-1 0 0 0,1 0 0 0 0,-1 0 0 0 0,1 1 0 0 0,0-1-1 0 0,0 0 1 0 0,-1 0 0 0 0,1 1 0 0 0,0-1 0 0 0,0 0 0 0 0,0 1 0 0 0,0-1 0 0 0,0 0 0 0 0,1 1 0 0 0,-1-1 0 0 0,0 0 0 0 0,0 0 0 0 0,1 1 0 0 0,-1-1 0 0 0,1 0 0 0 0,-1 0 0 0 0,1 0 0 0 0,0 1 0 0 0,0-1 0 0 0,-1 0 0 0 0,1 0 0 0 0,0 0 0 0 0,0 0 0 0 0,0 0 0 0 0,0-1 0 0 0,0 1 0 0 0,0 0 0 0 0,0 0-1 0 0,0-1 1 0 0,0 1 0 0 0,0 0 0 0 0,1-1 0 0 0,1 1 0 0 0,4 2 52 0 0,0 0-1 0 0,0-1 0 0 0,0 0 0 0 0,0 0 1 0 0,10 0-1 0 0,18 2 227 0 0,-3-1-106 0 0,52 13 1 0 0,-76-14-141 0 0,1 1-1 0 0,-1-1 1 0 0,0 2 0 0 0,0-1 0 0 0,0 1 0 0 0,-1 0 0 0 0,1 1 0 0 0,-1 0-1 0 0,0 0 1 0 0,0 1 0 0 0,5 6 0 0 0,-8-9 63 0 0,-1 1 0 0 0,0 0 0 0 0,-1 0 0 0 0,1 0 0 0 0,-1 1 1 0 0,0-1-1 0 0,0 0 0 0 0,0 1 0 0 0,0 0 0 0 0,-1-1 0 0 0,0 1 0 0 0,0 0 0 0 0,0 0 1 0 0,-1-1-1 0 0,1 1 0 0 0,-1 0 0 0 0,0 0 0 0 0,-1 0 0 0 0,1 0 0 0 0,-1 0 0 0 0,0-1 1 0 0,0 1-1 0 0,-2 5 0 0 0,0-3 107 0 0,0 1 0 0 0,0-1 0 0 0,-1 1 0 0 0,0-1 0 0 0,-1 0 0 0 0,0-1 0 0 0,0 1 1 0 0,0-1-1 0 0,0 0 0 0 0,-1 0 0 0 0,0-1 0 0 0,-13 10 0 0 0,14-12-110 0 0,1 0 0 0 0,-1 0 0 0 0,0-1 0 0 0,0 1 0 0 0,0-1 0 0 0,0 0 0 0 0,0-1 0 0 0,0 1 0 0 0,-1-1 0 0 0,1 0 0 0 0,-1 0 0 0 0,1-1 0 0 0,-7 1 0 0 0,9-2-87 0 0,0 1 1 0 0,0-1 0 0 0,0 0 0 0 0,0 0 0 0 0,0 0 0 0 0,1 0 0 0 0,-1 0 0 0 0,0-1 0 0 0,0 1 0 0 0,1-1-1 0 0,-1 0 1 0 0,1 0 0 0 0,-1 0 0 0 0,1 0 0 0 0,0 0 0 0 0,0 0 0 0 0,0-1 0 0 0,0 1 0 0 0,0-1 0 0 0,0 1 0 0 0,1-1-1 0 0,-1 0 1 0 0,1 0 0 0 0,-1-3 0 0 0,0 0-6 0 0,0 0 0 0 0,1 0 0 0 0,0 0 0 0 0,0-1 0 0 0,0 1 0 0 0,1 0-1 0 0,0 0 1 0 0,0-1 0 0 0,1 1 0 0 0,0 0 0 0 0,0 0 0 0 0,0 0 0 0 0,1 0 0 0 0,0 0 0 0 0,3-8 0 0 0,5-9-7 0 0,2 0 0 0 0,16-28 0 0 0,35-40-86 0 0,-40 59 71 0 0,-1-1 1 0 0,25-48-1 0 0,-46 78 16 0 0,0 1 0 0 0,0-1 0 0 0,0 0 0 0 0,0 1 0 0 0,0-1-1 0 0,-1 0 1 0 0,1 0 0 0 0,-1 0 0 0 0,1 1 0 0 0,-1-1 0 0 0,0 0-1 0 0,-1 0 1 0 0,1 0 0 0 0,0 0 0 0 0,-1 0 0 0 0,1 1 0 0 0,-1-1 0 0 0,0 0-1 0 0,0 1 1 0 0,0-1 0 0 0,0 0 0 0 0,-1 1 0 0 0,1-1 0 0 0,-3-2-1 0 0,1 2-2 0 0,1 0 0 0 0,-1 0 0 0 0,-1 0 0 0 0,1 1 0 0 0,0-1-1 0 0,-1 1 1 0 0,1 0 0 0 0,-1 0 0 0 0,0 0 0 0 0,0 0-1 0 0,0 1 1 0 0,0-1 0 0 0,0 1 0 0 0,0 0 0 0 0,0 1 0 0 0,-5-2-1 0 0,-9 1-147 0 0,-1 0-1 0 0,1 2 0 0 0,-1-1 0 0 0,1 2 0 0 0,-30 7 1 0 0,34-6-619 0 0,1 1 1 0 0,-1 0-1 0 0,1 1 0 0 0,0 1 1 0 0,0 0-1 0 0,1 1 1 0 0,-23 15-1 0 0,5 7-7222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64 0 0,'12'-15'18658'0'0,"-8"293"-13146"0"0,-1 4-4065 0 0,-3-281-1378 0 0,0 6 1220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1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2568 0 0,'4'-9'7617'0'0,"-3"8"-7390"0"0,6-18 5657 0 0,-4 15-4350 0 0,-3 14-4309 0 0,-6 29-4967 0 0,2-26 2833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1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1856 0 0,'4'26'11367'0'0,"1"5"-1868"0"0,-2-21-9642 0 0,-1 0-3906 0 0,8-16-475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1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176 222 848 0 0,'6'-8'1978'0'0,"0"0"0"0"0,0 0 0 0 0,-1-1 0 0 0,0 0 0 0 0,-1 0-1 0 0,5-12 1 0 0,-3 6 1094 0 0,-2 3-574 0 0,-4 12-2480 0 0,-1 0-1 0 0,1-1 1 0 0,0 1 0 0 0,-1 0-1 0 0,1 0 1 0 0,-1 0-1 0 0,1 0 1 0 0,0 0 0 0 0,-1 0-1 0 0,1 0 1 0 0,-1 0 0 0 0,1 0-1 0 0,0 0 1 0 0,-1 0-1 0 0,1 0 1 0 0,-1 0 0 0 0,1 0-1 0 0,0 0 1 0 0,-1 0-1 0 0,1 0 1 0 0,-1 0 0 0 0,1 0-1 0 0,0 1 1 0 0,-1-1 0 0 0,1 0-1 0 0,0 0 1 0 0,-1 0-1 0 0,1 1 1 0 0,0-1 0 0 0,-1 0-1 0 0,-5 5 20 0 0,-1-1 1 0 0,1 1-1 0 0,1 0 0 0 0,-1 0 0 0 0,1 0 0 0 0,-1 1 0 0 0,2 0 1 0 0,-1 0-1 0 0,1 0 0 0 0,-6 11 0 0 0,-1-1 38 0 0,-12 19 69 0 0,2 0 0 0 0,-26 58 1 0 0,37-70-117 0 0,1 1 0 0 0,2 0 0 0 0,0 0-1 0 0,2 0 1 0 0,-5 37 0 0 0,10-53-4 0 0,0-1 0 0 0,0 0 1 0 0,0 0-1 0 0,1 1 0 0 0,-1-1 0 0 0,2 0 0 0 0,-1 0 0 0 0,1 0 0 0 0,0 0 0 0 0,1 0 0 0 0,0-1 0 0 0,0 1 0 0 0,0-1 0 0 0,1 1 1 0 0,6 8-1 0 0,-5-10 33 0 0,-1 0 0 0 0,1-1-1 0 0,-1 0 1 0 0,1 0 0 0 0,1 0 0 0 0,-1-1 0 0 0,1 1 0 0 0,-1-1 0 0 0,1 0 0 0 0,0-1 0 0 0,0 0 0 0 0,0 0 0 0 0,0 0 0 0 0,0 0 0 0 0,1-1 0 0 0,-1 0 0 0 0,13 0-1 0 0,3-1 5 0 0,0-2 0 0 0,1 0 0 0 0,-1-1 0 0 0,0-2-1 0 0,0 0 1 0 0,-1-1 0 0 0,0-1 0 0 0,0-1 0 0 0,0-1-1 0 0,-1-1 1 0 0,0 0 0 0 0,21-17 0 0 0,-18 11-28 0 0,0-1 0 0 0,-1-2 0 0 0,-1 0 1 0 0,-1-1-1 0 0,0-1 0 0 0,-2-1 0 0 0,-1 0 0 0 0,0-2 0 0 0,14-28 1 0 0,-25 41-8 0 0,-1 0 0 0 0,0-1 0 0 0,0 0 0 0 0,-1 0 0 0 0,-1 0 0 0 0,0-1 1 0 0,-1 1-1 0 0,0-1 0 0 0,-1 0 0 0 0,0 1 0 0 0,-2-19 0 0 0,0 21-20 0 0,-1 1-1 0 0,0-1 1 0 0,-1 1-1 0 0,1-1 1 0 0,-2 1-1 0 0,1 0 1 0 0,-1 0-1 0 0,-1 1 1 0 0,0-1-1 0 0,0 1 0 0 0,0 0 1 0 0,-1 0-1 0 0,0 1 1 0 0,-1-1-1 0 0,-10-8 1 0 0,5 6-105 0 0,0 1 1 0 0,-1 0-1 0 0,-1 0 0 0 0,1 2 0 0 0,-1-1 1 0 0,-1 2-1 0 0,1 0 0 0 0,-1 1 1 0 0,0 0-1 0 0,0 1 0 0 0,0 1 0 0 0,-1 0 1 0 0,-27 0-1 0 0,23 2-744 0 0,-1 2-1 0 0,1 0 1 0 0,0 1 0 0 0,-22 6 0 0 0,21-3-1484 0 0,-1 1 1 0 0,1 2-1 0 0,-31 14 1 0 0,16-4-5193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108 165 1860 0 0,'0'-1'14'0'0,"-4"-20"6684"0"0,4 21-6635 0 0,0-1 1 0 0,0 1 0 0 0,0 0-1 0 0,0-1 1 0 0,-1 1-1 0 0,1 0 1 0 0,0-1 0 0 0,0 1-1 0 0,0 0 1 0 0,0-1-1 0 0,0 1 1 0 0,0 0 0 0 0,-1 0-1 0 0,1-1 1 0 0,0 1-1 0 0,0 0 1 0 0,0 0 0 0 0,-1-1-1 0 0,1 1 1 0 0,0 0-1 0 0,0 0 1 0 0,-1 0 0 0 0,1 0-1 0 0,0-1 1 0 0,-1 1-1 0 0,1 0 1 0 0,0 0 0 0 0,-1 0-1 0 0,1 0 1 0 0,0 0-1 0 0,0 0 1 0 0,-1 0 0 0 0,1 0-1 0 0,0 0 1 0 0,-1 0-1 0 0,1 0 1 0 0,0 0 0 0 0,-1 0-1 0 0,1 0 1 0 0,0 0-1 0 0,-1 0 1 0 0,1 0 0 0 0,0 0-1 0 0,-1 0 1 0 0,1 0-1 0 0,0 1 1 0 0,0-1 0 0 0,-1 0-1 0 0,1 0 1 0 0,0 0-1 0 0,0 0 1 0 0,-1 1 0 0 0,1-1-1 0 0,0 0 1 0 0,0 0-1 0 0,0 1 1 0 0,-1-1 0 0 0,1 0-1 0 0,0 0 1 0 0,0 1-1 0 0,0-1 1 0 0,0 0 0 0 0,-1 1-1 0 0,1-1 1 0 0,-10 16 257 0 0,0 1 1 0 0,0-1 0 0 0,2 2-1 0 0,0-1 1 0 0,1 1-1 0 0,-5 21 1 0 0,5-14-211 0 0,2 0 1 0 0,0 0-1 0 0,2 1 0 0 0,0 31 0 0 0,3-49-73 0 0,0 0 0 0 0,1 0 0 0 0,0 0 0 0 0,0 0-1 0 0,1 0 1 0 0,0 0 0 0 0,1 0 0 0 0,0 0-1 0 0,0-1 1 0 0,0 0 0 0 0,1 1 0 0 0,0-1 0 0 0,0 0-1 0 0,6 6 1 0 0,-6-8 10 0 0,1-1 0 0 0,-1 1 1 0 0,1-1-1 0 0,0 0 0 0 0,0-1 0 0 0,1 1 0 0 0,-1-1 0 0 0,1 0 0 0 0,-1 0 1 0 0,1 0-1 0 0,0-1 0 0 0,0 0 0 0 0,0 0 0 0 0,0-1 0 0 0,1 1 0 0 0,-1-2 1 0 0,0 1-1 0 0,9 0 0 0 0,1-2 42 0 0,0 0 1 0 0,-1-1 0 0 0,1 0-1 0 0,-1-1 1 0 0,0-1-1 0 0,0 0 1 0 0,0-1-1 0 0,0-1 1 0 0,-1 0 0 0 0,21-14-1 0 0,-24 14-1 0 0,0-2 1 0 0,-1 1-1 0 0,0-2 0 0 0,-1 1 0 0 0,1-1 1 0 0,-2-1-1 0 0,1 1 0 0 0,-2-1 0 0 0,1-1 0 0 0,-1 0 1 0 0,-1 0-1 0 0,0 0 0 0 0,6-16 0 0 0,-7 12-52 0 0,-1 0-1 0 0,-1 0 0 0 0,0-1 0 0 0,-1 1 1 0 0,0-1-1 0 0,-1 0 0 0 0,-1 1 0 0 0,-1-1 1 0 0,0 0-1 0 0,-1 1 0 0 0,0-1 0 0 0,-2 1 1 0 0,-9-29-1 0 0,9 34-38 0 0,0 0 0 0 0,-1 0 0 0 0,0 0 1 0 0,0 1-1 0 0,-1 0 0 0 0,0 0 0 0 0,-1 0 0 0 0,0 0 0 0 0,0 1 0 0 0,-1 1 1 0 0,0-1-1 0 0,0 1 0 0 0,-1 0 0 0 0,0 1 0 0 0,0 0 0 0 0,0 1 1 0 0,-1 0-1 0 0,0 0 0 0 0,0 1 0 0 0,-19-6 0 0 0,22 9-167 0 0,-1 0 1 0 0,1 0-1 0 0,0 0 0 0 0,0 1 0 0 0,-1 0 1 0 0,1 1-1 0 0,0 0 0 0 0,-1 0 1 0 0,1 0-1 0 0,-9 4 0 0 0,12-4-220 0 0,-1 1 0 0 0,1 0-1 0 0,0 0 1 0 0,1 0 0 0 0,-1 0 0 0 0,0 1 0 0 0,1 0-1 0 0,-4 3 1 0 0,5-4-214 0 0,-1 0 1 0 0,2 0-1 0 0,-1 1 0 0 0,0-1 0 0 0,0 1 0 0 0,1-1 1 0 0,0 1-1 0 0,-1 0 0 0 0,1 0 0 0 0,0-1 1 0 0,0 1-1 0 0,-1 5 0 0 0,2 3-3507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33 1456 0 0,'1'-20'10032'0'0,"-11"38"-9539"0"0,0 0-1 0 0,1 0 0 0 0,2 0 0 0 0,-1 1 1 0 0,-4 23-1 0 0,10-35-389 0 0,-2 7 71 0 0,-10 29 243 0 0,-7 46 1 0 0,19-76-362 0 0,0 0 1 0 0,1-1-1 0 0,0 1 1 0 0,1 0-1 0 0,1 0 1 0 0,0 0-1 0 0,0 0 1 0 0,6 18-1 0 0,-5-25 7 0 0,-1-1 0 0 0,1 1 0 0 0,1-1 0 0 0,-1 0 0 0 0,1 0-1 0 0,0 0 1 0 0,0 0 0 0 0,1-1 0 0 0,-1 1 0 0 0,1-1 0 0 0,0 1 0 0 0,0-1 0 0 0,1-1 0 0 0,-1 1-1 0 0,1-1 1 0 0,0 1 0 0 0,0-1 0 0 0,0-1 0 0 0,0 1 0 0 0,0-1 0 0 0,1 0 0 0 0,-1 0 0 0 0,1 0-1 0 0,-1-1 1 0 0,1 0 0 0 0,0 0 0 0 0,-1 0 0 0 0,1-1 0 0 0,0 0 0 0 0,0 0 0 0 0,-1 0 0 0 0,1-1-1 0 0,0 0 1 0 0,-1 0 0 0 0,1 0 0 0 0,0-1 0 0 0,-1 0 0 0 0,1 0 0 0 0,6-4 0 0 0,0 0-3 0 0,-1-1 0 0 0,-1 0-1 0 0,1 0 1 0 0,-1-1 0 0 0,-1-1 0 0 0,0 0 0 0 0,0 0 0 0 0,0-1 0 0 0,-1 0 0 0 0,-1 0 0 0 0,1-1 0 0 0,-2 0-1 0 0,0 0 1 0 0,0 0 0 0 0,-1-1 0 0 0,0 0 0 0 0,-1 0 0 0 0,3-16 0 0 0,-4 16-51 0 0,-1 0 1 0 0,0 0-1 0 0,0 0 1 0 0,-2 0-1 0 0,1 0 1 0 0,-2 0-1 0 0,1-1 1 0 0,-2 1-1 0 0,0 0 1 0 0,0 0-1 0 0,-1 0 1 0 0,0 0-1 0 0,-1 1 1 0 0,-1 0-1 0 0,0-1 1 0 0,0 1-1 0 0,-1 1 1 0 0,0-1-1 0 0,-10-12 1 0 0,9 17-10 0 0,1-1 1 0 0,-1 1-1 0 0,0 1 1 0 0,0-1-1 0 0,0 1 1 0 0,-1 1-1 0 0,0-1 1 0 0,0 1-1 0 0,0 0 1 0 0,-1 1-1 0 0,1 0 1 0 0,-1 1-1 0 0,1-1 1 0 0,-15-1-1 0 0,14 3-244 0 0,0 1-1 0 0,1 0 1 0 0,-1 0-1 0 0,0 0 1 0 0,0 1-1 0 0,-13 3 1 0 0,16-2-321 0 0,0 0 0 0 0,0 0 0 0 0,0 0 0 0 0,0 1 0 0 0,0 0 0 0 0,0 0 0 0 0,1 1 0 0 0,0 0 0 0 0,-6 4 0 0 0,1 8-4891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4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16 101 1220 0 0,'-4'-12'6631'0'0,"-7"-21"2682"0"0,11 32-9181 0 0,55-11 372 0 0,17-1-393 0 0,24-4-1089 0 0,-35 4-6204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5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6 364 0 0,'-12'-3'7473'0'0,"-16"0"-870"0"0,19 4-6480 0 0,6-1 21 0 0,-12 21 520 0 0,-17 44 55 0 0,29-58-671 0 0,0 0 0 0 0,1 0 0 0 0,0 1 0 0 0,-2 10-1 0 0,4-17-40 0 0,-5 30 35 0 0,8-12 4 0 0,-3-17-20 0 0,11 27 1330 0 0,9 1-670 0 0,-19-29-230 0 0,0-1-418 0 0,0 1 0 0 0,0-1 0 0 0,0 1 0 0 0,0-1 0 0 0,0 1 0 0 0,0-1 0 0 0,0 0 0 0 0,0 0 0 0 0,0 1 0 0 0,0-1 0 0 0,0 0 0 0 0,0 0 0 0 0,0 0 0 0 0,0 0 0 0 0,1 0 0 0 0,-1 0 0 0 0,0-1 0 0 0,0 1 0 0 0,1-1 0 0 0,27-3 442 0 0,48-17-107 0 0,-54 14-358 0 0,0 1 0 0 0,0 0 1 0 0,36-2-1 0 0,-51 8-19 0 0,0 0 1 0 0,0 0-1 0 0,0 0 0 0 0,0 1 1 0 0,-1 1-1 0 0,1-1 0 0 0,0 2 0 0 0,-1-1 1 0 0,1 1-1 0 0,-1 0 0 0 0,0 0 1 0 0,0 0-1 0 0,0 1 0 0 0,11 9 1 0 0,-11-8 76 0 0,-1 0 0 0 0,0 0 1 0 0,0 1-1 0 0,-1 0 0 0 0,1 0 1 0 0,-1 1-1 0 0,-1-1 0 0 0,1 1 1 0 0,-1 0-1 0 0,0 0 0 0 0,-1 1 1 0 0,0-1-1 0 0,0 1 0 0 0,-1-1 1 0 0,1 1-1 0 0,-2 0 0 0 0,1 0 1 0 0,-1 0-1 0 0,0 0 0 0 0,-1 0 1 0 0,0 1-1 0 0,0-1 0 0 0,-1 0 1 0 0,0 0-1 0 0,0 0 0 0 0,-1 0 1 0 0,0 0-1 0 0,-1-1 0 0 0,1 1 1 0 0,-1-1-1 0 0,-5 9 0 0 0,4-8 11 0 0,-1-1-1 0 0,1 0 1 0 0,-1 0-1 0 0,-1-1 1 0 0,1 1-1 0 0,-1-1 1 0 0,-1 0-1 0 0,1 0 1 0 0,-1-1-1 0 0,0 0 0 0 0,0 0 1 0 0,0-1-1 0 0,-1 0 1 0 0,1 0-1 0 0,-1-1 1 0 0,0 1-1 0 0,0-2 1 0 0,0 1-1 0 0,-1-1 1 0 0,1-1-1 0 0,-1 1 0 0 0,1-2 1 0 0,-1 1-1 0 0,1-1 1 0 0,-1 0-1 0 0,1-1 1 0 0,-1 0-1 0 0,-10-2 1 0 0,3-1-273 0 0,-44-16 604 0 0,54 17-1005 0 0,0 0 1 0 0,0-1-1 0 0,0 1 1 0 0,-6-5-1 0 0,12 7 378 0 0,-1 1 1 0 0,1-1-1 0 0,-1 1 0 0 0,1-1 0 0 0,-1 0 1 0 0,1 1-1 0 0,-1-1 0 0 0,1 0 1 0 0,0 1-1 0 0,-1-1 0 0 0,1 0 0 0 0,0 1 1 0 0,0-1-1 0 0,-1 0 0 0 0,1 1 0 0 0,0-1 1 0 0,0 0-1 0 0,0 0 0 0 0,0 1 0 0 0,0-1 1 0 0,0 0-1 0 0,0 0 0 0 0,0 1 1 0 0,0-1-1 0 0,1 0 0 0 0,-1 0 0 0 0,0-1 1 0 0,10-15-7098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70 608 0 0,'-12'-12'13719'0'0,"4"12"-12147"0"0,24-2-1702 0 0,135-18 105 0 0,43-4 26 0 0,-124 17 64 0 0,-68 7-50 0 0,32-3 40 0 0,-16 1-11 0 0,-16 2 459 0 0,5 1-2138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9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 1292 0 0,'4'-7'14341'0'0,"-3"9"-14852"0"0,0 1-1 0 0,-1 0 1 0 0,1 0 0 0 0,-1-1 0 0 0,0 1 0 0 0,0 0-1 0 0,0 0 1 0 0,0 0 0 0 0,0 0 0 0 0,-1-1 0 0 0,0 1-1 0 0,1 0 1 0 0,-1 0 0 0 0,0-1 0 0 0,0 1 0 0 0,0-1-1 0 0,-3 5 1 0 0,-1 7-3516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4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1904 0 0,'0'33'16556'0'0,"0"-32"-16244"0"0,0 4-1385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5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40 1052 0 0,'0'0'3042'0'0,"-4"-10"1215"0"0,3 8-3753 0 0,0 0 0 0 0,0-1 1 0 0,0 1-1 0 0,0 0 1 0 0,0 0-1 0 0,-1 0 0 0 0,1 0 1 0 0,-1 0-1 0 0,0 0 0 0 0,1 0 1 0 0,-1 0-1 0 0,-3-1 0 0 0,4 2-342 0 0,-30 20 396 0 0,12-1-408 0 0,2 1 0 0 0,0 1 0 0 0,1 1 0 0 0,0 0 0 0 0,2 1 0 0 0,1 0 0 0 0,1 1 0 0 0,1 1 0 0 0,0 0-1 0 0,2 0 1 0 0,-7 31 0 0 0,13-42-111 0 0,1 0-1 0 0,0 0 0 0 0,1 0 1 0 0,0 1-1 0 0,1-1 0 0 0,1 0 1 0 0,0 0-1 0 0,1 1 0 0 0,0-1 1 0 0,5 13-1 0 0,-5-21 22 0 0,0 1-1 0 0,0 0 1 0 0,0-1-1 0 0,1 0 1 0 0,0 1-1 0 0,0-1 1 0 0,1 0-1 0 0,0 0 1 0 0,-1-1-1 0 0,2 1 1 0 0,-1-1 0 0 0,0 0-1 0 0,1 0 1 0 0,0 0-1 0 0,0-1 1 0 0,0 0-1 0 0,0 0 1 0 0,0 0-1 0 0,1 0 1 0 0,-1-1-1 0 0,1 0 1 0 0,0 0 0 0 0,10 2-1 0 0,-4-3 31 0 0,-1 0 0 0 0,0-1-1 0 0,0 0 1 0 0,0-1 0 0 0,0 0 0 0 0,0 0-1 0 0,0-1 1 0 0,0-1 0 0 0,17-6 0 0 0,-6 1 82 0 0,-1-2 0 0 0,0 0 0 0 0,31-21 0 0 0,-35 19-65 0 0,-1 0 1 0 0,-1-1 0 0 0,0-1-1 0 0,-1-1 1 0 0,0 0 0 0 0,-2 0-1 0 0,1-1 1 0 0,-2-1-1 0 0,15-28 1 0 0,-21 35-61 0 0,-1 0 1 0 0,0 0-1 0 0,0-1 0 0 0,-2 1 0 0 0,1-1 0 0 0,-1 0 1 0 0,0 0-1 0 0,-1-16 0 0 0,-1 19-41 0 0,0 1-1 0 0,-1-1 1 0 0,-1 1 0 0 0,1-1 0 0 0,-1 1-1 0 0,0 0 1 0 0,-1-1 0 0 0,1 1-1 0 0,-2 0 1 0 0,1 1 0 0 0,-1-1 0 0 0,0 0-1 0 0,-6-6 1 0 0,5 6-57 0 0,-1 0 1 0 0,-1 1-1 0 0,1 0 1 0 0,-1 0-1 0 0,0 1 1 0 0,-1-1-1 0 0,1 2 0 0 0,-1-1 1 0 0,0 1-1 0 0,0 0 1 0 0,-1 1-1 0 0,-15-5 0 0 0,8 4-1190 0 0,0 1-1 0 0,-16-1 1 0 0,-32 1-9162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8:5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6 656 0 0,'-7'-6'12620'0'0,"17"8"-12437"0"0,-1 0 0 0 0,1-1 1 0 0,0 0-1 0 0,0-1 0 0 0,0 0 0 0 0,15-2 0 0 0,16-1 264 0 0,57 2-48 0 0,143 5 1102 0 0,-238-3-1485 0 0,23 3 51 0 0,-24-3-45 0 0,1 0 47 0 0,0 0 0 0 0,0 0 0 0 0,-1 1 0 0 0,1-1 0 0 0,0 1 1 0 0,0 0-1 0 0,-1 0 0 0 0,1 0 0 0 0,-1 0 0 0 0,1 0 1 0 0,-1 0-1 0 0,0 1 0 0 0,0-1 0 0 0,3 4 0 0 0,-3-3-24 0 0,6 8 115 0 0,0 0 0 0 0,-1 1 1 0 0,0-1-1 0 0,-1 1 0 0 0,-1 1 1 0 0,7 17-1 0 0,16 81 429 0 0,-22-83-458 0 0,10 51 89 0 0,-4 1 0 0 0,2 96-1 0 0,-14 165 71 0 0,-2-154-206 0 0,18 582-75 0 0,-3-255 44 0 0,-7-217-116 0 0,5 568 149 0 0,1-301-101 0 0,-9-495 25 0 0,-1-27 2 0 0,-3 56 0 0 0,-3 105 80 0 0,1-139-97 0 0,13 306 2066 0 0,-5-76 357 0 0,-5-294-2406 0 0,0 4 163 0 0,0 0-1 0 0,0-1 1 0 0,0 1-1 0 0,-1 0 1 0 0,0-1-1 0 0,1 1 1 0 0,-1 0-1 0 0,0-1 1 0 0,-1 1-1 0 0,1-1 1 0 0,-1 1-1 0 0,0-1 1 0 0,1 0-1 0 0,-6 6 1 0 0,4-6-79 0 0,-1 0 0 0 0,1 0 0 0 0,-1 0 0 0 0,0 0 0 0 0,0 0 0 0 0,0-1 0 0 0,-1 0 0 0 0,1 1 0 0 0,-1-2 0 0 0,-5 3 0 0 0,-64 18-204 0 0,-86 15 0 0 0,-80 1-3038 0 0,34-7-924 0 0,-92 16-5816 0 0,142-26 285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135 274 268 0 0,'-5'0'735'0'0,"-22"0"2722"0"0,0-1 1 0 0,-43-6 0 0 0,67 6-3181 0 0,0 1-78 0 0,134 7 429 0 0,785-9-325 0 0,-870 1-305 0 0,530-36-747 0 0,-559 35 638 0 0,41-6-270 0 0,-53 7 344 0 0,1-1 0 0 0,-1 1 0 0 0,0-1-1 0 0,0 0 1 0 0,0 0 0 0 0,0 0 0 0 0,0-1 0 0 0,4-3 0 0 0,-8 5 29 0 0,0 0 1 0 0,1 0 0 0 0,-1-1 0 0 0,0 1-1 0 0,0 0 1 0 0,0-1 0 0 0,0 1-1 0 0,0-1 1 0 0,0 0 0 0 0,-1 1 0 0 0,1-1-1 0 0,-1 0 1 0 0,1 1 0 0 0,-1-1-1 0 0,1 0 1 0 0,-1 0 0 0 0,0 1-1 0 0,0-1 1 0 0,0 0 0 0 0,0 0 0 0 0,0 0-1 0 0,0 1 1 0 0,0-1 0 0 0,-1 0-1 0 0,1 0 1 0 0,-1 1 0 0 0,1-1 0 0 0,-1 0-1 0 0,-1-2 1 0 0,-2-5 15 0 0,-1 0 0 0 0,0 0 1 0 0,-13-16-1 0 0,10 13-9 0 0,-17-21 242 0 0,-8-11 134 0 0,32 42-366 0 0,1 0-17 0 0,0 2 9 0 0,0 0-1 0 0,0 0 0 0 0,0 0 1 0 0,0-1-1 0 0,0 1 0 0 0,0 0 1 0 0,0 0-1 0 0,0 0 0 0 0,0 0 0 0 0,0-1 1 0 0,0 1-1 0 0,0 0 0 0 0,0 0 1 0 0,0 0-1 0 0,0 0 0 0 0,0 0 1 0 0,1-1-1 0 0,-1 1 0 0 0,0 0 1 0 0,0 0-1 0 0,0 0 0 0 0,0 0 0 0 0,0 0 1 0 0,0 0-1 0 0,0-1 0 0 0,0 1 1 0 0,0 0-1 0 0,1 0 0 0 0,-1 0 1 0 0,0 0-1 0 0,0 0 0 0 0,0 0 1 0 0,0 0-1 0 0,0 0 0 0 0,0 0 0 0 0,1 0 1 0 0,-1 0-1 0 0,0-1 0 0 0,0 1 1 0 0,0 0-1 0 0,0 0 0 0 0,0 0 1 0 0,1 0-1 0 0,-1 0 0 0 0,0 0 1 0 0,0 0-1 0 0,0 0 0 0 0,0 0 1 0 0,1 0-1 0 0,-1 1 0 0 0,0-1 0 0 0,0 0 1 0 0,0 0-1 0 0,10 1 2 0 0,-1 1 1 0 0,0 0-1 0 0,0 0 0 0 0,0 1 1 0 0,0 0-1 0 0,0 1 0 0 0,-1 0 1 0 0,0 0-1 0 0,1 1 0 0 0,-2 0 1 0 0,1 0-1 0 0,0 1 0 0 0,-1 0 0 0 0,0 0 1 0 0,9 11-1 0 0,-10-10 6 0 0,-1-1-1 0 0,0 1 1 0 0,0 1-1 0 0,-1-1 1 0 0,0 0-1 0 0,0 1 1 0 0,0 0-1 0 0,-1 0 1 0 0,0 0-1 0 0,-1 0 1 0 0,0 1-1 0 0,0-1 1 0 0,-1 1-1 0 0,0-1 1 0 0,-1 1-1 0 0,1-1 1 0 0,-3 14-1 0 0,0-8-130 0 0,-1 0 1 0 0,-1 0-1 0 0,-1-1 0 0 0,0 1 1 0 0,0-1-1 0 0,-2-1 0 0 0,1 1 0 0 0,-2-1 1 0 0,-8 13-1 0 0,4-10-1114 0 0,-1 1-1 0 0,0-2 1 0 0,-21 18 0 0 0,2-6-2008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5 432 0 0,'-8'-5'10765'0'0,"6"12"-10535"0"0,0-1 0 0 0,0 1 0 0 0,0 0 0 0 0,1 0 0 0 0,0 0 0 0 0,0 0 0 0 0,1 0 0 0 0,0 9 0 0 0,-1 17 83 0 0,-40 253 351 0 0,5-97-3373 0 0,17-103-3295 0 0,13-70 2877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1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1008 0 0,'3'-22'1479'0'0,"2"-1"-1"0"0,0 1 1 0 0,1 1-1 0 0,1-1 1 0 0,12-23-1 0 0,-16 39-1378 0 0,1 0 0 0 0,-1 0 0 0 0,1 0 0 0 0,0 0 0 0 0,0 1-1 0 0,1 0 1 0 0,0 0 0 0 0,0 0 0 0 0,0 0 0 0 0,0 1 0 0 0,1 0 0 0 0,-1 0 0 0 0,1 1-1 0 0,0-1 1 0 0,1 1 0 0 0,-1 0 0 0 0,0 1 0 0 0,1 0 0 0 0,-1 0 0 0 0,1 0 0 0 0,9-1-1 0 0,-9 3-67 0 0,-1 0 0 0 0,0 0 0 0 0,0 0 0 0 0,1 1 0 0 0,-1-1 0 0 0,0 2 0 0 0,0-1-1 0 0,0 1 1 0 0,0 0 0 0 0,0 0 0 0 0,0 0 0 0 0,9 6 0 0 0,-13-6-12 0 0,1-1 0 0 0,-1 1 1 0 0,1 0-1 0 0,-1 0 0 0 0,0 0 1 0 0,0 0-1 0 0,1 0 0 0 0,-1 1 0 0 0,-1-1 1 0 0,1 0-1 0 0,0 1 0 0 0,-1 0 1 0 0,1-1-1 0 0,-1 1 0 0 0,0 0 0 0 0,0 0 1 0 0,0 0-1 0 0,0-1 0 0 0,0 1 1 0 0,-1 0-1 0 0,1 0 0 0 0,-1 0 0 0 0,0 0 1 0 0,0 1-1 0 0,0-1 0 0 0,0 0 1 0 0,0 0-1 0 0,-2 3 0 0 0,-1 6 27 0 0,-1-1-1 0 0,0 1 1 0 0,-1-1-1 0 0,-1-1 1 0 0,0 1-1 0 0,0-1 1 0 0,-1 0-1 0 0,-10 13 1 0 0,4-8 99 0 0,0-1 1 0 0,-1-1-1 0 0,-1 0 1 0 0,-24 16-1 0 0,-32 27 1228 0 0,70-55-1385 0 0,1-1 10 0 0,0 0 1 0 0,-1 0-1 0 0,1 0 0 0 0,0 0 1 0 0,0 0-1 0 0,0 0 1 0 0,0 0-1 0 0,-1 0 1 0 0,1 0-1 0 0,0 0 0 0 0,0 0 1 0 0,0 0-1 0 0,0 0 1 0 0,-1 0-1 0 0,1 0 1 0 0,0 0-1 0 0,0 0 0 0 0,0 0 1 0 0,0 0-1 0 0,-1 0 1 0 0,1 0-1 0 0,0 0 1 0 0,0 1-1 0 0,0-1 0 0 0,0 0 1 0 0,0 0-1 0 0,0 0 1 0 0,-1 0-1 0 0,1 0 1 0 0,0 0-1 0 0,0 1 0 0 0,0-1 1 0 0,0 0-1 0 0,0 0 1 0 0,0 0-1 0 0,0 0 1 0 0,0 1-1 0 0,0-1 0 0 0,0 0 1 0 0,0 0-1 0 0,0 0 1 0 0,0 0-1 0 0,0 1 1 0 0,0-1-1 0 0,0 0 0 0 0,5 9-19 0 0,8 5 7 0 0,152 109-130 0 0,-58-40-3341 0 0,-52-44-2251 0 0,-38-28 1968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61 492 0 0,'-4'-16'4564'0'0,"3"15"-4116"0"0,1-1-1 0 0,-1 0 1 0 0,1 0-1 0 0,-1 0 0 0 0,1 0 1 0 0,0 0-1 0 0,0 0 0 0 0,0 0 1 0 0,0 0-1 0 0,0 0 1 0 0,0 0-1 0 0,1-4 0 0 0,0 4-71 0 0,17-11 981 0 0,-16 12-1196 0 0,-2 1-160 0 0,6 0 86 0 0,-1 0 0 0 0,0 0 0 0 0,0 1 0 0 0,1 0 0 0 0,-1-1 0 0 0,5 3 0 0 0,-8-2-70 0 0,-1-1-1 0 0,1 1 1 0 0,0 0-1 0 0,-1 0 1 0 0,1 0-1 0 0,-1 0 1 0 0,0 1 0 0 0,1-1-1 0 0,-1 0 1 0 0,0 0-1 0 0,0 1 1 0 0,1-1-1 0 0,-1 1 1 0 0,0-1-1 0 0,-1 1 1 0 0,1 0-1 0 0,0-1 1 0 0,0 1-1 0 0,-1 0 1 0 0,1-1-1 0 0,0 4 1 0 0,-1-2 14 0 0,1 0 0 0 0,-1 0 0 0 0,0 0 1 0 0,0 0-1 0 0,0 0 0 0 0,0 0 0 0 0,-1 0 0 0 0,1 0 0 0 0,-1-1 1 0 0,0 1-1 0 0,-1 3 0 0 0,-17 35 266 0 0,6-14-125 0 0,12-25-158 0 0,-4 20-107 0 0,12-15 62 0 0,0 1 1 0 0,0-2-1 0 0,12 9 1 0 0,-11-10 38 0 0,-1 1 0 0 0,0 0 0 0 0,0 1 0 0 0,10 12 0 0 0,-14-16 129 0 0,-1 0 1 0 0,0 0-1 0 0,0 0 1 0 0,0 1-1 0 0,0-1 0 0 0,0 0 1 0 0,-1 1-1 0 0,1-1 1 0 0,-1 1-1 0 0,0 0 0 0 0,0-1 1 0 0,-1 1-1 0 0,1 0 0 0 0,-1 0 1 0 0,0 0-1 0 0,0-1 1 0 0,0 1-1 0 0,0 0 0 0 0,0 0 1 0 0,-1-1-1 0 0,0 1 1 0 0,0 0-1 0 0,0 0 0 0 0,0-1 1 0 0,-1 1-1 0 0,1-1 1 0 0,-4 6-1 0 0,1-3-46 0 0,-1 0 0 0 0,1 0 0 0 0,-1-1 0 0 0,0 1 0 0 0,0-1 0 0 0,-1 0 0 0 0,0-1 0 0 0,0 1 0 0 0,0-1 0 0 0,0 0 0 0 0,-1-1 0 0 0,1 0 0 0 0,-1 0 0 0 0,0 0 0 0 0,0 0 0 0 0,0-1 0 0 0,-12 2-1 0 0,16-4-431 0 0,-16-2-4179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 1488 0 0,'13'-5'7726'0'0,"-13"4"-7461"0"0,1 1 0 0 0,0 0 0 0 0,0-1 0 0 0,0 1 0 0 0,-1 0 0 0 0,1 0 0 0 0,0 0 0 0 0,0 0 0 0 0,0 0-1 0 0,0 0 1 0 0,0 0 0 0 0,-1 0 0 0 0,1 0 0 0 0,0 0 0 0 0,0 0 0 0 0,0 1 0 0 0,0-1 0 0 0,-1 0 0 0 0,1 0 0 0 0,1 2 0 0 0,-1-2-152 0 0,-1 1 0 0 0,1-1 1 0 0,-1 1-1 0 0,0 0 1 0 0,1-1-1 0 0,-1 1 0 0 0,0 0 1 0 0,0-1-1 0 0,1 1 0 0 0,-1 0 1 0 0,0 0-1 0 0,0-1 0 0 0,0 1 1 0 0,0 0-1 0 0,0-1 1 0 0,0 1-1 0 0,0 0 0 0 0,0 0 1 0 0,0 0-1 0 0,-2 6 49 0 0,1 0-1 0 0,-1 0 1 0 0,-1 0 0 0 0,-3 6-1 0 0,6-12-116 0 0,-2 4-94 0 0,-46 105-71 0 0,32-73-2960 0 0,0-1-3657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66 224 0 0,'19'-53'16641'0'0,"-19"55"-16546"0"0,1 0 0 0 0,-1 0 0 0 0,1 1 0 0 0,-1-1-1 0 0,0 0 1 0 0,0 1 0 0 0,0-1 0 0 0,0 0 0 0 0,0 1 0 0 0,-1-1 0 0 0,0 3 0 0 0,1 3 24 0 0,-1 20 160 0 0,0-13-190 0 0,0 0 0 0 0,2-1 1 0 0,3 26-1 0 0,-4-37-80 0 0,1 0 0 0 0,0 0 1 0 0,-1 0-1 0 0,1 0 1 0 0,0 0-1 0 0,1-1 1 0 0,-1 1-1 0 0,1 0 1 0 0,-1-1-1 0 0,1 1 0 0 0,0-1 1 0 0,-1 1-1 0 0,2-1 1 0 0,-1 0-1 0 0,0 1 1 0 0,0-1-1 0 0,1-1 0 0 0,-1 1 1 0 0,1 0-1 0 0,-1 0 1 0 0,1-1-1 0 0,0 0 1 0 0,3 2-1 0 0,-2-2 1 0 0,1-1 0 0 0,0 1 0 0 0,0-1 0 0 0,-1-1 0 0 0,1 1 0 0 0,0 0 0 0 0,-1-1 0 0 0,1 0 0 0 0,0 0 0 0 0,-1 0 0 0 0,1-1 0 0 0,-1 0 0 0 0,1 0-1 0 0,3-2 1 0 0,0-1-13 0 0,0 0 0 0 0,-1 0 0 0 0,0-1-1 0 0,0 0 1 0 0,-1 0 0 0 0,1-1 0 0 0,-1 0-1 0 0,-1 0 1 0 0,1 0 0 0 0,4-10 0 0 0,5-11 591 0 0,18-45 1 0 0,-23 49 528 0 0,-8 21-386 0 0,-1 5-226 0 0,-2 13-13 0 0,-6 32-402 0 0,5-35 52 0 0,-3 16-206 0 0,-3 19-178 0 0,-3 70 1 0 0,11-100-1049 0 0,1 1 1 0 0,5 28-1 0 0,-4-34-528 0 0,1-1 0 0 0,1 1 0 0 0,0 0-1 0 0,9 17 1 0 0,0-6-5624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922 59 1308 0 0,'26'-20'18774'0'0,"-26"19"-18726"0"0,0 0 0 0 0,0 0 0 0 0,0 0 0 0 0,-1 0 0 0 0,1 0 0 0 0,0 0 0 0 0,0 0 0 0 0,-1 1 0 0 0,1-1 0 0 0,0 0 0 0 0,-1 0 0 0 0,1 0 0 0 0,-1 0 0 0 0,1 1 0 0 0,-1-1 0 0 0,0 0 0 0 0,1 1 0 0 0,-1-1 0 0 0,0 0-1 0 0,1 1 1 0 0,-1-1 0 0 0,0 1 0 0 0,0-1 0 0 0,0 1 0 0 0,1-1 0 0 0,-1 1 0 0 0,0 0 0 0 0,0-1 0 0 0,0 1 0 0 0,0 0 0 0 0,0 0 0 0 0,-1-1 0 0 0,-36-9 179 0 0,17 7-221 0 0,-1 1 1 0 0,1 1-1 0 0,-1 1 0 0 0,1 1 1 0 0,0 0-1 0 0,-33 8 0 0 0,42-7-28 0 0,1 2-1 0 0,0-1 0 0 0,0 2 1 0 0,0-1-1 0 0,0 1 1 0 0,1 1-1 0 0,0 0 0 0 0,0 1 1 0 0,1 0-1 0 0,-1 0 1 0 0,2 1-1 0 0,-1 0 1 0 0,-14 17-1 0 0,12-8-2 0 0,0 0 0 0 0,1 0 0 0 0,1 1 0 0 0,1 0 0 0 0,0 0 0 0 0,2 1 0 0 0,0 0 0 0 0,-5 30 0 0 0,0 19 17 0 0,-1 77 1 0 0,7-77 29 0 0,-13 211 248 0 0,-14 153-93 0 0,-143 761 472 0 0,151-1053-451 0 0,-27 142 103 0 0,-51 370-190 0 0,72-332-125 0 0,19-105 335 0 0,10-211-308 0 0,1-1 0 0 0,0 0-1 0 0,0 1 1 0 0,0-1-1 0 0,1 0 1 0 0,-1 1-1 0 0,1-1 1 0 0,0 0-1 0 0,-1 0 1 0 0,1 0 0 0 0,1 1-1 0 0,-1-1 1 0 0,0 0-1 0 0,1 0 1 0 0,0-1-1 0 0,0 1 1 0 0,0 0-1 0 0,0 0 1 0 0,0-1 0 0 0,5 5-1 0 0,-2-4 18 0 0,1 0 0 0 0,0-1 0 0 0,0 0 0 0 0,0 0 0 0 0,0 0 0 0 0,1-1-1 0 0,-1 0 1 0 0,0 0 0 0 0,11 0 0 0 0,22 1 34 0 0,-1-2-1 0 0,59-7 0 0 0,79-20-22 0 0,-132 19-49 0 0,338-72-3374 0 0,-130 13-6514 0 0,-161 41 1377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55 932 0 0,'14'-46'12321'0'0,"-13"37"-8836"0"0,1 20-3043 0 0,1 0 1 0 0,-1 0-1 0 0,-1 0 1 0 0,0 1 0 0 0,0-1-1 0 0,-1 0 1 0 0,-2 16 0 0 0,1-14-223 0 0,-16 202 1133 0 0,7-104-1088 0 0,5-57-217 0 0,5-52-306 0 0,-2 6-1710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48 2068 0 0,'1'-3'2172'0'0,"27"-42"15490"0"0,-28 57-17346 0 0,0-1-1 0 0,-1 1 1 0 0,-1 0 0 0 0,0-1-1 0 0,-1 0 1 0 0,-3 12 0 0 0,-1 3-59 0 0,7-23-291 0 0,-62 276 1143 0 0,40-160-8020 0 0,22-109 4146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104 168 4 0 0,'0'-2'2134'0'0,"0"-6"-409"0"0,-1 0 0 0 0,1-1 0 0 0,-2 1 0 0 0,-1-8 0 0 0,2 14-1131 0 0,1 2-576 0 0,0 0 1 0 0,0 1-1 0 0,0-1 0 0 0,0 0 1 0 0,0 0-1 0 0,0 0 0 0 0,0 1 1 0 0,0-1-1 0 0,0 0 0 0 0,0 0 1 0 0,-1 0-1 0 0,1 0 0 0 0,0 1 1 0 0,0-1-1 0 0,0 0 0 0 0,0 0 1 0 0,0 0-1 0 0,0 0 1 0 0,-1 0-1 0 0,1 0 0 0 0,0 1 1 0 0,0-1-1 0 0,0 0 0 0 0,0 0 1 0 0,-1 0-1 0 0,1 0 0 0 0,0 0 1 0 0,0 0-1 0 0,0 0 0 0 0,-1 0 1 0 0,1 0-1 0 0,0 0 0 0 0,0 0 1 0 0,0 0-1 0 0,0 0 0 0 0,-1 0 1 0 0,1 0-1 0 0,0 0 0 0 0,0 0 1 0 0,0 0-1 0 0,-1 0 0 0 0,1 0 1 0 0,0 0-1 0 0,0 0 0 0 0,0 0 1 0 0,0 0-1 0 0,-1-1 0 0 0,1 1 1 0 0,0 0-1 0 0,0 0 0 0 0,0 0 1 0 0,0 0-1 0 0,0 0 0 0 0,-1 0 1 0 0,1-1-1 0 0,0 1 0 0 0,0 0 1 0 0,0 0-1 0 0,0 0 0 0 0,0 0 1 0 0,0-1-1 0 0,0 1 0 0 0,0 0 1 0 0,0 0-1 0 0,0 0 0 0 0,0-1 1 0 0,-1 1-1 0 0,1 0 1 0 0,0 0-1 0 0,-9 13 386 0 0,-4 13-200 0 0,1 1-1 0 0,1 1 1 0 0,1 0 0 0 0,1 0-1 0 0,2 1 1 0 0,1 0-1 0 0,1 0 1 0 0,2 1 0 0 0,0-1-1 0 0,4 53 1 0 0,0-72-184 0 0,0 0 0 0 0,0 0 1 0 0,1 0-1 0 0,1 0 1 0 0,-1 0-1 0 0,2 0 0 0 0,-1-1 1 0 0,1 1-1 0 0,11 16 0 0 0,-13-22-5 0 0,1-1 0 0 0,0 1 0 0 0,0-1 0 0 0,0 0-1 0 0,0 0 1 0 0,1 0 0 0 0,-1 0 0 0 0,1-1 0 0 0,-1 1-1 0 0,1-1 1 0 0,0 0 0 0 0,0 0 0 0 0,0 0-1 0 0,1-1 1 0 0,-1 1 0 0 0,0-1 0 0 0,0 0 0 0 0,1 0-1 0 0,-1-1 1 0 0,1 1 0 0 0,-1-1 0 0 0,1 0 0 0 0,-1 0-1 0 0,9-1 1 0 0,-3-2 64 0 0,1 1 1 0 0,-1-1-1 0 0,0-1 0 0 0,0 0 1 0 0,0 0-1 0 0,-1-1 0 0 0,1 0 1 0 0,-1-1-1 0 0,0 0 0 0 0,-1 0 1 0 0,1-1-1 0 0,-1 0 0 0 0,-1-1 1 0 0,1 0-1 0 0,-1 0 0 0 0,-1 0 1 0 0,8-13-1 0 0,-1 1 19 0 0,-2 0-1 0 0,0-1 1 0 0,-1 0 0 0 0,-1-1 0 0 0,-1 0 0 0 0,9-45-1 0 0,-11 39-1 0 0,-2-2-1 0 0,-1 1 1 0 0,-1-46-1 0 0,-3 64-67 0 0,1 1 1 0 0,-2-1-1 0 0,1 0 0 0 0,-1 0 0 0 0,-1 1 1 0 0,0-1-1 0 0,-1 1 0 0 0,1-1 0 0 0,-2 1 0 0 0,0 1 1 0 0,0-1-1 0 0,-12-15 0 0 0,15 22-27 0 0,-1 0 0 0 0,0 0 1 0 0,-1 0-1 0 0,1 1 0 0 0,0 0 0 0 0,-1-1 0 0 0,1 1 1 0 0,-1 0-1 0 0,0 1 0 0 0,0-1 0 0 0,0 1 0 0 0,0-1 1 0 0,0 1-1 0 0,0 0 0 0 0,0 1 0 0 0,0-1 0 0 0,0 1 1 0 0,0 0-1 0 0,0 0 0 0 0,0 0 0 0 0,0 0 0 0 0,-1 1 1 0 0,1 0-1 0 0,-4 1 0 0 0,5-1-123 0 0,-1 0 0 0 0,1 0 0 0 0,0 0 0 0 0,0 1 0 0 0,-1-1 0 0 0,1 1 0 0 0,0 0 0 0 0,1 0 0 0 0,-1 0 0 0 0,0 0 0 0 0,1 1 0 0 0,-1-1 0 0 0,1 1 0 0 0,-1 0 0 0 0,1-1 0 0 0,0 1 0 0 0,0 0 0 0 0,1 0 0 0 0,-1 0 0 0 0,1 1 0 0 0,-1-1 0 0 0,1 0 0 0 0,0 0 0 0 0,0 1 0 0 0,0-1 0 0 0,1 1 0 0 0,-1-1 0 0 0,1 7 0 0 0,0-5-540 0 0,0 0-1 0 0,1 0 0 0 0,0 0 0 0 0,0 0 0 0 0,0 0 0 0 0,0 0 0 0 0,1-1 0 0 0,0 1 0 0 0,0-1 1 0 0,0 1-1 0 0,0-1 0 0 0,4 6 0 0 0,4 0-3527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7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 2836 0 0,'3'-1'2273'0'0,"3"-2"-1337"0"0,30-11 10849 0 0,-21 14-9099 0 0,-14 4-2446 0 0,-1 0-1 0 0,1 0 1 0 0,-1-1 0 0 0,1 1 0 0 0,-1 0 0 0 0,0 0-1 0 0,-1 4 1 0 0,-2 29 410 0 0,-1 1 0 0 0,-2-1 0 0 0,-21 74 1 0 0,12-54-484 0 0,7-26-924 0 0,-11 50-1446 0 0,15-40-2033 0 0,8-1-4181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1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126 245 992 0 0,'6'-27'5857'0'0,"-6"16"-4672"0"0,-1 0 1 0 0,1 0 0 0 0,-2 0-1 0 0,1 0 1 0 0,-2 1-1 0 0,-4-15 1 0 0,7 23-752 0 0,-15 8-218 0 0,10-2-196 0 0,0 0 0 0 0,0 1 0 0 0,1 0-1 0 0,0 0 1 0 0,0 0 0 0 0,0 0 0 0 0,1 1 0 0 0,0-1 0 0 0,0 1 0 0 0,0 0-1 0 0,-2 7 1 0 0,-1-1 18 0 0,-3 9 1 0 0,1-1-1 0 0,0 1 0 0 0,2 1 1 0 0,-6 30-1 0 0,10-43-27 0 0,1 0 0 0 0,0 0-1 0 0,0 0 1 0 0,1 0 0 0 0,0 0-1 0 0,1 0 1 0 0,0 0 0 0 0,0-1-1 0 0,1 1 1 0 0,0 0 0 0 0,1 0-1 0 0,0-1 1 0 0,7 15 0 0 0,-9-20 1 0 0,2 0 1 0 0,-1 0 0 0 0,0 0 0 0 0,1-1 0 0 0,-1 1 0 0 0,1 0 0 0 0,0-1 0 0 0,-1 0-1 0 0,1 0 1 0 0,0 0 0 0 0,1 0 0 0 0,-1 0 0 0 0,0 0 0 0 0,1-1 0 0 0,4 2 0 0 0,-2-2 0 0 0,-1 1 0 0 0,1-2 0 0 0,0 1 0 0 0,0-1 0 0 0,0 1 0 0 0,0-1 0 0 0,0-1 0 0 0,-1 0 0 0 0,8-1 1 0 0,-4 0 46 0 0,0 0 0 0 0,0-1 1 0 0,-1 0-1 0 0,1-1 0 0 0,-1 0 1 0 0,0 0-1 0 0,0-1 1 0 0,0 0-1 0 0,0 0 0 0 0,-1 0 1 0 0,0-1-1 0 0,8-10 1 0 0,-6 5 3 0 0,-2-1 0 0 0,1 0 0 0 0,-2 0 0 0 0,1-1 1 0 0,-2 0-1 0 0,0 0 0 0 0,0 0 0 0 0,-2-1 0 0 0,1 0 1 0 0,-2 0-1 0 0,0 1 0 0 0,0-1 0 0 0,-1 0 1 0 0,-2-22-1 0 0,1 22-55 0 0,-1 1 0 0 0,-1-1 1 0 0,0 1-1 0 0,-1 0 0 0 0,-1 0 0 0 0,0 0 1 0 0,0 0-1 0 0,-1 1 0 0 0,-1 0 0 0 0,0 0 1 0 0,0 0-1 0 0,-2 1 0 0 0,1 0 1 0 0,-1 0-1 0 0,-13-12 0 0 0,17 19-33 0 0,0 1 1 0 0,0-1-1 0 0,-1 1 0 0 0,1 0 1 0 0,-1 1-1 0 0,0-1 0 0 0,0 1 1 0 0,0 0-1 0 0,0 0 0 0 0,0 1 1 0 0,0-1-1 0 0,0 1 0 0 0,-1 0 1 0 0,1 1-1 0 0,0-1 0 0 0,-1 1 1 0 0,1 0-1 0 0,-1 0 0 0 0,1 1 1 0 0,0 0-1 0 0,-6 1 0 0 0,7-1-243 0 0,0 0 0 0 0,0 1 0 0 0,0-1 0 0 0,0 1 0 0 0,1 0 0 0 0,-1 0 0 0 0,1 1 0 0 0,-1-1 0 0 0,1 1 0 0 0,0-1 0 0 0,0 1 0 0 0,0 0 0 0 0,0 0 0 0 0,1 0 0 0 0,-1 1 0 0 0,1-1 0 0 0,0 1 0 0 0,0-1 0 0 0,0 1 0 0 0,0 0 0 0 0,0-1 0 0 0,1 1 0 0 0,0 0 0 0 0,0 0 0 0 0,0 0 0 0 0,0 0 0 0 0,1 1 0 0 0,-1 3 0 0 0,1 8-3091 0 0,2-1-1265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80 127 932 0 0,'0'-16'9457'0'0,"0"13"-8827"0"0,-3 5-477 0 0,0-1-1 0 0,1 1 1 0 0,-1-1-1 0 0,1 1 1 0 0,0 0-1 0 0,-1 0 1 0 0,1 0-1 0 0,0 0 1 0 0,0 0-1 0 0,0 0 1 0 0,1 1-1 0 0,-1-1 1 0 0,0 1-1 0 0,1-1 1 0 0,0 1-1 0 0,-2 5 1 0 0,-19 52 827 0 0,20-54-897 0 0,-3 12 52 0 0,0 1 0 0 0,2 0 0 0 0,0 0-1 0 0,1 1 1 0 0,0 28 0 0 0,2-41-116 0 0,0 0 1 0 0,1 0-1 0 0,0 0 0 0 0,0 0 1 0 0,0 0-1 0 0,1-1 1 0 0,0 1-1 0 0,0 0 0 0 0,1-1 1 0 0,0 0-1 0 0,0 1 0 0 0,0-1 1 0 0,1 0-1 0 0,0-1 1 0 0,0 1-1 0 0,1-1 0 0 0,-1 0 1 0 0,9 8-1 0 0,-8-10-2 0 0,-1 0-1 0 0,1-1 1 0 0,-1 0-1 0 0,1 1 1 0 0,0-1-1 0 0,0-1 1 0 0,0 1-1 0 0,0-1 1 0 0,0 0-1 0 0,0 0 1 0 0,0 0-1 0 0,7-1 1 0 0,-3 0 56 0 0,0-1-1 0 0,-1 0 1 0 0,1 0 0 0 0,-1-1-1 0 0,1 0 1 0 0,-1 0 0 0 0,9-4-1 0 0,-6 1 50 0 0,1-1 0 0 0,-1 0 0 0 0,-1 0 0 0 0,1-1 0 0 0,-1 0 0 0 0,0-1 0 0 0,-1 0-1 0 0,0-1 1 0 0,0 0 0 0 0,9-12 0 0 0,-10 8-49 0 0,0 0 0 0 0,-2 0 0 0 0,1-1 0 0 0,-2 1 0 0 0,0-2 0 0 0,0 1 0 0 0,-1 0 0 0 0,-1-1 0 0 0,-1 0 0 0 0,2-28 0 0 0,-3 33-62 0 0,-1 0 0 0 0,-1 0 0 0 0,1 0-1 0 0,-1 0 1 0 0,-1 1 0 0 0,0-1 0 0 0,0 0 0 0 0,-1 1 0 0 0,-1-1-1 0 0,1 1 1 0 0,-1 0 0 0 0,-1 0 0 0 0,0 0 0 0 0,0 1 0 0 0,0 0-1 0 0,-1 0 1 0 0,-8-9 0 0 0,8 12-52 0 0,0 1-1 0 0,0 0 1 0 0,0 0 0 0 0,0 0 0 0 0,0 0-1 0 0,-1 1 1 0 0,0 0 0 0 0,0 1-1 0 0,1-1 1 0 0,-2 1 0 0 0,1 1 0 0 0,0-1-1 0 0,0 1 1 0 0,0 1 0 0 0,-1-1-1 0 0,1 1 1 0 0,-8 1 0 0 0,8 0-586 0 0,1 0 1 0 0,-1 0-1 0 0,0 1 0 0 0,-11 4 1 0 0,13-4-534 0 0,0 1 0 0 0,0-1 0 0 0,0 1 0 0 0,0 1 0 0 0,-8 6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151 112 1556 0 0,'-2'-12'5662'0'0,"2"11"-5561"0"0,0 1 0 0 0,0-1 0 0 0,0 1 0 0 0,0-1 0 0 0,0 1 0 0 0,-1-1-1 0 0,1 1 1 0 0,0-1 0 0 0,0 1 0 0 0,0-1 0 0 0,-1 1 0 0 0,1 0 0 0 0,0-1 0 0 0,-1 1 0 0 0,1-1 0 0 0,0 1 0 0 0,-1 0 0 0 0,1-1-1 0 0,0 1 1 0 0,-1 0 0 0 0,1-1 0 0 0,-1 1 0 0 0,1 0 0 0 0,-1 0 0 0 0,1-1 0 0 0,-1 1 0 0 0,1 0 0 0 0,-1 0 0 0 0,1 0 0 0 0,-1 0 0 0 0,1 0-1 0 0,-1-1 1 0 0,1 1 0 0 0,-1 0 0 0 0,0 0 0 0 0,0 1-15 0 0,-1 0-1 0 0,1 0 1 0 0,-1-1-1 0 0,1 1 1 0 0,0 0-1 0 0,-1 0 1 0 0,1 0-1 0 0,0 1 1 0 0,0-1-1 0 0,0 0 1 0 0,-2 2-1 0 0,-26 45 59 0 0,28-46 2 0 0,-16 33 60 0 0,2 0-1 0 0,-20 64 0 0 0,29-76-169 0 0,1 0-1 0 0,1 0 0 0 0,0 0 1 0 0,2 0-1 0 0,2 43 0 0 0,0-61-24 0 0,1 1 0 0 0,-1-1 0 0 0,1 1 0 0 0,1-1 0 0 0,-1 1 0 0 0,1-1 0 0 0,0 0 0 0 0,0 0 0 0 0,0 0 0 0 0,1 0 0 0 0,0 0 0 0 0,0 0 0 0 0,0 0 0 0 0,0-1 0 0 0,1 0 0 0 0,0 0 0 0 0,0 0 0 0 0,5 4 0 0 0,-4-5 5 0 0,0 1-1 0 0,1-2 1 0 0,-1 1 0 0 0,1 0-1 0 0,0-1 1 0 0,0 0 0 0 0,0-1-1 0 0,0 1 1 0 0,0-1 0 0 0,0 0-1 0 0,0 0 1 0 0,0-1 0 0 0,1 0 0 0 0,-1 0-1 0 0,0-1 1 0 0,7 0 0 0 0,2-2 123 0 0,-1-1 0 0 0,1 0 1 0 0,0 0-1 0 0,-1-2 0 0 0,0 1 1 0 0,0-2-1 0 0,-1 0 0 0 0,0-1 1 0 0,0 0-1 0 0,0-1 0 0 0,-1 0 1 0 0,-1-1-1 0 0,1 0 0 0 0,-2-1 1 0 0,17-21-1 0 0,-18 19-43 0 0,0 0-1 0 0,0 0 0 0 0,-2-1 1 0 0,0 0-1 0 0,0 0 0 0 0,-2 0 1 0 0,1-1-1 0 0,-2 0 0 0 0,0 0 1 0 0,-1-1-1 0 0,0 1 0 0 0,-1-1 1 0 0,-1 1-1 0 0,-1-1 0 0 0,-1-19 1 0 0,-1 20-70 0 0,0 0 0 0 0,-2 0 0 0 0,0 0 0 0 0,0 0 0 0 0,-1 1 0 0 0,-13-25 0 0 0,13 30-34 0 0,0 0 1 0 0,0 1-1 0 0,-1 0 1 0 0,0 0-1 0 0,-1 0 1 0 0,0 1-1 0 0,0 0 1 0 0,0 0-1 0 0,-1 1 1 0 0,0 0-1 0 0,-12-7 1 0 0,17 12-86 0 0,1 0-1 0 0,-1 0 1 0 0,1 0 0 0 0,-1 0 0 0 0,0 0 0 0 0,0 1 0 0 0,1-1 0 0 0,-1 1 0 0 0,0 0 0 0 0,0 0 0 0 0,0 0 0 0 0,1 0 0 0 0,-1 0 0 0 0,0 1 0 0 0,0-1 0 0 0,1 1 0 0 0,-1 0 0 0 0,0 0 0 0 0,1 0 0 0 0,-4 1 0 0 0,5-1-70 0 0,-1 0 1 0 0,1 0-1 0 0,0-1 1 0 0,0 1-1 0 0,0 0 1 0 0,0 0 0 0 0,0 0-1 0 0,0 0 1 0 0,0 0-1 0 0,0 1 1 0 0,0-1 0 0 0,1 0-1 0 0,-1 0 1 0 0,0 1-1 0 0,1-1 1 0 0,-1 0-1 0 0,1 1 1 0 0,0-1 0 0 0,-1 0-1 0 0,1 1 1 0 0,0-1-1 0 0,0 1 1 0 0,-1-1 0 0 0,1 0-1 0 0,0 1 1 0 0,1-1-1 0 0,-1 1 1 0 0,0-1-1 0 0,0 1 1 0 0,1-1 0 0 0,-1 0-1 0 0,0 1 1 0 0,1-1-1 0 0,0 0 1 0 0,-1 1-1 0 0,1-1 1 0 0,0 0 0 0 0,-1 0-1 0 0,3 2 1 0 0,2 7-2641 0 0,2-1-857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7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35 1084 0 0,'-12'6'5745'0'0,"-25"15"2259"0"0,35-20-7405 0 0,1 1-250 0 0,-2 4 258 0 0,3-5-604 0 0,0-1 1 0 0,1 0 0 0 0,-1 0 0 0 0,0 1-1 0 0,0-1 1 0 0,1 0 0 0 0,-1 0-1 0 0,0 1 1 0 0,1-1 0 0 0,-1 0 0 0 0,0 0-1 0 0,0 0 1 0 0,1 1 0 0 0,-1-1 0 0 0,1 0-1 0 0,-1 0 1 0 0,0 0 0 0 0,1 0 0 0 0,-1 0-1 0 0,0 0 1 0 0,1 0 0 0 0,-1 0 0 0 0,0 0-1 0 0,1 0 1 0 0,-1 0 0 0 0,0 0 0 0 0,1 0-1 0 0,0 0 1 0 0,18-1-88 0 0,-1-1-1 0 0,1 0 1 0 0,-1-1-1 0 0,0-1 1 0 0,24-9 0 0 0,1-5-3060 0 0,-5-4-3427 0 0,-26 13 2700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8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98 332 0 0,'0'-5'850'0'0,"1"2"296"0"0,-1 0 0 0 0,0-1-1 0 0,-1 1 1 0 0,1 0 0 0 0,0-1-1 0 0,-1 1 1 0 0,0 0-1 0 0,-2-6 895 0 0,3 9-1950 0 0,0-1-1 0 0,0 1 0 0 0,-1-1 1 0 0,1 1-1 0 0,0 0 1 0 0,0-1-1 0 0,-1 1 1 0 0,1-1-1 0 0,0 1 0 0 0,-1 0 1 0 0,1-1-1 0 0,-1 1 1 0 0,1 0-1 0 0,-1-1 1 0 0,1 1-1 0 0,0 0 0 0 0,-1-1 1 0 0,1 1-1 0 0,-1 0 1 0 0,1 0-1 0 0,-1 0 0 0 0,1 0 1 0 0,-1-1-1 0 0,-5 3-3 0 0,0 0-1 0 0,0 1 1 0 0,0 0-1 0 0,1 0 1 0 0,-1 0-1 0 0,1 0 1 0 0,0 1-1 0 0,0 0 1 0 0,0 0-1 0 0,0 0 1 0 0,1 0-1 0 0,0 1 1 0 0,0 0-1 0 0,0 0 1 0 0,-4 6-1 0 0,1 0-71 0 0,1 0 0 0 0,0 0-1 0 0,0 1 1 0 0,1 0 0 0 0,1 0 0 0 0,-6 22-1 0 0,9-28-10 0 0,0 1-1 0 0,0-1 0 0 0,1 0 0 0 0,0 1 0 0 0,0-1 0 0 0,0 1 0 0 0,1-1 0 0 0,0 1 1 0 0,0-1-1 0 0,1 0 0 0 0,-1 0 0 0 0,1 0 0 0 0,1 0 0 0 0,-1 0 0 0 0,1 0 0 0 0,5 8 1 0 0,4 1-2 0 0,0 0 1 0 0,0-1 0 0 0,2 0 0 0 0,16 13-1 0 0,-17-16 12 0 0,0 1-1 0 0,-1 0 1 0 0,0 1-1 0 0,-1 0 0 0 0,14 21 1 0 0,-24-31 72 0 0,1 0 1 0 0,-1 0 0 0 0,0 0 0 0 0,0 0-1 0 0,0 0 1 0 0,0 0 0 0 0,-1 0-1 0 0,1 0 1 0 0,-1 1 0 0 0,0-1-1 0 0,0 0 1 0 0,0 0 0 0 0,0 0-1 0 0,-1 1 1 0 0,1-1 0 0 0,-1 0-1 0 0,0 0 1 0 0,0 0 0 0 0,0 0 0 0 0,0 0-1 0 0,0 0 1 0 0,-1 0 0 0 0,1-1-1 0 0,-1 1 1 0 0,0 0 0 0 0,-4 4-1 0 0,0 0 42 0 0,0-1 0 0 0,0 0 0 0 0,-1 0 0 0 0,0-1-1 0 0,0 0 1 0 0,0 0 0 0 0,-1-1 0 0 0,-10 6 0 0 0,16-9-103 0 0,1-1 0 0 0,-1 1 0 0 0,0 0 0 0 0,1 0 0 0 0,-1-1 0 0 0,0 1 0 0 0,0-1 0 0 0,0 0 0 0 0,1 1 0 0 0,-1-1 0 0 0,0 0 0 0 0,0 0 0 0 0,0 0 0 0 0,1 0 1 0 0,-1-1-1 0 0,0 1 0 0 0,0 0 0 0 0,0-1 0 0 0,1 1 0 0 0,-3-2 0 0 0,3 1-23 0 0,-1 0 1 0 0,1 0 0 0 0,0 0 0 0 0,0-1-1 0 0,0 1 1 0 0,-1 0 0 0 0,1-1-1 0 0,1 1 1 0 0,-1-1 0 0 0,0 1-1 0 0,0-1 1 0 0,0 1 0 0 0,1-1-1 0 0,-1 1 1 0 0,1-1 0 0 0,-1-3-1 0 0,0-4-27 0 0,0 0-1 0 0,1 0 1 0 0,0 0-1 0 0,1 0 1 0 0,-1 1-1 0 0,4-11 1 0 0,2-8 8 0 0,2 0-1 0 0,1 1 1 0 0,15-32 0 0 0,43-72-13 0 0,-59 117 32 0 0,7-14 9 0 0,0-1 0 0 0,-2 0 0 0 0,0 0 0 0 0,14-54 0 0 0,-27 79-14 0 0,1-1 1 0 0,0 1-1 0 0,-1 0 0 0 0,0 0 0 0 0,0 0 1 0 0,0 0-1 0 0,0-1 0 0 0,0 1 0 0 0,-1 0 1 0 0,1 0-1 0 0,-1 0 0 0 0,0 0 1 0 0,0 0-1 0 0,0 0 0 0 0,0 0 0 0 0,-1 0 1 0 0,1 0-1 0 0,-1 0 0 0 0,0 1 0 0 0,0-1 1 0 0,0 0-1 0 0,-4-3 0 0 0,4 5 2 0 0,0 0-1 0 0,0 0 1 0 0,0 0-1 0 0,-1 0 1 0 0,1 1-1 0 0,0-1 1 0 0,-1 1-1 0 0,1-1 1 0 0,0 1-1 0 0,-1 0 1 0 0,1 0-1 0 0,-4 0 1 0 0,-31 3-268 0 0,32-2-48 0 0,-1 0 0 0 0,0 1 0 0 0,1 0 0 0 0,0 0 0 0 0,-1 0 0 0 0,1 0 0 0 0,0 1 0 0 0,0 0 0 0 0,1 0 0 0 0,-1 0 0 0 0,0 1 0 0 0,-5 5 0 0 0,5-4-1150 0 0,0 0 0 0 0,1 0-1 0 0,0 1 1 0 0,0-1 0 0 0,-6 12 0 0 0,5-7-2664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38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55 456 2056 0 0,'-12'-10'4655'0'0,"-20"-15"1628"0"0,30 24-5549 0 0,-6-3 401 0 0,17 7-1037 0 0,1-1 1 0 0,-1 0 0 0 0,1 0 0 0 0,0-1-1 0 0,13 0 1 0 0,55-3 199 0 0,-45 0-236 0 0,461-36 328 0 0,-224 12-307 0 0,-143 16-54 0 0,1427-127 187 0 0,-1284 103-82 0 0,-252 31-105 0 0,1 0 0 0 0,-1-1 1 0 0,-1-1-1 0 0,1 0 0 0 0,20-10 0 0 0,-21 5-6 0 0,-15 6-23 0 0,-1 2 1 0 0,0 1-2 0 0,-1 0 1 0 0,1 1-1 0 0,-1-1 1 0 0,0 0-1 0 0,1 0 1 0 0,-1 0-1 0 0,0 1 1 0 0,1-1-1 0 0,-1 0 1 0 0,0 0 0 0 0,0 0-1 0 0,0 1 1 0 0,0-1-1 0 0,0 0 1 0 0,0 0-1 0 0,0 0 1 0 0,0 0-1 0 0,0 1 1 0 0,-1-1-1 0 0,1 0 1 0 0,0 0 0 0 0,0 0-1 0 0,-1 1 1 0 0,1-1-1 0 0,0 0 1 0 0,-1 0-1 0 0,1 1 1 0 0,-2-2-1 0 0,-14-16 8 0 0,-94-65-78 0 0,109 82 31 0 0,2 1-100 0 0,1 1 136 0 0,0 0 0 0 0,0 0 0 0 0,0-1 0 0 0,-1 1 0 0 0,1 0 1 0 0,0 1-1 0 0,-1-1 0 0 0,1 0 0 0 0,-1 0 0 0 0,1 1 0 0 0,1 1 1 0 0,19 22 7 0 0,-19-22-4 0 0,5 7 16 0 0,0-1 1 0 0,-1 1 0 0 0,-1 0 0 0 0,0 1 0 0 0,0-1 0 0 0,-1 1 0 0 0,0 1 0 0 0,-1-1 0 0 0,0 0 0 0 0,-1 1 0 0 0,3 17 0 0 0,-5-19 8 0 0,0 0 0 0 0,-1 0 1 0 0,0 0-1 0 0,-1 0 0 0 0,0 0 0 0 0,-1 0 0 0 0,0 0 1 0 0,-1-1-1 0 0,0 1 0 0 0,0-1 0 0 0,-1 1 0 0 0,0-1 1 0 0,0 0-1 0 0,-9 11 0 0 0,-2 3-118 0 0,-2-2 0 0 0,-1 1 0 0 0,-1-2 0 0 0,0-1 0 0 0,-1 0 0 0 0,-35 24-1 0 0,23-22-1619 0 0,-1-1-1 0 0,-1-1 1 0 0,0-2-1 0 0,-41 14 0 0 0,15-10-3809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44 600 0 0,'5'-3'817'0'0,"-5"2"-570"0"0,1 1 0 0 0,0 0 0 0 0,0-1 0 0 0,-1 1 0 0 0,1 0 0 0 0,0-1 0 0 0,0 1 0 0 0,-1-1 0 0 0,1 1 0 0 0,0-1 0 0 0,-1 0 0 0 0,1 1 0 0 0,-1-1 0 0 0,1 0-1 0 0,-1 1 1 0 0,1-1 0 0 0,-1 0 0 0 0,0 0 0 0 0,1 1 0 0 0,-1-1 0 0 0,0 0 0 0 0,1 0 0 0 0,-1 1 0 0 0,0-1 0 0 0,0 0 0 0 0,0 0 0 0 0,0 0 0 0 0,0 0 0 0 0,0 0 0 0 0,0 1-1 0 0,0-1 1 0 0,0 0 0 0 0,0 0 0 0 0,-1-1 0 0 0,1 1 167 0 0,-1 0-347 0 0,1 0 0 0 0,-1 1-1 0 0,1-1 1 0 0,-1 0 0 0 0,0 0-1 0 0,1 0 1 0 0,-1 1 0 0 0,0-1 0 0 0,0 0-1 0 0,0 1 1 0 0,1-1 0 0 0,-1 1-1 0 0,0-1 1 0 0,0 1 0 0 0,0-1-1 0 0,0 1 1 0 0,0 0 0 0 0,0 0 0 0 0,0-1-1 0 0,0 1 1 0 0,0 0 0 0 0,0 0-1 0 0,-1 0 1 0 0,-26-3 779 0 0,19 4-814 0 0,0 1 1 0 0,0 1 0 0 0,1-1 0 0 0,-1 1 0 0 0,1 0 0 0 0,0 1 0 0 0,0 0-1 0 0,0 1 1 0 0,0-1 0 0 0,1 1 0 0 0,-1 1 0 0 0,2-1 0 0 0,-8 8 0 0 0,5-3-35 0 0,0-1 1 0 0,1 1 0 0 0,0 0 0 0 0,1 0 0 0 0,0 1 0 0 0,0 0 0 0 0,2 1 0 0 0,-9 20 0 0 0,13-29 3 0 0,1 0 1 0 0,-1 0-1 0 0,1 0 1 0 0,0 0-1 0 0,0 0 1 0 0,0 0-1 0 0,0 0 1 0 0,0 0-1 0 0,1 0 1 0 0,0 0-1 0 0,-1 0 1 0 0,1 0-1 0 0,0 0 1 0 0,0 0-1 0 0,0 0 1 0 0,1-1-1 0 0,-1 1 1 0 0,1 0-1 0 0,0-1 1 0 0,-1 1-1 0 0,1-1 1 0 0,0 0-1 0 0,1 1 1 0 0,3 2-1 0 0,0 1 9 0 0,1-1-1 0 0,0 0 1 0 0,0 0-1 0 0,0 0 1 0 0,1-1 0 0 0,0 0-1 0 0,11 4 1 0 0,11 2 34 0 0,-1 1 0 0 0,0 1 1 0 0,-1 1-1 0 0,0 2 0 0 0,-1 1 0 0 0,33 26 1 0 0,-57-40 55 0 0,0 1 0 0 0,0-1 0 0 0,-1 1 0 0 0,1 0 1 0 0,-1 0-1 0 0,1 0 0 0 0,-1 0 0 0 0,0 0 0 0 0,0 0 1 0 0,-1 0-1 0 0,1 1 0 0 0,-1-1 0 0 0,0 1 0 0 0,1-1 0 0 0,-1 1 1 0 0,-1-1-1 0 0,1 1 0 0 0,-1 0 0 0 0,1-1 0 0 0,-1 1 1 0 0,0 0-1 0 0,0-1 0 0 0,-1 1 0 0 0,1 0 0 0 0,-1 0 1 0 0,0-1-1 0 0,0 1 0 0 0,0-1 0 0 0,0 1 0 0 0,0-1 1 0 0,-1 1-1 0 0,0-1 0 0 0,0 0 0 0 0,0 0 0 0 0,0 0 1 0 0,0 0-1 0 0,0 0 0 0 0,-1 0 0 0 0,-4 3 0 0 0,-2 2 245 0 0,0 0 1 0 0,-1 0-1 0 0,0-2 0 0 0,-14 9 0 0 0,20-13-290 0 0,1 0 0 0 0,-1-1 0 0 0,0 1 0 0 0,1-1 0 0 0,-1 0 0 0 0,0 0 0 0 0,0-1-1 0 0,0 1 1 0 0,0-1 0 0 0,0 1 0 0 0,1-1 0 0 0,-1-1 0 0 0,0 1 0 0 0,0 0 0 0 0,0-1 0 0 0,0 0 0 0 0,-4-1 0 0 0,7 1-52 0 0,-1 0 1 0 0,1 1-1 0 0,0-1 0 0 0,-1 0 0 0 0,1 0 1 0 0,0-1-1 0 0,0 1 0 0 0,0 0 1 0 0,0 0-1 0 0,0 0 0 0 0,0-1 1 0 0,0 1-1 0 0,0-1 0 0 0,1 1 1 0 0,-1 0-1 0 0,0-1 0 0 0,1 0 1 0 0,-1 1-1 0 0,1-1 0 0 0,-1-2 0 0 0,-2-33 22 0 0,3 35-25 0 0,1-12-1 0 0,0 0 1 0 0,1 0 0 0 0,0 0 0 0 0,1 0 0 0 0,8-19-1 0 0,30-67-29 0 0,-12 35 42 0 0,-14 26-8 0 0,-2-2 1 0 0,10-51 0 0 0,-23 91-16 0 0,0 0 0 0 0,0-1-1 0 0,0 1 1 0 0,0 0 0 0 0,0 0 0 0 0,0 0 0 0 0,0-1-1 0 0,0 1 1 0 0,0 0 0 0 0,-1 0 0 0 0,1 0 0 0 0,0-1-1 0 0,-1 1 1 0 0,1 0 0 0 0,-1 0 0 0 0,1 0 0 0 0,-1 0-1 0 0,0 0 1 0 0,0 0 0 0 0,1 0 0 0 0,-1 0 0 0 0,0 0-1 0 0,0 0 1 0 0,0 1 0 0 0,0-1 0 0 0,0 0 0 0 0,0 1-1 0 0,0-1 1 0 0,0 0 0 0 0,0 1 0 0 0,0-1 0 0 0,0 1 0 0 0,-2-1-1 0 0,0 0-128 0 0,0 0 0 0 0,0 1 0 0 0,1-1-1 0 0,-1 0 1 0 0,0 1 0 0 0,0 0 0 0 0,-1 0-1 0 0,1 0 1 0 0,0 0 0 0 0,0 0 0 0 0,0 1-1 0 0,-3 0 1 0 0,-1 2-387 0 0,1-1-1 0 0,0 1 1 0 0,0 1 0 0 0,0-1 0 0 0,0 1-1 0 0,-9 7 1 0 0,10-6-943 0 0,0 0-1 0 0,0 0 1 0 0,0 0 0 0 0,-4 8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76 215 1244 0 0,'9'-21'18524'0'0,"-7"17"-17629"0"0,-6 19-810 0 0,1-1 0 0 0,1 1 0 0 0,0 0 0 0 0,0 21 0 0 0,-4 32-141 0 0,-6 54 26 0 0,-3 14-1 0 0,6-58 80 0 0,8-76-41 0 0,1 3 302 0 0,0-1 0 0 0,-1 0 0 0 0,0 1 0 0 0,0-1 1 0 0,-2 6-1 0 0,0-14-293 0 0,0-1 0 0 0,1 1 0 0 0,-1 0 0 0 0,1 0 0 0 0,0-1 0 0 0,0 1 0 0 0,1-1 0 0 0,0 0 1 0 0,-1 0-1 0 0,1 1 0 0 0,1-1 0 0 0,-1-7 0 0 0,-1-12-7 0 0,3-28 0 0 0,1 10-28 0 0,2 0 1 0 0,2 0 0 0 0,16-60 0 0 0,-15 79-10 0 0,1 0 0 0 0,1 0 1 0 0,1 1-1 0 0,0 1 0 0 0,2-1 0 0 0,0 2 1 0 0,24-30-1 0 0,-28 41 20 0 0,12-16-20 0 0,39-36 0 0 0,-51 55 1 0 0,-1 0 0 0 0,1 1 1 0 0,-1 0-1 0 0,1 0 0 0 0,1 0 0 0 0,-1 1 1 0 0,1 0-1 0 0,0 1 0 0 0,18-5 0 0 0,-25 7 20 0 0,-1 1-1 0 0,1-1 1 0 0,0 1-1 0 0,0 0 1 0 0,0 0-1 0 0,0 0 1 0 0,0 0-1 0 0,0 0 1 0 0,0 0-1 0 0,0 0 1 0 0,0 1-1 0 0,-1-1 1 0 0,1 0-1 0 0,0 1 0 0 0,0 0 1 0 0,0-1-1 0 0,-1 1 1 0 0,1 0-1 0 0,0 0 1 0 0,-1 0-1 0 0,1 0 1 0 0,0 0-1 0 0,-1 1 1 0 0,0-1-1 0 0,1 0 1 0 0,-1 1-1 0 0,0-1 1 0 0,2 3-1 0 0,-2-2 6 0 0,0 1-1 0 0,1 0 1 0 0,-1 0 0 0 0,-1 0 0 0 0,1 0-1 0 0,0 0 1 0 0,-1 0 0 0 0,1 1-1 0 0,-1-1 1 0 0,0 0 0 0 0,0 0 0 0 0,-1 0-1 0 0,1 0 1 0 0,0 0 0 0 0,-2 4-1 0 0,-3 9 7 0 0,-1 0 0 0 0,0-1 1 0 0,-1 0-1 0 0,0 0 0 0 0,-2-1 0 0 0,0 0 0 0 0,0-1 0 0 0,-13 15 0 0 0,-9 6 11 0 0,-57 50 0 0 0,-14-3 107 0 0,60-51-203 0 0,41-29 51 0 0,18 19-45 0 0,256 192-37 0 0,-267-207 60 0 0,23 19-2591 0 0,-6 2-5143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64 168 0 0,'8'-14'6197'0'0,"10"-18"202"0"0,-17 31-6253 0 0,0-1 1 0 0,1 1-1 0 0,-1-1 0 0 0,1 1 0 0 0,0 0 0 0 0,-1-1 0 0 0,1 1 0 0 0,0 0 0 0 0,-1 0 0 0 0,1 0 1 0 0,0 0-1 0 0,0 1 0 0 0,0-1 0 0 0,0 1 0 0 0,3-2 0 0 0,-3 2 30 0 0,2 0-25 0 0,-1 1-120 0 0,1-1 1 0 0,0 1-1 0 0,-1-1 1 0 0,1 1 0 0 0,-1 0-1 0 0,1 1 1 0 0,-1-1-1 0 0,0 0 1 0 0,1 1-1 0 0,-1 0 1 0 0,0 0-1 0 0,0 0 1 0 0,0 0 0 0 0,0 0-1 0 0,-1 0 1 0 0,1 1-1 0 0,0 0 1 0 0,-1-1-1 0 0,0 1 1 0 0,0 0-1 0 0,0 0 1 0 0,0 0 0 0 0,2 5-1 0 0,-2-2 37 0 0,1 0 1 0 0,-2 0-1 0 0,1 0 0 0 0,-1 1 0 0 0,0-1 1 0 0,0 0-1 0 0,-1 1 0 0 0,0-1 0 0 0,0 1 1 0 0,0-1-1 0 0,-1 0 0 0 0,0 1 0 0 0,-2 6 1 0 0,-2 4 162 0 0,0-1 0 0 0,-2 0 0 0 0,0 0-1 0 0,0 0 1 0 0,-2-1 0 0 0,0 0 0 0 0,-11 14 0 0 0,-85 94 1322 0 0,79-95-1331 0 0,15-17-144 0 0,9-9-54 0 0,-1 0-1 0 0,1 1 0 0 0,0-1 1 0 0,0 1-1 0 0,0-1 0 0 0,0 1 1 0 0,0 0-1 0 0,1 0 1 0 0,-2 3-1 0 0,3-6-19 0 0,-1 1 0 0 0,1-1 0 0 0,0 0 0 0 0,0 1 0 0 0,0-1 0 0 0,0 0 0 0 0,0 0 0 0 0,0 1 0 0 0,0-1 0 0 0,0 0 0 0 0,0 1 0 0 0,0-1 0 0 0,0 0 0 0 0,1 1 0 0 0,-1-1 0 0 0,0 0 1 0 0,0 0-1 0 0,0 1 0 0 0,0-1 0 0 0,0 0 0 0 0,0 1 0 0 0,1-1 0 0 0,-1 0 0 0 0,0 0 0 0 0,0 0 0 0 0,0 1 0 0 0,1-1 0 0 0,-1 0 0 0 0,0 0 0 0 0,0 0 0 0 0,1 1 0 0 0,-1-1 0 0 0,15 4 66 0 0,14-3-5 0 0,-28-1-61 0 0,80-8 69 0 0,146-34 1 0 0,-134 23-1 0 0,35-8-28 0 0,-125 27-331 0 0,0-3-351 0 0,2 0 175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5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104 234 1020 0 0,'8'-15'9904'0'0,"-17"119"-8225"0"0,3-50-1368 0 0,1-3-133 0 0,-2 37 187 0 0,-29 130 0 0 0,23-157 688 0 0,12-58-341 0 0,1-3-704 0 0,-1-1 1 0 0,1 1-1 0 0,-1 0 1 0 0,1 0-1 0 0,-1 0 0 0 0,1-1 1 0 0,-1 1-1 0 0,1 0 1 0 0,0 0-1 0 0,-1-1 1 0 0,1 1-1 0 0,0 0 1 0 0,-1-1-1 0 0,1 1 1 0 0,0-1-1 0 0,-1 1 0 0 0,1 0 1 0 0,0-1-1 0 0,-1 1 1 0 0,1-1-1 0 0,0 1 1 0 0,0-1-1 0 0,0 1 1 0 0,0-1-1 0 0,-1 1 1 0 0,1-1-1 0 0,0 0 0 0 0,-2-18 68 0 0,1 14-55 0 0,-1-28 7 0 0,1 0-1 0 0,2-1 0 0 0,6-44 1 0 0,0 12-10 0 0,19-149 43 0 0,-19 176-53 0 0,3 1 0 0 0,1 0 1 0 0,23-54-1 0 0,-30 83-25 0 0,0 1 0 0 0,0 0-1 0 0,1-1 1 0 0,0 2 0 0 0,0-1-1 0 0,0 1 1 0 0,1-1 0 0 0,1 2 0 0 0,-1-1-1 0 0,12-8 1 0 0,-17 14 15 0 0,0 1 1 0 0,-1-1-1 0 0,1 1 0 0 0,0-1 0 0 0,0 1 0 0 0,0 0 1 0 0,0-1-1 0 0,0 1 0 0 0,0 0 0 0 0,1 0 1 0 0,-1 0-1 0 0,0 0 0 0 0,0 0 0 0 0,0 0 0 0 0,0 0 1 0 0,0 0-1 0 0,0 0 0 0 0,0 0 0 0 0,0 1 0 0 0,0-1 1 0 0,0 0-1 0 0,0 1 0 0 0,0-1 0 0 0,0 0 1 0 0,0 1-1 0 0,0 0 0 0 0,0-1 0 0 0,-1 1 0 0 0,1-1 1 0 0,0 1-1 0 0,0 0 0 0 0,0 0 0 0 0,-1-1 0 0 0,1 1 1 0 0,0 0-1 0 0,-1 0 0 0 0,1 0 0 0 0,-1 0 1 0 0,1 0-1 0 0,-1 0 0 0 0,0 0 0 0 0,1 1 0 0 0,1 3-5 0 0,0 0 0 0 0,-1-1 0 0 0,1 1 0 0 0,-1 0 0 0 0,0 0 0 0 0,0 1 0 0 0,0 4 0 0 0,-2 8 6 0 0,-1-1 0 0 0,0 0 1 0 0,-1 1-1 0 0,-1-1 0 0 0,-1-1 1 0 0,0 1-1 0 0,-1-1 0 0 0,-1 0 1 0 0,-10 17-1 0 0,-5 7-1 0 0,-3-2 0 0 0,-38 46 0 0 0,32-50 34 0 0,21-23-54 0 0,0 0 1 0 0,-14 21-1 0 0,24-31 19 0 0,-1 0 0 0 0,1 0 0 0 0,0-1 0 0 0,-1 1 0 0 0,1 0-1 0 0,0 0 1 0 0,0 0 0 0 0,0 0 0 0 0,-1 0 0 0 0,1 0 0 0 0,0-1 0 0 0,0 1 0 0 0,0 0 0 0 0,1 0 0 0 0,-1 0 0 0 0,0 0 0 0 0,0 0 0 0 0,0 0 0 0 0,1 0 0 0 0,-1-1 0 0 0,0 1 0 0 0,1 0-1 0 0,0 1 1 0 0,9 10 1 0 0,1-1 0 0 0,1 0-1 0 0,0-1 1 0 0,0 0 0 0 0,1-1 0 0 0,19 11-1 0 0,-5-3 4 0 0,59 37-2327 0 0,-28-19-4193 0 0,-42-26 2084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9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40 480 0 0,'4'-40'11594'0'0,"-6"47"-11341"0"0,0 0 0 0 0,0-1 0 0 0,0 1 0 0 0,-4 7 0 0 0,-2 5-14 0 0,-73 230 500 0 0,79-241-720 0 0,0-1 1 0 0,0 0-1 0 0,1 1 0 0 0,0-1 0 0 0,1 1 0 0 0,0 0 0 0 0,0-1 0 0 0,0 1 1 0 0,4 14-1 0 0,-4-22-17 0 0,0 1 0 0 0,0-1 0 0 0,1 1 0 0 0,-1 0 0 0 0,0-1 0 0 0,1 1 1 0 0,-1-1-1 0 0,0 1 0 0 0,1-1 0 0 0,-1 1 0 0 0,1-1 0 0 0,-1 0 0 0 0,1 1 1 0 0,-1-1-1 0 0,1 0 0 0 0,-1 1 0 0 0,1-1 0 0 0,0 0 0 0 0,-1 1 0 0 0,1-1 1 0 0,-1 0-1 0 0,1 0 0 0 0,0 0 0 0 0,-1 0 0 0 0,1 1 0 0 0,1-1 0 0 0,2 0 0 0 0,1 0 0 0 0,0-1 0 0 0,-1 1-1 0 0,1-1 1 0 0,-1 0 0 0 0,5-1 0 0 0,5-2-168 0 0,0 0-1 0 0,-1-1 1 0 0,1 0 0 0 0,-1-1 0 0 0,-1-1 0 0 0,1 0 0 0 0,-1-1 0 0 0,12-9 0 0 0,-18 11 117 0 0,0 0-1 0 0,0-1 1 0 0,-1 1 0 0 0,6-11 0 0 0,-4 7 24 0 0,-5 6 50 0 0,0-1 0 0 0,0 0 0 0 0,-1 1 0 0 0,0-1 0 0 0,0 0 0 0 0,0 0 0 0 0,-1 0 0 0 0,0-7 0 0 0,0 10 172 0 0,-2-10 361 0 0,1 4 0 0 0,-2 18-294 0 0,-45 255 1612 0 0,34-178-1757 0 0,9-27-342 0 0,-2 6-4606 0 0,8-52-388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4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12 199 1080 0 0,'-12'-45'10852'0'0,"27"43"-9969"0"0,5 1-957 0 0,0-2 1 0 0,-1-1 0 0 0,0 0 0 0 0,0-1 0 0 0,0-1 0 0 0,22-10-1 0 0,-40 15-48 0 0,1 0 0 0 0,-1 0 0 0 0,1 0-1 0 0,-1 0 1 0 0,0 0 0 0 0,1 0-1 0 0,-1 0 1 0 0,0-1 0 0 0,0 1-1 0 0,0 0 1 0 0,0-1 0 0 0,0 1-1 0 0,0-1 1 0 0,0 1 0 0 0,0-1 0 0 0,-1 1-1 0 0,1-1 1 0 0,-1 1 0 0 0,1-1-1 0 0,-1 0 1 0 0,1 0 0 0 0,-1 1-1 0 0,0-1 1 0 0,0 0 0 0 0,0 1-1 0 0,0-1 1 0 0,0 0 0 0 0,0 0 0 0 0,0 1-1 0 0,-1-1 1 0 0,1 0 0 0 0,-1 1-1 0 0,0-3 1 0 0,-1-2 438 0 0,0 1-1 0 0,-1-1 1 0 0,0 1 0 0 0,0 0-1 0 0,0 0 1 0 0,0 0 0 0 0,-1 0-1 0 0,-5-5 1 0 0,8 9-34 0 0,-3-6 1244 0 0,9 9-1413 0 0,0 1 0 0 0,0-1 0 0 0,-1 1 0 0 0,1 1 0 0 0,0-1 0 0 0,-1 0 0 0 0,0 1 0 0 0,0 0 1 0 0,0 0-1 0 0,-1 1 0 0 0,1-1 0 0 0,-1 1 0 0 0,0-1 0 0 0,0 1 0 0 0,0 0 0 0 0,-1 0 1 0 0,0 0-1 0 0,2 7 0 0 0,-1-3-67 0 0,-1-1-1 0 0,0 0 1 0 0,0 1 0 0 0,-1 0 0 0 0,0-1-1 0 0,-1 1 1 0 0,0 0 0 0 0,0-1 0 0 0,-1 1-1 0 0,0 0 1 0 0,-3 11 0 0 0,-2 0-687 0 0,-17 36 0 0 0,-3-8-5380 0 0,15-30 237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 26 1740 0 0,'9'-8'4165'0'0,"-9"8"-3786"0"0,1-1 0 0 0,0 0-1 0 0,-1 0 1 0 0,1 0 0 0 0,-1 0-1 0 0,0 0 1 0 0,1 0 0 0 0,-1 0-1 0 0,1-2 1 0 0,-2 2-246 0 0,1 1-1 0 0,-1-1 1 0 0,1 1 0 0 0,-1 0 0 0 0,1-1 0 0 0,-1 1-1 0 0,1-1 1 0 0,-1 1 0 0 0,1 0 0 0 0,-1-1 0 0 0,1 1-1 0 0,-1 0 1 0 0,1 0 0 0 0,-1-1 0 0 0,0 1-1 0 0,1 0 1 0 0,-1 0 0 0 0,0 0 0 0 0,1 0 0 0 0,-1 0-1 0 0,0 0 1 0 0,1 0 0 0 0,-2 0 0 0 0,-39 4 1283 0 0,5 3-1123 0 0,1 1 0 0 0,-1 2 0 0 0,2 2 0 0 0,0 1 0 0 0,0 2 0 0 0,-48 28 0 0 0,70-35-280 0 0,1 1 1 0 0,0 0 0 0 0,1 0 0 0 0,0 1 0 0 0,0 1 0 0 0,1-1 0 0 0,0 2 0 0 0,1-1 0 0 0,0 1 0 0 0,1 0 0 0 0,-8 19 0 0 0,6-7-4 0 0,1 1 0 0 0,1 1 0 0 0,0-1 0 0 0,2 1 0 0 0,-1 31 0 0 0,-3 163 200 0 0,3-35 329 0 0,-30 335 918 0 0,34-491-1393 0 0,-113 1173 1053 0 0,-18-95-175 0 0,112-815-701 0 0,20-229-163 0 0,4 0 0 0 0,16 100 0 0 0,-18-154-42 0 0,1 0 0 0 0,0 0 0 0 0,1-1 0 0 0,0 1 0 0 0,0-1 0 0 0,1 0 0 0 0,0 0 0 0 0,10 14 0 0 0,-11-18-10 0 0,1 0-1 0 0,0 0 1 0 0,0 0 0 0 0,0-1 0 0 0,0 1-1 0 0,0-1 1 0 0,1 0 0 0 0,0 0 0 0 0,0-1-1 0 0,0 0 1 0 0,0 1 0 0 0,0-2-1 0 0,0 1 1 0 0,0-1 0 0 0,10 2 0 0 0,14 1 42 0 0,0-2-1 0 0,1-1 1 0 0,55-5 0 0 0,88-21-113 0 0,-156 22 11 0 0,281-65-4118 0 0,-106 2-5419 0 0,-146 47 3393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19 142 540 0 0,'28'-112'11390'0'0,"-24"85"-7826"0"0,-4 24-2319 0 0,-2 15-341 0 0,-19 119 1320 0 0,-2 9-1562 0 0,21-115-1343 0 0,0 0 1 0 0,2 1-1 0 0,4 39 1 0 0,-3-56-14 0 0,1-1 0 0 0,0 1 1 0 0,1-1-1 0 0,2 8 0 0 0,13 14-5923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2368 0 0,'47'-40'10921'0'0,"-47"40"-10780"0"0,1 0 1 0 0,0 0-1 0 0,0 0 0 0 0,0 1 1 0 0,0-1-1 0 0,-1 0 0 0 0,1 1 0 0 0,0-1 1 0 0,0 0-1 0 0,0 1 0 0 0,-1-1 0 0 0,1 1 1 0 0,0-1-1 0 0,0 1 0 0 0,2 13 606 0 0,0-1 0 0 0,-1 0 0 0 0,-1 0 0 0 0,0 24-1 0 0,-9 60 587 0 0,2-20-836 0 0,-9 118 203 0 0,6-89-3688 0 0,10-91 772 0 0,3 5-5844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 1192 0 0,'-6'-19'12539'0'0,"5"24"-12333"0"0,0 0 0 0 0,0 0 0 0 0,1 0 1 0 0,-1 0-1 0 0,1 0 0 0 0,0 1 1 0 0,1-1-1 0 0,-1 0 0 0 0,3 8 0 0 0,0 11 167 0 0,-2 129 512 0 0,1 4-1118 0 0,9-53-4117 0 0,-4-76-1137 0 0,-1-17 910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2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32 0 0,'14'-6'10685'0'0,"-8"4"-10462"0"0,15-3 8614 0 0,-14 7-9944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1236 0 0,'-5'12'4512'0'0,"-1"-1"0"0"0,-13 20 0 0 0,18-30-4065 0 0,1 0-361 0 0,-1 0 1 0 0,1-1-1 0 0,-1 1 1 0 0,1 0-1 0 0,-1 0 1 0 0,1 0-1 0 0,0-1 1 0 0,-1 1-1 0 0,1 0 1 0 0,0 0-1 0 0,0 0 1 0 0,0 0-1 0 0,0 0 1 0 0,0 0-1 0 0,0 1 1 0 0,12-9-1561 0 0,7-4-5763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3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158 148 808 0 0,'49'-40'15997'0'0,"-49"53"-14540"0"0,-32 44-800 0 0,2 1 0 0 0,3 1 0 0 0,-27 85 0 0 0,52-135-640 0 0,0 1 1 0 0,0-1-1 0 0,1 1 1 0 0,0 0-1 0 0,1-1 0 0 0,0 1 1 0 0,0 0-1 0 0,1-1 1 0 0,2 11-1 0 0,-2-15 1 0 0,0-1-1 0 0,1 1 1 0 0,-1-1 0 0 0,1 1-1 0 0,0-1 1 0 0,0 1-1 0 0,1-1 1 0 0,-1 0-1 0 0,1 0 1 0 0,0 0 0 0 0,0-1-1 0 0,0 1 1 0 0,1-1-1 0 0,-1 1 1 0 0,1-1 0 0 0,0 0-1 0 0,0 0 1 0 0,0-1-1 0 0,6 4 1 0 0,-2-3 30 0 0,0 1 1 0 0,1-2 0 0 0,-1 1-1 0 0,1-1 1 0 0,0 0-1 0 0,0-1 1 0 0,-1 0-1 0 0,1 0 1 0 0,0-1-1 0 0,10-1 1 0 0,-5-1 29 0 0,0 0 0 0 0,0-1 0 0 0,0 0 0 0 0,-1-1 0 0 0,24-11 0 0 0,-11 2 45 0 0,-1-1 1 0 0,0-1 0 0 0,-1-2 0 0 0,-1 0-1 0 0,36-34 1 0 0,-44 36 66 0 0,-1-1 1 0 0,0 0-1 0 0,-1-1 0 0 0,-1 0 1 0 0,-1-1-1 0 0,0 0 0 0 0,-1 0 0 0 0,-1-1 1 0 0,10-31-1 0 0,-17 42-153 0 0,1 0 0 0 0,-1 0 1 0 0,-1 0-1 0 0,0 0 0 0 0,0-1 0 0 0,0 1 0 0 0,-1 0 1 0 0,-1-1-1 0 0,1 1 0 0 0,-1 0 0 0 0,-1-1 1 0 0,1 1-1 0 0,-1 0 0 0 0,-1 0 0 0 0,0 0 0 0 0,0 0 1 0 0,0 1-1 0 0,-1-1 0 0 0,0 1 0 0 0,0 0 0 0 0,-1 0 1 0 0,0 0-1 0 0,0 1 0 0 0,-1-1 0 0 0,0 1 1 0 0,-10-8-1 0 0,6 6-100 0 0,-1 1 0 0 0,1 0 1 0 0,-1 1-1 0 0,0 0 0 0 0,-1 1 0 0 0,0 0 1 0 0,0 0-1 0 0,-21-4 0 0 0,15 6-229 0 0,0 0 0 0 0,0 2 1 0 0,0 0-1 0 0,0 1 0 0 0,-25 2 0 0 0,7 3-1947 0 0,-64 18-1 0 0,-29 18-6509 0 0,110-34 6911 0 0,-21 7-4444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229 177 200 0 0,'-3'0'3732'0'0,"-48"-10"2792"0"0,48 10-5994 0 0,-1 0-90 0 0,1 0-349 0 0,-1 0 0 0 0,0 1-1 0 0,0-1 1 0 0,1 1 0 0 0,-1 0-1 0 0,0 0 1 0 0,1 0 0 0 0,-1 1-1 0 0,1-1 1 0 0,-1 1 0 0 0,1 0-1 0 0,0 0 1 0 0,-4 3 0 0 0,1 0 5 0 0,0 0 0 0 0,1 1 0 0 0,0-1 0 0 0,0 1 0 0 0,0 1 0 0 0,-5 8 0 0 0,-1 4-11 0 0,1 0 0 0 0,1 1 0 0 0,0 0 1 0 0,2 0-1 0 0,0 1 0 0 0,2 0 0 0 0,0 0 0 0 0,1 1 1 0 0,1-1-1 0 0,1 1 0 0 0,2 0 0 0 0,2 36 0 0 0,-1-51-63 0 0,0 0 0 0 0,0 0-1 0 0,1 0 1 0 0,0 0-1 0 0,1-1 1 0 0,-1 1 0 0 0,1-1-1 0 0,1 0 1 0 0,-1 1-1 0 0,1-1 1 0 0,0-1 0 0 0,0 1-1 0 0,1-1 1 0 0,-1 1 0 0 0,1-1-1 0 0,1-1 1 0 0,9 9-1 0 0,-7-9 89 0 0,0 1-1 0 0,0-1 0 0 0,1-1 0 0 0,-1 1 1 0 0,1-2-1 0 0,-1 1 0 0 0,1-1 0 0 0,0 0 0 0 0,0-1 1 0 0,0 0-1 0 0,0 0 0 0 0,0-1 0 0 0,14-2 1 0 0,-5 1 30 0 0,-1-2 0 0 0,1 0 0 0 0,-1-1 1 0 0,0-1-1 0 0,0 0 0 0 0,0-1 1 0 0,0-1-1 0 0,-1-1 0 0 0,0 0 1 0 0,-1-1-1 0 0,0-1 0 0 0,0 0 1 0 0,-1-1-1 0 0,-1-1 0 0 0,0 0 1 0 0,0 0-1 0 0,-1-2 0 0 0,-1 1 1 0 0,0-2-1 0 0,-1 1 0 0 0,0-1 1 0 0,-1-1-1 0 0,-1 0 0 0 0,-1 0 1 0 0,8-22-1 0 0,-8 13-106 0 0,-1 0 1 0 0,-2 0 0 0 0,0-1-1 0 0,-1 0 1 0 0,-2-37 0 0 0,-1 52-36 0 0,-1 0 1 0 0,0 0 0 0 0,0 0 0 0 0,-1 1-1 0 0,-1-1 1 0 0,0 1 0 0 0,0-1 0 0 0,-1 1-1 0 0,0 0 1 0 0,-1 0 0 0 0,0 1 0 0 0,-1-1 0 0 0,0 1-1 0 0,0 0 1 0 0,-13-13 0 0 0,14 18-48 0 0,-1 0 0 0 0,0 0 0 0 0,0 0 0 0 0,0 0-1 0 0,0 1 1 0 0,-1 0 0 0 0,1 0 0 0 0,-1 1 0 0 0,0 0 0 0 0,1 0 0 0 0,-1 1 0 0 0,0 0 0 0 0,0 0 0 0 0,0 0 0 0 0,0 1-1 0 0,-1 0 1 0 0,1 0 0 0 0,0 1 0 0 0,0 0 0 0 0,0 0 0 0 0,1 1 0 0 0,-1 0 0 0 0,-12 5 0 0 0,8-3-463 0 0,1 0 1 0 0,0 1-1 0 0,0 1 1 0 0,0 0-1 0 0,1 0 1 0 0,-12 10-1 0 0,14-10-582 0 0,1 1 1 0 0,0-1-1 0 0,0 1 1 0 0,1 0-1 0 0,-1 0 0 0 0,1 0 1 0 0,-7 17-1 0 0,6-11-3280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11 320 0 0,'2'-10'10284'0'0,"-13"57"-4569"0"0,-2 52-4401 0 0,4-21-948 0 0,1-22-356 0 0,-1 64 1 0 0,14-48-9082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15 496 0 0,'2'-1'1320'0'0,"35"-11"4314"0"0,-35 12-4939 0 0,9-2 2500 0 0,-16 9-3138 0 0,1-1 1 0 0,-1 0-1 0 0,-1 0 1 0 0,1-1 0 0 0,-1 1-1 0 0,0-1 1 0 0,-12 8-1 0 0,-12 10 17 0 0,23-16-63 0 0,-1 1 0 0 0,1-1-1 0 0,1 1 1 0 0,-1 0-1 0 0,1 1 1 0 0,1 0 0 0 0,0 0-1 0 0,-7 15 1 0 0,12-24-9 0 0,0 1 0 0 0,-1 0 0 0 0,1-1 0 0 0,0 1 0 0 0,0 0 0 0 0,0-1 1 0 0,0 1-1 0 0,0 0 0 0 0,0-1 0 0 0,0 1 0 0 0,0 0 0 0 0,0-1 0 0 0,0 1 0 0 0,0 0 1 0 0,0-1-1 0 0,1 1 0 0 0,-1 0 0 0 0,0-1 0 0 0,0 1 0 0 0,1 0 0 0 0,-1-1 0 0 0,0 1 0 0 0,1-1 1 0 0,-1 1-1 0 0,1-1 0 0 0,-1 1 0 0 0,1-1 0 0 0,0 1 0 0 0,1 1 2 0 0,-1-1 0 0 0,1 0-1 0 0,0-1 1 0 0,0 1 0 0 0,0 0-1 0 0,-1-1 1 0 0,1 1 0 0 0,0-1-1 0 0,4 1 1 0 0,35-1 164 0 0,-41 0-149 0 0,52-6 690 0 0,25-1 68 0 0,-75 6-716 0 0,1 1-1 0 0,-1 1 1 0 0,0-1-1 0 0,0 0 1 0 0,1 0-1 0 0,-1 1 1 0 0,0-1-1 0 0,0 1 1 0 0,0 0-1 0 0,0 0 1 0 0,0 0-1 0 0,0 0 1 0 0,0 0-1 0 0,0 0 1 0 0,0 0-1 0 0,0 1 1 0 0,0-1-1 0 0,-1 1 1 0 0,1-1-1 0 0,-1 1 1 0 0,1 0-1 0 0,-1-1 1 0 0,1 1-1 0 0,-1 0 1 0 0,0 0-1 0 0,0 0 1 0 0,0 0-1 0 0,0 0 1 0 0,0 0-1 0 0,-1 0 1 0 0,1 1-1 0 0,-1-1 1 0 0,1 0-1 0 0,-1 0 0 0 0,0 1 1 0 0,0 1-1 0 0,1 4 135 0 0,-1 0 0 0 0,-1-1 0 0 0,1 1 0 0 0,-2 0-1 0 0,1-1 1 0 0,-1 1 0 0 0,0 0 0 0 0,-5 12-1 0 0,0-5-33 0 0,-1 0 0 0 0,-1 0 0 0 0,-1 0 0 0 0,0-1 0 0 0,-1 0 0 0 0,0-1 0 0 0,-20 18-1 0 0,22-23-173 0 0,0 0 0 0 0,0-1 0 0 0,-1-1 0 0 0,0 0-1 0 0,0 0 1 0 0,0-1 0 0 0,-1 0 0 0 0,0 0 0 0 0,0-2-1 0 0,0 1 1 0 0,-22 3 0 0 0,29-7-277 0 0,0 1 0 0 0,0-1 1 0 0,0-1-1 0 0,1 1 0 0 0,-1 0 0 0 0,0-1 0 0 0,0 0 0 0 0,1 0 0 0 0,-1 0 1 0 0,0 0-1 0 0,-5-3 0 0 0,6 2-487 0 0,0 1 1 0 0,1-1 0 0 0,-1 0-1 0 0,1 0 1 0 0,0 0-1 0 0,0 0 1 0 0,0 0-1 0 0,-4-5 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2200 0 0,'3'-5'817'0'0,"0"0"0"0"0,1 0 0 0 0,-1 0 0 0 0,1 0 0 0 0,0 0 0 0 0,0 1 1 0 0,1 0-1 0 0,-1 0 0 0 0,10-7 0 0 0,-5 6-409 0 0,-1 0 1 0 0,1 1-1 0 0,0 0 1 0 0,0 0 0 0 0,16-3-1 0 0,-8 3-526 0 0,1 1-1 0 0,0 1 1 0 0,0 0-1 0 0,0 2 1 0 0,0 0-1 0 0,20 3 0 0 0,-30-2-931 0 0,0 0 0 0 0,-1 1 0 0 0,1 0 0 0 0,-1 1 1 0 0,10 3-1 0 0,-5 1-2239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8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0 1608 0 0,'8'17'7396'0'0,"-7"0"-3800"0"0,-15 22-963 0 0,-3-1-1 0 0,-24 44 0 0 0,-53 72-1734 0 0,66-108-462 0 0,-36 50-345 0 0,-13 20 435 0 0,44-55-3552 0 0,8 1-4165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9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87 1792 0 0,'4'-9'2007'0'0,"-3"5"-1453"0"0,0-1 1 0 0,1 1 0 0 0,-1 0-1 0 0,1 0 1 0 0,0 0 0 0 0,0 0-1 0 0,1 0 1 0 0,-1 0 0 0 0,1 1-1 0 0,0-1 1 0 0,0 1 0 0 0,0 0-1 0 0,0 0 1 0 0,0 0 0 0 0,1 0-1 0 0,0 0 1 0 0,-1 1 0 0 0,1-1-1 0 0,6-1 1 0 0,-4 2-277 0 0,0 1 1 0 0,0-1-1 0 0,0 1 0 0 0,0 1 1 0 0,0-1-1 0 0,0 1 0 0 0,1 0 0 0 0,-1 1 1 0 0,0-1-1 0 0,0 1 0 0 0,7 2 1 0 0,-9-1-229 0 0,0-1 1 0 0,0 1-1 0 0,-1 0 0 0 0,1 0 1 0 0,-1 0-1 0 0,0 1 1 0 0,1-1-1 0 0,-1 1 1 0 0,0-1-1 0 0,0 1 0 0 0,-1 0 1 0 0,1 1-1 0 0,-1-1 1 0 0,1 0-1 0 0,-1 1 0 0 0,0-1 1 0 0,0 1-1 0 0,1 5 1 0 0,-2-6-6 0 0,0 1-1 0 0,0-1 1 0 0,0 0 0 0 0,-1 1 0 0 0,1-1 0 0 0,-1 1-1 0 0,0-1 1 0 0,0 0 0 0 0,-1 1 0 0 0,1-1 0 0 0,-1 1-1 0 0,-1 4 1 0 0,-17 40 452 0 0,7-23-374 0 0,11-24-118 0 0,1 0 0 0 0,-1 0 0 0 0,1 0 0 0 0,0 0 0 0 0,-1 0 0 0 0,1 1 0 0 0,0-1 0 0 0,0 0 0 0 0,0 0 0 0 0,0 0 0 0 0,0 0 0 0 0,0 0 0 0 0,0 0 0 0 0,0 0 0 0 0,0 0 0 0 0,0 1 0 0 0,1-1 0 0 0,-1 0 0 0 0,0 0 0 0 0,1 0 0 0 0,-1 0 0 0 0,1 0 0 0 0,0 1 0 0 0,1 0 16 0 0,0 0-1 0 0,0 0 1 0 0,0 0-1 0 0,1-1 1 0 0,-1 1 0 0 0,0-1-1 0 0,4 2 1 0 0,10 7 123 0 0,-4-3 103 0 0,-1 2 0 0 0,0-1 1 0 0,0 1-1 0 0,0 1 1 0 0,-1 0-1 0 0,-1 0 1 0 0,0 1-1 0 0,12 19 0 0 0,-20-28-78 0 0,0 0 0 0 0,0 0 0 0 0,0 0 0 0 0,-1 1-1 0 0,1-1 1 0 0,-1 0 0 0 0,1 0 0 0 0,-1 1 0 0 0,0-1 0 0 0,0 0-1 0 0,0 0 1 0 0,0 1 0 0 0,-1-1 0 0 0,1 0 0 0 0,0 0-1 0 0,-1 1 1 0 0,0-1 0 0 0,0 3 0 0 0,-1-1 127 0 0,0 0 0 0 0,-1 1 0 0 0,1-1 0 0 0,-1 0 1 0 0,0 0-1 0 0,1-1 0 0 0,-6 6 0 0 0,-1-2-182 0 0,-1 1 0 0 0,0-1 0 0 0,0-1 0 0 0,-1 0 0 0 0,1 0 0 0 0,-1-1 0 0 0,-1 0 0 0 0,1-1 0 0 0,-1-1 0 0 0,1 0 0 0 0,-1 0 0 0 0,0-1 0 0 0,0 0 0 0 0,0-1 0 0 0,0-1 0 0 0,-1 0 0 0 0,1 0 0 0 0,0-2 0 0 0,-19-3-1 0 0,28 4-481 0 0,-1 0-1 0 0,1 0 0 0 0,-1-1 0 0 0,1 1 0 0 0,-1-1 0 0 0,1 0 0 0 0,0 0 0 0 0,0 0 0 0 0,0 0 0 0 0,0-1 1 0 0,0 1-1 0 0,1-1 0 0 0,-1 0 0 0 0,1 0 0 0 0,-1 0 0 0 0,-2-5 0 0 0,3 3-893 0 0,0 0 1 0 0,0 0-1 0 0,0-1 0 0 0,1 1 1 0 0,-1-1-1 0 0,1 1 0 0 0,1-1 1 0 0,-1 1-1 0 0,1-1 0 0 0,0-8 1 0 0,2-9-7089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9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37 608 0 0,'0'-12'8973'0'0,"-1"-9"-2297"0"0,6 17-6920 0 0,4 13-2281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5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1596 0 0,'-1'3'2252'0'0,"-15"37"6206"0"0,15-38-7847 0 0,-3 16 2545 0 0,28-32-4521 0 0,3-6-5726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0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225 131 104 0 0,'5'-9'3277'0'0,"-3"6"-2396"0"0,0 1-1 0 0,-1-1 1 0 0,1 1-1 0 0,-1-1 1 0 0,0 0-1 0 0,0 0 1 0 0,0 1-1 0 0,0-1 1 0 0,-1 0-1 0 0,1 0 1 0 0,-1 0-1 0 0,0 0 0 0 0,0 0 1 0 0,0 0-1 0 0,0-6 1 0 0,0 9-850 0 0,0 0 0 0 0,-1 0 0 0 0,1-1 0 0 0,0 1 1 0 0,0 0-1 0 0,0 0 0 0 0,0-1 0 0 0,0 1 0 0 0,0 0 0 0 0,0 0 0 0 0,0 0 0 0 0,0-1 0 0 0,0 1 1 0 0,-1 0-1 0 0,1 0 0 0 0,0 0 0 0 0,0-1 0 0 0,0 1 0 0 0,0 0 0 0 0,-1 0 0 0 0,1 0 0 0 0,0 0 1 0 0,0-1-1 0 0,0 1 0 0 0,-1 0 0 0 0,1 0 0 0 0,0 0 0 0 0,0 0 0 0 0,0 0 0 0 0,-1 0 1 0 0,1 0-1 0 0,0 0 0 0 0,0 0 0 0 0,-1 0 0 0 0,1 0 0 0 0,0 0 0 0 0,0 0 0 0 0,-1 0 0 0 0,1 0 1 0 0,0 0-1 0 0,0 0 0 0 0,-1 0 0 0 0,1 0 0 0 0,0 0 0 0 0,0 0 0 0 0,0 0 0 0 0,-1 1 1 0 0,-12 2 450 0 0,12-3-524 0 0,-4 3 110 0 0,1 0-1 0 0,0 0 1 0 0,-1 1-1 0 0,1-1 1 0 0,1 1-1 0 0,-1 0 1 0 0,0 0-1 0 0,1 0 1 0 0,-3 6 0 0 0,-24 45 199 0 0,18-32-149 0 0,-5 10 59 0 0,-20 51-1 0 0,33-71-137 0 0,0-1-1 0 0,1 1 1 0 0,0 0-1 0 0,1 0 1 0 0,0 0-1 0 0,1 0 1 0 0,1 24-1 0 0,0-33 4 0 0,0 1 0 0 0,1-1 0 0 0,0 0 0 0 0,0 1 0 0 0,0-1 0 0 0,1 0 0 0 0,-1 0 0 0 0,1 0 0 0 0,0 0 0 0 0,0 0 0 0 0,0 0 0 0 0,1 0 0 0 0,-1-1 0 0 0,1 1 0 0 0,0-1 0 0 0,0 1 0 0 0,5 3 0 0 0,-3-4 59 0 0,-1 0-1 0 0,1-1 1 0 0,0 1-1 0 0,0-1 0 0 0,0 0 1 0 0,0-1-1 0 0,0 1 1 0 0,1-1-1 0 0,-1 0 0 0 0,0 0 1 0 0,1 0-1 0 0,7-1 0 0 0,2-1 188 0 0,0 0-1 0 0,0-1 0 0 0,0 0 1 0 0,0-2-1 0 0,-1 0 0 0 0,1 0 0 0 0,-1-1 1 0 0,0-1-1 0 0,16-9 0 0 0,-13 4-121 0 0,-1 0 1 0 0,-1-2-1 0 0,0 1 1 0 0,0-2-1 0 0,-2 0 0 0 0,1 0 1 0 0,-2-2-1 0 0,0 1 1 0 0,-1-2-1 0 0,-1 1 0 0 0,0-1 1 0 0,-1-1-1 0 0,10-27 1 0 0,-16 35-99 0 0,1-1 0 0 0,-2 1 0 0 0,1-1 0 0 0,-1 0 0 0 0,-1 1 0 0 0,0-1 1 0 0,-1 0-1 0 0,0 0 0 0 0,-1-13 0 0 0,0 19-102 0 0,0-1 0 0 0,-1 1 1 0 0,1-1-1 0 0,-1 1 0 0 0,0 0 1 0 0,0 0-1 0 0,0 0 0 0 0,-1 0 1 0 0,0 0-1 0 0,0 0 0 0 0,0 1 1 0 0,-1 0-1 0 0,1-1 0 0 0,-1 1 0 0 0,0 1 1 0 0,0-1-1 0 0,0 0 0 0 0,-1 1 1 0 0,-9-5-1 0 0,0 1-476 0 0,0 1 0 0 0,-1 0-1 0 0,0 2 1 0 0,-1 0 0 0 0,1 0 0 0 0,-1 2 0 0 0,1-1-1 0 0,-1 2 1 0 0,-24 1 0 0 0,-19 3-4375 0 0,-69 13-1 0 0,106-13 2984 0 0,-65 11-7315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26 416 0 0,'0'0'2281'0'0,"0"-2"-1514"0"0,-4-14 6142 0 0,1 12-6142 0 0,-4 10-414 0 0,1 0-1 0 0,-1 0 1 0 0,1 1-1 0 0,0 0 1 0 0,1 0-1 0 0,-1 0 1 0 0,1 1-1 0 0,1 0 1 0 0,-5 9-1 0 0,-30 79 557 0 0,33-81-821 0 0,2 1 0 0 0,0 1 0 0 0,1-1-1 0 0,1 0 1 0 0,0 1 0 0 0,1 0 0 0 0,1-1 0 0 0,1 1-1 0 0,2 17 1 0 0,-2-27 1 0 0,0-1 0 0 0,1 0 0 0 0,0 0 0 0 0,0 1 0 0 0,1-2 1 0 0,-1 1-1 0 0,1 0 0 0 0,0 0 0 0 0,1-1 0 0 0,-1 1 0 0 0,7 6 0 0 0,-6-9 4 0 0,0 1-1 0 0,-1-1 1 0 0,1-1-1 0 0,1 1 1 0 0,-1 0-1 0 0,0-1 1 0 0,0 0-1 0 0,1 0 1 0 0,-1 0 0 0 0,1-1-1 0 0,0 1 1 0 0,0-1-1 0 0,-1 0 1 0 0,1-1-1 0 0,0 1 1 0 0,9-1-1 0 0,-5 0-11 0 0,-1-1 0 0 0,1-1 0 0 0,-1 1 0 0 0,0-1 1 0 0,1 0-1 0 0,-1-1 0 0 0,0 0 0 0 0,-1 0 0 0 0,1-1 0 0 0,-1 0 0 0 0,1 0 0 0 0,-1-1 0 0 0,0 0 0 0 0,-1 0 0 0 0,1-1 0 0 0,-1 0 0 0 0,0 0 0 0 0,0 0 0 0 0,-1-1 0 0 0,0 0 0 0 0,5-8 0 0 0,0-1-53 0 0,-1 0 0 0 0,-1-1 0 0 0,0 0 0 0 0,-1-1 0 0 0,-1 0 1 0 0,-1 0-1 0 0,0 0 0 0 0,3-30 0 0 0,-7 39-22 0 0,-1 0 0 0 0,0 1 1 0 0,0-1-1 0 0,0 0 0 0 0,-1 0 0 0 0,-1 1 1 0 0,1-1-1 0 0,-1 0 0 0 0,-1 1 1 0 0,0 0-1 0 0,0-1 0 0 0,0 1 0 0 0,-8-12 1 0 0,8 16-126 0 0,-1-1 1 0 0,1 1 0 0 0,0 0 0 0 0,-1 1 0 0 0,0-1 0 0 0,0 1 0 0 0,0-1 0 0 0,0 1-1 0 0,0 1 1 0 0,-1-1 0 0 0,0 0 0 0 0,1 1 0 0 0,-1 0 0 0 0,0 0 0 0 0,0 1 0 0 0,0-1-1 0 0,0 1 1 0 0,0 0 0 0 0,0 0 0 0 0,0 1 0 0 0,-1-1 0 0 0,1 1 0 0 0,0 0-1 0 0,-7 2 1 0 0,8-2-299 0 0,-1 1 0 0 0,1 0-1 0 0,-1 0 1 0 0,1 1-1 0 0,0-1 1 0 0,-1 1 0 0 0,-5 3-1 0 0,-15 12-6193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2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53 16 0 0,'0'-39'10502'0'0,"0"37"-10124"0"0,-1 5-216 0 0,1-1 0 0 0,-2 0 0 0 0,1 0 0 0 0,0 1 1 0 0,0-1-1 0 0,-1 0 0 0 0,1 0 0 0 0,-3 2 0 0 0,-5 7 460 0 0,-59 119 2309 0 0,58-105-2722 0 0,0 0-1 0 0,2 0 1 0 0,-9 39 0 0 0,16-59-187 0 0,0-1 0 0 0,1 1 0 0 0,-1 0-1 0 0,1 0 1 0 0,0-1 0 0 0,0 1 0 0 0,1 0 0 0 0,-1 0 0 0 0,1-1 0 0 0,0 1 0 0 0,0-1 0 0 0,1 1 0 0 0,-1-1-1 0 0,1 1 1 0 0,0-1 0 0 0,0 0 0 0 0,1 1 0 0 0,-1-1 0 0 0,4 4 0 0 0,-1-3 5 0 0,1 0 0 0 0,-1-1 0 0 0,1 1 0 0 0,0-1 0 0 0,0 0 0 0 0,0 0 0 0 0,1-1-1 0 0,-1 0 1 0 0,1 0 0 0 0,0 0 0 0 0,11 2 0 0 0,-1-2 7 0 0,0 0 1 0 0,0 0-1 0 0,0-2 0 0 0,0 0 0 0 0,0-1 0 0 0,0-1 0 0 0,0-1 1 0 0,0 0-1 0 0,-1-1 0 0 0,1-1 0 0 0,-1 0 0 0 0,1-1 0 0 0,-1-1 0 0 0,-1-1 1 0 0,1 0-1 0 0,-1-1 0 0 0,14-10 0 0 0,-16 10-14 0 0,-1-1 0 0 0,0 0 0 0 0,-1 0 0 0 0,0-1 0 0 0,-1-1-1 0 0,0 0 1 0 0,0 0 0 0 0,-1-1 0 0 0,-1 0 0 0 0,0 0 0 0 0,0-1 0 0 0,-2 0 0 0 0,1-1 0 0 0,-2 1 0 0 0,0-1-1 0 0,0 0 1 0 0,-1-1 0 0 0,-1 1 0 0 0,2-29 0 0 0,-4 38-17 0 0,-1 0 1 0 0,0 0-1 0 0,-1 0 0 0 0,1 0 1 0 0,-1 0-1 0 0,0 0 0 0 0,-1 0 1 0 0,1 0-1 0 0,-1 0 1 0 0,0 0-1 0 0,0 0 0 0 0,0 1 1 0 0,-1-1-1 0 0,1 1 0 0 0,-1 0 1 0 0,0-1-1 0 0,-7-5 0 0 0,5 5-57 0 0,0 1-1 0 0,-1 0 0 0 0,1 0 0 0 0,-1 1 1 0 0,0 0-1 0 0,0 0 0 0 0,0 0 0 0 0,-1 1 1 0 0,1 0-1 0 0,0 0 0 0 0,-1 0 0 0 0,0 1 1 0 0,-8-1-1 0 0,2 1-501 0 0,0 0 0 0 0,0 1 0 0 0,0 1-1 0 0,0 0 1 0 0,-23 5 0 0 0,27-4-784 0 0,0 1-1 0 0,0 0 1 0 0,1 1-1 0 0,0 0 1 0 0,-12 7-1 0 0,8-3-2686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62 476 0 0,'-1'-11'10674'0'0,"3"9"-10593"0"0,-1 1 0 0 0,1 0 0 0 0,-1 0 0 0 0,1 0 0 0 0,0 0 0 0 0,-1 0 0 0 0,1 0 0 0 0,0 1-1 0 0,0-1 1 0 0,0 0 0 0 0,0 1 0 0 0,-1-1 0 0 0,1 1 0 0 0,2 0 0 0 0,37-3 380 0 0,-12 2-274 0 0,42-6 14 0 0,26-3-1243 0 0,-34-3-4854 0 0,-48 9 2025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1476 0 0,'-11'4'947'0'0,"0"0"-1"0"0,0 1 1 0 0,1 0-1 0 0,0 1 1 0 0,0 0-1 0 0,0 1 1 0 0,-17 15-1 0 0,22-17-868 0 0,1-1 0 0 0,0 1 0 0 0,0 0 0 0 0,0 0 0 0 0,0 0-1 0 0,1 0 1 0 0,0 1 0 0 0,0-1 0 0 0,0 1 0 0 0,1 0 0 0 0,0 0 0 0 0,0 0 0 0 0,0 0 0 0 0,1 0 0 0 0,0 0-1 0 0,-1 11 1 0 0,2-14-47 0 0,1-1 0 0 0,-1 1 0 0 0,0 0-1 0 0,1 0 1 0 0,-1-1 0 0 0,1 1 0 0 0,0-1 0 0 0,0 1-1 0 0,0 0 1 0 0,0-1 0 0 0,0 0 0 0 0,0 1-1 0 0,1-1 1 0 0,0 0 0 0 0,-1 1 0 0 0,1-1 0 0 0,0 0-1 0 0,0 0 1 0 0,0-1 0 0 0,0 1 0 0 0,0 0 0 0 0,0-1-1 0 0,1 1 1 0 0,-1-1 0 0 0,0 1 0 0 0,1-1-1 0 0,-1 0 1 0 0,1 0 0 0 0,0 0 0 0 0,-1-1 0 0 0,6 2-1 0 0,8 0 55 0 0,-1 0-1 0 0,1-1 0 0 0,-1-1 0 0 0,23-2 1 0 0,-23 2-98 0 0,8-2 73 0 0,-4 1-48 0 0,0 0 0 0 0,0 1-1 0 0,0 0 1 0 0,0 2 0 0 0,21 4-1 0 0,-36-5 39 0 0,-1 0-1 0 0,1 0 1 0 0,0 0-1 0 0,-1 1 1 0 0,1-1-1 0 0,-1 1 1 0 0,1 0-1 0 0,-1 0 0 0 0,0 0 1 0 0,0 0-1 0 0,1 1 1 0 0,-2-1-1 0 0,1 1 1 0 0,0 0-1 0 0,-1 0 0 0 0,1 0 1 0 0,-1 0-1 0 0,0 0 1 0 0,0 1-1 0 0,0-1 1 0 0,0 1-1 0 0,-1-1 1 0 0,1 1-1 0 0,-1-1 0 0 0,0 1 1 0 0,0 0-1 0 0,0 0 1 0 0,-1 0-1 0 0,1-1 1 0 0,-1 1-1 0 0,0 6 1 0 0,-1 3 233 0 0,0-1 1 0 0,-1 1 0 0 0,0-1 0 0 0,-1 1 0 0 0,0-1 0 0 0,-1 0 0 0 0,-1 0 0 0 0,0-1 0 0 0,0 1 0 0 0,-1-1 0 0 0,-1 0 0 0 0,-13 17 0 0 0,8-12 133 0 0,-2-1 1 0 0,1 0 0 0 0,-2-1 0 0 0,0-1 0 0 0,-1 0 0 0 0,0-1 0 0 0,-24 13 0 0 0,34-21-307 0 0,0-1 0 0 0,0 0 1 0 0,-1 0-1 0 0,1-1 0 0 0,-1 0 1 0 0,0 0-1 0 0,0 0 0 0 0,0-1 1 0 0,0 0-1 0 0,0 0 0 0 0,0-1 1 0 0,0 0-1 0 0,-7-1 0 0 0,12 1-142 0 0,-1 0-1 0 0,1-1 0 0 0,0 0 1 0 0,0 1-1 0 0,0-1 0 0 0,-1 0 0 0 0,1 0 1 0 0,0 0-1 0 0,0 0 0 0 0,0 0 1 0 0,0-1-1 0 0,1 1 0 0 0,-1 0 0 0 0,0-1 1 0 0,0 0-1 0 0,1 1 0 0 0,-1-1 1 0 0,1 0-1 0 0,0 0 0 0 0,-1 0 0 0 0,1 0 1 0 0,0 0-1 0 0,0 0 0 0 0,0 0 1 0 0,0 0-1 0 0,1 0 0 0 0,-1-1 0 0 0,1 1 1 0 0,-1 0-1 0 0,1-3 0 0 0,-1 1-387 0 0,1 0-1 0 0,0-1 1 0 0,1 1-1 0 0,-1 0 1 0 0,1 0-1 0 0,0 0 1 0 0,-1 0-1 0 0,2 0 1 0 0,-1 0-1 0 0,0 0 1 0 0,1 0-1 0 0,0 0 1 0 0,0 1 0 0 0,4-7-1 0 0,20-18-5928 0 0,-11 14 304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4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48 1500 0 0,'-8'-14'5813'0'0,"6"9"-4561"0"0,-9-20 4168 0 0,11 25-5410 0 0,0 0-1 0 0,0 0 0 0 0,0 0 1 0 0,0-1-1 0 0,0 1 1 0 0,0 0-1 0 0,1 0 0 0 0,-1 0 1 0 0,0 0-1 0 0,0 0 0 0 0,0-1 1 0 0,0 1-1 0 0,0 0 0 0 0,0 0 1 0 0,0 0-1 0 0,0 0 0 0 0,0 0 1 0 0,0-1-1 0 0,0 1 1 0 0,0 0-1 0 0,0 0 0 0 0,1 0 1 0 0,-1 0-1 0 0,0 0 0 0 0,0 0 1 0 0,0 0-1 0 0,0 0 0 0 0,0 0 1 0 0,0-1-1 0 0,1 1 0 0 0,-1 0 1 0 0,0 0-1 0 0,0 0 1 0 0,0 0-1 0 0,0 0 0 0 0,0 0 1 0 0,1 0-1 0 0,-1 0 0 0 0,0 0 1 0 0,0 0-1 0 0,0 0 0 0 0,0 0 1 0 0,0 0-1 0 0,1 0 0 0 0,-1 0 1 0 0,0 0-1 0 0,0 0 0 0 0,0 0 1 0 0,1 1-1 0 0,17 9-2506 0 0,-15-8 1914 0 0,1 0-167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4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2680 0 0,'-20'36'9520'0'0,"15"-27"-8133"0"0,4-7-1069 0 0,1-2-338 0 0,0 0 1 0 0,-1 0-1 0 0,1 0 1 0 0,0 1-1 0 0,0-1 1 0 0,-1 0-1 0 0,1 1 1 0 0,0-1-1 0 0,0 0 1 0 0,0 0-1 0 0,0 1 1 0 0,-1-1-1 0 0,1 0 1 0 0,0 1-1 0 0,0-1 1 0 0,0 0 0 0 0,0 1-1 0 0,0-1 1 0 0,0 0-1 0 0,0 1 1 0 0,0-1-1 0 0,0 0 1 0 0,0 1-1 0 0,2 2-365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4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63 1716 0 0,'6'-30'9679'0'0,"-5"13"-5083"0"0,-2 15-3793 0 0,1 2-776 0 0,0 0-1 0 0,0 0 1 0 0,0 0-1 0 0,1 0 1 0 0,-1-1 0 0 0,0 1-1 0 0,0 0 1 0 0,0 0-1 0 0,0 0 1 0 0,0-1-1 0 0,-1 1 1 0 0,1 0-1 0 0,0 0 1 0 0,0 0-1 0 0,0 0 1 0 0,0-1 0 0 0,0 1-1 0 0,0 0 1 0 0,0 0-1 0 0,0 0 1 0 0,0 0-1 0 0,0-1 1 0 0,0 1-1 0 0,-1 0 1 0 0,1 0 0 0 0,0 0-1 0 0,0 0 1 0 0,0 0-1 0 0,0 0 1 0 0,0-1-1 0 0,-1 1 1 0 0,1 0-1 0 0,0 0 1 0 0,0 0-1 0 0,0 0 1 0 0,0 0 0 0 0,-1 0-1 0 0,1 0 1 0 0,-8 5 107 0 0,1 1 1 0 0,0 0-1 0 0,0 0 0 0 0,0 1 1 0 0,1 0-1 0 0,0 0 1 0 0,0 0-1 0 0,1 1 1 0 0,0 0-1 0 0,-5 10 1 0 0,-4 9 9 0 0,-18 56 1 0 0,27-68-118 0 0,1 0 1 0 0,1 0-1 0 0,0 0 0 0 0,1 0 1 0 0,1 1-1 0 0,0-1 0 0 0,1 1 1 0 0,1-1-1 0 0,0 1 1 0 0,4 17-1 0 0,-3-26-7 0 0,-1 0 0 0 0,1 0 0 0 0,1-1-1 0 0,-1 1 1 0 0,1-1 0 0 0,0 1 0 0 0,0-1 0 0 0,1 0 0 0 0,0 0 0 0 0,0 0 0 0 0,1-1-1 0 0,-1 0 1 0 0,1 0 0 0 0,0 0 0 0 0,1 0 0 0 0,-1-1 0 0 0,1 1 0 0 0,0-1 0 0 0,0-1-1 0 0,0 1 1 0 0,0-1 0 0 0,1 0 0 0 0,-1-1 0 0 0,10 3 0 0 0,-6-3 78 0 0,1 0 1 0 0,-1 0-1 0 0,0-1 1 0 0,1-1-1 0 0,-1 1 0 0 0,0-2 1 0 0,1 0-1 0 0,-1 0 1 0 0,0-1-1 0 0,0 0 0 0 0,14-4 1 0 0,-12 1 11 0 0,0 0 0 0 0,0-1 0 0 0,0 0-1 0 0,-1-1 1 0 0,0-1 0 0 0,0 1 0 0 0,-1-2 0 0 0,12-10 0 0 0,-9 5-44 0 0,0-1 0 0 0,-1 0 0 0 0,0-1 0 0 0,-1 0 0 0 0,-1-1 0 0 0,-1 0 0 0 0,0-1 0 0 0,-1 1 0 0 0,-1-2 0 0 0,-1 1 0 0 0,0-1-1 0 0,3-22 1 0 0,-8 33-48 0 0,0 0-1 0 0,-1 0 0 0 0,0 0 0 0 0,0 0 0 0 0,0 0 0 0 0,-1 0 1 0 0,0 0-1 0 0,-1 0 0 0 0,0 0 0 0 0,0 0 0 0 0,-1 1 0 0 0,0-1 1 0 0,-6-11-1 0 0,6 13-58 0 0,-1 1 1 0 0,0-1 0 0 0,0 1-1 0 0,0 1 1 0 0,-1-1-1 0 0,0 0 1 0 0,0 1 0 0 0,0 0-1 0 0,0 0 1 0 0,-1 1-1 0 0,1-1 1 0 0,-1 1 0 0 0,0 1-1 0 0,0-1 1 0 0,0 1 0 0 0,0 0-1 0 0,-10-2 1 0 0,-5 1-557 0 0,-1 1 0 0 0,1 1 0 0 0,-1 1 0 0 0,0 1 0 0 0,1 0 0 0 0,-1 2 1 0 0,-36 9-1 0 0,-22 9-2140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110 122 1784 0 0,'-7'-14'11526'0'0,"4"11"-10863"0"0,0 4-645 0 0,0 1 0 0 0,0-1 0 0 0,1 1 0 0 0,-1 0 0 0 0,1 0 0 0 0,-1 0 0 0 0,1 0 0 0 0,0 1 0 0 0,0-1 0 0 0,-1 0 0 0 0,2 1 0 0 0,-1 0 0 0 0,0-1 0 0 0,0 1 0 0 0,0 3 0 0 0,-22 52 8 0 0,16-34-4 0 0,1-6-16 0 0,1 1 0 0 0,1-1 0 0 0,1 1 0 0 0,1 0 0 0 0,-2 35 0 0 0,4-42 3 0 0,1 1 0 0 0,1-1 0 0 0,0 0 0 0 0,1-1 1 0 0,0 1-1 0 0,1 0 0 0 0,0 0 0 0 0,1-1 0 0 0,0 0 0 0 0,9 17 0 0 0,-10-23 12 0 0,1 0 0 0 0,-1 0 0 0 0,1 0 0 0 0,0 0 0 0 0,0-1 0 0 0,1 0 0 0 0,-1 0 0 0 0,1 0 0 0 0,0 0 0 0 0,0-1 0 0 0,0 0 0 0 0,9 4 0 0 0,-5-3 51 0 0,1-1 0 0 0,-1 0 0 0 0,0-1 0 0 0,0 0 0 0 0,1-1 0 0 0,0 1 0 0 0,13-1 0 0 0,-6-2 87 0 0,1 0 0 0 0,-1-1 0 0 0,0-1 0 0 0,0-1 0 0 0,0 0-1 0 0,0-1 1 0 0,-1-1 0 0 0,24-11 0 0 0,-26 8-50 0 0,1 0 0 0 0,-2 0 0 0 0,1-2 0 0 0,-1 0-1 0 0,-1 0 1 0 0,0-1 0 0 0,0-1 0 0 0,-1 0 0 0 0,-1 0 0 0 0,15-25 0 0 0,-15 20-55 0 0,-1 0 1 0 0,0-1 0 0 0,-1 0 0 0 0,-2 0 0 0 0,0 0 0 0 0,0-1-1 0 0,-2 0 1 0 0,3-31 0 0 0,-6 44-53 0 0,-1-1 0 0 0,0 0-1 0 0,0 1 1 0 0,-1-1 0 0 0,0 1 0 0 0,0-1 0 0 0,0 1-1 0 0,-1-1 1 0 0,0 1 0 0 0,-1 0 0 0 0,0 0 0 0 0,0 0-1 0 0,0 0 1 0 0,-1 0 0 0 0,0 1 0 0 0,0 0 0 0 0,0-1-1 0 0,-1 2 1 0 0,0-1 0 0 0,-1 0 0 0 0,1 1 0 0 0,-1 0-1 0 0,0 0 1 0 0,0 1 0 0 0,0 0 0 0 0,-1 0 0 0 0,0 0-1 0 0,1 1 1 0 0,-1 0 0 0 0,0 0 0 0 0,-1 1 0 0 0,1 0-1 0 0,0 0 1 0 0,-1 0 0 0 0,-11 0 0 0 0,3 1-293 0 0,0 0 1 0 0,0 1-1 0 0,-1 0 1 0 0,-28 6-1 0 0,38-5-97 0 0,0 1 0 0 0,0 0 0 0 0,0 0 0 0 0,0 0 0 0 0,1 1 0 0 0,-1 0 0 0 0,1 0 0 0 0,0 1 0 0 0,0 0 0 0 0,0 0 0 0 0,1 0 0 0 0,-1 1-1 0 0,-7 7 1 0 0,1 8-4471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08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61 24 0 0,'0'0'1314'0'0,"-12"-36"7220"0"0,12 34-8202 0 0,-1 0 24 0 0,1 1 1 0 0,-1-1-1 0 0,1 1 0 0 0,-1-1 1 0 0,0 0-1 0 0,0 1 1 0 0,1 0-1 0 0,-1-1 0 0 0,0 1 1 0 0,0-1-1 0 0,0 1 1 0 0,-1 0-1 0 0,-1-2 0 0 0,1 3-334 0 0,-1 0-1 0 0,1 1 1 0 0,-1-1-1 0 0,1 1 1 0 0,0 0-1 0 0,-1-1 1 0 0,1 1-1 0 0,0 0 0 0 0,-1 0 1 0 0,1 1-1 0 0,0-1 1 0 0,0 0-1 0 0,0 1 1 0 0,0-1-1 0 0,0 1 1 0 0,0 0-1 0 0,1 0 0 0 0,-1 0 1 0 0,0-1-1 0 0,1 2 1 0 0,0-1-1 0 0,-3 4 1 0 0,-5 9-36 0 0,-15 34 1 0 0,20-40 33 0 0,-11 23-11 0 0,3 1 1 0 0,-14 50-1 0 0,21-61 2 0 0,1 0 0 0 0,1 0 0 0 0,1 0-1 0 0,1 1 1 0 0,2 23 0 0 0,-1-37 4 0 0,2 1 0 0 0,-1-1 1 0 0,1 0-1 0 0,1 1 0 0 0,0-1 1 0 0,0 0-1 0 0,1 0 0 0 0,0-1 1 0 0,0 1-1 0 0,8 10 0 0 0,-9-15 8 0 0,0 0-1 0 0,0 0 0 0 0,1 0 1 0 0,0 0-1 0 0,0-1 0 0 0,0 0 1 0 0,0 1-1 0 0,0-1 0 0 0,0-1 1 0 0,1 1-1 0 0,0-1 0 0 0,-1 0 1 0 0,1 0-1 0 0,0 0 0 0 0,0 0 1 0 0,0-1-1 0 0,0 0 0 0 0,0 0 1 0 0,1 0-1 0 0,6-1 0 0 0,-1 0 137 0 0,1-2-1 0 0,-1 0 0 0 0,0 0 1 0 0,0-1-1 0 0,0 0 1 0 0,0-1-1 0 0,0 0 1 0 0,-1-1-1 0 0,1 0 0 0 0,-1 0 1 0 0,0-1-1 0 0,-1-1 1 0 0,0 0-1 0 0,0 0 1 0 0,0 0-1 0 0,-1-1 0 0 0,0-1 1 0 0,7-9-1 0 0,-4 4-76 0 0,0-1-1 0 0,0 0 1 0 0,-2-1-1 0 0,0 0 1 0 0,-1-1-1 0 0,0 0 1 0 0,-1 0-1 0 0,-1-1 1 0 0,-1 1-1 0 0,4-29 1 0 0,-7 38-67 0 0,-2-1 1 0 0,1 0-1 0 0,-1 0 0 0 0,0 1 1 0 0,-1-1-1 0 0,0 0 1 0 0,-1 1-1 0 0,0-1 1 0 0,0 1-1 0 0,0-1 1 0 0,-1 1-1 0 0,-7-12 1 0 0,7 14-57 0 0,-1 1 0 0 0,1-1 1 0 0,-1 1-1 0 0,-1 0 0 0 0,1 0 0 0 0,-1 1 1 0 0,0-1-1 0 0,0 1 0 0 0,0 0 0 0 0,0 0 1 0 0,-1 1-1 0 0,0 0 0 0 0,1 0 0 0 0,-1 0 1 0 0,0 0-1 0 0,-1 1 0 0 0,-8-2 0 0 0,-4 0-462 0 0,0 1 0 0 0,0 1 0 0 0,-1 1 0 0 0,1 1 0 0 0,-36 3 0 0 0,-98 25-4807 0 0,102-18 2176 0 0,-19 5-2784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2660 0 0,'21'-38'16944'0'0,"-17"32"-16673"0"0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5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1260 0 0,'0'3'2038'0'0,"-7"60"12596"0"0,7-56-13668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58 1112 0 0,'1'-3'1226'0'0,"1"0"0"0"0,-1 0 0 0 0,1 0 0 0 0,-1 0 0 0 0,0 0 0 0 0,0 0 0 0 0,0 0 0 0 0,-1 0-1 0 0,1-1 1 0 0,0-6 1472 0 0,-1 9-2212 0 0,0-1 0 0 0,0 1 0 0 0,0 0 1 0 0,-1-1-1 0 0,1 1 0 0 0,0 0 0 0 0,0 0 1 0 0,-1-1-1 0 0,1 1 0 0 0,-2-2 0 0 0,-1 5-408 0 0,-1 1-1 0 0,1 0 0 0 0,0 1 1 0 0,0-1-1 0 0,0 1 1 0 0,0-1-1 0 0,1 1 0 0 0,-1 0 1 0 0,1 0-1 0 0,0 0 1 0 0,-2 5-1 0 0,-18 53 161 0 0,18-47-185 0 0,-4 13 28 0 0,1 0 1 0 0,1 1-1 0 0,-3 50 0 0 0,8-58-43 0 0,1 0 1 0 0,0 0 0 0 0,2 0-1 0 0,1-1 1 0 0,9 40-1 0 0,-10-55-24 0 0,-1-1-1 0 0,1 1 0 0 0,0 0 0 0 0,0-1 1 0 0,0 0-1 0 0,1 1 0 0 0,0-1 0 0 0,0 0 1 0 0,0 0-1 0 0,0-1 0 0 0,0 1 1 0 0,1-1-1 0 0,-1 1 0 0 0,1-1 0 0 0,0 0 1 0 0,0 0-1 0 0,0-1 0 0 0,8 4 0 0 0,-6-4 5 0 0,0 0 0 0 0,1 0-1 0 0,-1-1 1 0 0,1 0 0 0 0,-1 0-1 0 0,1 0 1 0 0,-1-1 0 0 0,1 0-1 0 0,-1 0 1 0 0,1-1 0 0 0,-1 0-1 0 0,0 0 1 0 0,11-4 0 0 0,-4 1-4 0 0,0-2 0 0 0,0 1 0 0 0,-1-2 0 0 0,0 0 0 0 0,-1 0 0 0 0,1-1 1 0 0,-1 0-1 0 0,-1-1 0 0 0,0-1 0 0 0,0 1 0 0 0,-1-1 0 0 0,0-1 0 0 0,0 0 0 0 0,11-20 0 0 0,-10 13-26 0 0,1-1 0 0 0,-2-1 0 0 0,-1 0 0 0 0,0 0 0 0 0,-2 0 0 0 0,0-1 0 0 0,-1 0 0 0 0,4-37 0 0 0,-9 52 14 0 0,0 1 1 0 0,1-1 0 0 0,-2 1 0 0 0,1-1 0 0 0,-1 0-1 0 0,0 1 1 0 0,0-1 0 0 0,0 1 0 0 0,-1 0 0 0 0,0-1 0 0 0,0 1-1 0 0,0 0 1 0 0,0 0 0 0 0,-1 0 0 0 0,-5-7 0 0 0,4 7-10 0 0,-1 1 1 0 0,1 0-1 0 0,0 0 1 0 0,-1 1 0 0 0,0-1-1 0 0,0 1 1 0 0,0 0-1 0 0,-1 0 1 0 0,1 1-1 0 0,0-1 1 0 0,-1 1 0 0 0,0 1-1 0 0,1-1 1 0 0,-10-1-1 0 0,-3 1-312 0 0,0 0 0 0 0,1 1 0 0 0,-1 1 0 0 0,0 0 0 0 0,0 1-1 0 0,0 2 1 0 0,-22 4 0 0 0,13 0-1667 0 0,-26 10 0 0 0,-23 16-6850 0 0,57-24 2857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9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612 55 700 0 0,'6'-12'3193'0'0,"-5"-7"-23"0"0,0 7-244 0 0,-2 6-2205 0 0,1 6-677 0 0,1 0 0 0 0,-1 0 0 0 0,0 0 1 0 0,0 0-1 0 0,0 0 0 0 0,0 1 0 0 0,1-1 1 0 0,-1 0-1 0 0,0 0 0 0 0,0 0 0 0 0,0 0 0 0 0,1 0 1 0 0,-1 0-1 0 0,0 0 0 0 0,0 0 0 0 0,0 0 0 0 0,1 0 1 0 0,-1 0-1 0 0,0 0 0 0 0,0 0 0 0 0,1 0 0 0 0,-1 0 1 0 0,0 0-1 0 0,0 0 0 0 0,0 0 0 0 0,1 0 0 0 0,-1 0 1 0 0,0 0-1 0 0,0 0 0 0 0,0 0 0 0 0,1 0 1 0 0,-1-1-1 0 0,0 1 0 0 0,0 0 0 0 0,0 0 0 0 0,0 0 1 0 0,1 0-1 0 0,-1 0 0 0 0,0-1 0 0 0,0 1 0 0 0,0 0 1 0 0,0 0-1 0 0,0 0 0 0 0,0-1 0 0 0,0 1 0 0 0,1 0 1 0 0,-1 0-1 0 0,0 0 0 0 0,0-1 0 0 0,0 1 0 0 0,0 0 1 0 0,0 0-1 0 0,0 0 0 0 0,0-1 0 0 0,0 1 1 0 0,0 0-1 0 0,0 0 0 0 0,0 0 0 0 0,0-1 0 0 0,0 1 1 0 0,6 3 141 0 0,1 0 1 0 0,0-1 0 0 0,0 1-1 0 0,0-1 1 0 0,0-1 0 0 0,0 1-1 0 0,14 0 1 0 0,59 0 272 0 0,-57-3-368 0 0,338-4 477 0 0,-357 5-564 0 0,-1 0-1 0 0,1 1 1 0 0,0-1-1 0 0,-1 1 1 0 0,1 0-1 0 0,0-1 1 0 0,-1 2-1 0 0,1-1 1 0 0,-1 0-1 0 0,1 1 0 0 0,-1-1 1 0 0,0 1-1 0 0,0 0 1 0 0,1 0-1 0 0,3 4 1 0 0,-3-2 11 0 0,0 1 1 0 0,-1-1-1 0 0,0 0 1 0 0,0 1-1 0 0,0-1 0 0 0,0 1 1 0 0,-1 0-1 0 0,1 0 1 0 0,1 8-1 0 0,1 6 53 0 0,-1-1 0 0 0,-1 0 0 0 0,-1 1 0 0 0,0 36 0 0 0,-1 266 280 0 0,-2 306 46 0 0,12-137-112 0 0,24-2-16 0 0,-3-55 574 0 0,-7 46-103 0 0,19 271 329 0 0,-28-435 404 0 0,-16-289-1181 0 0,-1 0-1 0 0,-1 0 1 0 0,-8 34-1 0 0,7-45-254 0 0,0 0 0 0 0,1 0 0 0 0,0 17-1 0 0,-4 33-20 0 0,2-35-272 0 0,3-15 680 0 0,-1 1 0 0 0,0-1-1 0 0,-7 21 1 0 0,7-31-270 0 0,0 0 0 0 0,0 0-1 0 0,0 0 1 0 0,-1-1 0 0 0,0 1 0 0 0,0-1-1 0 0,0 0 1 0 0,0 0 0 0 0,-1 0 0 0 0,1 0-1 0 0,-1-1 1 0 0,0 1 0 0 0,0-1 0 0 0,-5 3-1 0 0,-10 5-9 0 0,-1-1 0 0 0,0-1-1 0 0,0-1 1 0 0,-1-1 0 0 0,0 0 0 0 0,-26 3-1 0 0,-133 14-508 0 0,172-23 312 0 0,-502 26-7467 0 0,170-26-2608 0 0,213-4 2670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70 464 0 0,'0'-50'13099'0'0,"-4"31"-6306"0"0,-1 27-6433 0 0,1 1 1 0 0,0-1-1 0 0,0 1 1 0 0,1 0-1 0 0,-4 18 1 0 0,0-2-89 0 0,-49 139 656 0 0,-3 8-848 0 0,29-55-4281 0 0,28-102 2139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6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2768 0 0,'62'-43'20804'0'0,"-61"43"-20632"0"0,0 0 1 0 0,0-1-1 0 0,0 1 0 0 0,0 0 1 0 0,0-1-1 0 0,-1 1 0 0 0,1-1 1 0 0,0 1-1 0 0,0-1 0 0 0,-1 1 1 0 0,1-1-1 0 0,0 1 0 0 0,0-1 1 0 0,-1 0-1 0 0,2-1 0 0 0,9-6-657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2716 0 0,'-21'13'8847'0'0,"1"-1"-1977"0"0,12-9-4827 0 0,39-20-9551 0 0,-25 14 4776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6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503 289 244 0 0,'-20'-21'10396'0'0,"10"13"-8317"0"0,7 6-1737 0 0,-1 0 1 0 0,1 0-1 0 0,-1 0 0 0 0,1 0 1 0 0,-1 1-1 0 0,0-1 0 0 0,0 1 1 0 0,0 0-1 0 0,0 0 0 0 0,0 1 1 0 0,0-1-1 0 0,-4 1 1 0 0,6 0-297 0 0,0 0 0 0 0,0 1 0 0 0,0-1 1 0 0,1 1-1 0 0,-1-1 0 0 0,0 1 1 0 0,1 0-1 0 0,-1 0 0 0 0,1 0 0 0 0,-1 0 1 0 0,1 0-1 0 0,-1 0 0 0 0,1 0 1 0 0,-3 2-1 0 0,-16 21 384 0 0,15-18-296 0 0,-11 14 11 0 0,2 1-1 0 0,0 0 0 0 0,1 1 0 0 0,1 0 0 0 0,1 1 1 0 0,1 0-1 0 0,1 1 0 0 0,1 0 0 0 0,1 1 0 0 0,-7 47 1 0 0,14-66-124 0 0,-1 0 1 0 0,1 1 0 0 0,1-1 0 0 0,-1 0 0 0 0,1 1 0 0 0,0-1 0 0 0,0 0 0 0 0,1 0 0 0 0,0 0 0 0 0,0 0-1 0 0,0 0 1 0 0,1 0 0 0 0,0 0 0 0 0,0-1 0 0 0,4 6 0 0 0,-3-7 0 0 0,-1 0-1 0 0,1-1 1 0 0,-1 1-1 0 0,1-1 1 0 0,0 0-1 0 0,0 0 1 0 0,0 0-1 0 0,1-1 1 0 0,-1 1-1 0 0,1-1 1 0 0,-1 0 0 0 0,1 0-1 0 0,0-1 1 0 0,0 0-1 0 0,0 1 1 0 0,0-1-1 0 0,0-1 1 0 0,0 1-1 0 0,7-1 1 0 0,5-1 13 0 0,1-1 0 0 0,-1 0 0 0 0,0-1 0 0 0,0-1 0 0 0,0-1 1 0 0,-1 0-1 0 0,0-2 0 0 0,0 1 0 0 0,0-2 0 0 0,-1 0 0 0 0,0-1 0 0 0,0 0 0 0 0,19-18 0 0 0,-13 9 21 0 0,0-1 0 0 0,-2-1 0 0 0,0 0-1 0 0,-1-2 1 0 0,-2 0 0 0 0,0-1 0 0 0,21-41-1 0 0,-29 49 61 0 0,-1-1 0 0 0,-1 1 0 0 0,-1-1 0 0 0,0 0 0 0 0,-1-1 0 0 0,0 1 0 0 0,-2-1 0 0 0,2-28 0 0 0,-4 36-75 0 0,-1 0-1 0 0,0 0 1 0 0,0 0 0 0 0,-1 0-1 0 0,0 0 1 0 0,0 0 0 0 0,-1 1-1 0 0,0-1 1 0 0,0 1-1 0 0,-1-1 1 0 0,-1 1 0 0 0,1 1-1 0 0,-1-1 1 0 0,0 0-1 0 0,-1 1 1 0 0,0 0 0 0 0,-10-9-1 0 0,2 5-49 0 0,0 1 0 0 0,0 0 0 0 0,-1 1 0 0 0,0 1 0 0 0,-1 0 0 0 0,0 1 0 0 0,0 1-1 0 0,0 0 1 0 0,-1 1 0 0 0,0 1 0 0 0,1 1 0 0 0,-2 0 0 0 0,-19 0 0 0 0,7 2-520 0 0,0 1 0 0 0,0 2 0 0 0,1 0 1 0 0,-1 2-1 0 0,0 2 0 0 0,-51 15 0 0 0,44-7-1542 0 0,-48 24 0 0 0,8 5-4186 0 0,27-13-619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67 772 0 0,'2'-16'4603'0'0,"9"-24"3491"0"0,-10 29-4323 0 0,-5 17-3704 0 0,1 0-1 0 0,0-1 0 0 0,0 1 1 0 0,1 0-1 0 0,0 0 0 0 0,0 0 1 0 0,0 1-1 0 0,1-1 0 0 0,0 0 1 0 0,0 1-1 0 0,0-1 0 0 0,1 1 1 0 0,0 7-1 0 0,1-10-60 0 0,-1-1 1 0 0,1 0-1 0 0,-1 1 0 0 0,1-1 0 0 0,0 0 0 0 0,1 1 0 0 0,-1-1 1 0 0,0 0-1 0 0,1 0 0 0 0,0 0 0 0 0,-1 0 0 0 0,1 0 1 0 0,1-1-1 0 0,-1 1 0 0 0,0-1 0 0 0,1 1 0 0 0,-1-1 0 0 0,1 0 1 0 0,-1 0-1 0 0,1 0 0 0 0,0 0 0 0 0,0 0 0 0 0,0 0 1 0 0,0-1-1 0 0,0 0 0 0 0,1 0 0 0 0,2 1 0 0 0,31 8 62 0 0,-15-5 43 0 0,-1 1 0 0 0,1 1 0 0 0,-1 1 0 0 0,28 15 0 0 0,-48-22-16 0 0,1 0 0 0 0,0 0 0 0 0,-1 0 0 0 0,1 1 0 0 0,-1-1 0 0 0,0 0 0 0 0,1 1 0 0 0,-1-1 0 0 0,0 1 0 0 0,0-1 0 0 0,0 1 0 0 0,0 0 0 0 0,0 0 0 0 0,0-1 0 0 0,0 1 0 0 0,0 0 0 0 0,-1 0 0 0 0,1 0 0 0 0,-1 0 0 0 0,1 2 0 0 0,-1-1 23 0 0,0 0 1 0 0,0 1 0 0 0,-1-1 0 0 0,1 0 0 0 0,-1 1-1 0 0,0-1 1 0 0,0 0 0 0 0,0 0 0 0 0,0 0 0 0 0,-3 5-1 0 0,-2 3 95 0 0,-1 0-1 0 0,-1-1 0 0 0,1 0 0 0 0,-17 16 0 0 0,14-16-145 0 0,-1-1 0 0 0,0 0 0 0 0,-1-1 1 0 0,0 0-1 0 0,-21 11 0 0 0,24-15-427 0 0,0-1 0 0 0,0 1 0 0 0,-16 2 0 0 0,19-5-352 0 0,0 0-1 0 0,0 0 0 0 0,0-1 0 0 0,0 0 0 0 0,0 0 1 0 0,-9-2-1 0 0,12 2 183 0 0,1-1 1 0 0,-1 0-1 0 0,1 0 1 0 0,-1 0-1 0 0,1 0 1 0 0,0 0-1 0 0,0-1 1 0 0,-1 1-1 0 0,1-1 1 0 0,0 1-1 0 0,0-1 1 0 0,0 0-1 0 0,1 0 1 0 0,-1 0-1 0 0,0 0 1 0 0,-1-3-1 0 0,-6-8-5365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8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1580 0 0,'3'-9'1894'0'0,"0"0"0"0"0,1 0 0 0 0,8-15 0 0 0,-7 17-1045 0 0,0-1 0 0 0,0 1 1 0 0,12-12-1 0 0,-7 10-528 0 0,1 0 0 0 0,0 1-1 0 0,0 0 1 0 0,1 0 0 0 0,22-10 0 0 0,-16 10-221 0 0,0 1 1 0 0,0 0-1 0 0,1 1 1 0 0,32-5-1 0 0,-38 9-625 0 0,-1 1-1 0 0,1 0 1 0 0,14 2-1 0 0,-17 0-738 0 0,-1 0 0 0 0,1 1 0 0 0,-1 0 0 0 0,16 6-1 0 0,-7-2-2888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9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 1812 0 0,'6'23'11090'0'0,"-8"-3"-6377"0"0,0-14-4194 0 0,-1 0-1 0 0,1-1 0 0 0,-1 1 1 0 0,0-1-1 0 0,-5 7 0 0 0,-124 210 5363 0 0,95-153-5378 0 0,-67 124 15 0 0,72-127-2979 0 0,2 0-3743 0 0,23-47 2622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9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94 3116 0 0,'12'-28'8156'0'0,"2"6"-3398"0"0,-10 18-4441 0 0,0 0 0 0 0,0 1 1 0 0,1-1-1 0 0,-1 1 0 0 0,1 0 0 0 0,0 0 1 0 0,0 0-1 0 0,0 0 0 0 0,0 1 1 0 0,0 0-1 0 0,1 0 0 0 0,8-1 1 0 0,-7 1-212 0 0,1 1 1 0 0,-1 0 0 0 0,1 1-1 0 0,-1-1 1 0 0,1 1 0 0 0,-1 1-1 0 0,13 2 1 0 0,-17-3-91 0 0,0 0 0 0 0,-1 1 0 0 0,1-1 0 0 0,-1 1 0 0 0,1 0 0 0 0,-1 0 0 0 0,1 0 0 0 0,-1 0 0 0 0,0 0 0 0 0,1 1 0 0 0,-1-1 1 0 0,0 1-1 0 0,0-1 0 0 0,0 1 0 0 0,0 0 0 0 0,0 0 0 0 0,0 0 0 0 0,0 0 0 0 0,-1 0 0 0 0,1 0 0 0 0,-1 0 0 0 0,0 0 0 0 0,1 1 0 0 0,-1-1 0 0 0,0 1 0 0 0,0 2 0 0 0,0 1 8 0 0,-1 0 1 0 0,0 0-1 0 0,-1 0 0 0 0,1 0 0 0 0,-1-1 0 0 0,-1 1 1 0 0,1 0-1 0 0,-1 0 0 0 0,0-1 0 0 0,0 1 0 0 0,0-1 0 0 0,-1 0 1 0 0,0 1-1 0 0,-6 7 0 0 0,-6 8 52 0 0,-34 36-1 0 0,46-54-65 0 0,-64 66 326 0 0,65-67-302 0 0,27-7-214 0 0,-16 5 145 0 0,-1-1 1 0 0,1 1 0 0 0,-1 1-1 0 0,0 0 1 0 0,1 0 0 0 0,-1 0-1 0 0,0 1 1 0 0,0 1 0 0 0,12 4-1 0 0,-14-5 117 0 0,-1 0 0 0 0,0 1 0 0 0,0 0 0 0 0,0 0-1 0 0,-1 0 1 0 0,1 0 0 0 0,-1 1 0 0 0,1-1 0 0 0,-1 1-1 0 0,0 1 1 0 0,-1-1 0 0 0,1 0 0 0 0,-1 1 0 0 0,0 0-1 0 0,3 5 1 0 0,-5-8 86 0 0,0 0 1 0 0,0 0-1 0 0,-1 0 0 0 0,1 1 1 0 0,-1-1-1 0 0,1 0 0 0 0,-1 1 1 0 0,0-1-1 0 0,0 0 0 0 0,0 1 1 0 0,0-1-1 0 0,0 1 0 0 0,0-1 1 0 0,-1 0-1 0 0,1 1 0 0 0,-1-1 1 0 0,-1 3-1 0 0,0-1 21 0 0,0 0 0 0 0,0-1 0 0 0,0 0 0 0 0,-1 1 0 0 0,1-1 0 0 0,-1 0 0 0 0,0 0 0 0 0,0 0 0 0 0,-4 3 0 0 0,-5 2 101 0 0,1-1 0 0 0,-1-1-1 0 0,0 1 1 0 0,0-2-1 0 0,-15 5 1 0 0,9-4-131 0 0,0-1 1 0 0,-1-1-1 0 0,0-1 0 0 0,0 0 0 0 0,-21-1 1 0 0,30-1-452 0 0,0-1 1 0 0,-1-1-1 0 0,1 0 1 0 0,0 0-1 0 0,0-1 1 0 0,0-1-1 0 0,0 1 1 0 0,0-2-1 0 0,0 1 1 0 0,1-1-1 0 0,-10-6 1 0 0,17 8-31 0 0,0 1 0 0 0,0-1 0 0 0,0 1 0 0 0,0-1 0 0 0,0 0 0 0 0,1 0 0 0 0,-1 1 0 0 0,1-1 0 0 0,-1-1 0 0 0,1 1 0 0 0,0 0 0 0 0,0 0 0 0 0,-1 0 0 0 0,2-1 0 0 0,-1 1 1 0 0,0 0-1 0 0,0-1 0 0 0,1 1 0 0 0,0-1 0 0 0,-1 1 0 0 0,1-6 0 0 0,0 2-914 0 0,1 0-1 0 0,0 0 1 0 0,0 0 0 0 0,1 0 0 0 0,-1 0-1 0 0,1 0 1 0 0,0 0 0 0 0,4-6 0 0 0,6-11-5387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9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1740 0 0,'26'-31'22029'0'0,"-14"19"-21986"0"0,-10 48-13976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19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36 0 0,'-13'27'11026'0'0,"2"-3"-4132"0"0,6-9-4897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92 268 0 0,'-1'-3'649'0'0,"0"-1"0"0"0,0 1 0 0 0,-1 0 0 0 0,1 0 1 0 0,-1 0-1 0 0,0 0 0 0 0,0 1 0 0 0,0-1 0 0 0,0 0 0 0 0,0 1 0 0 0,0-1 0 0 0,-1 1 0 0 0,1 0 0 0 0,-1 0 1 0 0,-3-3-1 0 0,4 5-569 0 0,1 0 0 0 0,0 0 0 0 0,-1 0 0 0 0,1 0 0 0 0,0 0 0 0 0,-1 1 0 0 0,1-1 0 0 0,0 0 0 0 0,-1 0 0 0 0,1 1 0 0 0,0-1 0 0 0,0 1 0 0 0,-1-1 0 0 0,1 1 0 0 0,0 0 0 0 0,0-1 0 0 0,0 1 0 0 0,0 0 0 0 0,0 0 0 0 0,0 0 0 0 0,-2 2 0 0 0,1-2-46 0 0,-6 6 163 0 0,1 0 0 0 0,-1 0-1 0 0,1 1 1 0 0,1 0 0 0 0,-1 1 0 0 0,1-1 0 0 0,1 1 0 0 0,-6 11 0 0 0,-30 81 618 0 0,28-67-603 0 0,2-3-57 0 0,1 0 0 0 0,-9 49-1 0 0,17-64-120 0 0,0-1 0 0 0,0 0-1 0 0,2 1 1 0 0,0-1 0 0 0,1 1 0 0 0,0-1 0 0 0,6 24-1 0 0,-7-35-23 0 0,2 0-1 0 0,-1 0 0 0 0,0 0 0 0 0,1 0 0 0 0,0 0 0 0 0,0-1 1 0 0,0 1-1 0 0,0-1 0 0 0,1 1 0 0 0,-1-1 0 0 0,1 0 1 0 0,0 1-1 0 0,0-1 0 0 0,0-1 0 0 0,0 1 0 0 0,0 0 0 0 0,8 3 1 0 0,-6-4 32 0 0,0 0 1 0 0,0 0 0 0 0,1 0-1 0 0,-1-1 1 0 0,1 0 0 0 0,-1 0-1 0 0,1 0 1 0 0,0-1 0 0 0,-1 0-1 0 0,1 0 1 0 0,10-2 0 0 0,-1-1 96 0 0,0-1 0 0 0,0 0 1 0 0,-1-1-1 0 0,1 0 0 0 0,-1-1 0 0 0,-1-1 1 0 0,1 0-1 0 0,-1-1 0 0 0,12-10 1 0 0,-7 3-58 0 0,-1 0 1 0 0,-1-2 0 0 0,0 0 0 0 0,-1-1 0 0 0,-1 0-1 0 0,-1-1 1 0 0,-1-1 0 0 0,0 0 0 0 0,-2 0 0 0 0,0-1-1 0 0,-1 0 1 0 0,-1-1 0 0 0,-2 0 0 0 0,0-1 0 0 0,5-33-1 0 0,-10 47-66 0 0,-1 1-1 0 0,0 0 0 0 0,0-1 1 0 0,0 1-1 0 0,-1-1 0 0 0,0 1 0 0 0,-1 0 1 0 0,0 0-1 0 0,0 0 0 0 0,-1 0 0 0 0,0 0 1 0 0,0 0-1 0 0,-1 0 0 0 0,0 1 1 0 0,0 0-1 0 0,-1 0 0 0 0,0 0 0 0 0,0 0 1 0 0,-1 1-1 0 0,0 0 0 0 0,0 0 0 0 0,0 1 1 0 0,0-1-1 0 0,-1 1 0 0 0,0 1 1 0 0,0-1-1 0 0,-1 1 0 0 0,1 0 0 0 0,-1 1 1 0 0,0 0-1 0 0,-12-3 0 0 0,1 1-178 0 0,-1 1 0 0 0,0 1 1 0 0,0 1-1 0 0,0 0 0 0 0,0 2 0 0 0,0 0 0 0 0,0 1 0 0 0,0 1 0 0 0,-22 6 0 0 0,-67 21-2840 0 0,4 10-3343 0 0,51-19-137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2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 2084 0 0,'-19'-5'6081'0'0,"11"3"-4242"0"0,5 1-1206 0 0,-2-2 294 0 0,16 0-221 0 0,135-2 45 0 0,-32 2-3400 0 0,-88 3-2442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0 1668 0 0,'-3'1'1574'0'0,"-5"1"-960"0"0,1 0 0 0 0,0 1 1 0 0,-1 0-1 0 0,1 0 0 0 0,1 1 1 0 0,-1 0-1 0 0,0 0 0 0 0,1 0 1 0 0,0 1-1 0 0,-8 7 0 0 0,7-5-392 0 0,1 1 0 0 0,0-1 1 0 0,0 1-1 0 0,1 0 0 0 0,0 1 0 0 0,0-1 0 0 0,1 1 0 0 0,-4 13 0 0 0,5-15-161 0 0,0 1-1 0 0,1 0 1 0 0,1 0-1 0 0,-1 0 0 0 0,1 0 1 0 0,1 0-1 0 0,-1 0 0 0 0,2 12 1 0 0,-1-16-40 0 0,1 0 0 0 0,0 0 0 0 0,0-1 0 0 0,0 1 0 0 0,0 0 0 0 0,1 0 0 0 0,-1-1 0 0 0,1 1 0 0 0,0-1 0 0 0,0 0 0 0 0,0 1 0 0 0,1-1 0 0 0,-1 0 0 0 0,1 0 0 0 0,0 0 0 0 0,0-1 0 0 0,0 1 0 0 0,4 3 0 0 0,-1-5 59 0 0,-1 1 1 0 0,0-1 0 0 0,1 0 0 0 0,-1 0 0 0 0,1 0 0 0 0,-1-1-1 0 0,1 0 1 0 0,0 0 0 0 0,-1 0 0 0 0,8-2 0 0 0,-2 1 11 0 0,8 0 98 0 0,-1 0-111 0 0,1 0 1 0 0,-1 1 0 0 0,35 5-1 0 0,-47-4-44 0 0,-1 0-1 0 0,0 0 0 0 0,0 1 0 0 0,0 0 0 0 0,0 0 1 0 0,0 0-1 0 0,0 1 0 0 0,0 0 0 0 0,-1 0 0 0 0,1 0 1 0 0,-1 0-1 0 0,0 1 0 0 0,0 0 0 0 0,0-1 0 0 0,-1 2 1 0 0,1-1-1 0 0,4 8 0 0 0,-4-5 142 0 0,0-1 0 0 0,-1 1 0 0 0,0 0 0 0 0,-1 0 0 0 0,1 0 0 0 0,-1 1-1 0 0,-1-1 1 0 0,1 1 0 0 0,-1-1 0 0 0,-1 1 0 0 0,1-1 0 0 0,-1 1 0 0 0,-1-1 0 0 0,1 1 0 0 0,-1 0 0 0 0,0-1 0 0 0,-1 0 0 0 0,0 1 0 0 0,0-1-1 0 0,-1 0 1 0 0,0 0 0 0 0,0 0 0 0 0,0 0 0 0 0,-1-1 0 0 0,-8 11 0 0 0,4-6-20 0 0,0-1 0 0 0,-1 0-1 0 0,0 0 1 0 0,-1-1 0 0 0,0 0 0 0 0,0-1 0 0 0,-1 0-1 0 0,0-1 1 0 0,0 0 0 0 0,-1-1 0 0 0,0 0 0 0 0,0 0-1 0 0,-23 6 1 0 0,31-11-217 0 0,1-1-1 0 0,0 1 1 0 0,0 0-1 0 0,0-1 0 0 0,-1 0 1 0 0,1 0-1 0 0,0 0 1 0 0,0 0-1 0 0,-1-1 1 0 0,1 1-1 0 0,0-1 0 0 0,0 0 1 0 0,0 1-1 0 0,0-2 1 0 0,0 1-1 0 0,0 0 1 0 0,0-1-1 0 0,0 1 0 0 0,0-1 1 0 0,1 0-1 0 0,-1 0 1 0 0,0 0-1 0 0,1 0 1 0 0,0 0-1 0 0,-1 0 0 0 0,1-1 1 0 0,-2-3-1 0 0,2 3-350 0 0,0-1-1 0 0,0 1 1 0 0,0-1-1 0 0,1 0 1 0 0,-1 0-1 0 0,1 0 0 0 0,0 0 1 0 0,0 0-1 0 0,0 0 1 0 0,1 0-1 0 0,-1 0 1 0 0,1 0-1 0 0,0 0 1 0 0,0 0-1 0 0,1-1 0 0 0,-1 1 1 0 0,1 0-1 0 0,0 0 1 0 0,0 0-1 0 0,2-4 1 0 0,5-10-3284 0 0,4-1-1618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3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2732 0 0,'3'0'3747'0'0,"3"0"-3325"0"0,16-1 9293 0 0,-19 1-9305 0 0,-1 0-403 0 0,0 0 0 0 0,-1 0 0 0 0,1 0 0 0 0,0 0 0 0 0,0 0 0 0 0,-1 1 1 0 0,1-1-1 0 0,0 1 0 0 0,-1-1 0 0 0,3 2 0 0 0,2 6-2740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3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1588 0 0,'-6'14'5569'0'0,"-10"22"2821"0"0,17-33-8129 0 0,-1-3-253 0 0,0 0 0 0 0,-1 0 0 0 0,1 1 0 0 0,0-1 0 0 0,0 0 0 0 0,0 0 0 0 0,0 1 0 0 0,0-1 0 0 0,0 0 0 0 0,0 0 0 0 0,0 0 0 0 0,0 1 0 0 0,0-1 0 0 0,0 0 0 0 0,0 0 0 0 0,1 0-1 0 0,-1 1 1 0 0,0-1 0 0 0,0 0 0 0 0,0 0 0 0 0,0 0 0 0 0,0 1 0 0 0,0-1 0 0 0,0 0 0 0 0,0 0 0 0 0,1 0 0 0 0,-1 0 0 0 0,0 0 0 0 0,0 1 0 0 0,0-1 0 0 0,0 0 0 0 0,1 0 0 0 0,-1 0 0 0 0,0 0 0 0 0,0 0-1 0 0,0 0 1 0 0,1 0 0 0 0,-1 1 0 0 0,0-1 0 0 0,0 0 0 0 0,1 0 0 0 0,6-2-549 0 0,0 0 0 0 0,0 0-1 0 0,0-1 1 0 0,10-4 0 0 0,12-12-6049 0 0,-19 10 2148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70 2380 0 0,'-2'-1'2002'0'0,"-54"-21"7019"0"0,26 10-6775 0 0,25 11-2054 0 0,0 0-1 0 0,-1 0 1 0 0,1 1-1 0 0,0-1 1 0 0,-1 1-1 0 0,1 0 1 0 0,0 1-1 0 0,-1-1 1 0 0,1 1-1 0 0,0 0 0 0 0,0 0 1 0 0,-7 3-1 0 0,2 2-73 0 0,0-1 0 0 0,0 2 0 0 0,1-1 0 0 0,-1 1 0 0 0,2 1 0 0 0,-1-1 0 0 0,1 2-1 0 0,0-1 1 0 0,1 1 0 0 0,0 0 0 0 0,-7 12 0 0 0,-1 3 35 0 0,1 1-1 0 0,2 0 1 0 0,-14 38 0 0 0,19-43-105 0 0,1 0-1 0 0,1 0 1 0 0,1 1 0 0 0,0-1-1 0 0,0 27 1 0 0,4-39-21 0 0,0-1 0 0 0,1 1 0 0 0,0-1 1 0 0,0 1-1 0 0,0-1 0 0 0,1 1 0 0 0,5 12 0 0 0,-5-16 13 0 0,0 0 0 0 0,0 0 0 0 0,1 0 0 0 0,-1 0 0 0 0,1-1 0 0 0,0 1 0 0 0,0-1 0 0 0,0 0 1 0 0,1 0-1 0 0,-1 0 0 0 0,1 0 0 0 0,-1 0 0 0 0,1-1 0 0 0,5 3 0 0 0,-3-3 64 0 0,1 0 0 0 0,0 0 0 0 0,-1 0 0 0 0,1-1 0 0 0,0 0 0 0 0,0 0 0 0 0,0 0 0 0 0,0-1 0 0 0,0 0 0 0 0,0-1 0 0 0,0 0 0 0 0,0 0 0 0 0,0 0 1 0 0,0-1-1 0 0,8-3 0 0 0,0 0 145 0 0,0-1 0 0 0,-1 0 0 0 0,0-1 1 0 0,0-1-1 0 0,22-16 0 0 0,-21 12-117 0 0,-2-1-1 0 0,0 0 1 0 0,0 0 0 0 0,-1-2-1 0 0,-1 1 1 0 0,0-1 0 0 0,-1-1-1 0 0,-1 0 1 0 0,9-20-1 0 0,-12 22-105 0 0,0-1 0 0 0,-1 1 1 0 0,-1-1-1 0 0,0 0 0 0 0,-1 0 0 0 0,-1-1 0 0 0,0 1 0 0 0,-1-1 0 0 0,0 1 0 0 0,-2-1 0 0 0,-2-21 0 0 0,2 31-38 0 0,0 0-1 0 0,-1 0 1 0 0,0 0-1 0 0,0 0 1 0 0,0 0 0 0 0,-1 0-1 0 0,1 1 1 0 0,-1-1-1 0 0,-1 1 1 0 0,1 0 0 0 0,-1 0-1 0 0,0 0 1 0 0,0 0-1 0 0,0 1 1 0 0,-1 0-1 0 0,0-1 1 0 0,-9-5 0 0 0,5 5-145 0 0,0 1 1 0 0,0 0-1 0 0,0 1 1 0 0,0 0 0 0 0,0 0-1 0 0,-1 1 1 0 0,1 0-1 0 0,-1 1 1 0 0,1 0 0 0 0,-1 0-1 0 0,-10 2 1 0 0,-12 0-765 0 0,0 3-1 0 0,0 0 1 0 0,1 2 0 0 0,-51 17-1 0 0,-118 55-6405 0 0,158-60 4878 0 0,-57 24-4721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66 1484 0 0,'0'0'1695'0'0,"3"-25"5686"0"0,0 14-5735 0 0,3-18 6032 0 0,1 75-6559 0 0,-6-1-530 0 0,-2 0 0 0 0,-7 51 0 0 0,-22 89-240 0 0,14-92-178 0 0,5-40-1280 0 0,10-51 287 0 0,1 5-1295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3120 0 0,'27'-34'17380'0'0,"-12"20"-14121"0"0,-8 33-10914 0 0,-7-14 6437 0 0,0 1 0 0 0,-1-1 0 0 0,1 0-1 0 0,-1 0 1 0 0,-2 8 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9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2512 0 0,'-1'2'2162'0'0,"-10"44"10630"0"0,9-28-8750 0 0,0-4-6011 0 0,3-14 1787 0 0,-1 1 0 0 0,1-1 1 0 0,-1 0-1 0 0,1 1 0 0 0,-1-1 1 0 0,1 0-1 0 0,-1 0 0 0 0,1 0 0 0 0,-1 0 1 0 0,1 1-1 0 0,0-1 0 0 0,-1 0 1 0 0,1 0-1 0 0,-1 0 0 0 0,1 0 1 0 0,-1 0-1 0 0,1 0 0 0 0,-1 0 1 0 0,1-1-1 0 0,0 1 0 0 0,-1 0 0 0 0,1 0 1 0 0,-1 0-1 0 0,1 0 0 0 0,-1-1 1 0 0,1 1-1 0 0,-1 0 0 0 0,1-1 1 0 0,0 1-1 0 0,10-5-4465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2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220 108 1632 0 0,'-3'-6'1268'0'0,"1"-1"-1"0"0,-2 1 0 0 0,1 0 1 0 0,-1 0-1 0 0,0 1 1 0 0,0-1-1 0 0,-7-7 1 0 0,9 11-1168 0 0,1 1 1 0 0,-1-1 0 0 0,0 1-1 0 0,1 0 1 0 0,-1 0 0 0 0,0-1-1 0 0,0 1 1 0 0,0 0 0 0 0,0 1-1 0 0,0-1 1 0 0,0 0 0 0 0,0 1-1 0 0,0-1 1 0 0,0 1 0 0 0,0-1 0 0 0,0 1-1 0 0,0 0 1 0 0,0 0 0 0 0,0 0-1 0 0,0 0 1 0 0,-1 0 0 0 0,1 0-1 0 0,0 1 1 0 0,0-1 0 0 0,0 1-1 0 0,0 0 1 0 0,0-1 0 0 0,0 1-1 0 0,-2 1 1 0 0,-2 3 5 0 0,0-1 1 0 0,0 1-1 0 0,0 0 0 0 0,1 0 0 0 0,0 0 0 0 0,0 1 1 0 0,0 0-1 0 0,1 0 0 0 0,0 0 0 0 0,0 0 1 0 0,-6 14-1 0 0,-1 5 235 0 0,-14 48 1 0 0,19-52-275 0 0,1 0 0 0 0,1 1 0 0 0,1-1 1 0 0,1 1-1 0 0,1 0 0 0 0,2 29 1 0 0,0-41-3 0 0,0-1 1 0 0,1 0-1 0 0,0 0 1 0 0,0 0-1 0 0,1 0 1 0 0,0 0 0 0 0,8 14-1 0 0,-8-18 43 0 0,0-1 0 0 0,0 1 0 0 0,1 0 0 0 0,0-1 1 0 0,0 0-1 0 0,0 0 0 0 0,0 0 0 0 0,1 0 0 0 0,-1-1 0 0 0,1 0 0 0 0,0 0 0 0 0,0 0 0 0 0,8 3 0 0 0,-6-3 39 0 0,0-1-1 0 0,0-1 0 0 0,0 1 1 0 0,0-1-1 0 0,1 0 0 0 0,-1-1 0 0 0,0 0 1 0 0,1 0-1 0 0,-1 0 0 0 0,1-1 0 0 0,-1 0 1 0 0,0-1-1 0 0,0 0 0 0 0,0 0 1 0 0,0 0-1 0 0,0-1 0 0 0,0 0 0 0 0,0 0 1 0 0,6-5-1 0 0,-3 2-20 0 0,-1 0 1 0 0,-1 0 0 0 0,1-1-1 0 0,-1 0 1 0 0,0 0-1 0 0,0-1 1 0 0,-1 0 0 0 0,0-1-1 0 0,-1 0 1 0 0,0 0-1 0 0,0 0 1 0 0,5-14 0 0 0,-6 12-94 0 0,-1 0 1 0 0,-1 0-1 0 0,0-1 1 0 0,-1 0-1 0 0,0 1 1 0 0,-1-1-1 0 0,0 0 1 0 0,-1 0-1 0 0,0 0 1 0 0,-1 0-1 0 0,0 0 1 0 0,-1 0 0 0 0,0 1-1 0 0,-1-1 1 0 0,-5-13-1 0 0,3 12-291 0 0,-1 0 0 0 0,0 0 1 0 0,-1 1-1 0 0,0 0 0 0 0,-1 0 0 0 0,-1 1 0 0 0,0 0 0 0 0,0 0 0 0 0,-1 1 1 0 0,0 0-1 0 0,-1 1 0 0 0,-18-12 0 0 0,-23-12-4523 0 0,17 11-3709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49:3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810 83 1204 0 0,'1'-3'1152'0'0,"15"-37"4504"0"0,-16 38-5013 0 0,4-7 1192 0 0,-4 8-1512 0 0,0 0 0 0 0,0 0 0 0 0,0-1 0 0 0,1 1 1 0 0,-1 0-1 0 0,0 0 0 0 0,1 0 0 0 0,-1 0 0 0 0,0 1 0 0 0,1-1 0 0 0,-1 0 0 0 0,1 0 0 0 0,0 0 0 0 0,-1 0 0 0 0,1 0 1 0 0,0 1-1 0 0,-1-1 0 0 0,2-1 0 0 0,92 2 1374 0 0,75-6-721 0 0,-166 6-958 0 0,0 0-4 0 0,2-1-11 0 0,-2 0-3 0 0,0 1 0 0 0,-1-1 0 0 0,1 1 0 0 0,0 0 0 0 0,0 0 0 0 0,-1 0 0 0 0,1 0 0 0 0,0 0 0 0 0,0 1 0 0 0,-1-1 0 0 0,1 1 0 0 0,0 0 0 0 0,-1 0 0 0 0,1 0 0 0 0,3 2 0 0 0,-2-3-3 0 0,0 1-1 0 0,10 12 9 0 0,-9-7 8 0 0,0 1 0 0 0,0 0-1 0 0,0 0 1 0 0,-1 0 0 0 0,0 1-1 0 0,0-1 1 0 0,-1 1 0 0 0,0 0 0 0 0,0 0-1 0 0,1 10 1 0 0,3 14 285 0 0,3 40-1 0 0,-9-59-204 0 0,5 58 355 0 0,-4 0 1 0 0,-8 94-1 0 0,-31 142 107 0 0,24-214-427 0 0,-65 411 246 0 0,36-245-216 0 0,-50 543 815 0 0,63-504-56 0 0,-27 368-56 0 0,21 20 1106 0 0,13-511 1494 0 0,21-168-3277 0 0,-1 14 187 0 0,0-10-109 0 0,0-1 0 0 0,0 1 0 0 0,0-1 0 0 0,-9 20 0 0 0,8-20-262 0 0,-1-1 0 0 0,-3 0 0 0 0,-7-2 0 0 0,-14 0 0 0 0,-1-2 0 0 0,-1 0 0 0 0,1-2 0 0 0,-31-1 0 0 0,23-1 0 0 0,-108 6-3129 0 0,-193 19-13457 0 0,241-16 5938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1:0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66 232 0 0,'-11'-16'228'0'0,"-1"1"-176"0"0,7 0-224 0 0,-7-4 48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3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0 844 0 0,'0'0'1304'0'0,"0"1"-1135"0"0,-1-1 1 0 0,0 0 0 0 0,0 0 0 0 0,1 1 0 0 0,-1-1 0 0 0,0 0 0 0 0,0 1 0 0 0,1-1-1 0 0,-1 1 1 0 0,1-1 0 0 0,-1 1 0 0 0,0-1 0 0 0,1 1 0 0 0,-2 1 0 0 0,-6 32 820 0 0,1 0 1 0 0,-2 41 0 0 0,8-61-973 0 0,1 0 0 0 0,0 0 1 0 0,1 0-1 0 0,0 0 0 0 0,1 0 1 0 0,1 0-1 0 0,0 0 0 0 0,8 19 1 0 0,-10-31-14 0 0,0 0 1 0 0,-1 0-1 0 0,1-1 1 0 0,0 1-1 0 0,0 0 1 0 0,0 0-1 0 0,1-1 1 0 0,-1 1-1 0 0,0-1 1 0 0,1 1-1 0 0,-1-1 1 0 0,1 1-1 0 0,-1-1 1 0 0,1 0-1 0 0,0 0 1 0 0,-1 0-1 0 0,1 0 1 0 0,0 0-1 0 0,0 0 1 0 0,0 0-1 0 0,0-1 1 0 0,0 1 0 0 0,0-1-1 0 0,0 1 1 0 0,0-1-1 0 0,0 0 1 0 0,0 0-1 0 0,0 1 1 0 0,0-2-1 0 0,0 1 1 0 0,0 0-1 0 0,0 0 1 0 0,0-1-1 0 0,0 1 1 0 0,0-1-1 0 0,0 1 1 0 0,0-1-1 0 0,-1 0 1 0 0,5-2-1 0 0,0 0 11 0 0,1-1 0 0 0,0 0-1 0 0,-1 0 1 0 0,0-1 0 0 0,0 0-1 0 0,0 0 1 0 0,-1 0 0 0 0,1-1-1 0 0,6-9 1 0 0,6-14 845 0 0,27-59 0 0 0,-23 40 1790 0 0,-22 47-2613 0 0,1 1-1 0 0,-1-1 1 0 0,0 1-1 0 0,0-1 1 0 0,0 0-1 0 0,1 1 0 0 0,-1-1 1 0 0,0 1-1 0 0,1-1 1 0 0,-1 1-1 0 0,0-1 1 0 0,1 1-1 0 0,-1-1 1 0 0,1 1-1 0 0,-1-1 1 0 0,1 1-1 0 0,-1-1 1 0 0,1 1-1 0 0,-1 0 1 0 0,1-1-1 0 0,-1 1 0 0 0,1 0 1 0 0,0-1-1 0 0,2 14 260 0 0,-6 33-245 0 0,3-41 26 0 0,-15 253 102 0 0,14-149-8135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75 1940 0 0,'0'-26'7241'0'0,"0"24"-7057"0"0,0 0 1 0 0,0 0-1 0 0,0 0 1 0 0,1 0-1 0 0,-1-1 1 0 0,0 1-1 0 0,1 0 1 0 0,-1 0 0 0 0,1 0-1 0 0,0 0 1 0 0,-1 1-1 0 0,2-4 1 0 0,0 4-140 0 0,-1-1 0 0 0,1 1 1 0 0,0-1-1 0 0,0 1 0 0 0,-1 0 1 0 0,1 0-1 0 0,0 0 0 0 0,0 0 1 0 0,0 0-1 0 0,0 0 0 0 0,0 0 1 0 0,0 1-1 0 0,0-1 0 0 0,1 1 1 0 0,1-1-1 0 0,5 0-29 0 0,-1 0-1 0 0,1 0 0 0 0,0 0 1 0 0,-1 1-1 0 0,1 1 0 0 0,-1 0 1 0 0,1 0-1 0 0,-1 0 1 0 0,1 1-1 0 0,-1 0 0 0 0,10 4 1 0 0,-17-5-10 0 0,0-1 1 0 0,0 1-1 0 0,-1-1 0 0 0,1 1 1 0 0,0 0-1 0 0,-1-1 1 0 0,1 1-1 0 0,0 0 0 0 0,-1 0 1 0 0,1-1-1 0 0,-1 1 1 0 0,1 0-1 0 0,-1 0 0 0 0,1 0 1 0 0,-1 0-1 0 0,0 0 1 0 0,1 0-1 0 0,-1 0 0 0 0,0 0 1 0 0,0 0-1 0 0,0-1 1 0 0,0 1-1 0 0,0 0 1 0 0,0 2-1 0 0,-2 21 71 0 0,-3-11-63 0 0,0-1 0 0 0,-1 0 0 0 0,0 0 0 0 0,-1 0 0 0 0,0-1 0 0 0,-12 14 0 0 0,-3 6-130 0 0,-20 25 103 0 0,41-55 50 0 0,2 0-36 0 0,-1 0-1 0 0,1 0 1 0 0,-1 0-1 0 0,1-1 1 0 0,0 1-1 0 0,-1 0 1 0 0,1 0-1 0 0,0-1 1 0 0,0 1-1 0 0,0-1 1 0 0,-1 1-1 0 0,1-1 1 0 0,0 1-1 0 0,0-1 1 0 0,0 1-1 0 0,0-1 1 0 0,0 0-1 0 0,0 1 1 0 0,0-1-1 0 0,0 0 1 0 0,1 0-1 0 0,22 5-12 0 0,-23-5 10 0 0,6 2 31 0 0,0 1 0 0 0,0-1-1 0 0,-1 1 1 0 0,1 1 0 0 0,-1-1 0 0 0,1 1 0 0 0,-1 0 0 0 0,-1 1-1 0 0,1-1 1 0 0,-1 1 0 0 0,1 0 0 0 0,-1 1 0 0 0,-1-1 0 0 0,1 1-1 0 0,-1 0 1 0 0,6 10 0 0 0,-7-11 237 0 0,-1 0-1 0 0,1 0 1 0 0,-1 1 0 0 0,0-1-1 0 0,0 0 1 0 0,-1 1-1 0 0,0 0 1 0 0,0-1 0 0 0,0 1-1 0 0,0 0 1 0 0,-1-1-1 0 0,0 1 1 0 0,0 0 0 0 0,-1 0-1 0 0,0-1 1 0 0,0 1-1 0 0,0 0 1 0 0,0-1 0 0 0,-1 1-1 0 0,-4 9 1 0 0,2-10-55 0 0,1 0 0 0 0,-1 0 0 0 0,1 0 0 0 0,-1 0 0 0 0,-1 0 0 0 0,1-1 0 0 0,-1 0 0 0 0,1 0 0 0 0,-1 0 0 0 0,-1 0 0 0 0,1-1 0 0 0,0 0 0 0 0,-1 0 0 0 0,0 0 0 0 0,1-1 0 0 0,-13 4 0 0 0,10-4-275 0 0,0-1 0 0 0,0 0 0 0 0,-1 0-1 0 0,1 0 1 0 0,0-1 0 0 0,-1 0 0 0 0,1-1-1 0 0,0 0 1 0 0,-1 0 0 0 0,1-1 0 0 0,0 0-1 0 0,-8-3 1 0 0,15 5-169 0 0,0-1 0 0 0,0 1-1 0 0,0 0 1 0 0,0-1 0 0 0,0 1 0 0 0,1 0 0 0 0,-1-1-1 0 0,0 1 1 0 0,0-1 0 0 0,0 0 0 0 0,1 1 0 0 0,-1-1-1 0 0,0 0 1 0 0,1 1 0 0 0,-1-1 0 0 0,1 0 0 0 0,-1 1-1 0 0,1-1 1 0 0,-1 0 0 0 0,1 0 0 0 0,-1 0 0 0 0,1 0 0 0 0,0 0-1 0 0,-1 1 1 0 0,1-1 0 0 0,0 0 0 0 0,0-2 0 0 0,0 1-298 0 0,0 1 1 0 0,0-1-1 0 0,1 0 1 0 0,-1 1-1 0 0,1-1 1 0 0,0 1-1 0 0,-1-1 1 0 0,1 1 0 0 0,0-1-1 0 0,0 1 1 0 0,0-1-1 0 0,0 1 1 0 0,0 0-1 0 0,1-2 1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0:2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27 1440 0 0,'29'-23'7772'0'0,"-28"23"-7593"0"0,0-1 0 0 0,0 1 0 0 0,-1 0 0 0 0,1-1-1 0 0,0 1 1 0 0,0 0 0 0 0,-1-1 0 0 0,1 1 0 0 0,0 0 0 0 0,0 0 0 0 0,0 0 0 0 0,0 0-1 0 0,-1 0 1 0 0,2 0 0 0 0,-1 3 124 0 0,0 0 0 0 0,0 0 0 0 0,0 0 1 0 0,0 0-1 0 0,-1 0 0 0 0,0 0 0 0 0,1 0 0 0 0,-1 0 0 0 0,-1 0 0 0 0,1 0 0 0 0,0 0 0 0 0,-1 0 0 0 0,-1 5 1 0 0,-13 46 1506 0 0,11-45-1508 0 0,-80 217 1802 0 0,-17 51-3969 0 0,91-232-1616 0 0,8-21-3543 0 0,2-9 1443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1:19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74 556 0 0,'-6'-8'10138'0'0,"6"7"-10057"0"0,-1 1 0 0 0,1 0-1 0 0,0-1 1 0 0,-1 1 0 0 0,1 0 0 0 0,0-1 0 0 0,0 1 0 0 0,0-1 0 0 0,-1 1 0 0 0,1 0 0 0 0,0-1 0 0 0,0 1 0 0 0,0-1 0 0 0,0 1 0 0 0,0-1 0 0 0,0 1 0 0 0,0 0 0 0 0,0-1 0 0 0,0 1 0 0 0,0-1-1 0 0,0 1 1 0 0,0-1 0 0 0,0 1 0 0 0,0-1 0 0 0,0 1 0 0 0,0 0 0 0 0,0-1 0 0 0,1 1 0 0 0,-1-1 0 0 0,0 1 0 0 0,0-1 0 0 0,0 1 0 0 0,1 0 0 0 0,-1-1 0 0 0,1 1 0 0 0,18-16 509 0 0,28-4-721 0 0,-32 16 134 0 0,-9 2-2 0 0,1 0 1 0 0,0 0-1 0 0,0 1 1 0 0,0 0 0 0 0,12 0-1 0 0,-17 0 2 0 0,0 1-1 0 0,1 0 1 0 0,-1 0-1 0 0,0 0 0 0 0,0 0 1 0 0,0 0-1 0 0,1 1 1 0 0,-1-1-1 0 0,0 1 1 0 0,0-1-1 0 0,0 1 0 0 0,0 0 1 0 0,0 0-1 0 0,0 0 1 0 0,0 0-1 0 0,0 0 1 0 0,0 0-1 0 0,0 0 0 0 0,-1 1 1 0 0,1-1-1 0 0,0 1 1 0 0,-1-1-1 0 0,1 1 1 0 0,-1 0-1 0 0,0 0 0 0 0,1-1 1 0 0,-1 1-1 0 0,0 0 1 0 0,0 0-1 0 0,0 0 1 0 0,-1 0-1 0 0,1 1 0 0 0,0-1 1 0 0,-1 0-1 0 0,1 0 1 0 0,-1 0-1 0 0,0 0 1 0 0,0 1-1 0 0,0-1 0 0 0,0 0 1 0 0,0 3-1 0 0,-1 5 89 0 0,-1 0-1 0 0,0 0 1 0 0,0 0 0 0 0,-1 0-1 0 0,0 0 1 0 0,-1-1-1 0 0,-5 11 1 0 0,-19 36 984 0 0,28-54-910 0 0,-1-2-154 0 0,1 0-1 0 0,0 0 1 0 0,0 1-1 0 0,-1-1 1 0 0,1 0 0 0 0,0 0-1 0 0,0 0 1 0 0,0 1-1 0 0,-1-1 1 0 0,1 0 0 0 0,0 0-1 0 0,0 0 1 0 0,0 1-1 0 0,0-1 1 0 0,0 0 0 0 0,-1 0-1 0 0,1 1 1 0 0,0-1-1 0 0,0 0 1 0 0,0 0-1 0 0,0 1 1 0 0,0-1 0 0 0,0 0-1 0 0,0 0 1 0 0,0 1-1 0 0,0-1 1 0 0,0 0 0 0 0,0 1-1 0 0,0-1 1 0 0,0 0-1 0 0,0 0 1 0 0,0 1 0 0 0,0-1-1 0 0,0 0 1 0 0,1 0-1 0 0,-1 1 1 0 0,0-1-1 0 0,0 0 1 0 0,0 0 0 0 0,0 0-1 0 0,0 1 1 0 0,1-1-1 0 0,-1 0 1 0 0,0 0 0 0 0,0 0-1 0 0,0 1 1 0 0,1-1-1 0 0,-1 0 1 0 0,0 0 0 0 0,0 0-1 0 0,1 0 1 0 0,-1 0-1 0 0,0 1 1 0 0,0-1-1 0 0,1 0 1 0 0,-1 0 0 0 0,0 0-1 0 0,25 5-12 0 0,-1 0 28 0 0,-13 0 47 0 0,-1 0 0 0 0,1 0 1 0 0,-1 2-1 0 0,-1-1 1 0 0,0 1-1 0 0,1 0 1 0 0,10 13-1 0 0,-15-15 151 0 0,0 0 1 0 0,0 1-1 0 0,-1 0 1 0 0,0 0-1 0 0,0 0 0 0 0,0 0 1 0 0,-1 1-1 0 0,0-1 1 0 0,0 1-1 0 0,0 0 0 0 0,-1 0 1 0 0,0 0-1 0 0,1 10 1 0 0,-3-13-28 0 0,0 0 0 0 0,0 0 1 0 0,0 0-1 0 0,-1 0 0 0 0,0-1 1 0 0,1 1-1 0 0,-1 0 0 0 0,-1 0 1 0 0,1-1-1 0 0,0 1 0 0 0,-1-1 1 0 0,0 1-1 0 0,0-1 0 0 0,0 0 1 0 0,0 0-1 0 0,-1 1 0 0 0,1-1 1 0 0,-1-1-1 0 0,1 1 0 0 0,-1 0 1 0 0,0-1-1 0 0,0 1 0 0 0,0-1 1 0 0,-1 0-1 0 0,1 0 0 0 0,-6 2 1 0 0,3-1-111 0 0,-1 0 1 0 0,1-1 0 0 0,-1 0 0 0 0,1 0 0 0 0,-1-1 0 0 0,0 1 0 0 0,0-1-1 0 0,0-1 1 0 0,0 1 0 0 0,0-1 0 0 0,0-1 0 0 0,0 1 0 0 0,1-1 0 0 0,-9-2-1 0 0,-2-3-1305 0 0,-1-1 0 0 0,-28-15 0 0 0,-8-8-5935 0 0,30 16 1384 0 0,0 0-2409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1:35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692 746 436 0 0,'-271'-82'2119'0'0,"193"54"-1856"0"0,-104-53 0 0 0,165 72-250 0 0,1 0 0 0 0,0-1 1 0 0,1-1-1 0 0,-28-24 0 0 0,38 30-15 0 0,0-1-1 0 0,0 0 0 0 0,0 0 1 0 0,1 0-1 0 0,0 0 1 0 0,0-1-1 0 0,0 1 0 0 0,1-1 1 0 0,0 0-1 0 0,1 0 1 0 0,-1 0-1 0 0,1 0 0 0 0,1-1 1 0 0,-1 1-1 0 0,0-8 1 0 0,2-3-30 0 0,1 1 0 0 0,0-1 0 0 0,2 1 0 0 0,0-1 0 0 0,0 1 1 0 0,2 0-1 0 0,8-21 0 0 0,55-112-1188 0 0,-67 148 1183 0 0,28-53-517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25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3476 4676 420 0 0,'-26'-27'806'0'0,"-252"-273"4059"0"0,-5 7-3481 0 0,-629-544 1596 0 0,738 685-2786 0 0,7-7 0 0 0,-210-258 0 0 0,-45-191-816 0 0,58-36 885 0 0,336 592-58 0 0,-130-252 76 0 0,23-10-380 0 0,120 271 93 0 0,-112-338-219 0 0,124 365 103 0 0,0-1-1 0 0,2 1 0 0 0,-1 0 0 0 0,2-1 0 0 0,0 1 1 0 0,4-26-1 0 0,-3 42 69 0 0,-1-1-1 0 0,1 1 1 0 0,0-1-1 0 0,0 1 1 0 0,0-1 0 0 0,0 1-1 0 0,0 0 1 0 0,0-1-1 0 0,0 1 1 0 0,0 0 0 0 0,0 0-1 0 0,0-1 1 0 0,0 1-1 0 0,0 0 1 0 0,0 0 0 0 0,1 0-1 0 0,1 1 1 0 0,13-1-287 0 0,232 0-2303 0 0,-245 0 2622 0 0,0 0-6 0 0,8 0-29 0 0,-8 0-16 0 0,0 0-31 0 0,4 0 26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1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799 60 2044 0 0,'9'-9'5710'0'0,"5"-5"560"0"0,-13 13-5931 0 0,-1 0 0 0 0,0 0 0 0 0,1-1 0 0 0,-1 1 0 0 0,0 0 0 0 0,0 0 0 0 0,1-1 0 0 0,-1 1 0 0 0,0 0 0 0 0,0 0 0 0 0,-1 0 0 0 0,1-1 0 0 0,0-1 0 0 0,-8 0-266 0 0,0 0 1 0 0,0 0-1 0 0,0 1 0 0 0,0 0 0 0 0,0 0 0 0 0,-1 1 0 0 0,1 0 0 0 0,0 0 0 0 0,-1 1 0 0 0,-15 2 0 0 0,-5 1-38 0 0,-55 13 0 0 0,84-16-34 0 0,-50 13 20 0 0,-50 19 1 0 0,86-27-20 0 0,0 1 1 0 0,1 1 0 0 0,-1 0 0 0 0,1 1 0 0 0,1 1 0 0 0,0 0 0 0 0,0 0 0 0 0,-13 14 0 0 0,13-8 2 0 0,0 0 1 0 0,1 1-1 0 0,1 0 1 0 0,0 1 0 0 0,1 0-1 0 0,1 0 1 0 0,1 1-1 0 0,1 0 1 0 0,-5 20-1 0 0,-4 27 34 0 0,-7 84 0 0 0,14-83-32 0 0,-26 412 190 0 0,30-375-175 0 0,-23 755 232 0 0,13-379-11 0 0,-12 286 1902 0 0,19-571-1749 0 0,-26 400 1134 0 0,-3-222-94 0 0,35-365-1420 0 0,-1 52 57 0 0,2-54-60 0 0,0 0 0 0 0,0 0-1 0 0,1 0 1 0 0,0 0 0 0 0,0-1-1 0 0,0 1 1 0 0,0 0 0 0 0,5 8-1 0 0,-5-11-5 0 0,1 0-1 0 0,0 0 1 0 0,0 1-1 0 0,0-2 1 0 0,0 1-1 0 0,0 0 1 0 0,0 0 0 0 0,1-1-1 0 0,-1 1 1 0 0,1-1-1 0 0,-1 0 1 0 0,1 1-1 0 0,-1-1 1 0 0,1 0-1 0 0,-1-1 1 0 0,1 1-1 0 0,4 0 1 0 0,5 1 17 0 0,0-1 1 0 0,20 0 0 0 0,-27-1-25 0 0,72-4-276 0 0,-1-4-1 0 0,93-21 0 0 0,-163 28 218 0 0,251-59-3804 0 0,-86 8-5531 0 0,-84 20-528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2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49 356 0 0,'14'-49'16496'0'0,"-12"75"-16295"0"0,-2 0 1 0 0,-6 48-1 0 0,1-25 17 0 0,0 39 217 0 0,1-12-39 0 0,-16 92 0 0 0,13-92 163 0 0,6-74-551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22 1760 0 0,'24'-22'18665'0'0,"-22"34"-18001"0"0,-60 424 4547 0 0,35-270-4839 0 0,16-122-63 0 0,6-42-260 0 0,1 14-982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3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50 1184 0 0,'6'-10'6148'0'0,"11"-23"7412"0"0,-14 28-13063 0 0,-3 5-478 0 0,0 0 0 0 0,0 0-1 0 0,1 0 1 0 0,-1 0-1 0 0,0 0 1 0 0,0 0 0 0 0,0 0-1 0 0,0 0 1 0 0,0 0-1 0 0,0 0 1 0 0,0 0-1 0 0,0 0 1 0 0,0 0 0 0 0,0 0-1 0 0,0 0 1 0 0,0 0-1 0 0,0 1 1 0 0,0-1 0 0 0,0 0-1 0 0,1 0 1 0 0,-1 0-1 0 0,0 0 1 0 0,0 0 0 0 0,0 0-1 0 0,0 0 1 0 0,0 0-1 0 0,0 0 1 0 0,0 0 0 0 0,0 0-1 0 0,0 0 1 0 0,0 0-1 0 0,0 0 1 0 0,1 0 0 0 0,-1 0-1 0 0,0 0 1 0 0,0 0-1 0 0,0 0 1 0 0,0-1 0 0 0,0 1-1 0 0,0 0 1 0 0,0 0-1 0 0,0 0 1 0 0,0 0 0 0 0,0 0-1 0 0,0 0 1 0 0,0 0-1 0 0,0 0 1 0 0,1 0-1 0 0,-1 0 1 0 0,0 0 0 0 0,0 0-1 0 0,0 0 1 0 0,0 0-1 0 0,0 0 1 0 0,0 0 0 0 0,0-1-1 0 0,0 1 1 0 0,0 0-1 0 0,0 0 1 0 0,0 0 0 0 0,0 0-1 0 0,0 0 1 0 0,0 0-1 0 0,-2 27 652 0 0,-2 1 1 0 0,-11 46-1 0 0,6-29 12 0 0,-94 439 3191 0 0,91-429-3727 0 0,-10 58 298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 2752 0 0,'0'0'16514'0'0,"-2"-6"-14369"0"0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2852 0 0,'-24'50'19535'0'0,"18"-28"-14595"0"0,14-25-8565 0 0,-6 2 2964 0 0,0 1 0 0 0,0-1 0 0 0,0-1 0 0 0,0 1 0 0 0,3-2 0 0 0,-3 2 159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333 242 584 0 0,'30'-28'14854'0'0,"-19"14"-10942"0"0,-9 0 31 0 0,-2 14-3893 0 0,0-1 1 0 0,0 0 0 0 0,0 1-1 0 0,-1-1 1 0 0,1 1 0 0 0,0-1-1 0 0,-1 1 1 0 0,1-1-1 0 0,0 1 1 0 0,-1-1 0 0 0,1 1-1 0 0,-1-1 1 0 0,1 1 0 0 0,0 0-1 0 0,-1-1 1 0 0,1 1-1 0 0,-1-1 1 0 0,1 1 0 0 0,-1 0-1 0 0,0 0 1 0 0,1-1-1 0 0,-1 1 1 0 0,1 0 0 0 0,-1 0-1 0 0,0 0 1 0 0,1 0 0 0 0,-2-1-1 0 0,-18 7 402 0 0,-20 20-320 0 0,40-25-121 0 0,-24 19 78 0 0,1 2 0 0 0,1 0 0 0 0,-35 47 0 0 0,22-19 31 0 0,-30 55-1 0 0,52-81-90 0 0,0 1-1 0 0,2 1 1 0 0,1 0 0 0 0,-13 46-1 0 0,21-60-23 0 0,0-1-1 0 0,1 1 1 0 0,0-1 0 0 0,1 1-1 0 0,0-1 1 0 0,2 13 0 0 0,-1-17 15 0 0,1 1 1 0 0,-1-1 0 0 0,1 0-1 0 0,1-1 1 0 0,-1 1-1 0 0,1 0 1 0 0,1-1 0 0 0,-1 1-1 0 0,1-1 1 0 0,7 9-1 0 0,-5-9 24 0 0,-1-1-1 0 0,1 0 0 0 0,0 0 0 0 0,0-1 0 0 0,1 0 1 0 0,-1 0-1 0 0,1 0 0 0 0,0-1 0 0 0,0 0 0 0 0,0 0 1 0 0,0-1-1 0 0,1 0 0 0 0,-1 0 0 0 0,1-1 0 0 0,-1 0 1 0 0,1 0-1 0 0,-1-1 0 0 0,1 1 0 0 0,8-2 0 0 0,6-1 137 0 0,1-1-1 0 0,-1 0 0 0 0,0-2 0 0 0,0 0 1 0 0,27-11-1 0 0,-23 5-12 0 0,-1 0 1 0 0,-1-2 0 0 0,0-1-1 0 0,0-1 1 0 0,-1-1-1 0 0,-1-1 1 0 0,-1-1-1 0 0,33-35 1 0 0,-29 25-43 0 0,-2-1 0 0 0,-1-1 0 0 0,-1 0-1 0 0,-2-2 1 0 0,-1-1 0 0 0,15-37 0 0 0,-28 58-89 0 0,-1 1 0 0 0,0-1 0 0 0,-1 0 0 0 0,0 0 0 0 0,-1 0 0 0 0,0 0 0 0 0,-1 0 0 0 0,0 0 0 0 0,-1-1 0 0 0,0 1 0 0 0,-1 0 0 0 0,0-1 0 0 0,-1 1 0 0 0,-1 0 0 0 0,0 0 0 0 0,0 0 0 0 0,-1 1 0 0 0,-1-1 0 0 0,0 1 0 0 0,-1 0 0 0 0,0 0 0 0 0,0 1 0 0 0,-1 0 0 0 0,0 0 0 0 0,-1 0 0 0 0,0 1 0 0 0,-1 0 0 0 0,0 1 0 0 0,0 0 0 0 0,-12-8 0 0 0,2 4-152 0 0,-1 0 1 0 0,-1 1-1 0 0,0 0 0 0 0,-1 2 1 0 0,0 1-1 0 0,0 1 0 0 0,0 0 0 0 0,-1 2 1 0 0,0 1-1 0 0,-28-2 0 0 0,23 4-935 0 0,0 2 0 0 0,-1 0-1 0 0,-31 6 1 0 0,35-2-978 0 0,-1 1 1 0 0,1 2-1 0 0,-35 13 1 0 0,21-3-1191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147 111 1000 0 0,'-2'-6'1301'0'0,"-4"-9"3724"0"0,-13-27 0 0 0,18 40-4437 0 0,-20 12-58 0 0,14-3-379 0 0,2 0 1 0 0,-1 1 0 0 0,1-1-1 0 0,0 1 1 0 0,-7 17 0 0 0,-15 47 735 0 0,26-70-864 0 0,-6 17 146 0 0,1 0 1 0 0,1 1-1 0 0,1-1 1 0 0,1 1-1 0 0,1 0 1 0 0,0 0 0 0 0,2 22-1 0 0,0-34-132 0 0,1 0 0 0 0,0 0 0 0 0,0 0 0 0 0,1-1 0 0 0,0 1 0 0 0,1 0 0 0 0,0-1 0 0 0,0 0 0 0 0,0 0 0 0 0,1 1 1 0 0,0-2-1 0 0,0 1 0 0 0,1 0 0 0 0,0-1 0 0 0,0 0 0 0 0,0 0 0 0 0,1-1 0 0 0,0 1 0 0 0,0-1 0 0 0,11 7 0 0 0,-4-5-11 0 0,0-1-1 0 0,0 0 1 0 0,1-1 0 0 0,-1-1 0 0 0,1 0-1 0 0,0-1 1 0 0,0 0 0 0 0,0-1-1 0 0,1 0 1 0 0,-1-1 0 0 0,18-2 0 0 0,-13 0 80 0 0,-1-1 1 0 0,1 0 0 0 0,-1-2-1 0 0,0 0 1 0 0,0-1 0 0 0,0 0-1 0 0,-1-2 1 0 0,22-10 0 0 0,-31 12-23 0 0,0-1 0 0 0,0 1 0 0 0,0-1 0 0 0,-1 0 0 0 0,0-1 0 0 0,0 0 0 0 0,0 0 0 0 0,-1 0 0 0 0,0-1 0 0 0,-1 0 0 0 0,0 0 0 0 0,0 0 0 0 0,-1-1 0 0 0,1 0 0 0 0,-2 1 0 0 0,0-2 0 0 0,0 1 0 0 0,0 0 0 0 0,1-16 0 0 0,-2 7-35 0 0,0 0 0 0 0,-2 0 0 0 0,0-1 0 0 0,-1 1 0 0 0,-1 0 0 0 0,0 0 0 0 0,-2 0 0 0 0,0 0 1 0 0,-11-27-1 0 0,11 36-43 0 0,0 0 1 0 0,-1 1-1 0 0,0-1 1 0 0,0 1-1 0 0,-1 0 0 0 0,0 1 1 0 0,-1 0-1 0 0,1-1 1 0 0,-2 2-1 0 0,1-1 1 0 0,-1 1-1 0 0,1 1 1 0 0,-2-1-1 0 0,-16-7 1 0 0,17 8-28 0 0,0 2 0 0 0,-1-1 0 0 0,1 1 1 0 0,-1 1-1 0 0,0-1 0 0 0,0 2 0 0 0,0-1 0 0 0,0 1 0 0 0,0 0 1 0 0,0 1-1 0 0,0 0 0 0 0,0 1 0 0 0,0 0 0 0 0,-1 0 1 0 0,2 1-1 0 0,-11 3 0 0 0,16-4-229 0 0,0 0 0 0 0,1 0 0 0 0,-1 1 1 0 0,0-1-1 0 0,1 1 0 0 0,0-1 0 0 0,-1 1 0 0 0,1 0 0 0 0,0 0 0 0 0,0 0 1 0 0,0 1-1 0 0,0-1 0 0 0,0 0 0 0 0,1 1 0 0 0,-1-1 0 0 0,1 1 0 0 0,-1-1 1 0 0,-1 6-1 0 0,3-7 75 0 0,0 0 0 0 0,0 0 0 0 0,0 0 0 0 0,0 0 0 0 0,0 0 0 0 0,0 0 0 0 0,1 0 1 0 0,-1 0-1 0 0,0 0 0 0 0,0 0 0 0 0,1 0 0 0 0,-1 0 0 0 0,1 0 0 0 0,-1 0 0 0 0,1 0 0 0 0,-1 0 0 0 0,1 0 0 0 0,0 0 1 0 0,0 0-1 0 0,15 15-4787 0 0,-3-9-33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3028 0 0,'24'-15'8460'0'0,"40"-18"0"0"0,-60 31-7335 0 0,20-7 2792 0 0,-24 9-3832 0 0,1 0-1 0 0,-1 0 1 0 0,1 0 0 0 0,0-1-1 0 0,-1 1 1 0 0,1 0 0 0 0,-1 0-1 0 0,1 1 1 0 0,-1-1-1 0 0,1 0 1 0 0,-1 0 0 0 0,1 0-1 0 0,0 0 1 0 0,-1 0 0 0 0,1 1-1 0 0,-1-1 1 0 0,1 0-1 0 0,-1 0 1 0 0,0 1 0 0 0,1-1-1 0 0,-1 0 1 0 0,1 1 0 0 0,-1-1-1 0 0,1 0 1 0 0,-1 1-1 0 0,0-1 1 0 0,1 1 0 0 0,-1-1-1 0 0,0 1 1 0 0,1-1 0 0 0,-1 1-1 0 0,0-1 1 0 0,0 1 0 0 0,0-1-1 0 0,1 1 1 0 0,-1-1-1 0 0,0 1 1 0 0,0-1 0 0 0,0 1-1 0 0,0-1 1 0 0,0 2 0 0 0,1 45 760 0 0,-3 1 0 0 0,-1-1 0 0 0,-13 60 0 0 0,10-63-699 0 0,-27 125 58 0 0,14-100-4796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31 524 0 0,'-4'-5'1402'0'0,"-1"0"1"0"0,1 1-1 0 0,0 0 0 0 0,-1 0 1 0 0,-7-4 937 0 0,11 9-2250 0 0,-2 1 31 0 0,1 1-1 0 0,-1 0 1 0 0,0-1 0 0 0,1 1-1 0 0,0 0 1 0 0,0 0-1 0 0,0 0 1 0 0,0 1-1 0 0,1-1 1 0 0,-1 0-1 0 0,-1 6 1 0 0,-8 29 327 0 0,2-1 0 0 0,-8 72 0 0 0,16-94-395 0 0,0 0-1 0 0,1-1 1 0 0,1 1 0 0 0,0 0-1 0 0,1 0 1 0 0,1-1-1 0 0,0 1 1 0 0,1-1 0 0 0,0 0-1 0 0,10 22 1 0 0,-11-31-10 0 0,0 1 0 0 0,1-1 1 0 0,-1 0-1 0 0,1-1 0 0 0,0 1 0 0 0,0-1 1 0 0,0 1-1 0 0,0-1 0 0 0,1-1 0 0 0,0 1 1 0 0,0 0-1 0 0,0-1 0 0 0,0 0 0 0 0,7 2 1 0 0,-5-2 9 0 0,1 0 0 0 0,0-1 0 0 0,0 0 0 0 0,0-1 0 0 0,0 0 1 0 0,0 0-1 0 0,1-1 0 0 0,-1 0 0 0 0,12-1 0 0 0,-4-1 51 0 0,-1-1-1 0 0,0-1 0 0 0,-1 0 0 0 0,1-1 0 0 0,-1 0 0 0 0,0-1 0 0 0,0-1 0 0 0,0 0 1 0 0,-1-1-1 0 0,21-16 0 0 0,-26 17-65 0 0,-1-1 0 0 0,0 0 0 0 0,0 0 0 0 0,0-1 0 0 0,-1 0 1 0 0,-1 0-1 0 0,0 0 0 0 0,0-1 0 0 0,0 1 0 0 0,-1-1 0 0 0,-1 0 0 0 0,0 0 0 0 0,0-1 1 0 0,-1 1-1 0 0,0-1 0 0 0,-1 1 0 0 0,0-1 0 0 0,-1 0 0 0 0,0 1 0 0 0,0-1 1 0 0,-4-14-1 0 0,3 15-30 0 0,-1 1 0 0 0,-1-1 0 0 0,0 1 1 0 0,0 0-1 0 0,0 0 0 0 0,-2 0 0 0 0,1 0 1 0 0,-1 1-1 0 0,0 0 0 0 0,-9-11 0 0 0,9 13-6 0 0,-1 0-1 0 0,1 1 0 0 0,-1 0 0 0 0,0 0 0 0 0,0 1 0 0 0,-1-1 1 0 0,1 1-1 0 0,-1 1 0 0 0,0-1 0 0 0,0 1 0 0 0,0 0 1 0 0,-1 1-1 0 0,-14-4 0 0 0,14 5 18 0 0,0 1 0 0 0,0 0 0 0 0,-1 0 0 0 0,1 0 0 0 0,0 1 0 0 0,0 0 0 0 0,0 1 0 0 0,0 0 1 0 0,1 0-1 0 0,-12 4 0 0 0,15-4-178 0 0,-1 0 0 0 0,1 0-1 0 0,0 0 1 0 0,0 0 0 0 0,0 1 0 0 0,0-1 0 0 0,0 1 0 0 0,1 0 0 0 0,-1 0 0 0 0,1 0 0 0 0,0 1 0 0 0,0-1 0 0 0,0 1 0 0 0,0 0 0 0 0,1 0 0 0 0,-1 0-1 0 0,1 0 1 0 0,0 0 0 0 0,-2 5 0 0 0,4-6-675 0 0,0 0 0 0 0,0 0-1 0 0,0 0 1 0 0,0 0 0 0 0,0 0-1 0 0,0 0 1 0 0,2 5 0 0 0,4 2-3713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208 166 704 0 0,'3'-8'10080'0'0,"-5"8"-9833"0"0,-1-1 1 0 0,1 1-1 0 0,-1 0 1 0 0,1 0-1 0 0,-1 0 1 0 0,1 0 0 0 0,-1 1-1 0 0,1-1 1 0 0,-1 1-1 0 0,1-1 1 0 0,-1 1-1 0 0,1 0 1 0 0,0 0-1 0 0,-1 0 1 0 0,1 0 0 0 0,0 0-1 0 0,0 0 1 0 0,0 1-1 0 0,0-1 1 0 0,0 1-1 0 0,-3 3 1 0 0,-9 7 635 0 0,-21 25 1 0 0,30-31-701 0 0,-8 9 12 0 0,1 1 0 0 0,0 0 1 0 0,2 1-1 0 0,0 0 0 0 0,-13 30 0 0 0,19-37-163 0 0,0 0 0 0 0,0 1 1 0 0,2-1-1 0 0,-1 1 0 0 0,1 0 0 0 0,1 0 1 0 0,0-1-1 0 0,0 1 0 0 0,1 0 0 0 0,0 0 1 0 0,4 19-1 0 0,-3-24-22 0 0,1 0 0 0 0,0 0 0 0 0,0-1 0 0 0,1 1 0 0 0,-1-1 0 0 0,1 1 0 0 0,0-1 1 0 0,1 0-1 0 0,-1 0 0 0 0,1 0 0 0 0,0-1 0 0 0,0 0 0 0 0,1 1 0 0 0,-1-1 0 0 0,1-1 0 0 0,0 1 0 0 0,0-1 0 0 0,0 0 1 0 0,1 0-1 0 0,-1 0 0 0 0,1-1 0 0 0,-1 1 0 0 0,1-1 0 0 0,0-1 0 0 0,0 1 0 0 0,0-1 0 0 0,0 0 0 0 0,9 0 1 0 0,3 0 51 0 0,-1-2 1 0 0,0 0 0 0 0,0 0-1 0 0,1-2 1 0 0,-1 0 0 0 0,-1-1-1 0 0,1-1 1 0 0,-1 0 0 0 0,1-1-1 0 0,-2-1 1 0 0,1 0 0 0 0,-1-1 0 0 0,0-1-1 0 0,14-11 1 0 0,-16 10-16 0 0,0 0 0 0 0,-1-1 1 0 0,-1 0-1 0 0,0-1 0 0 0,0 0 0 0 0,-1-1 1 0 0,0 0-1 0 0,-2-1 0 0 0,1 0 0 0 0,-2 0 0 0 0,0 0 1 0 0,0-1-1 0 0,-1 0 0 0 0,-1-1 0 0 0,3-16 1 0 0,-5 14-29 0 0,0 1 0 0 0,-1-1 0 0 0,-1 0 0 0 0,-1 1 0 0 0,0-1 0 0 0,-1 0 0 0 0,-6-29 0 0 0,5 40-23 0 0,0 0 0 0 0,0 0 0 0 0,-1 0 0 0 0,0 0 0 0 0,0 1 0 0 0,0-1 0 0 0,-1 1 0 0 0,0 0 1 0 0,0 0-1 0 0,-1 0 0 0 0,0 1 0 0 0,0-1 0 0 0,0 1 0 0 0,-1 0 0 0 0,1 0 0 0 0,-1 1 0 0 0,0 0 0 0 0,0 0 0 0 0,-1 0 0 0 0,1 1 1 0 0,-10-3-1 0 0,7 2-163 0 0,0 1-1 0 0,0 1 1 0 0,0 0 0 0 0,0 0 0 0 0,-1 1 0 0 0,1 0-1 0 0,-11 0 1 0 0,14 1-444 0 0,0 1 0 0 0,1 0-1 0 0,-1 0 1 0 0,1 0-1 0 0,-8 3 1 0 0,8-2-569 0 0,1 0-1 0 0,-1 1 1 0 0,1-1-1 0 0,-1 1 1 0 0,1 0 0 0 0,-6 5-1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25 2156 0 0,'-14'-25'24071'0'0,"4"73"-41228"0"0,6-33 10491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2412 0 0,'-8'17'3453'0'0,"-10"17"7365"0"0,8-8-5886 0 0,14-27-5380 0 0,0 0 0 0 0,-1 0 0 0 0,1 0 1 0 0,0 0-1 0 0,0-1 0 0 0,-1 1 0 0 0,5-4 0 0 0,14-9-6498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8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470 146 2252 0 0,'19'-28'19131'0'0,"-39"59"-12579"0"0,-24 48-7106 0 0,36-64 1078 0 0,7-12-518 0 0,-96 188 293 0 0,84-160-293 0 0,2-1 1 0 0,1 1 0 0 0,1 1 0 0 0,-7 51-1 0 0,15-78 9 0 0,1 0-1 0 0,-1 0 0 0 0,1 0 1 0 0,0 0-1 0 0,1 0 1 0 0,-1 0-1 0 0,1 0 0 0 0,0 0 1 0 0,0 0-1 0 0,1 0 0 0 0,-1 0 1 0 0,1-1-1 0 0,0 1 1 0 0,0 0-1 0 0,6 7 0 0 0,-5-9 6 0 0,0 0 1 0 0,-1 0-1 0 0,2 0 0 0 0,-1-1 0 0 0,0 1 0 0 0,0-1 0 0 0,1 0 0 0 0,-1 0 0 0 0,1 0 0 0 0,0-1 0 0 0,0 1 0 0 0,-1-1 1 0 0,1 0-1 0 0,0 0 0 0 0,0 0 0 0 0,0 0 0 0 0,0-1 0 0 0,0 0 0 0 0,0 0 0 0 0,7 0 0 0 0,6-2 7 0 0,1 0-1 0 0,-1-2 0 0 0,0 0 0 0 0,0 0 1 0 0,0-2-1 0 0,0 0 0 0 0,-1-1 0 0 0,0 0 1 0 0,19-13-1 0 0,-11 5 19 0 0,-1-1 1 0 0,-1-1-1 0 0,-1-1 1 0 0,-1 0-1 0 0,23-27 1 0 0,-20 17-18 0 0,0-1 0 0 0,27-47 0 0 0,-43 63-23 0 0,0-1 0 0 0,-1 1-1 0 0,0-1 1 0 0,-1 0 0 0 0,0-1-1 0 0,-2 1 1 0 0,1-1 0 0 0,1-28-1 0 0,-5 34 0 0 0,0 0 0 0 0,0 0-1 0 0,-1 0 1 0 0,-1-1 0 0 0,0 1-1 0 0,0 0 1 0 0,0 0-1 0 0,-1 1 1 0 0,-1-1 0 0 0,1 1-1 0 0,-1-1 1 0 0,-9-12 0 0 0,5 11 8 0 0,1 0 1 0 0,-2 1 0 0 0,1 0-1 0 0,-2 0 1 0 0,1 1 0 0 0,-1 0 0 0 0,0 1-1 0 0,-17-10 1 0 0,3 6-87 0 0,0 0 0 0 0,0 1 0 0 0,-1 2 0 0 0,0 0 1 0 0,0 2-1 0 0,-1 1 0 0 0,0 1 0 0 0,-35-1 0 0 0,35 5-769 0 0,-1 1 0 0 0,1 1 0 0 0,0 1 0 0 0,0 1 0 0 0,-33 10 0 0 0,-119 51-9853 0 0,153-55 8415 0 0,-33 13-6334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1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27 1408 0 0,'-3'-27'19082'0'0,"8"38"-21203"0"0,5 28-8042 0 0,-8-25 4361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1 924 0 0,'-21'54'19738'0'0,"20"-52"-19221"0"0,0-1 0 0 0,1 1 0 0 0,-1-1 0 0 0,0 1 0 0 0,1 0 1 0 0,-1-1-1 0 0,1 1 0 0 0,-1 0 0 0 0,1 2 0 0 0,6-5-1482 0 0,1 0 0 0 0,-1-1 0 0 0,0 0 0 0 0,1 0 0 0 0,-1-1-1 0 0,7-3 1 0 0,9-6-7101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2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653 225 1672 0 0,'0'0'1591'0'0,"0"-16"3134"0"0,0 14-4494 0 0,1 1 0 0 0,-1-1-1 0 0,0 1 1 0 0,0-1 0 0 0,-1 0 0 0 0,1 1-1 0 0,0-1 1 0 0,0 1 0 0 0,-1-1-1 0 0,1 1 1 0 0,-1-1 0 0 0,1 1 0 0 0,-1-1-1 0 0,0 1 1 0 0,1 0 0 0 0,-1-1 0 0 0,0 1-1 0 0,0 0 1 0 0,0-1 0 0 0,0 1 0 0 0,0 0-1 0 0,-1 0 1 0 0,1 0 0 0 0,-1-1 0 0 0,0 1 26 0 0,-13 1 139 0 0,10 1-358 0 0,1 1-1 0 0,-1-1 1 0 0,1 1 0 0 0,0-1-1 0 0,-1 1 1 0 0,1 1-1 0 0,0-1 1 0 0,0 0 0 0 0,0 1-1 0 0,1 0 1 0 0,-1 0 0 0 0,0 0-1 0 0,-3 6 1 0 0,0-3 0 0 0,-19 17 79 0 0,2 2 0 0 0,0 1-1 0 0,-22 33 1 0 0,35-44-69 0 0,1 1-1 0 0,0 1 1 0 0,2-1 0 0 0,-1 2 0 0 0,2-1 0 0 0,0 1-1 0 0,-5 26 1 0 0,11-38-4 0 0,0 1 0 0 0,0 0 0 0 0,0 0 0 0 0,1-1 0 0 0,0 1 0 0 0,1 0 0 0 0,0 0 0 0 0,0-1 0 0 0,0 1 0 0 0,0 0 0 0 0,1-1 0 0 0,1 1 0 0 0,-1-1 0 0 0,6 11 0 0 0,-5-13 31 0 0,0 1 0 0 0,1 0 0 0 0,-1-1 0 0 0,1 0 0 0 0,0 0 0 0 0,0 0 0 0 0,1 0 0 0 0,-1-1 0 0 0,1 1 0 0 0,0-1 1 0 0,0 0-1 0 0,0-1 0 0 0,0 1 0 0 0,0-1 0 0 0,0 0 0 0 0,1 0 0 0 0,-1-1 0 0 0,6 1 0 0 0,8 1 121 0 0,-1-1-1 0 0,0-1 1 0 0,0-1 0 0 0,0-1-1 0 0,1 0 1 0 0,-1-2-1 0 0,0 0 1 0 0,0-1-1 0 0,-1 0 1 0 0,1-1-1 0 0,-1-2 1 0 0,19-8-1 0 0,-21 7-49 0 0,0 1-1 0 0,-1-2 1 0 0,0 0-1 0 0,0-1 1 0 0,-1 0-1 0 0,0-1 1 0 0,-1 0-1 0 0,-1-1 1 0 0,1-1-1 0 0,-2 0 1 0 0,0 0-1 0 0,0-1 1 0 0,11-22-1 0 0,-16 25-115 0 0,-1 0 0 0 0,0 0 0 0 0,-1-1-1 0 0,0 1 1 0 0,0-1 0 0 0,-2 0 0 0 0,1 0-1 0 0,-1 1 1 0 0,-1-1 0 0 0,0 0-1 0 0,-1 0 1 0 0,0 0 0 0 0,-1 0 0 0 0,0 0-1 0 0,-7-20 1 0 0,4 19-25 0 0,-1-1-1 0 0,0 1 1 0 0,-1 0-1 0 0,0 1 1 0 0,-1 0-1 0 0,-1 0 1 0 0,1 1-1 0 0,-2 0 1 0 0,0 0-1 0 0,0 1 1 0 0,-1 0 0 0 0,-19-13-1 0 0,8 10-49 0 0,-1 0 0 0 0,0 2 0 0 0,-1 0 1 0 0,0 1-1 0 0,0 2 0 0 0,-1 0 0 0 0,0 2 0 0 0,-1 1 0 0 0,1 1 0 0 0,-1 1 0 0 0,0 1 0 0 0,-30 2 1 0 0,11 1-1143 0 0,0 3-1 0 0,-52 11 1 0 0,39-2-3298 0 0,-61 22-1 0 0,47-9-3018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3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40 288 0 0,'-1'-2'1959'0'0,"-2"-4"-720"0"0,1 1 1 0 0,-1 0-1 0 0,0 0 0 0 0,0 0 1 0 0,-6-6-1 0 0,9 11-1206 0 0,-1 0 0 0 0,1 0 0 0 0,-1 0 0 0 0,1 0 0 0 0,-1 0-1 0 0,1 0 1 0 0,-1 0 0 0 0,1 0 0 0 0,-1 1 0 0 0,1-1 0 0 0,-1 0 0 0 0,1 0 0 0 0,-1 0 0 0 0,1 1 0 0 0,-1-1 0 0 0,1 0 0 0 0,-1 1 0 0 0,1-1 0 0 0,0 0 0 0 0,-1 1-1 0 0,1-1 1 0 0,0 1 0 0 0,-1-1 0 0 0,1 0 0 0 0,0 1 0 0 0,-1-1 0 0 0,1 1 0 0 0,0 0 0 0 0,-9 12 354 0 0,9-13-378 0 0,-13 22 391 0 0,1-1 1 0 0,2 2-1 0 0,0 0 0 0 0,1 0 1 0 0,1 0-1 0 0,2 1 1 0 0,-5 27-1 0 0,8-33-307 0 0,1 0-1 0 0,1 0 1 0 0,0 0 0 0 0,1 0-1 0 0,2 1 1 0 0,-1-1-1 0 0,2 0 1 0 0,0 0-1 0 0,2-1 1 0 0,7 23-1 0 0,-8-31-57 0 0,1 0 0 0 0,-1 0-1 0 0,2-1 1 0 0,-1 0-1 0 0,1 1 1 0 0,1-2-1 0 0,-1 1 1 0 0,1-1-1 0 0,1 0 1 0 0,-1 0-1 0 0,1-1 1 0 0,0 0 0 0 0,1-1-1 0 0,-1 1 1 0 0,1-2-1 0 0,0 1 1 0 0,1-1-1 0 0,-1-1 1 0 0,1 1-1 0 0,-1-2 1 0 0,13 3 0 0 0,-5-2 92 0 0,0-1 0 0 0,1 0 1 0 0,-1-2-1 0 0,0 0 1 0 0,1-1-1 0 0,-1 0 0 0 0,0-1 1 0 0,1-2-1 0 0,-2 1 0 0 0,1-2 1 0 0,25-10-1 0 0,-33 11-29 0 0,0 0 0 0 0,-1 0 0 0 0,0-1 0 0 0,0 0 0 0 0,0-1 0 0 0,-1 0-1 0 0,0 0 1 0 0,0 0 0 0 0,0-1 0 0 0,-1 0 0 0 0,0-1 0 0 0,0 1 0 0 0,-1-1 0 0 0,5-9-1 0 0,-5 7-52 0 0,-1-1 0 0 0,0 0 0 0 0,0 1 0 0 0,-2-1-1 0 0,1 0 1 0 0,-1-1 0 0 0,-1 1 0 0 0,0 0-1 0 0,0-1 1 0 0,-1 1 0 0 0,-3-18 0 0 0,1 7-32 0 0,-2-1 0 0 0,0 0 0 0 0,-2 1 0 0 0,0 0 0 0 0,-2 0 1 0 0,0 0-1 0 0,-14-23 0 0 0,18 37-13 0 0,-1 0-1 0 0,0 0 1 0 0,0 1 0 0 0,-1 0 0 0 0,1 0-1 0 0,-2 0 1 0 0,1 1 0 0 0,-1 0 0 0 0,0 0-1 0 0,0 0 1 0 0,-1 1 0 0 0,0 0 0 0 0,0 1-1 0 0,0 0 1 0 0,0 0 0 0 0,-1 1 0 0 0,1 0 0 0 0,-1 0-1 0 0,0 1 1 0 0,-14-2 0 0 0,18 3-82 0 0,0 1 1 0 0,0 0 0 0 0,0 0-1 0 0,0 1 1 0 0,0-1 0 0 0,0 1-1 0 0,0 0 1 0 0,1 0-1 0 0,-1 1 1 0 0,0-1 0 0 0,1 1-1 0 0,-1 0 1 0 0,1 1 0 0 0,-7 3-1 0 0,8-4-314 0 0,0 0 0 0 0,1 1 0 0 0,-1-1 1 0 0,1 1-1 0 0,0-1 0 0 0,-1 1 0 0 0,1 0 0 0 0,0-1 0 0 0,1 1 0 0 0,-1 0 0 0 0,0 0 1 0 0,1 1-1 0 0,0-1 0 0 0,0 0 0 0 0,0 0 0 0 0,0 1 0 0 0,0-1 0 0 0,1 0 0 0 0,-1 1 0 0 0,1 3 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159 144 1484 0 0,'24'-18'13311'0'0,"-24"17"-12993"0"0,0 0 0 0 0,0 0 0 0 0,0 1 1 0 0,0-1-1 0 0,0 0 0 0 0,0 0 0 0 0,0 1 0 0 0,0-1 0 0 0,-1-2 955 0 0,0 1-955 0 0,-2-2-607 0 0,2 3 539 0 0,-23 14 254 0 0,13-2-419 0 0,1 0 1 0 0,0 1-1 0 0,1 0 1 0 0,0 1 0 0 0,-12 24-1 0 0,-29 73 109 0 0,50-110-193 0 0,-8 18 41 0 0,2 1 0 0 0,-8 35 1 0 0,12-45-20 0 0,1 1 0 0 0,0 0 0 0 0,0 0 1 0 0,1 0-1 0 0,1 0 0 0 0,0 0 0 0 0,2 14 1 0 0,-2-21-12 0 0,0 0 0 0 0,0 0 1 0 0,0-1-1 0 0,0 1 0 0 0,0-1 1 0 0,0 1-1 0 0,1-1 0 0 0,-1 1 1 0 0,1-1-1 0 0,0 0 0 0 0,-1 1 1 0 0,1-1-1 0 0,0 0 0 0 0,1 0 1 0 0,-1 0-1 0 0,0-1 1 0 0,5 4-1 0 0,-3-3 4 0 0,1 0-1 0 0,0 0 1 0 0,0-1 0 0 0,0 1 0 0 0,0-1 0 0 0,0 0-1 0 0,0-1 1 0 0,0 1 0 0 0,7-1 0 0 0,5-1 139 0 0,0 0 0 0 0,0-2 0 0 0,0 0 0 0 0,31-10 1 0 0,-35 9-28 0 0,-1-1 0 0 0,1 0 0 0 0,-1-1 0 0 0,0 0 0 0 0,-1 0 0 0 0,1-2 0 0 0,-1 1 0 0 0,0-2 0 0 0,-1 1 0 0 0,0-1 0 0 0,-1-1-1 0 0,0 0 1 0 0,0 0 0 0 0,-1-1 0 0 0,0 0 0 0 0,-1 0 0 0 0,0-1 0 0 0,-1 1 0 0 0,0-2 0 0 0,-1 1 0 0 0,-1-1 0 0 0,1 0 0 0 0,3-21 0 0 0,-6 21-102 0 0,-1 1 0 0 0,0-1 1 0 0,-1 1-1 0 0,0-1 0 0 0,-1 0 0 0 0,0 1 0 0 0,-1-1 0 0 0,0 1 0 0 0,-1 0 0 0 0,-1 0 0 0 0,0 0 0 0 0,0 0 0 0 0,-8-14 0 0 0,7 18-29 0 0,0 0-1 0 0,0 0 0 0 0,-1 0 0 0 0,0 1 1 0 0,-1 0-1 0 0,1 0 0 0 0,-1 0 0 0 0,-1 1 0 0 0,1 0 1 0 0,-1 1-1 0 0,0-1 0 0 0,0 2 0 0 0,-1-1 1 0 0,1 1-1 0 0,-1 0 0 0 0,0 1 0 0 0,0 0 0 0 0,-10-2 1 0 0,9 3-324 0 0,1 0 0 0 0,-1 1 0 0 0,1 0 0 0 0,-1 1 0 0 0,1 0 1 0 0,-1 1-1 0 0,1 0 0 0 0,-1 0 0 0 0,-16 5 0 0 0,19-4-372 0 0,1 1-1 0 0,0-1 1 0 0,0 1-1 0 0,0 0 0 0 0,0 1 1 0 0,-6 4-1 0 0,7-3-482 0 0,0-1 0 0 0,0 1-1 0 0,1 0 1 0 0,-1 0-1 0 0,1 0 1 0 0,-6 10-1 0 0,1 6-5226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7 920 0 0,'0'0'10038'0'0,"-10"-7"-6441"0"0,9 8-3589 0 0,-1-1 1 0 0,0 1 0 0 0,1 0-1 0 0,0 0 1 0 0,-1 0 0 0 0,1 0 0 0 0,-1 0-1 0 0,1 0 1 0 0,0 0 0 0 0,0 0-1 0 0,0 0 1 0 0,-1 0 0 0 0,1 1-1 0 0,0-1 1 0 0,0 1 0 0 0,1-1-1 0 0,-1 0 1 0 0,0 1 0 0 0,0 0 0 0 0,1-1-1 0 0,-1 1 1 0 0,1-1 0 0 0,0 1-1 0 0,-1 2 1 0 0,-8 55 17 0 0,6-38 3 0 0,-35 340 20 0 0,22-182 19 0 0,14-155-73 0 0,0 3 49 0 0,-2 0 0 0 0,0 0 0 0 0,-10 30 0 0 0,14-56-135 0 0,0-1 1 0 0,0 0-1 0 0,0 1 1 0 0,0-1 0 0 0,0 1-1 0 0,0-1 1 0 0,0 0-1 0 0,-1 1 1 0 0,1-1-1 0 0,0 0 1 0 0,0 1 0 0 0,0-1-1 0 0,-1 0 1 0 0,1 0-1 0 0,0 1 1 0 0,-1-1-1 0 0,1 0 1 0 0,0 0 0 0 0,0 1-1 0 0,-1-1 1 0 0,1 0-1 0 0,0 0 1 0 0,-1 0-1 0 0,1 1 1 0 0,0-1 0 0 0,-1 0-1 0 0,1 0 1 0 0,-1 0-1 0 0,1 0 1 0 0,0 0-1 0 0,-1 0 1 0 0,1 0 0 0 0,0 0-1 0 0,-1 0 1 0 0,1 0-1 0 0,-1 0 1 0 0,1 0-1 0 0,0 0 1 0 0,-1 0-1 0 0,1 0 1 0 0,0 0 0 0 0,-1-1-1 0 0,0 1 1 0 0,1 0-221 0 0,-1-1 0 0 0,0 1 0 0 0,0-1 1 0 0,0 0-1 0 0,1 1 0 0 0,-4-4-1554 0 0,4 3 1555 0 0,-1 0-1 0 0,1 0 0 0 0,-1-1 0 0 0,-3-8-3448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3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152 257 380 0 0,'0'-13'1773'0'0,"1"-1"0"0"0,0 0-1 0 0,1 1 1 0 0,5-18 0 0 0,-4 20-1274 0 0,1 1 0 0 0,0-1 0 0 0,1 1 0 0 0,0 0 0 0 0,8-13 0 0 0,-7 16-457 0 0,0-1 0 0 0,0 1-1 0 0,0 0 1 0 0,1 0-1 0 0,0 0 1 0 0,1 1 0 0 0,-1 0-1 0 0,1 1 1 0 0,0 0 0 0 0,1 0-1 0 0,-1 0 1 0 0,1 1 0 0 0,0 1-1 0 0,0-1 1 0 0,14-2 0 0 0,-15 4-37 0 0,1 1 1 0 0,-1 0-1 0 0,1 1 1 0 0,0-1-1 0 0,0 2 1 0 0,-1-1-1 0 0,1 1 1 0 0,0 1 0 0 0,-1-1-1 0 0,1 2 1 0 0,8 2-1 0 0,-14-4 4 0 0,1 0 0 0 0,-1 1-1 0 0,1 0 1 0 0,-1-1-1 0 0,0 1 1 0 0,0 0 0 0 0,0 0-1 0 0,0 1 1 0 0,0-1-1 0 0,0 1 1 0 0,0 0-1 0 0,-1-1 1 0 0,0 1 0 0 0,1 0-1 0 0,-1 0 1 0 0,0 1-1 0 0,0-1 1 0 0,-1 0 0 0 0,1 1-1 0 0,-1-1 1 0 0,1 1-1 0 0,-1-1 1 0 0,0 1 0 0 0,-1 0-1 0 0,1-1 1 0 0,-1 1-1 0 0,1 0 1 0 0,-1 7 0 0 0,-2 3 33 0 0,-1 0 0 0 0,1 0 0 0 0,-2-1 0 0 0,0 1 0 0 0,-1-1 0 0 0,0 1 0 0 0,-1-1 0 0 0,-1-1 1 0 0,-10 16-1 0 0,-10 13 12 0 0,-44 47 1 0 0,44-56-27 0 0,-1-2 0 0 0,-46 37 1 0 0,56-53 131 0 0,0-1 0 0 0,0-1 0 0 0,-1-1 0 0 0,-1 0 0 0 0,0-2 1 0 0,-23 9-1 0 0,1-9 1253 0 0,40-9-1113 0 0,-4 0-123 0 0,5 0-163 0 0,1 0 0 0 0,-1 0 1 0 0,0 0-1 0 0,1 0 0 0 0,-1 0 1 0 0,0 0-1 0 0,1 0 0 0 0,-1 0 1 0 0,0 0-1 0 0,1 0 0 0 0,-1-1 1 0 0,0 1-1 0 0,1 0 1 0 0,-1 0-1 0 0,0 0 0 0 0,1-1 1 0 0,-2 0-1 0 0,2 0-5 0 0,-1 0 0 0 0,0-1-1 0 0,1 1 1 0 0,-1-1 0 0 0,1 1 0 0 0,0 0 0 0 0,-1-1 0 0 0,1 1-1 0 0,0-1 1 0 0,0 1 0 0 0,0-1 0 0 0,0 1 0 0 0,0-1 0 0 0,0 1-1 0 0,1-3 1 0 0,0 3-18 0 0,-1 0 9 0 0,0 1 0 0 0,1-1 0 0 0,-1 0 0 0 0,1 1 0 0 0,-1-1 0 0 0,1 0 0 0 0,0 1 0 0 0,-1-1 0 0 0,1 1 0 0 0,0-1-1 0 0,-1 1 1 0 0,1-1 0 0 0,0 1 0 0 0,0 0 0 0 0,0-1 0 0 0,1 1 0 0 0,1-1-3 0 0,0 0 0 0 0,0 1-1 0 0,1 0 1 0 0,-1-1 0 0 0,0 2 0 0 0,1-1-1 0 0,-1 0 1 0 0,0 0 0 0 0,1 1-1 0 0,-1 0 1 0 0,0 0 0 0 0,0 0 0 0 0,1 0-1 0 0,3 2 1 0 0,5 3 0 0 0,5 2-5 0 0,0 0-1 0 0,-1 1 1 0 0,-1 1 0 0 0,1 1-1 0 0,14 13 1 0 0,68 68 25 0 0,-88-82-15 0 0,47 51 7 0 0,-30-31 83 0 0,49 43 0 0 0,-75-72-60 0 0,18 13 278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98 1488 0 0,'0'-3'2397'0'0,"-1"-20"5750"0"0,-5-41 824 0 0,1 57-8565 0 0,2 15-395 0 0,1-1-1 0 0,-1 1 1 0 0,2 1 0 0 0,-1-1 0 0 0,1 0 0 0 0,0 16 0 0 0,-1-8 0 0 0,1-1-3 0 0,-4 28 18 0 0,2 60 0 0 0,4-91-24 0 0,-1 0 0 0 0,2 0 0 0 0,0 0 1 0 0,0-1-1 0 0,1 1 0 0 0,0 0 0 0 0,1-1 0 0 0,1 0 0 0 0,11 21 0 0 0,-14-28 0 0 0,0-1 0 0 0,1 0 1 0 0,-1 0-1 0 0,1 0 1 0 0,0 0-1 0 0,0 0 0 0 0,0 0 1 0 0,0-1-1 0 0,1 1 0 0 0,-1-1 1 0 0,1 0-1 0 0,-1 0 1 0 0,1 0-1 0 0,0-1 0 0 0,0 1 1 0 0,5 0-1 0 0,-4-1 2 0 0,1 0-1 0 0,-1-1 0 0 0,1 1 1 0 0,0-1-1 0 0,-1-1 1 0 0,1 1-1 0 0,0-1 1 0 0,-1 0-1 0 0,1 0 0 0 0,9-4 1 0 0,-6 2-2 0 0,-1-1 0 0 0,0 0 0 0 0,1 0 0 0 0,-2-1 0 0 0,1 0 0 0 0,0-1 0 0 0,-1 1 0 0 0,0-1 0 0 0,0-1 0 0 0,-1 1 0 0 0,0-1 0 0 0,0 0 0 0 0,-1-1 0 0 0,7-10 0 0 0,-5 2 311 0 0,-1 0 1 0 0,0-1-1 0 0,-1 0 0 0 0,6-34 0 0 0,-11 49-143 0 0,3-16 483 0 0,-16 300-418 0 0,11-165-202 0 0,1-18-97 0 0,2-40 83 0 0,-13 105 0 0 0,10-100 845 0 0,2-63-660 0 0,-1-1-306 0 0,1 0 37 0 0,-1 0 0 0 0,1 0-1 0 0,-1 0 1 0 0,1 0-1 0 0,-1 0 1 0 0,1 0 0 0 0,-1 0-1 0 0,1 0 1 0 0,-1-1 0 0 0,1 1-1 0 0,0 0 1 0 0,-1 0 0 0 0,1-1-1 0 0,-1 1 1 0 0,1 0 0 0 0,-1 0-1 0 0,1-1 1 0 0,0 1-1 0 0,-1 0 1 0 0,1-1 0 0 0,0 1-1 0 0,-1-1 1 0 0,1 1 0 0 0,0 0-1 0 0,0-1 1 0 0,-1 1 0 0 0,1-1-1 0 0,0 1 1 0 0,0-1-1 0 0,0 0 1 0 0,1-19-3541 0 0,15-22-6388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4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111 126 1952 0 0,'-3'0'2143'0'0,"-89"-10"15703"0"0,90 10-17580 0 0,-9 0-22 0 0,9 0 560 0 0,5-1-742 0 0,51-14-8 0 0,223-68 10 0 0,-240 70-14 0 0,-35 13-52 0 0,4-4 1260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 1008 0 0,'3'-6'13880'0'0,"-9"20"-13836"0"0,2 0 0 0 0,0 1-1 0 0,0-1 1 0 0,-2 24 0 0 0,-1 3 18 0 0,-10 77 19 0 0,4-44-67 0 0,4-22-4 0 0,9-51-7 0 0,-1 1 5 0 0,-3 18-7 0 0,-10 46-7 0 0,14-65 6 0 0,-1 1 8 0 0,0 5-4 0 0,1-5-2 0 0,0-1 0 0 0,0 0 0 0 0,0 0 0 0 0,0 1 0 0 0,0-1 1 0 0,0 0-1 0 0,0 0 0 0 0,0 1 0 0 0,0-1 0 0 0,1 0 0 0 0,-1 0 0 0 0,0 1 0 0 0,1-1 0 0 0,-1 0 0 0 0,1 0 0 0 0,0 0 0 0 0,-1 0 1 0 0,1 1-1 0 0,0-1 0 0 0,0 0 0 0 0,-1 0 0 0 0,1-1 0 0 0,0 1 0 0 0,0 0 0 0 0,0 0 0 0 0,0 0 0 0 0,0-1 0 0 0,0 1 1 0 0,1 0-1 0 0,-1-1 0 0 0,2 1 0 0 0,-2 0 14 0 0,16 1 62 0 0,-12-1-70 0 0,0 0 1 0 0,0-1-1 0 0,0 0 1 0 0,0 0-1 0 0,0-1 1 0 0,0 1-1 0 0,0-1 1 0 0,0 0-1 0 0,0-1 1 0 0,7-2 0 0 0,4-1 21 0 0,16-4 29 0 0,0-1-1 0 0,-1-1 1 0 0,45-24-1 0 0,-73 33-53 0 0,-1 0 0 0 0,1 0-1 0 0,0 0 1 0 0,-1-1-1 0 0,1 1 1 0 0,-1-1-1 0 0,1 1 1 0 0,-1-1-1 0 0,0 0 1 0 0,0 0-1 0 0,-1 0 1 0 0,1 0-1 0 0,-1 0 1 0 0,1 0-1 0 0,-1 0 1 0 0,0-1-1 0 0,0 1 1 0 0,0-1-1 0 0,0-5 1 0 0,0-2 28 0 0,0 0-1 0 0,-1 0 1 0 0,-1 0 0 0 0,-2-16-1 0 0,-6-19 2527 0 0,9 44-2296 0 0,-3-5 120 0 0,0 16-373 0 0,1 0 0 0 0,0 0 0 0 0,0 0 0 0 0,1 0 0 0 0,0 0 0 0 0,1 1 0 0 0,1 13 0 0 0,-2 17 20 0 0,-8 149 77 0 0,8-145-71 0 0,-1-9 21 0 0,-9 201 958 0 0,6-141 2114 0 0,5-93-2836 0 0,-1 14 355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69 166 1856 0 0,'-6'-12'4526'0'0,"2"6"-3287"0"0,-1 0 0 0 0,1 0 0 0 0,-1 0 0 0 0,0 1 0 0 0,-8-7 656 0 0,12 11-1625 0 0,1-1 0 0 0,-1 1 0 0 0,0-1 0 0 0,0 1 0 0 0,0-1 0 0 0,0 1 0 0 0,0-1 0 0 0,-1 1-1 0 0,1 0 1 0 0,0 0 0 0 0,-2-2 0 0 0,-8-9 1511 0 0,10 11-1627 0 0,1 0-148 0 0,0 0 0 0 0,0 0 0 0 0,0 1 0 0 0,1-1 0 0 0,-1 0 0 0 0,0 0 0 0 0,1 0 0 0 0,-1 1 0 0 0,0-1-1 0 0,1 0 1 0 0,-1 0 0 0 0,1 1 0 0 0,-1-1 0 0 0,1 1 0 0 0,0-1 0 0 0,-1 0 0 0 0,1 1 0 0 0,0-1-1 0 0,-1 1 1 0 0,2-1 0 0 0,15-13 34 0 0,-17 14-40 0 0,9-7-3 0 0,0 1 1 0 0,1 0 0 0 0,0 1 0 0 0,0 0-1 0 0,0 1 1 0 0,0 0 0 0 0,1 0-1 0 0,-1 1 1 0 0,1 0 0 0 0,0 1-1 0 0,0 1 1 0 0,0-1 0 0 0,0 2-1 0 0,14 0 1 0 0,-22 0 2 0 0,-1 0 1 0 0,1 0-1 0 0,-1 1 0 0 0,1-1 0 0 0,-1 1 0 0 0,1-1 1 0 0,-1 1-1 0 0,1 0 0 0 0,-1 0 0 0 0,0 0 1 0 0,0 0-1 0 0,1 0 0 0 0,-1 0 0 0 0,0 1 0 0 0,0-1 1 0 0,0 1-1 0 0,0 0 0 0 0,0-1 0 0 0,-1 1 0 0 0,1 0 1 0 0,-1 0-1 0 0,1 0 0 0 0,-1 0 0 0 0,1 1 1 0 0,-1-1-1 0 0,0 0 0 0 0,0 0 0 0 0,0 1 0 0 0,-1-1 1 0 0,1 1-1 0 0,0-1 0 0 0,-1 1 0 0 0,0-1 1 0 0,1 1-1 0 0,-1-1 0 0 0,0 1 0 0 0,0-1 0 0 0,0 1 1 0 0,-2 4-1 0 0,0 6 13 0 0,-1 1 0 0 0,0-1 0 0 0,-1 0 0 0 0,-1 0 0 0 0,-10 20 0 0 0,-4 2 18 0 0,-2 0 0 0 0,-44 54-1 0 0,42-58 5 0 0,-9 6 95 0 0,31-36-111 0 0,-1 2 4 0 0,-3 5 32 0 0,7-6 37 0 0,5-4 76 0 0,1-2-160 0 0,24-7 31 0 0,-22 10-38 0 0,0-1 1 0 0,0 1 0 0 0,0 1 0 0 0,0 0 0 0 0,1 0 0 0 0,-1 1 0 0 0,0 0 0 0 0,0 1 0 0 0,-1 0 0 0 0,1 0 0 0 0,0 1 0 0 0,-1 1 0 0 0,1-1 0 0 0,-1 2 0 0 0,10 5 0 0 0,-1 1 16 0 0,1 0 1 0 0,-2 2 0 0 0,1 0-1 0 0,-2 1 1 0 0,0 1 0 0 0,15 17 0 0 0,-25-25 222 0 0,0 1 0 0 0,0 0 1 0 0,0 0-1 0 0,-1 0 1 0 0,-1 1-1 0 0,1 0 1 0 0,-1 0-1 0 0,-1 0 1 0 0,0 0-1 0 0,0 0 1 0 0,-1 1-1 0 0,0 0 0 0 0,0-1 1 0 0,-1 1-1 0 0,-1 0 1 0 0,1-1-1 0 0,-2 1 1 0 0,1 0-1 0 0,-1 0 1 0 0,-1-1-1 0 0,0 1 1 0 0,0-1-1 0 0,-1 1 0 0 0,0-1 1 0 0,-1 0-1 0 0,1 0 1 0 0,-2 0-1 0 0,1-1 1 0 0,-2 1-1 0 0,1-1 1 0 0,-1 0-1 0 0,-10 10 1 0 0,8-8-27 0 0,-1-1 0 0 0,-1 0 0 0 0,0-1 0 0 0,0 0 0 0 0,0 0 0 0 0,-1-1 1 0 0,0 0-1 0 0,-1-1 0 0 0,1-1 0 0 0,-1 0 0 0 0,0 0 0 0 0,0-1 0 0 0,-1-1 0 0 0,-14 3 1 0 0,13-6-155 0 0,0 0 0 0 0,0-1 0 0 0,0 0 1 0 0,0-1-1 0 0,0-1 0 0 0,0 0 0 0 0,1-1 1 0 0,-1 0-1 0 0,-23-12 0 0 0,36 15-166 0 0,0 1 0 0 0,-1-1 0 0 0,1 0 0 0 0,0 0 0 0 0,-1 0 0 0 0,1 1-1 0 0,0-2 1 0 0,0 1 0 0 0,0 0 0 0 0,0 0 0 0 0,0 0 0 0 0,0 0 0 0 0,0-1-1 0 0,1 1 1 0 0,-1 0 0 0 0,0-1 0 0 0,1 1 0 0 0,-1 0 0 0 0,0-1 0 0 0,1 1 0 0 0,0-1-1 0 0,-1 1 1 0 0,1-1 0 0 0,0-1 0 0 0,0-1-1083 0 0,0 0 1 0 0,0 0-1 0 0,0 1 0 0 0,1-1 1 0 0,0 0-1 0 0,-1 0 0 0 0,3-4 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4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213 152 1740 0 0,'-115'58'13287'0'0,"56"-27"-4283"0"0,22-3-3543 0 0,35-27-5228 0 0,5-1-215 0 0,-1 1 0 0 0,1-1 0 0 0,-1 1 0 0 0,1-1 0 0 0,-1 0 0 0 0,0 0 0 0 0,1 0 0 0 0,-1-1 1 0 0,1 1-1 0 0,2-1 0 0 0,7-1 41 0 0,447-50 617 0 0,-117 11-541 0 0,-40 9-60 0 0,520-60-79 0 0,-502 50 389 0 0,-303 33-5402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 60 0 0,'0'0'5636'0'0,"-11"-6"-1155"0"0,-1 14 602 0 0,-9 121-5064 0 0,-9 43 32 0 0,-50 149 291 0 0,72-287-259 0 0,-3 6 129 0 0,10-38-182 0 0,-4 8 104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69 114 1084 0 0,'-2'-2'1776'0'0,"-38"-19"5304"0"0,38 21-6496 0 0,-10-6 1697 0 0,0-1-920 0 0,11 3-727 0 0,24 0-402 0 0,-10 2-121 0 0,24-5 60 0 0,70-24 0 0 0,-48 12-93 0 0,-52 16-247 0 0,-4 2 23 0 0,-1 0 0 0 0,0 0 0 0 0,0 0 0 0 0,1 0 0 0 0,-1 1 0 0 0,0-1 0 0 0,1 0 0 0 0,-1 1 0 0 0,1 0 0 0 0,-1 0 0 0 0,1 0 0 0 0,-1 0 0 0 0,0 0 0 0 0,1 0 1 0 0,4 1-1 0 0,-9 2-677 0 0,1-1 0 0 0,0 0 1 0 0,-1 0-1 0 0,1 0 1 0 0,-1 0-1 0 0,-6 6-1644 0 0,-2 0-785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3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16 848 0 0,'-3'-1'1727'0'0,"-31"-7"3837"0"0,32 8-4824 0 0,-1-1-86 0 0,-8-3-86 0 0,8 4 401 0 0,0-1-553 0 0,1 1-342 0 0,1 0-1 0 0,-1 0 0 0 0,1-1 1 0 0,-1 1-1 0 0,0 0 1 0 0,1 1-1 0 0,-1-1 0 0 0,1 0 1 0 0,-1 0-1 0 0,0 1 0 0 0,1-1 1 0 0,-1 1-1 0 0,1-1 0 0 0,-1 1 1 0 0,1 0-1 0 0,-1-1 0 0 0,1 1 1 0 0,0 0-1 0 0,-1 0 0 0 0,1 0 1 0 0,-2 1-1 0 0,1 2-51 0 0,-1 0 1 0 0,1-1-1 0 0,0 1 0 0 0,0 0 0 0 0,1 0 0 0 0,-1 0 1 0 0,-1 7-1 0 0,-2 12 24 0 0,1 0 0 0 0,1 1-1 0 0,0-1 1 0 0,3 42 0 0 0,0-63-42 0 0,-1 0 20 0 0,1 0 1 0 0,0 0 0 0 0,1-1 0 0 0,-1 1 0 0 0,0 0 0 0 0,0 0 0 0 0,1-1 0 0 0,-1 1 0 0 0,1 0-1 0 0,-1-1 1 0 0,1 1 0 0 0,0 0 0 0 0,0-1 0 0 0,0 1 0 0 0,-1-1 0 0 0,2 1 0 0 0,-1-1 0 0 0,0 0-1 0 0,0 1 1 0 0,2 0 0 0 0,-2-1 89 0 0,0 0-89 0 0,0 0-1 0 0,0-1 0 0 0,0 1 1 0 0,0-1-1 0 0,0 1 1 0 0,0-1-1 0 0,0 1 0 0 0,1-1 1 0 0,-1 0-1 0 0,0 0 1 0 0,0 1-1 0 0,0-1 0 0 0,0 0 1 0 0,2 0-1 0 0,11 1 86 0 0,36-1 196 0 0,-41-1-287 0 0,0 1-1 0 0,1 0 1 0 0,15 3-1 0 0,-21-2-15 0 0,0 0-1 0 0,0 0 0 0 0,0 0 1 0 0,0 1-1 0 0,-1 0 1 0 0,1-1-1 0 0,-1 2 0 0 0,1-1 1 0 0,-1 0-1 0 0,0 1 0 0 0,1-1 1 0 0,1 4-1 0 0,3 1 159 0 0,-2 1 0 0 0,1 0-1 0 0,-1 1 1 0 0,-1-1 0 0 0,1 1 0 0 0,-1 0 0 0 0,-1 1-1 0 0,0-1 1 0 0,0 1 0 0 0,-1-1 0 0 0,0 1 0 0 0,-1 0-1 0 0,0 0 1 0 0,0 1 0 0 0,-1-1 0 0 0,-1 0 0 0 0,0 18-1 0 0,-1-17 179 0 0,-1 0 0 0 0,0 0 0 0 0,0 0 0 0 0,-1 0 0 0 0,0-1-1 0 0,-1 1 1 0 0,0-1 0 0 0,-1 0 0 0 0,0 0 0 0 0,-1 0 0 0 0,0-1 0 0 0,0 0-1 0 0,-1 0 1 0 0,0 0 0 0 0,-1-1 0 0 0,-10 9 0 0 0,13-13-234 0 0,-1 0 1 0 0,1 0-1 0 0,-1-1 1 0 0,0 0-1 0 0,-1 0 0 0 0,1 0 1 0 0,0-1-1 0 0,-1 0 1 0 0,1 0-1 0 0,-1 0 1 0 0,1-1-1 0 0,-1 0 0 0 0,0 0 1 0 0,0-1-1 0 0,0 0 1 0 0,1 0-1 0 0,-1-1 1 0 0,0 0-1 0 0,0 0 1 0 0,1 0-1 0 0,-12-5 0 0 0,13 5-123 0 0,-4-2-43 0 0,0 1 0 0 0,1-1 0 0 0,-1 0 1 0 0,1-1-1 0 0,0 0 0 0 0,0-1 1 0 0,0 1-1 0 0,0-1 0 0 0,1-1 0 0 0,0 0 1 0 0,-7-6-1 0 0,14 10-228 0 0,-1 1 1 0 0,1-1-1 0 0,0 0 1 0 0,-1 1-1 0 0,1-1 1 0 0,0 0-1 0 0,0 1 1 0 0,0-1-1 0 0,0 0 1 0 0,1 1-1 0 0,-1-1 1 0 0,0 0-1 0 0,1 1 1 0 0,-1-1-1 0 0,1 0 1 0 0,-1 1-1 0 0,1-1 1 0 0,0 1-1 0 0,0-1 0 0 0,0 1 1 0 0,0 0-1 0 0,1-3 1 0 0,-1 3 127 0 0,22-32-9020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39 190 2392 0 0,'-26'-22'11103'0'0,"15"12"-8461"0"0,9 9-2439 0 0,17-5 365 0 0,449-131 511 0 0,-455 134-1109 0 0,-4 1-16 0 0,1 0-1 0 0,-1 0 1 0 0,0 1-1 0 0,1-1 0 0 0,-1 1 1 0 0,1 1-1 0 0,-1-1 1 0 0,1 1-1 0 0,8 1 1 0 0,-14-1 23 0 0,0 0 0 0 0,0 0 0 0 0,0 0 1 0 0,0 0-1 0 0,0 0 0 0 0,0 0 0 0 0,0 0 1 0 0,0 0-1 0 0,1 0 0 0 0,-1 0 1 0 0,0 0-1 0 0,0 0 0 0 0,0 0 0 0 0,0 0 1 0 0,0 0-1 0 0,0 0 0 0 0,0 0 0 0 0,0 0 1 0 0,0 0-1 0 0,0 0 0 0 0,0 0 0 0 0,0 0 1 0 0,0 1-1 0 0,0-1 0 0 0,0 0 1 0 0,0 0-1 0 0,1 0 0 0 0,-1 0 0 0 0,0 0 1 0 0,0 0-1 0 0,0 0 0 0 0,0 0 0 0 0,0 0 1 0 0,0 0-1 0 0,0 1 0 0 0,0-1 0 0 0,0 0 1 0 0,0 0-1 0 0,0 0 0 0 0,0 0 1 0 0,0 0-1 0 0,0 0 0 0 0,-1 0 0 0 0,1 0 1 0 0,0 0-1 0 0,0 0 0 0 0,0 1 0 0 0,0-1 1 0 0,0 0-1 0 0,0 0 0 0 0,0 0 0 0 0,0 0 1 0 0,0 0-1 0 0,0 0 0 0 0,0 0 1 0 0,0 0-1 0 0,0 0 0 0 0,0 0 0 0 0,0 0 1 0 0,0 0-1 0 0,-1 0 0 0 0,-16 29-7136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67 1920 0 0,'5'-45'8036'0'0,"-4"43"-7420"0"0,-2-18 2505 0 0,-1 29-2968 0 0,0-1-1 0 0,0 0 1 0 0,1 1 0 0 0,1-1 0 0 0,-1 1 0 0 0,1-1 0 0 0,1 1 0 0 0,1 11 0 0 0,0 16 311 0 0,-20 545 1975 0 0,12-419-3786 0 0,5-153-931 0 0,-3-36-3140 0 0,6-14 1545 0 0,1 15 1221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15 520 16 0 0,'3'-128'5197'0'0,"-2"62"-1236"0"0,12-95 0 0 0,-12 153-3882 0 0,2-1 0 0 0,-1 0 0 0 0,1 1 0 0 0,1-1 0 0 0,0 1 0 0 0,0 0 0 0 0,0 0 0 0 0,1 0 0 0 0,0 1 0 0 0,1 0 0 0 0,-1 0 0 0 0,1 0 0 0 0,1 0 0 0 0,-1 1 0 0 0,1 0 0 0 0,13-8 0 0 0,-15 11-72 0 0,1-1 0 0 0,0 1 1 0 0,0 0-1 0 0,0 0 0 0 0,0 1 0 0 0,0-1 0 0 0,1 1 1 0 0,-1 1-1 0 0,1-1 0 0 0,-1 1 0 0 0,1 0 1 0 0,0 1-1 0 0,0 0 0 0 0,-1 0 0 0 0,1 0 1 0 0,0 1-1 0 0,-1 0 0 0 0,1 0 0 0 0,-1 0 0 0 0,1 1 1 0 0,-1 0-1 0 0,1 1 0 0 0,5 3 0 0 0,-8-5 7 0 0,-1 1 1 0 0,0 0-1 0 0,1 0 0 0 0,-1 1 0 0 0,0-1 0 0 0,0 1 0 0 0,-1-1 0 0 0,1 1 0 0 0,-1 0 0 0 0,1 0 0 0 0,-1 0 0 0 0,0 1 1 0 0,0-1-1 0 0,0 0 0 0 0,-1 1 0 0 0,3 6 0 0 0,-2-4 3 0 0,-1 0 0 0 0,-1 0 0 0 0,1-1 0 0 0,-1 1 0 0 0,0 0-1 0 0,0 0 1 0 0,-1 0 0 0 0,1-1 0 0 0,-1 1 0 0 0,-2 6 0 0 0,-4 9 24 0 0,-1-1 1 0 0,-1-1-1 0 0,0 1 0 0 0,-23 33 0 0 0,14-27-34 0 0,-1-1 0 0 0,0-1 0 0 0,-31 27 0 0 0,-72 56 1594 0 0,97-87-560 0 0,23-18-874 0 0,-5-2 105 0 0,8 2-31 0 0,11 1-154 0 0,-6-2-84 0 0,0 0 0 0 0,-1 0 0 0 0,1 1-1 0 0,0 0 1 0 0,0 0 0 0 0,-1 1 0 0 0,1-1-1 0 0,8 7 1 0 0,-1-2 3 0 0,36 21 26 0 0,-1 2 1 0 0,49 41-1 0 0,2 2-390 0 0,-65-50-656 0 0,25 17-1968 0 0,-17-16-3161 0 0,-24-15 196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4:5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23 154 1404 0 0,'-13'-43'8436'0'0,"9"1"-4190"0"0,4 39-4142 0 0,1 1 1 0 0,-1-1 0 0 0,1 0-1 0 0,0 1 1 0 0,0-1-1 0 0,0 1 1 0 0,0-1-1 0 0,1 1 1 0 0,-1-1-1 0 0,1 1 1 0 0,-1 0-1 0 0,1 0 1 0 0,0 0-1 0 0,0 0 1 0 0,0 0 0 0 0,0 0-1 0 0,0 0 1 0 0,3-1-1 0 0,2-1-49 0 0,-1 1 0 0 0,1 0 0 0 0,-1 0 0 0 0,1 1 0 0 0,0 0 0 0 0,0 0 0 0 0,1 1 0 0 0,-1-1 0 0 0,0 2-1 0 0,0-1 1 0 0,8 1 0 0 0,-11 0-44 0 0,0 0 0 0 0,0 0 0 0 0,0 1 0 0 0,0-1 0 0 0,0 1-1 0 0,0 0 1 0 0,0 0 0 0 0,0 1 0 0 0,0-1 0 0 0,-1 1 0 0 0,1 0 0 0 0,0 0 0 0 0,-1 0-1 0 0,0 0 1 0 0,1 0 0 0 0,-1 1 0 0 0,0 0 0 0 0,0-1 0 0 0,0 1 0 0 0,-1 0-1 0 0,4 5 1 0 0,-4-3 32 0 0,1 1 0 0 0,-1-1-1 0 0,-1 0 1 0 0,1 1 0 0 0,-1 0 0 0 0,0-1-1 0 0,0 1 1 0 0,-1 0 0 0 0,1-1 0 0 0,-1 1-1 0 0,-1 0 1 0 0,1-1 0 0 0,-1 1 0 0 0,0 0 0 0 0,0-1-1 0 0,-1 1 1 0 0,1-1 0 0 0,-1 1 0 0 0,-5 9-1 0 0,-5 7 300 0 0,0 1-1 0 0,-1-2 0 0 0,-17 21 0 0 0,26-37-221 0 0,-32 47 1981 0 0,35-51-1939 0 0,-3 6 400 0 0,15-9-490 0 0,-2 2-70 0 0,-1 0 0 0 0,1 0 0 0 0,0 1 0 0 0,-1 0 1 0 0,1 0-1 0 0,-1 1 0 0 0,0 0 0 0 0,1 1 0 0 0,-1 0 0 0 0,0 0 0 0 0,0 1 0 0 0,-1 0 0 0 0,1 0 0 0 0,-1 1 0 0 0,11 8 0 0 0,-9-7 0 0 0,-1 2 0 0 0,1-1 0 0 0,-1 1 0 0 0,-1 0 0 0 0,0 1 1 0 0,0 0-1 0 0,0 0 0 0 0,-1 0 0 0 0,-1 1 0 0 0,1 0 0 0 0,6 20 0 0 0,-10-22 154 0 0,0 1-1 0 0,-1 0 1 0 0,0-1-1 0 0,-1 1 1 0 0,0 0 0 0 0,-1-1-1 0 0,1 1 1 0 0,-2 0-1 0 0,1-1 1 0 0,-1 1-1 0 0,-1-1 1 0 0,1 1-1 0 0,-1-1 1 0 0,-1 0-1 0 0,1 0 1 0 0,-7 8-1 0 0,4-5 287 0 0,0-2-1 0 0,-1 1 1 0 0,0-1-1 0 0,0 0 1 0 0,-1 0-1 0 0,0-1 0 0 0,-1 0 1 0 0,0 0-1 0 0,0-1 1 0 0,-1 0-1 0 0,-17 8 1 0 0,22-12-307 0 0,-1-1 1 0 0,0 0 0 0 0,0 0-1 0 0,0-1 1 0 0,0 0 0 0 0,0 0-1 0 0,0 0 1 0 0,0-1 0 0 0,0 0-1 0 0,0 0 1 0 0,0-1 0 0 0,0 1 0 0 0,-6-3-1 0 0,-6-1-702 0 0,0-2 0 0 0,-31-14-1 0 0,33 13-1088 0 0,9 3-939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2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0 896 0 0,'0'0'11956'0'0,"-1"3"-11891"0"0,-38 137 110 0 0,-27 183 0 0 0,56-265-123 0 0,-36 272-2033 0 0,45-306-3290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2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56 250 772 0 0,'0'-11'983'0'0,"1"-1"0"0"0,0 0 0 0 0,1 1 1 0 0,1-1-1 0 0,0 1 0 0 0,6-17 0 0 0,-4 16-601 0 0,0 1-1 0 0,1 0 1 0 0,0 0-1 0 0,1 0 1 0 0,0 1 0 0 0,11-12-1 0 0,-13 16-342 0 0,0 1-1 0 0,1-1 0 0 0,-1 1 0 0 0,1 0 0 0 0,1 1 0 0 0,-1-1 0 0 0,0 1 0 0 0,1 0 0 0 0,0 1 0 0 0,0 0 0 0 0,0 0 1 0 0,0 0-1 0 0,0 1 0 0 0,1 0 0 0 0,-1 1 0 0 0,1-1 0 0 0,0 1 0 0 0,-1 1 0 0 0,1 0 0 0 0,0 0 0 0 0,-1 0 0 0 0,1 1 1 0 0,-1 0-1 0 0,12 3 0 0 0,-17-4-30 0 0,0 1 1 0 0,1 0 0 0 0,-1 0 0 0 0,0 0-1 0 0,1 0 1 0 0,-1 0 0 0 0,0 0 0 0 0,0 1-1 0 0,0-1 1 0 0,0 1 0 0 0,0-1 0 0 0,0 1-1 0 0,-1 0 1 0 0,1 0 0 0 0,0 0 0 0 0,-1 0-1 0 0,0 0 1 0 0,1 0 0 0 0,0 3 0 0 0,0-1-1 0 0,-1-1 0 0 0,0 1 0 0 0,-1 0 0 0 0,1 0 0 0 0,-1 0 0 0 0,1 0 0 0 0,-1 0 0 0 0,0 0 0 0 0,-1-1 0 0 0,1 1 0 0 0,-2 5 0 0 0,-2 7 5 0 0,-1 0 1 0 0,-1 0-1 0 0,0 0 1 0 0,-12 21-1 0 0,0-4 22 0 0,-1 0 0 0 0,-33 41-1 0 0,37-56-1 0 0,-1 0 1 0 0,0-1-1 0 0,-1-1 0 0 0,-1-1 0 0 0,-21 15 1 0 0,31-25 135 0 0,-1 0 0 0 0,1-1 0 0 0,-1 0 0 0 0,1-1 1 0 0,-1 0-1 0 0,0 0 0 0 0,-10 1 0 0 0,17-3-11 0 0,-21 6 884 0 0,29-6-1036 0 0,0 1 0 0 0,0 0 0 0 0,0 1-1 0 0,0-1 1 0 0,0 1 0 0 0,0 0 0 0 0,0 1-1 0 0,-1-1 1 0 0,0 1 0 0 0,0 0 0 0 0,0 0-1 0 0,0 1 1 0 0,6 7 0 0 0,7 9 66 0 0,29 43-1 0 0,-24-29-154 0 0,20 30-1555 0 0,-9-26-4831 0 0,-23-30 2366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2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50 1148 0 0,'-12'-37'11671'0'0,"6"50"-11367"0"0,6-1-254 0 0,1 0 0 0 0,0 0 1 0 0,0 0-1 0 0,1-1 1 0 0,5 17-1 0 0,-6-24-38 0 0,0-1 0 0 0,0 0 0 0 0,0 0 0 0 0,1 0 0 0 0,-1 0 1 0 0,1 0-1 0 0,0 0 0 0 0,0-1 0 0 0,0 1 0 0 0,0 0 0 0 0,0-1 0 0 0,1 0 0 0 0,-1 1 0 0 0,1-1 1 0 0,-1 0-1 0 0,1 0 0 0 0,0-1 0 0 0,0 1 0 0 0,0 0 0 0 0,0-1 0 0 0,0 0 0 0 0,0 0 0 0 0,0 0 1 0 0,0 0-1 0 0,1 0 0 0 0,4 0 0 0 0,-2-1-2 0 0,0 1-1 0 0,0-1 1 0 0,0-1 0 0 0,0 1 0 0 0,0-1 0 0 0,0 0-1 0 0,0-1 1 0 0,0 0 0 0 0,0 1 0 0 0,0-2-1 0 0,-1 1 1 0 0,1-1 0 0 0,-1 0 0 0 0,1 0 0 0 0,-1 0-1 0 0,0-1 1 0 0,-1 0 0 0 0,1 0 0 0 0,0 0-1 0 0,-1 0 1 0 0,0-1 0 0 0,0 0 0 0 0,3-5 0 0 0,-2 2 489 0 0,-1-1 1 0 0,0 0 0 0 0,-1 0-1 0 0,1 0 1 0 0,-2-1 0 0 0,1 1-1 0 0,1-19 1 0 0,-2 14-286 0 0,-2 13 199 0 0,-2 4-380 0 0,-1 0 0 0 0,1 0 0 0 0,0 0 0 0 0,0 0 0 0 0,0 1 0 0 0,0-1 0 0 0,-2 7 0 0 0,-17 51 73 0 0,2 0 0 0 0,3 2 0 0 0,-12 98 0 0 0,27-140-176 0 0,-1 0 0 0 0,4 35 0 0 0,7-18-2728 0 0,-2-28 512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2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13 309 1980 0 0,'-6'-14'5047'0'0,"3"4"-3568"0"0,2 9-1178 0 0,1-1 0 0 0,-1 0-1 0 0,1 1 1 0 0,-1-1 0 0 0,1 0 0 0 0,-1 0-1 0 0,1 1 1 0 0,0-1 0 0 0,0 0 0 0 0,0 0-1 0 0,1-3 1 0 0,-1 4-262 0 0,1 0 0 0 0,0-1 0 0 0,0 1 0 0 0,0 0 0 0 0,0 0 0 0 0,1 0 0 0 0,-1 0-1 0 0,0 0 1 0 0,0 0 0 0 0,1 0 0 0 0,-1 0 0 0 0,0 0 0 0 0,1 1 0 0 0,-1-1 0 0 0,1 1 0 0 0,2-2 0 0 0,84-27 440 0 0,-61 21-404 0 0,0-1 0 0 0,0-1 0 0 0,32-18-1 0 0,-56 26-84 0 0,0 0-1 0 0,0 0 1 0 0,0 0 0 0 0,0 0-1 0 0,-1 0 1 0 0,1 0 0 0 0,-1-1-1 0 0,0 1 1 0 0,0-1-1 0 0,0 0 1 0 0,0 0 0 0 0,0 0-1 0 0,0 0 1 0 0,-1 0-1 0 0,1 0 1 0 0,-1 0 0 0 0,0 0-1 0 0,0-1 1 0 0,0 1-1 0 0,-1 0 1 0 0,1-4 0 0 0,-1-4 2 0 0,0 0 1 0 0,-1 1-1 0 0,0-1 1 0 0,0 1-1 0 0,-5-13 0 0 0,2 4 181 0 0,4 18-136 0 0,10 10-84 0 0,-5 4 92 0 0,0 1-1 0 0,-2-1 1 0 0,1 1 0 0 0,-1 0 0 0 0,-1 0-1 0 0,-1 0 1 0 0,0 0 0 0 0,-1 17-1 0 0,-3 16-1481 0 0,-11 52 0 0 0,7-54-2290 0 0,2-15-1114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5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69 1428 0 0,'10'-9'7317'0'0,"-1"-8"-2355"0"0,-8 17-4839 0 0,-1-1-1 0 0,0 1 1 0 0,0 0-1 0 0,0-1 1 0 0,0 1-1 0 0,0-1 1 0 0,1 1-1 0 0,-1-1 1 0 0,0 1-1 0 0,0 0 1 0 0,0-1-1 0 0,0 1 1 0 0,0-1-1 0 0,0 1 1 0 0,-1-1-1 0 0,1 1 1 0 0,0 0-1 0 0,0-1 1 0 0,0 1-1 0 0,0-1 0 0 0,0 1 1 0 0,0 0-1 0 0,-1-1 1 0 0,1 1-1 0 0,-1-1 1 0 0,-9-1-866 0 0,2 4 760 0 0,0 0 0 0 0,1 1 0 0 0,-1 0 0 0 0,1 0 0 0 0,-1 1 0 0 0,1-1 0 0 0,0 2 0 0 0,0-1-1 0 0,1 1 1 0 0,0 0 0 0 0,-1 0 0 0 0,2 1 0 0 0,-1-1 0 0 0,1 2 0 0 0,-8 10 0 0 0,1-2-8 0 0,2 2 1 0 0,0-1 0 0 0,0 1 0 0 0,2 1-1 0 0,-11 29 1 0 0,12-24 5 0 0,1 0 1 0 0,2 0-1 0 0,0 1 0 0 0,1-1 0 0 0,0 34 0 0 0,3-45-8 0 0,1 0-1 0 0,0 0 0 0 0,1 1 1 0 0,0-1-1 0 0,0 0 1 0 0,2-1-1 0 0,-1 1 0 0 0,2 0 1 0 0,-1-1-1 0 0,2 0 0 0 0,-1 0 1 0 0,10 13-1 0 0,-10-19 10 0 0,-1 0-1 0 0,0 0 1 0 0,1 0 0 0 0,0-1-1 0 0,0 0 1 0 0,0 0 0 0 0,1 0-1 0 0,-1 0 1 0 0,1-1-1 0 0,0 0 1 0 0,0 0 0 0 0,11 3-1 0 0,-6-3 31 0 0,-1-1 0 0 0,1 0 0 0 0,0-1 0 0 0,0 0 0 0 0,0-1 0 0 0,22-1 0 0 0,0-5 273 0 0,1-1-1 0 0,-2-1 0 0 0,61-23 0 0 0,-77 24-170 0 0,0 0-1 0 0,-1 0 0 0 0,0-1 0 0 0,-1-1 0 0 0,0-1 1 0 0,0 0-1 0 0,-1-1 0 0 0,0 0 0 0 0,-1-1 0 0 0,0 0 1 0 0,-1-1-1 0 0,-1 0 0 0 0,0-1 0 0 0,13-23 0 0 0,-16 24-108 0 0,-1-1-1 0 0,-1 0 1 0 0,0 0-1 0 0,0 0 0 0 0,-2-1 1 0 0,0 0-1 0 0,0 1 0 0 0,-1-1 1 0 0,-1 0-1 0 0,-1 0 0 0 0,0 0 1 0 0,-1 0-1 0 0,0 0 1 0 0,-2 0-1 0 0,1 1 0 0 0,-9-26 1 0 0,8 32-31 0 0,0-1 1 0 0,-1 1-1 0 0,0 0 1 0 0,-1 0-1 0 0,0 0 1 0 0,0 0-1 0 0,0 1 1 0 0,-1 0-1 0 0,0 0 1 0 0,-1 0-1 0 0,1 1 1 0 0,-11-7 0 0 0,12 9-119 0 0,-1 0-1 0 0,0 1 1 0 0,0 0 0 0 0,-1 0 0 0 0,1 0 0 0 0,-1 1 0 0 0,1-1 0 0 0,-1 2 0 0 0,0-1 0 0 0,0 1 0 0 0,0 0 0 0 0,0 0 0 0 0,0 1 0 0 0,0 0 0 0 0,0 1 0 0 0,-12 1-1 0 0,3 2-1200 0 0,0 0-1 0 0,-30 13 0 0 0,-3 7-4046 0 0,2 3-2495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50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 2220 0 0,'0'0'13787'0'0,"-1"-1"-13653"0"0,1 1 0 0 0,-1 0 0 0 0,1 0-1 0 0,-1-1 1 0 0,1 1 0 0 0,-1 0 0 0 0,1 0-1 0 0,-1 0 1 0 0,1 0 0 0 0,-1 0 0 0 0,1-1-1 0 0,-1 1 1 0 0,1 0 0 0 0,-1 0 0 0 0,1 0-1 0 0,-1 0 1 0 0,1 1 0 0 0,-1-1 0 0 0,-1 0-1 0 0,-4 35-9742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51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1 408 0 0,'13'46'12924'0'0,"-12"-41"-10853"0"0,-1-4-1976 0 0,0 0 0 0 0,0 0 0 0 0,0 0 0 0 0,0 0-1 0 0,1 0 1 0 0,-1-1 0 0 0,0 1 0 0 0,0 0 0 0 0,0 0 0 0 0,1 0-1 0 0,-1 0 1 0 0,1-1 0 0 0,-1 1 0 0 0,0 0 0 0 0,1 0-1 0 0,-1-1 1 0 0,1 1 0 0 0,0 0 0 0 0,-1-1 0 0 0,1 1 0 0 0,-1-1-1 0 0,1 1 1 0 0,0 0 0 0 0,0-1 0 0 0,-1 0 0 0 0,1 1 0 0 0,1 0-1 0 0,17-5-2354 0 0,11-8-5828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5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183 123 2248 0 0,'9'-9'3958'0'0,"5"-9"-175"0"0,-11 3 1808 0 0,-17 24-4968 0 0,7-3-519 0 0,0 1 0 0 0,1-1 0 0 0,0 1 0 0 0,0 0 1 0 0,0 1-1 0 0,-7 14 0 0 0,1-2 6 0 0,-9 12 14 0 0,1 2 1 0 0,2 0-1 0 0,-22 62 0 0 0,32-76-85 0 0,2 0 0 0 0,1 1-1 0 0,0 0 1 0 0,2 1 0 0 0,0-1 0 0 0,2 1-1 0 0,0-1 1 0 0,3 27 0 0 0,-2-42 14 0 0,1 1 0 0 0,0-1 0 0 0,1 1 0 0 0,0-1 0 0 0,0 0 1 0 0,0 0-1 0 0,1 0 0 0 0,0 0 0 0 0,0 0 0 0 0,0 0 0 0 0,1-1 0 0 0,0 1 1 0 0,0-1-1 0 0,0 0 0 0 0,0 0 0 0 0,1-1 0 0 0,5 5 0 0 0,-3-5 53 0 0,-1 0-1 0 0,1 0 0 0 0,0-1 1 0 0,0 0-1 0 0,0 0 0 0 0,0-1 0 0 0,0 1 1 0 0,1-2-1 0 0,-1 1 0 0 0,1-1 1 0 0,-1 0-1 0 0,1-1 0 0 0,-1 1 1 0 0,12-2-1 0 0,-6-1-7 0 0,-1 1-1 0 0,1-2 1 0 0,-1 0 0 0 0,0 0 0 0 0,1-1 0 0 0,-2 0-1 0 0,1-1 1 0 0,0-1 0 0 0,-1 1 0 0 0,0-2 0 0 0,-1 0-1 0 0,1 0 1 0 0,-1-1 0 0 0,-1 0 0 0 0,1-1-1 0 0,-1 0 1 0 0,-1 0 0 0 0,0-1 0 0 0,0 0 0 0 0,-1-1-1 0 0,0 1 1 0 0,-1-1 0 0 0,0-1 0 0 0,-1 1 0 0 0,0-1-1 0 0,4-15 1 0 0,-4 8-66 0 0,0-1 0 0 0,-2 1 0 0 0,0-1 0 0 0,-1 0-1 0 0,-1 1 1 0 0,-1-1 0 0 0,-1 0 0 0 0,-5-36 0 0 0,2 40-37 0 0,0 0 1 0 0,-1 1-1 0 0,0-1 1 0 0,-1 1-1 0 0,-1 0 0 0 0,-1 1 1 0 0,0 0-1 0 0,-1 0 1 0 0,0 1-1 0 0,-1 0 1 0 0,-13-14-1 0 0,7 11-704 0 0,-27-19-1 0 0,10 8-3157 0 0,2-2-6096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54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20 1236 0 0,'0'0'4202'0'0,"-3"0"-3141"0"0,-23 7 6826 0 0,42-8-7222 0 0,306-25 948 0 0,-316 26-1608 0 0,-1 1 1 0 0,1-1-1 0 0,-1 1 0 0 0,0 0 0 0 0,0 1 1 0 0,0-1-1 0 0,1 1 0 0 0,-1 0 0 0 0,-1 0 0 0 0,1 0 1 0 0,0 1-1 0 0,0 0 0 0 0,-1 0 0 0 0,0 0 1 0 0,0 0-1 0 0,0 1 0 0 0,0-1 0 0 0,0 1 1 0 0,0 0-1 0 0,-1 0 0 0 0,0 1 0 0 0,5 7 0 0 0,2 7 40 0 0,-1 0-1 0 0,-1 1 1 0 0,-1 0-1 0 0,7 27 0 0 0,-9-28 10 0 0,5 19 217 0 0,-2 0-1 0 0,-2 1 1 0 0,2 53-1 0 0,-8 118 630 0 0,-2-167-775 0 0,-20 398 1053 0 0,5-164-510 0 0,2 972 1808 0 0,27-659-1006 0 0,33 202-144 0 0,-31-602-872 0 0,22 236 510 0 0,-10-175-802 0 0,-22-210-136 0 0,-2-28-12 0 0,0 1-5 0 0,-1 9-2 0 0,2 6-13 0 0,2 28 31 0 0,3 15 131 0 0,-5-54 1356 0 0,-2-17-1500 0 0,3 3-9 0 0,-4-2 205 0 0,1-4-205 0 0,1-2-1 0 0,-1 3 126 0 0,0-9-541 0 0,-1 14 412 0 0,0-1-1 0 0,-1 1 1 0 0,1-1 0 0 0,-1 1 0 0 0,0-1 0 0 0,0 0 0 0 0,0 1 0 0 0,-1-1-1 0 0,1 0 1 0 0,-1 0 0 0 0,0 0 0 0 0,0 0 0 0 0,0 0 0 0 0,0-1 0 0 0,0 1-1 0 0,0 0 1 0 0,-1-1 0 0 0,1 0 0 0 0,-1 0 0 0 0,-5 4 0 0 0,-19 10-100 0 0,-1-1 1 0 0,-1-1 0 0 0,-54 18 0 0 0,-97 16-2535 0 0,124-34 1358 0 0,-135 30-4195 0 0,62-17-1713 0 0,12-6-2968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0 100 820 0 0,'24'-1'10208'0'0,"-18"7"-10799"0"0,-6-4 755 0 0,2 0-93 0 0,-1-1 1 0 0,1 1 0 0 0,-1 0-1 0 0,1 0 1 0 0,-1 0-1 0 0,0 0 1 0 0,0 0-1 0 0,0 1 1 0 0,0-1-1 0 0,0 3 1 0 0,4 6 149 0 0,2 3-69 0 0,84 160 986 0 0,-66-133-922 0 0,2 0 1 0 0,34 40 0 0 0,-53-72-75 0 0,1-1 0 0 0,-1 1 1 0 0,2-2-1 0 0,-1 1 0 0 0,1-1 1 0 0,0-1-1 0 0,0 0 1 0 0,1 0-1 0 0,0-1 0 0 0,14 5 1 0 0,-10-6 4 0 0,0 1 0 0 0,0-2 0 0 0,1 0 0 0 0,-1-1 0 0 0,1-1 0 0 0,-1 0 0 0 0,19-2 0 0 0,-1-2-77 0 0,-1-2-1 0 0,59-17 1 0 0,57-28-81 0 0,-32 9 14 0 0,-50 19-24 0 0,10-3 15 0 0,143-28 1 0 0,-182 48 11 0 0,-1 1-1 0 0,1 2 0 0 0,0 2 0 0 0,48 6 1 0 0,-58-2 0 0 0,1 1 0 0 0,-1 1 0 0 0,0 1 1 0 0,-1 2-1 0 0,0 0 0 0 0,33 18 0 0 0,55 37 46 0 0,-73-39 41 0 0,-39-24-60 0 0,8 4 282 0 0,-9-5-143 0 0,-1 0 0 0 0,1 1 1 0 0,0-1-1 0 0,0 0 0 0 0,-1 0 1 0 0,1 0-1 0 0,0 1 0 0 0,0-1 0 0 0,0 0 1 0 0,-1 0-1 0 0,1 0 0 0 0,0 0 0 0 0,0 0 1 0 0,0 0-1 0 0,-1-1 0 0 0,1 1 0 0 0,0 0 1 0 0,0 0-1 0 0,-1-1 0 0 0,2 1 1 0 0,0-1-25 0 0,4-8 178 0 0,-4 2-315 0 0,1 1 1 0 0,0-1-1 0 0,0 1 0 0 0,0-1 1 0 0,1 1-1 0 0,0 0 1 0 0,0 0-1 0 0,0 1 1 0 0,1-1-1 0 0,0 1 1 0 0,0 0-1 0 0,0 0 1 0 0,1 1-1 0 0,-1 0 0 0 0,8-4 1 0 0,8-2-15 0 0,0 1 1 0 0,1 1-1 0 0,1 1 0 0 0,-1 1 0 0 0,1 1 1 0 0,0 0-1 0 0,40 0 0 0 0,8 3-4 0 0,86 8-1 0 0,310 53 28 0 0,-178-18-12 0 0,-154-25 9 0 0,189-4 0 0 0,-230-16-1 0 0,0-4 0 0 0,-1-4 0 0 0,176-48 0 0 0,-236 50 21 0 0,-2-1 0 0 0,0-2 0 0 0,34-19 0 0 0,-47 22-7 0 0,0-1-1 0 0,-1-1 1 0 0,-1 0-1 0 0,0-2 1 0 0,-1 0-1 0 0,19-21 0 0 0,-30 29-25 0 0,0 1-1 0 0,0-1 0 0 0,-1 0 1 0 0,1 0-1 0 0,-2 0 1 0 0,1-1-1 0 0,0 1 0 0 0,-1-1 1 0 0,-1 0-1 0 0,1 1 0 0 0,0-11 1 0 0,-1 6 1 0 0,0 1-1 0 0,-1-1 1 0 0,-1 0 0 0 0,0 1 0 0 0,0-1 0 0 0,-6-16-1 0 0,4 10-11 0 0,-3 1-4 0 0,3 10 11 0 0,2 1 87 0 0,-10-15-674 0 0,11 20 473 0 0,-1-1 0 0 0,0 1 0 0 0,1-1 0 0 0,-1 1 0 0 0,1 0 0 0 0,-1-1 0 0 0,0 1 0 0 0,0-1 0 0 0,1 1 0 0 0,-1 0 0 0 0,0 0 0 0 0,1 0 0 0 0,-1-1 0 0 0,0 1 1 0 0,0 0-1 0 0,0 0 0 0 0,1 0 0 0 0,-1 0 0 0 0,0 0 0 0 0,0 0 0 0 0,1 0 0 0 0,-1 0 0 0 0,0 1 0 0 0,0-1 0 0 0,1 0 0 0 0,-1 0 0 0 0,0 1 0 0 0,1-1 0 0 0,-1 0 0 0 0,-1 1 0 0 0,-42 25-8902 0 0,25-16 2672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9 149 1884 0 0,'-8'-15'10222'0'0,"8"12"-9711"0"0,0 2-328 0 0,1 0-1 0 0,-1 0 1 0 0,0 0 0 0 0,1 1 0 0 0,-1-1 0 0 0,1 0-1 0 0,0 0 1 0 0,-1 0 0 0 0,1 0 0 0 0,0 1 0 0 0,-1-1-1 0 0,1 0 1 0 0,0 1 0 0 0,0-1 0 0 0,0 0 0 0 0,0 0-1 0 0,7-2-565 0 0,0-1 0 0 0,0 1 0 0 0,0 0-1 0 0,8-2 1 0 0,-1 1 1476 0 0,86-28-863 0 0,77-27-3154 0 0,-172 56 1925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1892 0 0,'-11'4'766'0'0,"0"2"0"0"0,1-1 0 0 0,-1 1-1 0 0,1 1 1 0 0,1 0 0 0 0,-1 0 0 0 0,2 1 0 0 0,-1 1-1 0 0,1-1 1 0 0,-12 15 0 0 0,14-14-659 0 0,0-1 0 0 0,1 1-1 0 0,0-1 1 0 0,0 1 0 0 0,1 1 0 0 0,0-1-1 0 0,0 1 1 0 0,1-1 0 0 0,0 1-1 0 0,1 0 1 0 0,0 0 0 0 0,0 16 0 0 0,2-23-74 0 0,0 0 1 0 0,0 0-1 0 0,0 0 0 0 0,0 0 1 0 0,1 0-1 0 0,0 0 1 0 0,-1-1-1 0 0,1 1 1 0 0,0 0-1 0 0,0 0 0 0 0,0-1 1 0 0,1 1-1 0 0,-1 0 1 0 0,1-1-1 0 0,0 1 1 0 0,-1-1-1 0 0,1 0 1 0 0,4 5-1 0 0,-2-5 38 0 0,-1 0 0 0 0,1 0-1 0 0,0 0 1 0 0,-1 0 0 0 0,1 0 0 0 0,0-1 0 0 0,0 0-1 0 0,0 0 1 0 0,0 0 0 0 0,0 0 0 0 0,9 0 0 0 0,6-1 193 0 0,1-1 1 0 0,0-1-1 0 0,-1 0 1 0 0,29-9 0 0 0,-40 9-224 0 0,0 1 49 0 0,11-4 5 0 0,0 1 0 0 0,0 0 0 0 0,0 2 0 0 0,35 0-1 0 0,-49 2-12 0 0,0 1-1 0 0,1 0 1 0 0,-1 0-1 0 0,0 0 0 0 0,0 0 1 0 0,0 1-1 0 0,0 0 1 0 0,0 0-1 0 0,0 0 0 0 0,-1 1 1 0 0,1-1-1 0 0,-1 1 1 0 0,1 0-1 0 0,-1 1 0 0 0,0-1 1 0 0,-1 1-1 0 0,1-1 1 0 0,0 1-1 0 0,-1 0 0 0 0,0 1 1 0 0,0-1-1 0 0,4 8 1 0 0,-3-4 142 0 0,-1 0 1 0 0,0 0-1 0 0,-1 0 0 0 0,0 0 1 0 0,0 1-1 0 0,-1-1 1 0 0,0 1-1 0 0,0-1 1 0 0,-1 1-1 0 0,0-1 1 0 0,-1 1-1 0 0,0-1 1 0 0,0 0-1 0 0,0 1 1 0 0,-1-1-1 0 0,-1 0 1 0 0,1 0-1 0 0,-5 9 1 0 0,2-5 65 0 0,-1 0 1 0 0,0-1-1 0 0,-1 0 0 0 0,0-1 1 0 0,0 1-1 0 0,-1-1 1 0 0,-1-1-1 0 0,1 1 1 0 0,-1-1-1 0 0,-1-1 1 0 0,-16 11-1 0 0,21-16-229 0 0,0 0 0 0 0,0-1-1 0 0,0 0 1 0 0,-1 0 0 0 0,1 0-1 0 0,-1-1 1 0 0,0 1 0 0 0,1-1-1 0 0,-1-1 1 0 0,0 1 0 0 0,1-1-1 0 0,-1 0 1 0 0,0-1 0 0 0,0 1-1 0 0,1-1 1 0 0,-1 0 0 0 0,0 0-1 0 0,1-1 1 0 0,-1 0 0 0 0,1 0-1 0 0,0 0 1 0 0,-9-5 0 0 0,12 6-212 0 0,1 0-1 0 0,0 0 1 0 0,-1 1 0 0 0,1-1 0 0 0,0 0 0 0 0,0 0 0 0 0,0-1-1 0 0,0 1 1 0 0,0 0 0 0 0,0 0 0 0 0,0-1 0 0 0,0 1 0 0 0,0 0 0 0 0,1-1-1 0 0,-1 1 1 0 0,0 0 0 0 0,1-1 0 0 0,-1 1 0 0 0,1-1 0 0 0,0 0-1 0 0,-1 1 1 0 0,1-1 0 0 0,0 1 0 0 0,0-1 0 0 0,0 1 0 0 0,0-1-1 0 0,0 0 1 0 0,0 1 0 0 0,1-1 0 0 0,0-2 0 0 0,1 0-937 0 0,0 0 0 0 0,1 1 0 0 0,-1-1 0 0 0,1 1 0 0 0,0 0 0 0 0,0 0 0 0 0,0 0 0 0 0,0 0 0 0 0,0 0 0 0 0,5-2 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13 536 0 0,'47'-13'24583'0'0,"-47"13"-24492"0"0,0 1 0 0 0,0-1 0 0 0,0 0 0 0 0,0 0 0 0 0,0 0 0 0 0,0 1 0 0 0,0-1 0 0 0,-7 17 1423 0 0,-18 17-746 0 0,-270 362 1061 0 0,252-328-2723 0 0,19-23-4151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0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6 121 268 0 0,'10'-14'4049'0'0,"0"1"0"0"0,14-15-1 0 0,-18 22-3555 0 0,1-1-1 0 0,0 1 1 0 0,0 1-1 0 0,1-1 1 0 0,0 1-1 0 0,0 0 1 0 0,0 1-1 0 0,1 0 0 0 0,9-4 1 0 0,-14 6-429 0 0,1 1 0 0 0,-1-1 1 0 0,1 1-1 0 0,0 0 0 0 0,-1 0 0 0 0,1 0 0 0 0,0 1 1 0 0,0 0-1 0 0,0 0 0 0 0,-1 0 0 0 0,1 0 0 0 0,6 2 1 0 0,-9-2-39 0 0,-1 1 0 0 0,1-1 0 0 0,-1 0 0 0 0,1 1 0 0 0,-1-1 0 0 0,1 1 0 0 0,-1 0 0 0 0,0-1 0 0 0,1 1 0 0 0,-1 0 0 0 0,0 0 0 0 0,1 0 0 0 0,-1 0 0 0 0,0 0 0 0 0,0 0 0 0 0,0 0 0 0 0,0 0 0 0 0,0 0 0 0 0,0 1 0 0 0,-1-1 0 0 0,1 0 0 0 0,1 2 0 0 0,-2 0 34 0 0,1 0 1 0 0,0 0-1 0 0,-1-1 0 0 0,1 1 0 0 0,-1 0 0 0 0,0 0 1 0 0,0 0-1 0 0,0 0 0 0 0,-1 0 0 0 0,0 5 1 0 0,-2 3 138 0 0,-1 0 1 0 0,0 0-1 0 0,0 0 1 0 0,-9 14 0 0 0,9-18-115 0 0,1-2-36 0 0,-1 1 0 0 0,1 0 0 0 0,0 0 0 0 0,1 0 1 0 0,-1 0-1 0 0,-2 11 0 0 0,5-15-36 0 0,4 6 31 0 0,21 4 4 0 0,-20-10-39 0 0,84 35-26 0 0,-80-33 55 0 0,-1 1 1 0 0,0 0-1 0 0,0 1 1 0 0,0 0-1 0 0,0 0 1 0 0,-1 0-1 0 0,12 14 1 0 0,-18-18 118 0 0,0 0 0 0 0,1 0 0 0 0,-1 0 1 0 0,0 0-1 0 0,0 0 0 0 0,0 0 0 0 0,0 0 1 0 0,0 1-1 0 0,-1-1 0 0 0,1 0 0 0 0,-1 0 1 0 0,1 1-1 0 0,-1-1 0 0 0,0 0 0 0 0,0 1 1 0 0,0-1-1 0 0,0 0 0 0 0,-1 4 0 0 0,0-2 35 0 0,0 0-1 0 0,0 0 0 0 0,-1 0 1 0 0,0-1-1 0 0,0 1 0 0 0,0-1 1 0 0,0 1-1 0 0,0-1 0 0 0,-1 0 1 0 0,-2 3-1 0 0,-4 3 178 0 0,0-1 1 0 0,0 0-1 0 0,-1-1 0 0 0,0 0 0 0 0,-22 11 1 0 0,15-9-180 0 0,0-2 1 0 0,0 0 0 0 0,-1-2 0 0 0,0 0 0 0 0,-20 3 0 0 0,28-6-226 0 0,0-1 0 0 0,-1 0 1 0 0,1-1-1 0 0,0 0 0 0 0,-1-1 1 0 0,1 0-1 0 0,0 0 0 0 0,0-1 0 0 0,0-1 1 0 0,-17-5-1 0 0,25 7-182 0 0,0 0 1 0 0,0 0-1 0 0,1 0 0 0 0,-1 0 0 0 0,0 0 1 0 0,1 0-1 0 0,-1 0 0 0 0,1 0 0 0 0,-1-1 1 0 0,1 1-1 0 0,-1-1 0 0 0,1 1 1 0 0,0-1-1 0 0,0 0 0 0 0,0 1 0 0 0,0-1 1 0 0,0 0-1 0 0,0 0 0 0 0,0 1 0 0 0,1-1 1 0 0,-1 0-1 0 0,0 0 0 0 0,1 0 0 0 0,0 0 1 0 0,-1 0-1 0 0,1-2 0 0 0,0 0-830 0 0,1-1-1 0 0,-1 1 1 0 0,1 0-1 0 0,0 0 1 0 0,0 0-1 0 0,1 0 1 0 0,-1 0-1 0 0,1 1 1 0 0,0-1-1 0 0,0 0 1 0 0,4-6-1 0 0,10-11-7464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38 1436 0 0,'-14'5'7144'0'0,"-2"4"-2593"0"0,25-8-2509 0 0,36-11-1604 0 0,53-11-222 0 0,-13 3-4153 0 0,-67 14-1258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5:1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2008 0 0,'-9'3'757'0'0,"-1"1"0"0"0,1 0 0 0 0,0 0-1 0 0,0 1 1 0 0,1 0 0 0 0,-1 1 0 0 0,1 0 0 0 0,0 0 0 0 0,1 1-1 0 0,0-1 1 0 0,-12 15 0 0 0,10-9-499 0 0,1 0-1 0 0,0 0 1 0 0,1 0-1 0 0,0 1 1 0 0,1 0-1 0 0,0 0 1 0 0,-6 23 0 0 0,11-32-211 0 0,0 0 0 0 0,0-1 0 0 0,1 1 1 0 0,-1 0-1 0 0,1 0 0 0 0,0 0 0 0 0,0 0 1 0 0,0 0-1 0 0,1 0 0 0 0,-1 0 0 0 0,1 0 1 0 0,0 0-1 0 0,0 0 0 0 0,0 0 0 0 0,1 0 1 0 0,-1-1-1 0 0,1 1 0 0 0,0-1 0 0 0,0 1 1 0 0,5 5-1 0 0,-4-6 46 0 0,1 1 0 0 0,0-1 0 0 0,0 1 0 0 0,0-1 0 0 0,0 0 0 0 0,0-1 0 0 0,1 1 0 0 0,-1-1-1 0 0,1 0 1 0 0,0 0 0 0 0,0 0 0 0 0,0-1 0 0 0,0 0 0 0 0,0 0 0 0 0,8 1 0 0 0,21 0 294 0 0,52-5 0 0 0,-56 1-320 0 0,-1 1-1 0 0,44 4 1 0 0,-63-1-59 0 0,0-1 1 0 0,0 2 0 0 0,0-1 0 0 0,-1 2-1 0 0,1-1 1 0 0,-1 1 0 0 0,1 1-1 0 0,-1-1 1 0 0,0 2 0 0 0,-1-1 0 0 0,9 8-1 0 0,-11-9 99 0 0,-1 1 0 0 0,0-1-1 0 0,0 1 1 0 0,0 0-1 0 0,-1 1 1 0 0,0-1 0 0 0,0 1-1 0 0,0 0 1 0 0,0 0 0 0 0,-1 0-1 0 0,0 0 1 0 0,-1 1 0 0 0,1-1-1 0 0,-1 1 1 0 0,-1 0 0 0 0,1-1-1 0 0,-1 1 1 0 0,0 0 0 0 0,0 0-1 0 0,-1 0 1 0 0,0 0 0 0 0,-1 0-1 0 0,1 0 1 0 0,-1 0 0 0 0,0-1-1 0 0,-1 1 1 0 0,0 0 0 0 0,0 0-1 0 0,0-1 1 0 0,-1 0 0 0 0,-5 11-1 0 0,3-7-46 0 0,-1 0 1 0 0,0-1-1 0 0,0 0 0 0 0,-1 0 0 0 0,0 0 0 0 0,-1-1 1 0 0,1 0-1 0 0,-2 0 0 0 0,1-1 0 0 0,-1 0 0 0 0,0 0 0 0 0,-1-1 1 0 0,1-1-1 0 0,-1 1 0 0 0,0-2 0 0 0,-1 1 0 0 0,1-1 1 0 0,-1-1-1 0 0,1 0 0 0 0,-1 0 0 0 0,0-1 0 0 0,-1-1 1 0 0,1 0-1 0 0,0 0 0 0 0,0-1 0 0 0,0 0 0 0 0,0-1 1 0 0,-1-1-1 0 0,1 1 0 0 0,0-2 0 0 0,-12-3 0 0 0,22 5-163 0 0,0 1-1 0 0,-1-1 1 0 0,1 1-1 0 0,0-1 1 0 0,0 1-1 0 0,0-1 1 0 0,0 0-1 0 0,0 1 0 0 0,1-1 1 0 0,-1 0-1 0 0,0 0 1 0 0,0 0-1 0 0,0 0 1 0 0,1 0-1 0 0,-1 0 1 0 0,0 0-1 0 0,1 0 0 0 0,-1 0 1 0 0,1 0-1 0 0,-1 0 1 0 0,1 0-1 0 0,0 0 1 0 0,-1 0-1 0 0,1-1 1 0 0,0 1-1 0 0,0 0 1 0 0,0 0-1 0 0,0 0 0 0 0,0 0 1 0 0,0-1-1 0 0,0 1 1 0 0,0 0-1 0 0,0 0 1 0 0,0 0-1 0 0,1 0 1 0 0,-1-1-1 0 0,1 1 0 0 0,-1 0 1 0 0,1 0-1 0 0,-1 0 1 0 0,2-2-1 0 0,1-2-1370 0 0,0-1-1 0 0,0 0 0 0 0,1 1 1 0 0,0-1-1 0 0,8-8 0 0 0,8-4-4971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 0 0,'0'0'-16'0'0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0 112 0 0,'0'0'84'0'0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1 742 980 0 0,'12'27'8853'0'0,"-5"-12"-8342"0"0,0 0 0 0 0,13 18-1 0 0,31 44 121 0 0,35 48-250 0 0,-68-102-270 0 0,1-2 0 0 0,0 0 1 0 0,33 26-1 0 0,-26-27 9 0 0,1-2 1 0 0,1-1-1 0 0,0-1 0 0 0,1-2 1 0 0,1 0-1 0 0,0-2 1 0 0,1-2-1 0 0,0 0 0 0 0,64 9 1 0 0,-32-11-36 0 0,0-4 0 0 0,1-2 1 0 0,-1-3-1 0 0,74-10 1 0 0,938-191 170 0 0,-297 42-232 0 0,-682 146-17 0 0,0 4 1 0 0,170 5-1 0 0,-212 8-6 0 0,1 3-1 0 0,-1 2 1 0 0,-1 2 0 0 0,0 3 0 0 0,0 2-1 0 0,69 30 1 0 0,33 31-10 0 0,-77-35 61 0 0,-77-40-41 0 0,0 0 117 0 0,1 0 0 0 0,-1 0 0 0 0,0 0 0 0 0,1 0 0 0 0,-1 0 0 0 0,0 0 0 0 0,1 0 0 0 0,-1-1 0 0 0,1 1 0 0 0,-1 0 0 0 0,4 0 0 0 0,-4 0 24 0 0,0-1-1 0 0,0 1 1 0 0,0-1-1 0 0,1 1 1 0 0,-1-1 0 0 0,0 0-1 0 0,0 0 1 0 0,1 1-1 0 0,-1-1 1 0 0,0 0-1 0 0,1 0 1 0 0,-1 0-1 0 0,0 0 1 0 0,0-1 0 0 0,1 1-1 0 0,-1 0 1 0 0,0 0-1 0 0,2-1 1 0 0,30-41 237 0 0,-26 33-380 0 0,-1 0-1 0 0,1 1 0 0 0,0-1 1 0 0,1 2-1 0 0,13-12 1 0 0,-5 8-7 0 0,2 0 0 0 0,-1 0-1 0 0,1 2 1 0 0,1 0 0 0 0,0 2 0 0 0,0 0 0 0 0,1 0 0 0 0,-1 2 0 0 0,1 1 0 0 0,34-4-1 0 0,16 4-7 0 0,1 2-1 0 0,74 8 0 0 0,141 27-11 0 0,-15-1 40 0 0,-118-21-19 0 0,193-11 0 0 0,-267-6-2 0 0,0-3 1 0 0,0-4-1 0 0,0-3 1 0 0,96-33-1 0 0,495-222-12 0 0,-599 240-8 0 0,10-3 54 0 0,105-62 1 0 0,-175 90-19 0 0,-1-1 1 0 0,0-1-1 0 0,0 1 1 0 0,-1-2 0 0 0,0 1-1 0 0,-1-1 1 0 0,0-1-1 0 0,8-10 1 0 0,-13 15-17 0 0,0 0-1 0 0,0-1 1 0 0,0 0-1 0 0,-1 1 1 0 0,1-1 0 0 0,-2 0-1 0 0,1 0 1 0 0,-1 0 0 0 0,1-1-1 0 0,-2 1 1 0 0,1 0 0 0 0,-1 0-1 0 0,0-1 1 0 0,0 1 0 0 0,0 0-1 0 0,-1 0 1 0 0,-3-11 0 0 0,0 4-336 0 0,-1 0 1 0 0,0 0-1 0 0,-1 1 1 0 0,0 0-1 0 0,-1 0 1 0 0,0 0-1 0 0,-1 1 0 0 0,-1 0 1 0 0,-16-17-1 0 0,-10-4-3277 0 0,-56-42 0 0 0,69 58 1886 0 0,-24-19-3472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2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83 80 0 0,'-8'-6'8654'0'0,"7"5"-8426"0"0,1 0-155 0 0,0-1 0 0 0,0 1-1 0 0,1 0 1 0 0,-1-1 0 0 0,0 1-1 0 0,1 0 1 0 0,-1-1 0 0 0,0 1 0 0 0,1 0-1 0 0,0 0 1 0 0,-1-1 0 0 0,1 1-1 0 0,0 0 1 0 0,-1 0 0 0 0,1 0 0 0 0,0 0-1 0 0,0 0 1 0 0,0 0 0 0 0,0 0-1 0 0,0 0 1 0 0,2-1 0 0 0,0 0-3 0 0,0 1 1 0 0,0-1 0 0 0,1 1-1 0 0,-1 0 1 0 0,1-1 0 0 0,-1 2-1 0 0,0-1 1 0 0,6-1-1 0 0,0 2 3 0 0,1-1 0 0 0,-1 1 0 0 0,1 0 0 0 0,-1 1 0 0 0,0 0 0 0 0,10 3 0 0 0,-3 0-1 0 0,-1 2-1 0 0,0 0 1 0 0,0 1 0 0 0,-1 0 0 0 0,0 1 0 0 0,0 1-1 0 0,-1 0 1 0 0,0 1 0 0 0,0 0 0 0 0,-1 1 0 0 0,-1 0-1 0 0,0 1 1 0 0,0 1 0 0 0,-1 0 0 0 0,-1 0 0 0 0,9 16 0 0 0,-8-12 71 0 0,-1 1 1 0 0,-1 1 0 0 0,0 0 0 0 0,-2 0 0 0 0,0 0-1 0 0,-1 1 1 0 0,-1 0 0 0 0,0 0 0 0 0,-2 0 0 0 0,0 0-1 0 0,-2 0 1 0 0,-2 31 0 0 0,-16 47 1797 0 0,14-87-1441 0 0,-2-12-135 0 0,5 0-353 0 0,1 0 1 0 0,-1 0 0 0 0,0 0-1 0 0,1 0 1 0 0,-1 0-1 0 0,0 0 1 0 0,1 0-1 0 0,-1 0 1 0 0,1 0 0 0 0,0 0-1 0 0,-1 0 1 0 0,1-1-1 0 0,0 1 1 0 0,0 0-1 0 0,-1-2 1 0 0,2-39 24 0 0,2 1 0 0 0,2 0 0 0 0,1 0 0 0 0,17-56 0 0 0,-14 66-28 0 0,2 0 1 0 0,1 1 0 0 0,1 1-1 0 0,2 0 1 0 0,1 0-1 0 0,23-30 1 0 0,-35 53-10 0 0,0 1 1 0 0,1-1-1 0 0,-1 1 0 0 0,1 0 0 0 0,1 0 1 0 0,-1 0-1 0 0,1 1 0 0 0,-1 0 0 0 0,1 0 1 0 0,0 1-1 0 0,13-6 0 0 0,-17 8 0 0 0,0 1 0 0 0,0-1 1 0 0,0 1-1 0 0,0 0 0 0 0,0-1 0 0 0,0 1 0 0 0,0 0 0 0 0,0 1 0 0 0,-1-1 0 0 0,1 0 0 0 0,0 0 0 0 0,0 1 0 0 0,0-1 0 0 0,0 1 0 0 0,0 0 0 0 0,0-1 0 0 0,-1 1 0 0 0,3 2 1 0 0,-1-1-1 0 0,0 0 0 0 0,-1 0 0 0 0,1 1 1 0 0,-1-1-1 0 0,1 1 0 0 0,-1-1 1 0 0,0 1-1 0 0,0 0 0 0 0,2 5 0 0 0,1 3 2 0 0,0 1-1 0 0,-1-1 1 0 0,-1 1-1 0 0,4 19 1 0 0,1 24 21 0 0,0 67-1 0 0,2 19-5 0 0,-2-116 39 0 0,-8-25-52 0 0,0 1 0 0 0,1 0 0 0 0,-1 0 0 0 0,1 0 0 0 0,0 0-1 0 0,-1-1 1 0 0,1 1 0 0 0,-1 0 0 0 0,1 0 0 0 0,0-1-1 0 0,0 1 1 0 0,-1-1 0 0 0,1 1 0 0 0,0-1 0 0 0,0 1 0 0 0,0-1-1 0 0,-1 1 1 0 0,1-1 0 0 0,0 1 0 0 0,0-1 0 0 0,0 0 0 0 0,0 0-1 0 0,0 0 1 0 0,0 1 0 0 0,0-1 0 0 0,2 0 0 0 0,1-1-2 0 0,1 0 1 0 0,-1-1 0 0 0,1 1-1 0 0,-1-1 1 0 0,0 0 0 0 0,0 0 0 0 0,0 0-1 0 0,0-1 1 0 0,0 1 0 0 0,0-1-1 0 0,0 0 1 0 0,-1 0 0 0 0,0 0 0 0 0,1-1-1 0 0,-1 1 1 0 0,0-1 0 0 0,3-5-1 0 0,6-10 1 0 0,0-1 0 0 0,11-27-1 0 0,-19 38 2 0 0,17-42-9 0 0,-2-1-1 0 0,-3-1 1 0 0,11-56 0 0 0,-6 21 2 0 0,-37 180 652 0 0,-5 112 0 0 0,19-171-505 0 0,5 59 0 0 0,-2-82-120 0 0,0-1-1 0 0,1 1 0 0 0,0-1 1 0 0,1 1-1 0 0,0-1 0 0 0,0 0 1 0 0,1 0-1 0 0,0 0 0 0 0,0-1 1 0 0,10 15-1 0 0,-11-21-17 0 0,0 1 0 0 0,-1-1-1 0 0,1 0 1 0 0,0 0 0 0 0,0 0 0 0 0,0 0-1 0 0,1 0 1 0 0,-1 0 0 0 0,0-1 0 0 0,1 0-1 0 0,-1 0 1 0 0,1 0 0 0 0,-1 0 0 0 0,1 0-1 0 0,0-1 1 0 0,-1 1 0 0 0,1-1 0 0 0,0 0-1 0 0,-1 0 1 0 0,1-1 0 0 0,0 1 0 0 0,-1-1-1 0 0,1 0 1 0 0,4-1 0 0 0,2-1 0 0 0,1 0 0 0 0,-1-1 1 0 0,0 0-1 0 0,0 0 0 0 0,-1-1 0 0 0,18-12 1 0 0,-13 6-7 0 0,-1-1 0 0 0,0 0 1 0 0,-1-1-1 0 0,-1-1 0 0 0,0 1 1 0 0,-1-2-1 0 0,0 1 1 0 0,-1-2-1 0 0,-1 1 0 0 0,0-1 1 0 0,-1 0-1 0 0,5-19 0 0 0,-2 2 3 0 0,-2-1 0 0 0,-1 1 0 0 0,-2-1 0 0 0,-2-1 0 0 0,0-42 0 0 0,-5 57 10 0 0,2 20-16 0 0,0-1 1 0 0,1 1 0 0 0,-1-1-1 0 0,0 1 1 0 0,0-1-1 0 0,0 1 1 0 0,-1-1 0 0 0,1 1-1 0 0,0-1 1 0 0,0 1 0 0 0,0-1-1 0 0,0 1 1 0 0,0-1-1 0 0,-1 1 1 0 0,1-1 0 0 0,0 1-1 0 0,0-1 1 0 0,-1 1 0 0 0,1-1-1 0 0,0 1 1 0 0,0 0-1 0 0,-1-1 1 0 0,1 1 0 0 0,-1 0-1 0 0,0-1 1 0 0,-1 4 4 0 0,0 0 0 0 0,0 0 0 0 0,0 0 0 0 0,0 0 0 0 0,1 1 1 0 0,-1-1-1 0 0,1 1 0 0 0,0-1 0 0 0,0 1 0 0 0,-1 5 0 0 0,-4 44 4 0 0,4-37-9 0 0,-2 35 14 0 0,2 80 1 0 0,3-110-6 0 0,0 0 1 0 0,2 0 0 0 0,1 0 0 0 0,1-1-1 0 0,0 1 1 0 0,14 30 0 0 0,-16-44-241 0 0,0-1 0 0 0,1 0 1 0 0,-1 0-1 0 0,1 0 0 0 0,1 0 0 0 0,0 0 1 0 0,-1-1-1 0 0,1 0 0 0 0,1 0 1 0 0,-1 0-1 0 0,1-1 0 0 0,0 0 0 0 0,0 0 1 0 0,8 4-1 0 0,-9-6-528 0 0,0 0 0 0 0,1 0 1 0 0,-1 0-1 0 0,1-1 0 0 0,0 0 0 0 0,-1 0 1 0 0,1-1-1 0 0,0 1 0 0 0,0-1 0 0 0,-1 0 0 0 0,10-2 1 0 0,7-3-4618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70 1612 0 0,'-1'-3'298'0'0,"-4"-11"2968"0"0,1 0 0 0 0,-4-20 3457 0 0,9 48-5480 0 0,2 20-162 0 0,9 49-43 0 0,-3 0-1 0 0,-4 144 1 0 0,-9-207-895 0 0,4-20-141 0 0,-1 0-1 0 0,1 1 0 0 0,0-1 0 0 0,0 0 1 0 0,0 0-1 0 0,0 0 0 0 0,0 0 0 0 0,0 0 1 0 0,-1 0-1 0 0,1 0 0 0 0,0 0 0 0 0,0 0 0 0 0,0 0 1 0 0,0 0-1 0 0,-1 0 0 0 0,1 0 0 0 0,0 0 1 0 0,0 0-1 0 0,0 0 0 0 0,0 0 0 0 0,-1 0 1 0 0,1 0-1 0 0,0 0 0 0 0,0 0 0 0 0,0 0 1 0 0,0 0-1 0 0,-1 0 0 0 0,1 0 0 0 0,0 0 0 0 0,0 0 1 0 0,0 0-1 0 0,0 0 0 0 0,0 0 0 0 0,-1 0 1 0 0,1 0-1 0 0,0-1 0 0 0,0 1 0 0 0,0 0 1 0 0,0 0-1 0 0,0 0 0 0 0,0 0 0 0 0,0 0 0 0 0,-1 0 1 0 0,1-1-1 0 0,0 1 0 0 0,0 0 0 0 0,0 0 1 0 0,0-1-1 0 0,-1-1-2 0 0,-1-1 0 0 0,1-1 0 0 0,0 1 1 0 0,0 0-1 0 0,0 0 0 0 0,0 0 0 0 0,0-1 0 0 0,1-5 1 0 0,-1-23-1 0 0,1 0 0 0 0,2 0 0 0 0,1 0 0 0 0,8-33 0 0 0,-7 47 0 0 0,1-1 1 0 0,1 1-1 0 0,0 1 1 0 0,2-1-1 0 0,0 1 0 0 0,1 0 1 0 0,0 1-1 0 0,15-19 1 0 0,-21 31-1 0 0,0 0 1 0 0,0 0 0 0 0,1 1 0 0 0,-1-1 0 0 0,1 1 0 0 0,0 0 0 0 0,0 0-1 0 0,0 0 1 0 0,0 1 0 0 0,1-1 0 0 0,-1 1 0 0 0,0 0 0 0 0,1 0 0 0 0,0 1-1 0 0,-1 0 1 0 0,1-1 0 0 0,7 0 0 0 0,-6 2 0 0 0,0 1 1 0 0,0-1-1 0 0,-1 1 0 0 0,1 0 1 0 0,0 0-1 0 0,-1 0 0 0 0,0 1 0 0 0,1 0 1 0 0,-1 0-1 0 0,0 1 0 0 0,0-1 1 0 0,0 1-1 0 0,0 0 0 0 0,8 7 1 0 0,1 2 10 0 0,0 1 1 0 0,0 0-1 0 0,-1 1 1 0 0,-1 0-1 0 0,-1 1 1 0 0,0 1-1 0 0,-1 0 1 0 0,0 0 0 0 0,-1 1-1 0 0,-1 0 1 0 0,-1 0-1 0 0,-1 1 1 0 0,0 0-1 0 0,6 33 1 0 0,-11-41 161 0 0,0-1 0 0 0,0 1 0 0 0,-1 0 0 0 0,0 0 0 0 0,-1-1 1 0 0,0 1-1 0 0,-3 12 0 0 0,4-21-156 0 0,0-1 1 0 0,0 1-1 0 0,-1 0 0 0 0,1 0 1 0 0,0-1-1 0 0,0 1 1 0 0,-1 0-1 0 0,1-1 1 0 0,0 1-1 0 0,-1 0 1 0 0,1-1-1 0 0,-1 1 0 0 0,1 0 1 0 0,-1-1-1 0 0,1 1 1 0 0,-1-1-1 0 0,0 1 1 0 0,1-1-1 0 0,-1 1 0 0 0,0-1 1 0 0,1 0-1 0 0,-1 1 1 0 0,-1-1-1 0 0,2 0-9 0 0,-1 0-1 0 0,0 0 0 0 0,1 0 0 0 0,-1 0 1 0 0,0 0-1 0 0,0-1 0 0 0,1 1 0 0 0,-1 0 1 0 0,0 0-1 0 0,1-1 0 0 0,-1 1 1 0 0,1-1-1 0 0,-1 1 0 0 0,0 0 0 0 0,1-1 1 0 0,-1 1-1 0 0,1-1 0 0 0,-1 1 0 0 0,0-2 1 0 0,-1-1 1 0 0,-1 0 0 0 0,1-1 0 0 0,0 1 1 0 0,0-1-1 0 0,0 0 0 0 0,1 0 1 0 0,-2-4-1 0 0,-2-12 9 0 0,1-1-1 0 0,1-1 1 0 0,1 1 0 0 0,1 0 0 0 0,1-1-1 0 0,1 1 1 0 0,4-25 0 0 0,-3 35-19 0 0,0 0 0 0 0,1 0 0 0 0,0 1 0 0 0,1-1 0 0 0,0 1 0 0 0,0 0 0 0 0,1 0 0 0 0,1 1 0 0 0,-1-1 0 0 0,2 1 0 0 0,-1 0 0 0 0,1 1 0 0 0,1-1 0 0 0,-1 1 0 0 0,16-12 0 0 0,5 6-51 0 0,-11 12 44 0 0,-13 2 6 0 0,0 0-1 0 0,1 1 1 0 0,-1-1 0 0 0,1 1-1 0 0,-1 0 1 0 0,0 1 0 0 0,1-1 0 0 0,-1 1-1 0 0,0 0 1 0 0,0 0 0 0 0,0 0 0 0 0,5 4-1 0 0,-2 0 1 0 0,-1-1 0 0 0,0 1-1 0 0,0 0 1 0 0,0 0-1 0 0,-1 1 1 0 0,6 8 0 0 0,-1 2 10 0 0,0 1 0 0 0,-2 0 0 0 0,0 0 1 0 0,-1 0-1 0 0,5 22 0 0 0,-3 1 46 0 0,-2 0 0 0 0,-2 0-1 0 0,-1 1 1 0 0,-3-1 0 0 0,-4 56 0 0 0,3-95-87 0 0,-1-1-1 0 0,1 0 1 0 0,0 0 0 0 0,0 1 0 0 0,0-1 0 0 0,0 0 0 0 0,0 0-1 0 0,0 1 1 0 0,0-1 0 0 0,0 0 0 0 0,1 0 0 0 0,-1 1 0 0 0,0-1-1 0 0,1 0 1 0 0,-1 0 0 0 0,1 0 0 0 0,-1 1 0 0 0,1-1 0 0 0,0 0-1 0 0,-1 0 1 0 0,2 1 0 0 0,-1-2-69 0 0,0 0 0 0 0,0 0 0 0 0,-1 0 1 0 0,1 0-1 0 0,0 0 0 0 0,0 0 0 0 0,0 0 0 0 0,-1 0 0 0 0,1 0 0 0 0,0 0 0 0 0,0 0 0 0 0,0-1 1 0 0,-1 1-1 0 0,1 0 0 0 0,0-1 0 0 0,0 1 0 0 0,-1 0 0 0 0,1-1 0 0 0,0 1 0 0 0,-1-1 1 0 0,1 1-1 0 0,0-1 0 0 0,0 0 0 0 0,5-5-834 0 0,1-1 0 0 0,-1 1 0 0 0,-1-1 1 0 0,9-13-1 0 0,22-46-5758 0 0,-16 20 267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3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1 247 1868 0 0,'16'-188'10232'0'0,"-13"129"-6133"0"0,0 197 331 0 0,1-70-3552 0 0,21 790 2689 0 0,-26-770-3117 0 0,-6-144-440 0 0,6 23-17 0 0,0-1 0 0 0,2 0 0 0 0,7-39 0 0 0,-6 55-2 0 0,2 0 0 0 0,0 0 0 0 0,1 0 0 0 0,1 0 0 0 0,1 1 0 0 0,0 0 0 0 0,15-24 0 0 0,-19 37 2 0 0,0-1 0 0 0,0 1 0 0 0,1 0 1 0 0,-1 0-1 0 0,1 0 0 0 0,0 1 1 0 0,0-1-1 0 0,0 1 0 0 0,1 0 0 0 0,-1 0 1 0 0,1 0-1 0 0,0 0 0 0 0,0 1 0 0 0,7-3 1 0 0,-8 5 3 0 0,0-1 1 0 0,0 0-1 0 0,0 1 0 0 0,0-1 1 0 0,0 1-1 0 0,0 0 1 0 0,0 1-1 0 0,0-1 1 0 0,0 1-1 0 0,0-1 1 0 0,0 1-1 0 0,0 0 0 0 0,0 1 1 0 0,0-1-1 0 0,0 1 1 0 0,-1 0-1 0 0,1 0 1 0 0,-1 0-1 0 0,6 4 1 0 0,2 3 1 0 0,0 1 0 0 0,-1 0 1 0 0,1 0-1 0 0,-2 1 0 0 0,0 1 1 0 0,0 0-1 0 0,-1 0 0 0 0,-1 0 1 0 0,0 1-1 0 0,0 0 0 0 0,7 23 0 0 0,-11-28 12 0 0,0 1 0 0 0,-1 0 0 0 0,0 0 0 0 0,0 0-1 0 0,-1 0 1 0 0,0 0 0 0 0,-1 1 0 0 0,0-1-1 0 0,0 0 1 0 0,-1 0 0 0 0,0 1 0 0 0,-1-1 0 0 0,0 0-1 0 0,0 0 1 0 0,-1 0 0 0 0,0-1 0 0 0,-1 1-1 0 0,0-1 1 0 0,-5 10 0 0 0,3-10 28 0 0,0-1 1 0 0,0-1-1 0 0,0 1 0 0 0,-1-1 0 0 0,0 0 1 0 0,0 0-1 0 0,-1-1 0 0 0,0 0 1 0 0,0 0-1 0 0,0-1 0 0 0,0 0 0 0 0,0-1 1 0 0,-1 1-1 0 0,-14 2 0 0 0,13-4-20 0 0,-1 0-1 0 0,1 0 1 0 0,-1-1-1 0 0,1-1 1 0 0,-1 1-1 0 0,1-2 1 0 0,-1 0-1 0 0,1 0 1 0 0,0-1 0 0 0,-1 0-1 0 0,1 0 1 0 0,-15-7-1 0 0,23 8-71 0 0,1 1 0 0 0,-1-1-1 0 0,1 1 1 0 0,-1-1 0 0 0,1 0 0 0 0,-1 0-1 0 0,1 1 1 0 0,0-1 0 0 0,0 0 0 0 0,-1 0-1 0 0,1 0 1 0 0,0-1 0 0 0,0 1 0 0 0,0 0-1 0 0,0 0 1 0 0,0 0 0 0 0,1-1 0 0 0,-1 1-1 0 0,0-1 1 0 0,0 1 0 0 0,1 0 0 0 0,-1-1-1 0 0,0-2 1 0 0,1 2-135 0 0,1 0 0 0 0,-1 0 0 0 0,0 0 0 0 0,1-1 0 0 0,-1 1 0 0 0,1 0 0 0 0,0 0 0 0 0,-1 0 0 0 0,1 0 0 0 0,0 0 0 0 0,0 0 0 0 0,1 1 0 0 0,-1-1-1 0 0,3-3 1 0 0,5-6-1707 0 0,2 1-1 0 0,-1 1 0 0 0,25-17 1 0 0,-31 22 1194 0 0,19-12-3930 0 0,1-1-2271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158 146 580 0 0,'1'-9'10871'0'0,"-3"12"-10534"0"0,1 0-1 0 0,0 0 1 0 0,-1 0-1 0 0,1 0 1 0 0,0 0 0 0 0,1 0-1 0 0,-1 0 1 0 0,0 0-1 0 0,1 0 1 0 0,0 0 0 0 0,0 0-1 0 0,0 0 1 0 0,0 0-1 0 0,0 0 1 0 0,1 1 0 0 0,-1-1-1 0 0,3 6 1 0 0,-2-5-202 0 0,0 0 1 0 0,0 0-1 0 0,1 0 0 0 0,0 0 1 0 0,0 0-1 0 0,0 0 0 0 0,0 0 0 0 0,0-1 1 0 0,1 1-1 0 0,0-1 0 0 0,-1 1 1 0 0,1-1-1 0 0,4 3 0 0 0,-4-4-99 0 0,0 0-1 0 0,1 0 0 0 0,-1 0 1 0 0,1-1-1 0 0,-1 1 0 0 0,1-1 0 0 0,-1 0 1 0 0,1 0-1 0 0,0 0 0 0 0,-1 0 0 0 0,1-1 1 0 0,0 1-1 0 0,0-1 0 0 0,-1 0 1 0 0,1 0-1 0 0,0-1 0 0 0,0 1 0 0 0,-1-1 1 0 0,1 0-1 0 0,0 1 0 0 0,-1-2 0 0 0,1 1 1 0 0,-1 0-1 0 0,1-1 0 0 0,-1 0 1 0 0,4-2-1 0 0,-3 2-27 0 0,0-1 0 0 0,-1 0 0 0 0,1-1 0 0 0,0 1 0 0 0,-1 0 0 0 0,0-1 0 0 0,0 0 0 0 0,0 0 0 0 0,0 0 0 0 0,-1 0 0 0 0,1 0 0 0 0,-1-1 0 0 0,0 1 1 0 0,-1-1-1 0 0,1 0 0 0 0,-1 1 0 0 0,0-1 0 0 0,0 0 0 0 0,1-8 0 0 0,-2 3-3 0 0,0 0 0 0 0,0 0 1 0 0,-1 0-1 0 0,0 0 0 0 0,-1 0 0 0 0,0 0 1 0 0,-1 0-1 0 0,-5-13 0 0 0,7 19-5 0 0,-1 0 1 0 0,0 0-1 0 0,-1 0 0 0 0,1 0 0 0 0,-1 1 0 0 0,1-1 1 0 0,-1 1-1 0 0,0-1 0 0 0,-1 1 0 0 0,1 0 1 0 0,-1 0-1 0 0,1 1 0 0 0,-1-1 0 0 0,0 1 1 0 0,0-1-1 0 0,0 1 0 0 0,0 0 0 0 0,0 1 0 0 0,0-1 1 0 0,-6-1-1 0 0,5 3 1 0 0,1-1 0 0 0,-1 1 0 0 0,1 0 1 0 0,0 0-1 0 0,-1 1 0 0 0,1-1 0 0 0,-1 1 0 0 0,1 0 0 0 0,0 0 1 0 0,0 0-1 0 0,-1 1 0 0 0,1-1 0 0 0,0 1 0 0 0,0 0 0 0 0,0 0 1 0 0,1 1-1 0 0,-1-1 0 0 0,-4 5 0 0 0,-2 1 30 0 0,1 0-1 0 0,0 1 1 0 0,1 1-1 0 0,0-1 1 0 0,-7 12-1 0 0,-1 3 131 0 0,1 1-1 0 0,2 0 1 0 0,0 1-1 0 0,-11 36 1 0 0,18-45-102 0 0,1 0 0 0 0,1 1 0 0 0,1-1 0 0 0,1 1 0 0 0,0-1 0 0 0,1 1 0 0 0,1 0 0 0 0,3 23 0 0 0,-3-35-34 0 0,2 0 1 0 0,-1 0-1 0 0,0 0 1 0 0,1 0-1 0 0,0-1 1 0 0,1 1-1 0 0,-1 0 1 0 0,1-1-1 0 0,0 0 1 0 0,0 1-1 0 0,1-1 1 0 0,-1 0-1 0 0,1-1 1 0 0,0 1-1 0 0,1-1 1 0 0,5 5-1 0 0,-4-4-59 0 0,1-1 0 0 0,1 0-1 0 0,-1 0 1 0 0,0 0 0 0 0,1-1-1 0 0,0 0 1 0 0,0-1-1 0 0,0 0 1 0 0,0 0 0 0 0,16 1-1 0 0,-9-2-294 0 0,1-1-1 0 0,-1 0 0 0 0,0-1 0 0 0,1-1 1 0 0,-1 0-1 0 0,0-2 0 0 0,0 1 0 0 0,-1-2 1 0 0,1 0-1 0 0,-1 0 0 0 0,0-2 0 0 0,21-12 1 0 0,-22 10-115 0 0,0-2 0 0 0,0 0 1 0 0,-2 0-1 0 0,1-1 0 0 0,-1-1 1 0 0,-1 0-1 0 0,0 0 0 0 0,-1-1 1 0 0,-1 0-1 0 0,0-1 0 0 0,0 0 1 0 0,-2 0-1 0 0,7-22 0 0 0,-1-8 1096 0 0,-1 0 0 0 0,-2-1-1 0 0,4-69 1 0 0,-13 114-622 0 0,-1 0 0 0 0,1 0 0 0 0,0 0 0 0 0,1 0 1 0 0,-1 0-1 0 0,0 0 0 0 0,0 0 0 0 0,0 0 0 0 0,1 0 0 0 0,-1 0 1 0 0,0 0-1 0 0,1 0 0 0 0,-1 0 0 0 0,1 0 0 0 0,-1 0 0 0 0,1 0 1 0 0,0 0-1 0 0,-1 0 0 0 0,1 1 0 0 0,0-1 0 0 0,-1 0 1 0 0,1 0-1 0 0,0 1 0 0 0,0-1 0 0 0,1 0 0 0 0,-1 1 31 0 0,1 0-1 0 0,-1-1 1 0 0,0 1-1 0 0,0 1 1 0 0,1-1-1 0 0,-1 0 1 0 0,0 0-1 0 0,1 0 1 0 0,-1 1-1 0 0,0-1 1 0 0,0 1-1 0 0,0-1 1 0 0,1 1-1 0 0,-1-1 1 0 0,0 1-1 0 0,0 0 1 0 0,1 1 0 0 0,6 3 306 0 0,-1 1 1 0 0,-1 0 0 0 0,1 1-1 0 0,9 11 1 0 0,5 11 242 0 0,-1 1 0 0 0,-1 1 0 0 0,-1 1 1 0 0,-2 0-1 0 0,-2 2 0 0 0,-1-1 0 0 0,11 43 0 0 0,-21-63-185 0 0,-1 0 0 0 0,0 0 0 0 0,-1 0-1 0 0,-1 21 1 0 0,0-28-204 0 0,-1 0-1 0 0,1 0 1 0 0,-1 0-1 0 0,-1-1 1 0 0,1 1-1 0 0,-1 0 0 0 0,0 0 1 0 0,0-1-1 0 0,-1 1 1 0 0,0-1-1 0 0,-6 10 1 0 0,9-15-202 0 0,0 1 0 0 0,-1 0 0 0 0,1 0 0 0 0,-1-1 0 0 0,1 1 0 0 0,-1-1 0 0 0,1 1 0 0 0,-1 0 0 0 0,1-1 0 0 0,-1 1 0 0 0,1-1 0 0 0,-1 1 0 0 0,0-1 0 0 0,1 1 0 0 0,-1-1 0 0 0,0 0 0 0 0,0 1 0 0 0,1-1 0 0 0,-1 0 0 0 0,0 1 0 0 0,0-1 0 0 0,1 0 0 0 0,-1 0 0 0 0,0 0 0 0 0,0 0 0 0 0,0 0 0 0 0,1 0 1 0 0,-1 0-1 0 0,0 0 0 0 0,0 0 0 0 0,0 0 0 0 0,1 0 0 0 0,-1-1 0 0 0,0 1 0 0 0,0 0 0 0 0,1 0 0 0 0,-1-1 0 0 0,0 1 0 0 0,0 0 0 0 0,1-1 0 0 0,-1 1 0 0 0,1-1 0 0 0,-1 1 0 0 0,0-1 0 0 0,1 0 0 0 0,-1 1 0 0 0,1-1 0 0 0,-1 1 0 0 0,1-1 0 0 0,-1 0 0 0 0,0-1 0 0 0,-1-1-2 0 0,0-1 1 0 0,0 0-1 0 0,1 0 0 0 0,-1 0 0 0 0,1-1 1 0 0,0 1-1 0 0,-2-8 0 0 0,3-3-201 0 0,0 0-1 0 0,0 1 0 0 0,2-1 1 0 0,0 0-1 0 0,0 0 1 0 0,2 1-1 0 0,-1 0 0 0 0,2-1 1 0 0,0 1-1 0 0,1 1 0 0 0,0-1 1 0 0,1 1-1 0 0,0 0 0 0 0,12-15 1 0 0,2-1-2212 0 0,37-38-1 0 0,27-19-6956 0 0,-81 82 8751 0 0,35-33-8240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232 633 224 0 0,'-26'-82'15735'0'0,"22"83"-15285"0"0,0 0-365 0 0,1 0 1 0 0,-1 1-1 0 0,0 0 1 0 0,1 0-1 0 0,0 0 1 0 0,-1 0-1 0 0,1 0 1 0 0,0 1-1 0 0,0 0 1 0 0,0-1-1 0 0,0 1 1 0 0,1 0-1 0 0,-1 1 1 0 0,-3 5-1 0 0,-8 12 221 0 0,-12 27 0 0 0,17-33-194 0 0,-57 123 421 0 0,58-120-479 0 0,2 1 0 0 0,0 0 1 0 0,1 1-1 0 0,1-1 0 0 0,-2 34 0 0 0,6-50-38 0 0,-1 0-1 0 0,1 1 1 0 0,1-1-1 0 0,-1 1 1 0 0,0-1-1 0 0,1 0 1 0 0,0 1-1 0 0,-1-1 1 0 0,1 0 0 0 0,1 0-1 0 0,-1 0 1 0 0,0 0-1 0 0,1 0 1 0 0,-1 0-1 0 0,1 0 1 0 0,0 0-1 0 0,0 0 1 0 0,0-1-1 0 0,1 1 1 0 0,2 2 0 0 0,-3-4-6 0 0,1 1 0 0 0,0 0 0 0 0,0-1 0 0 0,0 0 0 0 0,0 1 0 0 0,0-1 0 0 0,0 0 0 0 0,1-1 1 0 0,-1 1-1 0 0,0-1 0 0 0,0 1 0 0 0,1-1 0 0 0,-1 0 0 0 0,0 0 0 0 0,1 0 0 0 0,-1-1 0 0 0,0 1 0 0 0,0-1 1 0 0,0 0-1 0 0,6-2 0 0 0,7-2-2 0 0,0-2 1 0 0,0 0-1 0 0,-1-1 0 0 0,0-1 1 0 0,0 0-1 0 0,-1-1 0 0 0,0-1 1 0 0,-1 0-1 0 0,0 0 1 0 0,-1-2-1 0 0,0 1 0 0 0,-1-2 1 0 0,0 1-1 0 0,-2-2 1 0 0,1 1-1 0 0,7-18 0 0 0,-5 7-1 0 0,-1-1-1 0 0,-1 0 0 0 0,-2 0 1 0 0,0-1-1 0 0,-2 0 0 0 0,-1 0 1 0 0,-1 0-1 0 0,-2-1 0 0 0,0-39 1 0 0,-3 56-9 0 0,1 0 1 0 0,-2-1-1 0 0,0 1 1 0 0,0 0-1 0 0,-1 0 0 0 0,0 0 1 0 0,-1 1-1 0 0,0-1 1 0 0,-10-15-1 0 0,13 23 2 0 0,-1 0-1 0 0,0 0 1 0 0,-1 0-1 0 0,1 0 1 0 0,0 0-1 0 0,-1 0 1 0 0,0 1-1 0 0,1-1 1 0 0,-1 1 0 0 0,0 0-1 0 0,0 0 1 0 0,-1 0-1 0 0,1 0 1 0 0,0 1-1 0 0,-1-1 1 0 0,1 1-1 0 0,-1 0 1 0 0,1 0-1 0 0,-1 0 1 0 0,1 0-1 0 0,-1 1 1 0 0,0-1 0 0 0,1 1-1 0 0,-1 0 1 0 0,0 0-1 0 0,1 0 1 0 0,-1 1-1 0 0,0-1 1 0 0,1 1-1 0 0,-1 0 1 0 0,1 0-1 0 0,-1 0 1 0 0,-3 2 0 0 0,-6 4-3 0 0,0-1 1 0 0,0 2 0 0 0,1 0 0 0 0,0 0 0 0 0,1 1 0 0 0,-1 1 0 0 0,2 0 0 0 0,-1 0 0 0 0,2 1 0 0 0,-17 23 0 0 0,12-14-4 0 0,1 1 0 0 0,2 0 1 0 0,0 1-1 0 0,1 0 0 0 0,-13 43 1 0 0,20-55 7 0 0,0 0-1 0 0,1 1 1 0 0,1-1 0 0 0,0 1-1 0 0,0 0 1 0 0,1-1 0 0 0,0 1-1 0 0,1 0 1 0 0,0-1 0 0 0,3 14-1 0 0,-2-20 0 0 0,-1 0-1 0 0,0 0 1 0 0,1 0-1 0 0,0 0 0 0 0,0 0 1 0 0,0 0-1 0 0,1-1 0 0 0,-1 1 1 0 0,1-1-1 0 0,-1 0 1 0 0,1 0-1 0 0,0 0 0 0 0,1 0 1 0 0,-1 0-1 0 0,0-1 0 0 0,1 1 1 0 0,-1-1-1 0 0,1 0 0 0 0,0 0 1 0 0,0 0-1 0 0,0-1 1 0 0,0 1-1 0 0,0-1 0 0 0,0 0 1 0 0,0 0-1 0 0,0-1 0 0 0,1 1 1 0 0,4-1-1 0 0,6 1 8 0 0,0-2 0 0 0,0 0-1 0 0,0-1 1 0 0,0 0 0 0 0,-1-1 0 0 0,1-1 0 0 0,27-11-1 0 0,-11 2-7 0 0,-1-2-1 0 0,41-26 1 0 0,-42 21 1 0 0,-1-2 0 0 0,-1-1 0 0 0,0-1 0 0 0,-2-1 1 0 0,-1-2-1 0 0,-1 0 0 0 0,-1-1 0 0 0,-2-2 0 0 0,30-54 0 0 0,-23 27-24 0 0,-1-1 0 0 0,-4-1 0 0 0,-2 0-1 0 0,20-103 1 0 0,-36 145 20 0 0,3-27-48 0 0,-16 51 60 0 0,5 1-3 0 0,0 0 1 0 0,1 1 0 0 0,0-1-1 0 0,0 1 1 0 0,1 0 0 0 0,0-1-1 0 0,-1 15 1 0 0,-1 0 12 0 0,-97 786 2546 0 0,59-143-1315 0 0,24-339-708 0 0,-24 131 479 0 0,39-436-775 0 0,1-1 148 0 0,-8 32 1 0 0,8-49-295 0 0,1 1 0 0 0,0-1 0 0 0,-1 1 0 0 0,0-1 0 0 0,0 0 0 0 0,0 0 0 0 0,0 0 0 0 0,-1 0 1 0 0,0 0-1 0 0,0 0 0 0 0,0-1 0 0 0,-6 6 0 0 0,8-8-76 0 0,-1 0 0 0 0,1 0 0 0 0,-1-1 0 0 0,0 1 0 0 0,1 0 0 0 0,-1-1 0 0 0,0 1 0 0 0,0-1 0 0 0,1 0 0 0 0,-1 1 0 0 0,0-1 0 0 0,0 0 0 0 0,0 0 0 0 0,0 0 0 0 0,1-1 0 0 0,-1 1 0 0 0,0 0 0 0 0,0-1 0 0 0,1 1 0 0 0,-1-1 0 0 0,0 1 0 0 0,1-1 0 0 0,-1 0 1 0 0,0 0-1 0 0,1 0 0 0 0,-1 0 0 0 0,1 0 0 0 0,-1 0 0 0 0,1 0 0 0 0,0 0 0 0 0,-2-2 0 0 0,-6-6 3 0 0,1 1 1 0 0,0-2-1 0 0,-10-14 0 0 0,12 16-2 0 0,-7-12-25 0 0,0 0 1 0 0,1-2 0 0 0,-15-38 0 0 0,-17-72-51 0 0,36 107 47 0 0,1-2 0 0 0,2 1-1 0 0,0-1 1 0 0,2 0 0 0 0,1 0 0 0 0,1 0-1 0 0,1 0 1 0 0,2 0 0 0 0,1 0 0 0 0,1 0 0 0 0,1 0-1 0 0,1 1 1 0 0,1 0 0 0 0,2 0 0 0 0,23-49 0 0 0,-12 39-79 0 0,2 0 1 0 0,2 1 0 0 0,1 1-1 0 0,2 2 1 0 0,1 0 0 0 0,35-29-1 0 0,-9 14-1083 0 0,2 2-1 0 0,110-65 1 0 0,-105 76-1952 0 0,124-49 0 0 0,-11 24-5625 0 0,-98 37 1727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6 116 4 0 0,'-1'-12'1439'0'0,"0"1"0"0"0,1 0 0 0 0,0-1-1 0 0,1 1 1 0 0,0-1 0 0 0,1 1 0 0 0,0 0 0 0 0,5-14 691 0 0,3 47-62 0 0,-7 16-1327 0 0,-2 1 0 0 0,-1-1 0 0 0,-2 0 0 0 0,-9 44 0 0 0,0 24-265 0 0,9-79-412 0 0,-1-4 33 0 0,2 0 0 0 0,0 0 0 0 0,2 0 0 0 0,4 37 0 0 0,-4-58-90 0 0,-1 0 0 0 0,1-1 1 0 0,-1 1-1 0 0,1 0 0 0 0,-1 0 1 0 0,1 0-1 0 0,0 0 0 0 0,0-1 1 0 0,0 1-1 0 0,0 0 0 0 0,0-1 1 0 0,1 1-1 0 0,-1 0 0 0 0,0-1 1 0 0,1 0-1 0 0,-1 1 0 0 0,1-1 1 0 0,-1 0-1 0 0,1 0 0 0 0,0 0 1 0 0,2 1-1 0 0,-1-1-1 0 0,0 0 0 0 0,0 0 0 0 0,1 0 0 0 0,-1-1 0 0 0,0 0 0 0 0,1 1 0 0 0,-1-1 0 0 0,0-1 1 0 0,1 1-1 0 0,-1 0 0 0 0,6-2 0 0 0,2-2 1 0 0,1 1 0 0 0,-1-2 0 0 0,0 1 1 0 0,-1-1-1 0 0,1-1 0 0 0,11-8 0 0 0,-1-3-7 0 0,0-1 0 0 0,-1 0 0 0 0,-1-1 0 0 0,-1-2 0 0 0,0 0 0 0 0,-2 0 0 0 0,15-26 0 0 0,84-175 24 0 0,-101 194-17 0 0,20-46-10 0 0,-33 72 6 0 0,-1 19-19 0 0,-14 99 36 0 0,0 16 20 0 0,14-126-66 0 0,-1 34 131 0 0,5 53 1 0 0,-3-83-194 0 0,0 0 1 0 0,0 0 0 0 0,2-1 0 0 0,-1 1-1 0 0,1-1 1 0 0,0 0 0 0 0,1 0-1 0 0,0 0 1 0 0,1 0 0 0 0,0-1-1 0 0,7 11 1 0 0,-10-17-156 0 0,1 0 0 0 0,-1 1 0 0 0,1-1 0 0 0,-1-1 0 0 0,1 1 0 0 0,0 0 0 0 0,0 0 0 0 0,0-1 0 0 0,0 0 0 0 0,0 1 0 0 0,0-1 0 0 0,0 0 0 0 0,0-1 0 0 0,0 1 0 0 0,1-1 0 0 0,-1 1 0 0 0,0-1 0 0 0,0 0 0 0 0,5 0 0 0 0,-4-1-545 0 0,0 1 0 0 0,0-1-1 0 0,0 0 1 0 0,0 0 0 0 0,0 0 0 0 0,0 0 0 0 0,0-1 0 0 0,6-3-1 0 0,8-7-4792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52 141 740 0 0,'0'-2'446'0'0,"15"-120"11316"0"0,-15 122-11713 0 0,0 0 1 0 0,0-1-1 0 0,0 1 1 0 0,0 0-1 0 0,0 0 1 0 0,0-1-1 0 0,0 1 1 0 0,0 0-1 0 0,0-1 1 0 0,0 1-1 0 0,0 0 1 0 0,0 0-1 0 0,0-1 1 0 0,0 1-1 0 0,0 0 1 0 0,1 0-1 0 0,-1-1 1 0 0,0 1-1 0 0,0 0 1 0 0,0 0-1 0 0,0 0 1 0 0,1-1-1 0 0,-1 1 1 0 0,0 0-1 0 0,0 0 1 0 0,0 0 0 0 0,1 0-1 0 0,-1-1 1 0 0,0 1-1 0 0,0 0 1 0 0,1 0-1 0 0,-1 0 1 0 0,0 0-1 0 0,0 0 1 0 0,1 0-1 0 0,-1 0 1 0 0,0 0-1 0 0,0 0 1 0 0,1 0-1 0 0,-1 0 1 0 0,0 0-1 0 0,0 0 1 0 0,1 0-1 0 0,8 11 887 0 0,4 20-84 0 0,-7-8-492 0 0,-1 0-1 0 0,-1 0 0 0 0,-1 1 1 0 0,-2-1-1 0 0,0 41 0 0 0,-3-44-258 0 0,0-1 0 0 0,0 0-1 0 0,-2 1 1 0 0,-1-1-1 0 0,0 0 1 0 0,-1-1 0 0 0,-11 23-1 0 0,16-38-80 0 0,0 0-1 0 0,-1 0 1 0 0,1 0-1 0 0,-1 0 1 0 0,0 0-1 0 0,0 0 1 0 0,0 0-1 0 0,0-1 1 0 0,0 1-1 0 0,0-1 0 0 0,-1 0 1 0 0,1 1-1 0 0,-1-1 1 0 0,0 0-1 0 0,1 0 1 0 0,-1-1-1 0 0,-5 3 1 0 0,7-4-19 0 0,0 0 1 0 0,0 0 0 0 0,1 0-1 0 0,-1 0 1 0 0,0 0-1 0 0,0 0 1 0 0,0 0-1 0 0,1 0 1 0 0,-1-1 0 0 0,0 1-1 0 0,0 0 1 0 0,1-1-1 0 0,-1 1 1 0 0,0 0 0 0 0,1-1-1 0 0,-1 1 1 0 0,0-1-1 0 0,1 1 1 0 0,-1-1-1 0 0,1 1 1 0 0,-1-1 0 0 0,0 1-1 0 0,1-1 1 0 0,0 0-1 0 0,-1 1 1 0 0,1-1 0 0 0,-1 0-1 0 0,1 0 1 0 0,0 1-1 0 0,-1-1 1 0 0,1 0-1 0 0,0 0 1 0 0,0 1 0 0 0,-1-3-1 0 0,-5-25 35 0 0,6 28-37 0 0,-2-19-1 0 0,1 0 0 0 0,1 0-1 0 0,1 0 1 0 0,1 0 0 0 0,0 0 0 0 0,1 1 0 0 0,1-1 0 0 0,1 1 0 0 0,13-32-1 0 0,-12 36-5 0 0,0 0 0 0 0,1 1 0 0 0,0 0 0 0 0,1 0 0 0 0,1 1 0 0 0,0 0 0 0 0,1 0 0 0 0,0 1 0 0 0,0 0 0 0 0,1 1 0 0 0,1 0 1 0 0,23-15-1 0 0,-31 22 7 0 0,1 1 1 0 0,-1-1-1 0 0,1 1 1 0 0,0 0 0 0 0,0 1-1 0 0,0-1 1 0 0,0 1 0 0 0,0 0-1 0 0,0 0 1 0 0,0 0-1 0 0,0 1 1 0 0,0 0 0 0 0,0 0-1 0 0,1 0 1 0 0,-1 1 0 0 0,0-1-1 0 0,0 1 1 0 0,0 0-1 0 0,0 1 1 0 0,0-1 0 0 0,0 1-1 0 0,0 0 1 0 0,-1 0 0 0 0,1 1-1 0 0,-1-1 1 0 0,1 1-1 0 0,-1 0 1 0 0,0 0 0 0 0,0 1-1 0 0,0-1 1 0 0,-1 1 0 0 0,1 0-1 0 0,-1 0 1 0 0,0 0 0 0 0,5 9-1 0 0,0 0 67 0 0,-1 0 0 0 0,-1 0 1 0 0,-1 1-1 0 0,1-1 0 0 0,-2 2 0 0 0,0-1 0 0 0,-1 0 0 0 0,0 1 1 0 0,-1-1-1 0 0,0 24 0 0 0,-3 14 177 0 0,-12 85-1 0 0,8-96-239 0 0,4-15-487 0 0,1-25 390 0 0,0 0-1 0 0,0 0 1 0 0,0 0 0 0 0,0-1 0 0 0,0 1 0 0 0,0 0 0 0 0,0 0-1 0 0,1 0 1 0 0,-1-1 0 0 0,0 1 0 0 0,0 0 0 0 0,1 0-1 0 0,-1-1 1 0 0,0 1 0 0 0,1 0 0 0 0,-1 0 0 0 0,1-1 0 0 0,-1 1-1 0 0,1 0 1 0 0,-1-1 0 0 0,1 1 0 0 0,-1-1 0 0 0,1 1-1 0 0,0-1 1 0 0,-1 1 0 0 0,1-1 0 0 0,0 1 0 0 0,-1-1 0 0 0,1 0-1 0 0,0 1 1 0 0,1-1 0 0 0,1 0-428 0 0,0-1 1 0 0,0 1-1 0 0,1-1 1 0 0,-1 0-1 0 0,0 0 0 0 0,0 0 1 0 0,0-1-1 0 0,0 1 1 0 0,0-1-1 0 0,-1 0 0 0 0,1 1 1 0 0,0-1-1 0 0,-1-1 1 0 0,1 1-1 0 0,-1 0 0 0 0,0 0 1 0 0,3-5-1 0 0,11-14-5580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52 156 728 0 0,'23'-155'16048'0'0,"-31"360"-11248"0"0,7 102-2107 0 0,-3 93-1446 0 0,-9-180-917 0 0,6-180-166 0 0,7-39-163 0 0,0-1 0 0 0,0 0 0 0 0,0 0 0 0 0,0 1 0 0 0,0-1 0 0 0,0 0 0 0 0,0 1 0 0 0,0-1 0 0 0,0 0 0 0 0,0 0 0 0 0,-1 1-1 0 0,1-1 1 0 0,0 0 0 0 0,0 0 0 0 0,0 1 0 0 0,0-1 0 0 0,0 0 0 0 0,0 0 0 0 0,-1 1 0 0 0,1-1 0 0 0,0 0 0 0 0,0 0 0 0 0,0 0 0 0 0,-1 1-1 0 0,1-1 1 0 0,0 0 0 0 0,0 0 0 0 0,-1 0 0 0 0,1 0 0 0 0,0 1 0 0 0,0-1 0 0 0,-1 0 0 0 0,1 0 0 0 0,0 0 0 0 0,0 0 0 0 0,-1 0-1 0 0,1 0 1 0 0,0 0 0 0 0,-1 0 0 0 0,1 0 0 0 0,0 0 0 0 0,0 0 0 0 0,-1 0 0 0 0,1 0 0 0 0,0 0 0 0 0,0 0 0 0 0,-1 0 0 0 0,1 0 0 0 0,0 0-1 0 0,-1-1 1 0 0,1 1 0 0 0,0 0 0 0 0,0 0 0 0 0,-1 0 0 0 0,1 0 0 0 0,0 0 0 0 0,0-1 0 0 0,0 1 0 0 0,-1 0 0 0 0,1 0 0 0 0,0-1 0 0 0,-11-13 14 0 0,6 0-100 0 0,1 1 0 0 0,1-1 0 0 0,0 1 0 0 0,1-1-1 0 0,1 0 1 0 0,0-20 0 0 0,9-85-602 0 0,-4 80 546 0 0,2 1 0 0 0,2-1 0 0 0,2 1 0 0 0,25-65 0 0 0,-28 86 108 0 0,1 0 1 0 0,1 0-1 0 0,0 1 1 0 0,2 0-1 0 0,0 1 0 0 0,0 0 1 0 0,2 1-1 0 0,-1 0 1 0 0,2 1-1 0 0,0 0 1 0 0,0 1-1 0 0,17-10 1 0 0,-25 18 25 0 0,0 1 0 0 0,1 0 1 0 0,-1 0-1 0 0,0 1 1 0 0,1-1-1 0 0,0 1 1 0 0,-1 1-1 0 0,1-1 1 0 0,0 1-1 0 0,0 0 1 0 0,0 1-1 0 0,0 0 1 0 0,0 0-1 0 0,0 0 1 0 0,0 1-1 0 0,12 3 0 0 0,-15-3 8 0 0,1 1 0 0 0,-1-1 0 0 0,-1 1 0 0 0,1 0 0 0 0,0 0 0 0 0,0 0 0 0 0,-1 1 0 0 0,1-1 0 0 0,-1 1 0 0 0,0 0 0 0 0,0 0 0 0 0,0 0 0 0 0,0 0 0 0 0,0 1 0 0 0,-1-1 0 0 0,0 1 0 0 0,1 0 0 0 0,-1-1 0 0 0,0 1 0 0 0,-1 0 0 0 0,1 0 0 0 0,-1 0 0 0 0,0 1 0 0 0,0-1 0 0 0,0 0 0 0 0,0 0 0 0 0,-1 1 0 0 0,0 4 0 0 0,0 0 13 0 0,-1-1 0 0 0,0 1-1 0 0,0 0 1 0 0,-1 0-1 0 0,0 0 1 0 0,0-1-1 0 0,-1 1 1 0 0,-1-1-1 0 0,1 0 1 0 0,-1 0-1 0 0,0 0 1 0 0,-1-1-1 0 0,0 1 1 0 0,0-1-1 0 0,-8 9 1 0 0,1-4-6 0 0,-1 1 1 0 0,0-1 0 0 0,0-1 0 0 0,-1 0 0 0 0,0-1 0 0 0,-30 15 0 0 0,37-21-1 0 0,0-1 0 0 0,0 0 1 0 0,0-1-1 0 0,-1 0 1 0 0,1 0-1 0 0,-1 0 1 0 0,0-1-1 0 0,1 0 1 0 0,-1-1-1 0 0,0 1 1 0 0,0-2-1 0 0,1 1 1 0 0,-1-1-1 0 0,-14-3 1 0 0,19 3-59 0 0,3 1 48 0 0,0 0 0 0 0,0 0-1 0 0,0 0 1 0 0,-1 0 0 0 0,1-1 0 0 0,0 1 0 0 0,0 0 0 0 0,0 0 0 0 0,-1 0 0 0 0,1-1-1 0 0,0 1 1 0 0,0 0 0 0 0,0 0 0 0 0,0 0 0 0 0,-1-1 0 0 0,1 1 0 0 0,0 0 0 0 0,0 0-1 0 0,0-1 1 0 0,0 1 0 0 0,0 0 0 0 0,0 0 0 0 0,0-1 0 0 0,0 1 0 0 0,0 0 0 0 0,0-1-1 0 0,0 1 1 0 0,0 0 0 0 0,0 0 0 0 0,0-1 0 0 0,0 1 0 0 0,3-1 4 0 0,0 1 0 0 0,-1 0 0 0 0,1 0 1 0 0,0 0-1 0 0,0 1 0 0 0,-1-1 0 0 0,1 1 0 0 0,0-1 0 0 0,-1 1 1 0 0,1 0-1 0 0,-1 0 0 0 0,1 0 0 0 0,-1 0 0 0 0,1 1 0 0 0,-1-1 1 0 0,0 1-1 0 0,1-1 0 0 0,2 4 0 0 0,9 7-13 0 0,20 22-1 0 0,-25-24 14 0 0,82 91-152 0 0,-41-43-131 0 0,82 72 1 0 0,-110-112-1147 0 0,1-1 0 0 0,37 21 1 0 0,-41-28-472 0 0,0 0 1 0 0,1-2 0 0 0,0-1-1 0 0,24 6 1 0 0,-11-7-5118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1808 0 0,'0'-6'778'0'0,"0"0"0"0"0,0 0-1 0 0,0 0 1 0 0,1 1 0 0 0,0-1 0 0 0,0 0 0 0 0,0 0-1 0 0,1 1 1 0 0,0-1 0 0 0,0 1 0 0 0,0-1-1 0 0,5-6 1 0 0,-6 11-645 0 0,1 0-1 0 0,-1 0 1 0 0,1 0-1 0 0,-1 0 1 0 0,1 0-1 0 0,0 0 1 0 0,0 0-1 0 0,-1 1 0 0 0,1-1 1 0 0,0 1-1 0 0,0-1 1 0 0,0 1-1 0 0,0 0 1 0 0,0 0-1 0 0,-1 0 1 0 0,1 0-1 0 0,0 0 1 0 0,0 0-1 0 0,0 0 1 0 0,0 1-1 0 0,0-1 1 0 0,0 0-1 0 0,-1 1 1 0 0,1 0-1 0 0,0-1 1 0 0,0 1-1 0 0,1 1 1 0 0,4 2 79 0 0,0 1 0 0 0,-1 0 1 0 0,1 0-1 0 0,-1 0 0 0 0,0 1 1 0 0,-1-1-1 0 0,0 1 0 0 0,1 1 1 0 0,-2-1-1 0 0,1 1 0 0 0,-1 0 1 0 0,0 0-1 0 0,5 12 0 0 0,-2-1 41 0 0,-1 0 1 0 0,0 1-1 0 0,-1 0 0 0 0,4 29 0 0 0,-8-36-177 0 0,0 1-1 0 0,0 0 1 0 0,-2-1-1 0 0,1 1 0 0 0,-2 0 1 0 0,1-1-1 0 0,-2 1 1 0 0,0-1-1 0 0,0 0 1 0 0,-1 0-1 0 0,-1 0 1 0 0,0 0-1 0 0,0-1 1 0 0,-1 0-1 0 0,-9 13 1 0 0,-5-6 50 0 0,19-17-121 0 0,1 0-1 0 0,-1-1 0 0 0,0 1 1 0 0,0 0-1 0 0,0-1 0 0 0,0 1 0 0 0,0-1 1 0 0,1 1-1 0 0,-1-1 0 0 0,0 1 1 0 0,0-1-1 0 0,0 0 0 0 0,0 0 0 0 0,0 1 1 0 0,-1-1-1 0 0,1 0 0 0 0,0 0 1 0 0,0 0-1 0 0,0 0 0 0 0,0 0 0 0 0,0 0 1 0 0,0 0-1 0 0,0-1 0 0 0,-1 1 1 0 0,-2-3-2 0 0,1-1 1 0 0,-1 0-1 0 0,1 1 0 0 0,0-1 1 0 0,0 0-1 0 0,1 0 1 0 0,-1-1-1 0 0,1 1 1 0 0,0-1-1 0 0,0 1 1 0 0,0-1-1 0 0,1 1 1 0 0,-1-1-1 0 0,1 0 1 0 0,0 0-1 0 0,1 0 1 0 0,-1 0-1 0 0,1-5 0 0 0,-1-6-8 0 0,1 0 0 0 0,1 0 0 0 0,0 1 0 0 0,7-28 0 0 0,-4 25 1 0 0,2 0-1 0 0,1 1 1 0 0,0-1-1 0 0,1 1 0 0 0,0 1 1 0 0,2-1-1 0 0,0 1 1 0 0,1 1-1 0 0,16-19 1 0 0,-20 26-1 0 0,1 0 1 0 0,0 0 0 0 0,0 1 0 0 0,1 0-1 0 0,0 0 1 0 0,0 1 0 0 0,0 0-1 0 0,1 1 1 0 0,0 0 0 0 0,0 0 0 0 0,0 1-1 0 0,1 1 1 0 0,-1 0 0 0 0,1 0-1 0 0,0 1 1 0 0,0 0 0 0 0,13 0 0 0 0,-19 2 3 0 0,0 0 0 0 0,0 1 1 0 0,0-1-1 0 0,0 1 0 0 0,0 0 1 0 0,-1 1-1 0 0,1-1 0 0 0,0 1 1 0 0,-1 0-1 0 0,1 0 0 0 0,-1 1 1 0 0,1-1-1 0 0,4 5 0 0 0,-3-2 3 0 0,0 0 0 0 0,-1 1 0 0 0,0-1 0 0 0,0 1-1 0 0,0 0 1 0 0,-1 0 0 0 0,0 1 0 0 0,4 7 0 0 0,-2 0 8 0 0,0 0 1 0 0,-1 1 0 0 0,-1 0-1 0 0,0-1 1 0 0,-1 2-1 0 0,-1-1 1 0 0,0 0 0 0 0,0 17-1 0 0,-4 12 39 0 0,-3 0 1 0 0,-10 49-1 0 0,2-18-1041 0 0,13-72 751 0 0,-1 1 0 0 0,1-1 0 0 0,0 0 0 0 0,0 1 1 0 0,0-1-1 0 0,1 0 0 0 0,-1 1 0 0 0,1-1 1 0 0,0 0-1 0 0,0 0 0 0 0,0 1 0 0 0,0-1 1 0 0,0 0-1 0 0,4 5 0 0 0,-4-6-124 0 0,0-1 0 0 0,1 1 0 0 0,-1 0 0 0 0,1-1 1 0 0,-1 1-1 0 0,1-1 0 0 0,0 0 0 0 0,-1 1 0 0 0,1-1 0 0 0,0 0 0 0 0,0 0 0 0 0,0 0 0 0 0,0-1 1 0 0,0 1-1 0 0,0 0 0 0 0,0-1 0 0 0,0 1 0 0 0,0-1 0 0 0,0 0 0 0 0,1 1 0 0 0,-1-1 0 0 0,0 0 0 0 0,0 0 1 0 0,3-1-1 0 0,10-2-4982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148 176 2036 0 0,'1'-7'721'0'0,"0"4"-134"0"0,-1-1 1 0 0,1 1-1 0 0,-1 0 0 0 0,0-1 0 0 0,0 1 0 0 0,0-1 0 0 0,0 1 0 0 0,0-1 0 0 0,-1 1 0 0 0,0-1 0 0 0,1 1 0 0 0,-1 0 1 0 0,-1-1-1 0 0,-3-6 818 0 0,-9 14 69 0 0,12-3-1338 0 0,0 0 1 0 0,0 0-1 0 0,0 1 1 0 0,0-1-1 0 0,0 1 1 0 0,0-1-1 0 0,1 1 0 0 0,-1 0 1 0 0,1 0-1 0 0,-1 0 1 0 0,1 0-1 0 0,-2 3 1 0 0,-13 29 865 0 0,12-26-746 0 0,-6 18 235 0 0,0 0 1 0 0,2 1-1 0 0,1 0 1 0 0,-5 36-1 0 0,10-44-349 0 0,0 1 0 0 0,1-1-1 0 0,1 0 1 0 0,1 1-1 0 0,1-1 1 0 0,1 0-1 0 0,5 21 1 0 0,-7-35-114 0 0,1 0 1 0 0,0 0-1 0 0,0 0 1 0 0,0 0-1 0 0,1 0 0 0 0,0-1 1 0 0,0 1-1 0 0,0-1 1 0 0,0 1-1 0 0,1-1 0 0 0,0 0 1 0 0,0-1-1 0 0,0 1 1 0 0,0 0-1 0 0,0-1 0 0 0,1 0 1 0 0,-1 0-1 0 0,1-1 1 0 0,0 1-1 0 0,0-1 0 0 0,0 0 1 0 0,0 0-1 0 0,0-1 1 0 0,0 1-1 0 0,1-1 1 0 0,-1 0-1 0 0,1-1 0 0 0,-1 1 1 0 0,0-1-1 0 0,9-1 1 0 0,-4 1-14 0 0,0-1 0 0 0,-1-1 0 0 0,1 1 0 0 0,0-1 0 0 0,-1-1 0 0 0,0 0 1 0 0,1 0-1 0 0,-1-1 0 0 0,-1 0 0 0 0,1-1 0 0 0,0 0 0 0 0,-1 0 0 0 0,0-1 1 0 0,0 0-1 0 0,-1 0 0 0 0,9-10 0 0 0,-7 5-10 0 0,-1-1-1 0 0,-1 0 1 0 0,0 0-1 0 0,-1-1 1 0 0,0 1 0 0 0,0-1-1 0 0,-2-1 1 0 0,0 1 0 0 0,0-1-1 0 0,-1 0 1 0 0,2-20-1 0 0,-4 20 1 0 0,0-1-1 0 0,-1 0 0 0 0,0 0 0 0 0,-2 0 1 0 0,1 0-1 0 0,-2 0 0 0 0,0 1 0 0 0,-1-1 1 0 0,0 1-1 0 0,-11-24 0 0 0,12 32-5 0 0,0 0 1 0 0,-1 1-1 0 0,1-1 0 0 0,-1 1 0 0 0,-1 0 1 0 0,1 0-1 0 0,-1 0 0 0 0,0 1 0 0 0,0-1 1 0 0,0 1-1 0 0,0 0 0 0 0,-1 1 1 0 0,0-1-1 0 0,0 1 0 0 0,0 0 0 0 0,0 1 1 0 0,0-1-1 0 0,0 1 0 0 0,-1 0 1 0 0,1 1-1 0 0,-1 0 0 0 0,1 0 0 0 0,-8 0 1 0 0,4 1-1 0 0,1 0-1 0 0,0 1 1 0 0,-1 0 0 0 0,1 0 0 0 0,0 1 0 0 0,0 1 0 0 0,-1-1 0 0 0,2 1 0 0 0,-1 1 0 0 0,0 0 0 0 0,1 0 0 0 0,0 1 0 0 0,0-1-1 0 0,0 2 1 0 0,-13 10 0 0 0,12-7-1 0 0,0 0 0 0 0,1 1 0 0 0,0 0 0 0 0,1 0 0 0 0,0 0-1 0 0,0 1 1 0 0,1 0 0 0 0,0 1 0 0 0,-7 22 0 0 0,11-28 5 0 0,0 0 0 0 0,0 1 0 0 0,1-1-1 0 0,0 0 1 0 0,1 1 0 0 0,-1-1 0 0 0,1 1 0 0 0,0-1 0 0 0,1 1 0 0 0,0-1 0 0 0,0 1 0 0 0,0-1 0 0 0,1 0 0 0 0,-1 1 0 0 0,2-1-1 0 0,-1 0 1 0 0,1 0 0 0 0,0-1 0 0 0,0 1 0 0 0,0 0 0 0 0,5 4 0 0 0,0-1-3 0 0,1 0 0 0 0,0-1 0 0 0,0 0 0 0 0,1-1 0 0 0,0 0 0 0 0,1 0 0 0 0,0-1 0 0 0,-1-1 0 0 0,2 0 1 0 0,-1 0-1 0 0,1-1 0 0 0,-1 0 0 0 0,1-1 0 0 0,20 2 0 0 0,-2-1-256 0 0,0-1 0 0 0,1-2 0 0 0,-1-1 1 0 0,55-7-1 0 0,-67 4 73 0 0,0-1 0 0 0,0 0 0 0 0,0-2 0 0 0,-1 0 0 0 0,0-1 0 0 0,0 0 0 0 0,0-1 0 0 0,-1-1 0 0 0,0-1 0 0 0,-1 0 0 0 0,0-1 0 0 0,-1-1 0 0 0,16-16 0 0 0,-12 9 167 0 0,-1-2 0 0 0,0 0 0 0 0,-2-1 0 0 0,0 0 0 0 0,-2-2 0 0 0,0 1 0 0 0,-2-2 0 0 0,13-38 0 0 0,-19 45 407 0 0,-10 25 44 0 0,-11 30 249 0 0,7-2-348 0 0,2 1 0 0 0,1 0 0 0 0,2 0 0 0 0,1 1 0 0 0,3 55 1 0 0,0-86-320 0 0,1 0 0 0 0,-1-1 0 0 0,1 1 0 0 0,0 0 0 0 0,1-1-1 0 0,0 1 1 0 0,-1 0 0 0 0,2-1 0 0 0,-1 0 0 0 0,1 0 0 0 0,0 1 0 0 0,0-1 0 0 0,0-1 0 0 0,0 1 0 0 0,1 0 0 0 0,0-1 0 0 0,0 0 0 0 0,0 0 0 0 0,1 0 0 0 0,-1-1 0 0 0,1 1 0 0 0,0-1 0 0 0,0 0 0 0 0,0 0 0 0 0,0-1 0 0 0,1 1 0 0 0,-1-1 0 0 0,1 0 0 0 0,7 1 0 0 0,-2-1-10 0 0,0 0 1 0 0,-1-1-1 0 0,1 0 0 0 0,0 0 1 0 0,0-1-1 0 0,-1-1 0 0 0,1 0 0 0 0,0 0 1 0 0,-1-1-1 0 0,1 0 0 0 0,-1-1 1 0 0,1-1-1 0 0,-1 1 0 0 0,0-1 1 0 0,-1-1-1 0 0,1 0 0 0 0,-1 0 1 0 0,0-1-1 0 0,0-1 0 0 0,0 1 0 0 0,-1-1 1 0 0,0 0-1 0 0,9-12 0 0 0,-1 0-12 0 0,-1-1 0 0 0,-1-1 0 0 0,20-38-1 0 0,24-71-3 0 0,-54 124-64 0 0,-2 18 58 0 0,-5 30 43 0 0,2-28-40 0 0,1-8 15 0 0,-2 19 10 0 0,2-1 0 0 0,0 0 0 0 0,6 34 0 0 0,-5-52-2 0 0,0 0 1 0 0,0 0-1 0 0,1 0 1 0 0,0 0-1 0 0,0-1 1 0 0,0 1-1 0 0,1-1 1 0 0,0 1-1 0 0,0-1 1 0 0,0 0 0 0 0,1 0-1 0 0,0 0 1 0 0,0-1-1 0 0,0 1 1 0 0,0-1-1 0 0,1 0 1 0 0,0 0-1 0 0,10 6 1 0 0,-3-4 6 0 0,0 0-1 0 0,0-1 1 0 0,0 0 0 0 0,1-1 0 0 0,0-1 0 0 0,0 0 0 0 0,0-1 0 0 0,0 0-1 0 0,0-1 1 0 0,1 0 0 0 0,-1-1 0 0 0,21-2 0 0 0,-26 1-14 0 0,-1-1 1 0 0,1 0-1 0 0,-1 0 0 0 0,1 0 1 0 0,-1-1-1 0 0,0 0 0 0 0,0 0 1 0 0,0-1-1 0 0,-1 0 1 0 0,1 0-1 0 0,-1-1 0 0 0,0 1 1 0 0,0-1-1 0 0,0-1 0 0 0,-1 1 1 0 0,0-1-1 0 0,0 0 1 0 0,0 0-1 0 0,-1-1 0 0 0,1 1 1 0 0,-2-1-1 0 0,6-11 0 0 0,-5 6-8 0 0,0 0 0 0 0,-1 0-1 0 0,0 0 1 0 0,-1-1 0 0 0,-1 1-1 0 0,0 0 1 0 0,0-1 0 0 0,-1 1-1 0 0,-1-1 1 0 0,0 1 0 0 0,-1-1-1 0 0,0 1 1 0 0,-1 0 0 0 0,0 0-1 0 0,-6-15 1 0 0,-3-1 1 0 0,-2 0-1 0 0,0 1 1 0 0,-1 0-1 0 0,-2 2 1 0 0,-21-26-1 0 0,22 27-91 0 0,14 22 91 0 0,3 1-13 0 0,-1 1 16 0 0,0-1 0 0 0,1 0 0 0 0,-1 1 0 0 0,1-1-1 0 0,-1 1 1 0 0,1-1 0 0 0,-1 1 0 0 0,1-1 0 0 0,-1 1 0 0 0,1-1 0 0 0,-1 1 0 0 0,1-1 0 0 0,0 1 0 0 0,-1 0-1 0 0,2-1 1 0 0,49-1-97 0 0,88 7-1 0 0,-80-1 52 0 0,106 13-56 0 0,-145-14 88 0 0,-1 2-1 0 0,0 0 1 0 0,0 1-1 0 0,0 1 1 0 0,-1 1-1 0 0,24 13 1 0 0,-35-17 14 0 0,-1 0-1 0 0,0 1 1 0 0,0 0 0 0 0,0 0 0 0 0,-1 0-1 0 0,1 0 1 0 0,-1 1 0 0 0,-1 0 0 0 0,1 0-1 0 0,-1 0 1 0 0,0 1 0 0 0,5 12 0 0 0,-5-10 1 0 0,-1 1-1 0 0,-1 0 1 0 0,1-1 0 0 0,-2 1 0 0 0,1 0 0 0 0,-2 0 0 0 0,1 0 0 0 0,-2 17 0 0 0,-3 1 19 0 0,-1-1 0 0 0,-1 0 0 0 0,-2 0 0 0 0,-1 0 0 0 0,-23 49 0 0 0,26-63 18 0 0,4-8-10 0 0,0 0 0 0 0,0 0 1 0 0,-1 0-1 0 0,0 0 1 0 0,1-1-1 0 0,-5 5 0 0 0,6-8 15 0 0,0-1-41 0 0,1 0 1 0 0,-1 0-1 0 0,1 0 0 0 0,-1 0 0 0 0,1 0 0 0 0,-1-1 0 0 0,1 1 0 0 0,-1 0 0 0 0,1 0 0 0 0,-1-1 1 0 0,1 1-1 0 0,0 0 0 0 0,-1-1 0 0 0,1 1 0 0 0,0 0 0 0 0,-1-1 0 0 0,1 1 0 0 0,0-1 0 0 0,-1 1 1 0 0,1-1-1 0 0,0 1 0 0 0,0 0 0 0 0,0-1 0 0 0,-1 1 0 0 0,1-1 0 0 0,0 1 0 0 0,0-1 0 0 0,0 1 0 0 0,0-1 1 0 0,0 1-1 0 0,0-1 0 0 0,0 1 0 0 0,0-1 0 0 0,0 1 0 0 0,0-1 0 0 0,0 1 0 0 0,0-1 0 0 0,0 1 1 0 0,1-2-1 0 0,4-24-1 0 0,-3 20 3 0 0,6-23-16 0 0,0 0-1 0 0,2 0 1 0 0,2 1-1 0 0,0 1 1 0 0,2 0 0 0 0,1 0-1 0 0,1 2 1 0 0,1 0-1 0 0,1 1 1 0 0,1 0-1 0 0,1 2 1 0 0,1 0-1 0 0,29-22 1 0 0,-42 38 3 0 0,0 0 1 0 0,1 1 0 0 0,0 0-1 0 0,0 0 1 0 0,0 1 0 0 0,0 0-1 0 0,12-3 1 0 0,-18 6 11 0 0,-1 0-1 0 0,1 1 1 0 0,0 0 0 0 0,0-1-1 0 0,-1 1 1 0 0,1 0 0 0 0,0 0-1 0 0,0 0 1 0 0,-1 1-1 0 0,1-1 1 0 0,0 1 0 0 0,-1-1-1 0 0,1 1 1 0 0,0 0 0 0 0,-1 0-1 0 0,1 0 1 0 0,-1 0-1 0 0,0 1 1 0 0,1-1 0 0 0,-1 1-1 0 0,0-1 1 0 0,0 1 0 0 0,0 0-1 0 0,0 0 1 0 0,0 0 0 0 0,0 0-1 0 0,0 0 1 0 0,-1 0-1 0 0,1 0 1 0 0,2 5 0 0 0,-1 1 8 0 0,1 0-1 0 0,-2 1 1 0 0,1-1 0 0 0,-1 0 0 0 0,0 1 0 0 0,-1 0 0 0 0,0-1 0 0 0,0 14 0 0 0,-7 74 140 0 0,5-82-119 0 0,-28 145 220 0 0,9-58-168 0 0,20-101-113 0 0,0 1 1 0 0,-1 0-1 0 0,1 0 0 0 0,0-1 0 0 0,0 1 0 0 0,0 0 0 0 0,0 0 0 0 0,0-1 0 0 0,0 1 0 0 0,0 0 0 0 0,0 0 0 0 0,0-1 0 0 0,0 1 0 0 0,0 0 0 0 0,1 0 0 0 0,-1-1 1 0 0,0 1-1 0 0,0 0 0 0 0,1-1 0 0 0,-1 1 0 0 0,0 0 0 0 0,1-1 0 0 0,-1 1 0 0 0,1-1 0 0 0,-1 1 0 0 0,1 0 0 0 0,-1-1 0 0 0,1 1 0 0 0,0-1 0 0 0,-1 1 0 0 0,1-1 1 0 0,-1 0-1 0 0,1 1 0 0 0,0-1 0 0 0,-1 0 0 0 0,1 1 0 0 0,0-1 0 0 0,0 0 0 0 0,-1 0 0 0 0,1 0 0 0 0,0 1 0 0 0,-1-1 0 0 0,1 0 0 0 0,0 0 0 0 0,0 0 0 0 0,-1 0 1 0 0,1 0-1 0 0,0 0 0 0 0,0-1 0 0 0,-1 1 0 0 0,1 0 0 0 0,0 0 0 0 0,0-1 0 0 0,-1 1 0 0 0,2-1 0 0 0,5-1-351 0 0,-1 0 0 0 0,0 0 0 0 0,0-1 0 0 0,11-6 0 0 0,2-4-271 0 0,-1-1 1 0 0,-1 0-1 0 0,29-31 0 0 0,41-58-365 0 0,-52 59 714 0 0,26-29 5 0 0,120-155 2048 0 0,-177 222-1488 0 0,0 0-1 0 0,0 0 1 0 0,-1 0 0 0 0,1-1-1 0 0,1-7 1 0 0,-5 13-241 0 0,0 1 0 0 0,0-1 0 0 0,0 0 0 0 0,0 0 0 0 0,0 0 0 0 0,0 1 0 0 0,0-1 0 0 0,-1 0 0 0 0,1 0-1 0 0,0 1 1 0 0,0-1 0 0 0,-1 0 0 0 0,1 1 0 0 0,-1-1 0 0 0,1 0 0 0 0,-1 1 0 0 0,1-1 0 0 0,-1 0 0 0 0,1 1 0 0 0,-1-1 0 0 0,1 1 0 0 0,-1-1 0 0 0,0 1 0 0 0,1 0 0 0 0,-1-1 0 0 0,0 1 0 0 0,1 0 0 0 0,-1-1 0 0 0,0 1-1 0 0,0 0 1 0 0,1 0 0 0 0,-1-1 0 0 0,0 1 0 0 0,0 0 0 0 0,0 0 0 0 0,1 0 0 0 0,-1 0 0 0 0,0 0 0 0 0,0 0 0 0 0,1 0 0 0 0,-1 0 0 0 0,-1 1 0 0 0,-12 1 71 0 0,-1 1 0 0 0,1 0 1 0 0,0 1-1 0 0,1 1 0 0 0,-24 11 0 0 0,31-13-71 0 0,0 0-1 0 0,0 1 0 0 0,0-1 0 0 0,0 1 1 0 0,1 1-1 0 0,0-1 0 0 0,0 1 1 0 0,0 0-1 0 0,0 0 0 0 0,1 0 0 0 0,0 1 1 0 0,0-1-1 0 0,0 1 0 0 0,1 0 1 0 0,-4 7-1 0 0,7-9-2 0 0,-1-1 1 0 0,1 1-1 0 0,-1 0 0 0 0,1-1 1 0 0,0 1-1 0 0,1 0 1 0 0,-1-1-1 0 0,0 1 1 0 0,1-1-1 0 0,0 1 0 0 0,0 0 1 0 0,0-1-1 0 0,0 0 1 0 0,1 1-1 0 0,0-1 0 0 0,-1 0 1 0 0,1 1-1 0 0,0-1 1 0 0,0 0-1 0 0,1-1 0 0 0,4 6 1 0 0,6 6 43 0 0,1 0 1 0 0,26 20-1 0 0,-39-34-59 0 0,16 13 112 0 0,73 62-8 0 0,-81-66 225 0 0,-1-1 1 0 0,-1 1-1 0 0,1 0 1 0 0,-1 1-1 0 0,-1-1 1 0 0,1 2-1 0 0,7 17 1 0 0,-13-26-149 0 0,0 1 1 0 0,-1-1-1 0 0,1 0 1 0 0,-1 1-1 0 0,1-1 1 0 0,-1 0-1 0 0,0 1 1 0 0,0-1-1 0 0,0 1 1 0 0,0-1-1 0 0,0 1 1 0 0,0-1-1 0 0,-1 1 1 0 0,1-1-1 0 0,-1 0 1 0 0,0 1-1 0 0,1-1 1 0 0,-3 4-1 0 0,1-3 5 0 0,-1 1 0 0 0,1-1 0 0 0,-1 0 0 0 0,0 0 0 0 0,1 0 0 0 0,-2 0 0 0 0,1 0 0 0 0,0-1-1 0 0,0 1 1 0 0,-5 1 0 0 0,-4 2 61 0 0,1 0-1 0 0,-1-1 0 0 0,-1-1 1 0 0,1 0-1 0 0,-1-1 0 0 0,-13 3 0 0 0,9-4-115 0 0,0 0 0 0 0,0-1-1 0 0,0-1 1 0 0,0 0 0 0 0,0-1-1 0 0,-28-6 1 0 0,38 6-329 0 0,1-1 0 0 0,-1 0 0 0 0,1 0 0 0 0,0 0 0 0 0,-1-1 0 0 0,1 0 0 0 0,1 0 1 0 0,-1-1-1 0 0,0 1 0 0 0,1-1 0 0 0,0 0 0 0 0,0-1 0 0 0,0 1 0 0 0,0-1 0 0 0,1 0 0 0 0,-1 0 0 0 0,2-1 1 0 0,-1 1-1 0 0,0-1 0 0 0,-2-7 0 0 0,4 10-376 0 0,1-1 0 0 0,0 0 0 0 0,0 0 0 0 0,0 0 0 0 0,1 0 0 0 0,-1 0 0 0 0,1 0 0 0 0,0-1 0 0 0,0 1 0 0 0,0 0 0 0 0,1-4 0 0 0,10-27-8348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0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2904 0 0,'37'21'8373'0'0,"9"6"2198"0"0,-16-13-6754 0 0,-29-13-3508 0 0,8 1-438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52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418 793 2328 0 0,'-2'-13'4461'0'0,"1"1"-2439"0"0,1-1 0 0 0,3-18-1 0 0,0-10 148 0 0,-3 39-1997 0 0,0 1-150 0 0,0 0 1 0 0,0 0 0 0 0,0 0-1 0 0,0 0 1 0 0,0-1 0 0 0,0 1-1 0 0,0 0 1 0 0,0 0 0 0 0,0 0-1 0 0,-1 0 1 0 0,1 0 0 0 0,0 0-1 0 0,-1 0 1 0 0,1 0 0 0 0,-1 0-1 0 0,1 1 1 0 0,-1-1 0 0 0,1 0-1 0 0,-1 0 1 0 0,-1-1 0 0 0,-1 1-21 0 0,1 1 1 0 0,-1-1-1 0 0,0 1 1 0 0,0 0 0 0 0,1 0-1 0 0,-1 0 1 0 0,0 0-1 0 0,1 0 1 0 0,-1 0-1 0 0,0 1 1 0 0,1-1-1 0 0,-1 1 1 0 0,0 0 0 0 0,1 0-1 0 0,-1 0 1 0 0,-3 2-1 0 0,-45 28 15 0 0,34-20-13 0 0,-19 13-22 0 0,-58 50 0 0 0,89-69 19 0 0,1-1 0 0 0,-1 1 0 0 0,1 0-1 0 0,0 1 1 0 0,0-1 0 0 0,0 1 0 0 0,-5 11-1 0 0,9-16 2 0 0,-1 1 0 0 0,1 0 0 0 0,0-1 0 0 0,-1 1-1 0 0,1 0 1 0 0,0-1 0 0 0,0 1 0 0 0,0 0 0 0 0,0 0-1 0 0,1-1 1 0 0,-1 1 0 0 0,0 0 0 0 0,1-1 0 0 0,-1 1-1 0 0,1-1 1 0 0,-1 1 0 0 0,1 0 0 0 0,0-1 0 0 0,0 1 0 0 0,0-1-1 0 0,-1 0 1 0 0,2 1 0 0 0,-1-1 0 0 0,0 0 0 0 0,0 0-1 0 0,0 1 1 0 0,0-1 0 0 0,1 0 0 0 0,-1 0 0 0 0,1 0-1 0 0,-1 0 1 0 0,3 0 0 0 0,-1 2-6 0 0,12 6 9 0 0,-1-1 1 0 0,30 13-1 0 0,-27-14-7 0 0,-1 1-1 0 0,25 16 0 0 0,-34-20 15 0 0,-1 1 0 0 0,0 0 0 0 0,0 0 0 0 0,-1 0 0 0 0,1 1 0 0 0,-1 0 0 0 0,0 0 0 0 0,-1 1 0 0 0,6 8 0 0 0,-9-12 47 0 0,0 0-1 0 0,1 1 0 0 0,-1-1 1 0 0,-1 0-1 0 0,1 1 1 0 0,0-1-1 0 0,-1 0 1 0 0,0 1-1 0 0,1-1 0 0 0,-1 1 1 0 0,-1-1-1 0 0,1 1 1 0 0,0-1-1 0 0,-1 0 1 0 0,0 1-1 0 0,0-1 1 0 0,0 0-1 0 0,0 1 0 0 0,0-1 1 0 0,-1 0-1 0 0,0 0 1 0 0,1 0-1 0 0,-4 4 1 0 0,-3 3 101 0 0,-1 0 1 0 0,1-1 0 0 0,-2 0 0 0 0,1 0 0 0 0,-1-1 0 0 0,0 0 0 0 0,-1-1 0 0 0,0 0 0 0 0,0-1 0 0 0,0 0-1 0 0,-17 6 1 0 0,16-8-81 0 0,1 0 0 0 0,-1 0-1 0 0,0-1 1 0 0,0-1-1 0 0,0 0 1 0 0,0-1 0 0 0,-1 0-1 0 0,1-1 1 0 0,0 0-1 0 0,0-1 1 0 0,0 0 0 0 0,-13-3-1 0 0,23 4-77 0 0,0-1-1 0 0,0 1 0 0 0,-1-1 1 0 0,1 0-1 0 0,0 1 0 0 0,0-1 1 0 0,0 0-1 0 0,0 0 0 0 0,0 0 1 0 0,0 0-1 0 0,1-1 0 0 0,-1 1 1 0 0,0 0-1 0 0,1-1 0 0 0,-1 1 1 0 0,1-1-1 0 0,-1 0 0 0 0,1 0 1 0 0,-1 1-1 0 0,1-1 0 0 0,0 0 1 0 0,0 0-1 0 0,0 0 0 0 0,0 0 1 0 0,1 0-1 0 0,-1 0 1 0 0,0 0-1 0 0,1-1 0 0 0,-1 1 1 0 0,1-3-1 0 0,0 0-70 0 0,1 0-1 0 0,0 0 1 0 0,0 0 0 0 0,0 0-1 0 0,1 1 1 0 0,0-1 0 0 0,0 1-1 0 0,0-1 1 0 0,0 1 0 0 0,1 0-1 0 0,-1-1 1 0 0,7-5 0 0 0,2-3-380 0 0,0 1 0 0 0,1 1 0 0 0,0 0 0 0 0,1 1-1 0 0,0 0 1 0 0,1 1 0 0 0,26-13 0 0 0,112-41-2814 0 0,-91 40 2335 0 0,-19 7 335 0 0,97-44-1098 0 0,-126 53 1791 0 0,0 0 0 0 0,-1-1 1 0 0,0-1-1 0 0,0 0 0 0 0,-1-1 0 0 0,0 0 0 0 0,19-23 1 0 0,-28 30 122 0 0,0 0 0 0 0,0-1 0 0 0,0 0 0 0 0,0 1 0 0 0,-1-1 0 0 0,1 0 0 0 0,-1 0 0 0 0,0 0 1 0 0,0 0-1 0 0,-1 0 0 0 0,1 0 0 0 0,-1 0 0 0 0,0 0 0 0 0,0 0 0 0 0,-1-7 0 0 0,1 9 28 0 0,-1 2-207 0 0,0-1-1 0 0,0 0 1 0 0,0 1-1 0 0,1-1 1 0 0,-1 1 0 0 0,0-1-1 0 0,0 1 1 0 0,0-1 0 0 0,0 1-1 0 0,0 0 1 0 0,0 0-1 0 0,0-1 1 0 0,-2 1 0 0 0,-7 5 88 0 0,0 0 1 0 0,1 1 0 0 0,-1 0-1 0 0,1 0 1 0 0,0 1 0 0 0,1 0-1 0 0,-1 1 1 0 0,2-1 0 0 0,-1 2-1 0 0,-8 11 1 0 0,2 0-25 0 0,0 0 0 0 0,1 2 0 0 0,-16 36 0 0 0,25-50-79 0 0,1 1 0 0 0,0 0 1 0 0,1 0-1 0 0,0-1 1 0 0,0 1-1 0 0,1 1 0 0 0,0-1 1 0 0,0 0-1 0 0,1 0 1 0 0,0 0-1 0 0,3 12 0 0 0,-3-16-1 0 0,1 0 0 0 0,1 0-1 0 0,-1-1 1 0 0,1 1 0 0 0,0-1-1 0 0,0 1 1 0 0,0-1 0 0 0,0 0-1 0 0,1 0 1 0 0,0 0 0 0 0,0 0-1 0 0,0 0 1 0 0,0-1-1 0 0,1 1 1 0 0,-1-1 0 0 0,1 0-1 0 0,0 0 1 0 0,0 0 0 0 0,0-1-1 0 0,0 1 1 0 0,0-1 0 0 0,9 3-1 0 0,-2-1 3 0 0,0-1-1 0 0,1 0 0 0 0,-1-1 0 0 0,1 0 1 0 0,-1-1-1 0 0,1 0 0 0 0,0-1 1 0 0,0 0-1 0 0,-1-1 0 0 0,1 0 0 0 0,-1-1 1 0 0,1-1-1 0 0,-1 1 0 0 0,0-2 1 0 0,15-5-1 0 0,-18 5-21 0 0,-1 0 0 0 0,1 0 0 0 0,-1 0 0 0 0,0-1 0 0 0,0 0 0 0 0,-1 0 0 0 0,0-1 0 0 0,0 0 0 0 0,0 0 1 0 0,0 0-1 0 0,-1-1 0 0 0,0 1 0 0 0,0-1 0 0 0,-1-1 0 0 0,0 1 0 0 0,0-1 0 0 0,-1 1 0 0 0,0-1 0 0 0,0 0 0 0 0,-1 0 0 0 0,3-16 0 0 0,-4 9-8 0 0,0 0-1 0 0,-1 1 1 0 0,-1-1-1 0 0,0 1 0 0 0,-1-1 1 0 0,0 1-1 0 0,-1 0 1 0 0,-1-1-1 0 0,0 1 0 0 0,-1 1 1 0 0,0-1-1 0 0,-1 1 1 0 0,-11-17-1 0 0,13 24 1 0 0,1-1-1 0 0,-2 1 1 0 0,1 1 0 0 0,-1-1-1 0 0,0 1 1 0 0,0 0-1 0 0,-1 0 1 0 0,1 0 0 0 0,-1 1-1 0 0,0-1 1 0 0,0 1 0 0 0,-1 1-1 0 0,1-1 1 0 0,-1 1 0 0 0,0 1-1 0 0,1-1 1 0 0,-1 1 0 0 0,0 0-1 0 0,-1 1 1 0 0,1-1-1 0 0,0 1 1 0 0,0 1 0 0 0,-1 0-1 0 0,1 0 1 0 0,0 0 0 0 0,-1 1-1 0 0,1 0 1 0 0,-8 2 0 0 0,4 0 0 0 0,0 0-1 0 0,0 1 1 0 0,0 1 0 0 0,1 0 0 0 0,-1 0 0 0 0,2 1 0 0 0,-1 0-1 0 0,0 1 1 0 0,-8 8 0 0 0,13-11 0 0 0,1 0 0 0 0,0 0 1 0 0,0 0-1 0 0,1 1 0 0 0,-1-1 0 0 0,1 1 0 0 0,0 0 0 0 0,0 0 1 0 0,0 0-1 0 0,1 0 0 0 0,-1 0 0 0 0,2 1 0 0 0,-1-1 1 0 0,0 1-1 0 0,1-1 0 0 0,0 1 0 0 0,0 0 0 0 0,1-1 0 0 0,0 1 1 0 0,0 6-1 0 0,1-9 4 0 0,-1 1 0 0 0,2-1 0 0 0,-1 1 0 0 0,0-1 0 0 0,1 1 0 0 0,-1-1 0 0 0,1 0 0 0 0,0 0 0 0 0,0 0 0 0 0,1 0 0 0 0,-1 0 0 0 0,0 0 0 0 0,1 0 0 0 0,0-1 0 0 0,0 0 0 0 0,-1 1 0 0 0,2-1 0 0 0,-1 0 0 0 0,0 0 0 0 0,0-1 0 0 0,0 1 0 0 0,1-1 0 0 0,6 3 0 0 0,4 0 11 0 0,0 0 1 0 0,0-1-1 0 0,0 0 0 0 0,26 1 0 0 0,-10-4-9 0 0,0 0 0 0 0,-1-3 0 0 0,1 0 1 0 0,-1-1-1 0 0,0-2 0 0 0,0-1 0 0 0,-1-2 1 0 0,0 0-1 0 0,0-2 0 0 0,-1-1 0 0 0,27-16 0 0 0,-30 14-4 0 0,-1-2-1 0 0,0 0 0 0 0,-1-1 0 0 0,0-1 0 0 0,-2-1 0 0 0,0-1 1 0 0,-1-1-1 0 0,-1-1 0 0 0,-1 0 0 0 0,-1-1 0 0 0,22-45 0 0 0,-20 33 3 0 0,-3 0 1 0 0,-1-1-1 0 0,-1-1 0 0 0,-2 0 0 0 0,6-40 0 0 0,-17 76-6 0 0,0 0 1 0 0,1-1-1 0 0,-1 1 0 0 0,0 0 1 0 0,0-1-1 0 0,0 1 0 0 0,0 0 0 0 0,0-1 1 0 0,-1 1-1 0 0,1 0 0 0 0,0-1 1 0 0,-1 1-1 0 0,1 0 0 0 0,0-1 1 0 0,-2 0-1 0 0,2 1 1 0 0,0 1 1 0 0,-1 0-1 0 0,1-1 1 0 0,-1 1-1 0 0,1 0 1 0 0,0 0-1 0 0,-1 0 1 0 0,1-1-1 0 0,-1 1 1 0 0,1 0-1 0 0,-1 0 1 0 0,1 0-1 0 0,-1 0 1 0 0,1 0-1 0 0,0 0 1 0 0,-1 0-1 0 0,1 0 1 0 0,-1 0-1 0 0,1 0 1 0 0,-1 0-1 0 0,1 0 1 0 0,-1 0-1 0 0,1 0 1 0 0,-1 0-1 0 0,1 0 1 0 0,-1 0 0 0 0,0 1-1 0 0,-2 1 1 0 0,-1 0-1 0 0,0 0 1 0 0,1 0-1 0 0,0 1 1 0 0,-1 0-1 0 0,1-1 1 0 0,-4 6-1 0 0,-14 17-10 0 0,1 1 0 0 0,2 1-1 0 0,-16 29 1 0 0,-38 90 2 0 0,-15 72 19 0 0,72-171 31 0 0,2 0 0 0 0,-13 87-1 0 0,25-120-16 0 0,0 0 0 0 0,0 0 0 0 0,1 0 0 0 0,1 0 0 0 0,1 0 0 0 0,0 0 0 0 0,0-1 0 0 0,2 1 0 0 0,4 14 0 0 0,-6-23-15 0 0,0 0 1 0 0,0-1-1 0 0,1 1 1 0 0,-1-1-1 0 0,1 1 0 0 0,0-1 1 0 0,0 0-1 0 0,1 0 1 0 0,-1 0-1 0 0,1-1 1 0 0,0 1-1 0 0,0-1 0 0 0,0 0 1 0 0,0 0-1 0 0,1 0 1 0 0,-1-1-1 0 0,1 1 1 0 0,0-1-1 0 0,-1 0 0 0 0,1 0 1 0 0,0-1-1 0 0,0 0 1 0 0,0 0-1 0 0,0 0 0 0 0,1 0 1 0 0,-1-1-1 0 0,6 0 1 0 0,0-1-12 0 0,0 0 0 0 0,0-1 0 0 0,0 0 0 0 0,0-1 0 0 0,-1 0 0 0 0,1-1 0 0 0,-1 0 0 0 0,0-1 0 0 0,0 0 0 0 0,0 0 0 0 0,-1-1 0 0 0,0 0 0 0 0,0-1 0 0 0,10-9 0 0 0,7-9-20 0 0,-1-1 0 0 0,-1 0 0 0 0,22-33 0 0 0,-18 17 69 0 0,34-66 0 0 0,-41 68 630 0 0,-8 19-214 0 0,-11 20-269 0 0,-6 12-181 0 0,-42 115 77 0 0,41-106-71 0 0,0 0 0 0 0,1 1 0 0 0,1-1 0 0 0,-1 29 1 0 0,4-45-8 0 0,0-1 1 0 0,0 1 0 0 0,1-1-1 0 0,-1 1 1 0 0,1-1 0 0 0,-1 0-1 0 0,1 1 1 0 0,0-1 0 0 0,1 0-1 0 0,-1 1 1 0 0,0-1 0 0 0,1 0 0 0 0,0 0-1 0 0,0 0 1 0 0,0 0 0 0 0,0 0-1 0 0,0-1 1 0 0,0 1 0 0 0,1-1-1 0 0,-1 1 1 0 0,1-1 0 0 0,0 0-1 0 0,0 0 1 0 0,-1 0 0 0 0,5 1-1 0 0,-2 0-3 0 0,1-2 0 0 0,-1 1 0 0 0,1 0-1 0 0,-1-1 1 0 0,1 0 0 0 0,0-1 0 0 0,-1 1-1 0 0,1-1 1 0 0,0 0 0 0 0,0 0-1 0 0,-1-1 1 0 0,1 0 0 0 0,0 0 0 0 0,9-3-1 0 0,-3 0-8 0 0,1-1 0 0 0,-1-1 0 0 0,0 0-1 0 0,0 0 1 0 0,0-2 0 0 0,-1 1 0 0 0,0-1-1 0 0,-1-1 1 0 0,0 0 0 0 0,0 0 0 0 0,-1-1-1 0 0,15-19 1 0 0,-4 0-3 0 0,-2-1-1 0 0,-1-1 0 0 0,22-56 1 0 0,-21 44 16 0 0,-58 120 15 0 0,20-29 47 0 0,-18 46 44 0 0,34-83-87 0 0,1 0-1 0 0,1 0 0 0 0,0 1 1 0 0,0-1-1 0 0,1 0 0 0 0,0 18 1 0 0,2-27-21 0 0,-1 1 1 0 0,1 0-1 0 0,0 0 1 0 0,-1 0-1 0 0,1-1 1 0 0,0 1 0 0 0,1 0-1 0 0,-1-1 1 0 0,0 1-1 0 0,1-1 1 0 0,-1 1-1 0 0,1-1 1 0 0,0 0 0 0 0,0 0-1 0 0,0 0 1 0 0,0 0-1 0 0,0 0 1 0 0,0 0-1 0 0,1 0 1 0 0,-1-1-1 0 0,0 1 1 0 0,1-1 0 0 0,0 0-1 0 0,-1 1 1 0 0,1-1-1 0 0,0 0 1 0 0,-1-1-1 0 0,1 1 1 0 0,0 0 0 0 0,4-1-1 0 0,8 2 3 0 0,-1 0-1 0 0,1-1 1 0 0,0-1 0 0 0,22-3-1 0 0,-19 1-52 0 0,0-1-1 0 0,-1 0 0 0 0,1-1 0 0 0,-1-1 1 0 0,0-1-1 0 0,-1-1 0 0 0,1 0 1 0 0,-1-1-1 0 0,17-12 0 0 0,-12 6-204 0 0,0-2 1 0 0,-2 0-1 0 0,0-1 0 0 0,-1-1 0 0 0,28-36 0 0 0,-11 3-371 0 0,-2-1-1 0 0,-3-2 1 0 0,-2-1-1 0 0,31-85 1 0 0,-27 54 59 0 0,25-102 0 0 0,-47 143 523 0 0,-2 0-1 0 0,-2-1 1 0 0,-1 0 0 0 0,-3-55-1 0 0,-2 88 188 0 0,-1 0 0 0 0,-5-22 0 0 0,5 31-127 0 0,0 1-1 0 0,0 0 0 0 0,0-1 0 0 0,0 1 1 0 0,-1 0-1 0 0,1 0 0 0 0,-1 0 1 0 0,0 0-1 0 0,0 0 0 0 0,0 0 0 0 0,0 0 1 0 0,0 1-1 0 0,-1-1 0 0 0,-3-3 0 0 0,5 6-21 0 0,0 0-1 0 0,0-1 0 0 0,0 1 0 0 0,0 0 0 0 0,0-1 0 0 0,0 1 0 0 0,-1 0 1 0 0,1 0-1 0 0,0 0 0 0 0,0 0 0 0 0,0 0 0 0 0,0 0 0 0 0,0 0 0 0 0,0 0 0 0 0,0 1 1 0 0,0-1-1 0 0,0 0 0 0 0,0 1 0 0 0,0-1 0 0 0,0 1 0 0 0,0-1 0 0 0,0 1 1 0 0,0-1-1 0 0,-1 2 0 0 0,-20 16 208 0 0,21-17-182 0 0,-9 10 154 0 0,0 0 1 0 0,1 0-1 0 0,1 1 1 0 0,0 1-1 0 0,1-1 1 0 0,0 1-1 0 0,-8 23 1 0 0,-29 103 1028 0 0,42-129-1115 0 0,-35 137 1247 0 0,7 2 1 0 0,-19 258 0 0 0,48-391-1297 0 0,1 0 1 0 0,1-1-1 0 0,0 1 0 0 0,1 0 1 0 0,0-1-1 0 0,1 1 1 0 0,1-1-1 0 0,9 24 0 0 0,-11-34-98 0 0,1 1 0 0 0,0 0 0 0 0,0-1 0 0 0,1 0 0 0 0,-1 0 0 0 0,1 0 0 0 0,0 0-1 0 0,0 0 1 0 0,1-1 0 0 0,0 1 0 0 0,-1-1 0 0 0,1-1 0 0 0,1 1 0 0 0,-1-1 0 0 0,0 0 0 0 0,1 0-1 0 0,0 0 1 0 0,-1-1 0 0 0,1 1 0 0 0,0-2 0 0 0,0 1 0 0 0,1-1 0 0 0,-1 0 0 0 0,7 1-1 0 0,-1-2-228 0 0,0 0-1 0 0,0-1 1 0 0,-1 0 0 0 0,1-1-1 0 0,0-1 1 0 0,-1 1-1 0 0,1-2 1 0 0,-1 0-1 0 0,0 0 1 0 0,0-1-1 0 0,-1 0 1 0 0,1-1-1 0 0,-1 0 1 0 0,0 0-1 0 0,-1-1 1 0 0,0-1 0 0 0,14-13-1 0 0,1-5-149 0 0,-1 0 0 0 0,-2-1 0 0 0,0-1 0 0 0,29-54 0 0 0,-28 37 1165 0 0,-2-2 1 0 0,23-77-1 0 0,-26 74 1530 0 0,-10 30-1556 0 0,-9 27-372 0 0,-8 30-94 0 0,-12 62 306 0 0,12-63-424 0 0,1 1 0 0 0,3 0 0 0 0,1 0-1 0 0,-1 59 1 0 0,7-91-154 0 0,-1 0-1 0 0,1 0 1 0 0,0 0-1 0 0,1 0 1 0 0,-1-1-1 0 0,1 1 1 0 0,0 0-1 0 0,0-1 1 0 0,0 0-1 0 0,1 1 1 0 0,-1-1-1 0 0,1 0 1 0 0,0 0-1 0 0,1 0 1 0 0,-1-1-1 0 0,0 1 1 0 0,1-1-1 0 0,0 0 1 0 0,0 0-1 0 0,0 0 1 0 0,0 0 0 0 0,1-1-1 0 0,-1 1 1 0 0,0-1-1 0 0,1 0 1 0 0,0-1-1 0 0,-1 1 1 0 0,7 0-1 0 0,-1 1-261 0 0,1-1 0 0 0,-1 0 0 0 0,1-1 0 0 0,0 0 0 0 0,0-1 0 0 0,0 0 0 0 0,0 0 0 0 0,0-2 0 0 0,-1 1-1 0 0,1-1 1 0 0,20-7 0 0 0,-17 3 6 0 0,-1-1 1 0 0,0 0-1 0 0,0-1 0 0 0,-1-1 0 0 0,0 0 0 0 0,0 0 0 0 0,-1-1 0 0 0,0-1 0 0 0,-1 0 1 0 0,0 0-1 0 0,-1-1 0 0 0,12-19 0 0 0,4-12 1161 0 0,-3 0 0 0 0,25-67 1 0 0,-39 87 89 0 0,-8 20-566 0 0,-6 12-267 0 0,-2 9 199 0 0,0 1 0 0 0,1 0 0 0 0,2 1 0 0 0,-8 35 0 0 0,11-44-256 0 0,1-5-32 0 0,-3 10 59 0 0,0 0 0 0 0,2 1 0 0 0,0-1-1 0 0,0 1 1 0 0,2-1 0 0 0,0 1 0 0 0,3 21-1 0 0,-3-35-89 0 0,1-1 1 0 0,0 0-1 0 0,-1 0 0 0 0,1 0 0 0 0,0 0 0 0 0,0 0 0 0 0,0 0 1 0 0,0 0-1 0 0,1 0 0 0 0,-1-1 0 0 0,1 1 0 0 0,-1 0 1 0 0,1-1-1 0 0,-1 1 0 0 0,1-1 0 0 0,0 1 0 0 0,-1-1 0 0 0,3 1 1 0 0,0 0-2 0 0,0 0 1 0 0,0-1 0 0 0,0 1-1 0 0,0-1 1 0 0,0 0 0 0 0,0 0-1 0 0,0-1 1 0 0,0 1 0 0 0,5-1 0 0 0,0 0-1 0 0,0 0 0 0 0,0-1 1 0 0,0 0-1 0 0,-1-1 0 0 0,1 0 1 0 0,0 0-1 0 0,-1-1 1 0 0,13-6-1 0 0,-11 3-11 0 0,0-1 0 0 0,0 0 0 0 0,-1 0 0 0 0,0-1 0 0 0,0 0 0 0 0,-1-1-1 0 0,0 0 1 0 0,0 0 0 0 0,-1-1 0 0 0,0 0 0 0 0,-1 0 0 0 0,0-1 0 0 0,8-20 0 0 0,-8 14-21 0 0,0 1 0 0 0,-1-1 0 0 0,-1 0 0 0 0,-1 0 0 0 0,0 0 0 0 0,-1-1 0 0 0,-1 1 0 0 0,-2-36 0 0 0,0 44 5 0 0,0 0 1 0 0,-1 0 0 0 0,0 0-1 0 0,-1 0 1 0 0,0 0-1 0 0,0 0 1 0 0,-1 1 0 0 0,0-1-1 0 0,-1 1 1 0 0,0 0-1 0 0,-7-9 1 0 0,9 12 1 0 0,-1 1-1 0 0,-1 0 1 0 0,1 0-1 0 0,0 0 1 0 0,-1 0-1 0 0,0 1 1 0 0,0 0-1 0 0,0 0 1 0 0,0 0-1 0 0,0 0 1 0 0,-1 1-1 0 0,1 0 1 0 0,-1 0-1 0 0,0 1 1 0 0,1-1-1 0 0,-1 1 1 0 0,0 0-1 0 0,-11 0 1 0 0,10 2 1 0 0,0-1 0 0 0,0 1 0 0 0,0 0 0 0 0,1 0 0 0 0,-1 1-1 0 0,0 0 1 0 0,1 0 0 0 0,-1 0 0 0 0,1 1 0 0 0,0 0 0 0 0,0 0 0 0 0,0 1 0 0 0,0 0 0 0 0,0 0 0 0 0,1 0 0 0 0,-6 6 0 0 0,9-7 5 0 0,2-2 5 0 0,-1 0-1 0 0,1 1 1 0 0,0-1-1 0 0,-1 0 1 0 0,1 0-1 0 0,0 1 1 0 0,0-1 0 0 0,-1 0-1 0 0,1 1 1 0 0,0-1-1 0 0,1 0 1 0 0,-1 1-1 0 0,0-1 1 0 0,0 0 0 0 0,0 1-1 0 0,1-1 1 0 0,-1 0-1 0 0,1 0 1 0 0,-1 1 0 0 0,1-1-1 0 0,-1 0 1 0 0,1 0-1 0 0,0 0 1 0 0,0 0-1 0 0,-1 0 1 0 0,1 0 0 0 0,0 0-1 0 0,0 0 1 0 0,0 0-1 0 0,0 0 1 0 0,0 0 0 0 0,0-1-1 0 0,0 1 1 0 0,1 0-1 0 0,-1-1 1 0 0,0 1-1 0 0,0-1 1 0 0,0 1 0 0 0,1-1-1 0 0,-1 1 1 0 0,0-1-1 0 0,1 0 1 0 0,1 0 0 0 0,-2 0-1 0 0,10 3-3 0 0,0-1 1 0 0,0 0-1 0 0,1-1 0 0 0,-1 0 1 0 0,20-2-1 0 0,59-10 12 0 0,-11 0-26 0 0,-68 11 16 0 0,8-3-21 0 0,0 2 0 0 0,-1 0 1 0 0,1 1-1 0 0,0 1 0 0 0,0 1 1 0 0,-1 0-1 0 0,36 11 0 0 0,-46-11 21 0 0,-1 1-1 0 0,1 0 1 0 0,-1 0-1 0 0,0 1 1 0 0,0 0-1 0 0,0 0 0 0 0,0 1 1 0 0,-1 0-1 0 0,0 0 1 0 0,0 1-1 0 0,0-1 1 0 0,-1 1-1 0 0,1 0 1 0 0,-1 1-1 0 0,-1-1 1 0 0,1 1-1 0 0,-1 0 1 0 0,-1 0-1 0 0,1 1 0 0 0,4 14 1 0 0,-5-12 2 0 0,-1-1 0 0 0,0 1 0 0 0,-1 1-1 0 0,0-1 1 0 0,-1 0 0 0 0,0 0 0 0 0,0 0 0 0 0,-1 0 0 0 0,-3 14 0 0 0,-2 1 62 0 0,-1-1-1 0 0,-17 37 1 0 0,24-60-51 0 0,-9 17 132 0 0,9-17-132 0 0,0 0 0 0 0,0-1 0 0 0,-1 1 0 0 0,1 0 0 0 0,0-1 1 0 0,-1 1-1 0 0,1-1 0 0 0,0 1 0 0 0,-1-1 0 0 0,1 1 0 0 0,-1-1 0 0 0,1 1 0 0 0,-1-1 0 0 0,1 1 0 0 0,-1-1 0 0 0,1 0 0 0 0,-1 1 0 0 0,0-1 0 0 0,1 0 0 0 0,-1 1 0 0 0,0-1 0 0 0,1 0 0 0 0,-1 0 0 0 0,0 1 0 0 0,0-2-10 0 0,0 1 0 0 0,0 0 0 0 0,1-1 0 0 0,-1 1 0 0 0,0-1 0 0 0,1 1 1 0 0,-1-1-1 0 0,0 1 0 0 0,1-1 0 0 0,-1 1 0 0 0,1-1 0 0 0,-1 1 0 0 0,1-1 0 0 0,-1 0 0 0 0,1 1 0 0 0,0-1 0 0 0,-1 0 0 0 0,1 1 0 0 0,0-1 0 0 0,-1 0 1 0 0,1 0-1 0 0,0 0 0 0 0,0 1 0 0 0,0-1 0 0 0,-1 0 0 0 0,1 0 0 0 0,0 1 0 0 0,0-1 0 0 0,0 0 0 0 0,0 0 0 0 0,1 0 0 0 0,-1 0 0 0 0,8-33 45 0 0,-4 21-46 0 0,3-10 1 0 0,1-1-1 0 0,2 2 1 0 0,0-1-1 0 0,1 1 1 0 0,2 0-1 0 0,16-21 0 0 0,-6 12-13 0 0,1 2 1 0 0,1 0-1 0 0,37-31 0 0 0,-50 49-10 0 0,0 0 0 0 0,1 1 1 0 0,0 1-1 0 0,0 0 1 0 0,1 1-1 0 0,0 0 1 0 0,25-9-1 0 0,-37 17 16 0 0,-1-1 1 0 0,1 1 0 0 0,0-1-1 0 0,-1 1 1 0 0,1 0-1 0 0,0-1 1 0 0,0 1-1 0 0,0 0 1 0 0,-1 0-1 0 0,1 0 1 0 0,0 1-1 0 0,0-1 1 0 0,-1 0-1 0 0,1 1 1 0 0,0-1-1 0 0,-1 1 1 0 0,1-1-1 0 0,0 1 1 0 0,-1 0 0 0 0,1 0-1 0 0,2 1 1 0 0,-3 0 2 0 0,1 0 0 0 0,-1 0 0 0 0,1-1 0 0 0,-1 1 0 0 0,0 0 0 0 0,0 0 0 0 0,0 1 0 0 0,0-1 0 0 0,0 0 1 0 0,0 0-1 0 0,-1 0 0 0 0,1 1 0 0 0,-1-1 0 0 0,1 3 0 0 0,0 4 7 0 0,-1 1 0 0 0,0-1-1 0 0,0 0 1 0 0,-1 1 0 0 0,-1-1 0 0 0,-4 17 0 0 0,-39 99-6 0 0,8-25-10 0 0,36-97 24 0 0,0 0 1 0 0,0-1-1 0 0,0 1 1 0 0,0 0-1 0 0,1 0 1 0 0,-1 0-1 0 0,1 0 1 0 0,0 0-1 0 0,-1 0 1 0 0,1 0-1 0 0,1 0 1 0 0,-1 0-1 0 0,0-1 1 0 0,1 1-1 0 0,-1 0 0 0 0,3 4 1 0 0,-3-5-6 0 0,1-1 0 0 0,1 0-1 0 0,-1 0 1 0 0,0 1 0 0 0,0-1 0 0 0,0 0 0 0 0,0 0-1 0 0,1 0 1 0 0,-1 0 0 0 0,1-1 0 0 0,-1 1 0 0 0,1 0 0 0 0,-1 0-1 0 0,1-1 1 0 0,-1 1 0 0 0,1-1 0 0 0,-1 1 0 0 0,1-1-1 0 0,0 0 1 0 0,-1 0 0 0 0,1 0 0 0 0,0 0 0 0 0,1 0 0 0 0,32-3-69 0 0,-30 3-233 0 0,-1-2 1 0 0,0 1-1 0 0,0 0 1 0 0,0-1-1 0 0,0 0 1 0 0,0 0-1 0 0,0 0 1 0 0,0 0-1 0 0,-1-1 1 0 0,1 1-1 0 0,-1-1 1 0 0,0 0-1 0 0,5-5 1 0 0,-5 4-1046 0 0,1-1 0 0 0,-1 1 0 0 0,0-1 0 0 0,0 0 0 0 0,3-9 0 0 0,2-3-5615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5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30 2824 0 0,'-87'-12'8408'0'0,"-22"-4"-1341"0"0,107 16-6934 0 0,-9-1-21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5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30 3144 0 0,'-201'51'15815'0'0,"199"-51"-15290"0"0,6 0-78 0 0,316-26 385 0 0,-173 10-3001 0 0,92-9-7318 0 0,-149 12 2784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5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 5056 0 0,'-23'1'6241'0'0,"-19"-1"3388"0"0,17-2-6574 0 0,22 2-2316 0 0,0 0-158 0 0,-10 0-134 0 0,10 0-187 0 0,1 1-400 0 0,-4 3-938 0 0,0 0 0 0 0,1 0 0 0 0,0 1 0 0 0,0 0 1 0 0,0 0-1 0 0,-5 8 0 0 0,-14 13-6300 0 0,-1-2-1163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1448 1620 0 0,'3'22'12926'0'0,"-3"-21"-12872"0"0,0-1 1 0 0,0 0-1 0 0,0 0 1 0 0,0 1-1 0 0,1-1 1 0 0,-1 0-1 0 0,0 0 0 0 0,0 1 1 0 0,0-1-1 0 0,1 0 1 0 0,-1 0-1 0 0,0 0 1 0 0,0 1-1 0 0,1-1 0 0 0,-1 0 1 0 0,0 0-1 0 0,0 0 1 0 0,1 0-1 0 0,-1 0 0 0 0,0 0 1 0 0,1 0-1 0 0,-1 1 1 0 0,0-1-1 0 0,1 0 1 0 0,-1 0-1 0 0,0 0 0 0 0,0 0 1 0 0,1 0-1 0 0,-1 0 1 0 0,0-1-1 0 0,1 1 1 0 0,-1 0-1 0 0,1 0 0 0 0,15-6 794 0 0,21-18-462 0 0,-30 19-228 0 0,27-19-100 0 0,-1-2 0 0 0,-2-2-1 0 0,0 0 1 0 0,-2-2 0 0 0,-2-2 0 0 0,0 0 0 0 0,-2-2 0 0 0,-2-1 0 0 0,29-57 0 0 0,-20 25-154 0 0,-3-1 1 0 0,-3-2-1 0 0,-3 0 0 0 0,21-111 0 0 0,-30 93-3 0 0,-5-1 0 0 0,-3 0 0 0 0,-4 0 0 0 0,-13-117 0 0 0,11 192 74 0 0,0 10 10 0 0,0 1 0 0 0,0 0 0 0 0,0 0 0 0 0,-1-1 0 0 0,1 1 0 0 0,-1 0-1 0 0,0 0 1 0 0,0-1 0 0 0,0 1 0 0 0,0 0 0 0 0,0 0 0 0 0,-3-4 0 0 0,3 8 11 0 0,-1-1-1 0 0,1 1 1 0 0,0 0-1 0 0,0 0 1 0 0,0 0-1 0 0,0 0 1 0 0,0 1-1 0 0,0-1 1 0 0,0 0-1 0 0,0 0 1 0 0,0 1-1 0 0,0-1 1 0 0,1 0-1 0 0,-2 3 1 0 0,-11 35 24 0 0,2 1 1 0 0,-12 77-1 0 0,12-56 80 0 0,-88 671 1542 0 0,95-670-1512 0 0,3-1 0 0 0,2 1-1 0 0,19 116 1 0 0,-19-173-100 0 0,0 1 1 0 0,0-1-1 0 0,1 1 1 0 0,0-1-1 0 0,0 0 0 0 0,0 0 1 0 0,1 0-1 0 0,-1 0 0 0 0,1 0 1 0 0,0 0-1 0 0,1-1 0 0 0,-1 1 1 0 0,5 3-1 0 0,-5-6-11 0 0,0 0 0 0 0,0 0 0 0 0,0 0 0 0 0,0 0 0 0 0,0-1 0 0 0,0 0 0 0 0,0 1 0 0 0,1-1 0 0 0,-1 0 0 0 0,0-1-1 0 0,1 1 1 0 0,-1 0 0 0 0,1-1 0 0 0,-1 0 0 0 0,1 0 0 0 0,-1 0 0 0 0,1 0 0 0 0,-1-1 0 0 0,0 1 0 0 0,1-1 0 0 0,-1 0 0 0 0,4-1 0 0 0,4-2-2 0 0,1-1-1 0 0,-1 0 1 0 0,-1-1 0 0 0,1 0 0 0 0,-1 0-1 0 0,0-1 1 0 0,0-1 0 0 0,-1 0 0 0 0,0 0 0 0 0,-1-1-1 0 0,11-12 1 0 0,8-14 15 0 0,38-65 1 0 0,-64 98-32 0 0,17-29-2 0 0,-1-1 0 0 0,-1-1 1 0 0,-2 0-1 0 0,-1-1 1 0 0,-2 0-1 0 0,-1-1 0 0 0,-2 0 1 0 0,4-42-1 0 0,-10 18 46 0 0,-2 55-47 0 0,0 1 1 0 0,-1-1-1 0 0,1 0 1 0 0,-1 1 0 0 0,1-1-1 0 0,-1 1 1 0 0,-1-1-1 0 0,1 1 1 0 0,0 0 0 0 0,-1-1-1 0 0,1 1 1 0 0,-1 0-1 0 0,-3-4 1 0 0,4 6-1 0 0,0 0 0 0 0,0 1 0 0 0,0-1-1 0 0,0 0 1 0 0,0 1 0 0 0,0-1 0 0 0,0 1 0 0 0,0-1 0 0 0,0 1 0 0 0,0 0-1 0 0,0-1 1 0 0,0 1 0 0 0,-1 0 0 0 0,1 0 0 0 0,0 0 0 0 0,0 0 0 0 0,0 0 0 0 0,0 0-1 0 0,0 0 1 0 0,-1 0 0 0 0,0 0 0 0 0,-24 11-15 0 0,14-4 9 0 0,1 1 1 0 0,0 0 0 0 0,0 1-1 0 0,0 0 1 0 0,2 1 0 0 0,-1 0-1 0 0,1 0 1 0 0,-8 13-1 0 0,13-18 9 0 0,1-1-1 0 0,0 1 0 0 0,0 0 0 0 0,0 0 1 0 0,1 1-1 0 0,-1-1 0 0 0,1 0 0 0 0,1 1 0 0 0,-1-1 1 0 0,1 1-1 0 0,0 0 0 0 0,0 0 0 0 0,1-1 1 0 0,-1 1-1 0 0,1 0 0 0 0,0 0 0 0 0,1-1 1 0 0,0 1-1 0 0,0 0 0 0 0,0-1 0 0 0,4 12 1 0 0,-3-13 3 0 0,1 1 0 0 0,-1-1 0 0 0,1 1 0 0 0,0-1 0 0 0,1 0 0 0 0,-1 0 0 0 0,1-1 0 0 0,-1 1 0 0 0,1-1 0 0 0,0 1 0 0 0,1-1 0 0 0,8 5 0 0 0,-5-5 1 0 0,-1 1 1 0 0,1-1-1 0 0,0-1 0 0 0,1 1 0 0 0,-1-1 0 0 0,0-1 0 0 0,13 2 0 0 0,-7-3 2 0 0,0 0 0 0 0,0 0 0 0 0,0-2 0 0 0,-1 1-1 0 0,1-2 1 0 0,0 0 0 0 0,-1 0 0 0 0,0-2 0 0 0,21-8 0 0 0,-18 4 1 0 0,-1 0 0 0 0,1-1 0 0 0,-2-1 0 0 0,1 0 0 0 0,-2-1 0 0 0,1-1 0 0 0,19-24 0 0 0,-7 12-9 0 0,-25 24 4 0 0,-2 2-43 0 0,-1-1 39 0 0,0 1 0 0 0,0 0 0 0 0,1 0 0 0 0,-1 0 1 0 0,0 0-1 0 0,0 0 0 0 0,1 0 0 0 0,-1 1 0 0 0,1-1 1 0 0,0 0-1 0 0,-1 1 0 0 0,1-1 0 0 0,0 1 0 0 0,-2 3 1 0 0,-2 2 0 0 0,-18 21 6 0 0,2 2 0 0 0,2 0 0 0 0,0 1 1 0 0,2 1-1 0 0,2 0 0 0 0,-13 37 1 0 0,25-60-1 0 0,0 1 1 0 0,0-1 0 0 0,1 1 0 0 0,0 0 0 0 0,1 0 0 0 0,0 0 0 0 0,1 16-1 0 0,0-22 3 0 0,1 0 0 0 0,-1 0 0 0 0,1-1 0 0 0,0 1 0 0 0,0 0 0 0 0,1-1 0 0 0,-1 1 0 0 0,1-1-1 0 0,-1 1 1 0 0,1-1 0 0 0,0 0 0 0 0,1 0 0 0 0,-1 0 0 0 0,0 0 0 0 0,1 0 0 0 0,0 0 0 0 0,-1 0-1 0 0,1-1 1 0 0,0 0 0 0 0,0 1 0 0 0,1-1 0 0 0,4 2 0 0 0,2 0-6 0 0,-1-1 1 0 0,1 0-1 0 0,0 0 1 0 0,0-1-1 0 0,0 0 0 0 0,0-1 1 0 0,0 0-1 0 0,0-1 1 0 0,0 0-1 0 0,1 0 0 0 0,-1-1 1 0 0,0-1-1 0 0,0 1 1 0 0,0-2-1 0 0,14-4 1 0 0,-10 2-42 0 0,0 0 1 0 0,0-1 0 0 0,-1-1 0 0 0,0 0 0 0 0,0-1 0 0 0,0 0 0 0 0,-1-1 0 0 0,-1 0 0 0 0,21-21 0 0 0,-17 11 10 0 0,-1 1 0 0 0,-2-2 0 0 0,1 1 0 0 0,-2-2 0 0 0,-1 0 0 0 0,-1 0 0 0 0,0-1 0 0 0,-2 0 0 0 0,6-25 1 0 0,-10 35 122 0 0,-1 5-20 0 0,0 1 1 0 0,-1-1 0 0 0,0 0 0 0 0,1-10 0 0 0,-14 27-50 0 0,8-5-24 0 0,0 1 1 0 0,1 0 0 0 0,0 0-1 0 0,0 0 1 0 0,1 0-1 0 0,-1 0 1 0 0,-1 8-1 0 0,-2 6 8 0 0,-47 135 89 0 0,47-133-65 0 0,1 0-1 0 0,1 1 0 0 0,1-1 1 0 0,1 1-1 0 0,2 26 0 0 0,0-44-67 0 0,0-1-1 0 0,1 0 0 0 0,-1 1 1 0 0,1-1-1 0 0,0 0 0 0 0,1 0 1 0 0,-1 0-1 0 0,1 0 0 0 0,0 0 0 0 0,0 0 1 0 0,0 0-1 0 0,0 0 0 0 0,0-1 1 0 0,1 1-1 0 0,0-1 0 0 0,0 0 1 0 0,0 0-1 0 0,0 0 0 0 0,0 0 1 0 0,1 0-1 0 0,-1 0 0 0 0,1-1 1 0 0,0 0-1 0 0,0 0 0 0 0,-1 0 1 0 0,1 0-1 0 0,1-1 0 0 0,-1 1 1 0 0,0-1-1 0 0,0 0 0 0 0,0 0 1 0 0,6 0-1 0 0,0 0-324 0 0,0-1 0 0 0,0 0 0 0 0,0 0 0 0 0,0-1 0 0 0,0 0 0 0 0,0 0 0 0 0,-1-1 0 0 0,1-1 0 0 0,0 0 0 0 0,-1 0-1 0 0,0-1 1 0 0,1 0 0 0 0,9-6 0 0 0,-6 1 8 0 0,-1 0-1 0 0,0-1 0 0 0,-1 0 0 0 0,0-1 0 0 0,-1 0 0 0 0,0-1 0 0 0,-1 0 0 0 0,16-26 1 0 0,-13 16 512 0 0,-1-1-1 0 0,-1 0 1 0 0,-1-1 0 0 0,10-40 0 0 0,11-61 6531 0 0,-30 124-6211 0 0,2 2-405 0 0,-1 1-51 0 0,1 1 1 0 0,0-1-1 0 0,-1 1 0 0 0,1-1 0 0 0,-1 1 1 0 0,0 0-1 0 0,0-1 0 0 0,0 1 0 0 0,0 0 1 0 0,-1 0-1 0 0,1 4 0 0 0,6 42 385 0 0,-5-33-277 0 0,20 117 444 0 0,-17-112-507 0 0,1-2 1 0 0,1 1-1 0 0,0-1 0 0 0,16 29 0 0 0,-19-41-35 0 0,0-1 0 0 0,0 0 0 0 0,0 0 0 0 0,1-1 0 0 0,0 1 1 0 0,0-1-1 0 0,0 0 0 0 0,0-1 0 0 0,1 1 0 0 0,0-1 0 0 0,12 7 0 0 0,-15-10-23 0 0,0 1 0 0 0,1-1 1 0 0,-1 0-1 0 0,1-1 0 0 0,-1 1 0 0 0,1 0 1 0 0,-1-1-1 0 0,1 0 0 0 0,0 0 1 0 0,-1 0-1 0 0,1 0 0 0 0,-1-1 1 0 0,1 1-1 0 0,-1-1 0 0 0,1 0 0 0 0,-1 0 1 0 0,1 0-1 0 0,-1 0 0 0 0,0-1 1 0 0,0 0-1 0 0,1 1 0 0 0,-1-1 1 0 0,0 0-1 0 0,-1 0 0 0 0,6-5 0 0 0,0 0-8 0 0,-1-1 0 0 0,1 0 0 0 0,-2-1 0 0 0,1 1 0 0 0,-1-1 0 0 0,6-13 0 0 0,26-61-30 0 0,-22 45 17 0 0,-1 3 4 0 0,-10 21-66 0 0,1 0 0 0 0,15-25 0 0 0,-21 38 61 0 0,1 0 0 0 0,0 0 1 0 0,0 0-1 0 0,0 0 0 0 0,-1 1 0 0 0,1-1 1 0 0,0 0-1 0 0,0 1 0 0 0,0-1 0 0 0,0 1 1 0 0,1-1-1 0 0,-1 1 0 0 0,0-1 1 0 0,0 1-1 0 0,0 0 0 0 0,0 0 0 0 0,0-1 1 0 0,0 1-1 0 0,1 0 0 0 0,-1 0 0 0 0,0 0 1 0 0,0 0-1 0 0,0 0 0 0 0,0 1 1 0 0,0-1-1 0 0,1 0 0 0 0,0 1 0 0 0,35 14-415 0 0,-22-9 143 0 0,10 4-159 0 0,-10-3 45 0 0,1-1 1 0 0,-1-1 0 0 0,2 0 0 0 0,19 2 0 0 0,-29-6 266 0 0,0 0-1 0 0,1-1 0 0 0,-1 1 0 0 0,1-2 1 0 0,-1 1-1 0 0,1-1 0 0 0,-1 0 0 0 0,11-4 0 0 0,-15 4 118 0 0,-1 0 0 0 0,1 0 0 0 0,0-1-1 0 0,0 1 1 0 0,-1-1 0 0 0,1 0 0 0 0,-1 0-1 0 0,0 0 1 0 0,1 0 0 0 0,-1 0 0 0 0,0 0 0 0 0,0-1-1 0 0,0 1 1 0 0,-1-1 0 0 0,1 0 0 0 0,-1 1-1 0 0,1-1 1 0 0,-1 0 0 0 0,0 0 0 0 0,0 0-1 0 0,0 0 1 0 0,0 0 0 0 0,0-4 0 0 0,11-70 737 0 0,-12 75-608 0 0,0 0-17 0 0,-2-5 134 0 0,-1 9-221 0 0,1 0 0 0 0,0 0 0 0 0,0 0 0 0 0,-1 1 1 0 0,1-1-1 0 0,1 1 0 0 0,-1-1 0 0 0,0 1 0 0 0,1 0 1 0 0,-1 0-1 0 0,-1 5 0 0 0,-14 42 480 0 0,12-31-235 0 0,1-7-56 0 0,-27 101 916 0 0,28-101-1021 0 0,1 1 0 0 0,0-1-1 0 0,1 1 1 0 0,0 0 0 0 0,1 0 0 0 0,4 24-1 0 0,-4-35-88 0 0,0 1-1 0 0,1-1 0 0 0,-1 1 1 0 0,1-1-1 0 0,0 0 0 0 0,-1 1 1 0 0,1-1-1 0 0,0 0 0 0 0,1 0 1 0 0,-1 1-1 0 0,0-1 0 0 0,1 0 1 0 0,-1 0-1 0 0,1 0 0 0 0,-1-1 1 0 0,1 1-1 0 0,0 0 0 0 0,0-1 0 0 0,0 1 1 0 0,0-1-1 0 0,0 1 0 0 0,0-1 1 0 0,0 0-1 0 0,0 0 0 0 0,1 0 1 0 0,-1 0-1 0 0,0 0 0 0 0,1-1 1 0 0,-1 1-1 0 0,1-1 0 0 0,-1 0 1 0 0,0 1-1 0 0,1-1 0 0 0,3 0 1 0 0,2-1-451 0 0,1 0 1 0 0,-1-1 0 0 0,0 1-1 0 0,1-2 1 0 0,-1 1-1 0 0,16-8 1 0 0,-15 5-941 0 0,-1 0-1 0 0,1 0 1 0 0,-1-1-1 0 0,0 0 1 0 0,0 0 0 0 0,8-10-1 0 0,5-6-5393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7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221 129 64 0 0,'-119'-79'14259'0'0,"45"31"-12247"0"0,72 47-2756 0 0,-1 1-174 0 0,-7-1-551 0 0,-3 3-3837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0 1848 0 0,'-203'13'13295'0'0,"51"-3"-8183"0"0,149-10-5127 0 0,-9 1-3050 0 0,40 5-5205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423 815 1812 0 0,'-5'-25'8856'0'0,"3"21"-8325"0"0,0 0 1 0 0,-1 1-1 0 0,0-1 0 0 0,0 0 0 0 0,0 1 0 0 0,0 0 1 0 0,0-1-1 0 0,-1 1 0 0 0,0 1 0 0 0,-7-6 0 0 0,7 6-456 0 0,0 1 0 0 0,0-1 0 0 0,0 1 0 0 0,-1 0 0 0 0,1 0-1 0 0,0 0 1 0 0,-1 1 0 0 0,1-1 0 0 0,0 1 0 0 0,-1 0 0 0 0,1 0 0 0 0,0 1-1 0 0,-1-1 1 0 0,1 1 0 0 0,0 0 0 0 0,0 0 0 0 0,-1 1 0 0 0,1-1-1 0 0,-4 3 1 0 0,-6 3-35 0 0,1 0 0 0 0,0 1 0 0 0,0 1 0 0 0,1 0 0 0 0,0 0 0 0 0,-19 20 0 0 0,1 4 16 0 0,-26 38 0 0 0,39-48-21 0 0,2 0 1 0 0,-14 27-1 0 0,23-39-4 0 0,1 0-1 0 0,1 1 1 0 0,0-1-1 0 0,0 1 1 0 0,1 1-1 0 0,0-1 1 0 0,0 13-1 0 0,3-23-17 0 0,-1 0-1 0 0,1 0 1 0 0,0 0-1 0 0,0 0 1 0 0,1 0 0 0 0,-1 0-1 0 0,0-1 1 0 0,1 1-1 0 0,-1 0 1 0 0,1 0-1 0 0,-1 0 1 0 0,1 0-1 0 0,0-1 1 0 0,0 1-1 0 0,0 0 1 0 0,0-1-1 0 0,0 1 1 0 0,0 0-1 0 0,0-1 1 0 0,0 0-1 0 0,1 1 1 0 0,2 1-1 0 0,-1-1 1 0 0,0-1-1 0 0,0 1 1 0 0,0-1-1 0 0,0 0 0 0 0,0 0 1 0 0,0 0-1 0 0,1 0 1 0 0,-1 0-1 0 0,0-1 1 0 0,1 0-1 0 0,-1 0 0 0 0,4 0 1 0 0,4 0 1 0 0,1-2-1 0 0,-1 1 1 0 0,0-2 0 0 0,0 1-1 0 0,0-2 1 0 0,19-7 0 0 0,-14 3-18 0 0,-1-1 0 0 0,-1 0 0 0 0,0-1 0 0 0,0 0 0 0 0,-1-1 0 0 0,0-1 0 0 0,-1 0 0 0 0,20-25 0 0 0,-14 12-5 0 0,-2-1-1 0 0,0-1 0 0 0,24-57 0 0 0,-28 42 120 0 0,-11 40-102 0 0,-1 2-8 0 0,0 0 1 0 0,0-1-1 0 0,0 1 1 0 0,0 0-1 0 0,0 0 0 0 0,0 0 1 0 0,0 0-1 0 0,0-1 0 0 0,0 1 1 0 0,0 0-1 0 0,0 0 0 0 0,0 0 1 0 0,0 0-1 0 0,0-1 1 0 0,0 1-1 0 0,0 0 0 0 0,0 0 1 0 0,0 0-1 0 0,0 0 0 0 0,0-1 1 0 0,0 1-1 0 0,0 0 1 0 0,0 0-1 0 0,0 0 0 0 0,0 0 1 0 0,0-1-1 0 0,0 1 0 0 0,0 0 1 0 0,0 0-1 0 0,-1 0 0 0 0,1 0 1 0 0,0 0-1 0 0,0-1 1 0 0,0 1-1 0 0,0 0 0 0 0,0 0 1 0 0,-1 0-1 0 0,1 0 0 0 0,0 0 1 0 0,0 0-1 0 0,0 0 0 0 0,0 0 1 0 0,0 0-1 0 0,-1 0 1 0 0,1 0-1 0 0,0 0 0 0 0,0 0 1 0 0,0 0-1 0 0,0-1 0 0 0,-1 2 1 0 0,-7 7 5 0 0,-5 17 14 0 0,3 0 148 0 0,2 1 1 0 0,1 1-1 0 0,0-1 1 0 0,2 1-1 0 0,2 0 1 0 0,0 0-1 0 0,1 1 0 0 0,3 28 1 0 0,-1-52-133 0 0,1-1 0 0 0,-1 0 0 0 0,1 0 0 0 0,-1 1 0 0 0,1-1 0 0 0,0 0 0 0 0,1 0 0 0 0,-1 0 0 0 0,0 0 0 0 0,1 0 0 0 0,-1 0 0 0 0,1-1 0 0 0,0 1 0 0 0,0 0 0 0 0,0-1 0 0 0,0 1 0 0 0,1-1 0 0 0,-1 0 0 0 0,1 0 0 0 0,4 3 0 0 0,-2-2-1 0 0,0-1 1 0 0,1 0-1 0 0,-1-1 1 0 0,0 1-1 0 0,1-1 1 0 0,-1 0-1 0 0,1-1 1 0 0,-1 1-1 0 0,1-1 1 0 0,-1 0-1 0 0,11-2 1 0 0,1 0-3 0 0,0-1 0 0 0,-1-1-1 0 0,1-1 1 0 0,-1 0 0 0 0,0-1 0 0 0,-1-1-1 0 0,22-12 1 0 0,-11 3-17 0 0,-1-1 0 0 0,0-1 1 0 0,28-27-1 0 0,-21 13-13 0 0,-2-1 1 0 0,-2-1 0 0 0,0-2-1 0 0,-3-1 1 0 0,-1-1-1 0 0,29-61 1 0 0,-21 26-30 0 0,-3-1 0 0 0,35-140-1 0 0,-36 63 10 0 0,-25 125 22 0 0,-1-1 0 0 0,-2 1 0 0 0,-5-48-1 0 0,4 69-4 0 0,1 0-1 0 0,-1 0 0 0 0,-1 0 1 0 0,1 0-1 0 0,-1 0 0 0 0,0 1 1 0 0,0-1-1 0 0,0 1 0 0 0,-1-1 1 0 0,1 1-1 0 0,-1-1 0 0 0,0 1 0 0 0,-5-5 1 0 0,5 7-3 0 0,1 0 1 0 0,0 1-1 0 0,-1-1 1 0 0,0 0-1 0 0,0 1 1 0 0,1 0-1 0 0,-1-1 0 0 0,0 1 1 0 0,0 0-1 0 0,0 0 1 0 0,0 1-1 0 0,0-1 1 0 0,0 1-1 0 0,0-1 1 0 0,0 1-1 0 0,-1 0 1 0 0,1 0-1 0 0,0 0 1 0 0,0 1-1 0 0,0-1 0 0 0,0 1 1 0 0,-6 2-1 0 0,0 0 3 0 0,1 1 0 0 0,-1 0-1 0 0,1 0 1 0 0,0 1 0 0 0,0 0 0 0 0,1 1-1 0 0,-1 0 1 0 0,1 0 0 0 0,0 0-1 0 0,1 1 1 0 0,-8 9 0 0 0,-2 6 51 0 0,0-1-1 0 0,-20 42 1 0 0,16-21 318 0 0,1 0 0 0 0,3 1-1 0 0,1 0 1 0 0,-10 55 0 0 0,13-35 419 0 0,3 2 1 0 0,-2 89-1 0 0,11-129-621 0 0,0-1 0 0 0,2 0 0 0 0,0 0 0 0 0,2-1 0 0 0,0 1-1 0 0,14 39 1 0 0,-15-54-151 0 0,1-1-1 0 0,-1 1 0 0 0,2-1 0 0 0,-1 0 1 0 0,1-1-1 0 0,0 1 0 0 0,1-1 0 0 0,0 0 0 0 0,0 0 1 0 0,0 0-1 0 0,1-1 0 0 0,0 0 0 0 0,0-1 1 0 0,0 1-1 0 0,1-2 0 0 0,0 1 0 0 0,0-1 1 0 0,0 0-1 0 0,1 0 0 0 0,12 3 0 0 0,-9-4-408 0 0,0-1-1 0 0,0 0 1 0 0,0-1-1 0 0,-1-1 1 0 0,1 1-1 0 0,0-2 1 0 0,0 0-1 0 0,0 0 1 0 0,0-1-1 0 0,0 0 1 0 0,15-6-1 0 0,-17 4-1112 0 0,1 0 0 0 0,-1-1 0 0 0,0 0-1 0 0,0-1 1 0 0,-1 0 0 0 0,1 0-1 0 0,11-12 1 0 0,1-4-7453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14 800 0 0,'-352'18'15478'0'0,"348"-18"-14693"0"0,157-6-117 0 0,-51 0-688 0 0,118-1-2165 0 0,-72-1-4333 0 0,-71 3-86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55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33 202 1548 0 0,'-33'2'21385'0'0,"37"-1"-21288"0"0,-1 0 0 0 0,1-1 0 0 0,-1 0 1 0 0,1 0-1 0 0,-1 0 0 0 0,8-1 0 0 0,638-68 293 0 0,156-22-5109 0 0,-698 72 1136 0 0,-39-1-4671 0 0,-53 15 3211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05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 0 0,'42'56'324'0'0,"4"0"-72"0"0,0 0-236 0 0,1 2 112 0 0,2 0-404 0 0,0-4 96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3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7 129 640 0 0,'-4'-12'4373'0'0,"3"8"-4061"0"0,1 0 0 0 0,-1 0 0 0 0,1 0-1 0 0,0 0 1 0 0,0 0 0 0 0,0 0 0 0 0,1 0 0 0 0,-1 0 0 0 0,1 0 0 0 0,0 1-1 0 0,0-1 1 0 0,1 0 0 0 0,-1 0 0 0 0,1 1 0 0 0,-1-1 0 0 0,1 0-1 0 0,0 1 1 0 0,5-6 0 0 0,-5 6-225 0 0,1 0-1 0 0,-1 0 0 0 0,1 0 1 0 0,0 0-1 0 0,-1 1 1 0 0,1-1-1 0 0,0 1 1 0 0,1 0-1 0 0,-1 0 1 0 0,0 0-1 0 0,1 0 1 0 0,-1 0-1 0 0,1 1 0 0 0,-1 0 1 0 0,1-1-1 0 0,0 1 1 0 0,0 1-1 0 0,-1-1 1 0 0,1 0-1 0 0,0 1 1 0 0,0 0-1 0 0,4 0 1 0 0,-1 1 31 0 0,0 0 0 0 0,1 1 0 0 0,-1 0 0 0 0,0 0 0 0 0,0 0 0 0 0,0 1 0 0 0,0 0 0 0 0,-1 0 0 0 0,1 1 0 0 0,-1 0 0 0 0,0 0 0 0 0,0 1 0 0 0,7 6 0 0 0,-6-4-3 0 0,0 1 0 0 0,0 1 0 0 0,-1-1 0 0 0,0 1 0 0 0,-1 0 0 0 0,0 0 0 0 0,0 1 0 0 0,5 16 0 0 0,-4-6-20 0 0,-1 0 1 0 0,0 0 0 0 0,-2 1 0 0 0,-1-1 0 0 0,0 1-1 0 0,-1 0 1 0 0,-2-1 0 0 0,0 1 0 0 0,-5 28 0 0 0,-6 8 113 0 0,-3-1 1 0 0,-2 0-1 0 0,-40 89 1 0 0,51-130-64 0 0,-1-2 612 0 0,11-31-470 0 0,11-37-241 0 0,3 2 0 0 0,31-67 0 0 0,64-95-25 0 0,4 29 99 0 0,-117 184-111 0 0,-2 4-7 0 0,-8 9-12 0 0,-12 18-23 0 0,2 7 22 0 0,-45 88 7 0 0,55-101 6 0 0,0 0 0 0 0,2 0 0 0 0,-8 41 0 0 0,14-58 1 0 0,1 1 0 0 0,0 0 0 0 0,1 0 0 0 0,-1-1-1 0 0,1 1 1 0 0,1 0 0 0 0,-1 0 0 0 0,1 0 0 0 0,2 6 0 0 0,-2-10 0 0 0,0 0-1 0 0,0 0 1 0 0,0-1 0 0 0,1 1-1 0 0,-1-1 1 0 0,1 1 0 0 0,0-1-1 0 0,-1 0 1 0 0,1 1 0 0 0,0-1-1 0 0,1 0 1 0 0,-1 0 0 0 0,0-1 0 0 0,0 1-1 0 0,1 0 1 0 0,-1-1 0 0 0,1 1-1 0 0,-1-1 1 0 0,1 0 0 0 0,0 0-1 0 0,0 0 1 0 0,-1 0 0 0 0,6 1-1 0 0,13 1-349 0 0,-1 0 0 0 0,0-2 0 0 0,1 0 0 0 0,-1-1 0 0 0,36-5 0 0 0,100-26-8259 0 0,-109 19 2706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3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51 2164 0 0,'-32'-19'17821'0'0,"43"20"-17160"0"0,-4-1-596 0 0,0 0 1 0 0,0 0-1 0 0,0 0 1 0 0,0-1-1 0 0,-1 0 1 0 0,12-3 0 0 0,1 0 8 0 0,12-2-278 0 0,56-7-2169 0 0,-34 9-7074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3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1988 0 0,'-88'79'15137'0'0,"87"-79"-15098"0"0,1 0 0 0 0,-1 1-1 0 0,1-1 1 0 0,-1 0 0 0 0,1 1 0 0 0,0-1 0 0 0,-1 0 0 0 0,1 1-1 0 0,0-1 1 0 0,-1 1 0 0 0,1-1 0 0 0,0 1 0 0 0,-1-1-1 0 0,1 1 1 0 0,0-1 0 0 0,0 1 0 0 0,0-1 0 0 0,-1 1 0 0 0,1-1-1 0 0,0 1 1 0 0,0-1 0 0 0,0 1 0 0 0,0-1 0 0 0,0 1 0 0 0,0 0-1 0 0,0-1 1 0 0,0 1 0 0 0,0-1 0 0 0,0 1 0 0 0,0-1-1 0 0,1 1 1 0 0,-1-1 0 0 0,0 1 0 0 0,0-1 0 0 0,1 1 0 0 0,-1-1-1 0 0,0 1 1 0 0,0-1 0 0 0,1 1 0 0 0,-1-1 0 0 0,0 0 0 0 0,1 1-1 0 0,-1-1 1 0 0,1 0 0 0 0,-1 1 0 0 0,0-1 0 0 0,1 0 0 0 0,-1 1-1 0 0,1-1 1 0 0,-1 0 0 0 0,1 0 0 0 0,-1 1 0 0 0,1-1-1 0 0,0 0 1 0 0,3 1 32 0 0,0 1 0 0 0,0-1 0 0 0,0 0 0 0 0,-1-1 0 0 0,1 1 0 0 0,6-1-1 0 0,32-1-1524 0 0,61-11 0 0 0,44-17-8106 0 0,-105 19 4676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0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246 106 2308 0 0,'-7'-10'2023'0'0,"1"0"0"0"0,1 0 0 0 0,0 0-1 0 0,0-1 1 0 0,1 0 0 0 0,0 1 0 0 0,-4-23 1578 0 0,4 51-2073 0 0,6 117 642 0 0,-3-96-1980 0 0,1 0 1 0 0,2-1-1 0 0,9 52 1 0 0,-8-77-140 0 0,0-1 1 0 0,1 1-1 0 0,9 22 1 0 0,-11-32-38 0 0,-1 1 1 0 0,1-1-1 0 0,1 0 1 0 0,-1 0-1 0 0,0 0 1 0 0,1 0-1 0 0,-1 0 1 0 0,1 0-1 0 0,0-1 1 0 0,0 1-1 0 0,0-1 1 0 0,0 0-1 0 0,0 0 1 0 0,0 0-1 0 0,1 0 1 0 0,-1-1-1 0 0,6 2 1 0 0,-5-2-8 0 0,0 0 0 0 0,-1-1 1 0 0,1 1-1 0 0,0-1 0 0 0,0 0 1 0 0,-1 0-1 0 0,1-1 1 0 0,0 1-1 0 0,0-1 0 0 0,-1 0 1 0 0,1 0-1 0 0,0 0 1 0 0,-1 0-1 0 0,1-1 0 0 0,-1 1 1 0 0,0-1-1 0 0,1 0 0 0 0,-1 0 1 0 0,0 0-1 0 0,0 0 1 0 0,3-4-1 0 0,4-3 2 0 0,-1-1 0 0 0,0 0 1 0 0,-1 0-1 0 0,10-16 0 0 0,-3 1 9 0 0,-2 0-1 0 0,0-1 1 0 0,13-43-1 0 0,-2 7-15 0 0,-25 68 34 0 0,0-1-1 0 0,1 0 0 0 0,0 1 1 0 0,0 10-1 0 0,1 2 161 0 0,-2 296 2121 0 0,0-4-1160 0 0,-28 78-415 0 0,21-331-574 0 0,-3 0 0 0 0,-3-1 0 0 0,-2 0-1 0 0,-39 91 1 0 0,47-131-83 0 0,0 0-1 0 0,0 0 1 0 0,-2-1-1 0 0,0 0 1 0 0,-1-1 0 0 0,0 0-1 0 0,-15 13 1 0 0,23-24-69 0 0,-1 0 1 0 0,1 0-1 0 0,-1 0 0 0 0,0 0 1 0 0,0 0-1 0 0,0-1 1 0 0,0 0-1 0 0,-1 0 1 0 0,1 0-1 0 0,-1 0 0 0 0,1-1 1 0 0,-1 0-1 0 0,1 0 1 0 0,-1 0-1 0 0,0 0 0 0 0,0-1 1 0 0,1 0-1 0 0,-1 0 1 0 0,0 0-1 0 0,0 0 0 0 0,1-1 1 0 0,-1 0-1 0 0,0 0 1 0 0,1 0-1 0 0,-1 0 1 0 0,1-1-1 0 0,-1 0 0 0 0,1 0 1 0 0,0 0-1 0 0,-7-5 1 0 0,-1-1-8 0 0,1-1 0 0 0,0-1 1 0 0,0 1-1 0 0,1-2 0 0 0,0 1 1 0 0,1-1-1 0 0,1-1 0 0 0,0 0 1 0 0,0 0-1 0 0,1 0 0 0 0,0-1 1 0 0,1 0-1 0 0,1-1 0 0 0,0 1 1 0 0,1-1-1 0 0,0 0 1 0 0,1 0-1 0 0,1 0 0 0 0,-1-25 1 0 0,2 13-12 0 0,1 0 1 0 0,2 1 0 0 0,0-1 0 0 0,2 0 0 0 0,1 1 0 0 0,1-1 0 0 0,1 2 0 0 0,1-1 0 0 0,1 1 0 0 0,13-25 0 0 0,-8 24-261 0 0,0 1 0 0 0,2 0 0 0 0,0 0 0 0 0,2 2 0 0 0,0 0 0 0 0,1 2 0 0 0,27-23 0 0 0,-27 28-894 0 0,1 0 0 0 0,0 2 1 0 0,29-15-1 0 0,-28 18-1052 0 0,1 1 1 0 0,0 0 0 0 0,37-7 0 0 0,-31 9-3324 0 0,2 0-3051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61 159 1188 0 0,'-12'-12'4331'0'0,"0"-1"0"0"0,2-1 0 0 0,-15-21 0 0 0,24 34-3852 0 0,1-4 312 0 0,-1 1-296 0 0,10-1 147 0 0,218-55-57 0 0,-219 58-871 0 0,34-5-3365 0 0,-16 8-4746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0 2820 0 0,'-11'8'1726'0'0,"-1"1"896"0"0,0 0 0 0 0,1 1-1 0 0,0 1 1 0 0,-17 19 0 0 0,28-29-2559 0 0,0-1 0 0 0,-1 1 0 0 0,1-1 0 0 0,0 1-1 0 0,0-1 1 0 0,-1 1 0 0 0,1-1 0 0 0,0 1 0 0 0,0-1 0 0 0,0 1 0 0 0,0-1 0 0 0,0 1 0 0 0,0-1 0 0 0,0 1 0 0 0,0-1-1 0 0,0 1 1 0 0,0 0 0 0 0,0-1 0 0 0,0 1 0 0 0,0-1 0 0 0,0 1 0 0 0,0-1 0 0 0,1 1 0 0 0,-1-1 0 0 0,0 1-1 0 0,0-1 1 0 0,1 1 0 0 0,-1-1 0 0 0,0 0 0 0 0,1 1 0 0 0,-1-1 0 0 0,0 1 0 0 0,1-1 0 0 0,-1 0 0 0 0,1 1 0 0 0,-1-1-1 0 0,1 1 1 0 0,1 0 21 0 0,0 0 0 0 0,0 0 0 0 0,0 0-1 0 0,0 0 1 0 0,0 0 0 0 0,1-1 0 0 0,-1 1-1 0 0,0-1 1 0 0,0 1 0 0 0,3-1 0 0 0,24 0-372 0 0,0 0 0 0 0,44-8 1 0 0,18-7-4231 0 0,-34 6-1218 0 0,-15 0-1710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423 180 1124 0 0,'-4'-11'6827'0'0,"4"8"-5624"0"0,-1-1-1 0 0,0 1 0 0 0,0 0 1 0 0,0-1-1 0 0,-1 1 0 0 0,-2-5 1 0 0,2 5-775 0 0,0 0 1 0 0,0 1 0 0 0,0-1-1 0 0,0 1 1 0 0,0-1 0 0 0,-5-3-1 0 0,2 3-358 0 0,0 0 0 0 0,0 0 0 0 0,0 0 0 0 0,-1 1 0 0 0,1 0 0 0 0,-1 0 0 0 0,0 0-1 0 0,1 1 1 0 0,-9-2 0 0 0,-122-27 160 0 0,134 29-225 0 0,-1 1-11 0 0,-20-6-27 0 0,21 5 33 0 0,5 1-3 0 0,44-1 30 0 0,-1-2 0 0 0,57-12 0 0 0,-35 4-27 0 0,-14 3 21 0 0,91-10 6 0 0,-144 18-27 0 0,0 0 0 0 0,-1 0 0 0 0,1 0 0 0 0,0 0 0 0 0,0 0 0 0 0,-1 0 0 0 0,1 0 0 0 0,0 0 0 0 0,0 0 0 0 0,-1 0 1 0 0,1 1-1 0 0,0-1 0 0 0,-1 0 0 0 0,1 0 0 0 0,0 1 0 0 0,-1-1 0 0 0,1 0 0 0 0,0 1 0 0 0,-1-1 0 0 0,1 1 0 0 0,0 0 1 0 0,-1 1-2 0 0,0-1 0 0 0,1 1 1 0 0,-1 0-1 0 0,-1 0 0 0 0,1-1 1 0 0,0 1-1 0 0,0 0 0 0 0,-1-1 1 0 0,1 1-1 0 0,-1 0 0 0 0,1-1 1 0 0,-1 1-1 0 0,0 0 0 0 0,0-1 1 0 0,0 1-1 0 0,0-1 0 0 0,0 1 1 0 0,0-1-1 0 0,0 0 1 0 0,0 0-1 0 0,0 1 0 0 0,-3 0 1 0 0,0 3-9 0 0,-341 362 156 0 0,297-317 14 0 0,-138 154 1039 0 0,148-151-879 0 0,37-52-305 0 0,0 0 0 0 0,1-1 0 0 0,-1 1 0 0 0,1 0 0 0 0,-1 0-1 0 0,1 0 1 0 0,-1-1 0 0 0,1 1 0 0 0,0 0 0 0 0,-1 0 0 0 0,1 0 0 0 0,0 0 0 0 0,0 0 0 0 0,-1 0 0 0 0,1-1 0 0 0,0 1-1 0 0,0 0 1 0 0,0 0 0 0 0,0 0 0 0 0,0 0 0 0 0,1 0 0 0 0,-1 0 0 0 0,0 0 0 0 0,0 0 0 0 0,1 0 0 0 0,-1-1 0 0 0,0 1-1 0 0,1 0 1 0 0,-1 0 0 0 0,1 0 0 0 0,-1-1 0 0 0,1 1 0 0 0,-1 0 0 0 0,1 0 0 0 0,-1-1 0 0 0,1 1 0 0 0,0 0 0 0 0,0-1-1 0 0,-1 1 1 0 0,1-1 0 0 0,0 1 0 0 0,0-1 0 0 0,-1 1 0 0 0,1-1 0 0 0,0 0 0 0 0,0 1 0 0 0,0-1 0 0 0,1 0 0 0 0,4 2 26 0 0,-1 0 0 0 0,1 0 0 0 0,-1-1 0 0 0,1 0 0 0 0,0 0 1 0 0,6-1-1 0 0,46-2 139 0 0,0-2 0 0 0,85-18 0 0 0,-15-8-1823 0 0,-1-3-4424 0 0,-61 12-1267 0 0,-31 7 964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97 332 0 0,'-51'-17'12056'0'0,"3"1"-4588"0"0,46 15-6880 0 0,-1 1-123 0 0,-6-3-83 0 0,7 3 375 0 0,2-1-730 0 0,1 0-1 0 0,-1 0 1 0 0,1 0 0 0 0,0 0 0 0 0,-1 1-1 0 0,1-1 1 0 0,0 0 0 0 0,0 0-1 0 0,0 1 1 0 0,-1-1 0 0 0,1 0 0 0 0,0 1-1 0 0,0-1 1 0 0,2 0 0 0 0,51-12 134 0 0,79-10 0 0 0,-4 12-5299 0 0,-98 12-2421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1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1940 0 0,'-52'22'4969'0'0,"36"-15"-3036"0"0,0 0-1 0 0,0 0 1 0 0,1 1 0 0 0,-18 13-1 0 0,32-20-1854 0 0,1-1 0 0 0,-1 0-1 0 0,1 1 1 0 0,-1-1 0 0 0,0 1 0 0 0,1 0-1 0 0,-1-1 1 0 0,1 1 0 0 0,0-1 0 0 0,-1 1-1 0 0,1 0 1 0 0,-1-1 0 0 0,1 1 0 0 0,0 0-1 0 0,-1 0 1 0 0,1-1 0 0 0,0 1 0 0 0,0 0-1 0 0,0 0 1 0 0,-1-1 0 0 0,1 1 0 0 0,0 0-1 0 0,0 0 1 0 0,0-1 0 0 0,0 1 0 0 0,0 0-1 0 0,1 0 1 0 0,-1-1 0 0 0,0 1 0 0 0,0 0-1 0 0,0 0 1 0 0,1-1 0 0 0,-1 1 0 0 0,0 0-1 0 0,1-1 1 0 0,-1 1 0 0 0,1 0 0 0 0,-1-1-1 0 0,1 1 1 0 0,-1 0 0 0 0,1-1 0 0 0,-1 1-1 0 0,1-1 1 0 0,-1 1 0 0 0,1-1 0 0 0,0 1-1 0 0,-1-1 1 0 0,1 0 0 0 0,0 1 0 0 0,-1-1-1 0 0,2 1 1 0 0,3 2 32 0 0,0-1 0 0 0,1 1 1 0 0,-1-1-1 0 0,0 0 0 0 0,8 1 0 0 0,21 3-102 0 0,0-1-1 0 0,51-1 1 0 0,70-9-4311 0 0,-144 4 3856 0 0,88-9-6756 0 0,-49 1 261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4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456 403 276 0 0,'-1'-16'2423'0'0,"1"-1"0"0"0,0 1 1 0 0,4-31-1 0 0,-2 34-1597 0 0,0-1 1 0 0,-1 1-1 0 0,-1-1 0 0 0,0 0 1 0 0,-1 1-1 0 0,-4-22 0 0 0,3 26-250 0 0,0 2-220 0 0,1 0 0 0 0,-2 0 0 0 0,1 0 0 0 0,-5-8 0 0 0,7 14-295 0 0,-1-1 1 0 0,0 0-1 0 0,0 1 0 0 0,-1-1 0 0 0,1 1 1 0 0,0-1-1 0 0,0 1 0 0 0,-1-1 0 0 0,1 1 1 0 0,-1 0-1 0 0,1 0 0 0 0,-1 0 0 0 0,0 0 1 0 0,1 0-1 0 0,-1 0 0 0 0,0 0 0 0 0,0 0 0 0 0,0 1 1 0 0,1-1-1 0 0,-1 1 0 0 0,-4-1 0 0 0,-2 1 32 0 0,1 1-1 0 0,-1-1 0 0 0,0 2 0 0 0,1-1 1 0 0,-1 1-1 0 0,1 0 0 0 0,0 1 0 0 0,-1 0 1 0 0,1 0-1 0 0,0 0 0 0 0,1 1 0 0 0,-1 0 1 0 0,1 0-1 0 0,-1 1 0 0 0,1 0 0 0 0,-5 5 0 0 0,-11 11 254 0 0,1 1 0 0 0,-33 45-1 0 0,29-32-15 0 0,2 0-1 0 0,1 2 0 0 0,-21 49 1 0 0,32-58-189 0 0,0 0 1 0 0,2 1-1 0 0,1 0 1 0 0,2 0 0 0 0,-5 44-1 0 0,10-62-88 0 0,1 0 0 0 0,0 0 1 0 0,0 0-1 0 0,2 0 0 0 0,-1 0 0 0 0,1 0 0 0 0,1-1 0 0 0,0 1 0 0 0,0-1 0 0 0,1 0 0 0 0,1 0 0 0 0,10 19 1 0 0,-11-23 2 0 0,1 1 0 0 0,0-1 0 0 0,0 1 0 0 0,1-2 0 0 0,0 1 0 0 0,0 0 0 0 0,0-1 1 0 0,1 0-1 0 0,-1-1 0 0 0,1 0 0 0 0,1 0 0 0 0,-1 0 0 0 0,0-1 0 0 0,1 0 1 0 0,0 0-1 0 0,-1-1 0 0 0,16 3 0 0 0,-4-3-1 0 0,1-1 0 0 0,0 0 0 0 0,0-2 0 0 0,-1 0 0 0 0,1-1 0 0 0,0-1 1 0 0,-1-1-1 0 0,0-1 0 0 0,0-1 0 0 0,0 0 0 0 0,-1-1 0 0 0,1-1 0 0 0,-2-1 0 0 0,1-1 0 0 0,30-22 0 0 0,-18 9 44 0 0,-1-2-1 0 0,-1-1 0 0 0,-1 0 1 0 0,-2-2-1 0 0,-1-2 0 0 0,-1 0 1 0 0,28-48-1 0 0,-20 23-77 0 0,31-73-1 0 0,-51 102-13 0 0,-2 1-1 0 0,-1-1 1 0 0,-1 0 0 0 0,-1-1 0 0 0,3-43 0 0 0,-8 61-8 0 0,-1-1 0 0 0,0 1 0 0 0,-1-1 1 0 0,0 1-1 0 0,0-1 0 0 0,-1 1 1 0 0,-1-1-1 0 0,1 1 0 0 0,-1 0 1 0 0,-5-9-1 0 0,5 13 0 0 0,1 0-1 0 0,-2 0 1 0 0,1 1 0 0 0,0-1 0 0 0,-1 1-1 0 0,0 0 1 0 0,0 0 0 0 0,0 0 0 0 0,-1 0-1 0 0,1 1 1 0 0,-1 0 0 0 0,0 0 0 0 0,0 0-1 0 0,0 0 1 0 0,0 1 0 0 0,-1 0 0 0 0,1 0-1 0 0,-6-1 1 0 0,-5 0 6 0 0,0 1 0 0 0,0 0 0 0 0,0 1 0 0 0,0 1 0 0 0,0 1 0 0 0,0 0 0 0 0,0 1 0 0 0,0 1 0 0 0,-28 8-1 0 0,7 0-139 0 0,1 3 0 0 0,-67 33-1 0 0,65-26-791 0 0,2 2-1 0 0,0 0 0 0 0,1 3 0 0 0,1 1 0 0 0,2 1 0 0 0,-56 64 0 0 0,-2 26-8265 0 0,55-64-5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146 265 1060 0 0,'-2'-30'9699'0'0,"3"47"-8553"0"0,-2 27-709 0 0,-79 417 1180 0 0,67-397-1543 0 0,8-37-52 0 0,-34 144 42 0 0,33-153 5 0 0,6-25-11 0 0,5-33 4 0 0,-4 33-61 0 0,9-66 41 0 0,56-329 31 0 0,-47 318-67 0 0,3 1 0 0 0,56-137 0 0 0,-70 201-16 0 0,20-32 0 0 0,-26 47 9 0 0,0 0-1 0 0,1 0 1 0 0,0 0-1 0 0,0 1 1 0 0,0-1-1 0 0,0 1 1 0 0,1 0-1 0 0,0 0 1 0 0,-1 0-1 0 0,1 0 1 0 0,0 0-1 0 0,0 1 1 0 0,9-4-1 0 0,-11 6 2 0 0,1-1-1 0 0,-1 1 1 0 0,0 0-1 0 0,1-1 0 0 0,-1 1 1 0 0,1 0-1 0 0,-1 1 1 0 0,1-1-1 0 0,-1 0 1 0 0,1 1-1 0 0,-1 0 0 0 0,1-1 1 0 0,-1 1-1 0 0,0 0 1 0 0,1 0-1 0 0,-1 0 1 0 0,0 0-1 0 0,0 1 0 0 0,0-1 1 0 0,0 1-1 0 0,0-1 1 0 0,0 1-1 0 0,0 0 1 0 0,-1-1-1 0 0,1 1 0 0 0,0 0 1 0 0,1 4-1 0 0,3 3-2 0 0,0 1 0 0 0,0 0 0 0 0,-1 1 0 0 0,5 15-1 0 0,3 14 73 0 0,-2 0-1 0 0,10 74 1 0 0,-2 87 207 0 0,-17-169-259 0 0,3 93 134 0 0,-5 0-1 0 0,-18 135 1 0 0,15-235-394 0 0,-5 41-301 0 0,-4-25-6449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60 102 760 0 0,'-12'-6'2909'0'0,"0"-1"0"0"0,1-1 0 0 0,-12-10 0 0 0,22 17-2476 0 0,26-7 723 0 0,206-35-103 0 0,-153 35-3035 0 0,0 6-3421 0 0,-48 2 154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24 1276 0 0,'-2'-21'12176'0'0,"3"19"-11597"0"0,-1 2-422 0 0,1 0-1 0 0,0-1 1 0 0,-1 1-1 0 0,1 0 0 0 0,0 0 1 0 0,-1 0-1 0 0,1 0 1 0 0,0 1-1 0 0,0-1 1 0 0,-1 0-1 0 0,1 0 0 0 0,0 0 1 0 0,-1 0-1 0 0,1 1 1 0 0,0-1-1 0 0,-1 0 1 0 0,1 1-1 0 0,-1-1 0 0 0,1 0 1 0 0,0 1-1 0 0,0 0 1 0 0,36 32 617 0 0,104 134 992 0 0,-13-14-2401 0 0,-34-60-4539 0 0,-68-75-1063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66 2616 0 0,'-3'-7'937'0'0,"-1"-4"1933"0"0,-2-1-1 0 0,-9-14 0 0 0,15 25-2767 0 0,-1 1-1 0 0,0-1 0 0 0,1 0 1 0 0,-1 1-1 0 0,0-1 1 0 0,1 0-1 0 0,-1 1 0 0 0,0-1 1 0 0,0 1-1 0 0,1-1 1 0 0,-1 1-1 0 0,0-1 0 0 0,0 1 1 0 0,0 0-1 0 0,0 0 1 0 0,0-1-1 0 0,0 1 1 0 0,0 0-1 0 0,1 0 0 0 0,-1 0 1 0 0,0 0-1 0 0,0 0 1 0 0,0 0-1 0 0,0 0 0 0 0,0 0 1 0 0,0 0-1 0 0,0 0 1 0 0,0 1-1 0 0,0-1 0 0 0,0 0 1 0 0,1 1-1 0 0,-1-1 1 0 0,0 1-1 0 0,0-1 1 0 0,0 1-1 0 0,1-1 0 0 0,-1 1 1 0 0,0-1-1 0 0,1 1 1 0 0,-2 0-1 0 0,-2 3 154 0 0,0 0 0 0 0,0 0 1 0 0,0 0-1 0 0,-5 9 0 0 0,-39 65 217 0 0,4 2-1 0 0,4 3 1 0 0,3 0 0 0 0,-41 144 0 0 0,74-216-909 0 0,-12 51-918 0 0,13-30-1529 0 0,7-3-3685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3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1 103 140 0 0,'64'-31'10262'0'0,"-23"12"-6808"0"0,-39 18-3203 0 0,14-2 142 0 0,7 3 23 0 0,-4 1-211 0 0,27-6 4 0 0,74-18 0 0 0,-49 4-5408 0 0,-63 16 1824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2156 0 0,'-21'20'2741'0'0,"5"-8"-608"0"0,1 2 0 0 0,1 0 0 0 0,-22 28 0 0 0,36-41-2112 0 0,-1-1 0 0 0,1 1 0 0 0,0-1 0 0 0,-1 1 0 0 0,1-1-1 0 0,0 1 1 0 0,0-1 0 0 0,-1 1 0 0 0,1-1 0 0 0,0 1 0 0 0,0 0 0 0 0,0-1 0 0 0,0 1 0 0 0,0-1-1 0 0,0 1 1 0 0,0 0 0 0 0,0-1 0 0 0,0 1 0 0 0,0 0 0 0 0,0-1 0 0 0,0 1 0 0 0,0-1-1 0 0,0 1 1 0 0,0 0 0 0 0,1-1 0 0 0,-1 1 0 0 0,1 0 0 0 0,0 0 7 0 0,-1 0 1 0 0,1 0-1 0 0,0 0 0 0 0,1 0 1 0 0,-1 0-1 0 0,0-1 0 0 0,0 1 1 0 0,0 0-1 0 0,0-1 0 0 0,1 1 1 0 0,1 0-1 0 0,31 5 233 0 0,5-7-399 0 0,-1-2-1 0 0,0-1 1 0 0,0-2 0 0 0,42-12 0 0 0,-52 11-888 0 0,53-15-4603 0 0,-39 10 764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3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221 173 660 0 0,'-34'-21'9012'0'0,"-7"-3"-2370"0"0,39 23-6176 0 0,0 1-319 0 0,0 0-104 0 0,1 0 0 0 0,0 0 1 0 0,-1 0-1 0 0,1 0 0 0 0,-1 0 0 0 0,1 0 0 0 0,0 0 0 0 0,-1 1 0 0 0,1-1 0 0 0,-1 0 0 0 0,1 1 1 0 0,0-1-1 0 0,-1 1 0 0 0,1 0 0 0 0,0-1 0 0 0,0 1 0 0 0,0 0 0 0 0,-1 0 0 0 0,1-1 0 0 0,0 1 1 0 0,0 0-1 0 0,0 0 0 0 0,0 0 0 0 0,-1 2 0 0 0,-7 10 15 0 0,0 0 1 0 0,1 0-1 0 0,0 1 0 0 0,1 0 0 0 0,0 1 1 0 0,1-1-1 0 0,-4 19 0 0 0,-20 109 82 0 0,23-99-102 0 0,3 1 0 0 0,1-1 0 0 0,3 45 1 0 0,1-67-14 0 0,1-1 1 0 0,1 0 0 0 0,1 0 0 0 0,0-1 0 0 0,2 1 0 0 0,0-1 0 0 0,1 0 0 0 0,17 32-1 0 0,-21-47 10 0 0,-1 0-1 0 0,1 0 0 0 0,0 0 1 0 0,0 0-1 0 0,0-1 0 0 0,1 1 1 0 0,-1-1-1 0 0,1 0 0 0 0,-1 0 1 0 0,1 0-1 0 0,0-1 0 0 0,1 0 1 0 0,-1 1-1 0 0,0-1 0 0 0,1 0 1 0 0,-1-1-1 0 0,9 3 0 0 0,-8-4 24 0 0,1 1 1 0 0,0-1-1 0 0,-1 0 0 0 0,1 0 0 0 0,0 0 1 0 0,-1-1-1 0 0,1 0 0 0 0,0 0 0 0 0,-1 0 1 0 0,1-1-1 0 0,-1 0 0 0 0,0 0 0 0 0,1-1 1 0 0,8-4-1 0 0,5-6 69 0 0,0-1 1 0 0,-1-1-1 0 0,-1 0 0 0 0,0-1 1 0 0,-1-1-1 0 0,-1 0 0 0 0,-1-2 0 0 0,0 1 1 0 0,-1-2-1 0 0,14-27 0 0 0,-6 4-31 0 0,-2 0 0 0 0,-2-1 0 0 0,-2-1 0 0 0,10-51 0 0 0,-19 70-28 0 0,-2 1 1 0 0,-1-1-1 0 0,-1 1 0 0 0,-1-1 1 0 0,-1 0-1 0 0,-4-26 0 0 0,3 40-23 0 0,-2 0 0 0 0,0 0-1 0 0,0 0 1 0 0,-1 0 0 0 0,-1 0 0 0 0,-6-13-1 0 0,7 18-21 0 0,-1 0-1 0 0,1 0 1 0 0,-1 1-1 0 0,0-1 1 0 0,-1 1-1 0 0,0 0 1 0 0,0 1-1 0 0,0-1 1 0 0,0 1-1 0 0,-10-5 1 0 0,10 7-45 0 0,0 0 0 0 0,0 1 0 0 0,0 0 0 0 0,0 0 1 0 0,0 0-1 0 0,-1 1 0 0 0,1 0 0 0 0,-1 0 0 0 0,1 1 0 0 0,-1 0 1 0 0,1 0-1 0 0,-1 0 0 0 0,1 1 0 0 0,0 0 0 0 0,-1 0 0 0 0,1 0 1 0 0,0 1-1 0 0,-1 0 0 0 0,1 1 0 0 0,-7 3 0 0 0,5-2-452 0 0,1 0 1 0 0,0 0-1 0 0,1 0 0 0 0,-1 1 0 0 0,1 0 0 0 0,0 1 1 0 0,-6 6-1 0 0,8-8-542 0 0,0 1 0 0 0,0 0 0 0 0,1 0-1 0 0,0 0 1 0 0,0 0 0 0 0,1 0 0 0 0,-1 1 0 0 0,1-1 0 0 0,-3 12 0 0 0,3-1-5577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4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 1112 0 0,'-74'7'10268'0'0,"60"-6"-8662"0"0,11 0-1121 0 0,-19 4 1384 0 0,122-11-1396 0 0,-64 2-752 0 0,0 2-1 0 0,45 3 1 0 0,-40 6-2231 0 0,-15 2-3242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115 164 2284 0 0,'-106'64'10038'0'0,"98"-55"-9393"0"0,8-9-626 0 0,0 0-1 0 0,0 0 1 0 0,0 0-1 0 0,0 1 1 0 0,0-1-1 0 0,0 0 0 0 0,0 0 1 0 0,0 1-1 0 0,0-1 1 0 0,0 0-1 0 0,0 0 1 0 0,0 0-1 0 0,0 1 0 0 0,0-1 1 0 0,0 0-1 0 0,0 0 1 0 0,1 0-1 0 0,-1 1 1 0 0,0-1-1 0 0,0 0 0 0 0,0 0 1 0 0,0 0-1 0 0,0 1 1 0 0,0-1-1 0 0,1 0 1 0 0,-1 0-1 0 0,0 0 0 0 0,0 0 1 0 0,0 0-1 0 0,0 1 1 0 0,1-1-1 0 0,-1 0 1 0 0,0 0-1 0 0,0 0 0 0 0,0 0 1 0 0,1 0-1 0 0,-1 0 1 0 0,0 0-1 0 0,0 0 1 0 0,1 0-1 0 0,-1 0 0 0 0,0 0 1 0 0,0 0-1 0 0,0 0 1 0 0,1 0-1 0 0,-1 0 1 0 0,0 0-1 0 0,0 0 0 0 0,1 0 1 0 0,-1 0-1 0 0,0 0 1 0 0,0 0-1 0 0,1-1 1 0 0,41-5 226 0 0,1-2 1 0 0,-1-3-1 0 0,55-20 1 0 0,-10 3-113 0 0,-3 5-294 0 0,123-41-216 0 0,-76 10-6771 0 0,-100 38 2160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4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65 1612 0 0,'-39'-18'4856'0'0,"-1"2"0"0"0,-51-14 0 0 0,91 30-4826 0 0,-1 0 0 0 0,1 0 0 0 0,0 0 0 0 0,0 0 0 0 0,-1 0 0 0 0,1 0 0 0 0,0 0 0 0 0,0 0 0 0 0,-1 0 0 0 0,1 0 1 0 0,0 0-1 0 0,0 0 0 0 0,-1 1 0 0 0,1-1 0 0 0,0 0 0 0 0,0 0 0 0 0,-1 0 0 0 0,1 0 0 0 0,0 1 0 0 0,0-1 0 0 0,0 0 0 0 0,-1 0 0 0 0,1 0 0 0 0,0 1 0 0 0,0-1 0 0 0,0 0 0 0 0,0 0 0 0 0,0 1 0 0 0,0-1 0 0 0,-1 0 0 0 0,1 0 0 0 0,0 1 0 0 0,0-1 0 0 0,0 0 0 0 0,0 0 0 0 0,0 1 0 0 0,0-1 0 0 0,0 0 0 0 0,0 0 0 0 0,0 1 0 0 0,0-1 1 0 0,0 0-1 0 0,0 1 0 0 0,0-1 0 0 0,0 0 0 0 0,1 0 0 0 0,-1 1 0 0 0,0-1 0 0 0,0 0 0 0 0,0 0 0 0 0,0 1 0 0 0,0-1 0 0 0,0 0 0 0 0,1 0 0 0 0,4 15 507 0 0,-5-15-531 0 0,11 17 285 0 0,2-1 0 0 0,-1-1 0 0 0,2 0 0 0 0,0-1 0 0 0,21 17 0 0 0,-3-1-47 0 0,8 7-20 0 0,81 81 266 0 0,-93-88-383 0 0,-1 1 0 0 0,26 40 0 0 0,-42-54-65 0 0,-1 1 0 0 0,0 1 0 0 0,-1-1 0 0 0,-1 2-1 0 0,11 36 1 0 0,-16-41-11 0 0,0 1 1 0 0,-1-1-1 0 0,-1 1 0 0 0,0-1 0 0 0,-1 1 0 0 0,-1-1 0 0 0,0 0 0 0 0,-7 30 0 0 0,-1-15 66 0 0,0 0-1 0 0,-3 0 1 0 0,0-1-1 0 0,-2-1 0 0 0,-1 0 1 0 0,-1-1-1 0 0,-1-1 1 0 0,-1 0-1 0 0,-24 25 0 0 0,-81 75-2179 0 0,-8-11-8666 0 0,121-107 9477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6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1131 55 2580 0 0,'39'-30'19721'0'0,"-42"27"-19602"0"0,-1 1 0 0 0,1-1 0 0 0,-1 1 0 0 0,1 0 0 0 0,-1 1 0 0 0,0-1 0 0 0,0 0 0 0 0,1 1 0 0 0,-1 0 0 0 0,0 0 0 0 0,-9-1 0 0 0,-42-1-111 0 0,53 3 21 0 0,-7 0-38 0 0,0 1 1 0 0,1 0-1 0 0,-1 0 1 0 0,0 0-1 0 0,1 1 1 0 0,-1 1-1 0 0,1-1 1 0 0,0 1-1 0 0,0 1 1 0 0,0 0 0 0 0,-12 7-1 0 0,10-4 5 0 0,1 1 0 0 0,0-1 0 0 0,0 2 1 0 0,0-1-1 0 0,1 1 0 0 0,1 1 0 0 0,-11 15 0 0 0,0 9-22 0 0,1 0-1 0 0,1 1 1 0 0,2 1-1 0 0,-10 43 1 0 0,-56 264 89 0 0,28 7-39 0 0,-2 8-175 0 0,-53 121 269 0 0,-24-6-137 0 0,73-271 24 0 0,-80 336 16 0 0,46 9-216 0 0,68-183 250 0 0,18-230-16 0 0,-6 79-25 0 0,0-105 18 0 0,6-58-31 0 0,0 60-1 0 0,6-108 8 0 0,0-1 1 0 0,0 0-1 0 0,0 1 0 0 0,0-1 0 0 0,0 0 0 0 0,1 1 0 0 0,-1-1 1 0 0,1 0-1 0 0,-1 0 0 0 0,1 1 0 0 0,-1-1 0 0 0,1 0 1 0 0,0 0-1 0 0,-1 0 0 0 0,1 0 0 0 0,0 0 0 0 0,0 0 1 0 0,0 0-1 0 0,0 0 0 0 0,0 0 0 0 0,0 0 0 0 0,0-1 1 0 0,0 1-1 0 0,0 0 0 0 0,0-1 0 0 0,1 1 0 0 0,-1-1 0 0 0,0 1 1 0 0,0-1-1 0 0,1 1 0 0 0,-1-1 0 0 0,0 0 0 0 0,0 0 1 0 0,1 0-1 0 0,-1 1 0 0 0,0-1 0 0 0,1-1 0 0 0,0 1 1 0 0,9 0 30 0 0,-1-1 1 0 0,0 0-1 0 0,19-5 1 0 0,-24 4-45 0 0,510-146-167 0 0,-7-29-5001 0 0,-500 173 5008 0 0,203-79-8063 0 0,-109 42 389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8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37 2164 0 0,'0'0'1743'0'0,"12"-37"13097"0"0,-19 70-14569 0 0,-70 401 599 0 0,71-409-915 0 0,3-14-504 0 0,1-1 0 0 0,0 1 0 0 0,-1 20-1 0 0,22-33-5059 0 0,-3-5 1665 0 0,0 0-1745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46 1672 0 0,'20'-25'10432'0'0,"-3"10"-6041"0"0,-13 9-3089 0 0,-4 7-1225 0 0,1-1-1 0 0,-1 0 1 0 0,0 0 0 0 0,0 0-1 0 0,1 0 1 0 0,-1 1-1 0 0,0-1 1 0 0,0 0-1 0 0,1 0 1 0 0,-1 1 0 0 0,0-1-1 0 0,0 0 1 0 0,1 0-1 0 0,-1 1 1 0 0,0-1-1 0 0,0 0 1 0 0,0 0-1 0 0,0 1 1 0 0,0-1 0 0 0,1 0-1 0 0,-1 1 1 0 0,0-1-1 0 0,0 0 1 0 0,0 1-1 0 0,0-1 1 0 0,0 0 0 0 0,0 1-1 0 0,0-1 1 0 0,0 0-1 0 0,0 1 1 0 0,0-1-1 0 0,0 0 1 0 0,-1 1 0 0 0,-2 59 3408 0 0,-23 117 0 0 0,13-104-2548 0 0,1-10-455 0 0,-5 34 9 0 0,14-80 1484 0 0,-1-6-4328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9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97 212 1192 0 0,'2'-33'8346'0'0,"-2"30"-7568"0"0,0 3-709 0 0,0 0-1 0 0,0-1 0 0 0,0 1 1 0 0,0 0-1 0 0,0-1 0 0 0,0 1 1 0 0,0 0-1 0 0,0-1 0 0 0,0 1 1 0 0,0 0-1 0 0,0-1 0 0 0,-1 1 1 0 0,1 0-1 0 0,0-1 0 0 0,0 1 1 0 0,0 0-1 0 0,0 0 0 0 0,-1-1 1 0 0,1 1-1 0 0,0 0 0 0 0,0-1 1 0 0,0 1-1 0 0,-1 0 0 0 0,1 0 1 0 0,0 0-1 0 0,-1-1 0 0 0,1 1 1 0 0,0 0-1 0 0,0 0 0 0 0,-1 0 1 0 0,1 0-1 0 0,0-1 0 0 0,-1 1 1 0 0,1 0-1 0 0,-1 0 1 0 0,-3 3-35 0 0,-1-1 1 0 0,1 1 0 0 0,0 0 0 0 0,0 0-1 0 0,0 1 1 0 0,1-1 0 0 0,-1 1 0 0 0,1-1 0 0 0,0 1-1 0 0,0 1 1 0 0,0-1 0 0 0,1 0 0 0 0,-1 0 0 0 0,1 1-1 0 0,0 0 1 0 0,-2 6 0 0 0,-4 12-13 0 0,1 0 1 0 0,-5 27-1 0 0,10-40-20 0 0,0 1-1 0 0,0 0 1 0 0,1 0 0 0 0,1 0-1 0 0,0 0 1 0 0,0 0-1 0 0,1-1 1 0 0,3 14 0 0 0,-3-21 7 0 0,0 0 1 0 0,0 0-1 0 0,0 0 1 0 0,0 0-1 0 0,0 0 1 0 0,1 0-1 0 0,0 0 1 0 0,-1 0-1 0 0,1-1 1 0 0,0 1-1 0 0,0-1 1 0 0,1 1-1 0 0,-1-1 1 0 0,0 0-1 0 0,1 0 1 0 0,-1 0-1 0 0,1 0 1 0 0,0 0-1 0 0,0 0 1 0 0,0-1-1 0 0,0 0 1 0 0,0 1-1 0 0,0-1 1 0 0,0 0-1 0 0,0 0 1 0 0,0-1-1 0 0,0 1 1 0 0,1-1-1 0 0,-1 1 1 0 0,0-1-1 0 0,4 0 1 0 0,5-1 13 0 0,0-1-1 0 0,0 1 1 0 0,-1-2 0 0 0,1 0 0 0 0,-1 0 0 0 0,1-1-1 0 0,-1 0 1 0 0,0-1 0 0 0,-1 0 0 0 0,1-1-1 0 0,-1 0 1 0 0,0-1 0 0 0,-1 0 0 0 0,1 0-1 0 0,-1-1 1 0 0,14-16 0 0 0,-12 12 2 0 0,-1-1 0 0 0,0 0 0 0 0,-1 0 0 0 0,-1-1 0 0 0,0 0 0 0 0,0 0 1 0 0,-2-1-1 0 0,0 0 0 0 0,0 0 0 0 0,-2-1 0 0 0,6-31 0 0 0,-8 29 18 0 0,0 0 0 0 0,-2 0 1 0 0,-3-34-1 0 0,2 44-37 0 0,0 1 0 0 0,-1 1 0 0 0,1-1 1 0 0,-2 0-1 0 0,1 0 0 0 0,-1 1 0 0 0,0-1 0 0 0,0 1 0 0 0,-1 0 0 0 0,1 0 0 0 0,-1 0 1 0 0,-9-9-1 0 0,12 14-9 0 0,0 0 1 0 0,0 1-1 0 0,0-1 1 0 0,-1 1-1 0 0,1-1 1 0 0,0 1-1 0 0,0 0 1 0 0,0-1-1 0 0,-1 1 1 0 0,1 0-1 0 0,0 0 1 0 0,0 0 0 0 0,-1 0-1 0 0,1 0 1 0 0,0 0-1 0 0,0 0 1 0 0,-1 0-1 0 0,1 1 1 0 0,0-1-1 0 0,0 0 1 0 0,-1 1-1 0 0,1-1 1 0 0,0 1-1 0 0,0-1 1 0 0,0 1-1 0 0,0 0 1 0 0,0-1-1 0 0,0 1 1 0 0,0 0-1 0 0,0 0 1 0 0,0 0 0 0 0,0-1-1 0 0,0 1 1 0 0,1 0-1 0 0,-1 0 1 0 0,0 0-1 0 0,0 3 1 0 0,0-2-165 0 0,0 1-1 0 0,0 0 1 0 0,0 0 0 0 0,1 0 0 0 0,-1-1 0 0 0,1 1 0 0 0,0 0 0 0 0,0 0 0 0 0,0 0 0 0 0,0 0-1 0 0,0 0 1 0 0,2 5 0 0 0,-1-5-474 0 0,0 0-1 0 0,0-1 1 0 0,1 1-1 0 0,-1 0 1 0 0,1 0-1 0 0,-1-1 1 0 0,1 1-1 0 0,3 3 1 0 0,3 4-3610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2008 0 0,'49'-15'8501'0'0,"-47"15"-7857"0"0,16 1 849 0 0,-16 1-1277 0 0,-1 0 1 0 0,1 1-1 0 0,0-1 1 0 0,-1 1-1 0 0,1-1 1 0 0,-1 1 0 0 0,0 0-1 0 0,0 0 1 0 0,0-1-1 0 0,0 1 1 0 0,0 0-1 0 0,0 0 1 0 0,-1 0-1 0 0,0 0 1 0 0,0 0-1 0 0,0 5 1 0 0,-4 54 1357 0 0,3-53-1398 0 0,-24 137 1141 0 0,15-97-1936 0 0,2 0 0 0 0,-3 74 1 0 0,11-118-312 0 0,0 10-164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36 948 0 0,'-1'-1'308'0'0,"0"0"-1"0"0,0-1 1 0 0,0 1-1 0 0,0 0 1 0 0,-1 0-1 0 0,1 0 1 0 0,-1 0-1 0 0,1 1 1 0 0,0-1-1 0 0,-1 0 1 0 0,1 1-1 0 0,-1-1 1 0 0,0 1-1 0 0,1-1 1 0 0,-1 1-1 0 0,1 0 1 0 0,-1-1 0 0 0,0 1-1 0 0,1 0 1 0 0,-4 0-1 0 0,2 1-161 0 0,1 0 1 0 0,0 0-1 0 0,0 0 1 0 0,-1 0-1 0 0,1 0 0 0 0,0 0 1 0 0,0 0-1 0 0,0 1 1 0 0,0-1-1 0 0,0 1 0 0 0,0 0 1 0 0,-2 3-1 0 0,-5 6-189 0 0,1 0 0 0 0,1 1 0 0 0,0 0-1 0 0,-6 14 1 0 0,8-16 469 0 0,-7 16-297 0 0,0 1 0 0 0,-14 50 1 0 0,23-62-96 0 0,-1 0 0 0 0,2 0 1 0 0,0 0-1 0 0,1 0 0 0 0,0 1 0 0 0,1-1 1 0 0,3 17-1 0 0,-3-28 2 0 0,1 1-1 0 0,0-1 1 0 0,0 1 0 0 0,0-1 0 0 0,1 0 0 0 0,0 0-1 0 0,0 0 1 0 0,0 0 0 0 0,0 0 0 0 0,0 0-1 0 0,1 0 1 0 0,-1-1 0 0 0,1 1 0 0 0,0-1-1 0 0,1 0 1 0 0,-1 1 0 0 0,0-2 0 0 0,1 1 0 0 0,-1 0-1 0 0,1-1 1 0 0,0 1 0 0 0,5 1 0 0 0,-3-2 38 0 0,0 0 0 0 0,0-1 0 0 0,-1 1 0 0 0,1-1 0 0 0,0-1 0 0 0,0 1 0 0 0,0-1 0 0 0,0 0 0 0 0,0 0 0 0 0,0-1 0 0 0,0 0 0 0 0,0 0 0 0 0,0 0 0 0 0,0-1 0 0 0,0 1 0 0 0,7-5 0 0 0,-6 3 52 0 0,1-1 1 0 0,-1 0 0 0 0,1-1-1 0 0,-1 0 1 0 0,-1 0 0 0 0,1 0-1 0 0,-1-1 1 0 0,0 0 0 0 0,0 0-1 0 0,0-1 1 0 0,6-9 0 0 0,-6 6-31 0 0,0-1 1 0 0,0-1-1 0 0,-1 1 1 0 0,0-1-1 0 0,-1 0 0 0 0,0 0 1 0 0,2-13-1 0 0,-3 2-25 0 0,0 1 0 0 0,-2-1-1 0 0,0 1 1 0 0,-2-1 0 0 0,0 1-1 0 0,-1-1 1 0 0,-2 1 0 0 0,-7-27-1 0 0,9 44-72 0 0,0 0-1 0 0,0 0 0 0 0,0 0 1 0 0,-1 0-1 0 0,1 0 0 0 0,-1 1 1 0 0,-1 0-1 0 0,1-1 0 0 0,-1 1 1 0 0,1 0-1 0 0,-1 1 0 0 0,-6-5 1 0 0,10 7-29 0 0,-1 1-1 0 0,0 0 1 0 0,1-1 0 0 0,-1 1 0 0 0,0 0 0 0 0,0-1 0 0 0,1 1 0 0 0,-1 0-1 0 0,0 0 1 0 0,0 0 0 0 0,0 0 0 0 0,1 0 0 0 0,-1 0 0 0 0,0 0 0 0 0,0 0 0 0 0,0 0-1 0 0,1 0 1 0 0,-1 0 0 0 0,0 0 0 0 0,0 1 0 0 0,1-1 0 0 0,-1 0 0 0 0,0 0-1 0 0,0 1 1 0 0,1-1 0 0 0,-2 2 0 0 0,-15 14-1279 0 0,15-12 543 0 0,0 0 0 0 0,1 0 0 0 0,-1 1 0 0 0,1-1 0 0 0,-1 0 0 0 0,1 1 0 0 0,0 6 0 0 0,-1 5-3697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2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87 2072 0 0,'1'-16'6029'0'0,"-1"16"-5963"0"0,0-1 0 0 0,0 1 0 0 0,0 0 0 0 0,0-1 0 0 0,0 1 0 0 0,0-1 0 0 0,0 1 0 0 0,0 0 0 0 0,-1 0 0 0 0,1-1 0 0 0,0 1 1 0 0,0 0-1 0 0,0-1 0 0 0,-1 1 0 0 0,1 0 0 0 0,0 0 0 0 0,0-1 0 0 0,-1 1 0 0 0,1 0 0 0 0,0 0 0 0 0,0-1 0 0 0,-1 1 0 0 0,1 0 0 0 0,0 0 0 0 0,-1 0 0 0 0,1 0 1 0 0,0 0-1 0 0,-1-1 0 0 0,1 1 0 0 0,0 0 0 0 0,-1 0 0 0 0,1 0 0 0 0,0 0 0 0 0,-1 0 0 0 0,1 0 0 0 0,-1 0 0 0 0,1 0 0 0 0,0 0 0 0 0,-1 0 0 0 0,1 1 0 0 0,0-1 0 0 0,-1 0 1 0 0,1 0-1 0 0,-1 0 0 0 0,-16 16 890 0 0,-10 28-479 0 0,12-11-220 0 0,1 0-1 0 0,-13 48 1 0 0,24-68-216 0 0,0 0 1 0 0,1 0-1 0 0,0 0 1 0 0,1 0 0 0 0,0 0-1 0 0,1 1 1 0 0,0-1-1 0 0,1 0 1 0 0,6 24 0 0 0,-6-33-8 0 0,0-1 1 0 0,0 1 0 0 0,0-1-1 0 0,1 1 1 0 0,0-1 0 0 0,-1 0 0 0 0,1 1-1 0 0,0-1 1 0 0,1 0 0 0 0,-1 0 0 0 0,0-1-1 0 0,1 1 1 0 0,0 0 0 0 0,0-1-1 0 0,0 0 1 0 0,0 1 0 0 0,3 1 0 0 0,-1-2 23 0 0,0 0 0 0 0,-1 0 0 0 0,1-1 0 0 0,0 0 1 0 0,0 0-1 0 0,0 0 0 0 0,0 0 0 0 0,0-1 0 0 0,0 0 1 0 0,0 0-1 0 0,7-1 0 0 0,0 0 83 0 0,-1-1 0 0 0,0-1 0 0 0,0 0 0 0 0,0-1 1 0 0,0 0-1 0 0,-1 0 0 0 0,1-1 0 0 0,-1-1 0 0 0,0 0 0 0 0,12-9 0 0 0,-12 6-33 0 0,0 0 0 0 0,-1-1 1 0 0,0 0-1 0 0,-1 0 0 0 0,0-1 0 0 0,-1 0 0 0 0,0 0 0 0 0,-1-1 1 0 0,0 0-1 0 0,-1 0 0 0 0,0 0 0 0 0,6-27 0 0 0,-7 22-51 0 0,-1 0 0 0 0,-1-1 0 0 0,-1 1 0 0 0,0-1 0 0 0,-2 1 0 0 0,0-1 0 0 0,0 1 0 0 0,-2-1 0 0 0,-6-22 0 0 0,8 36-68 0 0,0 0-1 0 0,0 0 0 0 0,-1 0 1 0 0,0 1-1 0 0,0-1 0 0 0,0 0 1 0 0,0 0-1 0 0,-1 1 0 0 0,1 0 0 0 0,-1-1 1 0 0,0 1-1 0 0,0 0 0 0 0,0 0 1 0 0,0 1-1 0 0,-1-1 0 0 0,1 1 1 0 0,-1-1-1 0 0,1 1 0 0 0,-1 0 1 0 0,0 0-1 0 0,0 1 0 0 0,0-1 0 0 0,0 1 1 0 0,0 0-1 0 0,0 0 0 0 0,0 0 1 0 0,0 1-1 0 0,-1-1 0 0 0,-6 1 1 0 0,6 1-348 0 0,1-1 0 0 0,0 1 0 0 0,0 0 0 0 0,0 0 0 0 0,0 0 0 0 0,0 0 0 0 0,0 1 0 0 0,-5 2 0 0 0,5-1-474 0 0,0-1-1 0 0,0 1 1 0 0,1 0 0 0 0,-1 0 0 0 0,1 0 0 0 0,0 0-1 0 0,0 1 1 0 0,-4 5 0 0 0,-1 3-4227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17 496 0 0,'-15'-7'4019'0'0,"9"5"-3272"0"0,-1 0-1 0 0,0 0 1 0 0,0 1-1 0 0,0 0 1 0 0,0 0-1 0 0,-9 0 1 0 0,10 1-627 0 0,0 1 0 0 0,1-1 0 0 0,-1 1 0 0 0,1 0 0 0 0,-1 0 1 0 0,1 1-1 0 0,-1 0 0 0 0,1 0 0 0 0,0 0 0 0 0,0 0 0 0 0,0 1 1 0 0,0 0-1 0 0,0 0 0 0 0,-6 5 0 0 0,-7 10-61 0 0,1 1-1 0 0,1 0 1 0 0,1 1-1 0 0,0 1 1 0 0,1 0-1 0 0,2 1 1 0 0,0 0 0 0 0,1 1-1 0 0,2 0 1 0 0,0 1-1 0 0,-7 33 1 0 0,14-49-37 0 0,0 1 1 0 0,0 0 0 0 0,1 1 0 0 0,1-1-1 0 0,-1 0 1 0 0,2 0 0 0 0,-1 0-1 0 0,4 17 1 0 0,-3-22-4 0 0,0-1 0 0 0,0 1 0 0 0,0-1 0 0 0,1 0-1 0 0,-1 0 1 0 0,1 0 0 0 0,0 1 0 0 0,0-1 0 0 0,0-1 0 0 0,0 1 0 0 0,0 0 0 0 0,1 0-1 0 0,0-1 1 0 0,-1 0 0 0 0,1 1 0 0 0,0-1 0 0 0,0 0 0 0 0,0 0 0 0 0,0-1 0 0 0,0 1-1 0 0,1-1 1 0 0,-1 1 0 0 0,0-1 0 0 0,7 1 0 0 0,-1 0 47 0 0,-1-1 1 0 0,0-1-1 0 0,1 1 1 0 0,-1-1 0 0 0,1-1-1 0 0,-1 1 1 0 0,0-1-1 0 0,1-1 1 0 0,-1 0-1 0 0,0 0 1 0 0,0 0-1 0 0,0-1 1 0 0,0 0-1 0 0,-1-1 1 0 0,1 0 0 0 0,-1 0-1 0 0,0-1 1 0 0,11-8-1 0 0,-9 5 9 0 0,0 0 0 0 0,0-1-1 0 0,-1 0 1 0 0,0 0 0 0 0,0-1 0 0 0,-1 0 0 0 0,0 0-1 0 0,-1-1 1 0 0,0 0 0 0 0,-1 0 0 0 0,0 0-1 0 0,3-14 1 0 0,-2 5 45 0 0,-1-1 1 0 0,2-24-1 0 0,-6 40-104 0 0,-1-1 0 0 0,0 0 0 0 0,0 1 0 0 0,0-1 0 0 0,0 0 0 0 0,-1 1 0 0 0,0-1 0 0 0,0 0 0 0 0,-1 1 0 0 0,0 0 0 0 0,0-1 0 0 0,0 1 0 0 0,-4-7 0 0 0,5 10-26 0 0,0 0-1 0 0,0 0 0 0 0,-1 1 1 0 0,1-1-1 0 0,0 1 0 0 0,-1-1 0 0 0,1 1 1 0 0,-1-1-1 0 0,0 1 0 0 0,1 0 0 0 0,-1 0 1 0 0,0 0-1 0 0,0 0 0 0 0,0 0 1 0 0,1 0-1 0 0,-1 0 0 0 0,0 1 0 0 0,0-1 1 0 0,0 1-1 0 0,-1-1 0 0 0,1 1 0 0 0,0 0 1 0 0,0 0-1 0 0,0 0 0 0 0,0 0 1 0 0,0 0-1 0 0,0 0 0 0 0,0 1 0 0 0,0-1 1 0 0,0 1-1 0 0,0-1 0 0 0,-4 3 0 0 0,5-3-95 0 0,0 1 1 0 0,0 0-1 0 0,0 0 0 0 0,0-1 0 0 0,0 1 0 0 0,0 0 0 0 0,1 0 0 0 0,-1 0 0 0 0,0 0 0 0 0,0 0 0 0 0,1 0 0 0 0,-1 1 0 0 0,0-1 0 0 0,1 0 0 0 0,0 0 0 0 0,-1 0 0 0 0,1 1 0 0 0,-1-1 0 0 0,1 0 0 0 0,0 0 1 0 0,0 3-1 0 0,0-1-637 0 0,0 0-1 0 0,0 0 1 0 0,0 0 0 0 0,0 0 0 0 0,1 0 0 0 0,-1 0 0 0 0,3 5 0 0 0,2 4-3967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22 1492 0 0,'0'0'4337'0'0,"-11"7"-1797"0"0,-5 13-1566 0 0,1 0 0 0 0,1 1-1 0 0,-21 41 1 0 0,24-39-824 0 0,1 0 0 0 0,1 0 1 0 0,2 1-1 0 0,0 0 0 0 0,1 0 1 0 0,1 1-1 0 0,-1 28 1 0 0,6-48-129 0 0,-1 1 0 0 0,2-1 1 0 0,-1 1-1 0 0,1 0 1 0 0,-1-1-1 0 0,2 1 1 0 0,-1-1-1 0 0,1 1 0 0 0,-1-1 1 0 0,1 0-1 0 0,1 0 1 0 0,-1 0-1 0 0,1 0 0 0 0,0 0 1 0 0,0 0-1 0 0,4 4 1 0 0,-3-6-11 0 0,-1 1 1 0 0,1-1-1 0 0,0 0 1 0 0,0-1-1 0 0,0 1 0 0 0,0-1 1 0 0,0 1-1 0 0,0-1 1 0 0,1-1-1 0 0,-1 1 1 0 0,1-1-1 0 0,-1 1 1 0 0,1-1-1 0 0,0 0 0 0 0,-1-1 1 0 0,1 1-1 0 0,0-1 1 0 0,0 0-1 0 0,6-1 1 0 0,4-1 35 0 0,0 0 0 0 0,0-2 1 0 0,0 1-1 0 0,0-2 0 0 0,-1 0 0 0 0,1 0 1 0 0,-2-2-1 0 0,1 0 0 0 0,-1 0 1 0 0,0-1-1 0 0,0-1 0 0 0,-1 0 1 0 0,0-1-1 0 0,-1 0 0 0 0,19-22 1 0 0,-17 18 13 0 0,-2-1 0 0 0,0-1 1 0 0,-1 0-1 0 0,-1-1 0 0 0,0 1 1 0 0,-1-2-1 0 0,-1 1 0 0 0,0-1 1 0 0,-2 0-1 0 0,0-1 0 0 0,-1 1 1 0 0,3-27-1 0 0,-7 38-45 0 0,0 1 0 0 0,0-1 0 0 0,0 1 0 0 0,0-1 1 0 0,-1 1-1 0 0,0-1 0 0 0,-1 1 0 0 0,0-1 0 0 0,-4-10 0 0 0,4 13-17 0 0,1 1 0 0 0,-1 0 1 0 0,0 0-1 0 0,0 0 0 0 0,0 1 1 0 0,-1-1-1 0 0,1 1 0 0 0,-1-1 1 0 0,1 1-1 0 0,-1 0 0 0 0,0-1 0 0 0,0 2 1 0 0,0-1-1 0 0,0 0 0 0 0,0 0 1 0 0,0 1-1 0 0,0 0 0 0 0,-1 0 0 0 0,-5-2 1 0 0,3 2-166 0 0,-1 0 1 0 0,1 0 0 0 0,-1 1 0 0 0,1 0-1 0 0,0 0 1 0 0,-1 0 0 0 0,1 1-1 0 0,-1 0 1 0 0,1 0 0 0 0,0 1-1 0 0,0-1 1 0 0,-8 5 0 0 0,7-3-869 0 0,1 0 0 0 0,-1 1 0 0 0,1 0-1 0 0,0 0 1 0 0,1 0 0 0 0,-9 9 0 0 0,4-3-3052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8:58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40 2276 0 0,'35'-35'16449'0'0,"-27"31"-14753"0"0,-8 4-1648 0 0,1 0 0 0 0,-1 0 0 0 0,0 0 0 0 0,0 0 0 0 0,1 0 0 0 0,-1 0 0 0 0,0 0 0 0 0,0 0 0 0 0,1 0 0 0 0,-1 0 0 0 0,0 0 0 0 0,0 0 0 0 0,1 0 0 0 0,-1 0 0 0 0,0 0 1 0 0,0 0-1 0 0,0 0 0 0 0,1 0 0 0 0,-1 0 0 0 0,0 1 0 0 0,0-1 0 0 0,0 0 0 0 0,1 0 0 0 0,-1 0 0 0 0,0 0 0 0 0,0 0 0 0 0,0 1 0 0 0,1-1 0 0 0,-1 0 0 0 0,0 0 0 0 0,0 0 0 0 0,0 1 0 0 0,0-1 0 0 0,0 0 0 0 0,0 0 0 0 0,0 0 1 0 0,0 1-1 0 0,1-1 0 0 0,-1 0 0 0 0,0 0 0 0 0,0 1 0 0 0,0-1 0 0 0,0 0 0 0 0,0 0 0 0 0,0 1 0 0 0,0-1 0 0 0,0 0 0 0 0,0 0 0 0 0,0 1 0 0 0,-1-1 0 0 0,1 0 0 0 0,0 0 0 0 0,0 0 0 0 0,0 1 0 0 0,0-1 0 0 0,-57 295 4391 0 0,23-114-3974 0 0,18-101-1510 0 0,4-24-3129 0 0,1 0-8040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6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1920 0 0,'30'-38'16162'0'0,"-30"37"-16201"0"0,0 1 0 0 0,0 0 0 0 0,1-1 0 0 0,-1 1-1 0 0,0 0 1 0 0,0-1 0 0 0,0 1 0 0 0,1 0 0 0 0,-1-1-1 0 0,0 1 1 0 0,0 0 0 0 0,1 0 0 0 0,-1-1 0 0 0,0 1-1 0 0,1 0 1 0 0,-1 0 0 0 0,0-1 0 0 0,1 1 0 0 0,-1 0-1 0 0,0 0 1 0 0,1 0 0 0 0,0 0 0 0 0,0 1-420 0 0,0 0-1 0 0,0 0 1 0 0,0 0-1 0 0,0 0 1 0 0,0 1-1 0 0,-1-1 1 0 0,1 0 0 0 0,0 1-1 0 0,-1-1 1 0 0,1 1-1 0 0,-1-1 1 0 0,1 1 0 0 0,-1-1-1 0 0,0 1 1 0 0,1-1-1 0 0,-1 1 1 0 0,0-1 0 0 0,0 1-1 0 0,0 1 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1740 0 0,'-3'12'5903'0'0,"-2"6"-290"0"0,0 7-1879 0 0,4-20-3356 0 0,1-4-391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8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595 130 252 0 0,'-13'-2'5445'0'0,"0"1"0"0"0,-20 0 1 0 0,61-14-3914 0 0,55-15-965 0 0,1 3 1 0 0,127-22-1 0 0,-168 46-556 0 0,-31 3-14 0 0,-7-1 2 0 0,-1 1-1 0 0,1-1 1 0 0,-1 1-1 0 0,1 1 1 0 0,-1-1 0 0 0,0 1-1 0 0,1-1 1 0 0,-1 1-1 0 0,0 1 1 0 0,1-1 0 0 0,-1 0-1 0 0,5 4 1 0 0,-2-2 14 0 0,0 1 0 0 0,-1 0 1 0 0,0 1-1 0 0,0 0 0 0 0,0 0 1 0 0,0 0-1 0 0,-1 0 0 0 0,0 1 1 0 0,0 0-1 0 0,0 0 0 0 0,6 12 1 0 0,-5-6 247 0 0,0 0 1 0 0,-1 0-1 0 0,-1 1 0 0 0,0 0 1 0 0,0 0-1 0 0,1 15 1 0 0,-1 14 864 0 0,-1 1-1 0 0,-3 0 1 0 0,-5 50 0 0 0,-41 206 2592 0 0,13-120-2866 0 0,14-56-380 0 0,-30 234 46 0 0,16-96-36 0 0,2-7-62 0 0,-157 1368-420 0 0,130-1284 0 0 0,53-315 0 0 0,0-2 0 0 0,-12 35 0 0 0,12-43 0 0 0,-1-1 0 0 0,0 0 0 0 0,-16 24 0 0 0,8-15 0 0 0,-23 37 0 0 0,15-25 0 0 0,-28 56 0 0 0,41-69 0 0 0,1-3 0 0 0,-1-1 0 0 0,-20 31 0 0 0,24-42 0 0 0,1 0 0 0 0,-1 0 0 0 0,0 0 0 0 0,-1-1 0 0 0,1 1 0 0 0,-1-1 0 0 0,0-1 0 0 0,0 1 0 0 0,0-1 0 0 0,0 0 0 0 0,-10 3 0 0 0,-10 2-808 0 0,0-1 0 0 0,-1-1 0 0 0,0-2 0 0 0,-39 2 0 0 0,14-4-2085 0 0,-70-9-1 0 0,76 2-820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1004 48 40 0 0,'27'-39'20898'0'0,"-27"33"-20403"0"0,-1 4-224 0 0,-31 3 372 0 0,21 1-610 0 0,0 0 0 0 0,0 1 1 0 0,1 0-1 0 0,-1 1 0 0 0,1 0 0 0 0,-1 0 1 0 0,1 1-1 0 0,1 1 0 0 0,-1-1 0 0 0,-10 10 1 0 0,3-2-32 0 0,0 2 0 0 0,1 0 0 0 0,1 0 0 0 0,-15 20 0 0 0,3 5 28 0 0,0 0 0 0 0,3 2 0 0 0,1 0 1 0 0,3 2-1 0 0,1 0 0 0 0,2 1 0 0 0,2 1 1 0 0,-9 49-1 0 0,-5 60 895 0 0,-9 174 0 0 0,28-223-238 0 0,-88 603 1988 0 0,-133 664-1226 0 0,122-710-1146 0 0,69-364-247 0 0,13 7 360 0 0,26-293-404 0 0,1 1-1 0 0,1-1 0 0 0,0 0 0 0 0,0 1 0 0 0,1-1 0 0 0,6 19 0 0 0,-7-29-3 0 0,0 0-1 0 0,0 1 0 0 0,0-1 0 0 0,1 0 0 0 0,0 0 0 0 0,-1 0 0 0 0,1 0 1 0 0,0-1-1 0 0,1 1 0 0 0,-1 0 0 0 0,0-1 0 0 0,1 1 0 0 0,-1-1 0 0 0,1 0 0 0 0,0 0 1 0 0,0 0-1 0 0,0 0 0 0 0,0-1 0 0 0,0 1 0 0 0,0-1 0 0 0,0 0 0 0 0,0 1 1 0 0,1-1-1 0 0,-1-1 0 0 0,0 1 0 0 0,1 0 0 0 0,-1-1 0 0 0,0 0 0 0 0,7 0 0 0 0,6-2-165 0 0,0 0-1 0 0,-1-1 0 0 0,0 0 0 0 0,1-1 0 0 0,-1-1 0 0 0,22-11 0 0 0,85-48-2287 0 0,-121 63 2407 0 0,190-127-5945 0 0,-74 31-3065 0 0,-57 40-640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0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8 177 1360 0 0,'-1'-1'452'0'0,"0"-1"-1"0"0,0 0 0 0 0,0 0 1 0 0,0 1-1 0 0,1-1 1 0 0,-1 0-1 0 0,1 0 1 0 0,-1 0-1 0 0,1 0 1 0 0,0 0-1 0 0,0 0 1 0 0,0 0-1 0 0,0 0 0 0 0,0-4 1 0 0,1 5-337 0 0,-1 0 0 0 0,1 0 0 0 0,-1 0 0 0 0,1-1 0 0 0,0 1 0 0 0,-1 0 0 0 0,1 0 0 0 0,0 0 0 0 0,0 0 0 0 0,0 0 0 0 0,0 0 0 0 0,0 0 0 0 0,0 1-1 0 0,0-1 1 0 0,0 0 0 0 0,0 0 0 0 0,0 1 0 0 0,0-1 0 0 0,0 1 0 0 0,1-1 0 0 0,-1 1 0 0 0,0-1 0 0 0,0 1 0 0 0,1 0 0 0 0,-1 0 0 0 0,0-1 0 0 0,1 1 0 0 0,-1 0 0 0 0,2 0 0 0 0,7 1 90 0 0,0-1 0 0 0,0 1 0 0 0,1 0 0 0 0,-1 1 0 0 0,0 0-1 0 0,-1 1 1 0 0,1 0 0 0 0,0 1 0 0 0,-1 0 0 0 0,0 0 0 0 0,0 1 0 0 0,0 0 0 0 0,0 1 0 0 0,-1 0 0 0 0,0 0-1 0 0,0 1 1 0 0,-1-1 0 0 0,1 2 0 0 0,8 11 0 0 0,-8-10-10 0 0,-1 0 0 0 0,-1 1 0 0 0,1 0 0 0 0,-2 0 0 0 0,1 0 0 0 0,-1 0 0 0 0,-1 1 0 0 0,0 0 0 0 0,-1 0 0 0 0,0 0 0 0 0,0 1 1 0 0,-1-1-1 0 0,-1 0 0 0 0,0 1 0 0 0,0 0 0 0 0,-1-1 0 0 0,-2 18 0 0 0,-7 53 966 0 0,9-81-957 0 0,12-22-94 0 0,61-143 5 0 0,-17 34-108 0 0,-54 127-6 0 0,79-187-4 0 0,-81 188 1 0 0,-12 13 8 0 0,-1 6-6 0 0,1 0 0 0 0,0 1 0 0 0,2 1 0 0 0,0-1-1 0 0,1 2 1 0 0,1-1 0 0 0,1 1 0 0 0,-5 23 0 0 0,10-35 9 0 0,0-1 0 0 0,0 1 0 0 0,1 0 0 0 0,0 0 0 0 0,1 0 0 0 0,0 0 1 0 0,0-1-1 0 0,0 1 0 0 0,1 0 0 0 0,1 0 0 0 0,2 13 0 0 0,-2-16-3 0 0,0 0-1 0 0,1 0 1 0 0,-1 0 0 0 0,1 0 0 0 0,0-1 0 0 0,0 1-1 0 0,0-1 1 0 0,1 1 0 0 0,0-1 0 0 0,0 0-1 0 0,0 0 1 0 0,0-1 0 0 0,0 1 0 0 0,1-1-1 0 0,-1 0 1 0 0,1 0 0 0 0,7 2 0 0 0,34 14-2206 0 0,56 14 1 0 0,-72-24-704 0 0,-12-2-1586 0 0,-2 0-2317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 2664 0 0,'-10'5'2316'0'0,"0"1"-1"0"0,0 1 0 0 0,0 0 1 0 0,-16 15-1 0 0,24-18-2027 0 0,0 0 0 0 0,0 0 0 0 0,0 0 0 0 0,1 0 0 0 0,-1 1-1 0 0,1-1 1 0 0,0 0 0 0 0,0 1 0 0 0,1-1 0 0 0,0 1 0 0 0,0 7 0 0 0,0-8-180 0 0,-1 20 248 0 0,1 0 0 0 0,1 0 0 0 0,1 0-1 0 0,1 0 1 0 0,1 0 0 0 0,11 34 0 0 0,-14-57-337 0 0,0 1 0 0 0,0 0 1 0 0,0 0-1 0 0,0 0 1 0 0,0 0-1 0 0,0 0 1 0 0,0-1-1 0 0,0 1 1 0 0,1-1-1 0 0,-1 1 1 0 0,0-1-1 0 0,1 1 0 0 0,0-1 1 0 0,-1 0-1 0 0,1 0 1 0 0,0 1-1 0 0,-1-1 1 0 0,1-1-1 0 0,0 1 1 0 0,0 0-1 0 0,3 1 1 0 0,-2-2 1 0 0,1 1 1 0 0,0-1-1 0 0,0 0 1 0 0,-1 0 0 0 0,1 0-1 0 0,0-1 1 0 0,-1 1 0 0 0,1-1-1 0 0,0 0 1 0 0,-1 0 0 0 0,5-2-1 0 0,4-2 12 0 0,0-1 0 0 0,0-1 0 0 0,0 0 0 0 0,0 0 0 0 0,14-14 0 0 0,-4-1-9 0 0,-1 0 0 0 0,-1-2 0 0 0,-2 0 0 0 0,0-2 1 0 0,16-29-1 0 0,-23 39 46 0 0,-7 15 14 0 0,-5 9 18 0 0,-37 122 2063 0 0,10-39-1071 0 0,6-10-383 0 0,-96 292 2068 0 0,109-350-2357 0 0,-2-1 1 0 0,-21 35-1 0 0,29-51-369 0 0,-1 0 0 0 0,0-1-1 0 0,0 0 1 0 0,-1 0 0 0 0,0 0 0 0 0,0 0-1 0 0,0-1 1 0 0,0 0 0 0 0,-1 0 0 0 0,1 0 0 0 0,-1 0-1 0 0,0-1 1 0 0,0 0 0 0 0,-12 3 0 0 0,13-5-30 0 0,0 0 0 0 0,0-1 1 0 0,0 0-1 0 0,0 0 0 0 0,0-1 0 0 0,0 0 1 0 0,0 1-1 0 0,0-1 0 0 0,0-1 0 0 0,1 1 1 0 0,-1-1-1 0 0,0 0 0 0 0,1 0 0 0 0,-1 0 1 0 0,-4-4-1 0 0,2 2-295 0 0,1 0-1 0 0,-1-1 1 0 0,1 0-1 0 0,0 0 1 0 0,0-1 0 0 0,1 1-1 0 0,0-1 1 0 0,0 0 0 0 0,-5-8-1 0 0,9 11-36 0 0,0 1 1 0 0,0-1-1 0 0,0 0 0 0 0,0 0 0 0 0,0 0 0 0 0,1 1 0 0 0,-1-1 0 0 0,1 0 0 0 0,-1 0 1 0 0,1 0-1 0 0,0 0 0 0 0,1 0 0 0 0,-1 0 0 0 0,0 0 0 0 0,1 0 0 0 0,0 0 0 0 0,-1 0 1 0 0,1 0-1 0 0,2-3 0 0 0,-1 1-1267 0 0,0 1 1 0 0,1 0-1 0 0,-1 0 1 0 0,1 0 0 0 0,0 0-1 0 0,6-6 1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1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0 496 0 0,'-90'30'14789'0'0,"124"-28"-13655"0"0,-11-1-927 0 0,0 1 0 0 0,0 1 0 0 0,-1 1 0 0 0,35 10 0 0 0,-54-13-179 0 0,1 0 0 0 0,-1 0 1 0 0,0 1-1 0 0,1-1 0 0 0,-1 0 1 0 0,0 1-1 0 0,0 0 0 0 0,0 0 1 0 0,0 0-1 0 0,-1 0 0 0 0,1 1 1 0 0,-1-1-1 0 0,1 1 0 0 0,-1-1 1 0 0,0 1-1 0 0,4 5 0 0 0,-4-4 52 0 0,0 1 0 0 0,-1-1-1 0 0,0 0 1 0 0,1 1 0 0 0,-1-1-1 0 0,-1 1 1 0 0,1-1 0 0 0,-1 1-1 0 0,0-1 1 0 0,0 1 0 0 0,0 6-1 0 0,-4 7 293 0 0,0 1-1 0 0,-1-1 0 0 0,0 0 1 0 0,-16 32-1 0 0,-6 6 829 0 0,-38 59-1 0 0,38-70-552 0 0,16-28-416 0 0,7-10-123 0 0,0-1 0 0 0,0 1 0 0 0,0 1 0 0 0,1-1 0 0 0,-3 9 0 0 0,6-16-96 0 0,0 1 0 0 0,0-1 0 0 0,0 0-1 0 0,1 1 1 0 0,-1-1 0 0 0,0 1 0 0 0,0-1 0 0 0,0 1 0 0 0,1-1 0 0 0,-1 0 0 0 0,0 1 0 0 0,0-1-1 0 0,1 1 1 0 0,-1-1 0 0 0,0 0 0 0 0,1 1 0 0 0,-1-1 0 0 0,0 0 0 0 0,1 0 0 0 0,-1 1 0 0 0,1-1 0 0 0,-1 0-1 0 0,0 0 1 0 0,1 1 0 0 0,-1-1 0 0 0,1 0 0 0 0,-1 0 0 0 0,1 0 0 0 0,-1 0 0 0 0,1 0 0 0 0,-1 0-1 0 0,1 0 1 0 0,-1 0 0 0 0,1 0 0 0 0,-1 0 0 0 0,1 0 0 0 0,-1 0 0 0 0,1 0 0 0 0,17-1 104 0 0,-18 1-113 0 0,13-2 14 0 0,1-1 1 0 0,-1-1 0 0 0,0 0 0 0 0,0-1 0 0 0,0 0 0 0 0,19-11-1 0 0,66-48-1383 0 0,-68 42-271 0 0,-1-1 1 0 0,39-42 0 0 0,6-21-6630 0 0,-31 30-169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704 86 2756 0 0,'0'-2'2153'0'0,"2"-6"-406"0"0,9-26 6672 0 0,-10 32-8280 0 0,0 1 0 0 0,0-1 0 0 0,0 1 0 0 0,1-1-1 0 0,-1 1 1 0 0,0-1 0 0 0,1 1 0 0 0,-1 0-1 0 0,0 0 1 0 0,1-1 0 0 0,0 1 0 0 0,-1 0 0 0 0,1 1-1 0 0,-1-1 1 0 0,1 0 0 0 0,0 0 0 0 0,3 0 0 0 0,34-7-48 0 0,1 3 0 0 0,0 1 0 0 0,0 1 0 0 0,72 6 0 0 0,-96-2-76 0 0,-7-1-10 0 0,0 1 0 0 0,-1 0-1 0 0,1 0 1 0 0,0 1-1 0 0,-1 0 1 0 0,0 0 0 0 0,1 1-1 0 0,-1 0 1 0 0,0 1-1 0 0,12 7 1 0 0,-14-7 42 0 0,-1 0-1 0 0,1 0 1 0 0,-1 1 0 0 0,-1 0-1 0 0,1 0 1 0 0,-1 1-1 0 0,0-1 1 0 0,0 1 0 0 0,0 0-1 0 0,-1 0 1 0 0,0 0 0 0 0,0 0-1 0 0,0 1 1 0 0,1 6-1 0 0,3 19 332 0 0,-1 1 1 0 0,-1-1-1 0 0,-2 1 0 0 0,-2 0 0 0 0,-2 41 0 0 0,0-19 34 0 0,-25 298 1984 0 0,10-187-1511 0 0,-74 669 1938 0 0,34-339-2051 0 0,13-99-587 0 0,-110 1226 1383 0 0,145-1482-1236 0 0,2-11 588 0 0,-26 147 0 0 0,25-246-888 0 0,0 0-1 0 0,-2-1 1 0 0,-1 0-1 0 0,-2-1 0 0 0,0 0 1 0 0,-2-1-1 0 0,-1 0 1 0 0,-2-1-1 0 0,-21 26 1 0 0,27-39-17 0 0,-1-1 1 0 0,0 0 0 0 0,-2-1-1 0 0,1 0 1 0 0,-1-2 0 0 0,-1 1 0 0 0,-24 12-1 0 0,26-17-10 0 0,0 0-1 0 0,-1-1 1 0 0,0 0 0 0 0,0-2-1 0 0,0 1 1 0 0,0-2 0 0 0,0 0-1 0 0,-1 0 1 0 0,1-1-1 0 0,-18-2 1 0 0,9-1-938 0 0,0-1 0 0 0,-1-1 1 0 0,1-1-1 0 0,1-1 0 0 0,-44-17 0 0 0,53 18 326 0 0,1-1 0 0 0,1 0-1 0 0,-1-1 1 0 0,1 0 0 0 0,1 0-1 0 0,-1-1 1 0 0,1-1 0 0 0,0 0-1 0 0,1 0 1 0 0,0-1 0 0 0,1 0-1 0 0,-9-14 1 0 0,3-5-5926 0 0,4 0-3805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2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23 120 2716 0 0,'-19'-32'9554'0'0,"19"32"-9522"0"0,-1 0 1 0 0,1 0-1 0 0,0 0 0 0 0,0 0 1 0 0,0 0-1 0 0,-1 0 1 0 0,1-1-1 0 0,0 1 0 0 0,0 0 1 0 0,0 0-1 0 0,0 0 1 0 0,0 0-1 0 0,0-1 0 0 0,-1 1 1 0 0,1 0-1 0 0,0 0 1 0 0,0 0-1 0 0,0-1 0 0 0,0 1 1 0 0,0 0-1 0 0,0 0 1 0 0,0 0-1 0 0,0-1 0 0 0,0 1 1 0 0,0 0-1 0 0,0 0 1 0 0,0-1-1 0 0,0 1 0 0 0,0 0 1 0 0,0 0-1 0 0,0 0 1 0 0,0-1-1 0 0,0 1 0 0 0,0 0 1 0 0,0 0-1 0 0,0 0 1 0 0,1-1-1 0 0,-1 1 0 0 0,0 0 1 0 0,0 0-1 0 0,0-1 1 0 0,1 1 0 0 0,-1-1 1 0 0,0 0 0 0 0,1 0-1 0 0,-1 1 1 0 0,1-1-1 0 0,-1 0 1 0 0,1 1 0 0 0,-1-1-1 0 0,1 0 1 0 0,-1 1 0 0 0,1-1-1 0 0,0 1 1 0 0,-1-1-1 0 0,1 1 1 0 0,1-1 0 0 0,45-15 282 0 0,81-15 1 0 0,-63 16-2052 0 0,-43 11-243 0 0,-9 2-2517 0 0,2 1 305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2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88 1336 0 0,'-10'12'1399'0'0,"0"1"0"0"0,1 0 0 0 0,1 0 0 0 0,0 1 0 0 0,-6 16 0 0 0,13-30-1357 0 0,1 1 0 0 0,0 0 0 0 0,-1 0 0 0 0,1-1 0 0 0,0 1 0 0 0,0 0 1 0 0,0 0-1 0 0,0 0 0 0 0,0-1 0 0 0,0 1 0 0 0,0 0 0 0 0,0 0 0 0 0,0 0 1 0 0,0-1-1 0 0,0 1 0 0 0,0 0 0 0 0,0 0 0 0 0,1 0 0 0 0,-1-1 0 0 0,0 1 1 0 0,1 0-1 0 0,-1 0 0 0 0,1-1 0 0 0,-1 1 0 0 0,1 0 0 0 0,-1-1 0 0 0,1 1 1 0 0,-1-1-1 0 0,1 1 0 0 0,-1-1 0 0 0,1 1 0 0 0,0-1 0 0 0,-1 1 0 0 0,1-1 1 0 0,0 1-1 0 0,0-1 0 0 0,-1 0 0 0 0,1 1 0 0 0,0-1 0 0 0,0 0 0 0 0,-1 0 1 0 0,1 0-1 0 0,1 1 0 0 0,3-1 23 0 0,0 1 0 0 0,1-1 0 0 0,-1 0 0 0 0,0 0 0 0 0,6-1 0 0 0,22-3-23 0 0,0-3-1 0 0,0 0 0 0 0,-1-2 0 0 0,32-14 0 0 0,123-60-2719 0 0,-109 45-328 0 0,0-1-1086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1158 38 584 0 0,'-2'-9'11496'0'0,"0"7"-11165"0"0,0 0 1 0 0,0 0 0 0 0,1-1-1 0 0,-1 1 1 0 0,0 1 0 0 0,-1-1-1 0 0,1 0 1 0 0,0 0 0 0 0,0 1-1 0 0,-1 0 1 0 0,1-1 0 0 0,-1 1-1 0 0,1 0 1 0 0,-1 0 0 0 0,0 0-1 0 0,1 0 1 0 0,-6 0 0 0 0,3 1-244 0 0,0-1 1 0 0,0 1-1 0 0,-1 0 0 0 0,1 1 1 0 0,0-1-1 0 0,-1 1 1 0 0,1 0-1 0 0,0 1 0 0 0,-7 2 1 0 0,-11 6-31 0 0,0 1 0 0 0,1 1 0 0 0,1 1 0 0 0,0 0 0 0 0,0 2 0 0 0,2 0 0 0 0,0 2 0 0 0,1 0 0 0 0,0 1 0 0 0,2 1 0 0 0,-18 24 0 0 0,10-9-49 0 0,2 1 0 0 0,2 0 0 0 0,1 2 0 0 0,2 0 0 0 0,1 1 0 0 0,-11 44 0 0 0,10-17 64 0 0,4 1 0 0 0,-7 84 0 0 0,5 138 604 0 0,6-84-131 0 0,-42 362 834 0 0,-132 604 1 0 0,64-608-461 0 0,-51 262 944 0 0,164-791-1791 0 0,-32 197 493 0 0,32-178-407 0 0,3 0 0 0 0,4 76 1 0 0,-1-114-109 0 0,2 0 0 0 0,0 0 0 0 0,1 0 0 0 0,0-1 1 0 0,1 1-1 0 0,1-1 0 0 0,0 1 0 0 0,9 15 1 0 0,-11-24-36 0 0,0 0 1 0 0,0 0-1 0 0,1 0 0 0 0,0-1 1 0 0,0 1-1 0 0,0-1 1 0 0,0 0-1 0 0,1 0 1 0 0,0-1-1 0 0,0 1 1 0 0,0-1-1 0 0,0 0 0 0 0,0 0 1 0 0,0-1-1 0 0,1 1 1 0 0,-1-1-1 0 0,1 0 1 0 0,0-1-1 0 0,0 0 1 0 0,0 0-1 0 0,-1 0 0 0 0,9 0 1 0 0,4-1-111 0 0,0-2-1 0 0,1 0 1 0 0,-1-1-1 0 0,0 0 1 0 0,0-2-1 0 0,-1 0 1 0 0,1-1 0 0 0,-1 0-1 0 0,31-18 1 0 0,-6-1-1258 0 0,-2-1 0 0 0,59-49 0 0 0,20-36-3635 0 0,-47 30-2302 0 0,-22 20-1667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3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67 1760 0 0,'0'0'4825'0'0,"-6"9"-3027"0"0,-3 22-176 0 0,1 0 0 0 0,-5 38 1 0 0,3-13-535 0 0,3-19-423 0 0,-4 53 0 0 0,11-79-592 0 0,-1 1 0 0 0,2-1 0 0 0,0 0 0 0 0,0 1 0 0 0,1-1 0 0 0,0 0 0 0 0,1 0 0 0 0,0 0 0 0 0,5 12 0 0 0,-6-20-38 0 0,0 1 1 0 0,0-1 0 0 0,0 1-1 0 0,0-1 1 0 0,1 0 0 0 0,-1 0-1 0 0,1 0 1 0 0,0 0 0 0 0,-1 0-1 0 0,1-1 1 0 0,1 1 0 0 0,-1-1-1 0 0,0 0 1 0 0,1 0 0 0 0,-1 0-1 0 0,8 2 1 0 0,-5-2 14 0 0,0-1 0 0 0,0 1 0 0 0,0-2 1 0 0,0 1-1 0 0,1-1 0 0 0,-1 1 0 0 0,0-2 0 0 0,1 1 0 0 0,10-3 0 0 0,-1-1 67 0 0,0 0-1 0 0,-1-2 1 0 0,0 0 0 0 0,0 0-1 0 0,0-1 1 0 0,-1-1 0 0 0,20-14-1 0 0,-13 4 72 0 0,-1 0-1 0 0,-1-1 1 0 0,0-1 0 0 0,-2-1-1 0 0,0-1 1 0 0,-1 0-1 0 0,-2-1 1 0 0,0-1-1 0 0,16-37 1 0 0,-22 43 51 0 0,-1-1 1 0 0,0 0-1 0 0,7-37 0 0 0,-13 50-217 0 0,0 0 1 0 0,0 0-1 0 0,-1 0 0 0 0,1 0 0 0 0,-2 0 0 0 0,1 0 1 0 0,0 1-1 0 0,-1-1 0 0 0,0 0 0 0 0,-1 0 0 0 0,1 0 1 0 0,-1 1-1 0 0,0-1 0 0 0,0 1 0 0 0,-1 0 0 0 0,0-1 0 0 0,-5-7 1 0 0,4 10-22 0 0,1 0 0 0 0,0 0-1 0 0,-1 0 1 0 0,0 1 0 0 0,1-1 0 0 0,-1 1 0 0 0,0 0 0 0 0,0 0 0 0 0,0 0 0 0 0,-1 1 0 0 0,1-1 0 0 0,0 1 0 0 0,-1 0 0 0 0,1 1 0 0 0,0-1 0 0 0,-1 1-1 0 0,1-1 1 0 0,-1 1 0 0 0,1 1 0 0 0,-1-1 0 0 0,-4 2 0 0 0,-4 0-93 0 0,1 0-1 0 0,0 1 1 0 0,0 1-1 0 0,1 0 1 0 0,-1 0-1 0 0,-16 10 1 0 0,5 0-1040 0 0,0 1 1 0 0,0 1-1 0 0,-34 33 1 0 0,-17 28-7944 0 0,55-56 4036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4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148 316 16 0 0,'73'-108'14879'0'0,"-61"82"-9892"0"0,-12 26-4949 0 0,-8 12 129 0 0,-6 13-95 0 0,2 0 0 0 0,0 1 1 0 0,2 0-1 0 0,0 0 1 0 0,2 1-1 0 0,1 1 0 0 0,-5 39 1 0 0,12-63-60 0 0,-1 0 0 0 0,1 0 0 0 0,0-1 0 0 0,0 1 0 0 0,0 0 1 0 0,1 0-1 0 0,-1-1 0 0 0,1 1 0 0 0,0 0 0 0 0,0-1 0 0 0,1 1 0 0 0,-1-1 0 0 0,1 1 0 0 0,-1-1 1 0 0,1 0-1 0 0,0 0 0 0 0,4 5 0 0 0,-4-7 1 0 0,0 0-1 0 0,-1 0 1 0 0,1 0-1 0 0,0-1 1 0 0,0 1 0 0 0,0-1-1 0 0,0 1 1 0 0,0-1 0 0 0,0 0-1 0 0,0 0 1 0 0,0 0 0 0 0,0 0-1 0 0,0 0 1 0 0,0 0 0 0 0,2-1-1 0 0,30-9 96 0 0,-18 2-69 0 0,-1-1 1 0 0,0-1 0 0 0,0 0-1 0 0,-1-2 1 0 0,0 1 0 0 0,-1-2-1 0 0,0 1 1 0 0,-1-2 0 0 0,19-27-1 0 0,-18 22-13 0 0,-1-2-1 0 0,-1 1 1 0 0,0-1 0 0 0,-2-1-1 0 0,-1 1 1 0 0,0-1-1 0 0,5-28 1 0 0,-11 38-17 0 0,0 0-1 0 0,-1 1 1 0 0,0-1-1 0 0,0 0 1 0 0,-2 0-1 0 0,1 1 1 0 0,-4-20 0 0 0,3 28-16 0 0,0 0 1 0 0,0 0 0 0 0,0 0-1 0 0,0 0 1 0 0,0 0 0 0 0,0 0-1 0 0,-1 1 1 0 0,1-1 0 0 0,-1 1-1 0 0,0-1 1 0 0,0 1 0 0 0,0-1 0 0 0,0 1-1 0 0,0 0 1 0 0,0 0 0 0 0,-1 0-1 0 0,1 0 1 0 0,-1 1 0 0 0,1-1-1 0 0,-1 0 1 0 0,0 1 0 0 0,1 0-1 0 0,-1 0 1 0 0,0 0 0 0 0,0 0-1 0 0,0 0 1 0 0,0 1 0 0 0,0-1 0 0 0,0 1-1 0 0,0-1 1 0 0,0 1 0 0 0,0 0-1 0 0,0 1 1 0 0,-4-1 0 0 0,-3 2-166 0 0,-1 0 0 0 0,1 1 0 0 0,0-1 0 0 0,-1 2 1 0 0,1 0-1 0 0,1 0 0 0 0,-1 1 0 0 0,1 0 0 0 0,-1 0 0 0 0,-9 9 1 0 0,0 1-538 0 0,0 0 0 0 0,1 2 1 0 0,-23 28-1 0 0,10-8-1351 0 0,-36 61 0 0 0,12 0-4223 0 0,36-61 2057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4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30 267 448 0 0,'10'-12'5933'0'0,"17"-19"2777"0"0,-25 43-7456 0 0,-3 1-751 0 0,-1 1-1 0 0,0-1 0 0 0,-1 1 0 0 0,-6 16 1 0 0,-1 6 0 0 0,1 3-103 0 0,0-6-185 0 0,1-1 1 0 0,2 1 0 0 0,2 0-1 0 0,-2 52 1 0 0,6-82-181 0 0,1-1 1 0 0,-1 1-1 0 0,0 0 0 0 0,0 0 1 0 0,1-1-1 0 0,0 1 0 0 0,-1 0 1 0 0,1 0-1 0 0,0-1 1 0 0,1 1-1 0 0,-1-1 0 0 0,0 1 1 0 0,1-1-1 0 0,-1 0 0 0 0,1 1 1 0 0,0-1-1 0 0,-1 0 1 0 0,4 2-1 0 0,-3-2-8 0 0,0-1-1 0 0,1 0 1 0 0,-1 0 0 0 0,0 0 0 0 0,1 0-1 0 0,-1-1 1 0 0,1 1 0 0 0,-1-1 0 0 0,1 1-1 0 0,-1-1 1 0 0,1 0 0 0 0,0 0-1 0 0,-1 0 1 0 0,1 0 0 0 0,-1-1 0 0 0,1 1-1 0 0,-1-1 1 0 0,1 1 0 0 0,-1-1 0 0 0,3-1-1 0 0,11-4 22 0 0,0-1 0 0 0,0-1 0 0 0,-1 0 0 0 0,0-1 0 0 0,0 0 0 0 0,-1-2 0 0 0,-1 1 0 0 0,0-2 0 0 0,23-24 0 0 0,-9 3 10 0 0,-1 0 1 0 0,40-70-1 0 0,-53 80-34 0 0,0 0 0 0 0,-1-2-1 0 0,-2 1 1 0 0,0-1 0 0 0,-2-1-1 0 0,-1 0 1 0 0,-1 0 0 0 0,3-28-1 0 0,-9 47-21 0 0,1 1-1 0 0,-1 0 1 0 0,-1-1-1 0 0,1 1 0 0 0,-1 0 1 0 0,0-1-1 0 0,-1 1 0 0 0,1 0 1 0 0,-1 0-1 0 0,-1 0 0 0 0,1 0 1 0 0,-6-8-1 0 0,6 11-6 0 0,0 0 0 0 0,0 0 0 0 0,0 0 1 0 0,0 1-1 0 0,-1-1 0 0 0,1 1 0 0 0,-1 0 0 0 0,0 0 0 0 0,0 0 0 0 0,0 0 0 0 0,0 0 0 0 0,0 1 1 0 0,0-1-1 0 0,0 1 0 0 0,-1 0 0 0 0,1 0 0 0 0,0 0 0 0 0,-1 0 0 0 0,1 1 0 0 0,-1-1 0 0 0,1 1 0 0 0,-1 0 1 0 0,1 0-1 0 0,-5 0 0 0 0,-4 2-247 0 0,-1 1 0 0 0,1 0 1 0 0,0 0-1 0 0,0 1 0 0 0,0 1 0 0 0,0 0 1 0 0,1 0-1 0 0,0 1 0 0 0,0 1 1 0 0,0 0-1 0 0,-12 11 0 0 0,-8 9-2022 0 0,1 1 0 0 0,-30 37 0 0 0,34-35-1952 0 0,1 3-2136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5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83 221 1352 0 0,'-11'-16'11072'0'0,"10"16"-10996"0"0,-9 17 1602 0 0,-5 26-492 0 0,-21 111 1121 0 0,31-126-2130 0 0,2-1-1 0 0,1 1 1 0 0,3 46 0 0 0,-1-67-145 0 0,1 0 52 0 0,-1-1-1 0 0,1 1 0 0 0,0 0 1 0 0,4 10-1 0 0,-5-16-54 0 0,1 0 0 0 0,-1 0 1 0 0,1 1-1 0 0,-1-1 0 0 0,1 0 0 0 0,0 0 0 0 0,0 1 0 0 0,-1-1 1 0 0,1 0-1 0 0,0 0 0 0 0,0 0 0 0 0,0 0 0 0 0,0 0 0 0 0,0 0 0 0 0,0 0 1 0 0,1-1-1 0 0,-1 1 0 0 0,0 0 0 0 0,0-1 0 0 0,0 1 0 0 0,1-1 1 0 0,-1 1-1 0 0,0-1 0 0 0,1 1 0 0 0,-1-1 0 0 0,1 0 0 0 0,-1 0 0 0 0,0 0 1 0 0,3 0-1 0 0,5-1 24 0 0,1-1 0 0 0,-1-1 0 0 0,0 1 0 0 0,0-2 0 0 0,0 1 0 0 0,0-1 0 0 0,-1 0 1 0 0,1-1-1 0 0,-1 0 0 0 0,0 0 0 0 0,-1-1 0 0 0,1 0 0 0 0,-1-1 0 0 0,10-10 0 0 0,2-5 53 0 0,0-1 0 0 0,-1 0-1 0 0,24-43 1 0 0,-27 37-49 0 0,0 0-1 0 0,-2-1 1 0 0,13-40-1 0 0,-22 57-43 0 0,-1-1 0 0 0,0 0 0 0 0,0 0 0 0 0,-1 0 0 0 0,-1 0 0 0 0,-1 0 0 0 0,0 0 0 0 0,-1 0 0 0 0,0 0 0 0 0,-4-17 0 0 0,4 25-58 0 0,-1 0 0 0 0,0 1-1 0 0,0-1 1 0 0,-1 0 0 0 0,0 0 0 0 0,0 1 0 0 0,0 0 0 0 0,-1 0-1 0 0,1 0 1 0 0,-1 0 0 0 0,0 0 0 0 0,-1 1 0 0 0,1-1 0 0 0,-1 1-1 0 0,0 0 1 0 0,0 1 0 0 0,0-1 0 0 0,0 1 0 0 0,-1 0-1 0 0,1 0 1 0 0,-1 1 0 0 0,0 0 0 0 0,-11-3 0 0 0,7 3-504 0 0,0 0-1 0 0,1 1 1 0 0,-1 0 0 0 0,0 1-1 0 0,0 0 1 0 0,-11 1 0 0 0,9 1-1203 0 0,-1 0 0 0 0,1 1 1 0 0,0 0-1 0 0,-18 8 0 0 0,13-2-3446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6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1410 119 1464 0 0,'-4'-11'2329'0'0,"-6"-12"5589"0"0,5 10-2232 0 0,5 12-5571 0 0,-1 1 0 0 0,1-1 1 0 0,0 0-1 0 0,0 1 0 0 0,0-1 1 0 0,0 0-1 0 0,0 1 0 0 0,0-1 1 0 0,0 1-1 0 0,0-1 0 0 0,0 0 0 0 0,0 1 1 0 0,1-1-1 0 0,-1 0 0 0 0,0 1 1 0 0,0-1-1 0 0,1 1 0 0 0,-1-1 1 0 0,0 1-1 0 0,0-1 0 0 0,1 1 0 0 0,-1-1 1 0 0,1 1-1 0 0,-1-1 0 0 0,1 1 1 0 0,-1-1-1 0 0,0 1 0 0 0,1-1 1 0 0,0 0-1 0 0,26-7 90 0 0,1 0 0 0 0,54-7 0 0 0,62 3-121 0 0,-31 3-49 0 0,-109 8-28 0 0,0 1 1 0 0,0 0-1 0 0,0 0 1 0 0,0 0-1 0 0,0 0 1 0 0,0 1-1 0 0,0-1 1 0 0,0 1-1 0 0,0 0 0 0 0,-1 0 1 0 0,1 1-1 0 0,0-1 1 0 0,-1 1-1 0 0,1 0 1 0 0,-1 0-1 0 0,4 2 1 0 0,-3 0 39 0 0,0 0 0 0 0,0-1 0 0 0,0 2 0 0 0,-1-1 0 0 0,0 0 0 0 0,0 1 0 0 0,0-1 0 0 0,0 1 0 0 0,0 0 0 0 0,1 7 0 0 0,2 6 145 0 0,-1 1-1 0 0,0-1 1 0 0,-2 1 0 0 0,0 1 0 0 0,-1 24 0 0 0,-8 303 1746 0 0,-30-1-345 0 0,-95 482 506 0 0,-9 77-649 0 0,36 3-62 0 0,49-289-507 0 0,17-190-1241 0 0,30-354 333 0 0,2-14 132 0 0,-3-1 0 0 0,-3 0 0 0 0,-22 66 0 0 0,27-107-105 0 0,0 0 0 0 0,0-1 0 0 0,-2 0 0 0 0,0 0 0 0 0,-1-1 0 0 0,-1-1 0 0 0,-1 0 0 0 0,0 0 0 0 0,-1-1 0 0 0,0 0 0 0 0,-1-2 0 0 0,-17 14 0 0 0,-4-2 0 0 0,-2-1 0 0 0,-40 20 0 0 0,-84 32 0 0 0,135-64 0 0 0,-638 280-7293 0 0,572-251-1437 0 0,-3-3-5610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9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19 136 0 0,'0'0'2546'0'0,"-16"3"2568"0"0,-4-2 793 0 0,20-1-5869 0 0,0 0-1 0 0,0 0 0 0 0,-1 0 1 0 0,1 0-1 0 0,0 1 1 0 0,0-1-1 0 0,0 0 1 0 0,0 0-1 0 0,0 0 1 0 0,-1 0-1 0 0,1 0 1 0 0,0 0-1 0 0,0 0 1 0 0,0 0-1 0 0,0 1 1 0 0,0-1-1 0 0,0 0 1 0 0,0 0-1 0 0,0 0 1 0 0,-1 0-1 0 0,1 0 0 0 0,0 1 1 0 0,0-1-1 0 0,0 0 1 0 0,0 0-1 0 0,0 0 1 0 0,0 0-1 0 0,0 1 1 0 0,0-1-1 0 0,0 0 1 0 0,0 0-1 0 0,0 0 1 0 0,0 0-1 0 0,0 1 1 0 0,0-1-1 0 0,0 0 1 0 0,0 0-1 0 0,0 0 1 0 0,0 0-1 0 0,0 0 0 0 0,1 1 1 0 0,-1-1-1 0 0,0 0 1 0 0,0 0-1 0 0,0 0 1 0 0,0 0-1 0 0,0 0 1 0 0,0 1-1 0 0,0-1 1 0 0,0 0-1 0 0,1 0 1 0 0,-1 0-1 0 0,0 0 1 0 0,0 0-1 0 0,0 0 1 0 0,0 0-1 0 0,0 0 1 0 0,1 0-1 0 0,-1 1 0 0 0,1 0-11 0 0,5-2-6 0 0,0 0 0 0 0,0 0-1 0 0,-1 0 1 0 0,11 2 0 0 0,5-2 13 0 0,38-6 39 0 0,11-4-74 0 0,5 2-5336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19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67 2308 0 0,'-7'6'815'0'0,"-1"0"0"0"0,1 1 0 0 0,0 0 0 0 0,0 0 0 0 0,1 1-1 0 0,0 0 1 0 0,0 0 0 0 0,1 0 0 0 0,0 1 0 0 0,-5 12 0 0 0,9-20-764 0 0,1 0 1 0 0,-1 1 0 0 0,1-1-1 0 0,0 0 1 0 0,-1 1 0 0 0,1-1-1 0 0,0 1 1 0 0,0-1 0 0 0,0 1-1 0 0,0-1 1 0 0,0 1 0 0 0,1-1-1 0 0,-1 0 1 0 0,0 1 0 0 0,1-1-1 0 0,-1 1 1 0 0,1-1 0 0 0,-1 0-1 0 0,1 1 1 0 0,-1-1 0 0 0,1 0-1 0 0,0 0 1 0 0,0 1 0 0 0,0-1-1 0 0,0 0 1 0 0,0 0 0 0 0,0 0-1 0 0,0 0 1 0 0,0 0 0 0 0,0 0-1 0 0,0-1 1 0 0,1 1 0 0 0,-1 0-1 0 0,0-1 1 0 0,1 1 0 0 0,-1 0-1 0 0,0-1 1 0 0,1 0 0 0 0,-1 1-1 0 0,3-1 1 0 0,2 2 24 0 0,0-1 0 0 0,0 0 0 0 0,0 0 0 0 0,0-1 0 0 0,1 0 0 0 0,-1 0 1 0 0,11-2-1 0 0,35-9-66 0 0,-1-3 0 0 0,92-38 0 0 0,-92 29-2025 0 0,50-31 1 0 0,-59 26-1212 0 0,-2 0-1144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0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42 828 0 0,'-105'-42'15463'0'0,"118"45"-14716"0"0,-1 0-400 0 0,0 0 0 0 0,0 1-1 0 0,-1 0 1 0 0,1 0 0 0 0,11 8 0 0 0,-3-1-196 0 0,-1 1-1 0 0,0 1 0 0 0,-1 1 1 0 0,-1 1-1 0 0,0 0 1 0 0,-1 1-1 0 0,-1 1 1 0 0,0 0-1 0 0,-2 1 0 0 0,0 0 1 0 0,0 2-1 0 0,-2-1 1 0 0,-1 1-1 0 0,0 1 1 0 0,-1 0-1 0 0,-2 0 0 0 0,0 1 1 0 0,6 30-1 0 0,-9-16-82 0 0,-1-1-1 0 0,-1 1 1 0 0,-2-1-1 0 0,-2 1 1 0 0,-1-1-1 0 0,-2 0 1 0 0,-1 0 0 0 0,-18 57-1 0 0,1-24-117 0 0,-3-2 1 0 0,-3-2-1 0 0,-50 85 0 0 0,28-66-1937 0 0,-107 132 0 0 0,-8-36-6604 0 0,90-107 1174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2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36 204 1332 0 0,'-5'-8'1580'0'0,"-1"1"0"0"0,1-1 0 0 0,0 0 0 0 0,1 0 0 0 0,-7-17 0 0 0,11 25-1557 0 0,0-1 0 0 0,0 0 0 0 0,0 0 0 0 0,0 1 0 0 0,0-1-1 0 0,1 0 1 0 0,-1 1 0 0 0,0-1 0 0 0,0 0 0 0 0,1 1 0 0 0,-1-1 0 0 0,0 0 0 0 0,1 1 0 0 0,-1-1 0 0 0,0 0 0 0 0,1 1 0 0 0,-1-1 0 0 0,1 1 0 0 0,-1-1 0 0 0,1 1 0 0 0,0-1 0 0 0,-1 1 0 0 0,1 0 0 0 0,-1-1 0 0 0,1 1 0 0 0,0-1 0 0 0,-1 1 0 0 0,1 0 0 0 0,0 0 0 0 0,-1-1 0 0 0,1 1 0 0 0,1 0 0 0 0,6 1-5 0 0,0 0 0 0 0,0 0 1 0 0,0 1-1 0 0,-1 0 0 0 0,1 0 0 0 0,0 1 1 0 0,-1 0-1 0 0,0 0 0 0 0,0 1 1 0 0,0 0-1 0 0,0 0 0 0 0,0 1 0 0 0,-1-1 1 0 0,0 1-1 0 0,0 1 0 0 0,0-1 0 0 0,-1 1 1 0 0,1 0-1 0 0,-1 1 0 0 0,4 6 1 0 0,-3-4-2 0 0,-1 0 0 0 0,1 0 0 0 0,-2 1 1 0 0,1-1-1 0 0,-1 1 0 0 0,-1 0 0 0 0,0 0 1 0 0,0 1-1 0 0,-1-1 0 0 0,0 0 0 0 0,-1 1 1 0 0,0-1-1 0 0,-1 1 0 0 0,0-1 1 0 0,-2 14-1 0 0,-2-6 41 0 0,0 1 1 0 0,-11 29 0 0 0,11-39 5 0 0,0-1 1 0 0,0 1-1 0 0,-1-1 1 0 0,0 0 0 0 0,0 0-1 0 0,-1 0 1 0 0,-6 7 0 0 0,11-15-56 0 0,1 1 1 0 0,0 0 0 0 0,-1-1 0 0 0,1 1 0 0 0,-1-1-1 0 0,1 1 1 0 0,-1-1 0 0 0,1 0 0 0 0,-1 1 0 0 0,0-1-1 0 0,1 1 1 0 0,-1-1 0 0 0,1 0 0 0 0,-1 0 0 0 0,0 1-1 0 0,1-1 1 0 0,-1 0 0 0 0,0 0 0 0 0,1 0 0 0 0,-1 0-1 0 0,0 0 1 0 0,1 0 0 0 0,-1 0 0 0 0,-1 0 0 0 0,1 0-7 0 0,1-1 0 0 0,-1 1 0 0 0,1-1 0 0 0,-1 1 0 0 0,1-1 0 0 0,-1 1 0 0 0,1-1 0 0 0,0 1 0 0 0,-1-1 0 0 0,1 0-1 0 0,0 1 1 0 0,0-1 0 0 0,-1 0 0 0 0,1 1 0 0 0,0-1 0 0 0,0 0 0 0 0,0 1 0 0 0,0-1 0 0 0,0-1 0 0 0,1-33-7 0 0,4 14-15 0 0,1 1 1 0 0,1 1 0 0 0,18-36-1 0 0,36-53-19 0 0,-42 77 42 0 0,105-187 236 0 0,-124 217-237 0 0,0 0-1 0 0,1 0 1 0 0,-1 1-1 0 0,0-1 0 0 0,0 0 1 0 0,0 0-1 0 0,0 0 1 0 0,0 0-1 0 0,0 0 1 0 0,0 0-1 0 0,0 0 0 0 0,0 0 1 0 0,0 0-1 0 0,0 0 1 0 0,0 1-1 0 0,-1-1 0 0 0,1 0 1 0 0,0 0-1 0 0,-1 0 1 0 0,1 0-1 0 0,-1 1 1 0 0,0-3-1 0 0,1 3-2 0 0,-1-1 0 0 0,1 1 0 0 0,0 0 1 0 0,-1-1-1 0 0,1 1 0 0 0,0-1 0 0 0,-1 1 0 0 0,1 0 0 0 0,-1-1 0 0 0,1 1 0 0 0,-1 0 0 0 0,1 0 1 0 0,-1-1-1 0 0,1 1 0 0 0,-1 0 0 0 0,1 0 0 0 0,-1 0 0 0 0,1-1 0 0 0,-1 1 0 0 0,1 0 1 0 0,-1 0-1 0 0,1 0 0 0 0,-1 0 0 0 0,1 0 0 0 0,-1 0 0 0 0,1 0 0 0 0,-1 0 0 0 0,1 0 0 0 0,-1 1 1 0 0,0-1-1 0 0,1 0 0 0 0,-1 0 0 0 0,1 0 0 0 0,-1 0 0 0 0,1 1 0 0 0,0-1 0 0 0,-1 0 1 0 0,1 1-1 0 0,-1-1 0 0 0,0 1 0 0 0,-8 8 2 0 0,1 0 0 0 0,0 0 0 0 0,1 1 0 0 0,0 0 0 0 0,0 1 0 0 0,1-1-1 0 0,0 1 1 0 0,-4 14 0 0 0,2-5 8 0 0,2-1-1 0 0,0 2 0 0 0,1-1 1 0 0,-3 25-1 0 0,7-31 11 0 0,0 1 1 0 0,0-1-1 0 0,2 0 0 0 0,0 0 1 0 0,0 1-1 0 0,1-1 1 0 0,1 0-1 0 0,7 22 0 0 0,-8-31-7 0 0,0 1 0 0 0,1-1 0 0 0,-1 0 0 0 0,1 0 0 0 0,0 0 0 0 0,1 0 0 0 0,-1 0 0 0 0,1-1 0 0 0,0 1 0 0 0,0-1 0 0 0,0 0 0 0 0,1-1 0 0 0,-1 1 0 0 0,1-1-1 0 0,0 1 1 0 0,0-1 0 0 0,0-1 0 0 0,0 1 0 0 0,1-1 0 0 0,-1 0 0 0 0,1 0 0 0 0,-1-1 0 0 0,11 2 0 0 0,-4-2-62 0 0,0 0 0 0 0,0-1 0 0 0,0 0 0 0 0,0-2 0 0 0,0 1 0 0 0,0-1 0 0 0,0-1 0 0 0,-1 0 0 0 0,16-6 0 0 0,-13 3-1510 0 0,1 0 0 0 0,-1-2 0 0 0,22-14 0 0 0,-13 4-3285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2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60 1788 0 0,'-8'-7'8084'0'0,"8"6"-8027"0"0,-1 1 1 0 0,1 0 0 0 0,0 0 0 0 0,0 0 0 0 0,0 0-1 0 0,0 0 1 0 0,0-1 0 0 0,0 1 0 0 0,0 0 0 0 0,0 0-1 0 0,0 0 1 0 0,0 0 0 0 0,0-1 0 0 0,0 1 0 0 0,0 0-1 0 0,0 0 1 0 0,0 0 0 0 0,0 0 0 0 0,0-1 0 0 0,0 1 0 0 0,0 0-1 0 0,0 0 1 0 0,0 0 0 0 0,0 0 0 0 0,0 0 0 0 0,1-1 115 0 0,-1 1-115 0 0,35-1 424 0 0,-1-2-1 0 0,37-7 1 0 0,-41 4-1506 0 0,33-11-1 0 0,-39 7-3474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2176 0 0,'0'0'1751'0'0,"-16"-1"2581"0"0,14 3-4143 0 0,1 1-1 0 0,-1-1 1 0 0,0 0 0 0 0,1 1 0 0 0,-1-1 0 0 0,1 1-1 0 0,0-1 1 0 0,0 1 0 0 0,0 0 0 0 0,0-1-1 0 0,0 1 1 0 0,1 0 0 0 0,-1 0 0 0 0,1 0 0 0 0,0-1-1 0 0,0 5 1 0 0,2 54 639 0 0,0-44-556 0 0,-1-3-228 0 0,16 186 1058 0 0,-10-144-1734 0 0,23 85 0 0 0,-20-110-1288 0 0,0-11-2132 0 0,-4-11-22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69 80 0 0,'14'-68'11722'0'0,"0"105"-9862"0"0,-3 11-999 0 0,-4-13-420 0 0,17 51 0 0 0,-20-76-397 0 0,0 0-1 0 0,0-1 0 0 0,1 1 0 0 0,1-1 0 0 0,-1 0 1 0 0,1-1-1 0 0,1 1 0 0 0,-1-1 0 0 0,14 12 0 0 0,-17-18-21 0 0,0 1-1 0 0,-1-1 0 0 0,1 0 0 0 0,1 0 0 0 0,-1 0 0 0 0,0 0 0 0 0,0 0 0 0 0,1-1 0 0 0,-1 0 0 0 0,1 0 0 0 0,-1 0 1 0 0,1 0-1 0 0,-1 0 0 0 0,1 0 0 0 0,0-1 0 0 0,-1 0 0 0 0,1 0 0 0 0,0 0 0 0 0,-1 0 0 0 0,1-1 0 0 0,-1 1 1 0 0,8-3-1 0 0,-6 1-6 0 0,0 0 1 0 0,0-1-1 0 0,-1 0 1 0 0,1 0-1 0 0,-1 0 1 0 0,1 0-1 0 0,-1-1 1 0 0,0 0-1 0 0,0 0 1 0 0,-1 0-1 0 0,1 0 1 0 0,-1 0-1 0 0,0-1 1 0 0,5-9 0 0 0,35-80 222 0 0,-43 94-239 0 0,0-1 1 0 0,0 1 0 0 0,0 0 0 0 0,0 0 0 0 0,0 0 0 0 0,0 0 0 0 0,0-1 0 0 0,0 1 0 0 0,0 0-1 0 0,0 0 1 0 0,0 0 0 0 0,0 0 0 0 0,0-1 0 0 0,0 1 0 0 0,1 0 0 0 0,-1 0 0 0 0,0 0 0 0 0,0 0-1 0 0,0 0 1 0 0,0-1 0 0 0,0 1 0 0 0,0 0 0 0 0,1 0 0 0 0,-1 0 0 0 0,0 0 0 0 0,0 0 0 0 0,0 0-1 0 0,0 0 1 0 0,1 0 0 0 0,-1 0 0 0 0,0-1 0 0 0,0 1 0 0 0,0 0 0 0 0,0 0 0 0 0,1 0 0 0 0,-1 0-1 0 0,0 0 1 0 0,0 0 0 0 0,0 0 0 0 0,0 0 0 0 0,1 0 0 0 0,-1 0 0 0 0,0 0 0 0 0,0 1 0 0 0,0-1 0 0 0,0 0-1 0 0,1 0 1 0 0,-1 0 0 0 0,4 11 5 0 0,1 24 56 0 0,-5-32-48 0 0,11 464 2243 0 0,-25-140-1179 0 0,5-230-600 0 0,-31 128 1 0 0,32-190-162 0 0,-1 0 0 0 0,-20 46 1 0 0,24-71-207 0 0,1 0-1 0 0,-2-1 1 0 0,1 1 0 0 0,-1-1-1 0 0,0 0 1 0 0,-1-1 0 0 0,0 1 0 0 0,-1-1-1 0 0,0-1 1 0 0,0 1 0 0 0,0-1-1 0 0,-13 7 1 0 0,15-11-77 0 0,1 0-1 0 0,-1-1 1 0 0,0 0-1 0 0,-1 0 1 0 0,1 0-1 0 0,0-1 0 0 0,0 0 1 0 0,-1 0-1 0 0,1-1 1 0 0,-1 0-1 0 0,1 0 1 0 0,-1 0-1 0 0,1-1 1 0 0,0 1-1 0 0,-1-2 1 0 0,1 1-1 0 0,0-1 1 0 0,0 0-1 0 0,0 0 1 0 0,0-1-1 0 0,0 1 1 0 0,1-1-1 0 0,-1-1 1 0 0,1 1-1 0 0,-1-1 0 0 0,1 0 1 0 0,1 0-1 0 0,-1-1 1 0 0,0 1-1 0 0,1-1 1 0 0,0 0-1 0 0,0 0 1 0 0,1 0-1 0 0,-1-1 1 0 0,1 1-1 0 0,0-1 1 0 0,0 0-1 0 0,1 0 1 0 0,0 0-1 0 0,-2-8 1 0 0,2-2-29 0 0,0 1 0 0 0,1-1 0 0 0,1 0 1 0 0,0 0-1 0 0,1 0 0 0 0,1 0 0 0 0,0 1 1 0 0,1-1-1 0 0,1 1 0 0 0,0-1 0 0 0,10-19 0 0 0,0 1-49 0 0,2 1 0 0 0,2 1 0 0 0,39-55 0 0 0,-25 44-1465 0 0,3 2 0 0 0,77-72 0 0 0,29 4-10201 0 0,-111 89 5624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3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47 158 312 0 0,'-2'-2'2812'0'0,"-39"-24"9797"0"0,41 26-12575 0 0,-1 0 0 0 0,1 0-1 0 0,0 0 1 0 0,0 0 0 0 0,0 0 0 0 0,0 0-1 0 0,0 0 1 0 0,0 0 0 0 0,-1 0 0 0 0,1 0-1 0 0,0 0 1 0 0,0 0 0 0 0,0 0 0 0 0,0 0-1 0 0,0 0 1 0 0,0 0 0 0 0,0 0 0 0 0,-1-1-1 0 0,1 1 1 0 0,0 0 0 0 0,0 0 0 0 0,0 0-1 0 0,0 0 1 0 0,0 0 0 0 0,0 0-1 0 0,0 0 1 0 0,0-1 0 0 0,0 1 0 0 0,0 0-1 0 0,0 0 1 0 0,0 0 0 0 0,0 0 0 0 0,0 0-1 0 0,0 0 1 0 0,-1-1 0 0 0,1 1 0 0 0,0 0-1 0 0,0 0 1 0 0,1 0 0 0 0,-1 0 0 0 0,0 0-1 0 0,0 0 1 0 0,0-1 0 0 0,0 1 0 0 0,0 0-1 0 0,0 0 1 0 0,0 0 0 0 0,0 0 0 0 0,0 0-1 0 0,143-33 617 0 0,-121 27-792 0 0,68-24 125 0 0,-81 27-979 0 0,0-1 0 0 0,0-1 0 0 0,0 0 1 0 0,0 0-1 0 0,-1-1 0 0 0,15-13 0 0 0,-15 9-2595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3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2636 0 0,'0'0'3575'0'0,"-3"0"-2253"0"0,1 0-1110 0 0,1 0 0 0 0,-1 1 0 0 0,0-1 0 0 0,1 0-1 0 0,-1 1 1 0 0,0-1 0 0 0,1 1 0 0 0,-1-1 0 0 0,1 1 0 0 0,-1 0-1 0 0,1 0 1 0 0,-1 0 0 0 0,1 0 0 0 0,0 0 0 0 0,-1 0 0 0 0,1 0-1 0 0,0 0 1 0 0,0 0 0 0 0,0 1 0 0 0,0-1 0 0 0,0 0 0 0 0,0 1-1 0 0,0-1 1 0 0,0 1 0 0 0,1-1 0 0 0,-1 1 0 0 0,1-1-1 0 0,-1 1 1 0 0,1-1 0 0 0,-1 3 0 0 0,-2 14 275 0 0,0 0 0 0 0,2 1 0 0 0,0-1 1 0 0,1 1-1 0 0,0-1 0 0 0,5 23 0 0 0,-1 7-150 0 0,-1 4-356 0 0,9 116 892 0 0,-7-137-2370 0 0,13 47-1 0 0,-10-58-1567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76 952 0 0,'-3'-50'10684'0'0,"4"30"-8365"0"0,-1 20-2295 0 0,0-1 0 0 0,0 1 0 0 0,1 0 1 0 0,-1-1-1 0 0,0 1 0 0 0,0 0 0 0 0,1-1 0 0 0,-1 1 0 0 0,0 0 0 0 0,1 0 0 0 0,-1-1 0 0 0,0 1 0 0 0,1 0 0 0 0,-1 0 0 0 0,0 0 0 0 0,1-1 1 0 0,-1 1-1 0 0,1 0 0 0 0,-1 0 0 0 0,0 0 0 0 0,1 0 0 0 0,-1 0 0 0 0,1 0 0 0 0,-1 0 0 0 0,0 0 0 0 0,1 0 0 0 0,-1 0 0 0 0,1 0 0 0 0,-1 0 0 0 0,1 0 1 0 0,18 2 234 0 0,29 5-11 0 0,75 13-10 0 0,-122-20-235 0 0,0 0-1 0 0,0 1 1 0 0,0-1 0 0 0,0 1 0 0 0,0-1 0 0 0,-1 1 0 0 0,1-1 0 0 0,0 1-1 0 0,0-1 1 0 0,0 1 0 0 0,-1 0 0 0 0,1-1 0 0 0,0 1 0 0 0,-1 0 0 0 0,1 0-1 0 0,0-1 1 0 0,-1 1 0 0 0,1 0 0 0 0,-1 0 0 0 0,1 0 0 0 0,-1 0 0 0 0,0 0-1 0 0,1 0 1 0 0,-1 0 0 0 0,0 0 0 0 0,0 0 0 0 0,0 0 0 0 0,1 0-1 0 0,-1 0 1 0 0,0 0 0 0 0,0 0 0 0 0,0 0 0 0 0,-1 0 0 0 0,1 0 0 0 0,0 0-1 0 0,0 0 1 0 0,-1 1 0 0 0,-1 5 6 0 0,0 0 0 0 0,-1 0 0 0 0,0-1 0 0 0,-3 7 0 0 0,4-9-8 0 0,-23 41 224 0 0,-42 56-1 0 0,26-43 690 0 0,10-12-158 0 0,8-14-194 0 0,2 1-1 0 0,0 0 1 0 0,3 2-1 0 0,-27 65 1 0 0,44-96-502 0 0,0-1 0 0 0,0 1 0 0 0,1-1 1 0 0,-1 1-1 0 0,1-1 0 0 0,0 1 0 0 0,0 0 0 0 0,0-1 1 0 0,0 1-1 0 0,2 7 0 0 0,-1-10-30 0 0,-1 1 0 0 0,1-1 1 0 0,0 0-1 0 0,-1 1 0 0 0,1-1 0 0 0,0 0 0 0 0,0 1 1 0 0,0-1-1 0 0,0 0 0 0 0,0 0 0 0 0,0 0 0 0 0,0 0 1 0 0,0 0-1 0 0,1 0 0 0 0,-1 0 0 0 0,0 0 1 0 0,0 0-1 0 0,1 0 0 0 0,-1-1 0 0 0,1 1 0 0 0,-1-1 1 0 0,1 1-1 0 0,-1-1 0 0 0,1 1 0 0 0,-1-1 0 0 0,1 0 1 0 0,-1 0-1 0 0,1 0 0 0 0,-1 0 0 0 0,1 0 1 0 0,2 0-1 0 0,20-3-54 0 0,0-1 1 0 0,0-1 0 0 0,0-1-1 0 0,0-1 1 0 0,-1-1-1 0 0,0 0 1 0 0,-1-2 0 0 0,31-19-1 0 0,59-45-3583 0 0,-12-8-5173 0 0,-59 44 1625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4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69 744 0 0,'-16'-9'14938'0'0,"28"6"-13314"0"0,72-19-882 0 0,6-1-1858 0 0,-31 12-7357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4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53 2400 0 0,'-22'20'3854'0'0,"14"-14"-2027"0"0,0 1 1 0 0,1 1-1 0 0,-13 16 673 0 0,24-17-1488 0 0,0-1-298 0 0,12-4 189 0 0,21-8-760 0 0,0-1 0 0 0,0-2 0 0 0,67-27 0 0 0,-66 23-1014 0 0,28-13-1973 0 0,-23 7-2006 0 0,-7 2-1618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4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395 108 800 0 0,'-21'-37'11549'0'0,"20"36"-11376"0"0,0 0 0 0 0,1 1 0 0 0,-1-1 0 0 0,0 1 0 0 0,1-1 0 0 0,-1 1 0 0 0,0-1 0 0 0,0 1 0 0 0,1 0 0 0 0,-1-1 0 0 0,0 1 0 0 0,0 0 0 0 0,0 0 0 0 0,0-1 0 0 0,1 1 0 0 0,-1 0 0 0 0,0 0 0 0 0,0 0 0 0 0,0 0 0 0 0,0 0 0 0 0,0 0 0 0 0,1 0 0 0 0,-1 1 0 0 0,-1-1 0 0 0,-19 10 1523 0 0,13-3-1327 0 0,0 0 0 0 0,0 1 1 0 0,1 0-1 0 0,0 1 1 0 0,0 0-1 0 0,1 0 0 0 0,0 0 1 0 0,1 1-1 0 0,-7 17 0 0 0,-3 10 419 0 0,-11 49 0 0 0,24-78-671 0 0,-7 29 272 0 0,1 0 0 0 0,2 1-1 0 0,-2 51 1 0 0,7-63-256 0 0,1 1 0 0 0,2-1-1 0 0,1 1 1 0 0,1-1 0 0 0,11 42 0 0 0,-13-63-109 0 0,-1-1 0 0 0,0 1 0 0 0,1 0 0 0 0,0-1 0 0 0,0 1 1 0 0,0-1-1 0 0,1 0 0 0 0,0 0 0 0 0,-1 0 0 0 0,1 0 0 0 0,1 0 1 0 0,-1 0-1 0 0,1-1 0 0 0,-1 0 0 0 0,1 1 0 0 0,0-1 0 0 0,0-1 0 0 0,0 1 1 0 0,0-1-1 0 0,1 1 0 0 0,-1-1 0 0 0,1 0 0 0 0,-1-1 0 0 0,1 1 0 0 0,0-1 1 0 0,0 0-1 0 0,0 0 0 0 0,-1-1 0 0 0,1 1 0 0 0,0-1 0 0 0,0 0 1 0 0,0 0-1 0 0,0-1 0 0 0,0 1 0 0 0,6-3 0 0 0,10-2 4 0 0,0 0 1 0 0,0-2-1 0 0,-1 0 0 0 0,0-2 1 0 0,0 0-1 0 0,-1-1 0 0 0,-1-1 1 0 0,1 0-1 0 0,-2-2 0 0 0,0 0 1 0 0,22-22-1 0 0,-11 7-30 0 0,-1-1 0 0 0,-2-1 0 0 0,-1-1 0 0 0,-2-2 0 0 0,26-49 0 0 0,-38 64 13 0 0,-1-1 1 0 0,-1-1-1 0 0,-1 1 1 0 0,0-1 0 0 0,-2-1-1 0 0,0 1 1 0 0,3-41 0 0 0,-7 53-12 0 0,-1-1 1 0 0,0 1-1 0 0,0 0 1 0 0,-1 0-1 0 0,0 0 1 0 0,-1 0-1 0 0,0 0 1 0 0,0 0-1 0 0,-1 0 1 0 0,1 1-1 0 0,-2-1 1 0 0,1 1 0 0 0,-1-1-1 0 0,0 1 1 0 0,-1 1-1 0 0,0-1 1 0 0,0 1-1 0 0,0-1 1 0 0,-1 1-1 0 0,1 1 1 0 0,-2-1-1 0 0,1 1 1 0 0,-8-5 0 0 0,-1 2-237 0 0,0 0 1 0 0,-1 1 0 0 0,0 1 0 0 0,0 0 0 0 0,0 1 0 0 0,-1 1 0 0 0,0 1 0 0 0,0 0 0 0 0,0 1 0 0 0,0 1 0 0 0,0 0 0 0 0,-25 3 0 0 0,-4 3-1223 0 0,-1 2 0 0 0,1 2 0 0 0,-59 19-1 0 0,-69 38-6563 0 0,84-28-74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42 135 2108 0 0,'-1'0'3373'0'0,"-15"2"1814"0"0,-8-5 3107 0 0,36-4-8461 0 0,88-39 1323 0 0,20-8-1997 0 0,-40 28-9115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9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74 2452 0 0,'-4'5'478'0'0,"-106"99"11543"0"0,111-104-11978 0 0,-1-1-1 0 0,1 1 0 0 0,-1 0 1 0 0,0 0-1 0 0,1 0 0 0 0,-1 0 1 0 0,1 0-1 0 0,-1-1 0 0 0,0 1 0 0 0,1 0 1 0 0,-1 0-1 0 0,1 0 0 0 0,-1 0 1 0 0,1 0-1 0 0,-1 0 0 0 0,0 0 1 0 0,1 1-1 0 0,-1-1 0 0 0,1 0 1 0 0,-1 0-1 0 0,1 0 0 0 0,-1 0 0 0 0,0 0 1 0 0,1 1-1 0 0,-1-1 0 0 0,1 0 1 0 0,-1 0-1 0 0,0 1 0 0 0,1-1 1 0 0,-1 0-1 0 0,0 0 0 0 0,0 1 1 0 0,1-1-1 0 0,-1 0 0 0 0,0 1 0 0 0,0-1 1 0 0,1 1-1 0 0,-1-1 0 0 0,0 0 1 0 0,0 1-1 0 0,0-1 0 0 0,0 1 1 0 0,1-1-1 0 0,-1 0 0 0 0,0 1 1 0 0,0-1-1 0 0,0 1 0 0 0,0-1 0 0 0,0 1 1 0 0,0-1-1 0 0,0 1 0 0 0,0-1 1 0 0,0 0-1 0 0,0 1 0 0 0,-1-1 1 0 0,1 1-1 0 0,0-1 0 0 0,0 0 1 0 0,0 1-1 0 0,0-1 0 0 0,-1 1 1 0 0,1-1-1 0 0,0 0 0 0 0,0 1 0 0 0,-1-1 1 0 0,1 0-1 0 0,0 1 0 0 0,-1-1 1 0 0,0 1-1 0 0,25-7-22 0 0,-2-1 0 0 0,1-1 0 0 0,-1-1 0 0 0,0-1 0 0 0,28-17 0 0 0,27-22-2874 0 0,-4-3-3320 0 0,-30 21-427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9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516 174 16 0 0,'-12'-6'8581'0'0,"7"6"-7994"0"0,0 1-1 0 0,0-1 1 0 0,0 1-1 0 0,-1 0 1 0 0,1 0-1 0 0,0 1 1 0 0,0-1 0 0 0,0 1-1 0 0,0 1 1 0 0,1-1-1 0 0,-1 0 1 0 0,-4 4-1 0 0,-8 5 856 0 0,-30 25 0 0 0,25-16-649 0 0,1 1 0 0 0,0 1 1 0 0,-23 32-1 0 0,37-45-548 0 0,0 1 0 0 0,0 1 0 0 0,1 0-1 0 0,1 0 1 0 0,0 0 0 0 0,1 0 0 0 0,0 1 0 0 0,0-1 0 0 0,1 1-1 0 0,-2 24 1 0 0,4-31-141 0 0,1 0 0 0 0,0 0 0 0 0,0 0 0 0 0,1 0 0 0 0,-1 0 0 0 0,1 0 0 0 0,1 0 0 0 0,-1 0 0 0 0,0 0 0 0 0,1 0 0 0 0,0-1 0 0 0,0 1 0 0 0,1-1 0 0 0,-1 1 0 0 0,1-1 0 0 0,0 0 0 0 0,0 0 1 0 0,0 0-1 0 0,1-1 0 0 0,-1 1 0 0 0,1-1 0 0 0,0 0 0 0 0,0 0 0 0 0,0 0 0 0 0,8 4 0 0 0,-3-3-9 0 0,0 0 0 0 0,1-1 0 0 0,-1 0 0 0 0,1-1 0 0 0,0 0 0 0 0,0 0 1 0 0,0-1-1 0 0,0 0 0 0 0,0-1 0 0 0,0 0 0 0 0,0-1 0 0 0,10-1 0 0 0,0-2-20 0 0,0-1 0 0 0,0 0 0 0 0,0-1 0 0 0,-1-2-1 0 0,0 0 1 0 0,-1 0 0 0 0,0-2 0 0 0,0 0 0 0 0,-1-2-1 0 0,0 1 1 0 0,-1-2 0 0 0,0 0 0 0 0,15-18 0 0 0,-16 14-40 0 0,0 0 0 0 0,0-2 1 0 0,-2 0-1 0 0,-1 0 1 0 0,0-2-1 0 0,-1 1 0 0 0,-1-1 1 0 0,-1-1-1 0 0,-1 0 1 0 0,-1 0-1 0 0,6-32 0 0 0,-12 45-9 0 0,1 0 0 0 0,-1 0 0 0 0,-1 0 0 0 0,0 0-1 0 0,0 0 1 0 0,-1 0 0 0 0,0 0 0 0 0,-1 0-1 0 0,0 0 1 0 0,0 0 0 0 0,0 1 0 0 0,-7-14 0 0 0,6 17-18 0 0,0-1 0 0 0,-1 1 1 0 0,1-1-1 0 0,-1 1 1 0 0,0 1-1 0 0,-1-1 1 0 0,1 0-1 0 0,-1 1 0 0 0,0 0 1 0 0,0 0-1 0 0,0 0 1 0 0,-1 1-1 0 0,1 0 1 0 0,-1 0-1 0 0,0 0 1 0 0,0 1-1 0 0,0 0 0 0 0,-8-2 1 0 0,-3 0-163 0 0,0 2-1 0 0,0 0 1 0 0,0 1 0 0 0,0 1 0 0 0,0 0 0 0 0,0 2-1 0 0,0 0 1 0 0,0 0 0 0 0,0 2 0 0 0,0 0 0 0 0,-22 9-1 0 0,3 1-1130 0 0,0 2 0 0 0,1 2 0 0 0,-62 41 0 0 0,-42 49-4570 0 0,53-31-1702 0 0,40-34-517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3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70 52 0 0,'0'0'1796'0'0,"-23"-13"5579"0"0,23 13-7346 0 0,1 0-1 0 0,-1 0 1 0 0,0 0 0 0 0,0 0-1 0 0,1 0 1 0 0,-1 0 0 0 0,0 0-1 0 0,1 0 1 0 0,-1-1 0 0 0,0 1-1 0 0,1 0 1 0 0,-1 0 0 0 0,0 0-1 0 0,0 0 1 0 0,1-1 0 0 0,-1 1-1 0 0,0 0 1 0 0,0 0 0 0 0,1 0 0 0 0,-1-1-1 0 0,0 1 1 0 0,0 0 0 0 0,0 0-1 0 0,0-1 1 0 0,1 1 0 0 0,-1 0-1 0 0,0 0 1 0 0,0-1 0 0 0,0 1-1 0 0,0 0 1 0 0,0-1 0 0 0,0 1-1 0 0,0 0 1 0 0,0-1 0 0 0,0 1-1 0 0,0 0 1 0 0,0-1 0 0 0,0 1 0 0 0,0 0-1 0 0,0 0 1 0 0,0-1 0 0 0,0 1-1 0 0,0 0 1 0 0,0-1 0 0 0,0 1-1 0 0,0 0 1 0 0,0-1 0 0 0,0 1-1 0 0,-1 0 1 0 0,1 0 0 0 0,0-1-1 0 0,0 1 1 0 0,0 0 0 0 0,-1 0-1 0 0,1-1 1 0 0,0 1 0 0 0,0 0-1 0 0,-1 0 1 0 0,1 0 0 0 0,0 0 0 0 0,0-1-1 0 0,-1 1 1 0 0,1 0 0 0 0,0 0-1 0 0,-1 0 1 0 0,1 0 0 0 0,0 0-1 0 0,0 0 1 0 0,-1 0 0 0 0,33-10-173 0 0,-25 8 295 0 0,96-18-435 0 0,-35 11-4135 0 0,-57 7 2933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4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17 101 268 0 0,'-7'7'2812'0'0,"6"-6"-2583"0"0,1 0 0 0 0,-1 0 0 0 0,0 0 0 0 0,0 0 0 0 0,0 0 0 0 0,1 0 0 0 0,-1 0 0 0 0,0 0 0 0 0,1 0 0 0 0,-1 0 0 0 0,1 0 0 0 0,0 0-1 0 0,-1 1 1 0 0,1-1 0 0 0,0 0 0 0 0,-1 0 0 0 0,1 0 0 0 0,0 1 0 0 0,0-1 0 0 0,0 0 0 0 0,1 2 0 0 0,-1-1 289 0 0,4-2-100 0 0,6-1-238 0 0,-1 0-1 0 0,1 0 0 0 0,-1-1 0 0 0,1-1 0 0 0,16-5 0 0 0,50-25 119 0 0,-48 20-528 0 0,1-1-2379 0 0,44-30 0 0 0,-50 29 35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56 300 0 0,'-31'-46'9044'0'0,"30"45"-8633"0"0,1 1-378 0 0,0 0 0 0 0,0 0-1 0 0,0-1 1 0 0,-1 1 0 0 0,1 0 0 0 0,0 0 0 0 0,0 0 0 0 0,0 0-1 0 0,-1 0 1 0 0,1 0 0 0 0,0-1 0 0 0,0 1 0 0 0,0 0 0 0 0,0 0-1 0 0,-1 0 1 0 0,1-1 0 0 0,0 1 0 0 0,0 0 0 0 0,0 0 0 0 0,0 0-1 0 0,0-1 1 0 0,0 1 0 0 0,0 0 0 0 0,0 0 0 0 0,0-1 0 0 0,0 1-1 0 0,0 0 1 0 0,-1 0 0 0 0,1-1 0 0 0,1 1 0 0 0,-1 0 0 0 0,0 0-1 0 0,0 0 1 0 0,0-1 0 0 0,0 1 0 0 0,0 0 0 0 0,0 0 0 0 0,0-1-1 0 0,0 1 1 0 0,20 6 173 0 0,-1 0 0 0 0,1 2-1 0 0,-2 0 1 0 0,1 1-1 0 0,-1 1 1 0 0,0 0-1 0 0,27 23 1 0 0,-24-16-151 0 0,0 1 0 0 0,-1 1-1 0 0,-1 1 1 0 0,-1 1 0 0 0,21 32 0 0 0,-31-40 7 0 0,-1 1 1 0 0,0 0-1 0 0,-1 1 0 0 0,0-1 1 0 0,-1 1-1 0 0,-1 0 1 0 0,-1 1-1 0 0,0-1 0 0 0,-1 0 1 0 0,0 1-1 0 0,-1 0 1 0 0,-1-1-1 0 0,-1 1 0 0 0,0 0 1 0 0,-1-1-1 0 0,-5 21 1 0 0,0-7-455 0 0,-1 0 1 0 0,-23 52 0 0 0,12-41-2976 0 0,-29 46 0 0 0,33-61-424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0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23 171 1620 0 0,'-17'-16'7439'0'0,"17"16"-7366"0"0,-1 0 0 0 0,1-1 0 0 0,-1 1 0 0 0,1-1-1 0 0,0 1 1 0 0,-1-1 0 0 0,1 1 0 0 0,0-1 0 0 0,-1 1-1 0 0,1-1 1 0 0,0 1 0 0 0,0-1 0 0 0,-1 1-1 0 0,1-1 1 0 0,0 0 0 0 0,0 1 0 0 0,0-1 0 0 0,0 1-1 0 0,0-1 1 0 0,0 0 0 0 0,0 1 0 0 0,0-1 0 0 0,0 1-1 0 0,0-1 1 0 0,0 0 0 0 0,0 1 0 0 0,1-1-1 0 0,0-1 5 0 0,0 1-1 0 0,-1-1 0 0 0,1 1 0 0 0,0 0 0 0 0,1-1 0 0 0,-1 1 0 0 0,0 0 0 0 0,0 0 0 0 0,0 0 0 0 0,3-1 0 0 0,42-21 108 0 0,-36 18-6 0 0,38-14 46 0 0,57-15 0 0 0,-1 0-5202 0 0,-85 25-384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16 0 0,'-60'58'7574'0'0,"42"-37"-6434"0"0,1 1 0 0 0,-21 34 0 0 0,37-54-1105 0 0,0 0 1 0 0,0 0 0 0 0,0 1-1 0 0,1-1 1 0 0,-1 0 0 0 0,0 1-1 0 0,1-1 1 0 0,-1 1 0 0 0,1-1-1 0 0,0 0 1 0 0,0 1 0 0 0,0-1-1 0 0,0 1 1 0 0,0-1-1 0 0,1 1 1 0 0,-1-1 0 0 0,1 0-1 0 0,0 1 1 0 0,-1-1 0 0 0,3 4-1 0 0,-2-5-17 0 0,1 0 0 0 0,0 0-1 0 0,-1 0 1 0 0,1 0-1 0 0,0 0 1 0 0,0 0 0 0 0,-1 0-1 0 0,1-1 1 0 0,0 1 0 0 0,0-1-1 0 0,0 1 1 0 0,0-1-1 0 0,0 0 1 0 0,0 1 0 0 0,0-1-1 0 0,3-1 1 0 0,7 1 99 0 0,1 0 1 0 0,-1-1-1 0 0,0 0 0 0 0,0-1 1 0 0,0-1-1 0 0,17-5 1 0 0,32-6 371 0 0,-52 13-457 0 0,-1 0 0 0 0,0 1 1 0 0,0 0-1 0 0,0 0 0 0 0,0 1 1 0 0,0 0-1 0 0,0 0 0 0 0,0 1 1 0 0,0 0-1 0 0,8 4 0 0 0,-12-4 39 0 0,0 0-1 0 0,0 0 1 0 0,-1 0-1 0 0,1 0 0 0 0,-1 1 1 0 0,0-1-1 0 0,0 1 1 0 0,0 0-1 0 0,0 0 0 0 0,0 1 1 0 0,-1-1-1 0 0,1 0 1 0 0,-1 1-1 0 0,0-1 1 0 0,0 1-1 0 0,0 0 0 0 0,-1 0 1 0 0,1 0-1 0 0,-1 0 1 0 0,0 0-1 0 0,1 8 0 0 0,-1-1 175 0 0,0 0-1 0 0,-2-1 0 0 0,1 1 1 0 0,-1 0-1 0 0,0 0 0 0 0,-1 0 1 0 0,-1-1-1 0 0,0 1 0 0 0,0-1 1 0 0,-1 0-1 0 0,0 1 0 0 0,-1-2 0 0 0,0 1 1 0 0,0-1-1 0 0,-12 16 0 0 0,3-7 57 0 0,0-1-1 0 0,-1-1 0 0 0,-1 0 1 0 0,0-1-1 0 0,-1-1 0 0 0,-33 22 1 0 0,45-33-262 0 0,1 0 1 0 0,-1 0-1 0 0,0-1 0 0 0,1 1 1 0 0,-1-1-1 0 0,0 0 1 0 0,-1-1-1 0 0,1 1 1 0 0,0-1-1 0 0,0 0 0 0 0,-1-1 1 0 0,1 1-1 0 0,0-1 1 0 0,-1 0-1 0 0,1 0 1 0 0,-1-1-1 0 0,1 1 1 0 0,-6-3-1 0 0,10 3-162 0 0,0 0-1 0 0,0-1 1 0 0,-1 0-1 0 0,1 1 1 0 0,0-1-1 0 0,0 0 1 0 0,0 0-1 0 0,0 1 1 0 0,0-1-1 0 0,0 0 1 0 0,0 0-1 0 0,0 0 1 0 0,0 0 0 0 0,1 0-1 0 0,-1-1 1 0 0,0 1-1 0 0,1 0 1 0 0,-1 0-1 0 0,1 0 1 0 0,-1-1-1 0 0,1 1 1 0 0,-1 0-1 0 0,1 0 1 0 0,0-1-1 0 0,0 1 1 0 0,0 0 0 0 0,0-1-1 0 0,0 1 1 0 0,0 0-1 0 0,0-1 1 0 0,0 1-1 0 0,0 0 1 0 0,0-1-1 0 0,2-1 1 0 0,-1-2-1050 0 0,0-1 1 0 0,1 1-1 0 0,0 0 1 0 0,0 1-1 0 0,1-1 1 0 0,-1 0-1 0 0,5-4 1 0 0,4-7-4757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2832 0 0,'37'-19'12320'0'0,"-36"18"-11892"0"0,30-8 659 0 0,202-56-237 0 0,-230 64-857 0 0,-3 1 12 0 0,1 0 0 0 0,0 0-1 0 0,-1 0 1 0 0,1 0 0 0 0,-1 1-1 0 0,1-1 1 0 0,0 0-1 0 0,-1 0 1 0 0,1 0 0 0 0,-1 1-1 0 0,1-1 1 0 0,-1 0 0 0 0,1 1-1 0 0,-1-1 1 0 0,1 1 0 0 0,-1-1-1 0 0,1 0 1 0 0,-1 1 0 0 0,1-1-1 0 0,-1 1 1 0 0,0-1-1 0 0,1 1 1 0 0,-1-1 0 0 0,0 1-1 0 0,0-1 1 0 0,1 1 0 0 0,-1 0-1 0 0,0-1 1 0 0,0 1 0 0 0,0-1-1 0 0,1 1 1 0 0,-1 0 0 0 0,0-1-1 0 0,0 1 1 0 0,0-1 0 0 0,0 1-1 0 0,0 0 1 0 0,0-1-1 0 0,-1 1 1 0 0,1 0 0 0 0,0-1-1 0 0,0 1 1 0 0,0-1 0 0 0,0 1-1 0 0,-1 0 1 0 0,-11 31 86 0 0,11-30-74 0 0,-36 68 611 0 0,-69 98 1 0 0,4-9 1673 0 0,101-158-2292 0 0,1-1 1 0 0,0 0 0 0 0,-1 1 0 0 0,1-1 0 0 0,0 1 0 0 0,0-1 0 0 0,-1 1-1 0 0,1-1 1 0 0,0 1 0 0 0,0-1 0 0 0,0 1 0 0 0,0-1 0 0 0,0 1 0 0 0,-1-1-1 0 0,1 1 1 0 0,0 0 0 0 0,0-1 0 0 0,0 1 0 0 0,0-1 0 0 0,1 1 0 0 0,-1-1-1 0 0,0 1 1 0 0,0-1 0 0 0,0 1 0 0 0,0-1 0 0 0,1 1 0 0 0,-1-1 0 0 0,0 1-1 0 0,0-1 1 0 0,1 1 0 0 0,-1-1 0 0 0,0 0 0 0 0,1 1 0 0 0,-1-1 0 0 0,0 1-1 0 0,1-1 1 0 0,-1 0 0 0 0,1 1 0 0 0,-1-1 0 0 0,1 0 0 0 0,-1 1 0 0 0,1-1-1 0 0,-1 0 1 0 0,1 0 0 0 0,-1 0 0 0 0,1 1 0 0 0,-1-1 0 0 0,1 0 0 0 0,-1 0-1 0 0,1 0 1 0 0,-1 0 0 0 0,1 0 0 0 0,-1 0 0 0 0,1 0 0 0 0,-1 0 0 0 0,1 0-1 0 0,-1 0 1 0 0,2-1 0 0 0,34-3 122 0 0,-35 4-122 0 0,28-6-36 0 0,-1-2 0 0 0,0-1-1 0 0,38-18 1 0 0,76-47-3352 0 0,-131 68 2904 0 0,82-50-7435 0 0,-45 25-4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1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58 2288 0 0,'-17'12'12560'0'0,"10"-6"-10774"0"0,15-5-1643 0 0,-1 0 1 0 0,0-1-1 0 0,0 0 0 0 0,1 0 0 0 0,-1-1 0 0 0,0 0 1 0 0,0-1-1 0 0,0 1 0 0 0,8-4 0 0 0,65-24-4 0 0,-79 29-132 0 0,25-12 37 0 0,20-7-2093 0 0,-18 12-2854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27 1536 0 0,'-14'22'3066'0'0,"6"-8"-553"0"0,0-1 0 0 0,1 1 0 0 0,-10 28 1 0 0,17-42-2426 0 0,0 1 0 0 0,-1 0 1 0 0,1-1-1 0 0,0 1 0 0 0,0 0 1 0 0,0 0-1 0 0,0 0 0 0 0,0-1 0 0 0,0 1 1 0 0,0 0-1 0 0,0 0 0 0 0,1-1 1 0 0,-1 1-1 0 0,0 0 0 0 0,0-1 1 0 0,1 1-1 0 0,-1 0 0 0 0,0 0 1 0 0,1-1-1 0 0,-1 1 0 0 0,1-1 0 0 0,-1 1 1 0 0,0 0-1 0 0,1-1 0 0 0,0 1 1 0 0,-1-1-1 0 0,1 1 0 0 0,-1-1 1 0 0,1 1-1 0 0,0-1 0 0 0,-1 0 1 0 0,1 1-1 0 0,0-1 0 0 0,-1 0 1 0 0,1 1-1 0 0,0-1 0 0 0,-1 0 0 0 0,1 0 1 0 0,0 0-1 0 0,0 0 0 0 0,-1 1 1 0 0,1-1-1 0 0,0 0 0 0 0,1-1 1 0 0,33 0 525 0 0,-35 1-594 0 0,29-6-138 0 0,0 0 1 0 0,0-2-1 0 0,44-18 1 0 0,77-46-8267 0 0,-132 63 6662 0 0,31-17-4561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2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28 1976 0 0,'-1'-11'6033'0'0,"1"11"-5907"0"0,0-1-1 0 0,-1 1 1 0 0,1-1 0 0 0,0 1 0 0 0,-1-1 0 0 0,1 1-1 0 0,-1 0 1 0 0,1-1 0 0 0,0 1 0 0 0,-1-1 0 0 0,1 1 0 0 0,-1 0-1 0 0,1-1 1 0 0,-1 1 0 0 0,1 0 0 0 0,-1 0 0 0 0,1-1 0 0 0,-1 1-1 0 0,0 0 1 0 0,1 0 0 0 0,-1 0 0 0 0,1 0 0 0 0,-1 0-1 0 0,1 0 1 0 0,-1 0 0 0 0,0 0 0 0 0,1 0 0 0 0,-1 0 0 0 0,1 0-1 0 0,-1 0 1 0 0,0 0 0 0 0,-23 12 2258 0 0,15-5-1736 0 0,1 0 0 0 0,-1 1 0 0 0,-6 8 0 0 0,-5 11 268 0 0,0 1-1 0 0,2 1 1 0 0,2 1-1 0 0,0 0 1 0 0,2 1 0 0 0,2 0-1 0 0,0 1 1 0 0,-13 64 0 0 0,25-93-863 0 0,-5 20 541 0 0,-3 33 1 0 0,7-50-435 0 0,1-1 0 0 0,0 0 0 0 0,0 1 0 0 0,0-1 0 0 0,1 0 0 0 0,-1 0 0 0 0,1 0 0 0 0,1 1 0 0 0,-1-1 0 0 0,1 0 0 0 0,0 0 0 0 0,4 8 0 0 0,-4-11-78 0 0,-1 1 1 0 0,1-1-1 0 0,0 0 0 0 0,0 0 1 0 0,0 0-1 0 0,0 0 1 0 0,1-1-1 0 0,-1 1 0 0 0,1 0 1 0 0,-1-1-1 0 0,1 0 1 0 0,-1 1-1 0 0,1-1 0 0 0,0 0 1 0 0,5 1-1 0 0,-4-1 57 0 0,1-1 0 0 0,0 1 0 0 0,0-1 0 0 0,0 0 0 0 0,0-1 0 0 0,0 1 0 0 0,0-1 0 0 0,8-2 0 0 0,0-2 126 0 0,1 0-1 0 0,0 0 0 0 0,-1-2 1 0 0,0 0-1 0 0,15-11 1 0 0,-4 0-263 0 0,-1 0 1 0 0,-1-2 0 0 0,-1-1-1 0 0,-1 0 1 0 0,-1-2 0 0 0,0 0-1 0 0,-2-1 1 0 0,-1-1 0 0 0,-1-1-1 0 0,-1 0 1 0 0,-1 0 0 0 0,-2-2-1 0 0,12-38 1 0 0,-21 57-3 0 0,1 0 0 0 0,-2 0 0 0 0,1 0 0 0 0,-1 0 0 0 0,-1-1 0 0 0,0 1 0 0 0,-2-18 0 0 0,2 23 0 0 0,-1 1 0 0 0,0 0 0 0 0,0-1 0 0 0,0 1 0 0 0,0 0 0 0 0,-1 0 0 0 0,1 0 0 0 0,-1 0 0 0 0,0 0 0 0 0,0 0 0 0 0,0 0 0 0 0,0 0 0 0 0,0 1 0 0 0,-1-1 0 0 0,1 1 0 0 0,-1 0 0 0 0,0 0 0 0 0,0 0 0 0 0,1 0 0 0 0,-1 0 0 0 0,0 0 0 0 0,-1 1 0 0 0,1 0 0 0 0,-4-2 0 0 0,-4 0-498 0 0,0 1-1 0 0,-1 0 1 0 0,1 1-1 0 0,0 1 1 0 0,0-1-1 0 0,0 2 1 0 0,-1-1-1 0 0,1 2 1 0 0,0-1-1 0 0,0 2 1 0 0,0-1-1 0 0,0 1 1 0 0,1 1-1 0 0,-19 8 1 0 0,-10 8-3567 0 0,0 2 0 0 0,-49 37 0 0 0,58-39 2392 0 0,-12 10-7345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0 356 0 0,'0'0'1712'0'0,"-9"6"-2360"0"0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1 104 0 0,'0'0'832'0'0,"-7"7"-1156"0"0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1848 0 0,'0'0'7629'0'0,"-12"4"-11613"0"0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 1228 0 0,'-2'-9'9929'0'0,"-5"16"-9953"0"0,0 2-1856 0 0,-8 3-4969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4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1668 0 0,'0'0'2268'0'0,"8"-5"53"0"0,3 1-1429 0 0,5 1-1340 0 0,-2 1-3849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 0 0,'0'0'3679'0'0,"0"0"-3712"0"0,0 0 0 0 0,0 1 0 0 0,0-1 1 0 0,0 0-1 0 0,0 1 0 0 0,0-1 0 0 0,0 0 0 0 0,0 0 0 0 0,0 1 1 0 0,0-1-1 0 0,0 0 0 0 0,1 0 0 0 0,-1 0 0 0 0,0 1 0 0 0,0-1 0 0 0,0 0 1 0 0,1 0-1 0 0,-1 1 0 0 0,0-1 0 0 0,0 0 0 0 0,0 0 0 0 0,1 0 1 0 0,-1 0-1 0 0,0 0 0 0 0,0 1 0 0 0,1-1 0 0 0,-1 0 0 0 0,0 0 0 0 0,1 0 1 0 0,8-4-290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5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11 182 816 0 0,'-10'-4'10921'0'0,"339"-103"-9052"0"0,-175 54-3784 0 0,-148 51 1427 0 0,18-6-864 0 0,-4 3-3351 0 0,-8 2 1959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28 1308 0 0,'-7'8'1108'0'0,"-1"0"0"0"0,1 1 0 0 0,1 0-1 0 0,-1 0 1 0 0,1 0 0 0 0,-8 19 0 0 0,14-27-1060 0 0,0 0-1 0 0,-1-1 1 0 0,1 1 0 0 0,0 0 0 0 0,0-1 0 0 0,0 1-1 0 0,0 0 1 0 0,0-1 0 0 0,0 1 0 0 0,0 0 0 0 0,0 0 0 0 0,0-1-1 0 0,0 1 1 0 0,0 0 0 0 0,0-1 0 0 0,1 1 0 0 0,-1 0-1 0 0,0-1 1 0 0,1 1 0 0 0,-1 0 0 0 0,0-1 0 0 0,1 1-1 0 0,-1-1 1 0 0,0 1 0 0 0,1 0 0 0 0,-1-1 0 0 0,1 1-1 0 0,-1-1 1 0 0,1 0 0 0 0,0 1 0 0 0,-1-1 0 0 0,1 1-1 0 0,-1-1 1 0 0,1 0 0 0 0,0 1 0 0 0,-1-1 0 0 0,1 0 0 0 0,0 0-1 0 0,-1 0 1 0 0,2 1 0 0 0,26 3 662 0 0,-16-5-634 0 0,-1 0-1 0 0,0-1 1 0 0,1 0 0 0 0,-1-1-1 0 0,0 0 1 0 0,-1 0 0 0 0,14-7-1 0 0,67-38-1774 0 0,-28 9-2734 0 0,-35 16 631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39 528 0 0,'-88'-37'14740'0'0,"108"36"-13741"0"0,7 6-636 0 0,167 42 1037 0 0,-175-40-1309 0 0,0 0 0 0 0,0 1-1 0 0,-1 0 1 0 0,0 2 0 0 0,-1 0 0 0 0,0 1 0 0 0,30 26-1 0 0,-41-30 3 0 0,1-1 0 0 0,-2 1-1 0 0,1 0 1 0 0,-1 0 0 0 0,0 0-1 0 0,-1 1 1 0 0,1 0 0 0 0,-2 0-1 0 0,1 0 1 0 0,-1 0 0 0 0,0 0-1 0 0,2 13 1 0 0,-3-7 20 0 0,-1-1 0 0 0,0 1-1 0 0,-1-1 1 0 0,0 1 0 0 0,-1-1 0 0 0,0 1-1 0 0,-5 17 1 0 0,-7 13 106 0 0,-2-1 0 0 0,-1 0 0 0 0,-38 69 0 0 0,52-108-213 0 0,-50 92-12 0 0,-70 98 1 0 0,72-115-2310 0 0,36-52-1141 0 0,5-1-3375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6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26 115 1556 0 0,'-10'-4'7739'0'0,"9"3"-7436"0"0,0 1 1 0 0,-9-7 4249 0 0,9 6-4249 0 0,1 0-1 0 0,-1 1 1 0 0,1-1 0 0 0,-1 0-1 0 0,1 0 1 0 0,-1-1-1 0 0,2 1-265 0 0,0 0 0 0 0,0 0-1 0 0,0 0 1 0 0,0 0 0 0 0,0 0-1 0 0,0 0 1 0 0,0 1 0 0 0,0-1 0 0 0,0 0-1 0 0,0 0 1 0 0,0 1 0 0 0,1-1-1 0 0,-1 1 1 0 0,0-1 0 0 0,0 1 0 0 0,1 0-1 0 0,1-1 1 0 0,211-69 618 0 0,-201 65-654 0 0,-11 4-3 0 0,0 0 0 0 0,1 0 0 0 0,-1 0 0 0 0,0 0 0 0 0,1 0 0 0 0,-1 1 0 0 0,1-1 0 0 0,-1 1 0 0 0,1 0 0 0 0,-1 0-1 0 0,1 0 1 0 0,-1 0 0 0 0,1 0 0 0 0,-1 0 0 0 0,4 1 0 0 0,-6 0 7 0 0,0 1-1 0 0,0-1 1 0 0,1 1-1 0 0,-1-1 1 0 0,0 0 0 0 0,0 1-1 0 0,-1-1 1 0 0,1 0-1 0 0,0 1 1 0 0,0-1-1 0 0,-1 0 1 0 0,1 1-1 0 0,0-1 1 0 0,-1 0-1 0 0,0 2 1 0 0,1-2 1 0 0,-16 37 87 0 0,-1 0-1 0 0,-22 36 0 0 0,11-21-33 0 0,26-49-48 0 0,-16 28 357 0 0,2 1 1 0 0,1 1-1 0 0,-17 57 1 0 0,32-89-329 0 0,0-1 0 0 0,-1 1 0 0 0,1-1 0 0 0,0 1 0 0 0,-1 0 0 0 0,1-1 0 0 0,0 1 0 0 0,0-1 0 0 0,1 1 0 0 0,-1 0 0 0 0,0-1 0 0 0,0 1 0 0 0,1-1 0 0 0,-1 1 0 0 0,1-1 1 0 0,-1 1-1 0 0,1-1 0 0 0,0 1 0 0 0,-1-1 0 0 0,1 0 0 0 0,0 1 0 0 0,1 0 0 0 0,0 0-7 0 0,0-1-1 0 0,0 0 1 0 0,0 1 0 0 0,0-1 0 0 0,0 0 0 0 0,0 0 0 0 0,0 0 0 0 0,0-1-1 0 0,0 1 1 0 0,0 0 0 0 0,1-1 0 0 0,-1 0 0 0 0,4 1 0 0 0,5-1 55 0 0,0 0 1 0 0,-1-1-1 0 0,1 0 1 0 0,-1-1 0 0 0,17-5-1 0 0,5-3-500 0 0,-1-2 0 0 0,0-1 0 0 0,-1-2 0 0 0,48-30 0 0 0,43-45-9229 0 0,-82 57 1958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6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85 940 0 0,'-10'-4'14655'0'0,"53"-2"-13593"0"0,-1-3 1 0 0,44-14-1 0 0,-29 3-3588 0 0,-4-2-4861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76 1276 0 0,'-9'11'1896'0'0,"0"0"0"0"0,1 0-1 0 0,1 1 1 0 0,-8 14 0 0 0,15-25-1833 0 0,-1-1 0 0 0,1 1 0 0 0,0-1 0 0 0,0 1 0 0 0,0 0 0 0 0,-1-1 0 0 0,1 1 0 0 0,0-1 0 0 0,0 1 0 0 0,0 0 0 0 0,0-1 0 0 0,0 1 0 0 0,0-1 0 0 0,0 1 0 0 0,0-1 0 0 0,0 1 0 0 0,1 0 0 0 0,-1-1 0 0 0,0 1 0 0 0,0-1 0 0 0,0 1 0 0 0,1-1 0 0 0,-1 1 0 0 0,0-1 0 0 0,0 1 0 0 0,1-1 0 0 0,-1 1 0 0 0,1-1 0 0 0,-1 1 0 0 0,0-1 1 0 0,1 0-1 0 0,-1 1 0 0 0,1-1 0 0 0,-1 1 0 0 0,1-1 0 0 0,-1 0 0 0 0,1 0 0 0 0,-1 1 0 0 0,1-1 0 0 0,-1 0 0 0 0,2 0 0 0 0,20 4 892 0 0,-10-5-787 0 0,0-1-1 0 0,0 0 1 0 0,-1-1-1 0 0,1 0 1 0 0,-1-1-1 0 0,19-9 1 0 0,62-38-1647 0 0,-86 47 1191 0 0,87-60-6780 0 0,-60 41 2777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7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16 1444 0 0,'-14'-9'6391'0'0,"7"6"-4884"0"0,3 4-379 0 0,-5 1-564 0 0,-1 1 1 0 0,1 0 0 0 0,0 1-1 0 0,0 0 1 0 0,0 1 0 0 0,1 0-1 0 0,-1 0 1 0 0,1 1 0 0 0,0 0 0 0 0,1 0-1 0 0,-1 1 1 0 0,1 0 0 0 0,-8 11-1 0 0,-9 12 655 0 0,1 1 1 0 0,-22 38-1 0 0,30-42-189 0 0,-20 45 1 0 0,30-60-839 0 0,1 0 0 0 0,0 1 1 0 0,1-1-1 0 0,0 1 1 0 0,1 0-1 0 0,-1 19 0 0 0,3-30-174 0 0,0-1 0 0 0,0 1 0 0 0,1-1 0 0 0,-1 0 0 0 0,0 1 0 0 0,0-1 0 0 0,1 1 0 0 0,-1-1 0 0 0,1 0 0 0 0,-1 0 0 0 0,1 1 0 0 0,0-1 0 0 0,-1 0 0 0 0,1 0 0 0 0,0 1 0 0 0,0-1 0 0 0,0 0 0 0 0,0 0 0 0 0,0 0-1 0 0,0 0 1 0 0,0-1 0 0 0,0 1 0 0 0,0 0 0 0 0,1 0 0 0 0,-1-1 0 0 0,0 1 0 0 0,0 0 0 0 0,1-1 0 0 0,-1 1 0 0 0,0-1 0 0 0,1 0 0 0 0,-1 1 0 0 0,3-1 0 0 0,1 1 1 0 0,1-1-1 0 0,0 0 1 0 0,0 0 0 0 0,-1 0-1 0 0,1-1 1 0 0,0 0 0 0 0,6-1-1 0 0,10-5 14 0 0,-1 0 0 0 0,1-1 0 0 0,-2-1 0 0 0,1-1-1 0 0,36-25 1 0 0,-32 17 34 0 0,-1-1-1 0 0,0-1 1 0 0,37-42-1 0 0,-51 50-51 0 0,-1 0-1 0 0,0-1 1 0 0,0 0-1 0 0,12-27 1 0 0,-18 34-12 0 0,-1 0-1 0 0,0 0 0 0 0,0-1 1 0 0,0 1-1 0 0,0 0 1 0 0,-1-1-1 0 0,0 1 0 0 0,-1-1 1 0 0,1 1-1 0 0,-1-1 1 0 0,-1 1-1 0 0,1-1 1 0 0,-1 1-1 0 0,-2-10 0 0 0,2 13-1 0 0,-1 0 0 0 0,1-1-1 0 0,-1 1 1 0 0,1 0 0 0 0,-1 0-1 0 0,0 0 1 0 0,0 0 0 0 0,0 0-1 0 0,-1 1 1 0 0,1-1-1 0 0,-1 1 1 0 0,1-1 0 0 0,-1 1-1 0 0,-5-3 1 0 0,2 2-63 0 0,1 0-1 0 0,-1 1 1 0 0,1 0-1 0 0,-1 0 1 0 0,0 1-1 0 0,1-1 1 0 0,-1 1-1 0 0,-7 0 1 0 0,-7 0-1174 0 0,0 1 0 0 0,1 2 0 0 0,-1 0 0 0 0,-23 5-1 0 0,-46 14-9274 0 0,59-14 3448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6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62 1340 0 0,'-12'-41'9384'0'0,"7"20"-6789"0"0,8 35-2552 0 0,1 0 1 0 0,0-1-1 0 0,1 0 1 0 0,0 0 0 0 0,1 0-1 0 0,11 18 1 0 0,-12-22-26 0 0,1-1 0 0 0,0 1 0 0 0,1-1 0 0 0,0-1 0 0 0,0 1 0 0 0,0-1 0 0 0,1 0 0 0 0,0-1 0 0 0,15 10 0 0 0,-18-13 1 0 0,1-1 0 0 0,0 1 0 0 0,0-1 0 0 0,0 0 0 0 0,0-1 0 0 0,0 1 0 0 0,0-1 0 0 0,1 0 1 0 0,-1-1-1 0 0,0 0 0 0 0,0 0 0 0 0,1 0 0 0 0,-1 0 0 0 0,0-1 0 0 0,1 0 0 0 0,-1-1 0 0 0,0 1 0 0 0,0-1 0 0 0,0 0 0 0 0,0-1 0 0 0,-1 0 0 0 0,1 1 0 0 0,6-6 1 0 0,-5 3 66 0 0,-1 0 1 0 0,1 0 0 0 0,-1-1-1 0 0,0 1 1 0 0,-1-1 0 0 0,0-1-1 0 0,0 1 1 0 0,0-1 0 0 0,0 0-1 0 0,-1 0 1 0 0,0-1-1 0 0,-1 1 1 0 0,0-1 0 0 0,0 1-1 0 0,0-1 1 0 0,-1 0 0 0 0,1-9-1 0 0,6-37 1463 0 0,-9 53-1470 0 0,-1 2-66 0 0,0 1 0 0 0,0-1 0 0 0,0 1 1 0 0,0-1-1 0 0,0 1 0 0 0,1 0 0 0 0,-1-1 0 0 0,1 1 0 0 0,-1 3 1 0 0,0-3 0 0 0,-12 49 34 0 0,2 0-1 0 0,2 1 1 0 0,-3 80 0 0 0,8-76 6 0 0,-3 33 48 0 0,-36 351 733 0 0,38-393-470 0 0,4-24 616 0 0,-2-1 0 0 0,0 0 0 0 0,-11 35-1 0 0,14-55-877 0 0,-1 0 0 0 0,1-1 0 0 0,-1 1 0 0 0,0 0 0 0 0,1-1-1 0 0,-1 1 1 0 0,0-1 0 0 0,0 0 0 0 0,0 1 0 0 0,0-1-1 0 0,-1 0 1 0 0,1 1 0 0 0,0-1 0 0 0,0 0 0 0 0,-1 0 0 0 0,1 0-1 0 0,-1 0 1 0 0,-1 1 0 0 0,1-2-76 0 0,1 0-1 0 0,-1 0 1 0 0,1 1 0 0 0,0-1 0 0 0,-1 0-1 0 0,1 0 1 0 0,0 0 0 0 0,-1-1-1 0 0,1 1 1 0 0,-1 0 0 0 0,1 0-1 0 0,0-1 1 0 0,-1 1 0 0 0,1-1-1 0 0,0 1 1 0 0,0-1 0 0 0,-1 0 0 0 0,1 1-1 0 0,0-1 1 0 0,0 0 0 0 0,-2-1-1 0 0,-5-5-14 0 0,0-1 1 0 0,1 1-1 0 0,0-1 0 0 0,0 0 0 0 0,0-1 0 0 0,1 1 0 0 0,1-1 0 0 0,0-1 1 0 0,0 1-1 0 0,0-1 0 0 0,1 0 0 0 0,1 0 0 0 0,0 0 0 0 0,0 0 0 0 0,1 0 1 0 0,0-1-1 0 0,1 1 0 0 0,0-1 0 0 0,1 0 0 0 0,0 1 0 0 0,0-1 0 0 0,1 1 0 0 0,1-1 1 0 0,0 1-1 0 0,0-1 0 0 0,1 1 0 0 0,0 0 0 0 0,1 0 0 0 0,6-13 0 0 0,2 5-428 0 0,0 0 0 0 0,0 1 0 0 0,2 1-1 0 0,0 0 1 0 0,1 1 0 0 0,0 0-1 0 0,25-17 1 0 0,129-78-10666 0 0,-134 89 6700 0 0,-15 10-390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19 141 2832 0 0,'-6'-10'6123'0'0,"-6"-9"627"0"0,12 19-6719 0 0,0-1-1 0 0,0 1 1 0 0,0-1 0 0 0,0 1-1 0 0,0 0 1 0 0,0-1-1 0 0,0 1 1 0 0,0-1-1 0 0,0 1 1 0 0,0-1-1 0 0,0 1 1 0 0,0 0-1 0 0,0-1 1 0 0,0 1 0 0 0,0-1-1 0 0,0 1 1 0 0,0 0-1 0 0,0-1 1 0 0,1 1-1 0 0,-1-1 1 0 0,0 1-1 0 0,0 0 1 0 0,0-1-1 0 0,1 1 1 0 0,-1 0 0 0 0,0-1-1 0 0,0 1 1 0 0,1 0-1 0 0,-1-1 1 0 0,0 1-1 0 0,1 0 1 0 0,-1 0-1 0 0,1-1 1 0 0,-1 1-1 0 0,0 0 1 0 0,1 0 0 0 0,-1 0-1 0 0,0 0 1 0 0,1 0-1 0 0,-1-1 1 0 0,1 1-1 0 0,-1 0 1 0 0,1 0-1 0 0,-1 0 1 0 0,0 0-1 0 0,1 0 1 0 0,-1 0 0 0 0,1 0-1 0 0,-1 0 1 0 0,1 0-1 0 0,-1 1 1 0 0,1-1-1 0 0,40-1-107 0 0,-1-2 0 0 0,1-2 0 0 0,-1-1 0 0 0,0-2 0 0 0,0-2 1 0 0,62-24-1 0 0,-71 18-2835 0 0,-13 0-2991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21 216 0 0,'-3'-1'2630'0'0,"-50"-15"8422"0"0,41 13-9823 0 0,10 2-995 0 0,-1 4 115 0 0,2-3-272 0 0,1 1 1 0 0,-1 0-1 0 0,0-1 1 0 0,0 1-1 0 0,1 0 1 0 0,-1-1-1 0 0,0 1 1 0 0,1 0-1 0 0,-1 0 1 0 0,1 0-1 0 0,-1 0 1 0 0,1 0-1 0 0,-1-1 1 0 0,1 1-1 0 0,-1 2 1 0 0,-7 61 1248 0 0,2-1 0 0 0,4 107 0 0 0,3-94-1038 0 0,-1-31-67 0 0,0-43-193 0 0,0 10 50 0 0,-3 72-47 0 0,0-41-452 0 0,5 57 0 0 0,0-79-1473 0 0,2-10-1254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0 154 448 0 0,'5'-12'8724'0'0,"-3"7"-7785"0"0,1 0-1 0 0,0 1 1 0 0,0 0-1 0 0,0-1 1 0 0,1 1 0 0 0,5-5-1 0 0,-2 3-202 0 0,0 1 0 0 0,0-1-1 0 0,10-4 1 0 0,9-3-1166 0 0,40-14-1 0 0,-2 1-2057 0 0,-39 13-5879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1984 0 0,'-7'5'880'0'0,"0"0"0"0"0,0 1 0 0 0,0 0 0 0 0,1 0 0 0 0,0 1 1 0 0,0 0-1 0 0,1 0 0 0 0,0 0 0 0 0,-8 16 0 0 0,10-18-738 0 0,1-1 1 0 0,-1 1 0 0 0,1 0-1 0 0,0 0 1 0 0,1 0 0 0 0,-1 0-1 0 0,1 0 1 0 0,0 1 0 0 0,1-1-1 0 0,-1 0 1 0 0,1 0 0 0 0,0 1-1 0 0,0-1 1 0 0,0 0 0 0 0,1 1-1 0 0,0-1 1 0 0,2 8 0 0 0,-2-11-37 0 0,1 0 0 0 0,-1 0-1 0 0,1 0 1 0 0,0 0 0 0 0,-1 0 0 0 0,1 0 0 0 0,0 0 0 0 0,0 0 0 0 0,0-1 0 0 0,0 1 0 0 0,1-1 0 0 0,-1 1 0 0 0,0-1 0 0 0,1 0 0 0 0,-1 0 0 0 0,1 0 0 0 0,-1 0 0 0 0,1-1 0 0 0,4 2 0 0 0,7 0 255 0 0,0 0 0 0 0,22-1 0 0 0,-16 0-244 0 0,-7-1 14 0 0,1 2 0 0 0,-1 0-1 0 0,1 0 1 0 0,-1 1 0 0 0,19 7-1 0 0,-26-8 31 0 0,-1 1-1 0 0,0-1 1 0 0,1 1-1 0 0,-1 0 0 0 0,0 1 1 0 0,-1-1-1 0 0,1 1 1 0 0,-1 0-1 0 0,1 0 1 0 0,-1 1-1 0 0,-1-1 0 0 0,1 1 1 0 0,-1 0-1 0 0,1 0 1 0 0,2 5-1 0 0,-4-3 64 0 0,1 0 0 0 0,-1 0 0 0 0,0 1-1 0 0,0-1 1 0 0,-1 0 0 0 0,0 1 0 0 0,0-1-1 0 0,-1 1 1 0 0,0-1 0 0 0,0 1 0 0 0,-1-1 0 0 0,0 0-1 0 0,0 1 1 0 0,-1-1 0 0 0,0 0 0 0 0,0 0-1 0 0,-1 0 1 0 0,-4 9 0 0 0,2-5-96 0 0,0-1 0 0 0,-1 0 0 0 0,-1 0-1 0 0,1-1 1 0 0,-1 1 0 0 0,-1-1 0 0 0,0-1 0 0 0,0 0 0 0 0,-1 0-1 0 0,0 0 1 0 0,-12 7 0 0 0,17-13-255 0 0,-1 1 0 0 0,1-1 0 0 0,-1 0 0 0 0,0 0 0 0 0,0-1 0 0 0,0 1 0 0 0,0-1 0 0 0,-9 1 0 0 0,-20-3-5169 0 0,24-2 1703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28 155 1044 0 0,'-28'53'13334'0'0,"28"-53"-13286"0"0,0 0 1 0 0,0 0-1 0 0,0 1 1 0 0,0-1-1 0 0,0 0 0 0 0,0 0 1 0 0,0 1-1 0 0,0-1 0 0 0,0 0 1 0 0,0 0-1 0 0,0 1 1 0 0,0-1-1 0 0,0 0 0 0 0,1 0 1 0 0,-1 1-1 0 0,0-1 1 0 0,0 0-1 0 0,0 0 0 0 0,0 1 1 0 0,0-1-1 0 0,1 0 0 0 0,-1 0 1 0 0,0 0-1 0 0,0 1 1 0 0,0-1-1 0 0,0 0 0 0 0,1 0 1 0 0,-1 0-1 0 0,0 0 0 0 0,0 0 1 0 0,1 1-1 0 0,-1-1 1 0 0,0 0-1 0 0,0 0 0 0 0,1 0 1 0 0,-1 0-1 0 0,0 0 1 0 0,0 0-1 0 0,1 0 0 0 0,-1 0 1 0 0,0 0-1 0 0,0 0 0 0 0,1 0 1 0 0,-1 0-1 0 0,0 0 1 0 0,0 0-1 0 0,1 0 0 0 0,-1 0 1 0 0,0 0-1 0 0,0 0 1 0 0,1 0-1 0 0,-1-1 0 0 0,0 1 1 0 0,0 0-1 0 0,1 0 0 0 0,13-3 549 0 0,17-8 87 0 0,0-2-1 0 0,54-31 0 0 0,-16 7-396 0 0,98-35-606 0 0,-109 54-2901 0 0,1 5-4137 0 0,-41 11 636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1 584 0 0,'-82'43'17216'0'0,"84"-42"-16701"0"0,36-1 794 0 0,-29 0-1184 0 0,-1-1-1 0 0,1 2 0 0 0,0-1 0 0 0,-1 1 1 0 0,14 3-1 0 0,-20-3-105 0 0,1 0 0 0 0,-1 0 1 0 0,0 0-1 0 0,0 0 0 0 0,0 0 0 0 0,0 1 0 0 0,0-1 1 0 0,0 1-1 0 0,0-1 0 0 0,0 1 0 0 0,0 0 1 0 0,0 0-1 0 0,-1-1 0 0 0,1 1 0 0 0,-1 0 1 0 0,0 1-1 0 0,1-1 0 0 0,-1 0 0 0 0,0 0 0 0 0,0 0 1 0 0,-1 1-1 0 0,1-1 0 0 0,0 1 0 0 0,0 2 1 0 0,0 4 41 0 0,0-1 1 0 0,-1 1 0 0 0,0-1 0 0 0,0 1 0 0 0,-1-1 0 0 0,0 1 0 0 0,0-1-1 0 0,-1 1 1 0 0,0-1 0 0 0,-6 12 0 0 0,-4 9 93 0 0,-24 41 1 0 0,26-50-81 0 0,-4 3 19 0 0,-7 18 58 0 0,20-40-122 0 0,1 0-28 0 0,0-1 0 0 0,0 0 0 0 0,-1 0 0 0 0,1 1-1 0 0,0-1 1 0 0,0 0 0 0 0,0 1 0 0 0,0-1 0 0 0,-1 0 0 0 0,1 0 0 0 0,0 1 0 0 0,0-1 0 0 0,0 0 0 0 0,0 1 0 0 0,0-1 0 0 0,0 0 0 0 0,0 1 0 0 0,0-1 0 0 0,0 0 0 0 0,0 1 0 0 0,0-1 0 0 0,0 0 0 0 0,0 1 0 0 0,0-1 0 0 0,1 0-1 0 0,-1 1 1 0 0,0-1 0 0 0,0 1 0 0 0,56 5 11 0 0,-48-7 15 0 0,1 2 1 0 0,-1-1-1 0 0,0 1 1 0 0,1 0-1 0 0,-1 1 1 0 0,0 0-1 0 0,0 0 1 0 0,0 1 0 0 0,0 0-1 0 0,0 0 1 0 0,-1 1-1 0 0,8 5 1 0 0,-11-7 174 0 0,-1 1 0 0 0,1 0 0 0 0,-1 1 1 0 0,0-1-1 0 0,0 1 0 0 0,0-1 0 0 0,0 1 0 0 0,0 0 1 0 0,-1 0-1 0 0,0 0 0 0 0,0 0 0 0 0,0 1 1 0 0,0-1-1 0 0,-1 1 0 0 0,1-1 0 0 0,-1 1 0 0 0,-1-1 1 0 0,1 1-1 0 0,0 0 0 0 0,-1-1 0 0 0,0 1 0 0 0,0 0 1 0 0,0-1-1 0 0,-1 1 0 0 0,0 0 0 0 0,0-1 1 0 0,0 1-1 0 0,0-1 0 0 0,-1 1 0 0 0,1-1 0 0 0,-1 0 1 0 0,-3 5-1 0 0,0 0-16 0 0,0-1 0 0 0,0 0 0 0 0,0 0 0 0 0,-1 0 0 0 0,-1-1 0 0 0,1 0 0 0 0,-1 0 1 0 0,0-1-1 0 0,0 1 0 0 0,-1-2 0 0 0,0 1 0 0 0,0-1 0 0 0,0 0 0 0 0,-1-1 0 0 0,-10 4 0 0 0,11-5-188 0 0,0-1-1 0 0,0 0 0 0 0,0 0 1 0 0,0-1-1 0 0,0 0 0 0 0,0-1 1 0 0,0 0-1 0 0,-1 0 0 0 0,1-1 1 0 0,0 0-1 0 0,0 0 0 0 0,0-1 1 0 0,0 0-1 0 0,0 0 0 0 0,0-1 1 0 0,-8-3-1 0 0,11 3-318 0 0,0-1 0 0 0,-1 1 1 0 0,1-1-1 0 0,0 0 0 0 0,1 0 0 0 0,-1 0 1 0 0,1-1-1 0 0,0 1 0 0 0,0-1 0 0 0,0 0 0 0 0,1 0 1 0 0,-1-1-1 0 0,1 1 0 0 0,0-1 0 0 0,1 1 1 0 0,0-1-1 0 0,0 0 0 0 0,0 0 0 0 0,0 0 1 0 0,1 0-1 0 0,-1-11 0 0 0,1-5-1996 0 0,2 1-1 0 0,0 0 1 0 0,1-1 0 0 0,2 1-1 0 0,7-31 1 0 0,4-1-6651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29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83 392 0 0,'-12'-10'9360'0'0,"12"10"-9164"0"0,0-1 0 0 0,-1 1 0 0 0,1-1 0 0 0,0 1 0 0 0,0-1-1 0 0,-1 1 1 0 0,1-1 0 0 0,0 1 0 0 0,0-1 0 0 0,0 0 0 0 0,0 1 0 0 0,0-1 0 0 0,0 1 0 0 0,0-1 0 0 0,0 1 0 0 0,0-1 0 0 0,0 1-1 0 0,0-1 1 0 0,0 1 0 0 0,0-1 0 0 0,1 0 0 0 0,18-6 2702 0 0,-11 5-2902 0 0,90-27 1697 0 0,-28 7-1278 0 0,-68 22-396 0 0,-1 0-18 0 0,-1-1 0 0 0,1 1 0 0 0,0 0 0 0 0,0 0 0 0 0,-1 0 0 0 0,1 1 1 0 0,0-1-1 0 0,-1 0 0 0 0,1 0 0 0 0,0 0 0 0 0,-1 0 0 0 0,1 1 0 0 0,-1-1 0 0 0,1 0 0 0 0,0 0 0 0 0,-1 1 0 0 0,1-1 0 0 0,-1 1 0 0 0,2 0 0 0 0,-6 15 16 0 0,-1 0 0 0 0,-1 0-1 0 0,0 0 1 0 0,-1-1 0 0 0,-1 0-1 0 0,-14 21 1 0 0,3-2 37 0 0,-28 48 476 0 0,-27 52 530 0 0,59-104-730 0 0,2 0 0 0 0,-15 50 0 0 0,28-80-293 0 0,0 1 0 0 0,-1 0 1 0 0,1 0-1 0 0,0 0 0 0 0,0 0 0 0 0,0 0 1 0 0,0 0-1 0 0,-1-1 0 0 0,1 1 1 0 0,0 0-1 0 0,1 0 0 0 0,-1 0 0 0 0,0 0 1 0 0,0 0-1 0 0,0 0 0 0 0,1 0 1 0 0,-1-1-1 0 0,0 1 0 0 0,1 0 0 0 0,-1 0 1 0 0,0 0-1 0 0,1-1 0 0 0,-1 1 1 0 0,1 0-1 0 0,-1-1 0 0 0,1 1 0 0 0,0 0 1 0 0,-1-1-1 0 0,1 1 0 0 0,0 0 1 0 0,-1-1-1 0 0,1 1 0 0 0,0-1 0 0 0,0 0 1 0 0,1 1-1 0 0,2 0 35 0 0,-1 0 1 0 0,0 0-1 0 0,1 0 1 0 0,-1-1-1 0 0,1 0 1 0 0,-1 0-1 0 0,5 0 1 0 0,3-1-34 0 0,1-1 0 0 0,-1 0 0 0 0,0 0 0 0 0,0-1 1 0 0,0-1-1 0 0,0 0 0 0 0,0-1 0 0 0,-1 1 0 0 0,15-11 0 0 0,6-5-2061 0 0,45-40 0 0 0,-2-4-6692 0 0,-37 30-292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3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1 764 0 0,'0'0'1788'0'0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8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82 1872 0 0,'-19'-56'8530'0'0,"14"42"-6702"0"0,-1 2-72 0 0,5 12-1741 0 0,1 0 0 0 0,-1 0 0 0 0,1 0 1 0 0,-1 0-1 0 0,1 0 0 0 0,-1 0 1 0 0,1 0-1 0 0,-1 0 0 0 0,1 0 1 0 0,-1 0-1 0 0,1 1 0 0 0,-1-1 1 0 0,1 0-1 0 0,-1 0 0 0 0,1 0 1 0 0,-1 0-1 0 0,1 1 0 0 0,-1-1 1 0 0,1 0-1 0 0,0 1 0 0 0,-1-1 1 0 0,1 0-1 0 0,-1 1 0 0 0,1-1 1 0 0,-1 1-1 0 0,-2 3 3 0 0,0 1 0 0 0,0-1 0 0 0,0 1 0 0 0,0-1 0 0 0,1 1-1 0 0,-1 0 1 0 0,1 0 0 0 0,-1 7 0 0 0,-1-2 14 0 0,-23 65 75 0 0,3 2 1 0 0,4 1 0 0 0,-12 84-1 0 0,19-61 60 0 0,1 204 0 0 0,12-271-145 0 0,2 0 1 0 0,2 0-1 0 0,1 0 1 0 0,1 0 0 0 0,2-1-1 0 0,15 41 1 0 0,-19-65 11 0 0,0 1 1 0 0,1-1-1 0 0,0 0 1 0 0,1 0 0 0 0,0 0-1 0 0,1-1 1 0 0,-1 0-1 0 0,17 14 1 0 0,-20-19-48 0 0,1 0-1 0 0,-1-1 1 0 0,1 1 0 0 0,0-1 0 0 0,0 0 0 0 0,0 0 0 0 0,0 0-1 0 0,0-1 1 0 0,1 1 0 0 0,-1-1 0 0 0,0 0 0 0 0,1 0-1 0 0,-1-1 1 0 0,1 1 0 0 0,-1-1 0 0 0,1 0 0 0 0,-1 0 0 0 0,1 0-1 0 0,-1-1 1 0 0,1 0 0 0 0,-1 0 0 0 0,0 0 0 0 0,7-2-1 0 0,-2-1-878 0 0,0-1-1 0 0,0 1 1 0 0,-1-2-1 0 0,0 1 1 0 0,0-1-1 0 0,0 0 1 0 0,0 0-1 0 0,12-15 1 0 0,-2-2-4165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2 175 328 0 0,'-2'-16'3535'0'0,"3"8"-2937"0"0,0 1 0 0 0,0 0 0 0 0,0-1-1 0 0,1 1 1 0 0,0 0 0 0 0,0 0 0 0 0,1 0 0 0 0,0 0 0 0 0,6-9 0 0 0,-5 9-347 0 0,1-1 0 0 0,0 2 0 0 0,0-1 0 0 0,0 0 0 0 0,1 1 0 0 0,0 0 0 0 0,0 1 0 0 0,9-7 0 0 0,-12 10-229 0 0,1 0 0 0 0,0 0 0 0 0,-1 1 0 0 0,1 0 0 0 0,0-1 1 0 0,0 1-1 0 0,0 1 0 0 0,0-1 0 0 0,0 0 0 0 0,0 1 0 0 0,0 0 0 0 0,5 0 0 0 0,1 1-10 0 0,0 0 1 0 0,-1 1-1 0 0,15 4 0 0 0,-15-3-5 0 0,0 0 0 0 0,0 1-1 0 0,0 1 1 0 0,-1-1 0 0 0,0 1 0 0 0,0 1-1 0 0,0 0 1 0 0,0 0 0 0 0,-1 0-1 0 0,0 1 1 0 0,0 0 0 0 0,-1 0 0 0 0,0 1-1 0 0,0 0 1 0 0,-1 0 0 0 0,0 0 0 0 0,0 1-1 0 0,-1-1 1 0 0,4 13 0 0 0,-3-9 165 0 0,-1 1 1 0 0,-1 0-1 0 0,0 0 1 0 0,-1 0-1 0 0,0 1 1 0 0,-1-1 0 0 0,0 0-1 0 0,-1 1 1 0 0,-1-1-1 0 0,0 0 1 0 0,-1 1-1 0 0,0-1 1 0 0,-6 18-1 0 0,4-19 116 0 0,-1 0 0 0 0,0 0 0 0 0,-1 0 0 0 0,0-1 0 0 0,0 1 0 0 0,-1-2 0 0 0,-14 17 0 0 0,15-20-188 0 0,-1-1 0 0 0,0 0 1 0 0,0 0-1 0 0,-1 0 0 0 0,1-1 1 0 0,-1-1-1 0 0,0 1 0 0 0,-1-1 0 0 0,1 0 1 0 0,-1-1-1 0 0,-12 3 0 0 0,6-2-32 0 0,0 0-1 0 0,-21 0 0 0 0,34-3-39 0 0,-2-1-18 0 0,-3 0-206 0 0,-13-1 51 0 0,19 1-5 0 0,1 0-1 0 0,-1 0 0 0 0,1 0 1 0 0,-1 0-1 0 0,1-1 0 0 0,-1 1 1 0 0,1 0-1 0 0,-1 0 0 0 0,1-1 1 0 0,-1 1-1 0 0,1 0 0 0 0,0-1 1 0 0,-1 1-1 0 0,1 0 0 0 0,0-1 1 0 0,-1 1-1 0 0,1-1 0 0 0,0 1 1 0 0,-1-1-1 0 0,1 0 0 0 0,0 0-380 0 0,1-1-1 0 0,-1 1 1 0 0,1 0-1 0 0,-1-1 0 0 0,1 1 1 0 0,-1-1-1 0 0,1 1 1 0 0,0 0-1 0 0,0 0 0 0 0,3-4-531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8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91 1836 0 0,'-1'-7'912'0'0,"-1"1"0"0"0,0 0 0 0 0,0-1 0 0 0,0 1 0 0 0,-1 0 0 0 0,0 0 0 0 0,0 0 0 0 0,-1 1 0 0 0,1-1 0 0 0,-1 1 1 0 0,0 0-1 0 0,-6-5 0 0 0,8 8-797 0 0,-1 1 1 0 0,0 0-1 0 0,1-1 1 0 0,-1 1 0 0 0,0 1-1 0 0,0-1 1 0 0,0 0 0 0 0,0 1-1 0 0,0-1 1 0 0,0 1 0 0 0,0 0-1 0 0,1 0 1 0 0,-1 0-1 0 0,0 1 1 0 0,0-1 0 0 0,0 0-1 0 0,0 1 1 0 0,0 0 0 0 0,0 0-1 0 0,1 0 1 0 0,-1 0 0 0 0,-3 2-1 0 0,-6 5-37 0 0,0 0 1 0 0,0 1-1 0 0,1 0 0 0 0,0 1 1 0 0,1 1-1 0 0,0-1 0 0 0,0 2 1 0 0,1-1-1 0 0,-11 21 0 0 0,-6 13 14 0 0,-25 64 0 0 0,47-99-77 0 0,-18 44 11 0 0,1 0 0 0 0,4 2 0 0 0,1 0 0 0 0,4 0 0 0 0,1 2 0 0 0,3-1 0 0 0,3 1 0 0 0,4 102 0 0 0,2-142 17 0 0,1 0 0 0 0,2 0 0 0 0,-1 0 0 0 0,2 0 0 0 0,1 0 0 0 0,0-1 0 0 0,1 0 0 0 0,0 0 0 0 0,17 25 0 0 0,-19-34-268 0 0,1 0 0 0 0,0-1 1 0 0,0 0-1 0 0,0 0 0 0 0,1 0 1 0 0,0 0-1 0 0,0-1 0 0 0,1 0 0 0 0,0-1 1 0 0,0 0-1 0 0,0 0 0 0 0,1-1 1 0 0,-1 0-1 0 0,1 0 0 0 0,0-1 1 0 0,0 0-1 0 0,1-1 0 0 0,-1 0 1 0 0,19 2-1 0 0,-13-3-1818 0 0,-1-2 0 0 0,25-2 0 0 0,-4-4-2928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9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111 355 20 0 0,'1'-30'3827'0'0,"-1"0"0"0"0,-1 0 0 0 0,-6-35 0 0 0,7 63-3291 0 0,-13 25-31 0 0,-64 441 746 0 0,71-438-1156 0 0,0 9 1820 0 0,4-108-1303 0 0,38-233-401 0 0,-26 258-224 0 0,2 0 1 0 0,2 0-1 0 0,1 2 0 0 0,29-57 0 0 0,-41 96 10 0 0,0 1-1 0 0,0 0 0 0 0,1 0 1 0 0,0 0-1 0 0,0 0 1 0 0,1 1-1 0 0,0-1 0 0 0,0 1 1 0 0,5-5-1 0 0,-9 9 4 0 0,0 1 0 0 0,0-1-1 0 0,0 0 1 0 0,0 0 0 0 0,0 0 0 0 0,1 1-1 0 0,-1-1 1 0 0,0 0 0 0 0,0 1-1 0 0,0-1 1 0 0,1 1 0 0 0,-1-1 0 0 0,0 1-1 0 0,0 0 1 0 0,1-1 0 0 0,-1 1 0 0 0,0 0-1 0 0,3 0 1 0 0,-1 0-2 0 0,0 0 2 0 0,-1 0 0 0 0,0 0-1 0 0,0 0 1 0 0,0 0 0 0 0,0 0 0 0 0,0 0 0 0 0,1 0 0 0 0,-1 1 0 0 0,0-1-1 0 0,0 1 1 0 0,0 0 0 0 0,0 0 0 0 0,0 0 0 0 0,0 0 0 0 0,0 0 0 0 0,-1 0-1 0 0,1 0 1 0 0,0 0 0 0 0,0 1 0 0 0,-1-1 0 0 0,1 1 0 0 0,2 2 0 0 0,2 4 10 0 0,1 0 0 0 0,-1 1 0 0 0,6 11 0 0 0,-10-16-10 0 0,11 19 39 0 0,-2 1-1 0 0,-1 0 1 0 0,-1 0 0 0 0,-1 1-1 0 0,5 28 1 0 0,16 129 395 0 0,-12 15-87 0 0,-11-121-193 0 0,-6-70-1034 0 0,2 28 2242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2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77 105 1772 0 0,'-4'0'2444'0'0,"-36"-1"4217"0"0,21 1-3019 0 0,5-1-2703 0 0,18-2-99 0 0,22-3-213 0 0,-24 5-677 0 0,149-41-827 0 0,-56 4-7151 0 0,-70 25 2462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0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47 212 0 0,'-20'-37'14713'0'0,"19"27"-10935"0"0,7 13-3481 0 0,1 0 0 0 0,-1 0 0 0 0,0 0 0 0 0,0 1 0 0 0,0 0 0 0 0,-1 0 0 0 0,0 1 0 0 0,1-1 0 0 0,-1 1 0 0 0,8 11 0 0 0,1 2 226 0 0,0 1 0 0 0,10 21 0 0 0,-12-18-278 0 0,-2 0-1 0 0,0 0 0 0 0,-2 1 0 0 0,0 1 0 0 0,-2-1 0 0 0,0 1 0 0 0,-2 1 0 0 0,-1-1 0 0 0,0 0 0 0 0,-2 1 0 0 0,-1-1 0 0 0,-6 47 0 0 0,-1-29-148 0 0,-1-1-1 0 0,-3 1 1 0 0,-1-1-1 0 0,-2-1 1 0 0,-2-1 0 0 0,-33 60-1 0 0,-12-1-344 0 0,33-60-5940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35 952 0 0,'-3'1'2971'0'0,"-62"14"15180"0"0,71-15-18094 0 0,1 0 1 0 0,0 0-1 0 0,0-1 0 0 0,-1 0 1 0 0,1 0-1 0 0,0-1 0 0 0,6-2 1 0 0,4 0 37 0 0,14-2-268 0 0,82-17 187 0 0,-42 14-6103 0 0,-59 10 3374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0 580 0 0,'-109'95'16090'0'0,"109"-95"-16011"0"0,0 0-1 0 0,-1 0 1 0 0,1 0 0 0 0,0 1-1 0 0,0-1 1 0 0,-1 0 0 0 0,1 0-1 0 0,0 1 1 0 0,0-1 0 0 0,-1 0-1 0 0,1 0 1 0 0,0 1 0 0 0,0-1-1 0 0,0 0 1 0 0,0 1-1 0 0,-1-1 1 0 0,1 0 0 0 0,0 1-1 0 0,0-1 1 0 0,0 0 0 0 0,0 1-1 0 0,0-1 1 0 0,0 0 0 0 0,0 1-1 0 0,0-1 1 0 0,0 0 0 0 0,0 1-1 0 0,0-1 1 0 0,0 0-1 0 0,0 1 1 0 0,0-1 0 0 0,1 0-1 0 0,-1 1 1 0 0,0-1 0 0 0,0 0-1 0 0,0 1 1 0 0,14 5 864 0 0,18-5-597 0 0,160-26-414 0 0,-64 1-6128 0 0,-87 16 2054 0 0,6-1-3917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94 564 0 0,'-2'0'2662'0'0,"-43"-7"4332"0"0,42 8-6654 0 0,-7 0-26 0 0,7-1 603 0 0,-10 0 256 0 0,19-5-1111 0 0,-1 0 0 0 0,0 0 1 0 0,1 1-1 0 0,0-1 0 0 0,0 1 0 0 0,1 1 1 0 0,7-5-1 0 0,52-19-10 0 0,-50 21-54 0 0,-1 2 1 0 0,1 0-1 0 0,0 1 1 0 0,1 1-1 0 0,-1 0 0 0 0,0 1 1 0 0,1 1-1 0 0,22 2 1 0 0,-32-2 6 0 0,1 1 0 0 0,0 0 0 0 0,-1 1 0 0 0,1 0 0 0 0,-1 0 0 0 0,0 1 0 0 0,0 0 0 0 0,0 0 0 0 0,0 0 0 0 0,0 1 1 0 0,-1 0-1 0 0,1 0 0 0 0,-1 1 0 0 0,0 0 0 0 0,0 0 0 0 0,-1 0 0 0 0,1 1 0 0 0,-1 0 0 0 0,8 12 0 0 0,-10-12 7 0 0,-1 0-1 0 0,1 0 1 0 0,-1-1 0 0 0,0 1-1 0 0,0 1 1 0 0,-1-1-1 0 0,0 0 1 0 0,0 0 0 0 0,-1 0-1 0 0,1 1 1 0 0,-2 8-1 0 0,0-5 2 0 0,-1 1 0 0 0,0 0 0 0 0,0-1 0 0 0,-1 1 0 0 0,-1-1 0 0 0,-4 10 0 0 0,-8 10 5 0 0,0-2 1 0 0,-2 1-1 0 0,-25 29 0 0 0,22-33 212 0 0,-24 21 1 0 0,24-25 1266 0 0,-20 26 593 0 0,41-47-2089 0 0,0 0 0 0 0,0-1 0 0 0,0 1 0 0 0,0-1 0 0 0,0 1 0 0 0,1 0 0 0 0,-1-1 0 0 0,0 1 0 0 0,0 0 0 0 0,0 0-1 0 0,1-1 1 0 0,-1 1 0 0 0,0 0 0 0 0,0-1 0 0 0,1 1 0 0 0,-1 0 0 0 0,0 0 0 0 0,1-1 0 0 0,-1 1 0 0 0,0 0 0 0 0,1 0 0 0 0,-1 0-1 0 0,0 0 1 0 0,1-1 0 0 0,-1 1 0 0 0,0 0 0 0 0,1 0 0 0 0,-1 0 0 0 0,1 0 0 0 0,-1 0 0 0 0,0 0 0 0 0,1 0 0 0 0,18-1 19 0 0,-7 3-21 0 0,0 0 0 0 0,1 2 0 0 0,-1-1 0 0 0,0 1 0 0 0,-1 1 0 0 0,1 0 0 0 0,-1 1 0 0 0,12 8 0 0 0,0 0-1 0 0,-1 2-1 0 0,37 34 0 0 0,-46-39 13 0 0,-2 1 0 0 0,1 1 0 0 0,-2 0 0 0 0,1 1-1 0 0,-2 0 1 0 0,0 0 0 0 0,0 1 0 0 0,6 17 0 0 0,-13-26 134 0 0,0 1 0 0 0,0 0 0 0 0,0-1-1 0 0,-1 1 1 0 0,1 0 0 0 0,-2 0 0 0 0,1-1 0 0 0,-1 1 0 0 0,0 0 0 0 0,-1 0 0 0 0,1 0 0 0 0,-1 0 0 0 0,-1 0-1 0 0,1-1 1 0 0,-1 1 0 0 0,0-1 0 0 0,-1 1 0 0 0,0-1 0 0 0,0 0 0 0 0,0 0 0 0 0,0 0 0 0 0,-9 10 0 0 0,2-4 205 0 0,0-1 1 0 0,-1 0-1 0 0,0-1 0 0 0,-1 0 1 0 0,0 0-1 0 0,-1-1 1 0 0,0-1-1 0 0,0-1 1 0 0,-1 1-1 0 0,0-2 1 0 0,0 0-1 0 0,0-1 0 0 0,-1 0 1 0 0,0-1-1 0 0,-24 3 1 0 0,21-5-180 0 0,0-1 1 0 0,0 0-1 0 0,0-1 1 0 0,0-1-1 0 0,0-1 1 0 0,0-1-1 0 0,0 0 1 0 0,0-2-1 0 0,1 0 1 0 0,0 0-1 0 0,0-2 1 0 0,-32-16-1 0 0,16 0-21 0 0,-5-2-1203 0 0,10 12-5324 0 0,13 11 1909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9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90 1364 0 0,'0'0'1676'0'0,"-15"-4"4175"0"0,6 3-4811 0 0,-5-1 2573 0 0,14-1-2595 0 0,7-2-1574 0 0,5-1 587 0 0,1 1 1 0 0,1 0-1 0 0,-1 1 0 0 0,1 0 0 0 0,20-2 1 0 0,10-3-53 0 0,103-18-3661 0 0,-115 22 214 0 0,-10 2-1151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3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81 2084 0 0,'-130'71'9908'0'0,"129"-70"-9533"0"0,4-2-230 0 0,24-3-61 0 0,1-3 0 0 0,-1 0-1 0 0,32-13 1 0 0,-20 6-201 0 0,49-14-702 0 0,59-21-4325 0 0,-85 26 781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59 524 0 0,'0'0'1334'0'0,"-2"-12"2385"0"0,-13-23 2184 0 0,14 34-5842 0 0,1 1 0 0 0,0-1 0 0 0,-1 0 0 0 0,1 1 0 0 0,0-1 0 0 0,-1 1 0 0 0,1-1-1 0 0,-1 0 1 0 0,1 1 0 0 0,-1-1 0 0 0,1 1 0 0 0,-1-1 0 0 0,1 1 0 0 0,-1 0 0 0 0,1-1 0 0 0,-1 1 0 0 0,0-1 0 0 0,1 1 0 0 0,-1 0 0 0 0,0 0 0 0 0,1-1 0 0 0,-1 1 0 0 0,0 0 0 0 0,1 0 0 0 0,-1 0 0 0 0,0 0 0 0 0,1 0 0 0 0,-1 0 0 0 0,0 0 0 0 0,0 0 0 0 0,1 0 0 0 0,-1 0 0 0 0,0 0 0 0 0,0 0 0 0 0,1 0 0 0 0,-1 1 0 0 0,0-1 0 0 0,1 0 0 0 0,-1 0-1 0 0,1 1 1 0 0,-1-1 0 0 0,0 1 0 0 0,1-1 0 0 0,-2 1 0 0 0,-11 24-40 0 0,2 0-1 0 0,0 1 1 0 0,-13 51 0 0 0,-11 90 297 0 0,20-87-93 0 0,-14 83 245 0 0,8 1-1 0 0,7 0 0 0 0,7 1 1 0 0,24 276-1 0 0,-8-357-372 0 0,23 100 1 0 0,-23-148-44 0 0,1-1-1 0 0,2 0 1 0 0,1 0 0 0 0,2-1 0 0 0,25 42 0 0 0,-37-71-46 0 0,-1-1 1 0 0,1 0 0 0 0,1 0-1 0 0,-1 0 1 0 0,0 0 0 0 0,1 0-1 0 0,0-1 1 0 0,0 1 0 0 0,0-1-1 0 0,0 0 1 0 0,1 0 0 0 0,-1-1-1 0 0,1 1 1 0 0,-1-1 0 0 0,1 0-1 0 0,0 0 1 0 0,0-1 0 0 0,0 1-1 0 0,6 0 1 0 0,-4-2-183 0 0,0 0 0 0 0,-1 0 0 0 0,1 0 0 0 0,0-1 0 0 0,0 0 0 0 0,-1-1 0 0 0,1 1 0 0 0,0-1 0 0 0,-1-1 0 0 0,0 1 0 0 0,1-1 0 0 0,-1 0 0 0 0,0-1 0 0 0,7-4 0 0 0,1-2-1081 0 0,0 0 0 0 0,-1-1 0 0 0,0-1 0 0 0,0 0 0 0 0,19-24 0 0 0,-2-7-4088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6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17 186 744 0 0,'-3'-11'1313'0'0,"0"1"-189"0"0,0 0 0 0 0,1 0 0 0 0,0 0 0 0 0,0 0 0 0 0,1-18 0 0 0,1 25-1008 0 0,1-1 0 0 0,-1 1 0 0 0,1 0 1 0 0,0-1-1 0 0,0 1 0 0 0,0 0 0 0 0,1 0 1 0 0,-1 0-1 0 0,1 0 0 0 0,0 0 0 0 0,0 0 0 0 0,0 0 1 0 0,0 0-1 0 0,0 1 0 0 0,0-1 0 0 0,1 1 1 0 0,0-1-1 0 0,-1 1 0 0 0,1 0 0 0 0,0 0 0 0 0,4-2 1 0 0,2-1-30 0 0,2 0 1 0 0,-1 1-1 0 0,0 0 1 0 0,1 0-1 0 0,0 1 1 0 0,0 1-1 0 0,0 0 1 0 0,0 0-1 0 0,0 1 1 0 0,0 0-1 0 0,14 2 1 0 0,1 0-3 0 0,1 2 1 0 0,-1 1 0 0 0,41 12 0 0 0,-45-9-59 0 0,0 0-1 0 0,-1 2 0 0 0,0 0 1 0 0,34 22-1 0 0,-41-22-11 0 0,-1 0-1 0 0,0 1 1 0 0,-1 1 0 0 0,0 0-1 0 0,0 0 1 0 0,-1 1 0 0 0,13 19 0 0 0,-20-24 65 0 0,1 1 1 0 0,-1-1 0 0 0,0 1-1 0 0,-1 0 1 0 0,0 0 0 0 0,0 0 0 0 0,-1 1-1 0 0,0-1 1 0 0,0 1 0 0 0,-1-1 0 0 0,0 1-1 0 0,-1 0 1 0 0,0 11 0 0 0,-1-8 68 0 0,-1-1 1 0 0,-1 1-1 0 0,1-1 1 0 0,-2 0 0 0 0,1 1-1 0 0,-2-2 1 0 0,1 1-1 0 0,-2 0 1 0 0,-6 10 0 0 0,1-5 72 0 0,0 0 0 0 0,-2-1 1 0 0,0 0-1 0 0,0-1 0 0 0,-2 0 0 0 0,1-1 1 0 0,-2-1-1 0 0,0 0 0 0 0,0-1 1 0 0,-1-1-1 0 0,-26 12 0 0 0,34-19-169 0 0,0 1-1 0 0,-1-2 0 0 0,0 1 0 0 0,1-1 1 0 0,-1-1-1 0 0,0 0 0 0 0,0 0 0 0 0,0-1 1 0 0,1 0-1 0 0,-14-2 0 0 0,22 2-113 0 0,-1 0-1 0 0,1-1 1 0 0,0 1 0 0 0,0 0-1 0 0,-1 0 1 0 0,1 0 0 0 0,0-1-1 0 0,0 1 1 0 0,0-1-1 0 0,0 1 1 0 0,0-1 0 0 0,-1 1-1 0 0,1-1 1 0 0,0 0 0 0 0,0 0-1 0 0,0 1 1 0 0,0-1 0 0 0,1 0-1 0 0,-1 0 1 0 0,0 0 0 0 0,0 0-1 0 0,0 0 1 0 0,1 0-1 0 0,-1 0 1 0 0,1 0 0 0 0,-1 0-1 0 0,0 0 1 0 0,1-1 0 0 0,0 1-1 0 0,-1 0 1 0 0,1 0 0 0 0,0 0-1 0 0,0-1 1 0 0,0 1-1 0 0,-1 0 1 0 0,1 0 0 0 0,0-1-1 0 0,1 1 1 0 0,-1 0 0 0 0,0 0-1 0 0,0 0 1 0 0,1-3 0 0 0,1-2-1082 0 0,0 0 1 0 0,0 1 0 0 0,1-1 0 0 0,0 0-1 0 0,0 1 1 0 0,6-8 0 0 0,2-4-4689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7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565 147 2392 0 0,'3'-8'1113'0'0,"-1"1"-1"0"0,0-1 1 0 0,0 0-1 0 0,-1 1 1 0 0,0-1-1 0 0,-1 0 1 0 0,0 0-1 0 0,0-9 1 0 0,-1 13-801 0 0,1 1 1 0 0,-1-1-1 0 0,0 1 1 0 0,0-1 0 0 0,0 1-1 0 0,-1 0 1 0 0,1-1 0 0 0,-1 1-1 0 0,0 0 1 0 0,0 0-1 0 0,0 0 1 0 0,0 0 0 0 0,0 0-1 0 0,-1 1 1 0 0,1-1 0 0 0,-1 1-1 0 0,0-1 1 0 0,0 1-1 0 0,-3-2 1 0 0,4 3-273 0 0,0 0 1 0 0,-1 0-1 0 0,1 1 0 0 0,0-1 1 0 0,0 1-1 0 0,-1-1 0 0 0,1 1 0 0 0,-1 0 1 0 0,1 0-1 0 0,0 0 0 0 0,-1 0 1 0 0,1 0-1 0 0,0 0 0 0 0,-1 1 1 0 0,1-1-1 0 0,0 1 0 0 0,-1 0 1 0 0,-2 1-1 0 0,-37 20 214 0 0,21-8-209 0 0,0 2-1 0 0,2 1 1 0 0,-1 0-1 0 0,2 1 1 0 0,1 1-1 0 0,-25 34 1 0 0,5 1 17 0 0,-42 83 0 0 0,47-72-39 0 0,2 2 0 0 0,3 1 1 0 0,3 1-1 0 0,-16 80 1 0 0,33-116-20 0 0,2 1 0 0 0,1-1 0 0 0,0 39 0 0 0,4-59 11 0 0,0-1 0 0 0,1 0 0 0 0,1 0 0 0 0,0 0 0 0 0,1 0 0 0 0,0 0 0 0 0,0-1 0 0 0,1 1 0 0 0,1-1 0 0 0,0 0 0 0 0,0 0 0 0 0,9 11 0 0 0,-9-15 8 0 0,1-1 0 0 0,0 1 1 0 0,0-2-1 0 0,1 1 0 0 0,-1-1 1 0 0,1 0-1 0 0,0 0 1 0 0,1 0-1 0 0,-1-1 0 0 0,1-1 1 0 0,0 1-1 0 0,0-1 0 0 0,0 0 1 0 0,0-1-1 0 0,1 0 1 0 0,-1 0-1 0 0,1-1 0 0 0,13 0 1 0 0,-6 0-708 0 0,0-1 1 0 0,0-1 0 0 0,27-5 0 0 0,-24 1-2472 0 0,1 0 0 0 0,24-10 0 0 0,-21 7-3128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290 110 1576 0 0,'0'-8'1992'0'0,"0"0"1"0"0,-1-1-1 0 0,-1 1 0 0 0,1 0 0 0 0,-1 0 1 0 0,-3-9-1 0 0,3 12-1286 0 0,-1 0 0 0 0,1 0 0 0 0,-1 0-1 0 0,1 1 1 0 0,-6-7 0 0 0,7 10-650 0 0,0 0-1 0 0,0 0 0 0 0,0 1 1 0 0,0-1-1 0 0,0 0 0 0 0,0 1 1 0 0,0-1-1 0 0,0 1 0 0 0,0-1 1 0 0,0 1-1 0 0,-1 0 1 0 0,1-1-1 0 0,0 1 0 0 0,0 0 1 0 0,0 0-1 0 0,0 0 0 0 0,-1 0 1 0 0,1 0-1 0 0,-2 0 0 0 0,-21 6 273 0 0,16-2-279 0 0,-1 0 0 0 0,1 1 0 0 0,0 1 0 0 0,1-1 1 0 0,-1 1-1 0 0,1 0 0 0 0,0 1 0 0 0,1 0 0 0 0,-1 0 0 0 0,-9 15 0 0 0,-1 4 20 0 0,-27 55 1 0 0,34-58-54 0 0,0 0 1 0 0,1 1-1 0 0,2-1 1 0 0,0 2-1 0 0,-6 45 1 0 0,12-56-7 0 0,0-1 0 0 0,0 1 1 0 0,2-1-1 0 0,0 1 0 0 0,0-1 1 0 0,1 0-1 0 0,1 1 0 0 0,0-1 1 0 0,1 0-1 0 0,0 0 0 0 0,1-1 1 0 0,9 18-1 0 0,-11-24-12 0 0,1-1 1 0 0,-1 0-1 0 0,1 0 1 0 0,0-1-1 0 0,1 1 0 0 0,-1-1 1 0 0,1 0-1 0 0,0 0 1 0 0,-1 0-1 0 0,2-1 0 0 0,-1 0 1 0 0,0 0-1 0 0,1 0 1 0 0,-1-1-1 0 0,1 1 0 0 0,0-1 1 0 0,0-1-1 0 0,0 1 1 0 0,0-1-1 0 0,0 0 0 0 0,0 0 1 0 0,0-1-1 0 0,12 0 1 0 0,-7-1-536 0 0,0 0 1 0 0,0-1-1 0 0,0 0 1 0 0,0 0-1 0 0,13-6 1 0 0,-12 4-1260 0 0,0-2 0 0 0,0 1 1 0 0,-1-2-1 0 0,12-7 0 0 0,1-2-5668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47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86 1432 0 0,'-10'-21'6116'0'0,"-11"-35"0"0"0,21 56-6075 0 0,0 0 1 0 0,0-1-1 0 0,0 1 1 0 0,0 0-1 0 0,-1 0 0 0 0,1-1 1 0 0,0 1-1 0 0,0 0 1 0 0,0 0-1 0 0,0-1 0 0 0,0 1 1 0 0,0 0-1 0 0,0-1 1 0 0,0 1-1 0 0,1 0 0 0 0,-1 0 1 0 0,0-1-1 0 0,0 1 1 0 0,0 0-1 0 0,0 0 0 0 0,0 0 1 0 0,0-1-1 0 0,0 1 0 0 0,1 0 1 0 0,-1 0-1 0 0,0-1 1 0 0,0 1-1 0 0,0 0 0 0 0,0 0 1 0 0,1 0-1 0 0,-1 0 1 0 0,0-1-1 0 0,0 1 0 0 0,0 0 1 0 0,1 0-1 0 0,-1 0 1 0 0,0 0-1 0 0,0 0 0 0 0,1 0 1 0 0,-1 0-1 0 0,0 0 1 0 0,0 0-1 0 0,1-1 0 0 0,-1 1 1 0 0,0 0-1 0 0,0 0 1 0 0,1 0-1 0 0,-1 0 0 0 0,0 1 1 0 0,1-1-1 0 0,-1 0 1 0 0,0 0-1 0 0,1 0 0 0 0,9 3 150 0 0,0 0-1 0 0,-1 1 0 0 0,1 0 0 0 0,-1 1 1 0 0,0 0-1 0 0,0 1 0 0 0,0-1 0 0 0,-1 2 1 0 0,1-1-1 0 0,12 15 0 0 0,1 2 107 0 0,-1 1 0 0 0,26 38 0 0 0,-25-27-189 0 0,-2 0 1 0 0,-1 2-1 0 0,-2 0 0 0 0,-1 1 1 0 0,-2 0-1 0 0,-2 1 0 0 0,-1 1 1 0 0,-3 0-1 0 0,0 0 0 0 0,-3 0 0 0 0,0 72 1 0 0,-7-47-51 0 0,-3 0 0 0 0,-3-1 0 0 0,-2 0 0 0 0,-4-1 0 0 0,-2 0 0 0 0,-42 105 0 0 0,7-49-855 0 0,-4-2 1 0 0,-72 110-1 0 0,72-142-3398 0 0,-95 112 1 0 0,47-83-3212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51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91 700 0 0,'0'0'2002'0'0,"-10"-19"5031"0"0,4 15-5616 0 0,0 0 1 0 0,0 1 0 0 0,0 0-1 0 0,-11-5 1 0 0,14 7-968 0 0,-3-4 1172 0 0,58 7-1299 0 0,1-3-1 0 0,-1-2 1 0 0,90-16-1 0 0,48-4-3595 0 0,-137 26-6543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6:51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20 1228 0 0,'-4'1'707'0'0,"-20"8"3565"0"0,0 0 0 0 0,-31 18 0 0 0,53-26-3790 0 0,36-2 27 0 0,-1-1-1 0 0,41-8 1 0 0,23-5-1625 0 0,-17 2-1080 0 0,-1-2-3324 0 0,-35 4-3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3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1296 0 0,'0'-3'1475'0'0,"1"-4"-843"0"0,0 1 0 0 0,0 0 0 0 0,0 0 0 0 0,1 0-1 0 0,-1 0 1 0 0,1 0 0 0 0,1 0 0 0 0,-1 1 0 0 0,1-1 0 0 0,0 1 0 0 0,1-1 0 0 0,4-5 0 0 0,-7 10-321 0 0,17 0 554 0 0,-15 4-789 0 0,0-1 0 0 0,0 1 0 0 0,-1 0 0 0 0,1 0 0 0 0,-1 0 0 0 0,1 0 0 0 0,-1 0 0 0 0,0 1 0 0 0,0-1 0 0 0,-1 1 0 0 0,1-1 0 0 0,-1 1 0 0 0,0 0 0 0 0,0-1 0 0 0,0 1 0 0 0,0 0 0 0 0,0 0 0 0 0,-1 4 0 0 0,2 15 206 0 0,-1 42 1 0 0,-2-56-229 0 0,-3 54 255 0 0,-19 86-1 0 0,13-98-245 0 0,3 0 1 0 0,1 0-1 0 0,3 58 1 0 0,2-106-61 0 0,1 1 0 0 0,1-1 1 0 0,-1 1-1 0 0,0-1 0 0 0,1 0 0 0 0,0 1 0 0 0,0-1 0 0 0,0 0 1 0 0,0 0-1 0 0,0 1 0 0 0,0-1 0 0 0,1 0 0 0 0,0 0 0 0 0,0 0 1 0 0,0-1-1 0 0,0 1 0 0 0,0 0 0 0 0,0-1 0 0 0,1 1 0 0 0,-1-1 1 0 0,1 0-1 0 0,-1 0 0 0 0,1 0 0 0 0,0 0 0 0 0,0 0 0 0 0,0-1 1 0 0,0 1-1 0 0,0-1 0 0 0,1 0 0 0 0,-1 0 0 0 0,0 0 1 0 0,0 0-1 0 0,1 0 0 0 0,-1-1 0 0 0,1 0 0 0 0,-1 0 0 0 0,0 0 1 0 0,1 0-1 0 0,-1 0 0 0 0,6-1 0 0 0,7-2-5 0 0,0-1-1 0 0,1 0 1 0 0,-2-1 0 0 0,1-1-1 0 0,0-1 1 0 0,-1 0 0 0 0,0 0-1 0 0,-1-2 1 0 0,0 0 0 0 0,0 0 0 0 0,-1-2-1 0 0,0 0 1 0 0,-1 0 0 0 0,0-1-1 0 0,-1 0 1 0 0,17-24 0 0 0,-14 16-2 0 0,0-1 0 0 0,-2 0 0 0 0,0-2 0 0 0,-2 1 1 0 0,0-1-1 0 0,-2 0 0 0 0,0-1 0 0 0,-2 0 0 0 0,-1 0 1 0 0,4-41-1 0 0,-9-32-10 0 0,-1 39 96 0 0,-10 63 38 0 0,10-2-77 0 0,-1 0-1 0 0,1 1 1 0 0,0-1-1 0 0,0 1 0 0 0,0 0 1 0 0,0-1-1 0 0,1 1 0 0 0,-1 0 1 0 0,1 0-1 0 0,0 4 1 0 0,0 2 60 0 0,-8 75 357 0 0,-1 4-243 0 0,3 0-1 0 0,7 94 0 0 0,0-171-541 0 0,1 0 0 0 0,0 0 0 0 0,3 11-1 0 0,8 5-2268 0 0,-11-25 1983 0 0,-1-1 0 0 0,1 0-1 0 0,-1 0 1 0 0,1-1 0 0 0,0 1 0 0 0,0 0 0 0 0,0-1 0 0 0,0 1 0 0 0,3 1 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38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1492 0 0,'1'-7'1425'0'0,"5"-13"6133"0"0,-6 20-7471 0 0,0-1-1 0 0,0 1 1 0 0,1 0 0 0 0,-1 0-1 0 0,0-1 1 0 0,1 1-1 0 0,-1 0 1 0 0,0 0 0 0 0,0 0-1 0 0,1-1 1 0 0,-1 1 0 0 0,0 0-1 0 0,1 0 1 0 0,-1 0-1 0 0,0 0 1 0 0,1 0 0 0 0,-1 0-1 0 0,0 0 1 0 0,1 0 0 0 0,-1 0-1 0 0,0 0 1 0 0,1 0 0 0 0,-1 0-1 0 0,0 0 1 0 0,1 0-1 0 0,-1 0 1 0 0,0 0 0 0 0,1 0-1 0 0,-1 0 1 0 0,0 0 0 0 0,1 0-1 0 0,-1 0 1 0 0,0 1-1 0 0,0-1 1 0 0,1 0 0 0 0,-1 0-1 0 0,0 0 1 0 0,1 1 0 0 0,-1-1-1 0 0,0 0 1 0 0,0 0 0 0 0,0 1-1 0 0,1-1 1 0 0,-1 0-1 0 0,0 0 1 0 0,0 1 0 0 0,3 3 113 0 0,-1 0 0 0 0,0 0 0 0 0,0 0 0 0 0,0 1 0 0 0,0-1 0 0 0,-1 0 0 0 0,0 1 0 0 0,0-1 0 0 0,0 1 0 0 0,0 0 0 0 0,-1 6 0 0 0,2 2 34 0 0,2 23 140 0 0,-2 0 0 0 0,-1 0 0 0 0,-8 70 0 0 0,3-94-323 0 0,-2-17 21 0 0,-3-15 20 0 0,8 6-94 0 0,0 1 0 0 0,1-1 1 0 0,0 0-1 0 0,1 1 0 0 0,1-1 0 0 0,0 1 0 0 0,6-21 0 0 0,0 7-3 0 0,2 0 1 0 0,19-39-1 0 0,-20 48 4 0 0,1 0 1 0 0,21-28-1 0 0,-27 41-2 0 0,1 0 0 0 0,-1 0 0 0 0,1 0 0 0 0,0 0 0 0 0,0 1 0 0 0,0 0 0 0 0,1 0 1 0 0,-1 0-1 0 0,1 0 0 0 0,0 1 0 0 0,12-5 0 0 0,-15 8 1 0 0,0 0 0 0 0,0 0 0 0 0,0-1 0 0 0,-1 2 0 0 0,1-1 0 0 0,0 0 0 0 0,0 1 0 0 0,0-1 0 0 0,0 1 1 0 0,0 0-1 0 0,-1 0 0 0 0,1 0 0 0 0,0 0 0 0 0,-1 0 0 0 0,1 1 0 0 0,-1-1 0 0 0,1 1 0 0 0,-1-1 0 0 0,0 1 0 0 0,0 0 0 0 0,1 0 0 0 0,-1 0 1 0 0,-1 0-1 0 0,4 4 0 0 0,1 5 4 0 0,0-1 1 0 0,0 2-1 0 0,-1-1 1 0 0,0 0 0 0 0,-1 1-1 0 0,-1 0 1 0 0,4 17-1 0 0,6 91 93 0 0,-2-16-13 0 0,-11-101-88 0 0,1 0 0 0 0,-1-1 0 0 0,1 1 0 0 0,0-1 0 0 0,0 1 0 0 0,0-1 0 0 0,0 1 0 0 0,0-1 0 0 0,0 0-1 0 0,0 1 1 0 0,1-1 0 0 0,-1 0 0 0 0,1 0 0 0 0,0 0 0 0 0,0 0 0 0 0,0 0 0 0 0,-1 0 0 0 0,2-1 0 0 0,-1 1 0 0 0,0-1 0 0 0,0 1 0 0 0,3 0 0 0 0,-1 0-123 0 0,0-1 1 0 0,0-1-1 0 0,0 1 1 0 0,0 0-1 0 0,0-1 0 0 0,0 0 1 0 0,0 0-1 0 0,0 0 1 0 0,0-1-1 0 0,1 1 1 0 0,-1-1-1 0 0,0 0 1 0 0,7-2-1 0 0,4-3-390 0 0,-1 0 0 0 0,0-1 0 0 0,0-1 0 0 0,-1 0 0 0 0,0 0 1 0 0,0-2-1 0 0,-1 1 0 0 0,12-13 0 0 0,-9 7 173 0 0,-1 0 0 0 0,-1 0 0 0 0,0-2 0 0 0,-1 0 0 0 0,16-30 0 0 0,-21 32 649 0 0,-1-1-1 0 0,0 1 1 0 0,4-20-1 0 0,-7 19 972 0 0,0 1 0 0 0,-1-2-1 0 0,0-19 1095 0 0,-6 48-870 0 0,0 46-722 0 0,1 1 1 0 0,3 0-1 0 0,9 62 1 0 0,-9-119-779 0 0,3 18 43 0 0,8 34-1 0 0,-10-50-34 0 0,0-1 0 0 0,1 1 0 0 0,-1 0 1 0 0,1-1-1 0 0,-1 1 0 0 0,1-1 0 0 0,0 0 0 0 0,0 1 0 0 0,0-1 1 0 0,1 0-1 0 0,-1 0 0 0 0,1 0 0 0 0,0-1 0 0 0,0 1 0 0 0,0-1 1 0 0,3 3-1 0 0,-3-5-47 0 0,-1 1 1 0 0,1-1-1 0 0,0 0 1 0 0,-1 0-1 0 0,1 0 1 0 0,-1 0 0 0 0,1 0-1 0 0,0-1 1 0 0,-1 1-1 0 0,1-1 1 0 0,-1 0-1 0 0,1 0 1 0 0,-1 0-1 0 0,1 0 1 0 0,2-1-1 0 0,-3 1-48 0 0,7-4-458 0 0,0 1 0 0 0,0-1 0 0 0,-1-1 0 0 0,0 0 0 0 0,0 0 0 0 0,0 0 0 0 0,0-1 0 0 0,-1 0 0 0 0,10-13 0 0 0,-6 4-1898 0 0,-1 1 0 0 0,11-21 0 0 0,-2-2-4086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38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62 1656 0 0,'-14'-9'1562'0'0,"0"-1"0"0"0,0 2 1 0 0,-1 0-1 0 0,0 1 0 0 0,-1 0 0 0 0,-16-4 0 0 0,31 10-1540 0 0,0 1 1 0 0,0 0-1 0 0,0 0 0 0 0,0 0 1 0 0,0 0-1 0 0,-1 0 0 0 0,1 0 1 0 0,0 0-1 0 0,0 0 0 0 0,0 0 1 0 0,0 1-1 0 0,0-1 0 0 0,0 0 0 0 0,0 1 1 0 0,0-1-1 0 0,0 1 0 0 0,0-1 1 0 0,0 1-1 0 0,0-1 0 0 0,0 1 1 0 0,1 0-1 0 0,-1-1 0 0 0,0 1 1 0 0,0 0-1 0 0,1 0 0 0 0,-1-1 1 0 0,0 1-1 0 0,1 0 0 0 0,-1 0 0 0 0,0 0 1 0 0,1 0-1 0 0,0 0 0 0 0,-1 0 1 0 0,1 0-1 0 0,0 0 0 0 0,-1 0 1 0 0,1 0-1 0 0,0 2 0 0 0,-1 3-409 0 0,0-1-1 0 0,1 1 0 0 0,0-1 1 0 0,0 1-1 0 0,2 9 1 0 0,7 23-4571 0 0,0-16 1184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39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65 2380 0 0,'5'-21'9603'0'0,"-6"18"-9098"0"0,1 1-145 0 0,-1 0 0 0 0,0 0-1 0 0,0 0 1 0 0,0 1 0 0 0,0-1 0 0 0,0 0 0 0 0,0 1-1 0 0,0-1 1 0 0,-1 1 0 0 0,1-1 0 0 0,-3-1-1 0 0,2 1-217 0 0,-1 0-1 0 0,1 0 0 0 0,-1 0 0 0 0,0 1 0 0 0,0-1 0 0 0,0 1 0 0 0,0-1 0 0 0,0 1 0 0 0,0 0 0 0 0,-1 0 0 0 0,1 1 0 0 0,0-1 0 0 0,0 1 0 0 0,-1-1 0 0 0,1 1 0 0 0,-4 0 0 0 0,-1 2-99 0 0,-1 1-1 0 0,1-1 1 0 0,0 1-1 0 0,1 1 1 0 0,-1-1-1 0 0,0 1 1 0 0,1 1-1 0 0,0-1 1 0 0,0 1-1 0 0,0 1 1 0 0,1-1-1 0 0,0 1 1 0 0,0 0 0 0 0,0 0-1 0 0,-6 10 1 0 0,-3 4-26 0 0,1 1 0 0 0,1 0 0 0 0,2 0 0 0 0,-13 30 0 0 0,20-40-9 0 0,0 0-1 0 0,0 1 1 0 0,1-1 0 0 0,-1 13-1 0 0,3-18-2 0 0,1 0 0 0 0,-1 0 0 0 0,1 0-1 0 0,1 0 1 0 0,-1 0 0 0 0,1 0-1 0 0,0 0 1 0 0,0 0 0 0 0,4 11 0 0 0,-4-15-4 0 0,0 0 0 0 0,0-1 1 0 0,0 1-1 0 0,1 0 1 0 0,-1-1-1 0 0,0 1 1 0 0,1-1-1 0 0,-1 1 1 0 0,1-1-1 0 0,-1 0 1 0 0,1 0-1 0 0,-1 0 0 0 0,1 0 1 0 0,0 0-1 0 0,0 0 1 0 0,0 0-1 0 0,-1 0 1 0 0,1-1-1 0 0,0 1 1 0 0,0-1-1 0 0,0 1 1 0 0,0-1-1 0 0,0 0 0 0 0,0 0 1 0 0,0 0-1 0 0,0 0 1 0 0,0 0-1 0 0,0 0 1 0 0,0 0-1 0 0,2-1 1 0 0,4-1-2 0 0,-1 1-1 0 0,1-1 1 0 0,-1-1 0 0 0,0 1 0 0 0,0-1 0 0 0,12-7 0 0 0,-12 5-4 0 0,-1 0 0 0 0,1 0 0 0 0,-1 0 1 0 0,-1-1-1 0 0,1 0 0 0 0,-1 0 0 0 0,1 0 0 0 0,-2-1 0 0 0,1 1 0 0 0,-1-1 0 0 0,7-14 0 0 0,-2-4 95 0 0,0 1-1 0 0,6-35 0 0 0,-3 14 753 0 0,-12 43-745 0 0,-2 21-59 0 0,-46 332 1492 0 0,-24 167-629 0 0,65-466-825 0 0,4-21-683 0 0,-12 45 1 0 0,13-70 462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3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97 2792 0 0,'5'-27'8366'0'0,"3"-42"0"0"0,-18 98-7286 0 0,1 13-809 0 0,2 0 0 0 0,2 1 0 0 0,2 0 0 0 0,1 0 0 0 0,3 0 0 0 0,11 80 0 0 0,-11-118-253 0 0,0 1-1 0 0,1-1 0 0 0,-1 0 1 0 0,1 0-1 0 0,0 0 0 0 0,1 0 0 0 0,-1-1 1 0 0,1 1-1 0 0,0-1 0 0 0,0 1 1 0 0,6 5-1 0 0,-7-7-5 0 0,1-1 1 0 0,-1 0-1 0 0,1 0 1 0 0,0 0-1 0 0,-1-1 1 0 0,1 1-1 0 0,0-1 1 0 0,0 1-1 0 0,0-1 0 0 0,0 0 1 0 0,1 0-1 0 0,-1-1 1 0 0,0 1-1 0 0,0-1 1 0 0,0 1-1 0 0,1-1 1 0 0,-1 0-1 0 0,0 0 1 0 0,4-1-1 0 0,-1 0-14 0 0,0 0 0 0 0,0-1 0 0 0,0 0-1 0 0,-1 0 1 0 0,1 0 0 0 0,-1-1 0 0 0,0 0 0 0 0,0 0 0 0 0,0 0-1 0 0,0-1 1 0 0,0 1 0 0 0,-1-1 0 0 0,7-7 0 0 0,3-5-65 0 0,0 0 0 0 0,14-24 0 0 0,-24 35 55 0 0,15-27 50 0 0,-1 0 1 0 0,-2-1 0 0 0,-1 0-1 0 0,18-60 1 0 0,-32 91-40 0 0,3-3 23 0 0,-3 11-22 0 0,-1-3 0 0 0,5 170 130 0 0,-2-144-97 0 0,1-1-1 0 0,2 1 1 0 0,0-1 0 0 0,12 30-1 0 0,-17-54-13 0 0,1 0-1 0 0,-1-1 1 0 0,1 1-1 0 0,0 0 1 0 0,1-1 0 0 0,-1 1-1 0 0,0-1 1 0 0,1 0-1 0 0,0 0 1 0 0,0 0 0 0 0,0 0-1 0 0,0 0 1 0 0,0-1-1 0 0,0 1 1 0 0,1-1-1 0 0,6 3 1 0 0,-5-3-3 0 0,1 0 1 0 0,-1 0-1 0 0,1-1 1 0 0,0 0-1 0 0,0 0 1 0 0,-1-1-1 0 0,1 1 1 0 0,0-1-1 0 0,0 0 1 0 0,10-2-1 0 0,-2-1 5 0 0,1-1-1 0 0,-1 0 0 0 0,-1-1 1 0 0,1 0-1 0 0,-1-1 1 0 0,0 0-1 0 0,0-1 0 0 0,21-16 1 0 0,-19 11-37 0 0,-1-1 0 0 0,0 0 0 0 0,-1-1 0 0 0,-1 0 1 0 0,0-1-1 0 0,-1 0 0 0 0,-1-1 0 0 0,0 0 0 0 0,-1-1 0 0 0,-1 0 0 0 0,0 0 1 0 0,-2-1-1 0 0,0 0 0 0 0,0 0 0 0 0,-2 0 0 0 0,0-1 0 0 0,1-24 0 0 0,-5 36 4 0 0,0 0 0 0 0,0 1-1 0 0,-1-1 1 0 0,0 0-1 0 0,0 0 1 0 0,-1 1-1 0 0,1-1 1 0 0,-5-7-1 0 0,5 11 14 0 0,0 0 0 0 0,-1 0 0 0 0,1 0 1 0 0,-1 1-1 0 0,0-1 0 0 0,1 1 0 0 0,-1-1 0 0 0,-1 1 0 0 0,1-1 0 0 0,0 1 0 0 0,-1 0 0 0 0,1 0 1 0 0,-1 0-1 0 0,1 1 0 0 0,-1-1 0 0 0,0 1 0 0 0,0-1 0 0 0,-5-1 0 0 0,6 3 1 0 0,-1 0 1 0 0,1-1-1 0 0,-1 1 0 0 0,1 0 0 0 0,-1 1 0 0 0,1-1 1 0 0,-1 0-1 0 0,1 1 0 0 0,0-1 0 0 0,-1 1 0 0 0,1 0 1 0 0,-1 0-1 0 0,1 0 0 0 0,0 0 0 0 0,0 0 1 0 0,0 1-1 0 0,0-1 0 0 0,-4 4 0 0 0,-1 0 7 0 0,1 1 1 0 0,0 0-1 0 0,-10 13 0 0 0,7-7 5 0 0,1 1 1 0 0,1 0-1 0 0,0 0 0 0 0,1 1 1 0 0,0 0-1 0 0,1 0 0 0 0,1 0 1 0 0,0 1-1 0 0,-3 24 0 0 0,5-22 10 0 0,1 1 0 0 0,0 0-1 0 0,1-1 1 0 0,1 1 0 0 0,1-1-1 0 0,1 1 1 0 0,8 32 0 0 0,-9-45 5 0 0,0 0 0 0 0,0 0 0 0 0,0 0 1 0 0,0-1-1 0 0,1 1 0 0 0,-1-1 1 0 0,1 1-1 0 0,0-1 0 0 0,1 0 1 0 0,-1 0-1 0 0,1 0 0 0 0,0-1 0 0 0,0 1 1 0 0,0-1-1 0 0,6 4 0 0 0,-4-4-44 0 0,0 0 0 0 0,1-1 0 0 0,-1 0 0 0 0,1 1 0 0 0,0-2 0 0 0,-1 1 0 0 0,1-1 0 0 0,0 0 0 0 0,0-1-1 0 0,9 0 1 0 0,8-2-656 0 0,1-1 0 0 0,-1-1 0 0 0,-1-1 0 0 0,1-2-1 0 0,33-12 1 0 0,48-28-7983 0 0,-52 19-501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4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40 2368 0 0,'1'-16'6252'0'0,"0"-7"1701"0"0,-1 39-2279 0 0,-12 166-420 0 0,-35 86-3948 0 0,41-249-2595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21 115 656 0 0,'-9'-60'10179'0'0,"1"6"-4921"0"0,4 85-10131 0 0,4-14 1259 0 0,2 0-1588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3024 0 0,'0'3'2197'0'0,"7"80"16223"0"0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41 2700 0 0,'0'0'13404'0'0,"8"24"-11288"0"0,-5-20-2031 0 0,-1 1 0 0 0,1-1-1 0 0,0 0 1 0 0,1 0 0 0 0,-1-1-1 0 0,1 1 1 0 0,-1-1 0 0 0,1 0-1 0 0,0 0 1 0 0,0 0-1 0 0,0 0 1 0 0,1-1 0 0 0,-1 1-1 0 0,1-1 1 0 0,0 0 0 0 0,-1 0-1 0 0,1-1 1 0 0,0 0 0 0 0,0 0-1 0 0,0 0 1 0 0,0 0 0 0 0,0-1-1 0 0,8 0 1 0 0,-11 0-76 0 0,1 0 9 0 0,0 0-1 0 0,0 0 1 0 0,0-1-1 0 0,0 1 1 0 0,0-1-1 0 0,0 0 1 0 0,0 0-1 0 0,0 0 1 0 0,0 0-1 0 0,0-1 1 0 0,0 1-1 0 0,4-4 1 0 0,-3 2-8 0 0,7-10-5 0 0,-10 10-4 0 0,0 0-1 0 0,0 0 0 0 0,-1 0 1 0 0,1-1-1 0 0,0 1 0 0 0,-1 0 1 0 0,0-1-1 0 0,0-3 0 0 0,0 5-5 0 0,0-1 0 0 0,0 1 0 0 0,-1 0 0 0 0,1-1 0 0 0,-1 1 0 0 0,1 0 0 0 0,-1-1 0 0 0,0 1 0 0 0,0 0-1 0 0,0 0 1 0 0,0-1 0 0 0,0 1 0 0 0,-1 0 0 0 0,1 0 0 0 0,-1 0 0 0 0,1 1 0 0 0,-1-1 0 0 0,0 0 0 0 0,1 0 0 0 0,-1 1 0 0 0,-4-3 0 0 0,3 2-5 0 0,0 0 0 0 0,-1 1 0 0 0,0-1 0 0 0,1 1 0 0 0,-1 0 0 0 0,0 0 0 0 0,0 0 0 0 0,1 0 0 0 0,-1 1 0 0 0,0-1 0 0 0,0 1 0 0 0,0 0 0 0 0,-5 1 1 0 0,-8 2 4 0 0,-1 0 1 0 0,1 1-1 0 0,0 1 1 0 0,0 1-1 0 0,1 1 1 0 0,-1 0 0 0 0,1 1-1 0 0,1 0 1 0 0,0 1-1 0 0,0 1 1 0 0,-24 21 0 0 0,30-23 64 0 0,0 0 1 0 0,1 1-1 0 0,0-1 1 0 0,0 2-1 0 0,1-1 1 0 0,0 1-1 0 0,1 0 1 0 0,0 0-1 0 0,1 1 1 0 0,0 0 0 0 0,0 0-1 0 0,1 0 1 0 0,0 0-1 0 0,1 1 1 0 0,1-1-1 0 0,0 1 1 0 0,0 0-1 0 0,1 17 1 0 0,1-24 54 0 0,0-1 0 0 0,1 0 0 0 0,0 0 0 0 0,0 0 0 0 0,0 1 1 0 0,0-1-1 0 0,1 0 0 0 0,-1-1 0 0 0,1 1 0 0 0,0 0 0 0 0,0 0 0 0 0,0-1 0 0 0,1 1 0 0 0,0-1 1 0 0,4 6-1 0 0,-2-5 4 0 0,0 0 1 0 0,1 0-1 0 0,-1-1 1 0 0,1 1 0 0 0,-1-1-1 0 0,1 0 1 0 0,0-1-1 0 0,0 0 1 0 0,9 3 0 0 0,2-2-4 0 0,-1 0 1 0 0,1-1-1 0 0,0 0 0 0 0,0-2 1 0 0,0 0-1 0 0,-1-1 1 0 0,20-3-1 0 0,-15 0-898 0 0,-1-1-1 0 0,40-14 1 0 0,-28 5-3582 0 0,0-1-4112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5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1668 0 0,'37'26'22154'0'0,"-23"-22"-19590"0"0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0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0 244 0 0,'0'0'1800'0'0,"-19"16"3557"0"0,6-6-4700 0 0,12-9-1260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03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93 493 420 0 0,'-3'0'1161'0'0,"-8"0"861"0"0,-1 2 1 0 0,-21 4 0 0 0,31-5-1637 0 0,-8 1 663 0 0,-9 2 430 0 0,16 1-916 0 0,12 2-259 0 0,-2-4-230 0 0,0 0-1 0 0,0 0 1 0 0,0-1 0 0 0,1 1 0 0 0,-1-2-1 0 0,1 1 1 0 0,-1-1 0 0 0,1 0 0 0 0,0-1 0 0 0,9 0-1 0 0,84-10 181 0 0,-77 7-203 0 0,941-155 339 0 0,-152 14-408 0 0,-491 89 12 0 0,24-8 15 0 0,162-27 16 0 0,-429 75 82 0 0,-77 14-109 0 0,30 4-1957 0 0,-8 13-1171 0 0,-14-9-686 0 0,-3-3 2074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04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1 260 996 0 0,'0'0'4032'0'0,"15"-4"-3201"0"0,423-41 113 0 0,1598-135-462 0 0,-1687 152-165 0 0,-316 26-212 0 0,-29 2-133 0 0,11 2-175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0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1000 656 0 0,'0'0'5497'0'0,"-15"-24"-2730"0"0,8 13-2453 0 0,-10-8-121 0 0,16 18-202 0 0,-27-20-23 0 0,-12 3 120 0 0,38 17-112 0 0,-46-22 1760 0 0,21 10 550 0 0,89 16-1987 0 0,0-3-1 0 0,81-9 1 0 0,-63 2-202 0 0,711-32 159 0 0,-59 3-144 0 0,-45-20-32 0 0,394-18-33 0 0,247 91-4 0 0,137-54 37 0 0,-331-73-21 0 0,-78 7-8 0 0,4 47 1 0 0,-627 50-11 0 0,507-11 0 0 0,70-43-24 0 0,-371-20-21 0 0,-533 63 10 0 0,557-70-9 0 0,-43 60 19 0 0,2 28-46 0 0,-249 1 52 0 0,549-8-8 0 0,-100-14-28 0 0,-54 2-16 0 0,-356 10 29 0 0,1549-11-14 0 0,489 79-64 0 0,-1419-9-23 0 0,1235 48-107 0 0,697-67-71 0 0,-1926-28 72 0 0,1175 57-220 0 0,-1327-5 421 0 0,-790-51 24 0 0,123-9-1 0 0,-203 3 29 0 0,-8 0-10 0 0,0 1-1 0 0,1-1 1 0 0,-1 0 0 0 0,10-4-1 0 0,25-2 32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0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25 1088 0 0,'51'-16'9054'0'0,"-37"12"-5229"0"0,3 0-413 0 0,-17 4-3371 0 0,0 0-1 0 0,0 1 1 0 0,1-1 0 0 0,-1 0-1 0 0,0 0 1 0 0,0 1 0 0 0,0-1-1 0 0,0 0 1 0 0,0 0-1 0 0,0 1 1 0 0,0-1 0 0 0,0 0-1 0 0,0 1 1 0 0,0-1 0 0 0,0 0-1 0 0,0 0 1 0 0,0 1 0 0 0,0-1-1 0 0,0 0 1 0 0,0 0-1 0 0,0 1 1 0 0,0-1 0 0 0,0 0-1 0 0,-1 1 1 0 0,1-1 0 0 0,0 0-1 0 0,0 0 1 0 0,0 0 0 0 0,0 1-1 0 0,0-1 1 0 0,-1 0-1 0 0,1 1 1 0 0,-27 31-96 0 0,17-21 255 0 0,-5 8-164 0 0,-18 27 0 0 0,28-38-37 0 0,0 0 0 0 0,1 0 0 0 0,0 0 0 0 0,1 1-1 0 0,0 0 1 0 0,-4 13 0 0 0,7-19 1 0 0,0 0-1 0 0,-1 0 1 0 0,1 0-1 0 0,1 0 1 0 0,-1 0 0 0 0,0 0-1 0 0,1 0 1 0 0,-1 0-1 0 0,1 0 1 0 0,0 0 0 0 0,0 0-1 0 0,0-1 1 0 0,0 1-1 0 0,1 0 1 0 0,-1 0-1 0 0,1-1 1 0 0,0 1 0 0 0,0-1-1 0 0,-1 0 1 0 0,1 1-1 0 0,1-1 1 0 0,-1 0 0 0 0,0 0-1 0 0,5 3 1 0 0,6 3 8 0 0,0 0 0 0 0,1-1 1 0 0,27 10-1 0 0,4 2-19 0 0,-32-12 46 0 0,38 25-37 0 0,-47-29 100 0 0,-1 0 1 0 0,0 0 0 0 0,0 0-1 0 0,0 0 1 0 0,0 0-1 0 0,0 0 1 0 0,-1 1 0 0 0,1-1-1 0 0,-1 1 1 0 0,0 0 0 0 0,2 6-1 0 0,-3-7-30 0 0,-1 0 1 0 0,1 0-1 0 0,-1 0 0 0 0,0 0 0 0 0,0 0 1 0 0,0 0-1 0 0,0 0 0 0 0,0 0 0 0 0,-1 0 0 0 0,0 0 1 0 0,1 0-1 0 0,-1 0 0 0 0,0-1 0 0 0,0 1 1 0 0,-1 0-1 0 0,1 0 0 0 0,0-1 0 0 0,-1 1 0 0 0,0-1 1 0 0,0 1-1 0 0,-2 2 0 0 0,-2 2 2 0 0,-1 0-1 0 0,1-1 1 0 0,-1 1-1 0 0,-1-1 1 0 0,-9 6-1 0 0,10-8-147 0 0,0 0 0 0 0,0-1-1 0 0,0 0 1 0 0,-1 0-1 0 0,1 0 1 0 0,-1-1 0 0 0,0 0-1 0 0,0-1 1 0 0,0 0-1 0 0,0 0 1 0 0,0 0-1 0 0,-13-2 1 0 0,15 1-386 0 0,0-1 0 0 0,0 0 0 0 0,1-1 0 0 0,-1 1 0 0 0,1-1 0 0 0,-1 0-1 0 0,1 0 1 0 0,-5-4 0 0 0,6 4-317 0 0,0-1 0 0 0,0 1-1 0 0,1-1 1 0 0,-1 0 0 0 0,1 0-1 0 0,0-1 1 0 0,0 1 0 0 0,0-1-1 0 0,0 1 1 0 0,-4-9 0 0 0,0-5-5100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1000 0 0,'5'-10'2114'0'0,"0"0"0"0"0,0 1 0 0 0,13-17 0 0 0,-10 16-1127 0 0,0 1 1 0 0,0 0 0 0 0,14-9-1 0 0,-12 10-848 0 0,0 0 0 0 0,1 2 0 0 0,0-1 0 0 0,0 1 0 0 0,1 1 0 0 0,-1 0 1 0 0,1 1-1 0 0,0 0 0 0 0,1 0 0 0 0,-1 2 0 0 0,1-1 0 0 0,-1 2 0 0 0,18-1 0 0 0,-21 2-441 0 0,-1 1 0 0 0,1-1 0 0 0,-1 2 0 0 0,17 4 1 0 0,12 9-5960 0 0,-24-8 1082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1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0 2728 0 0,'10'12'14871'0'0,"-8"-8"-13772"0"0,-12 19 886 0 0,-1 0-1 0 0,-25 41 1 0 0,1-5-1129 0 0,-90 159 377 0 0,-3 7-1107 0 0,103-175-2668 0 0,10-18-6404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168 114 2980 0 0,'26'-43'12616'0'0,"-21"37"-11302"0"0,0 0 0 0 0,0 0 0 0 0,13-10-1 0 0,-12 11-1127 0 0,0 1-1 0 0,0 0 0 0 0,1 1 0 0 0,0-1 0 0 0,-1 1 0 0 0,1 1 0 0 0,1-1 0 0 0,-1 1 0 0 0,0 0 1 0 0,0 1-1 0 0,14-2 0 0 0,0 2-61 0 0,-17 1-113 0 0,-1 1 0 0 0,1-1 1 0 0,0 1-1 0 0,0-1 0 0 0,-1 1 0 0 0,1 0 1 0 0,-1 0-1 0 0,1 1 0 0 0,-1-1 0 0 0,1 1 1 0 0,-1 0-1 0 0,0 0 0 0 0,0 0 1 0 0,0 0-1 0 0,4 4 0 0 0,-5-4 12 0 0,-1 0-1 0 0,1 0 1 0 0,-1 0-1 0 0,1 1 1 0 0,-1-1-1 0 0,0 1 1 0 0,0-1-1 0 0,0 1 1 0 0,-1-1-1 0 0,1 1 1 0 0,0-1-1 0 0,-1 1 1 0 0,0 0-1 0 0,0-1 1 0 0,1 1 0 0 0,-2 3-1 0 0,0 4 48 0 0,-1 0 0 0 0,0 0-1 0 0,-1 0 1 0 0,0 0 0 0 0,-1-1 0 0 0,0 1-1 0 0,-8 13 1 0 0,-8 10 119 0 0,-7 18 2201 0 0,29-50-2367 0 0,0 0-1 0 0,1 0 1 0 0,-1 0 0 0 0,1-1 0 0 0,-1 1-1 0 0,1-1 1 0 0,-1 0 0 0 0,1 0-1 0 0,0 0 1 0 0,-1 0 0 0 0,1 0-1 0 0,-1-1 1 0 0,1 1 0 0 0,-1-1-1 0 0,4 0 1 0 0,18-2 21 0 0,-12 3-37 0 0,0 1-1 0 0,0 1 1 0 0,0 0 0 0 0,0 0 0 0 0,0 1 0 0 0,-1 1-1 0 0,17 6 1 0 0,-23-8 67 0 0,0 1 1 0 0,0-1-1 0 0,0 1 0 0 0,0 0 0 0 0,-1 0 0 0 0,1 1 1 0 0,-1-1-1 0 0,0 1 0 0 0,0 0 0 0 0,0 0 0 0 0,0 0 0 0 0,-1 1 1 0 0,0-1-1 0 0,0 1 0 0 0,0 0 0 0 0,0 0 0 0 0,-1 0 1 0 0,1 0-1 0 0,0 6 0 0 0,-2-8 38 0 0,-1-1-1 0 0,1 1 1 0 0,-1 0 0 0 0,0-1 0 0 0,0 1-1 0 0,0 0 1 0 0,0 0 0 0 0,-1-1 0 0 0,1 1-1 0 0,-1 0 1 0 0,1-1 0 0 0,-1 1-1 0 0,0-1 1 0 0,0 1 0 0 0,0-1 0 0 0,-3 5-1 0 0,1-3-19 0 0,-1 0 0 0 0,1 1 0 0 0,-1-2-1 0 0,0 1 1 0 0,0 0 0 0 0,0-1 0 0 0,0 0-1 0 0,-6 3 1 0 0,-2 1-49 0 0,0-1 0 0 0,-1 0 0 0 0,0-1 0 0 0,0-1-1 0 0,-25 6 1 0 0,8-6-561 0 0,-1-1 0 0 0,0-1 1 0 0,1-2-1 0 0,-38-4 0 0 0,-29-9-4299 0 0,4-3-4655 0 0,30 3-3070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3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56 328 0 0,'-11'-23'8007'0'0,"-9"-9"-1548"0"0,18 31-6265 0 0,-10 6 149 0 0,6 1-326 0 0,0-1 0 0 0,1 1 1 0 0,0 0-1 0 0,0 0 0 0 0,1 0 0 0 0,0 1 1 0 0,0 0-1 0 0,0-1 0 0 0,1 1 1 0 0,0 1-1 0 0,0-1 0 0 0,1 0 0 0 0,0 1 1 0 0,0-1-1 0 0,0 9 0 0 0,1-11-13 0 0,1 0-1 0 0,0 0 1 0 0,0 0-1 0 0,0 0 1 0 0,1 0 0 0 0,-1 0-1 0 0,1 0 1 0 0,1 0-1 0 0,-1 0 1 0 0,1-1-1 0 0,-1 1 1 0 0,1 0-1 0 0,1-1 1 0 0,-1 1 0 0 0,1-1-1 0 0,0 0 1 0 0,-1 0-1 0 0,2 0 1 0 0,-1 0-1 0 0,0 0 1 0 0,1-1-1 0 0,0 0 1 0 0,0 1 0 0 0,5 2-1 0 0,8 4 14 0 0,0-2 0 0 0,20 8 0 0 0,-25-12 34 0 0,0 1 0 0 0,-1 0 0 0 0,0 1 0 0 0,0 0 0 0 0,0 0 1 0 0,19 17-1 0 0,-28-20 180 0 0,1 0 0 0 0,-1 0 1 0 0,0 0-1 0 0,1 1 0 0 0,-1-1 1 0 0,-1 1-1 0 0,1-1 0 0 0,1 5 0 0 0,-2-4 4 0 0,0-2-146 0 0,-1 0 0 0 0,0 0 0 0 0,0 0-1 0 0,0 0 1 0 0,0 0 0 0 0,0 0 0 0 0,0 0 0 0 0,-1 0 0 0 0,1 0-1 0 0,-1 0 1 0 0,1 0 0 0 0,-1 0 0 0 0,0 0 0 0 0,-1 2 0 0 0,-13 23 546 0 0,4-13-430 0 0,-1-1 1 0 0,1 0 0 0 0,-2-1 0 0 0,0 0-1 0 0,-28 19 1 0 0,30-24-503 0 0,-1 0-1 0 0,0 0 1 0 0,1-2 0 0 0,-2 1-1 0 0,1-2 1 0 0,-1 1-1 0 0,0-2 1 0 0,-16 3-1 0 0,25-5-197 0 0,1-1 0 0 0,0 0 0 0 0,-1 0 0 0 0,1 0 0 0 0,0 0-1 0 0,-1-1 1 0 0,1 1 0 0 0,0-1 0 0 0,-6-1 0 0 0,-4-7-4875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3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1480 0 0,'20'-58'10782'0'0,"-18"56"-10565"0"0,0-1 0 0 0,-1 0 0 0 0,1 1 0 0 0,0 0-1 0 0,1-1 1 0 0,-1 1 0 0 0,0 0 0 0 0,1 0-1 0 0,-1 0 1 0 0,1 0 0 0 0,-1 1 0 0 0,1-1 0 0 0,5-1-1 0 0,18-8 134 0 0,1 1 0 0 0,1 1 0 0 0,34-7 0 0 0,87-7-97 0 0,-142 22-230 0 0,9-2-261 0 0,81-6-401 0 0,-88 9-977 0 0,0 1-1 0 0,1-1 1 0 0,-1 2-1 0 0,14 2 1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0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202 129 1212 0 0,'-33'-24'10729'0'0,"23"23"-9308"0"0,9 1-1374 0 0,1-1 0 0 0,-1 1 1 0 0,0 0-1 0 0,1 0 0 0 0,-1 0 0 0 0,0 0 1 0 0,1 0-1 0 0,-1 0 0 0 0,0 0 1 0 0,1 0-1 0 0,-1 1 0 0 0,0-1 0 0 0,1 0 1 0 0,-1 0-1 0 0,0 1 0 0 0,1-1 0 0 0,-1 0 1 0 0,0 1-1 0 0,0-1 0 0 0,-5 4 208 0 0,1 0 0 0 0,0 1 1 0 0,0-1-1 0 0,0 1 0 0 0,1 0 0 0 0,-1 0 0 0 0,-6 11 0 0 0,-22 44 887 0 0,20-34-721 0 0,1-5-75 0 0,2 1 1 0 0,-10 30-1 0 0,17-46-285 0 0,1 1 0 0 0,1 0-1 0 0,-1-1 1 0 0,1 1 0 0 0,0 0 0 0 0,0 0 0 0 0,1 0-1 0 0,0 0 1 0 0,0 0 0 0 0,1 0 0 0 0,0 0 0 0 0,3 12-1 0 0,-3-17-13 0 0,0 1-1 0 0,1 0 0 0 0,-1 0 0 0 0,1 0 0 0 0,-1-1 1 0 0,1 1-1 0 0,0-1 0 0 0,0 1 0 0 0,0-1 0 0 0,0 0 1 0 0,1 0-1 0 0,-1 0 0 0 0,1 0 0 0 0,-1 0 0 0 0,1 0 1 0 0,0-1-1 0 0,-1 1 0 0 0,5 1 0 0 0,-2-2 66 0 0,0 1-1 0 0,0-1 0 0 0,1 0 1 0 0,-1-1-1 0 0,1 1 0 0 0,-1-1 1 0 0,1 0-1 0 0,-1 0 0 0 0,10-2 1 0 0,-1-1 152 0 0,-1 0 0 0 0,0-1 0 0 0,0-1 0 0 0,0 1 0 0 0,-1-2 0 0 0,0 0 0 0 0,20-13 0 0 0,-18 8-58 0 0,0-1 0 0 0,0 0 0 0 0,-1-1 0 0 0,-1 0 0 0 0,0-1 0 0 0,14-21 0 0 0,-19 23-17 0 0,1 0 0 0 0,-2 0 0 0 0,0-1 0 0 0,0 1 0 0 0,-1-1 0 0 0,-1-1 0 0 0,0 1 0 0 0,3-28-1 0 0,-6 37-154 0 0,-1-1 0 0 0,0 0 0 0 0,0 1 0 0 0,0-1 0 0 0,-1 1 0 0 0,1-1 0 0 0,-1 1 0 0 0,-1-1 0 0 0,1 1 0 0 0,0 0 0 0 0,-1 0 0 0 0,0-1 0 0 0,0 1 0 0 0,-4-6 0 0 0,2 5-25 0 0,-1 0 0 0 0,1 0-1 0 0,-1 0 1 0 0,0 1 0 0 0,0-1-1 0 0,-1 1 1 0 0,1 0-1 0 0,-1 1 1 0 0,-6-4 0 0 0,-12-3-1147 0 0,0 1 0 0 0,-1 1 0 0 0,0 1 0 0 0,-29-4 0 0 0,31 7-1183 0 0,22 3 2210 0 0,-24-5-3759 0 0,11 0-1889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12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1 196 0 0,'0'0'2064'0'0,"-11"3"-844"0"0,1 2-1116 0 0,1 2-2244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2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0 104 0 0,'0'0'2310'0'0,"3"3"-1792"0"0,1-1 1 0 0,-1 0-1 0 0,0-1 0 0 0,1 1 0 0 0,0 0 1 0 0,3 0-1 0 0,22-8-3288 0 0,-26 5 1902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25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29 583 772 0 0,'-6'11'15672'0'0,"-16"-2"-6434"0"0,34-15-9304 0 0,129-69 120 0 0,2 7 1 0 0,163-54-1 0 0,313-67 13 0 0,-296 105-815 0 0,-104 35-4027 0 0,-166 41 1779 0 0,-19 7-5641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2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446 828 1464 0 0,'-122'47'8284'0'0,"34"-16"-2164"0"0,-117 26 0 0 0,174-56-4567 0 0,41-16-965 0 0,2 4-497 0 0,1 0 1 0 0,0 1-1 0 0,0 1 1 0 0,17-9 0 0 0,62-28 40 0 0,-69 35-105 0 0,741-293-360 0 0,-714 286 191 0 0,757-251-3767 0 0,-264 105-4374 0 0,-463 140 6201 0 0,97-29-5511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262 154 2480 0 0,'1'-2'370'0'0,"20"-85"10724"0"0,-20 78-10202 0 0,0 1 0 0 0,0-1 0 0 0,-1 1 0 0 0,-2-14 0 0 0,2 21-875 0 0,0 1-1 0 0,0-1 1 0 0,0 1 0 0 0,0 0 0 0 0,0-1 0 0 0,-1 1 0 0 0,1-1 0 0 0,0 1-1 0 0,0 0 1 0 0,-1-1 0 0 0,1 1 0 0 0,0 0 0 0 0,0-1 0 0 0,-1 1 0 0 0,1 0-1 0 0,0-1 1 0 0,-1 1 0 0 0,1 0 0 0 0,-1 0 0 0 0,1-1 0 0 0,0 1 0 0 0,-1 0-1 0 0,1 0 1 0 0,-1 0 0 0 0,1 0 0 0 0,0 0 0 0 0,-1-1 0 0 0,1 1 0 0 0,-1 0 0 0 0,1 0-1 0 0,-1 0 1 0 0,1 0 0 0 0,0 0 0 0 0,-1 0 0 0 0,1 0 0 0 0,-1 1 0 0 0,-13 2 93 0 0,14-3-112 0 0,-6 3 21 0 0,0 1-1 0 0,1 0 1 0 0,0 0 0 0 0,-1 0 0 0 0,2 1 0 0 0,-1 0 0 0 0,0 0 0 0 0,1 0-1 0 0,-5 7 1 0 0,-1 1-3 0 0,-5 5-3 0 0,1 1 1 0 0,1 1-1 0 0,-13 24 1 0 0,20-32-14 0 0,0 1 0 0 0,1 0 0 0 0,1 0 0 0 0,0 0 0 0 0,0 0 0 0 0,-2 25 0 0 0,6-38 0 0 0,-1 2 0 0 0,1 1 1 0 0,0-1 0 0 0,0 0-1 0 0,0 1 1 0 0,0-1 0 0 0,1 0-1 0 0,-1 1 1 0 0,1-1-1 0 0,-1 0 1 0 0,1 0 0 0 0,0 1-1 0 0,0-1 1 0 0,0 0-1 0 0,0 0 1 0 0,0 0 0 0 0,0 0-1 0 0,1 0 1 0 0,-1 0 0 0 0,1-1-1 0 0,-1 1 1 0 0,1 0-1 0 0,0-1 1 0 0,-1 1 0 0 0,1-1-1 0 0,0 1 1 0 0,0-1 0 0 0,0 0-1 0 0,3 1 1 0 0,50 27-21 0 0,-39-23 1 0 0,-1 2-1 0 0,23 14 0 0 0,-34-19 30 0 0,0 0-1 0 0,0 1 0 0 0,-1-1 0 0 0,1 0 1 0 0,-1 1-1 0 0,0 0 0 0 0,0 0 1 0 0,0 0-1 0 0,0 0 0 0 0,-1 0 0 0 0,1 1 1 0 0,-1-1-1 0 0,2 7 0 0 0,-4-7 105 0 0,1 0-1 0 0,-1 1 1 0 0,0-1-1 0 0,0 0 1 0 0,0 0 0 0 0,0 0-1 0 0,-1 0 1 0 0,0 0-1 0 0,0 0 1 0 0,0 0-1 0 0,0 0 1 0 0,0 0 0 0 0,-1 0-1 0 0,0 0 1 0 0,0 0-1 0 0,0-1 1 0 0,0 1 0 0 0,-1-1-1 0 0,-3 5 1 0 0,0-1 128 0 0,0-1 0 0 0,0 1 0 0 0,0-1 0 0 0,-1 0 1 0 0,0 0-1 0 0,0-1 0 0 0,-1 0 0 0 0,-8 4 0 0 0,8-6-172 0 0,1 0-1 0 0,-1 0 0 0 0,0-1 1 0 0,1 0-1 0 0,-1 0 0 0 0,0-1 1 0 0,-1 0-1 0 0,1 0 1 0 0,0-1-1 0 0,0 0 0 0 0,0-1 1 0 0,0 0-1 0 0,0 0 0 0 0,0 0 1 0 0,0-1-1 0 0,0 0 0 0 0,1-1 1 0 0,-1 0-1 0 0,0 0 1 0 0,1-1-1 0 0,-12-7 0 0 0,18 10-178 0 0,0 1 0 0 0,0-1-1 0 0,0 0 1 0 0,0 0-1 0 0,0 0 1 0 0,0 0-1 0 0,0 1 1 0 0,0-1 0 0 0,1-1-1 0 0,-1 1 1 0 0,0 0-1 0 0,1 0 1 0 0,-1 0 0 0 0,0 0-1 0 0,1 0 1 0 0,0-1-1 0 0,-1 1 1 0 0,1 0 0 0 0,0 0-1 0 0,-1-1 1 0 0,1 1-1 0 0,0 0 1 0 0,0-1 0 0 0,0 1-1 0 0,0 0 1 0 0,0 0-1 0 0,0-1 1 0 0,1 1 0 0 0,-1 0-1 0 0,0-1 1 0 0,1 1-1 0 0,-1 0 1 0 0,1 0 0 0 0,-1 0-1 0 0,1-1 1 0 0,-1 1-1 0 0,1 0 1 0 0,0 0-1 0 0,0 0 1 0 0,0 0 0 0 0,-1 0-1 0 0,1 0 1 0 0,0 0-1 0 0,2-1 1 0 0,4-4-1363 0 0,0 0 0 0 0,0 0-1 0 0,0 1 1 0 0,13-7 0 0 0,-20 12 1418 0 0,18-10-4257 0 0,2 1-2076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249 649 360 0 0,'-1'-16'6991'0'0,"0"14"-6470"0"0,1-1 1 0 0,-1 1-1 0 0,0 0 1 0 0,0 0-1 0 0,0 0 1 0 0,0-1-1 0 0,-1 1 0 0 0,1 0 1 0 0,-1 1-1 0 0,1-1 1 0 0,-4-3-1 0 0,3 3-236 0 0,0 1-1 0 0,0-1 0 0 0,0 1 1 0 0,-1-1-1 0 0,1 1 1 0 0,-1 0-1 0 0,1 0 0 0 0,-1 0 1 0 0,-5-2-1 0 0,6 3-218 0 0,0 0-1 0 0,0 0 1 0 0,-1 0 0 0 0,1 1-1 0 0,0-1 1 0 0,0 0-1 0 0,0 1 1 0 0,0 0 0 0 0,0-1-1 0 0,0 1 1 0 0,0 0 0 0 0,-4 2-1 0 0,-20 14 249 0 0,14-7-259 0 0,1 0 0 0 0,1 0 0 0 0,0 1 0 0 0,0 1 0 0 0,1-1 0 0 0,0 2 0 0 0,-7 13 0 0 0,6-7-33 0 0,1-1 0 0 0,0 1 0 0 0,1 1 1 0 0,-7 29-1 0 0,13-42-8 0 0,0 1 1 0 0,1-1 0 0 0,0 0 0 0 0,1 1-1 0 0,-1-1 1 0 0,1 1 0 0 0,1-1 0 0 0,-1 0-1 0 0,4 12 1 0 0,-4-16-4 0 0,1-1 0 0 0,0 1 0 0 0,1 0 0 0 0,-1-1 1 0 0,0 0-1 0 0,1 1 0 0 0,-1-1 0 0 0,1 0 0 0 0,0 1 0 0 0,0-1 0 0 0,0 0 0 0 0,0 0 0 0 0,0-1 0 0 0,0 1 0 0 0,0 0 1 0 0,1-1-1 0 0,-1 1 0 0 0,1-1 0 0 0,-1 0 0 0 0,1 0 0 0 0,0 0 0 0 0,-1 0 0 0 0,1 0 0 0 0,0 0 0 0 0,-1-1 1 0 0,1 1-1 0 0,5-1 0 0 0,3 1 6 0 0,-1-1 0 0 0,1 0 0 0 0,0-1 0 0 0,0 0 0 0 0,0-1 1 0 0,-1 0-1 0 0,1 0 0 0 0,-1-1 0 0 0,0-1 0 0 0,0 0 0 0 0,0 0 0 0 0,0-1 1 0 0,0 0-1 0 0,-1 0 0 0 0,0-1 0 0 0,15-14 0 0 0,-14 11-8 0 0,0-1 0 0 0,-1 1 0 0 0,-1-2 1 0 0,0 0-1 0 0,0 0 0 0 0,-1 0 0 0 0,-1-1 0 0 0,0 0 0 0 0,0 0 0 0 0,-1 0 0 0 0,-1-1 0 0 0,0 0 0 0 0,3-16 0 0 0,-4 8-6 0 0,0 0-1 0 0,-2-1 0 0 0,0 1 0 0 0,-2 0 0 0 0,-4-33 0 0 0,3 43 0 0 0,1 0 0 0 0,-2 1 0 0 0,0-1 0 0 0,0 1 0 0 0,-1 0 0 0 0,0 0 0 0 0,-1 0 0 0 0,0 1 0 0 0,0 0 0 0 0,-1 0 0 0 0,-1 0 0 0 0,-13-15 0 0 0,17 21-6 0 0,0 0 1 0 0,0 0-1 0 0,-1 1 0 0 0,1-1 1 0 0,-1 1-1 0 0,1 0 0 0 0,-1 0 1 0 0,0 0-1 0 0,0 1 0 0 0,0-1 1 0 0,0 1-1 0 0,0 0 0 0 0,0 0 1 0 0,0 0-1 0 0,0 1 1 0 0,0-1-1 0 0,-1 1 0 0 0,1 0 1 0 0,0 0-1 0 0,0 0 0 0 0,-1 1 1 0 0,1 0-1 0 0,0 0 0 0 0,0 0 1 0 0,0 0-1 0 0,0 0 0 0 0,0 1 1 0 0,0 0-1 0 0,1 0 0 0 0,-1 0 1 0 0,0 0-1 0 0,1 0 0 0 0,-1 1 1 0 0,1 0-1 0 0,0 0 0 0 0,0 0 1 0 0,0 0-1 0 0,-3 4 0 0 0,3-3 2 0 0,0 0-1 0 0,-1 0 0 0 0,2 1 0 0 0,-1-1 0 0 0,1 0 1 0 0,-1 1-1 0 0,1 0 0 0 0,0-1 0 0 0,1 1 0 0 0,-1 0 1 0 0,1 0-1 0 0,0 0 0 0 0,0 0 0 0 0,1 0 0 0 0,-1 1 1 0 0,1-1-1 0 0,0 0 0 0 0,1 0 0 0 0,-1 0 1 0 0,1 0-1 0 0,0 0 0 0 0,0 0 0 0 0,1 0 0 0 0,-1 0 1 0 0,1 0-1 0 0,0-1 0 0 0,0 1 0 0 0,1-1 0 0 0,0 1 1 0 0,-1-1-1 0 0,7 7 0 0 0,-3-5 5 0 0,0 0-1 0 0,1-1 1 0 0,0 0-1 0 0,0 0 1 0 0,0 0-1 0 0,0-1 1 0 0,1 0-1 0 0,-1-1 0 0 0,1 1 1 0 0,10 2-1 0 0,-4-3 7 0 0,0 0 0 0 0,1 0 0 0 0,-1-2 0 0 0,1 1 0 0 0,19-2 0 0 0,2-3-74 0 0,0-2-1 0 0,-1-1 1 0 0,68-21-1 0 0,-70 16-138 0 0,0 0 0 0 0,-2-3-1 0 0,0-1 1 0 0,0-1 0 0 0,-1-1 0 0 0,-1-2 0 0 0,29-25-1 0 0,-39 29 89 0 0,-2-2 0 0 0,0-1 0 0 0,0 0 0 0 0,-2 0 0 0 0,-1-2 0 0 0,0 0 0 0 0,-1-1 0 0 0,-1 0 0 0 0,-1-1 0 0 0,15-43 0 0 0,10-86 1525 0 0,-34 141-1027 0 0,-8 16-281 0 0,-8 20-3 0 0,-15 83 816 0 0,5 1 0 0 0,5 1 0 0 0,-8 159 0 0 0,26-160-699 0 0,2-96-162 0 0,0 1 0 0 0,1-1 0 0 0,1 0 1 0 0,0 1-1 0 0,8 20 0 0 0,-9-32-38 0 0,-1 1 0 0 0,1-1 0 0 0,0 0 0 0 0,-1 0 0 0 0,1 0 0 0 0,1 0 0 0 0,-1 0 0 0 0,0 0 0 0 0,1-1 0 0 0,-1 1 0 0 0,1-1 0 0 0,0 1 0 0 0,0-1 0 0 0,0 0 0 0 0,0 0 0 0 0,0 0 0 0 0,5 1 0 0 0,-3-1-9 0 0,0-1 0 0 0,0 0 0 0 0,0 0 0 0 0,1 0 0 0 0,-1-1 0 0 0,0 0 0 0 0,0 0 0 0 0,1 0 0 0 0,-1 0 0 0 0,0-1 0 0 0,5-1 0 0 0,4-2-32 0 0,-1 0 1 0 0,0-1 0 0 0,0 0-1 0 0,0-1 1 0 0,-1-1-1 0 0,0 0 1 0 0,0-1 0 0 0,13-10-1 0 0,-7 1-21 0 0,-1 0 0 0 0,0-1 0 0 0,-1-1 0 0 0,18-26 0 0 0,44-89-22 0 0,-69 117 112 0 0,-5 7 42 0 0,1 0-1 0 0,1 1 1 0 0,11-17-1 0 0,-16 26-76 0 0,6 28-14 0 0,-5 35 34 0 0,4 53 2 0 0,-4-103-13 0 0,0-1 0 0 0,1 1 1 0 0,0-1-1 0 0,1 1 0 0 0,0-1 0 0 0,11 20 1 0 0,-12-27-10 0 0,0-1 1 0 0,0 0-1 0 0,0 0 1 0 0,1 0-1 0 0,0 0 0 0 0,0 0 1 0 0,0-1-1 0 0,0 1 1 0 0,0-1-1 0 0,1 0 1 0 0,-1 0-1 0 0,1-1 1 0 0,0 1-1 0 0,0-1 1 0 0,0 0-1 0 0,0-1 1 0 0,0 1-1 0 0,0-1 1 0 0,0 0-1 0 0,1 0 0 0 0,-1-1 1 0 0,0 1-1 0 0,1-1 1 0 0,-1-1-1 0 0,7 0 1 0 0,-2 0-44 0 0,-1 0 1 0 0,0-1-1 0 0,0 0 0 0 0,0-1 1 0 0,0 0-1 0 0,-1 0 1 0 0,1-1-1 0 0,-1 0 1 0 0,0-1-1 0 0,0 0 0 0 0,0 0 1 0 0,-1 0-1 0 0,14-13 1 0 0,-9 3 64 0 0,-1 0 0 0 0,0 0 0 0 0,-1-1 0 0 0,-1-1 0 0 0,0 1 0 0 0,-2-1 0 0 0,0-1 0 0 0,0 0 0 0 0,-2 0 0 0 0,0 0 1 0 0,-1 0-1 0 0,2-22 0 0 0,-5 21 325 0 0,-4 31-205 0 0,-2 11-70 0 0,-5 13 25 0 0,2 0-1 0 0,1 0 1 0 0,2 0 0 0 0,0 46-1 0 0,5-74-90 0 0,0-1-1 0 0,1 0 0 0 0,0 1 0 0 0,0-1 0 0 0,0 0 1 0 0,1 0-1 0 0,0 0 0 0 0,1 0 0 0 0,0 0 0 0 0,4 8 1 0 0,-4-11-28 0 0,-1-1 1 0 0,1 1 0 0 0,-1-1 0 0 0,1 0 0 0 0,0 0 0 0 0,0 0-1 0 0,0-1 1 0 0,0 1 0 0 0,1-1 0 0 0,-1 1 0 0 0,1-1 0 0 0,-1 0-1 0 0,1-1 1 0 0,0 1 0 0 0,0-1 0 0 0,0 1 0 0 0,0-1-1 0 0,0 0 1 0 0,7 0 0 0 0,-3 0-190 0 0,0 0 1 0 0,1-1-1 0 0,-1 0 0 0 0,1 0 0 0 0,-1-1 0 0 0,0 0 0 0 0,1-1 1 0 0,-1 0-1 0 0,0 0 0 0 0,0-1 0 0 0,0 0 0 0 0,-1 0 1 0 0,12-7-1 0 0,-9 3-200 0 0,-1 1 0 0 0,0-2 1 0 0,0 1-1 0 0,-1-2 0 0 0,0 1 0 0 0,0-1 1 0 0,-1 0-1 0 0,11-18 0 0 0,1-9-614 0 0,-2-2 0 0 0,-1 0-1 0 0,-2-1 1 0 0,12-54 0 0 0,-24 88 986 0 0,20-83-761 0 0,22-175 1 0 0,-39 193 3843 0 0,-4-98 0 0 0,-5 98 316 0 0,-8 74-2800 0 0,9 0-442 0 0,0 0 0 0 0,1 0 1 0 0,0 0-1 0 0,0 1 1 0 0,0-1-1 0 0,0 1 0 0 0,1-1 1 0 0,-1 1-1 0 0,1-1 1 0 0,-1 7-1 0 0,2-7-33 0 0,-11 55 1032 0 0,2 0 1 0 0,0 85-1 0 0,13 121 239 0 0,-3-241-1283 0 0,0-8-41 0 0,10 169 363 0 0,-7-153-439 0 0,1 0 0 0 0,1-1 1 0 0,18 53-1 0 0,-21-76-170 0 0,1-1 1 0 0,-1 1 0 0 0,1-1-1 0 0,0 0 1 0 0,1 0 0 0 0,-1 0 0 0 0,2-1-1 0 0,-1 0 1 0 0,8 8 0 0 0,-10-12-84 0 0,0 0 0 0 0,0 0 1 0 0,0 0-1 0 0,0 0 1 0 0,0 0-1 0 0,0 0 1 0 0,1-1-1 0 0,-1 1 1 0 0,1-1-1 0 0,-1 0 1 0 0,1 0-1 0 0,-1-1 1 0 0,1 1-1 0 0,0-1 0 0 0,-1 0 1 0 0,1 0-1 0 0,0 0 1 0 0,-1 0-1 0 0,1 0 1 0 0,0-1-1 0 0,-1 0 1 0 0,1 1-1 0 0,3-3 1 0 0,0 1-737 0 0,0-1 0 0 0,0 0 0 0 0,0-1 0 0 0,-1 0 0 0 0,1 0 0 0 0,-1 0 0 0 0,0-1 0 0 0,6-5 0 0 0,9-12-4968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1 199 244 0 0,'35'-155'20887'0'0,"-35"177"-19181"0"0,-1-7-1266 0 0,-6 77 853 0 0,10 169-1 0 0,-3-258-1432 0 0,0 0-1 0 0,1 0 0 0 0,-1 0 0 0 0,1 0 0 0 0,0-1 1 0 0,-1 1-1 0 0,1 0 0 0 0,1 0 0 0 0,-1 0 1 0 0,0 0-1 0 0,1-1 0 0 0,-1 1 0 0 0,1-1 1 0 0,0 1-1 0 0,0-1 0 0 0,0 0 0 0 0,0 0 0 0 0,0 0 1 0 0,0 0-1 0 0,1 0 0 0 0,-1 0 0 0 0,1 0 1 0 0,-1-1-1 0 0,1 1 0 0 0,0-1 0 0 0,-1 0 0 0 0,1 0 1 0 0,0 0-1 0 0,0 0 0 0 0,0 0 0 0 0,0-1 1 0 0,0 1-1 0 0,5-1 0 0 0,1 0-485 0 0,-1 0 1 0 0,0-1-1 0 0,0 0 1 0 0,0 0-1 0 0,0-1 1 0 0,0 0-1 0 0,0-1 0 0 0,0 1 1 0 0,-1-2-1 0 0,1 1 1 0 0,9-7-1 0 0,-3 1-49 0 0,-2-1 0 0 0,1-1 0 0 0,-2 0 0 0 0,1 0 0 0 0,-1-1 0 0 0,-1 0 0 0 0,0-1 0 0 0,9-16 0 0 0,-6 6 1733 0 0,13-29 1 0 0,2-24 5051 0 0,-27 73-5471 0 0,0-2-170 0 0,1 1-1 0 0,-1 0 1 0 0,1 0 0 0 0,-1 0 0 0 0,1 0 0 0 0,0 0 0 0 0,3-3 0 0 0,-4 46 1369 0 0,-1-1-838 0 0,2 75 404 0 0,0-100-1322 0 0,-1-1 0 0 0,2 0 0 0 0,-1 0-1 0 0,2 0 1 0 0,0 0 0 0 0,10 21 0 0 0,-13-29-54 0 0,1-1 0 0 0,0 0 1 0 0,1 0-1 0 0,-1 0 1 0 0,0 0-1 0 0,1 0 0 0 0,0-1 1 0 0,0 1-1 0 0,-1-1 1 0 0,2 0-1 0 0,-1 0 1 0 0,0 0-1 0 0,0 0 0 0 0,0 0 1 0 0,7 2-1 0 0,-4-3 8 0 0,-1 1 1 0 0,1-1-1 0 0,0 0 0 0 0,0-1 0 0 0,-1 1 1 0 0,1-1-1 0 0,0 0 0 0 0,0-1 1 0 0,8-1-1 0 0,-4 0-12 0 0,-1 0-1 0 0,1-1 1 0 0,-1 0 0 0 0,0-1 0 0 0,0 0-1 0 0,-1 0 1 0 0,1-1 0 0 0,-1 0-1 0 0,0 0 1 0 0,0-1 0 0 0,14-13 0 0 0,-16 12-51 0 0,0 0 0 0 0,0-1 1 0 0,0 0-1 0 0,-1 0 1 0 0,0 0-1 0 0,-1 0 0 0 0,0-1 1 0 0,0 0-1 0 0,-1 0 0 0 0,0 0 1 0 0,-1 0-1 0 0,0 0 1 0 0,0-1-1 0 0,-1 1 0 0 0,0-1 1 0 0,0 1-1 0 0,-1-1 0 0 0,-1 1 1 0 0,0-1-1 0 0,0 1 0 0 0,0 0 1 0 0,-1-1-1 0 0,-1 1 1 0 0,0 0-1 0 0,0 0 0 0 0,-1 0 1 0 0,0 1-1 0 0,0-1 0 0 0,-1 1 1 0 0,0 0-1 0 0,0 0 1 0 0,-1 0-1 0 0,-8-8 0 0 0,4 7 2 0 0,0 1 0 0 0,0 0 0 0 0,0 1-1 0 0,-1 0 1 0 0,0 1 0 0 0,0 0 0 0 0,-1 0-1 0 0,-24-7 1 0 0,29 11 9 0 0,0 0 0 0 0,0 0 0 0 0,0 1 0 0 0,0 0 0 0 0,-1 0 0 0 0,1 1 0 0 0,0-1 0 0 0,-1 2 0 0 0,1-1 0 0 0,0 1 0 0 0,-1 0 0 0 0,1 1-1 0 0,0-1 1 0 0,0 2 0 0 0,0-1 0 0 0,-12 6 0 0 0,18-7 13 0 0,0 0 1 0 0,-1 0-1 0 0,1-1 0 0 0,0 1 0 0 0,-1 0 0 0 0,1 0 1 0 0,0 0-1 0 0,0 1 0 0 0,0-1 0 0 0,0 0 0 0 0,0 0 1 0 0,0 1-1 0 0,0-1 0 0 0,0 0 0 0 0,0 4 0 0 0,0-5 3 0 0,1 1-1 0 0,0 0 1 0 0,0 0-1 0 0,0 0 1 0 0,0 0-1 0 0,0 0 1 0 0,1-1-1 0 0,-1 1 1 0 0,0 0 0 0 0,0 0-1 0 0,0 0 1 0 0,1 0-1 0 0,-1-1 1 0 0,0 1-1 0 0,1 0 1 0 0,-1 0-1 0 0,1-1 1 0 0,-1 1-1 0 0,1 0 1 0 0,0 0-1 0 0,3 2-10 0 0,-1 0-1 0 0,0-1 1 0 0,0 1-1 0 0,1-1 1 0 0,0 0-1 0 0,-1 0 1 0 0,1-1-1 0 0,0 1 1 0 0,7 1-1 0 0,13 2-65 0 0,1-2 1 0 0,0-1-1 0 0,0 0 0 0 0,34-4 0 0 0,32 3-33 0 0,-67 1 79 0 0,-1 1 0 0 0,0 1 1 0 0,0 0-1 0 0,-1 2 0 0 0,1 1 0 0 0,-1 1 1 0 0,-1 1-1 0 0,24 13 0 0 0,-32-15 38 0 0,-1 0-1 0 0,-1 1 1 0 0,1 1-1 0 0,-1 0 0 0 0,-1 0 1 0 0,1 1-1 0 0,-2 1 1 0 0,1 0-1 0 0,-1 0 0 0 0,-1 0 1 0 0,0 1-1 0 0,-1 1 1 0 0,0-1-1 0 0,8 22 1 0 0,-13-27 64 0 0,0-1 0 0 0,0 1 1 0 0,0 0-1 0 0,-1-1 1 0 0,0 1-1 0 0,0 0 1 0 0,-1 0-1 0 0,0 0 1 0 0,0 0-1 0 0,-2 8 1 0 0,2-13 168 0 0,-1-3-236 0 0,1 1-1 0 0,-1 0 0 0 0,1 0 1 0 0,-1-1-1 0 0,0 1 1 0 0,1-1-1 0 0,-1 1 1 0 0,1 0-1 0 0,-1-1 0 0 0,1 1 1 0 0,0-1-1 0 0,-1 1 1 0 0,1-1-1 0 0,-1 0 0 0 0,1 1 1 0 0,0-1-1 0 0,0 1 1 0 0,-1-1-1 0 0,1 1 0 0 0,0-1 1 0 0,0 0-1 0 0,0 1 1 0 0,-1-1-1 0 0,1 0 0 0 0,0 1 1 0 0,0-2-1 0 0,0-19-3 0 0,1 16-5 0 0,2-23-76 0 0,2-1 0 0 0,1 1 0 0 0,1 1 0 0 0,2-1 0 0 0,0 1 0 0 0,2 0-1 0 0,1 1 1 0 0,1 1 0 0 0,26-40 0 0 0,-29 50 7 0 0,1-1-1 0 0,0 2 1 0 0,1 0-1 0 0,1 0 1 0 0,0 1-1 0 0,29-23 1 0 0,-41 36 71 0 0,0-1 0 0 0,0 1-1 0 0,0 0 1 0 0,0-1 0 0 0,0 1 0 0 0,1 0 0 0 0,-1 0 0 0 0,0 0 0 0 0,0 0-1 0 0,0-1 1 0 0,0 2 0 0 0,0-1 0 0 0,0 0 0 0 0,0 0 0 0 0,0 0 0 0 0,0 0-1 0 0,0 1 1 0 0,0-1 0 0 0,0 0 0 0 0,1 1 0 0 0,-2-1 0 0 0,1 1 0 0 0,0-1-1 0 0,0 1 1 0 0,0 0 0 0 0,0-1 0 0 0,0 1 0 0 0,0 0 0 0 0,-1-1-1 0 0,2 2 1 0 0,0 1 3 0 0,1-1 0 0 0,-1 1-1 0 0,0 0 1 0 0,1 0-1 0 0,-1 0 1 0 0,-1 0 0 0 0,3 4-1 0 0,-1 4 95 0 0,0-1 0 0 0,0 0 0 0 0,-2 1 0 0 0,1 0 0 0 0,-1-1 0 0 0,-1 1 0 0 0,0 11 0 0 0,-12 78 808 0 0,4-38-426 0 0,2-10-144 0 0,-4 56 214 0 0,10-107-532 0 0,0 0-1 0 0,0 0 0 0 0,0 0 0 0 0,0 0 1 0 0,0 0-1 0 0,0 0 0 0 0,1 0 0 0 0,-1 0 1 0 0,0 0-1 0 0,0 0 0 0 0,1 0 1 0 0,-1 0-1 0 0,1 0 0 0 0,-1 0 0 0 0,1-1 1 0 0,-1 1-1 0 0,1 0 0 0 0,-1 0 0 0 0,1 0 1 0 0,0 0-1 0 0,0-1 0 0 0,-1 1 0 0 0,1 0 1 0 0,0-1-1 0 0,0 1 0 0 0,1 0 0 0 0,-1-1 8 0 0,1 1 1 0 0,0-1-1 0 0,0 1 0 0 0,0-1 0 0 0,0 0 0 0 0,0 0 0 0 0,0 0 0 0 0,0 0 0 0 0,0 0 0 0 0,0 0 1 0 0,0-1-1 0 0,3 0 0 0 0,3-2-76 0 0,-1 1 1 0 0,1-2 0 0 0,-1 1-1 0 0,0-1 1 0 0,11-7-1 0 0,-4 0-657 0 0,-1 0-1 0 0,0-1 0 0 0,-1 0 0 0 0,-1-1 0 0 0,0-1 0 0 0,11-16 0 0 0,-15 18-1188 0 0,-1 1 0 0 0,0-1-1 0 0,-1 0 1 0 0,0-1 0 0 0,4-13 0 0 0,-4 2-6070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3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22 1428 0 0,'-136'-10'13707'0'0,"47"1"-8266"0"0,86 8-5290 0 0,0-1 514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7:4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1380 0 0,'-29'14'4360'0'0,"22"-11"-3186"0"0,-1 1 1 0 0,1-1-1 0 0,1 1 1 0 0,-1 1-1 0 0,0-1 1 0 0,-8 9-1 0 0,15-13-1114 0 0,0 1-1 0 0,1 0 0 0 0,-1-1 0 0 0,0 1 1 0 0,1-1-1 0 0,-1 1 0 0 0,1-1 1 0 0,-1 1-1 0 0,1 0 0 0 0,-1-1 0 0 0,1 0 1 0 0,-1 1-1 0 0,1-1 0 0 0,-1 1 1 0 0,1-1-1 0 0,0 0 0 0 0,-1 1 0 0 0,1-1 1 0 0,0 0-1 0 0,-1 0 0 0 0,1 1 1 0 0,0-1-1 0 0,1 0 0 0 0,45 5 179 0 0,94-5 0 0 0,-11-8-3950 0 0,-63 3-274 0 0,3 0-1772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2:2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0 376 0 0,'0'0'2321'0'0,"-5"17"748"0"0,3-16-2746 0 0,-14 7 1124 0 0,3-2-5572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108 175 556 0 0,'-8'-3'988'0'0,"0"1"-1"0"0,0 0 1 0 0,-1 0 0 0 0,1 0 0 0 0,0 1-1 0 0,-1 0 1 0 0,1 1 0 0 0,-17 1 0 0 0,23-1-596 0 0,1 0-292 0 0,1 1 1 0 0,-1-1-1 0 0,1 0 0 0 0,-1 0 0 0 0,1 0 1 0 0,-1 1-1 0 0,0-1 0 0 0,1 0 0 0 0,-1 1 0 0 0,1-1 1 0 0,0 1-1 0 0,-1-1 0 0 0,1 0 0 0 0,-1 1 1 0 0,1-1-1 0 0,0 1 0 0 0,-1-1 0 0 0,0 2 0 0 0,5-2-40 0 0,0 1 0 0 0,-1-1 0 0 0,1 0 0 0 0,0 0 0 0 0,0-1 0 0 0,-1 1 0 0 0,1-1 0 0 0,0 1 0 0 0,5-3 0 0 0,40-16 170 0 0,-17 7-137 0 0,92-32 84 0 0,154-44-35 0 0,-272 87-134 0 0,0 0 1 0 0,0 0-1 0 0,0 0 1 0 0,0 1-1 0 0,0 0 1 0 0,7 1-1 0 0,-12 0-6 0 0,0-1 0 0 0,-1 0-1 0 0,1 0 1 0 0,0 1 0 0 0,-1-1 0 0 0,1 1-1 0 0,0-1 1 0 0,-1 1 0 0 0,1-1 0 0 0,-1 1-1 0 0,1-1 1 0 0,0 1 0 0 0,-1-1 0 0 0,0 1-1 0 0,1 0 1 0 0,-1-1 0 0 0,1 1 0 0 0,-1 0-1 0 0,0-1 1 0 0,1 1 0 0 0,-1 0 0 0 0,0 0-1 0 0,0-1 1 0 0,0 1 0 0 0,1 0 0 0 0,-1 0-1 0 0,0-1 1 0 0,0 1 0 0 0,0 0 0 0 0,0 0-1 0 0,0-1 1 0 0,-1 1 0 0 0,1 0 0 0 0,0 0-1 0 0,0-1 1 0 0,0 1 0 0 0,-1 0 0 0 0,1 1-1 0 0,-11 26 43 0 0,-14 9 0 0 0,-1-1 1 0 0,-1-2-1 0 0,-52 50 0 0 0,32-34 37 0 0,-73 73 42 0 0,48-53 366 0 0,-79 104 1 0 0,146-168-402 0 0,0 1-1 0 0,1 0 0 0 0,0 0 1 0 0,1 0-1 0 0,-1 0 0 0 0,1 1 1 0 0,-2 8-1 0 0,5-15-65 0 0,0-1 0 0 0,0 1 0 0 0,0 0-1 0 0,1 0 1 0 0,-1-1 0 0 0,0 1 0 0 0,0 0 0 0 0,0-1 0 0 0,1 1-1 0 0,-1 0 1 0 0,0-1 0 0 0,1 1 0 0 0,-1 0 0 0 0,1-1 0 0 0,-1 1 0 0 0,1-1-1 0 0,-1 1 1 0 0,1-1 0 0 0,-1 1 0 0 0,1-1 0 0 0,-1 1 0 0 0,1-1-1 0 0,0 0 1 0 0,-1 1 0 0 0,1-1 0 0 0,0 0 0 0 0,-1 1 0 0 0,1-1 0 0 0,0 0-1 0 0,0 0 1 0 0,-1 0 0 0 0,1 1 0 0 0,0-1 0 0 0,-1 0 0 0 0,1 0-1 0 0,0 0 1 0 0,0 0 0 0 0,-1-1 0 0 0,1 1 0 0 0,0 0 0 0 0,0 0-1 0 0,20-3 83 0 0,0 0 0 0 0,0-2 0 0 0,-1 0 0 0 0,21-8 0 0 0,84-38-23 0 0,-88 35-56 0 0,211-97-1882 0 0,-85 33-5835 0 0,-118 58 2888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7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72 119 668 0 0,'-3'0'2176'0'0,"-51"11"8157"0"0,52-10-9510 0 0,1-1-668 0 0,1 0 1 0 0,-1 0 0 0 0,0 1-1 0 0,1-1 1 0 0,-1 0-1 0 0,0 0 1 0 0,0 0-1 0 0,1 0 1 0 0,-1 0-1 0 0,0 0 1 0 0,1 0-1 0 0,-1 0 1 0 0,0 0 0 0 0,0 0-1 0 0,1-1 1 0 0,-2 1-1 0 0,7-6-81 0 0,0 1-1 0 0,1 1 1 0 0,-1-1-1 0 0,1 1 1 0 0,0-1-1 0 0,0 2 1 0 0,0-1 0 0 0,0 1-1 0 0,8-3 1 0 0,-4 1-43 0 0,29-14-1110 0 0,41-15 1 0 0,3 10-7217 0 0,-69 20 3740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31 1932 0 0,'-104'118'11429'0'0,"104"-118"-11388"0"0,-1 0 0 0 0,1 1-1 0 0,0-1 1 0 0,-1 0-1 0 0,1 1 1 0 0,-1-1 0 0 0,1 0-1 0 0,0 1 1 0 0,-1-1 0 0 0,1 1-1 0 0,0-1 1 0 0,0 1 0 0 0,-1-1-1 0 0,1 1 1 0 0,0-1-1 0 0,0 1 1 0 0,0-1 0 0 0,-1 1-1 0 0,1-1 1 0 0,0 1 0 0 0,0-1-1 0 0,0 1 1 0 0,0-1 0 0 0,0 1-1 0 0,0-1 1 0 0,0 1 0 0 0,0-1-1 0 0,0 1 1 0 0,1-1-1 0 0,-1 1 1 0 0,0-1 0 0 0,0 1-1 0 0,0-1 1 0 0,0 1 0 0 0,1-1-1 0 0,-1 1 1 0 0,1 0-17 0 0,-1-1 0 0 0,1 1 0 0 0,0-1 0 0 0,-1 0 0 0 0,1 1-1 0 0,0-1 1 0 0,0 0 0 0 0,-1 1 0 0 0,1-1 0 0 0,0 0 0 0 0,0 0 0 0 0,0 0 0 0 0,-1 1 0 0 0,1-1 0 0 0,0 0 0 0 0,0 0 0 0 0,-1 0 0 0 0,1 0 0 0 0,0-1-1 0 0,1 1 1 0 0,35-11-607 0 0,0-2-1 0 0,0-1 0 0 0,59-33 0 0 0,-56 26-952 0 0,33-19-3471 0 0,-32 17 922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8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104 206 452 0 0,'-3'0'5177'0'0,"-1"2"-4811"0"0,0 0 0 0 0,1 1 1 0 0,-1-1-1 0 0,1 1 0 0 0,-1 0 0 0 0,1-1 0 0 0,0 1 0 0 0,0 1 0 0 0,0-1 1 0 0,1 0-1 0 0,-1 1 0 0 0,1-1 0 0 0,0 1 0 0 0,0 0 0 0 0,0 0 0 0 0,-2 5 1 0 0,-4 12 923 0 0,-11 39 1 0 0,13-34-886 0 0,0-1-1 0 0,2 1 1 0 0,1 1 0 0 0,0 25 0 0 0,3-42-339 0 0,0-1 0 0 0,1 0 0 0 0,0 0 0 0 0,0 0 1 0 0,1 0-1 0 0,0 0 0 0 0,1 0 0 0 0,0 0 0 0 0,0-1 0 0 0,1 1 0 0 0,0-1 0 0 0,0 0 1 0 0,1 0-1 0 0,0-1 0 0 0,7 9 0 0 0,-7-12-31 0 0,0 1-1 0 0,1-1 1 0 0,-1 0 0 0 0,1-1 0 0 0,0 1-1 0 0,0-1 1 0 0,0 0 0 0 0,0-1 0 0 0,0 1-1 0 0,1-1 1 0 0,-1 0 0 0 0,1-1 0 0 0,-1 0-1 0 0,1 0 1 0 0,0 0 0 0 0,-1-1 0 0 0,1 0-1 0 0,0 0 1 0 0,0-1 0 0 0,11-2 0 0 0,2-1 0 0 0,1-1 0 0 0,-1-1 0 0 0,-1-1 1 0 0,1 0-1 0 0,26-16 0 0 0,-28 14-8 0 0,-1-2-1 0 0,-1 0 1 0 0,0-1-1 0 0,0-1 1 0 0,-1 0-1 0 0,-1-1 1 0 0,0-1-1 0 0,-1 0 1 0 0,-1-1-1 0 0,0 0 1 0 0,-1-1-1 0 0,-1 0 1 0 0,9-20-1 0 0,-13 22 48 0 0,0 0 0 0 0,-1 0 0 0 0,0-1 0 0 0,-1 0-1 0 0,-1 1 1 0 0,-1-1 0 0 0,0 0 0 0 0,-1 0 0 0 0,0-1 0 0 0,-2 1-1 0 0,0 0 1 0 0,-1 0 0 0 0,0 0 0 0 0,-1 0 0 0 0,-1 1 0 0 0,-10-28 0 0 0,11 36-45 0 0,-1-1 0 0 0,0 0 1 0 0,0 1-1 0 0,0 0 0 0 0,-1 0 1 0 0,0 0-1 0 0,0 1 0 0 0,-1-1 1 0 0,0 1-1 0 0,0 1 0 0 0,0-1 1 0 0,-1 1-1 0 0,-8-5 0 0 0,6 5-17 0 0,1 2 0 0 0,0-1-1 0 0,-1 1 1 0 0,0 0-1 0 0,0 1 1 0 0,0 0 0 0 0,0 0-1 0 0,0 1 1 0 0,0 0-1 0 0,0 1 1 0 0,-18 1 0 0 0,14 0-40 0 0,0 0 0 0 0,0 2 0 0 0,0-1 0 0 0,1 2 0 0 0,-1 0 0 0 0,1 0 1 0 0,0 1-1 0 0,0 1 0 0 0,0 0 0 0 0,1 0 0 0 0,0 1 0 0 0,-17 14 0 0 0,20-13-476 0 0,0-1 0 0 0,0 2 0 0 0,1-1 0 0 0,0 1 0 0 0,0 1-1 0 0,-6 11 1 0 0,8-11-809 0 0,0 0-1 0 0,1 0 0 0 0,0 1 1 0 0,1 0-1 0 0,0 0 1 0 0,-3 18-1 0 0,4-10-3830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8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2140 0 0,'85'16'20143'0'0,"-64"-12"-12905"0"0,-3-2-4874 0 0,-18-2-2353 0 0,1 0 0 0 0,-1 0 1 0 0,0 0-1 0 0,0 0 0 0 0,0 0 0 0 0,1 0 1 0 0,-1 0-1 0 0,0 0 0 0 0,0 0 0 0 0,0 0 1 0 0,1 0-1 0 0,-1 0 0 0 0,0 0 0 0 0,0 0 1 0 0,0 1-1 0 0,1-1 0 0 0,-1 0 0 0 0,0 0 1 0 0,0 0-1 0 0,0 0 0 0 0,0 0 0 0 0,1 0 1 0 0,-1 1-1 0 0,0-1 0 0 0,0 0 0 0 0,0 0 1 0 0,0 0-1 0 0,0 1 0 0 0,0-1 0 0 0,0 0 1 0 0,1 0-1 0 0,-1 0 0 0 0,0 0 0 0 0,0 1 1 0 0,0-1-1 0 0,0 0 0 0 0,0 0 0 0 0,0 0 1 0 0,0 1-1 0 0,0-1 0 0 0,0 0 0 0 0,0 1 1 0 0,-5 13-129 0 0,-21 25-1262 0 0,11-16 98 0 0,9-15 671 0 0,-61 106-5764 0 0,21-39-2765 0 0,15-26-1926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53 40 0 0,'-20'-50'13669'0'0,"17"48"-12564"0"0,3 2-1093 0 0,-1 0 1 0 0,1 1-1 0 0,0-1 0 0 0,0 0 0 0 0,-1 1 0 0 0,1-1 1 0 0,0 0-1 0 0,0 1 0 0 0,0-1 0 0 0,-1 1 0 0 0,1-1 1 0 0,0 1-1 0 0,0-1 0 0 0,0 0 0 0 0,0 1 0 0 0,0-1 1 0 0,0 1-1 0 0,0-1 0 0 0,0 1 0 0 0,0-1 0 0 0,0 0 1 0 0,0 1-1 0 0,0-1 0 0 0,0 1 0 0 0,1 0 0 0 0,4 34 79 0 0,2 0-1 0 0,1 0 0 0 0,2 0 0 0 0,19 43 1 0 0,-25-69-71 0 0,0-1 0 0 0,0 1 0 0 0,1-1 0 0 0,0 0 1 0 0,0 0-1 0 0,1 0 0 0 0,-1-1 0 0 0,2 0 0 0 0,-1 0 0 0 0,15 11 0 0 0,-17-15-8 0 0,0-1-1 0 0,1 1 0 0 0,0-1 0 0 0,-1 0 0 0 0,1 0 0 0 0,0 0 0 0 0,0-1 0 0 0,0 1 0 0 0,0-1 0 0 0,0 0 0 0 0,0-1 0 0 0,1 1 0 0 0,-1-1 1 0 0,0 0-1 0 0,0-1 0 0 0,0 1 0 0 0,1-1 0 0 0,-1 0 0 0 0,0 0 0 0 0,0 0 0 0 0,6-3 0 0 0,-3 1 31 0 0,0-1 1 0 0,0 1-1 0 0,0-1 1 0 0,0-1-1 0 0,-1 0 0 0 0,1 0 1 0 0,-1 0-1 0 0,0-1 0 0 0,-1 0 1 0 0,0 0-1 0 0,0-1 1 0 0,0 1-1 0 0,0-1 0 0 0,-1-1 1 0 0,0 1-1 0 0,-1-1 0 0 0,0 0 1 0 0,0 0-1 0 0,-1 0 0 0 0,0 0 1 0 0,3-13-1 0 0,3-4 530 0 0,-7 19-446 0 0,0 0 1 0 0,0 1 0 0 0,0-1 0 0 0,-1 0 0 0 0,2-12-1 0 0,2 97 41 0 0,-10 73 93 0 0,-6 0-1 0 0,-51 247 1 0 0,7-177 143 0 0,45-190 180 0 0,-1-1-1 0 0,-2-1 1 0 0,-1 0-1 0 0,-35 54 0 0 0,45-79-360 0 0,1 0 0 0 0,-1-1-1 0 0,0 0 1 0 0,0 1 0 0 0,0-1-1 0 0,-1-1 1 0 0,1 1-1 0 0,-1 0 1 0 0,-9 4 0 0 0,12-7-172 0 0,0 0 0 0 0,0-1 1 0 0,0 1-1 0 0,-1 0 1 0 0,1-1-1 0 0,0 0 0 0 0,0 1 1 0 0,-1-1-1 0 0,1 0 0 0 0,0 0 1 0 0,-1 0-1 0 0,1 0 1 0 0,0-1-1 0 0,0 1 0 0 0,-1-1 1 0 0,1 1-1 0 0,0-1 0 0 0,0 0 1 0 0,0 0-1 0 0,0 0 0 0 0,0 0 1 0 0,0 0-1 0 0,0 0 1 0 0,0-1-1 0 0,0 1 0 0 0,0-1 1 0 0,1 1-1 0 0,-3-3 0 0 0,-4-5-18 0 0,0 0 0 0 0,1-1 0 0 0,0-1-1 0 0,1 1 1 0 0,0-1 0 0 0,0 0 0 0 0,1 0-1 0 0,1-1 1 0 0,0 1 0 0 0,0-1 0 0 0,1 0-1 0 0,1 0 1 0 0,0 0 0 0 0,0 0 0 0 0,2-1-1 0 0,-1 1 1 0 0,2-16 0 0 0,1 5-20 0 0,1-1 0 0 0,1 1 0 0 0,1 0 1 0 0,1 1-1 0 0,1-1 0 0 0,1 1 0 0 0,1 1 1 0 0,13-25-1 0 0,-10 25-35 0 0,1 0 1 0 0,0 1 0 0 0,2 1-1 0 0,0 0 1 0 0,1 1 0 0 0,1 1-1 0 0,1 0 1 0 0,0 2-1 0 0,26-18 1 0 0,-28 23-469 0 0,1 1 0 0 0,0 0 0 0 0,0 1-1 0 0,21-6 1 0 0,-25 11-751 0 0,0 0 0 0 0,0 1 1 0 0,0 0-1 0 0,0 1 0 0 0,17 1 0 0 0,20-1-7148 0 0,-31-2 2383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9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55 2028 0 0,'-7'5'13231'0'0,"23"-7"-13239"0"0,0 0 1 0 0,-1-1 0 0 0,1-1 0 0 0,-1-1-1 0 0,18-7 1 0 0,9-3-1843 0 0,1 3-3728 0 0,-24 7 195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4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1 340 0 0,'-112'127'12178'0'0,"111"-126"-12107"0"0,0 0 0 0 0,0 0-1 0 0,0 0 1 0 0,0 0 0 0 0,0 1 0 0 0,1-1-1 0 0,-1 0 1 0 0,0 1 0 0 0,0-1-1 0 0,1 0 1 0 0,-1 1 0 0 0,1-1-1 0 0,0 1 1 0 0,-1-1 0 0 0,1 1-1 0 0,0-1 1 0 0,0 1 0 0 0,0-1-1 0 0,0 1 1 0 0,0 2 0 0 0,1-3-35 0 0,-1 0 1 0 0,1 0 0 0 0,-1 0 0 0 0,1 0 0 0 0,0-1-1 0 0,0 1 1 0 0,0 0 0 0 0,0 0 0 0 0,-1 0 0 0 0,1-1-1 0 0,0 1 1 0 0,0-1 0 0 0,0 1 0 0 0,0-1 0 0 0,1 1-1 0 0,-1-1 1 0 0,0 1 0 0 0,0-1 0 0 0,0 0-1 0 0,2 1 1 0 0,7 0 46 0 0,1 0-1 0 0,0 0 1 0 0,-1-1-1 0 0,16-2 0 0 0,16-3-738 0 0,-1-2 0 0 0,45-13-1 0 0,26-13-5548 0 0,-64 18 1596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 2004 0 0,'-33'14'4799'0'0,"16"-6"-218"0"0,-31 9 1755 0 0,48-18-6291 0 0,1 1 0 0 0,-1-1 0 0 0,0 1 0 0 0,1-1-1 0 0,-1 0 1 0 0,0 1 0 0 0,1-1 0 0 0,-1 1 0 0 0,1-1-1 0 0,-1 1 1 0 0,0-1 0 0 0,1 1 0 0 0,-1-1 0 0 0,1 1 0 0 0,0-1-1 0 0,-1 1 1 0 0,1 0 0 0 0,-1-1 0 0 0,1 1 0 0 0,0 0-1 0 0,-1 0 1 0 0,1-1 0 0 0,0 1 0 0 0,0 0 0 0 0,21-5 352 0 0,-19 4-321 0 0,8-1 43 0 0,-1 1 0 0 0,0 0-1 0 0,1 1 1 0 0,-1 0 0 0 0,19 2-1 0 0,-25-1-82 0 0,0-1-1 0 0,0 1 1 0 0,-1 0-1 0 0,1 0 0 0 0,0 0 1 0 0,0 0-1 0 0,-1 1 1 0 0,1 0-1 0 0,-1-1 0 0 0,1 1 1 0 0,-1 1-1 0 0,0-1 1 0 0,0 0-1 0 0,0 1 1 0 0,0-1-1 0 0,0 1 0 0 0,-1 0 1 0 0,1 0-1 0 0,1 4 1 0 0,-2-3-1 0 0,0 1 0 0 0,-1 0 0 0 0,1 0 1 0 0,-1 0-1 0 0,0 0 0 0 0,-1 0 0 0 0,1 0 1 0 0,-1 0-1 0 0,0 0 0 0 0,0 0 1 0 0,-1 0-1 0 0,1 0 0 0 0,-1 0 0 0 0,0 0 1 0 0,-1 0-1 0 0,1 0 0 0 0,-1 0 1 0 0,-4 7-1 0 0,-2 6 28 0 0,-2-1-1 0 0,0 0 1 0 0,-18 23 0 0 0,-41 43 285 0 0,68-82-341 0 0,1 1 2 0 0,1-1-9 0 0,0 0-1 0 0,-1 0 1 0 0,1 1-1 0 0,0-1 1 0 0,0 0-1 0 0,0 0 1 0 0,0 0 0 0 0,0 0-1 0 0,0 0 1 0 0,0-1-1 0 0,0 1 1 0 0,0 0-1 0 0,0 0 1 0 0,0-1-1 0 0,1 1 1 0 0,-1 0 0 0 0,0-1-1 0 0,0 1 1 0 0,1-1-1 0 0,-1 0 1 0 0,0 1-1 0 0,1-1 1 0 0,-1 0 0 0 0,2 0-1 0 0,-3 0 0 0 0,23 8 81 0 0,-1 2 0 0 0,0 0 0 0 0,-1 1 0 0 0,24 17 0 0 0,-34-20 196 0 0,0 1-1 0 0,0 0 1 0 0,-1 0-1 0 0,0 1 1 0 0,-1 0-1 0 0,0 1 1 0 0,0 0-1 0 0,10 19 1 0 0,-17-27-128 0 0,0 1 1 0 0,-1-1-1 0 0,1 1 1 0 0,-1 0-1 0 0,0-1 0 0 0,0 1 1 0 0,0 0-1 0 0,0 0 1 0 0,-1 0-1 0 0,0 0 1 0 0,1-1-1 0 0,-1 1 1 0 0,-1 0-1 0 0,1 0 1 0 0,-1 0-1 0 0,1 0 1 0 0,-2 4-1 0 0,0-3-24 0 0,-1 0-1 0 0,1 0 1 0 0,-1 0 0 0 0,0-1-1 0 0,0 1 1 0 0,0-1-1 0 0,0 1 1 0 0,-1-1 0 0 0,0 0-1 0 0,-8 6 1 0 0,0-1-36 0 0,0-1 0 0 0,-1 0 0 0 0,0-1 1 0 0,0-1-1 0 0,0 0 0 0 0,-1-1 0 0 0,0 0 0 0 0,-17 3 0 0 0,9-3-26 0 0,0-2-1 0 0,0-1 0 0 0,0 0 1 0 0,0-2-1 0 0,0 0 0 0 0,-24-4 1 0 0,37 3-201 0 0,1-1 0 0 0,-1 0 1 0 0,0 0-1 0 0,1 0 0 0 0,-1-1 0 0 0,1 0 1 0 0,0-1-1 0 0,0 0 0 0 0,1 0 0 0 0,-1-1 0 0 0,1 0 1 0 0,0 0-1 0 0,0-1 0 0 0,0 0 0 0 0,1 0 1 0 0,0 0-1 0 0,-11-15 0 0 0,14 14-265 0 0,-1-1-1 0 0,1 0 0 0 0,1 1 1 0 0,-1-1-1 0 0,1 0 1 0 0,1 0-1 0 0,-1 0 0 0 0,1 0 1 0 0,1-1-1 0 0,-1 1 1 0 0,1 0-1 0 0,1 0 0 0 0,0 0 1 0 0,0-1-1 0 0,0 1 1 0 0,4-9-1 0 0,4-12-2138 0 0,0 1 1 0 0,2 0-1 0 0,16-30 1 0 0,7-7-5651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83 1072 0 0,'-53'27'11001'0'0,"22"-12"-5591"0"0,37-16-5340 0 0,0-1 0 0 0,1 1-1 0 0,-1-1 1 0 0,0 0 0 0 0,0-1 0 0 0,7-3-1 0 0,9-3 21 0 0,74-27 182 0 0,47-15-1329 0 0,-113 39-7579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0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29 1500 0 0,'2'-18'8364'0'0,"-3"15"-7841"0"0,-2 0 825 0 0,3 2-1124 0 0,-1 1 1 0 0,1-1 0 0 0,-1 1-1 0 0,1 0 1 0 0,-1-1 0 0 0,1 1-1 0 0,-1 0 1 0 0,0-1 0 0 0,1 1-1 0 0,-1 0 1 0 0,0 0 0 0 0,1 0-1 0 0,-1 0 1 0 0,0 0 0 0 0,0 0-1 0 0,-3 0-10 0 0,0 0 0 0 0,0 1-1 0 0,1-1 1 0 0,-1 1 0 0 0,0 0-1 0 0,1 0 1 0 0,-1 0 0 0 0,1 1 0 0 0,-7 3-1 0 0,-12 7 41 0 0,2 1 0 0 0,-1 1-1 0 0,2 1 1 0 0,-22 20 0 0 0,34-29-233 0 0,1 1 0 0 0,0 0 0 0 0,0 0 0 0 0,0 0 0 0 0,1 1 0 0 0,0-1 0 0 0,1 1 0 0 0,0 1 0 0 0,0-1 0 0 0,0 1 0 0 0,1-1 0 0 0,1 1 0 0 0,-1 0 0 0 0,-1 13 0 0 0,4-17-13 0 0,0-1 0 0 0,1 1 0 0 0,-1-1-1 0 0,1 1 1 0 0,0-1 0 0 0,0 1 0 0 0,1-1-1 0 0,-1 0 1 0 0,1 0 0 0 0,0 0 0 0 0,0 0-1 0 0,0 0 1 0 0,0 0 0 0 0,1 0 0 0 0,0-1-1 0 0,4 6 1 0 0,7 5 14 0 0,1-1-1 0 0,25 19 1 0 0,0 0 5 0 0,-29-22 108 0 0,0 0 0 0 0,-1 1 1 0 0,0 0-1 0 0,-1 1 0 0 0,12 17 1 0 0,-19-26-53 0 0,-1 1 1 0 0,1 0 0 0 0,0-1-1 0 0,-1 1 1 0 0,0 0-1 0 0,0 0 1 0 0,0-1 0 0 0,0 1-1 0 0,-1 0 1 0 0,1 0 0 0 0,-1 0-1 0 0,0 0 1 0 0,0 0 0 0 0,-1 0-1 0 0,1 0 1 0 0,-1 0-1 0 0,0 0 1 0 0,0 0 0 0 0,0-1-1 0 0,0 1 1 0 0,-1 0 0 0 0,0-1-1 0 0,1 1 1 0 0,-1-1-1 0 0,-3 4 1 0 0,-3 3-44 0 0,1-2 0 0 0,-2 1 1 0 0,1-1-1 0 0,-1 0 0 0 0,0-1 0 0 0,-1 0 1 0 0,0 0-1 0 0,0-1 0 0 0,0-1 0 0 0,-1 0 0 0 0,0 0 1 0 0,0-1-1 0 0,0 0 0 0 0,0-1 0 0 0,-1 0 1 0 0,1-1-1 0 0,-20 2 0 0 0,23-4-241 0 0,-1 1 0 0 0,0-2 0 0 0,1 1 0 0 0,-1-1-1 0 0,1 0 1 0 0,-1-1 0 0 0,1 0 0 0 0,0-1 0 0 0,-1 1 0 0 0,-14-9 0 0 0,17 8-168 0 0,0-1 0 0 0,1 0 1 0 0,0 0-1 0 0,0 0 0 0 0,0 0 1 0 0,0-1-1 0 0,1 0 0 0 0,-1 0 1 0 0,1-1-1 0 0,1 1 1 0 0,-1-1-1 0 0,1 1 0 0 0,0-1 1 0 0,0 0-1 0 0,-3-10 0 0 0,3 4-405 0 0,1-1-1 0 0,0 1 1 0 0,1-1-1 0 0,0 0 1 0 0,1 1-1 0 0,0-1 0 0 0,1 0 1 0 0,0 1-1 0 0,1-1 1 0 0,1 1-1 0 0,7-21 1 0 0,4-5-2401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0 390 3596 0 0,'49'-62'3086'0'0,"83"-82"0"0"0,-112 124-2579 0 0,2 1 0 0 0,1 1 0 0 0,0 1 0 0 0,1 2 1 0 0,1 0-1 0 0,0 1 0 0 0,43-16 0 0 0,-43 21-336 0 0,1 2 1 0 0,48-9-1 0 0,-65 14-397 0 0,0 1 1 0 0,1 1 0 0 0,-1-1 0 0 0,0 1-1 0 0,1 1 1 0 0,-1 0 0 0 0,0 0 0 0 0,0 1-1 0 0,0 0 1 0 0,0 1 0 0 0,17 7 0 0 0,-24-9-227 0 0,0 0 0 0 0,0 0-1 0 0,0 0 1 0 0,0 1 0 0 0,-1-1 0 0 0,1 1 0 0 0,0 0 0 0 0,-1-1 0 0 0,1 1 0 0 0,1 3 0 0 0,4 8-3807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150 122 3252 0 0,'-61'40'6386'0'0,"-27"22"3500"0"0,92-63-9405 0 0,48-10 232 0 0,79-26-1 0 0,-55 14-539 0 0,266-68 41 0 0,-112 43-6190 0 0,-174 39-1099 0 0,-33 5 713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1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2452 0 0,'7'-45'12707'0'0,"-3"33"-10606"0"0,1 8-1922 0 0,-1 0-1 0 0,0 0 0 0 0,1 1 1 0 0,0 0-1 0 0,0-1 0 0 0,0 2 1 0 0,0-1-1 0 0,0 0 0 0 0,0 1 1 0 0,7-2-1 0 0,63-15 207 0 0,-49 14-216 0 0,0-1-107 0 0,2 2 0 0 0,-1 1 0 0 0,0 1 0 0 0,36 1 0 0 0,-62 1-52 0 0,1 0 0 0 0,-1 0 1 0 0,0 0-1 0 0,1 1 0 0 0,-1-1 0 0 0,1 0 1 0 0,-1 0-1 0 0,1 1 0 0 0,-1-1 0 0 0,0 1 1 0 0,1-1-1 0 0,-1 1 0 0 0,0 0 0 0 0,0 0 1 0 0,0-1-1 0 0,1 1 0 0 0,-1 0 0 0 0,0 0 1 0 0,0 0-1 0 0,0 0 0 0 0,0 0 0 0 0,0 0 1 0 0,-1 1-1 0 0,1-1 0 0 0,0 0 0 0 0,0 0 1 0 0,-1 1-1 0 0,1-1 0 0 0,-1 0 0 0 0,1 1 1 0 0,-1-1-1 0 0,0 0 0 0 0,1 1 0 0 0,-1-1 1 0 0,0 1-1 0 0,0-1 0 0 0,0 1 0 0 0,0-1 1 0 0,0 1-1 0 0,0-1 0 0 0,0 0 0 0 0,-1 3 1 0 0,-1 4 74 0 0,0 1 0 0 0,-1-1 0 0 0,0 0 0 0 0,0 0 0 0 0,-6 10 0 0 0,-24 37 929 0 0,-2-1 0 0 0,-55 65 0 0 0,18-26 508 0 0,68-88-1455 0 0,-5 7 153 0 0,0 1 0 0 0,0 0-1 0 0,-11 25 1 0 0,20-37-210 0 0,0-1 1 0 0,0 1-1 0 0,-1 0 0 0 0,1-1 1 0 0,0 1-1 0 0,0 0 1 0 0,0-1-1 0 0,0 1 0 0 0,0 0 1 0 0,0-1-1 0 0,0 1 0 0 0,1 0 1 0 0,-1-1-1 0 0,0 1 0 0 0,0-1 1 0 0,0 1-1 0 0,1 0 0 0 0,-1-1 1 0 0,0 1-1 0 0,1-1 0 0 0,-1 1 1 0 0,0-1-1 0 0,1 1 0 0 0,-1 0 1 0 0,1-1-1 0 0,-1 0 0 0 0,1 1 1 0 0,-1-1-1 0 0,1 1 1 0 0,-1-1-1 0 0,1 0 0 0 0,-1 1 1 0 0,1-1-1 0 0,1 1 0 0 0,21 5 111 0 0,-2-7-76 0 0,0-1 1 0 0,1-1-1 0 0,34-9 1 0 0,63-25-543 0 0,-86 26 201 0 0,299-115-4966 0 0,-112 33-2591 0 0,-155 65 4217 0 0,18-6-3628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2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58 2696 0 0,'-92'26'15149'0'0,"89"-25"-14225"0"0,6-1-712 0 0,183-44 263 0 0,-124 27-3659 0 0,0-1-4448 0 0,-46 13 1396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47 2544 0 0,'-105'90'13305'0'0,"105"-90"-13215"0"0,-1 0 1 0 0,0 1-1 0 0,1-1 0 0 0,-1 1 1 0 0,1-1-1 0 0,-1 0 0 0 0,1 1 1 0 0,0 0-1 0 0,-1-1 0 0 0,1 1 1 0 0,-1-1-1 0 0,1 1 0 0 0,0-1 1 0 0,0 1-1 0 0,-1 0 1 0 0,1-1-1 0 0,0 1 0 0 0,0 0 1 0 0,0-1-1 0 0,0 1 0 0 0,-1 0 1 0 0,1-1-1 0 0,0 1 0 0 0,0 0 1 0 0,0-1-1 0 0,1 1 0 0 0,-1 1 1 0 0,1-2-39 0 0,-1 1 0 0 0,1 0 0 0 0,0-1 0 0 0,-1 1 0 0 0,1-1 0 0 0,0 1 1 0 0,0-1-1 0 0,-1 1 0 0 0,1-1 0 0 0,0 1 0 0 0,0-1 0 0 0,0 0 0 0 0,0 1 0 0 0,0-1 0 0 0,0 0 1 0 0,1 0-1 0 0,40 0 327 0 0,16-8-428 0 0,69-20-1 0 0,56-26-3704 0 0,-170 50 3350 0 0,114-36-6238 0 0,-52 13 301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586 210 2784 0 0,'3'-25'9774'0'0,"-4"23"-9309"0"0,1 0 1 0 0,-1 0 0 0 0,0 0-1 0 0,0 0 1 0 0,0 0 0 0 0,-1 0-1 0 0,1 0 1 0 0,0 1 0 0 0,-1-1-1 0 0,1 0 1 0 0,-1 1 0 0 0,1-1-1 0 0,-1 1 1 0 0,0 0 0 0 0,0-1-1 0 0,-4-1 668 0 0,3 2-426 0 0,-14 1-102 0 0,8 6-354 0 0,0 0-1 0 0,0 1 0 0 0,0 0 0 0 0,1 0 0 0 0,0 0 0 0 0,1 1 0 0 0,0 1 1 0 0,-11 15-1 0 0,-46 82 845 0 0,58-96-1025 0 0,4-5-43 0 0,-74 143 755 0 0,67-127-661 0 0,1 0-1 0 0,1 1 1 0 0,1-1 0 0 0,1 1-1 0 0,-3 32 1 0 0,8-50-90 0 0,-1 1 0 0 0,1 0 0 0 0,0 0-1 0 0,1 0 1 0 0,-1 0 0 0 0,1-1 0 0 0,0 1 0 0 0,0 0-1 0 0,0 0 1 0 0,1-1 0 0 0,0 1 0 0 0,-1-1 0 0 0,2 1-1 0 0,-1-1 1 0 0,0 0 0 0 0,1 0 0 0 0,0 0-1 0 0,0 0 1 0 0,0-1 0 0 0,4 4 0 0 0,-2-3-4 0 0,0-1-1 0 0,0 1 1 0 0,0-1 0 0 0,0-1 0 0 0,1 1-1 0 0,-1-1 1 0 0,1 0 0 0 0,-1 0 0 0 0,1-1-1 0 0,0 1 1 0 0,0-1 0 0 0,0-1 0 0 0,-1 1-1 0 0,1-1 1 0 0,0 0 0 0 0,6-1 0 0 0,6 0 54 0 0,-1-2 1 0 0,0 0 0 0 0,0-1 0 0 0,-1-1-1 0 0,1-1 1 0 0,-1 0 0 0 0,0-1-1 0 0,0 0 1 0 0,-1-2 0 0 0,17-11 0 0 0,-14 7 1 0 0,-1 0 0 0 0,-1-2 1 0 0,0 0-1 0 0,-1 0 0 0 0,0-2 1 0 0,-2 0-1 0 0,22-34 0 0 0,-25 33 0 0 0,0 0-1 0 0,-1-1 0 0 0,-2 0 0 0 0,0 0 0 0 0,0-1 1 0 0,-2 0-1 0 0,-1 0 0 0 0,3-27 0 0 0,-6 31 11 0 0,0 0 1 0 0,-1 0-1 0 0,-1 0 0 0 0,-1 0 0 0 0,0 0 1 0 0,-1 1-1 0 0,-1-1 0 0 0,0 1 0 0 0,-1 0 0 0 0,-1 0 1 0 0,-9-17-1 0 0,9 21-68 0 0,0 1-1 0 0,0 0 1 0 0,-2 0-1 0 0,1 1 1 0 0,-1 0 0 0 0,0 0-1 0 0,-1 1 1 0 0,0 0-1 0 0,0 0 1 0 0,-1 1 0 0 0,-19-10-1 0 0,15 10 11 0 0,-2 0 0 0 0,1 1 0 0 0,-1 1 0 0 0,1 1 0 0 0,-1 0 0 0 0,-1 1 0 0 0,-30-2 0 0 0,16 4-570 0 0,-1 2-1 0 0,1 2 0 0 0,-1 1 1 0 0,1 1-1 0 0,0 1 1 0 0,1 2-1 0 0,-1 1 0 0 0,-41 19 1 0 0,53-19-620 0 0,1 0 1 0 0,0 2 0 0 0,-23 16-1 0 0,0 10-2914 0 0,35-29 2071 0 0,0-1-1 0 0,0 1 1 0 0,-7 13 0 0 0,3 0-6602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2472 0 0,'8'3'5617'0'0,"8"4"-2293"0"0,-4-2-1720 0 0,0-1-2092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113 145 1940 0 0,'-13'-4'1429'0'0,"1"0"0"0"0,0-1-1 0 0,0 0 1 0 0,0-1 0 0 0,1-1-1 0 0,0 1 1 0 0,-11-10 0 0 0,21 15-1408 0 0,1 1 1 0 0,-1-1-1 0 0,1 1 1 0 0,-1-1-1 0 0,1 1 1 0 0,-1-1-1 0 0,1 0 1 0 0,-1 1-1 0 0,1-1 1 0 0,0 0-1 0 0,-1 0 1 0 0,1 1-1 0 0,0-1 1 0 0,-1 0-1 0 0,1 0 1 0 0,0 1-1 0 0,0-1 1 0 0,0 0-1 0 0,0 0 1 0 0,0 1-1 0 0,0-1 1 0 0,0 0-1 0 0,0 0 1 0 0,0 0-1 0 0,0 1 1 0 0,0-1-1 0 0,0 0 0 0 0,1 0 1 0 0,-1 1-1 0 0,0-1 1 0 0,1 0-1 0 0,-1 0 1 0 0,0 1-1 0 0,1-1 1 0 0,-1 0-1 0 0,1 1 1 0 0,-1-1-1 0 0,1 1 1 0 0,-1-1-1 0 0,1 0 1 0 0,-1 1-1 0 0,1-1 1 0 0,0 1-1 0 0,-1 0 1 0 0,1-1-1 0 0,0 1 1 0 0,0 0-1 0 0,-1-1 1 0 0,1 1-1 0 0,0 0 1 0 0,0-1-1 0 0,-1 1 1 0 0,1 0-1 0 0,0 0 1 0 0,0 0-1 0 0,-1 0 1 0 0,1 0-1 0 0,0 0 1 0 0,0 0-1 0 0,0 0 1 0 0,0 1-1 0 0,6-1-1 0 0,0 2 0 0 0,0-1 1 0 0,0 1-1 0 0,-1 0 0 0 0,1 1 0 0 0,0 0 0 0 0,-1 0 0 0 0,0 0 1 0 0,0 1-1 0 0,0-1 0 0 0,0 1 0 0 0,-1 1 0 0 0,1-1 0 0 0,-1 1 1 0 0,0 0-1 0 0,0 0 0 0 0,-1 1 0 0 0,0-1 0 0 0,7 13 0 0 0,-5-7 50 0 0,0 0-1 0 0,-1 0 0 0 0,0 1 0 0 0,-1-1 0 0 0,0 1 0 0 0,-1 0 0 0 0,-1 0 1 0 0,0 0-1 0 0,0 1 0 0 0,-1 22 0 0 0,-4 0 361 0 0,-2 0-1 0 0,-1-1 0 0 0,-21 67 1 0 0,10-43 462 0 0,14-43-539 0 0,3-15-349 0 0,0 0 0 0 0,0 0 0 0 0,0 0 0 0 0,0 0-1 0 0,0 0 1 0 0,0 0 0 0 0,1-1 0 0 0,-1 1 0 0 0,0 0 0 0 0,0 0 0 0 0,0 0 0 0 0,0 0 0 0 0,0 0 0 0 0,0 0 0 0 0,0 0-1 0 0,0 0 1 0 0,0 0 0 0 0,0 0 0 0 0,0 0 0 0 0,0 0 0 0 0,0 0 0 0 0,0 0 0 0 0,0 0 0 0 0,0 0 0 0 0,1 0-1 0 0,-1 0 1 0 0,0 0 0 0 0,0 0 0 0 0,0 0 0 0 0,0 0 0 0 0,0 0 0 0 0,0 0 0 0 0,0 0 0 0 0,0 0 0 0 0,0 0 0 0 0,0 0-1 0 0,0 0 1 0 0,0 0 0 0 0,0 0 0 0 0,0 0 0 0 0,0 0 0 0 0,0 1 0 0 0,0-1 0 0 0,0 0 0 0 0,1 0 0 0 0,-1 0 0 0 0,0 0-1 0 0,0 0 1 0 0,0 0 0 0 0,0 0 0 0 0,0 0 0 0 0,0 0 0 0 0,0 0 0 0 0,0 0 0 0 0,0 0 0 0 0,0 0 0 0 0,0 0-1 0 0,0 0 1 0 0,0 0 0 0 0,0 0 0 0 0,0 1 0 0 0,14-23 212 0 0,-6 9-211 0 0,56-87 79 0 0,152-245-80 0 0,-200 321 18 0 0,-9 14-12 0 0,-1-1 0 0 0,0 0 1 0 0,0 0-1 0 0,4-13 0 0 0,-9 22-7 0 0,-17 11-17 0 0,8-2 21 0 0,1 1-1 0 0,0 0 0 0 0,1 0 0 0 0,0 1 1 0 0,0 0-1 0 0,1 0 0 0 0,-7 15 0 0 0,4-8 4 0 0,-13 24 15 0 0,2 2 0 0 0,-18 54-1 0 0,32-78-24 0 0,0 0 0 0 0,1 0 0 0 0,0 1 0 0 0,2 0 0 0 0,0-1 0 0 0,1 1 0 0 0,1 0 0 0 0,3 23 0 0 0,-2-37 5 0 0,-1 1 1 0 0,2-1-1 0 0,-1 0 0 0 0,1 0 0 0 0,-1 0 0 0 0,1 0 0 0 0,1 0 0 0 0,-1 0 0 0 0,1-1 0 0 0,0 1 0 0 0,0-1 0 0 0,0 0 0 0 0,0 0 0 0 0,1 0 0 0 0,8 7 0 0 0,-6-7 8 0 0,0 0 0 0 0,0-1 0 0 0,1 1 0 0 0,-1-1 0 0 0,1-1 0 0 0,0 1 0 0 0,0-1 0 0 0,0 0 0 0 0,0-1 0 0 0,11 1 0 0 0,7-1-351 0 0,0-1 0 0 0,0-1 0 0 0,1-2 0 0 0,-2 0 0 0 0,42-12 0 0 0,50-21-3483 0 0,-41 2-1892 0 0,-32 12-121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31 101 1908 0 0,'0'0'2161'0'0,"-16"-5"4332"0"0,15 5-6156 0 0,1 0 1 0 0,-1-1-1 0 0,0 1 1 0 0,0 0-1 0 0,0-1 1 0 0,-6-5 2700 0 0,6 6-2700 0 0,1-1-1 0 0,-2-1 1 0 0,3 1-303 0 0,0 0 0 0 0,0 0-1 0 0,0 0 1 0 0,0 0 0 0 0,0 1 0 0 0,0-1 0 0 0,0 0 0 0 0,0 1 0 0 0,0-1 0 0 0,0 1 0 0 0,0-1 0 0 0,0 1 0 0 0,0 0 0 0 0,0-1-1 0 0,1 1 1 0 0,-1 0 0 0 0,2 0 0 0 0,94-27 424 0 0,56-13-3015 0 0,-97 33-5279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 1936 0 0,'-23'25'3332'0'0,"-33"40"3502"0"0,45-48-5205 0 0,10-14-1105 0 0,1-3-469 0 0,1 1 0 0 0,-1-1 0 0 0,0 1 1 0 0,0 0-1 0 0,1-1 0 0 0,-1 1 1 0 0,0-1-1 0 0,1 1 0 0 0,-1-1 0 0 0,1 1 1 0 0,-1-1-1 0 0,1 1 0 0 0,-1-1 0 0 0,1 1 1 0 0,-1-1-1 0 0,1 0 0 0 0,-1 1 1 0 0,1-1-1 0 0,0 0 0 0 0,0 1 0 0 0,21-3 151 0 0,0-1 0 0 0,0-1 1 0 0,0-1-1 0 0,28-10 0 0 0,6-1-497 0 0,72-18-2437 0 0,-42 8-2519 0 0,-31 9-529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83 2988 0 0,'-162'42'14630'0'0,"138"-35"-12744"0"0,34-11-1802 0 0,10-2-288 0 0,198-58 1328 0 0,-74 19-7869 0 0,-127 39 2225 0 0,-1 0-2319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5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47 304 0 0,'7'-26'8832'0'0,"-1"6"-191"0"0,-6 38-5152 0 0,-6 40-2138 0 0,2-21-832 0 0,0 45 0 0 0,4-72-471 0 0,1 1 0 0 0,0 0-1 0 0,1 0 1 0 0,0-1 0 0 0,0 1 0 0 0,1-1 0 0 0,1 1 0 0 0,7 16 0 0 0,-9-24-34 0 0,0 0-1 0 0,0-1 1 0 0,0 1 0 0 0,0 0-1 0 0,0 0 1 0 0,1-1-1 0 0,-1 0 1 0 0,1 1-1 0 0,-1-1 1 0 0,1 0 0 0 0,0 0-1 0 0,0 0 1 0 0,0-1-1 0 0,0 1 1 0 0,5 1-1 0 0,-2-1-1 0 0,-1-1 0 0 0,1 0-1 0 0,0 0 1 0 0,0 0-1 0 0,-1-1 1 0 0,1 0-1 0 0,0 0 1 0 0,9-1-1 0 0,0-2-9 0 0,-1 0 1 0 0,0-1-1 0 0,0-1 0 0 0,-1 0 0 0 0,1 0 0 0 0,20-13 0 0 0,-24 11-8 0 0,1 0 0 0 0,-1-1 1 0 0,-1 0-1 0 0,1-1 0 0 0,-1 0 0 0 0,-1 0 0 0 0,1-1 0 0 0,11-19 0 0 0,-3 1-3 0 0,-2-2 1 0 0,13-34-1 0 0,-17 43 0 0 0,-7 19 4 0 0,-5 15 2 0 0,-38 263 1567 0 0,-58 313 268 0 0,83-528-1495 0 0,-29 73 1 0 0,34-111-196 0 0,-1 0-1 0 0,-1 0 1 0 0,-1-1 0 0 0,-1 0 0 0 0,-1-1 0 0 0,-17 19-1 0 0,25-33-92 0 0,0-1-1 0 0,0 0 0 0 0,-1 0 0 0 0,1-1 1 0 0,-1 1-1 0 0,-1-2 0 0 0,1 1 0 0 0,-1-1 0 0 0,0 0 1 0 0,0-1-1 0 0,-9 4 0 0 0,13-6-33 0 0,-1 0 0 0 0,1 0 0 0 0,-1-1 0 0 0,1 1 0 0 0,-1-1 0 0 0,1 0 0 0 0,-1 0 0 0 0,0-1 0 0 0,1 1 0 0 0,-1-1 0 0 0,1 0 0 0 0,-1 0 0 0 0,1 0 0 0 0,0-1 0 0 0,-1 0 0 0 0,1 0 0 0 0,0 0 0 0 0,0 0 0 0 0,0 0 0 0 0,1-1 0 0 0,-1 0 0 0 0,-5-5 0 0 0,2 2-11 0 0,0-1 0 0 0,1-1 0 0 0,-1 1 0 0 0,2-1 1 0 0,-1 0-1 0 0,1-1 0 0 0,0 1 0 0 0,1-1 0 0 0,0 0 0 0 0,0 0 1 0 0,1 0-1 0 0,-3-15 0 0 0,4 12-1 0 0,1 0 1 0 0,0-1 0 0 0,1 1-1 0 0,0-1 1 0 0,1 1-1 0 0,0 0 1 0 0,1-1 0 0 0,6-21-1 0 0,2 6-21 0 0,1 0 1 0 0,2 1-1 0 0,0 0 0 0 0,2 1 1 0 0,1 1-1 0 0,1 0 0 0 0,26-29 0 0 0,2 3-1308 0 0,92-79-1 0 0,-38 49-4192 0 0,4 5-7423 0 0,-82 62 6203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11 100 1244 0 0,'-10'17'18344'0'0,"10"-17"-18271"0"0,1 1-1 0 0,0 0 1 0 0,-1-1-1 0 0,1 1 1 0 0,0-1-1 0 0,-1 1 0 0 0,1-1 1 0 0,0 0-1 0 0,0 1 1 0 0,-1-1-1 0 0,1 0 1 0 0,0 0-1 0 0,0 1 1 0 0,0-1-1 0 0,-1 0 0 0 0,1 0 1 0 0,0 0-1 0 0,0 0 1 0 0,0 0-1 0 0,0 0 1 0 0,-1 0-1 0 0,1 0 0 0 0,0 0 1 0 0,0 0-1 0 0,0-1 1 0 0,1 1-1 0 0,34-7 187 0 0,-23 4 10 0 0,209-46-2913 0 0,-77 3-7945 0 0,-108 29 4154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5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53 732 0 0,'-10'4'15607'0'0,"19"-2"-15207"0"0,0-1-1 0 0,0 0 1 0 0,0-1-1 0 0,-1 0 1 0 0,1 0-1 0 0,0-1 0 0 0,0 0 1 0 0,15-4-1 0 0,19-3 79 0 0,109-10 86 0 0,178-10-283 0 0,-329 28-280 0 0,-1 0 0 0 0,1 0 1 0 0,0 0-1 0 0,0 0 0 0 0,0 0 1 0 0,-1 1-1 0 0,1-1 0 0 0,0 0 1 0 0,0 0-1 0 0,0 1 0 0 0,-1-1 1 0 0,1 0-1 0 0,0 1 1 0 0,-1-1-1 0 0,1 0 0 0 0,0 1 1 0 0,-1-1-1 0 0,1 1 0 0 0,0 0 1 0 0,-1-1-1 0 0,1 1 0 0 0,-1-1 1 0 0,1 1-1 0 0,-1 0 0 0 0,1-1 1 0 0,-1 1-1 0 0,0 0 0 0 0,1 0 1 0 0,-1-1-1 0 0,0 1 1 0 0,0 0-1 0 0,1 0 0 0 0,-1-1 1 0 0,0 1-1 0 0,0 0 0 0 0,0 0 1 0 0,0 0-1 0 0,0 1 0 0 0,0 0 3 0 0,0 1 0 0 0,-1 0 0 0 0,1 0 1 0 0,-1-1-1 0 0,1 1 0 0 0,-1 0 0 0 0,0-1 0 0 0,0 1 0 0 0,-2 3 0 0 0,-36 51 633 0 0,-2-2 0 0 0,-77 81 0 0 0,-29 34 641 0 0,126-142-825 0 0,6-10-73 0 0,2 0 0 0 0,-18 32 0 0 0,23-26 472 0 0,8-23-812 0 0,0-1-1 0 0,-1 1 1 0 0,1 0 0 0 0,0-1 0 0 0,0 1-1 0 0,0 0 1 0 0,0 0 0 0 0,0-1 0 0 0,0 1 0 0 0,0 0-1 0 0,0 0 1 0 0,0-1 0 0 0,0 1 0 0 0,1 0-1 0 0,-1-1 1 0 0,0 1 0 0 0,0 0 0 0 0,1-1 0 0 0,-1 1-1 0 0,0 0 1 0 0,1-1 0 0 0,-1 1 0 0 0,1 0 0 0 0,-1-1-1 0 0,1 1 1 0 0,-1-1 0 0 0,1 1 0 0 0,-1-1-1 0 0,1 1 1 0 0,-1-1 0 0 0,1 0 0 0 0,0 1 0 0 0,7 1 61 0 0,-1-1 0 0 0,0 0 0 0 0,0 0 1 0 0,0-1-1 0 0,0 0 0 0 0,1 0 0 0 0,-1-1 0 0 0,7-1 1 0 0,64-16 100 0 0,-37 7-134 0 0,224-61-3952 0 0,-177 44-818 0 0,-2-1-3375 0 0,-29 7-2334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55 3036 0 0,'-38'17'20347'0'0,"50"-19"-19283"0"0,67-20-332 0 0,18-4-815 0 0,-33 11-3030 0 0,-50 12 540 0 0,-3 0-1118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1872 0 0,'-129'90'16424'0'0,"112"-74"-13676"0"0,14-7-976 0 0,3-8-1730 0 0,1-1 1 0 0,-1 1-1 0 0,1-1 1 0 0,-1 0-1 0 0,1 0 1 0 0,-1 1-1 0 0,1-1 1 0 0,-1 0-1 0 0,1 0 1 0 0,-1 1-1 0 0,1-1 1 0 0,-1 0-1 0 0,1 0 1 0 0,0 0-1 0 0,-1 0 1 0 0,1 0-1 0 0,-1 0 1 0 0,1 0-1 0 0,-1 0 1 0 0,1 0-1 0 0,1 0 1 0 0,277-36 96 0 0,-92-5-7300 0 0,-130 24 1491 0 0,-3-4-2985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0:59:58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288 286 120 0 0,'2'-33'11132'0'0,"-2"32"-11012"0"0,0 0 0 0 0,0 0-1 0 0,0 0 1 0 0,0 0-1 0 0,0 0 1 0 0,0 1-1 0 0,0-1 1 0 0,0 0 0 0 0,0 0-1 0 0,-1 0 1 0 0,1 0-1 0 0,0 0 1 0 0,-1 1 0 0 0,1-1-1 0 0,-1 0 1 0 0,1 0-1 0 0,-1 1 1 0 0,0-2 460 0 0,-13 6-304 0 0,-52 29 872 0 0,64-32-1036 0 0,0-1-71 0 0,0 0 1 0 0,0 1-1 0 0,0-1 1 0 0,0 1-1 0 0,0 0 1 0 0,0-1-1 0 0,1 1 1 0 0,-1 0-1 0 0,0 0 1 0 0,-1 1-1 0 0,-18 9 1143 0 0,17-10-1181 0 0,-8 10-9 0 0,7-5 19 0 0,-1 2-6 0 0,0 0 0 0 0,1-1 1 0 0,0 1-1 0 0,1 1 0 0 0,-1-1 1 0 0,-2 11-1 0 0,-18 59-32 0 0,18-50 27 0 0,-14 45-7 0 0,-16 116 0 0 0,31-145 15 0 0,3 1 0 0 0,1 0 0 0 0,9 89 0 0 0,-6-124-5 0 0,1 1-1 0 0,0-1 1 0 0,1 0 0 0 0,0 0-1 0 0,0 0 1 0 0,1 0 0 0 0,1-1-1 0 0,0 1 1 0 0,0-1 0 0 0,7 9-1 0 0,-8-13 0 0 0,-1-1 1 0 0,2 0-1 0 0,-1 0 0 0 0,0 0 0 0 0,1 0 0 0 0,-1-1 1 0 0,1 1-1 0 0,0-1 0 0 0,0-1 0 0 0,0 1 0 0 0,1-1 1 0 0,-1 1-1 0 0,1-2 0 0 0,-1 1 0 0 0,1-1 0 0 0,0 1 1 0 0,-1-2-1 0 0,1 1 0 0 0,9 0 0 0 0,1-2 16 0 0,-1 0-1 0 0,1-1 1 0 0,0 0-1 0 0,-1-1 1 0 0,0-1-1 0 0,0 0 0 0 0,0-1 1 0 0,0-1-1 0 0,-1-1 1 0 0,0 0-1 0 0,0 0 1 0 0,-1-1-1 0 0,0-1 1 0 0,0 0-1 0 0,-1-1 1 0 0,15-15-1 0 0,-13 10 27 0 0,-1-1-1 0 0,0 0 1 0 0,-1-1 0 0 0,-1 0-1 0 0,-1 0 1 0 0,0-2 0 0 0,-1 1 0 0 0,-1-1-1 0 0,-1 0 1 0 0,-1-1 0 0 0,0 1-1 0 0,2-22 1 0 0,-2-5-24 0 0,-3 0 1 0 0,-1 0-1 0 0,-3-1 1 0 0,-1 1-1 0 0,-3 0 1 0 0,-2 0-1 0 0,-1 1 1 0 0,-3-1-1 0 0,-28-75 1 0 0,31 99-36 0 0,-1 0 0 0 0,-1 0 0 0 0,-1 1 1 0 0,-1 1-1 0 0,-1 0 0 0 0,-1 1 0 0 0,0 0 1 0 0,-1 1-1 0 0,-1 1 0 0 0,-1 0 0 0 0,-1 1 0 0 0,-36-26 1 0 0,52 41-12 0 0,0 0 0 0 0,0-1 0 0 0,0 1 0 0 0,0 0 0 0 0,0 0 0 0 0,-1 1 1 0 0,1-1-1 0 0,0 0 0 0 0,-1 1 0 0 0,1-1 0 0 0,0 1 0 0 0,-1 0 0 0 0,1-1 0 0 0,0 1 1 0 0,-1 0-1 0 0,1 1 0 0 0,-1-1 0 0 0,1 0 0 0 0,-4 2 0 0 0,3-1-83 0 0,0 1-1 0 0,1-1 1 0 0,-1 1-1 0 0,1 0 1 0 0,-1-1-1 0 0,1 1 1 0 0,-1 1-1 0 0,1-1 1 0 0,0 0-1 0 0,0 0 1 0 0,0 1-1 0 0,0-1 1 0 0,-1 5-1 0 0,-2 3-478 0 0,0 0 0 0 0,1 0 0 0 0,0 1 0 0 0,1 0 0 0 0,0 0 0 0 0,0 0 0 0 0,0 13-1 0 0,1 34-4290 0 0,2-29 482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0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40 880 0 0,'-4'5'873'0'0,"0"-1"1"0"0,-1 0-1 0 0,1 0 0 0 0,-1-1 0 0 0,0 1 0 0 0,0-1 1 0 0,0 0-1 0 0,-1 0 0 0 0,1-1 0 0 0,-11 4 1 0 0,13-6-177 0 0,-12-4 675 0 0,14 4-1320 0 0,0 0 0 0 0,0 0 0 0 0,0 0 0 0 0,1 0 0 0 0,-1 0 0 0 0,0-1 0 0 0,0 1 0 0 0,0 0 0 0 0,1 0 0 0 0,-1-1 0 0 0,0 1 0 0 0,0-1 0 0 0,1 1 0 0 0,-1-1 0 0 0,0 1 0 0 0,1-1 0 0 0,-1 1 0 0 0,1-1 0 0 0,-1 1 0 0 0,0-1 0 0 0,1 0 0 0 0,-1 1 0 0 0,1-1 0 0 0,0 0 0 0 0,-1 0 0 0 0,0 0-22 0 0,1-1 1 0 0,0 1 0 0 0,0 0 0 0 0,-1 0-1 0 0,1 0 1 0 0,0 0 0 0 0,0 0 0 0 0,0 0-1 0 0,0 0 1 0 0,0-1 0 0 0,1 1 0 0 0,-1 0-1 0 0,0 0 1 0 0,0 0 0 0 0,1 0 0 0 0,-1 0-1 0 0,1 0 1 0 0,-1 0 0 0 0,1 0 0 0 0,-1 0-1 0 0,1 0 1 0 0,-1 0 0 0 0,1 0-1 0 0,0 0 1 0 0,1-1 0 0 0,22-18 282 0 0,-19 17-290 0 0,1 0-1 0 0,0 1 1 0 0,0 0 0 0 0,0 0 0 0 0,0 1 0 0 0,0-1-1 0 0,1 1 1 0 0,-1 1 0 0 0,0-1 0 0 0,0 1 0 0 0,1 0-1 0 0,-1 1 1 0 0,0-1 0 0 0,1 1 0 0 0,-1 1 0 0 0,0-1-1 0 0,7 3 1 0 0,-2 0-7 0 0,-1 0 1 0 0,1 0-1 0 0,-1 1 0 0 0,-1 0 1 0 0,1 1-1 0 0,-1 0 0 0 0,0 1 1 0 0,0-1-1 0 0,9 10 0 0 0,-10-6 4 0 0,0-1-1 0 0,0 2 1 0 0,-1-1 0 0 0,0 1-1 0 0,0 0 1 0 0,-2 0 0 0 0,1 1-1 0 0,-1 0 1 0 0,4 18 0 0 0,-4-11-3 0 0,-1 1 1 0 0,-2-1 0 0 0,0 1 0 0 0,-1-1-1 0 0,-2 34 1 0 0,-3-18-4 0 0,-1 1-1 0 0,-2-1 1 0 0,-2-1-1 0 0,-1 1 1 0 0,-1-1-1 0 0,-23 45 0 0 0,-15 10 356 0 0,43-82-256 0 0,3-11-47 0 0,3-14-23 0 0,11-18-7 0 0,2 1 1 0 0,1 1 0 0 0,37-63-1 0 0,-36 68-36 0 0,60-101-46 0 0,131-175 0 0 0,-205 304 34 0 0,-5 17-3 0 0,-7 10 37 0 0,-1-1 0 0 0,-16 26 0 0 0,-13 29 195 0 0,-45 140 1019 0 0,76-188-1097 0 0,1 1-1 0 0,2 0 1 0 0,1 0-1 0 0,1 1 1 0 0,1 33-1 0 0,4-58-117 0 0,0 0 1 0 0,1-1-1 0 0,0 1 1 0 0,1-1-1 0 0,0 1 0 0 0,0-1 1 0 0,0 0-1 0 0,1 0 0 0 0,6 12 1 0 0,-7-17-12 0 0,0 1 0 0 0,0-1 0 0 0,1 1 0 0 0,0-1 0 0 0,0 0 0 0 0,-1 0 1 0 0,2 0-1 0 0,-1 0 0 0 0,0 0 0 0 0,1-1 0 0 0,-1 1 0 0 0,1-1 0 0 0,0 0 0 0 0,-1 0 0 0 0,1 0 1 0 0,0-1-1 0 0,0 0 0 0 0,0 1 0 0 0,1-1 0 0 0,7 1 0 0 0,3-2-107 0 0,0 0 0 0 0,0 0-1 0 0,0-1 1 0 0,0-1 0 0 0,0-1-1 0 0,15-4 1 0 0,87-32-3028 0 0,-109 36 2807 0 0,101-47-6598 0 0,-53 21 977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0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66 3028 0 0,'-47'14'10789'0'0,"19"-4"-4991"0"0,42-12-5925 0 0,19-6-62 0 0,0-2 1 0 0,40-17-1 0 0,-26 9-2306 0 0,-2-1-4642 0 0,-24 13 251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23 312 0 0,'-14'14'2605'0'0,"0"0"0"0"0,1 1 1 0 0,1 0-1 0 0,-18 31 0 0 0,30-46-2583 0 0,0 1 1 0 0,0-1-1 0 0,-1 0 1 0 0,1 0-1 0 0,0 1 1 0 0,0-1-1 0 0,0 0 1 0 0,0 0-1 0 0,0 1 1 0 0,0-1-1 0 0,0 0 1 0 0,0 1-1 0 0,0-1 1 0 0,0 0-1 0 0,0 0 1 0 0,0 1-1 0 0,0-1 1 0 0,0 0-1 0 0,0 1 1 0 0,0-1-1 0 0,0 0 1 0 0,0 0-1 0 0,0 1 1 0 0,1-1-1 0 0,-1 0 0 0 0,0 0 1 0 0,0 1-1 0 0,0-1 1 0 0,0 0-1 0 0,1 0 1 0 0,-1 0-1 0 0,0 1 1 0 0,0-1-1 0 0,0 0 1 0 0,1 0-1 0 0,12 4 430 0 0,12-3-96 0 0,6-7-504 0 0,0 0 1 0 0,0-2 0 0 0,47-20 0 0 0,-48 17-540 0 0,120-47-6225 0 0,-97 34 2549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1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 1500 0 0,'-11'-3'6714'0'0,"7"5"-6381"0"0,1-1-1 0 0,-1 1 1 0 0,1 0-1 0 0,0 0 1 0 0,0 0-1 0 0,0 0 1 0 0,0 1-1 0 0,1-1 1 0 0,-1 1-1 0 0,1 0 1 0 0,-1 0-1 0 0,1 0 1 0 0,0 0-1 0 0,0 0 1 0 0,-3 6-1 0 0,-5 11 777 0 0,-10 27 0 0 0,19-44-991 0 0,-17 43 525 0 0,3 1 0 0 0,2 0 1 0 0,2 1-1 0 0,-6 59 0 0 0,14-75-547 0 0,1 0 0 0 0,2 0 0 0 0,1 0 0 0 0,2 0-1 0 0,1 0 1 0 0,1-1 0 0 0,14 47 0 0 0,-15-67-63 0 0,0 0 0 0 0,0 0 0 0 0,1 0 0 0 0,1 0 0 0 0,0-1 0 0 0,1 0 0 0 0,-1 0 0 0 0,17 17 0 0 0,-18-23-12 0 0,0 1 0 0 0,0-1 0 0 0,0-1 0 0 0,0 1 0 0 0,1-1 0 0 0,-1 0 0 0 0,1 0 0 0 0,0 0 0 0 0,0-1 0 0 0,0 0 0 0 0,0 0 0 0 0,0 0 0 0 0,0-1 0 0 0,0 0 0 0 0,1 0 0 0 0,-1-1 0 0 0,1 0 0 0 0,9-1 0 0 0,-2-1 6 0 0,0-1 0 0 0,-1 0 0 0 0,1-1 0 0 0,-1-1 0 0 0,0 0 0 0 0,0-1 0 0 0,0 0 0 0 0,-1-1 0 0 0,0-1 0 0 0,0 0 0 0 0,-1 0 0 0 0,12-11 0 0 0,-6 3-8 0 0,0-1 0 0 0,-1 0-1 0 0,-1-2 1 0 0,0 1 0 0 0,-2-2 0 0 0,17-30-1 0 0,-21 29-21 0 0,0-1 0 0 0,-2 0 0 0 0,0 0 1 0 0,-2 0-1 0 0,0-1 0 0 0,-1 1 0 0 0,-2-1 0 0 0,0 0 0 0 0,-2 0 0 0 0,0 0 0 0 0,-1 0 0 0 0,-2 0 0 0 0,0 0 0 0 0,-2 1 0 0 0,0-1 1 0 0,-1 1-1 0 0,-2 0 0 0 0,0 1 0 0 0,-1 0 0 0 0,-23-38 0 0 0,27 51-1 0 0,0 0 0 0 0,0 1 0 0 0,-1 0 0 0 0,0 0 0 0 0,-1 1 0 0 0,1-1 0 0 0,-1 1 1 0 0,-1 1-1 0 0,1-1 0 0 0,-1 1 0 0 0,0 1 0 0 0,0-1 0 0 0,0 2 0 0 0,0-1 0 0 0,-1 1 0 0 0,0 0 0 0 0,1 0 0 0 0,-1 1 0 0 0,0 1 0 0 0,0-1 0 0 0,-1 1 1 0 0,1 1-1 0 0,0 0 0 0 0,0 0 0 0 0,0 1 0 0 0,-15 3 0 0 0,11-1-75 0 0,-1 2 0 0 0,1 0 0 0 0,0 0 0 0 0,0 1 0 0 0,1 1 0 0 0,0 0 0 0 0,0 1 0 0 0,0 0 0 0 0,1 1 0 0 0,0 0 0 0 0,1 1 0 0 0,0 0 0 0 0,-11 15 0 0 0,11-12-601 0 0,1 0 0 0 0,1 0 0 0 0,0 1-1 0 0,-10 27 1 0 0,13-26-850 0 0,0 1 0 0 0,1-1 1 0 0,0 1-1 0 0,-1 28 0 0 0,4-8-4774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1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1368 0 0,'28'1'3511'0'0,"-15"-1"-1680"0"0,1 1 1 0 0,-1 0 0 0 0,0 1 0 0 0,0 0 0 0 0,18 6-1 0 0,-30-7-1716 0 0,1 0-1 0 0,-1 0 1 0 0,1 0-1 0 0,-1 0 1 0 0,1 0-1 0 0,-1 1 1 0 0,0-1-1 0 0,0 0 1 0 0,1 0-1 0 0,-1 1 1 0 0,0-1-1 0 0,0 1 0 0 0,0-1 1 0 0,-1 1-1 0 0,1 0 1 0 0,0-1-1 0 0,-1 1 1 0 0,1 0-1 0 0,-1-1 1 0 0,1 1-1 0 0,-1 0 1 0 0,0 0-1 0 0,1-1 1 0 0,-1 1-1 0 0,-1 3 0 0 0,1 5 115 0 0,-1 0-1 0 0,0-1 0 0 0,-4 15 1 0 0,3-16-77 0 0,-55 196 1174 0 0,11-53-1978 0 0,21-43-2973 0 0,10-37-4309 0 0,11-45 1312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1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54 2084 0 0,'-90'-49'11007'0'0,"89"49"-10916"0"0,0-1 0 0 0,0 1 0 0 0,0-1 1 0 0,1 1-1 0 0,-1-1 0 0 0,0 1 0 0 0,0 0 1 0 0,0-1-1 0 0,0 1 0 0 0,0 0 0 0 0,0 0 1 0 0,0 0-1 0 0,0-1 0 0 0,0 1 0 0 0,0 0 1 0 0,0 0-1 0 0,0 1 0 0 0,0-1 0 0 0,-2 0 1 0 0,2 1-37 0 0,0-1 1 0 0,1 1 0 0 0,-1-1 0 0 0,1 1-1 0 0,-1 0 1 0 0,1-1 0 0 0,-1 1 0 0 0,1-1-1 0 0,-1 1 1 0 0,1 0 0 0 0,-1 0 0 0 0,1-1-1 0 0,0 1 1 0 0,-1 0 0 0 0,1-1 0 0 0,0 1-1 0 0,0 0 1 0 0,0 0 0 0 0,-1 1 0 0 0,1 4 248 0 0,0 1 0 0 0,0 0 0 0 0,0-1 0 0 0,3 12 0 0 0,-3-14-22 0 0,15 141 2358 0 0,-11-86-2190 0 0,3-1 0 0 0,19 80 0 0 0,-25-135-418 0 0,-1 0 0 0 0,1 0 1 0 0,0 0-1 0 0,0 0 0 0 0,0 0 0 0 0,1-1 0 0 0,-1 1 0 0 0,1 0 0 0 0,0-1 0 0 0,-1 1 0 0 0,1-1 0 0 0,0 0 0 0 0,0 1 0 0 0,1-1 0 0 0,-1 0 0 0 0,0 0 0 0 0,1-1 0 0 0,-1 1 0 0 0,4 1 0 0 0,-4-2-4 0 0,1 0-1 0 0,0-1 0 0 0,0 1 1 0 0,0-1-1 0 0,0 0 0 0 0,0 0 1 0 0,0 0-1 0 0,0 0 0 0 0,0 0 1 0 0,0-1-1 0 0,0 0 0 0 0,-1 1 1 0 0,1-1-1 0 0,0 0 0 0 0,0 0 1 0 0,-1 0-1 0 0,1-1 0 0 0,0 1 0 0 0,4-4 1 0 0,9-7 12 0 0,1 0 1 0 0,-2-2-1 0 0,0 1 1 0 0,0-2 0 0 0,-1 0-1 0 0,-1-1 1 0 0,-1 0-1 0 0,0-1 1 0 0,14-26-1 0 0,-6 2-57 0 0,-1 0 0 0 0,-2-1 0 0 0,14-53 0 0 0,-21 67-54 0 0,-10 26 22 0 0,1 5 16 0 0,0 8 59 0 0,0-1 1 0 0,0 1 0 0 0,-1-1 0 0 0,0 0-1 0 0,-4 20 1 0 0,0 7-19 0 0,-126 1070 2253 0 0,107-985-1518 0 0,-5-2 1 0 0,-48 128 0 0 0,65-220-392 0 0,-1 0 0 0 0,-1 0 0 0 0,-23 36 1 0 0,29-55-234 0 0,1 0 1 0 0,-2 0-1 0 0,1-1 0 0 0,-1 0 1 0 0,-12 10-1 0 0,15-15-71 0 0,0 1 0 0 0,-1-1-1 0 0,1 0 1 0 0,0 0 0 0 0,-1-1-1 0 0,0 0 1 0 0,0 0 0 0 0,1 0-1 0 0,-1 0 1 0 0,-12 0 0 0 0,13-1-34 0 0,-1-2 0 0 0,1 1 0 0 0,0 0 0 0 0,-1-1 0 0 0,1 0 0 0 0,-1-1 0 0 0,1 1 0 0 0,0-1 0 0 0,0 0 1 0 0,0 0-1 0 0,0 0 0 0 0,0-1 0 0 0,0 0 0 0 0,1 0 0 0 0,0 0 0 0 0,-1 0 0 0 0,1-1 0 0 0,0 0 0 0 0,0 0 0 0 0,1 0 0 0 0,-1 0 0 0 0,1 0 0 0 0,-4-8 1 0 0,-2-4-12 0 0,0 1 1 0 0,1-1-1 0 0,1 0 1 0 0,1-1-1 0 0,1 0 1 0 0,-4-17-1 0 0,4 6-24 0 0,1 1 0 0 0,1 0 0 0 0,2-1-1 0 0,1 0 1 0 0,1 1 0 0 0,1-1 0 0 0,12-51-1 0 0,-3 32-303 0 0,3 1 0 0 0,1 0 0 0 0,37-74 0 0 0,-22 65-430 0 0,2 0-1 0 0,3 3 1 0 0,1 0-1 0 0,3 3 1 0 0,59-59-1 0 0,15 4-3964 0 0,9 11-4401 0 0,-76 62 502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2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101 112 124 0 0,'-31'0'7925'0'0,"-39"0"2280"0"0,88-15-9315 0 0,25 0-581 0 0,48-9 0 0 0,-18 6-933 0 0,10-5-2109 0 0,-27 10-4730 0 0,-38 9 925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12 772 0 0,'-19'19'2660'0'0,"-17"17"3985"0"0,-40 51 1 0 0,75-87-6616 0 0,1 1-1 0 0,0-1 1 0 0,-1 0 0 0 0,1 1 0 0 0,0-1-1 0 0,0 1 1 0 0,-1-1 0 0 0,1 1 0 0 0,0-1-1 0 0,0 1 1 0 0,0-1 0 0 0,0 1 0 0 0,0-1 0 0 0,0 1-1 0 0,0-1 1 0 0,0 1 0 0 0,0-1 0 0 0,0 1-1 0 0,0-1 1 0 0,0 1 0 0 0,0-1 0 0 0,0 1-1 0 0,0-1 1 0 0,1 1 0 0 0,-1-1 0 0 0,0 1-1 0 0,0-1 1 0 0,0 1 0 0 0,1-1 0 0 0,-1 1 0 0 0,0-1-1 0 0,1 0 1 0 0,-1 1 0 0 0,0-1 0 0 0,1 1-1 0 0,-1-1 1 0 0,1 0 0 0 0,-1 0 0 0 0,1 1-1 0 0,-1-1 1 0 0,0 0 0 0 0,2 1 0 0 0,20 6 398 0 0,-8-7-357 0 0,0 0 0 0 0,0-1 0 0 0,0-1 0 0 0,-1 0 0 0 0,1-1 0 0 0,20-7 0 0 0,-2 1-167 0 0,162-47-3153 0 0,-2-11-4522 0 0,-113 37 2363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15 2192 0 0,'-31'-5'3480'0'0,"11"1"-1339"0"0,0 2 0 0 0,0 0-1 0 0,-24 1 1 0 0,39 1-1876 0 0,-1 0 0 0 0,0 1-1 0 0,1 0 1 0 0,-1 0 0 0 0,0 1 0 0 0,1 0 0 0 0,-1 0 0 0 0,1 0-1 0 0,0 0 1 0 0,0 1 0 0 0,0 0 0 0 0,0 0 0 0 0,0 0 0 0 0,1 1 0 0 0,-8 6-1 0 0,-3 8 176 0 0,0 0 0 0 0,1 2 0 0 0,2-1 0 0 0,0 1 0 0 0,1 1 0 0 0,-13 33 0 0 0,4 2 382 0 0,-19 80-1 0 0,23-64-184 0 0,-14 149 0 0 0,28-181-561 0 0,2 0-1 0 0,1 0 0 0 0,2 0 1 0 0,2 0-1 0 0,14 55 1 0 0,-16-84-51 0 0,0 0 0 0 0,1 0 1 0 0,1-1-1 0 0,0 1 1 0 0,0-1-1 0 0,1 0 1 0 0,0-1-1 0 0,11 14 0 0 0,-13-18-8 0 0,0-1-1 0 0,1 0 0 0 0,-1 0 0 0 0,1-1 0 0 0,-1 1 0 0 0,1-1 0 0 0,0 0 1 0 0,0 0-1 0 0,1-1 0 0 0,-1 0 0 0 0,1 0 0 0 0,-1 0 0 0 0,1 0 0 0 0,-1-1 0 0 0,1 0 1 0 0,0 0-1 0 0,0 0 0 0 0,9-1 0 0 0,1-2 12 0 0,1 0 0 0 0,-1-1 0 0 0,0-1 0 0 0,0 0 0 0 0,0-1 0 0 0,-1-1-1 0 0,1 0 1 0 0,-2-2 0 0 0,1 1 0 0 0,-1-2 0 0 0,0 0 0 0 0,0 0 0 0 0,18-18 0 0 0,-9 5 19 0 0,0 0 0 0 0,-1-2 1 0 0,-2 0-1 0 0,0-2 0 0 0,-2 0 0 0 0,18-33 0 0 0,-20 28-31 0 0,-1-1-1 0 0,-2 0 1 0 0,-1-1-1 0 0,-1 0 0 0 0,-2-1 1 0 0,-2-1-1 0 0,6-63 1 0 0,-11 77-19 0 0,-1 0 1 0 0,-2 0-1 0 0,0 0 0 0 0,-1 0 1 0 0,-1 0-1 0 0,-1 0 1 0 0,-1 1-1 0 0,-1 0 1 0 0,-1 0-1 0 0,0 0 0 0 0,-2 1 1 0 0,0 0-1 0 0,-1 0 1 0 0,-17-22-1 0 0,19 31-66 0 0,-1 0 1 0 0,-1 0-1 0 0,0 1 1 0 0,0 1-1 0 0,-1-1 0 0 0,0 2 1 0 0,0-1-1 0 0,-1 2 1 0 0,0-1-1 0 0,0 2 0 0 0,0 0 1 0 0,-1 0-1 0 0,0 1 1 0 0,0 1-1 0 0,0 0 0 0 0,0 0 1 0 0,-1 2-1 0 0,1-1 1 0 0,-1 2-1 0 0,1 0 0 0 0,-15 2 1 0 0,11-1-580 0 0,-1 2 0 0 0,1 0 0 0 0,0 1 0 0 0,-1 1 0 0 0,2 0 0 0 0,-31 15 0 0 0,33-13-471 0 0,1 0 1 0 0,0 1-1 0 0,1 1 1 0 0,0 0-1 0 0,0 1 1 0 0,1 0-1 0 0,0 1 0 0 0,-11 14 1 0 0,-1 7-6629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3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71 432 0 0,'-9'-64'11883'0'0,"7"58"-10775"0"0,-4 11-343 0 0,-5 15-50 0 0,11-20-706 0 0,-150 316 1769 0 0,124-254-2640 0 0,-20 70 1 0 0,11 0-6396 0 0,24-90 1951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111 181 1428 0 0,'-99'-61'10199'0'0,"97"60"-9716"0"0,-8 0 1271 0 0,20 4-1014 0 0,-2-2-560 0 0,0 0-1 0 0,1-1 1 0 0,-1 0 0 0 0,1-1-1 0 0,-1 1 1 0 0,12-4 0 0 0,57-16 238 0 0,-52 13-308 0 0,115-35 201 0 0,22-6-62 0 0,-144 47-167 0 0,-18 1-81 0 0,0 1 1 0 0,1-1 0 0 0,-1 0 0 0 0,0 0 0 0 0,1 0 0 0 0,-1 0-1 0 0,0 0 1 0 0,1 1 0 0 0,-1-1 0 0 0,0 0 0 0 0,0 0 0 0 0,1 0-1 0 0,-1 1 1 0 0,0-1 0 0 0,0 0 0 0 0,0 0 0 0 0,1 1 0 0 0,-1-1 0 0 0,0 0-1 0 0,0 1 1 0 0,0-1 0 0 0,0 0 0 0 0,0 0 0 0 0,1 1 0 0 0,-1-1-1 0 0,0 0 1 0 0,0 1 0 0 0,0-1 0 0 0,0 0 0 0 0,0 1 0 0 0,0-1-1 0 0,0 0 1 0 0,0 1 0 0 0,0-1 0 0 0,0 0 0 0 0,0 1 0 0 0,-1 0-1 0 0,-1 11 39 0 0,2-12-38 0 0,-6 14 105 0 0,0-1 1 0 0,0 0-1 0 0,-1 0 0 0 0,-1-1 1 0 0,-15 20-1 0 0,0 0 79 0 0,-75 105 452 0 0,44-65-115 0 0,-56 103 0 0 0,107-170-493 0 0,0 0-1 0 0,1-1 0 0 0,-1 1 1 0 0,2 0-1 0 0,-1 1 0 0 0,0-1 1 0 0,1 0-1 0 0,0 0 1 0 0,0 1-1 0 0,0-1 0 0 0,1 7 1 0 0,0-11-22 0 0,1 0 0 0 0,-1 0 0 0 0,0 0 0 0 0,1-1-1 0 0,-1 1 1 0 0,1 0 0 0 0,-1 0 0 0 0,1-1 0 0 0,0 1 0 0 0,-1 0 0 0 0,1-1 0 0 0,0 1 0 0 0,0 0 0 0 0,-1-1 0 0 0,1 1 0 0 0,0-1 0 0 0,0 1 0 0 0,0-1-1 0 0,-1 0 1 0 0,1 1 0 0 0,0-1 0 0 0,0 0 0 0 0,0 0 0 0 0,0 1 0 0 0,0-1 0 0 0,0 0 0 0 0,0 0 0 0 0,0 0 0 0 0,0 0 0 0 0,1-1 0 0 0,28 0 61 0 0,20-11-911 0 0,0-2 0 0 0,61-26 0 0 0,-66 23-222 0 0,149-56-7038 0 0,-121 44 1873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64 2748 0 0,'-15'6'6034'0'0,"-42"3"4690"0"0,80-21-10331 0 0,-20 11-452 0 0,132-39-284 0 0,-90 28-2716 0 0,1 2-3812 0 0,-29 6-292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47 1824 0 0,'-86'87'12867'0'0,"73"-68"-10627"0"0,12-9-1442 0 0,2-10-741 0 0,-1 0 0 0 0,1 1 0 0 0,0-1 0 0 0,-1 0 0 0 0,1 1 1 0 0,-1-1-1 0 0,1 0 0 0 0,0 0 0 0 0,-1 0 0 0 0,1 0 0 0 0,0 1 0 0 0,-1-1 0 0 0,1 0 0 0 0,0 0 0 0 0,-1 0 0 0 0,1 0 0 0 0,0 0 0 0 0,-1-1 1 0 0,1 1-1 0 0,1 0 0 0 0,68-14-401 0 0,117-37 0 0 0,-117 29-1278 0 0,100-35-6393 0 0,-113 37 1816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272 126 1648 0 0,'-3'-9'3772'0'0,"2"8"-3359"0"0,1-1 1 0 0,0 1 0 0 0,-1-1-1 0 0,1 1 1 0 0,-1 0-1 0 0,1-1 1 0 0,-1 1-1 0 0,0 0 1 0 0,0 0 0 0 0,0-1-1 0 0,1 1 1 0 0,-1 0-1 0 0,0 0 1 0 0,0 0-1 0 0,-1 0 1 0 0,1 0-1 0 0,0 0 1 0 0,0 1 0 0 0,0-1-1 0 0,-3-1 1 0 0,3 2-279 0 0,0 0 1 0 0,0 0-1 0 0,0 0 1 0 0,0 0-1 0 0,-1 0 0 0 0,1 0 1 0 0,0 0-1 0 0,0 1 1 0 0,0-1-1 0 0,0 0 1 0 0,0 1-1 0 0,0-1 1 0 0,0 1-1 0 0,0-1 1 0 0,0 1-1 0 0,0-1 1 0 0,0 1-1 0 0,0 0 1 0 0,0-1-1 0 0,-1 2 1 0 0,-16 16 1080 0 0,18-18-1210 0 0,-12 15 570 0 0,0 1-1 0 0,1 1 0 0 0,1 0 0 0 0,1 0 0 0 0,-12 29 1 0 0,-27 97 751 0 0,29-72-874 0 0,3 0 1 0 0,-10 95-1 0 0,23-123-372 0 0,1 0-1 0 0,2 0 0 0 0,2 0 0 0 0,2 0 1 0 0,11 52-1 0 0,-12-82-36 0 0,0 0 0 0 0,1 0 0 0 0,0-1 0 0 0,1 1-1 0 0,1-1 1 0 0,10 16 0 0 0,-14-24-29 0 0,0-1 0 0 0,1 1-1 0 0,0-1 1 0 0,0 0 0 0 0,0 0-1 0 0,0 0 1 0 0,0 0 0 0 0,0-1-1 0 0,1 1 1 0 0,-1-1 0 0 0,1 0 0 0 0,0 0-1 0 0,0 0 1 0 0,0-1 0 0 0,0 1-1 0 0,0-1 1 0 0,0 0 0 0 0,0 0-1 0 0,0 0 1 0 0,0-1 0 0 0,0 1 0 0 0,1-1-1 0 0,6-1 1 0 0,8-1 11 0 0,-1-1 0 0 0,0-1 0 0 0,0-1 0 0 0,-1-1 0 0 0,1 0 0 0 0,-1-1 0 0 0,23-14 0 0 0,-7 2 28 0 0,-1-3-1 0 0,47-38 1 0 0,-47 30-48 0 0,-1 0 0 0 0,-1-2 0 0 0,-2-2-1 0 0,-1 0 1 0 0,-2-2 0 0 0,-2 0 0 0 0,-1-2-1 0 0,-1 0 1 0 0,-3-2 0 0 0,-1 0-1 0 0,-2-1 1 0 0,-1 0 0 0 0,-3-1 0 0 0,12-86-1 0 0,-21 111-4 0 0,-1 1 0 0 0,-1-1 0 0 0,-1 0 0 0 0,0 0-1 0 0,-1 1 1 0 0,-1-1 0 0 0,-1 1 0 0 0,-7-21-1 0 0,7 26-1 0 0,-1 0-1 0 0,0 0 0 0 0,0 1 0 0 0,-2 0 0 0 0,1 0 0 0 0,-1 0 0 0 0,0 1 0 0 0,-1 0 1 0 0,0 1-1 0 0,-1-1 0 0 0,0 1 0 0 0,-13-9 0 0 0,9 9 0 0 0,1 1 0 0 0,-1 0 0 0 0,-1 1-1 0 0,1 0 1 0 0,-1 1 0 0 0,0 1 0 0 0,-1 0 0 0 0,-22-3 0 0 0,16 4-6 0 0,1 2 0 0 0,-1 1 1 0 0,1 0-1 0 0,-1 1 0 0 0,-36 8 0 0 0,33-4-366 0 0,-1 2 0 0 0,1 1 0 0 0,1 0 0 0 0,-1 2 0 0 0,2 1 0 0 0,-1 0 0 0 0,2 2 0 0 0,-1 1 0 0 0,2 0 0 0 0,-33 30 0 0 0,39-30-898 0 0,0 2 0 0 0,-22 32 1 0 0,3 11-5943 0 0,18-22-1064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5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3472 0 0,'16'-2'6521'0'0,"8"-1"-2253"0"0,-7-1-1235 0 0,-2 1-1157 0 0,-1-1-344 0 0,2 1-1532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1478 2548 0 0,'-12'4'4595'0'0,"9"-1"-4302"0"0,0-1 1 0 0,0 1-1 0 0,0-1 0 0 0,1 1 0 0 0,0 0 0 0 0,-1 0 0 0 0,1 0 0 0 0,0 0 0 0 0,0 0 1 0 0,1 0-1 0 0,-1 1 0 0 0,1-1 0 0 0,-1 1 0 0 0,1-1 0 0 0,0 1 0 0 0,-1 6 0 0 0,-2 13 382 0 0,-2 32 0 0 0,5-43-364 0 0,0-5-239 0 0,1-1 1 0 0,0 1 0 0 0,0-1-1 0 0,1 1 1 0 0,0-1-1 0 0,0 1 1 0 0,0-1 0 0 0,1 1-1 0 0,0-1 1 0 0,0 0 0 0 0,0 0-1 0 0,1 0 1 0 0,0 0-1 0 0,1 0 1 0 0,3 5 0 0 0,-4-8-32 0 0,-1 1 0 0 0,1-1 1 0 0,0-1-1 0 0,1 1 0 0 0,-1 0 0 0 0,0-1 1 0 0,1 0-1 0 0,-1 1 0 0 0,1-1 0 0 0,0-1 1 0 0,0 1-1 0 0,-1 0 0 0 0,1-1 0 0 0,0 0 1 0 0,1 0-1 0 0,-1 0 0 0 0,0-1 0 0 0,0 1 1 0 0,0-1-1 0 0,0 0 0 0 0,0 0 0 0 0,1 0 1 0 0,-1-1-1 0 0,7-1 0 0 0,10-4 27 0 0,1 0 0 0 0,-1-2 0 0 0,0 0 0 0 0,0-2 0 0 0,-1 0 0 0 0,28-20 0 0 0,5-7 32 0 0,49-45 0 0 0,-50 35-62 0 0,-1-1-1 0 0,-3-3 1 0 0,-2-2-1 0 0,-2-2 0 0 0,68-112 1 0 0,-61 72-42 0 0,-4-1-1 0 0,-5-3 1 0 0,-3-1 0 0 0,-6-2-1 0 0,-3-1 1 0 0,-6-2 0 0 0,-3 0 0 0 0,8-152-1 0 0,-26 232 1 0 0,-2 15-2 0 0,0 0 0 0 0,0 0-1 0 0,-1 1 1 0 0,-2-16-1 0 0,2 24 11 0 0,-1 2-3 0 0,-1-1 0 0 0,1 1 0 0 0,0 0 0 0 0,0 0 0 0 0,0 0-1 0 0,0 1 1 0 0,0-1 0 0 0,1 0 0 0 0,-1 0 0 0 0,0 0 0 0 0,0 3 0 0 0,0-3 1 0 0,-6 13 19 0 0,1 1-1 0 0,1 1 1 0 0,0-1-1 0 0,1 1 1 0 0,-4 23 0 0 0,3-13-17 0 0,-102 509 47 0 0,58-280 31 0 0,27-140-12 0 0,-10 186 0 0 0,31-269-80 0 0,5 49 0 0 0,-3-71 21 0 0,0-1 1 0 0,1 1-1 0 0,0-1 0 0 0,0 0 0 0 0,1 0 1 0 0,0 0-1 0 0,1 0 0 0 0,0-1 1 0 0,10 15-1 0 0,-12-20-5 0 0,1 0 1 0 0,0 0-1 0 0,0-1 0 0 0,0 1 1 0 0,0-1-1 0 0,0 0 0 0 0,0 0 0 0 0,1 0 1 0 0,-1 0-1 0 0,1-1 0 0 0,-1 1 1 0 0,1-1-1 0 0,0 0 0 0 0,0 0 1 0 0,-1 0-1 0 0,1-1 0 0 0,0 1 1 0 0,0-1-1 0 0,0 0 0 0 0,0 0 1 0 0,0 0-1 0 0,6-2 0 0 0,7-1 9 0 0,-1-1 0 0 0,1 0-1 0 0,29-13 1 0 0,-7 0 9 0 0,-2-1 1 0 0,-1-3-1 0 0,0 0 1 0 0,-1-2-1 0 0,-2-2 1 0 0,53-50-1 0 0,-53 42-19 0 0,-1-2-1 0 0,-2-1 1 0 0,-2-1-1 0 0,-1-2 1 0 0,38-72 0 0 0,-55 89 1 0 0,0 0 1 0 0,12-44 0 0 0,-19 53-6 0 0,0 0 0 0 0,-1 0 0 0 0,0-1 1 0 0,-1 1-1 0 0,-1-1 0 0 0,-2-21 0 0 0,2 32-2 0 0,0-1-1 0 0,-1 1 1 0 0,1-1 0 0 0,-1 0-1 0 0,0 1 1 0 0,0 0-1 0 0,0-1 1 0 0,-1 1 0 0 0,1 0-1 0 0,-1-1 1 0 0,0 1-1 0 0,0 0 1 0 0,0 0-1 0 0,0 1 1 0 0,0-1 0 0 0,-1 0-1 0 0,1 1 1 0 0,-1-1-1 0 0,0 1 1 0 0,0 0 0 0 0,0 0-1 0 0,0 0 1 0 0,0 0-1 0 0,0 0 1 0 0,0 1-1 0 0,0-1 1 0 0,-1 1 0 0 0,1 0-1 0 0,-1 0 1 0 0,1 1-1 0 0,-1-1 1 0 0,1 0 0 0 0,-1 1-1 0 0,0 0 1 0 0,1 0-1 0 0,-1 0 1 0 0,1 1-1 0 0,-1-1 1 0 0,1 1 0 0 0,-1-1-1 0 0,1 1 1 0 0,-1 0-1 0 0,1 1 1 0 0,-1-1 0 0 0,1 1-1 0 0,0-1 1 0 0,0 1-1 0 0,-5 4 1 0 0,-1 0 4 0 0,-1 1 0 0 0,2 0 0 0 0,-1 1 0 0 0,1 0-1 0 0,0 0 1 0 0,0 1 0 0 0,-7 11 0 0 0,11-14-1 0 0,1 0 0 0 0,-1 0 1 0 0,1 1-1 0 0,0-1 0 0 0,1 1 0 0 0,-1-1 0 0 0,1 1 0 0 0,1 0 1 0 0,-1 0-1 0 0,1 0 0 0 0,0 0 0 0 0,1 12 0 0 0,0-16-1 0 0,0 0 0 0 0,0 0-1 0 0,1 0 1 0 0,-1 0 0 0 0,1-1 0 0 0,0 1-1 0 0,0 0 1 0 0,0-1 0 0 0,0 1-1 0 0,0 0 1 0 0,1-1 0 0 0,-1 1 0 0 0,1-1-1 0 0,0 0 1 0 0,-1 1 0 0 0,1-1-1 0 0,0 0 1 0 0,4 2 0 0 0,-3-1 1 0 0,2-1 0 0 0,-1 1 0 0 0,0-1 0 0 0,0 0 0 0 0,1-1 1 0 0,-1 1-1 0 0,1-1 0 0 0,-1 0 0 0 0,1 0 0 0 0,5 0 0 0 0,8 0 4 0 0,1-1 1 0 0,-1 0-1 0 0,0-2 1 0 0,29-6-1 0 0,-25 3-7 0 0,1-1 1 0 0,-1-1-1 0 0,0-2 1 0 0,34-17-1 0 0,78-56-1 0 0,-104 58 21 0 0,-82 123-38 0 0,-5 13 84 0 0,-66 188 1 0 0,115-275-70 0 0,-6 28 0 0 0,12-45 9 0 0,1 0 1 0 0,0 0 0 0 0,0 1-1 0 0,1-1 1 0 0,0 1-1 0 0,1-1 1 0 0,1 13 0 0 0,-1-19-2 0 0,0 0 0 0 0,-1 0 0 0 0,1 0 1 0 0,0 0-1 0 0,0 0 0 0 0,0 0 0 0 0,1-1 1 0 0,-1 1-1 0 0,0 0 0 0 0,1 0 0 0 0,-1-1 0 0 0,1 1 1 0 0,-1-1-1 0 0,1 0 0 0 0,0 1 0 0 0,-1-1 1 0 0,1 0-1 0 0,0 0 0 0 0,0 0 0 0 0,0 0 1 0 0,0 0-1 0 0,0 0 0 0 0,0-1 0 0 0,0 1 0 0 0,1-1 1 0 0,-1 1-1 0 0,0-1 0 0 0,0 0 0 0 0,0 0 1 0 0,0 0-1 0 0,1 0 0 0 0,2-1 0 0 0,6 0 9 0 0,-1 0 0 0 0,1-1 0 0 0,-1-1 0 0 0,0 0 0 0 0,14-5-1 0 0,21-12-16 0 0,-2-2 0 0 0,0-2 0 0 0,-1-2 0 0 0,-1-1-1 0 0,-2-3 1 0 0,-1-1 0 0 0,-1-1 0 0 0,-2-3 0 0 0,-1 0 0 0 0,43-61-1 0 0,-60 71 260 0 0,-1 0 0 0 0,-2-1 0 0 0,0-1-1 0 0,-2 0 1 0 0,-1 0 0 0 0,12-45 0 0 0,-22 70-30 0 0,-19 21-99 0 0,5 4-98 0 0,0 0-1 0 0,2 1 0 0 0,1 0 1 0 0,0 1-1 0 0,2 0 1 0 0,1 0-1 0 0,1 1 0 0 0,1 0 1 0 0,1 0-1 0 0,2 0 1 0 0,0 43-1 0 0,3-62-31 0 0,0 1 1 0 0,0-1-1 0 0,0 0 1 0 0,1 0 0 0 0,0 1-1 0 0,0-1 1 0 0,1 0-1 0 0,0-1 1 0 0,0 1-1 0 0,0 0 1 0 0,1-1-1 0 0,8 11 1 0 0,-7-12-68 0 0,-1-1 1 0 0,0 0 0 0 0,1-1-1 0 0,0 1 1 0 0,0-1-1 0 0,0 0 1 0 0,0 0-1 0 0,0 0 1 0 0,1-1 0 0 0,-1 0-1 0 0,1 0 1 0 0,0 0-1 0 0,0-1 1 0 0,-1 0 0 0 0,1 0-1 0 0,10 0 1 0 0,8-1-503 0 0,1 0 0 0 0,-1-2 0 0 0,0-1 1 0 0,0-1-1 0 0,0-1 0 0 0,0-1 0 0 0,-1-1 1 0 0,29-13-1 0 0,-27 9-76 0 0,0-1-1 0 0,0-1 1 0 0,-2-2 0 0 0,0 0 0 0 0,0-2-1 0 0,-2 0 1 0 0,21-21 0 0 0,-29 24 546 0 0,0-1 1 0 0,-1 0-1 0 0,-1-1 1 0 0,0 0-1 0 0,10-23 0 0 0,-11 17 1125 0 0,-1-1-1 0 0,-1 1 1 0 0,9-44-1 0 0,-11 33 931 0 0,5-20 875 0 0,-10 50-2307 0 0,0 6-481 0 0,0-1 0 0 0,1 0 0 0 0,-1 0 0 0 0,0 1 0 0 0,0-1 0 0 0,-1 1 0 0 0,1-1 0 0 0,0 1 0 0 0,0 2 0 0 0,9 64 522 0 0,4-1 0 0 0,3 0 0 0 0,45 116 1 0 0,-57-174-522 0 0,-1 0 1 0 0,2 0-1 0 0,-1-1 1 0 0,1 1-1 0 0,1-1 1 0 0,9 9-1 0 0,-14-15-27 0 0,0-1-1 0 0,0 0 1 0 0,1 0 0 0 0,-1 0 0 0 0,0-1-1 0 0,1 1 1 0 0,0 0 0 0 0,0-1-1 0 0,-1 0 1 0 0,1 1 0 0 0,0-1 0 0 0,0 0-1 0 0,0-1 1 0 0,0 1 0 0 0,0 0-1 0 0,0-1 1 0 0,0 0 0 0 0,0 0 0 0 0,0 0-1 0 0,0 0 1 0 0,1 0 0 0 0,-1 0-1 0 0,0-1 1 0 0,0 0 0 0 0,0 0-1 0 0,0 1 1 0 0,3-3 0 0 0,3-2 2 0 0,1 0 0 0 0,-1-1 0 0 0,0 0 1 0 0,-1-1-1 0 0,1 0 0 0 0,-2 0 0 0 0,1-1 0 0 0,-1 0 0 0 0,0 0 1 0 0,0 0-1 0 0,-1-1 0 0 0,0 0 0 0 0,-1-1 0 0 0,5-9 0 0 0,8-20-35 0 0,-2-2 0 0 0,12-46-1 0 0,-24 74 20 0 0,8-33-13 0 0,-7 25-5 0 0,1 1 1 0 0,1 0-1 0 0,0 0 1 0 0,11-19-1 0 0,-17 36 16 0 0,1 1 0 0 0,-1 0 1 0 0,0-1-1 0 0,1 1 0 0 0,0 0 0 0 0,-1 0 1 0 0,1 0-1 0 0,0 0 0 0 0,0 0 0 0 0,0 1 1 0 0,1-1-1 0 0,-1 1 0 0 0,0-1 0 0 0,0 1 1 0 0,1 0-1 0 0,-1 0 0 0 0,1 0 0 0 0,-1 0 1 0 0,1 0-1 0 0,0 0 0 0 0,-1 1 1 0 0,1-1-1 0 0,0 1 0 0 0,2 0 0 0 0,119 18 14 0 0,-82-9-133 0 0,70 3 0 0 0,-110-12 114 0 0,145-1-1059 0 0,-127 0 876 0 0,0-2-1 0 0,0 0 0 0 0,0-1 1 0 0,0-1-1 0 0,22-9 0 0 0,-37 12 188 0 0,1 0 0 0 0,-1-1 0 0 0,0 1-1 0 0,-1-1 1 0 0,1 0 0 0 0,0 0 0 0 0,-1-1 0 0 0,0 0 0 0 0,0 1 0 0 0,0-1-1 0 0,0 0 1 0 0,0-1 0 0 0,-1 1 0 0 0,0-1 0 0 0,0 0 0 0 0,0 0-1 0 0,0 0 1 0 0,-1 0 0 0 0,0 0 0 0 0,0 0 0 0 0,0 0 0 0 0,-1-1 0 0 0,0 1-1 0 0,0-1 1 0 0,0 1 0 0 0,-1-1 0 0 0,0 0 0 0 0,0 1 0 0 0,0-1 0 0 0,-1-6-1 0 0,1 10 49 0 0,-1-1 0 0 0,1 1 0 0 0,0-1 1 0 0,-1 1-1 0 0,1 0 0 0 0,-1-1 0 0 0,0 1 0 0 0,-2-5 0 0 0,3 7-41 0 0,0 0 0 0 0,0 0-1 0 0,-1 0 1 0 0,1 0 0 0 0,0 0 0 0 0,0 0 0 0 0,0 0 0 0 0,-1 0 0 0 0,1-1 0 0 0,0 1 0 0 0,0 0 0 0 0,0 0-1 0 0,0 0 1 0 0,-1 0 0 0 0,1 0 0 0 0,0 0 0 0 0,0 0 0 0 0,0 0 0 0 0,-1 0 0 0 0,1 0 0 0 0,0 0 0 0 0,0 1-1 0 0,0-1 1 0 0,-1 0 0 0 0,1 0 0 0 0,0 0 0 0 0,0 0 0 0 0,0 0 0 0 0,0 0 0 0 0,-1 0 0 0 0,1 0 0 0 0,0 0-1 0 0,0 1 1 0 0,0-1 0 0 0,0 0 0 0 0,0 0 0 0 0,-1 0 0 0 0,-9 16 44 0 0,-11 28 276 0 0,3 1-1 0 0,2 1 1 0 0,-13 56 0 0 0,22-75-250 0 0,1 0 0 0 0,2 0 0 0 0,0 0 1 0 0,2 1-1 0 0,1-1 0 0 0,3 39 0 0 0,-2-63-78 0 0,1 1-1 0 0,-1 0 1 0 0,1 0 0 0 0,0-1-1 0 0,1 1 1 0 0,-1-1-1 0 0,0 1 1 0 0,1-1 0 0 0,0 1-1 0 0,0-1 1 0 0,0 0-1 0 0,0 0 1 0 0,1 0-1 0 0,-1 0 1 0 0,6 4 0 0 0,-4-4-114 0 0,0 0 0 0 0,0 0 0 0 0,1-1 1 0 0,0 0-1 0 0,-1 0 0 0 0,1 0 0 0 0,0 0 1 0 0,0-1-1 0 0,0 1 0 0 0,7 0 0 0 0,9-1-734 0 0,-1 0-1 0 0,1-1 0 0 0,0-2 1 0 0,32-5-1 0 0,-47 6 628 0 0,97-19-6112 0 0,-48 4 160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341 894 1468 0 0,'1'-5'806'0'0,"-1"-1"1"0"0,0 0-1 0 0,0 0 0 0 0,0 1 0 0 0,0-1 0 0 0,-1 0 1 0 0,0 1-1 0 0,0-1 0 0 0,-1 0 0 0 0,0 1 1 0 0,-3-8-1 0 0,4 10-598 0 0,-1 1 1 0 0,0 0-1 0 0,0-1 1 0 0,0 1-1 0 0,0 0 1 0 0,0 0-1 0 0,0 0 1 0 0,0 0-1 0 0,-1 0 1 0 0,1 1-1 0 0,-1-1 1 0 0,1 1-1 0 0,-1-1 1 0 0,0 1-1 0 0,1 0 1 0 0,-1 0-1 0 0,0 0 1 0 0,0 0-1 0 0,0 1 1 0 0,0-1-1 0 0,0 1 1 0 0,0 0-1 0 0,0 0 1 0 0,-3 0-1 0 0,-2 1-58 0 0,0 0 0 0 0,0 0 0 0 0,0 1 0 0 0,0 0 0 0 0,0 1 0 0 0,1 0 0 0 0,-1 0 0 0 0,1 1 0 0 0,0 0-1 0 0,0 0 1 0 0,0 0 0 0 0,0 1 0 0 0,1 0 0 0 0,0 0 0 0 0,-11 13 0 0 0,2-3-20 0 0,2 1 0 0 0,1 0-1 0 0,0 1 1 0 0,0 1 0 0 0,-9 22 0 0 0,10-18-47 0 0,1 1 0 0 0,2 0 0 0 0,-8 32-1 0 0,13-46-54 0 0,2 0-1 0 0,-1 0 0 0 0,1 0 1 0 0,1 0-1 0 0,0 0 0 0 0,0 0 0 0 0,0 0 1 0 0,1 0-1 0 0,1 0 0 0 0,0 0 1 0 0,0 0-1 0 0,5 12 0 0 0,-5-17-9 0 0,-1-1-1 0 0,1 1 1 0 0,0-1 0 0 0,1 1-1 0 0,-1-1 1 0 0,0 0-1 0 0,1 0 1 0 0,0 0 0 0 0,0 0-1 0 0,0-1 1 0 0,0 1 0 0 0,0-1-1 0 0,1 0 1 0 0,-1 0-1 0 0,1 0 1 0 0,6 3 0 0 0,-4-3-61 0 0,0-1 0 0 0,0 1 0 0 0,0-1 0 0 0,0-1 0 0 0,0 1 0 0 0,1-1 0 0 0,-1 0 0 0 0,0 0 0 0 0,0-1 0 0 0,7-1 0 0 0,-2 0-272 0 0,0-1-1 0 0,0-1 0 0 0,0 1 0 0 0,-1-2 1 0 0,0 1-1 0 0,0-1 0 0 0,0-1 0 0 0,-1 0 1 0 0,1 0-1 0 0,-1-1 0 0 0,14-14 0 0 0,-15 12 46 0 0,0-1 0 0 0,-1 0 0 0 0,-1-1-1 0 0,1 0 1 0 0,-2 0 0 0 0,1 0-1 0 0,-1 0 1 0 0,-1-1 0 0 0,0 0-1 0 0,-1 0 1 0 0,0 0 0 0 0,-1 0-1 0 0,1-19 1 0 0,-1 9 193 0 0,-2 19 241 0 0,-2 10-3 0 0,1-3-129 0 0,-3 18 429 0 0,2-1 0 0 0,-1 0 0 0 0,2 1 0 0 0,3 38 0 0 0,-1-54-413 0 0,-1 7 59 0 0,1 1 0 0 0,1 0 0 0 0,0 0 0 0 0,0-1 0 0 0,9 25 1 0 0,-9-35-74 0 0,-1 1-1 0 0,1 0 1 0 0,0-1 0 0 0,0 1 0 0 0,0-1 0 0 0,1 1 0 0 0,-1-1 0 0 0,1 0 0 0 0,-1 0 0 0 0,1 0 0 0 0,0-1 0 0 0,0 1 0 0 0,1-1 0 0 0,-1 1 0 0 0,0-1 0 0 0,1 0 0 0 0,0 0 0 0 0,-1-1 0 0 0,1 1 0 0 0,0-1 0 0 0,0 0 0 0 0,0 0 0 0 0,0 0 0 0 0,4 0 0 0 0,8 0 17 0 0,-1-1 1 0 0,0 0-1 0 0,1-2 0 0 0,-1 0 1 0 0,0 0-1 0 0,0-1 1 0 0,0-1-1 0 0,0-1 1 0 0,23-10-1 0 0,-6 0-18 0 0,-1-2-1 0 0,0-1 0 0 0,30-24 0 0 0,-22 11-26 0 0,-1-1 1 0 0,-2-3-1 0 0,-1 0 1 0 0,-2-3-1 0 0,-1 0 0 0 0,36-60 1 0 0,-32 38 4 0 0,-2-2 1 0 0,-3 0 0 0 0,44-132-1 0 0,-60 146 268 0 0,-2-2 0 0 0,10-86-1 0 0,-20 110 114 0 0,-2 0 0 0 0,-1 0 0 0 0,0 0 0 0 0,-2 0 0 0 0,-1 0 0 0 0,-2 1 0 0 0,-8-29 0 0 0,13 50-341 0 0,-1 1 0 0 0,-1-1 0 0 0,1 1 0 0 0,0 0 0 0 0,-1-1 0 0 0,0 1 0 0 0,1 0 0 0 0,-1 0 0 0 0,0 0 0 0 0,-1 1 0 0 0,1-1 0 0 0,-1 0 0 0 0,1 1 0 0 0,-1 0 0 0 0,0-1 0 0 0,1 1 0 0 0,-6-2 0 0 0,6 3-27 0 0,-1 0 1 0 0,0 0-1 0 0,0 1 0 0 0,0-1 0 0 0,0 1 0 0 0,0 0 0 0 0,0 0 0 0 0,1 0 1 0 0,-1 0-1 0 0,0 1 0 0 0,0-1 0 0 0,0 1 0 0 0,0-1 0 0 0,0 1 0 0 0,0 0 1 0 0,1 0-1 0 0,-1 0 0 0 0,0 1 0 0 0,1-1 0 0 0,-1 1 0 0 0,-3 2 0 0 0,-6 5 123 0 0,0 1-1 0 0,0 1 0 0 0,1-1 1 0 0,0 2-1 0 0,1-1 0 0 0,0 2 1 0 0,-13 23-1 0 0,4-4 229 0 0,2 0 0 0 0,-15 42 0 0 0,12-19 47 0 0,2 1 0 0 0,2 1 0 0 0,3 1 0 0 0,-9 95 0 0 0,19-112-300 0 0,2 1-1 0 0,2-1 1 0 0,1 0 0 0 0,3 1 0 0 0,1-1 0 0 0,2 0-1 0 0,18 55 1 0 0,-21-83-115 0 0,0 1 0 0 0,1-1 0 0 0,1-1 0 0 0,0 1 0 0 0,0-1 0 0 0,13 16 0 0 0,-16-25-175 0 0,-1 1 0 0 0,0-1-1 0 0,1 0 1 0 0,-1 0 0 0 0,1 0 0 0 0,0 0 0 0 0,0-1-1 0 0,0 1 1 0 0,1-1 0 0 0,4 2 0 0 0,-6-3-150 0 0,0-1-1 0 0,0 1 1 0 0,0 0 0 0 0,0-1 0 0 0,1 0-1 0 0,-1 0 1 0 0,0 0 0 0 0,0 0 0 0 0,0 0-1 0 0,0-1 1 0 0,0 0 0 0 0,0 1 0 0 0,0-1-1 0 0,0 0 1 0 0,0 0 0 0 0,0-1 0 0 0,2-1-1 0 0,-2 2-579 0 0,0-1 0 0 0,0 0 0 0 0,-1 0-1 0 0,1 0 1 0 0,-1-1 0 0 0,0 1 0 0 0,0 0 0 0 0,0-1-1 0 0,2-3 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9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59 3152 0 0,'-108'-21'9097'0'0,"-5"-1"722"0"0,43 6-7725 0 0,62 17-2950 0 0,7-1 649 0 0,0 0 0 0 0,1 0-1 0 0,-1 0 1 0 0,0 0-1 0 0,0 1 1 0 0,0-1 0 0 0,0 0-1 0 0,1 0 1 0 0,-1 0-1 0 0,0 1 1 0 0,0-1 0 0 0,0 0-1 0 0,1 1 1 0 0,-1-1-1 0 0,0 1 1 0 0,1-1 0 0 0,-1 1-1 0 0,0-1 1 0 0,1 1-1 0 0,-1 0 1 0 0,0 0 0 0 0,-31 25-9155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09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1 1340 0 0,'-325'65'17682'0'0,"275"-54"-16649"0"0,41-9-988 0 0,1 0 1 0 0,-1 0-1 0 0,1-1 0 0 0,-15 0 0 0 0,21-1-622 0 0,-17 1-6724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0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219 270 1248 0 0,'-214'8'13220'0'0,"210"-8"-12483"0"0,7-1-411 0 0,426-78 875 0 0,-278 55-1117 0 0,418-62-2561 0 0,-164 27-4264 0 0,-227 30 1547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1377 1184 0 0,'-57'68'13965'0'0,"718"-548"-12032"0"0,-479 338-1778 0 0,-181 141-160 0 0,-4 3-3 0 0,-27 19-16 0 0,0 0 0 0 0,1 3 0 0 0,2 0 0 0 0,1 2 0 0 0,-25 29 0 0 0,49-52 20 0 0,-1 1 0 0 0,1-1 0 0 0,0 0-1 0 0,0 1 1 0 0,0-1 0 0 0,1 1 0 0 0,-1 0 0 0 0,1 0 0 0 0,0 0-1 0 0,0-1 1 0 0,0 1 0 0 0,1 0 0 0 0,-1 0 0 0 0,1 0-1 0 0,0 0 1 0 0,0 0 0 0 0,0 0 0 0 0,1 0 0 0 0,-1 0 0 0 0,1 0-1 0 0,0 0 1 0 0,0 0 0 0 0,0 0 0 0 0,3 5 0 0 0,4 7 10 0 0,1-1 1 0 0,0 0 0 0 0,1-1-1 0 0,18 20 1 0 0,1 1 19 0 0,-26-31 16 0 0,0 0 0 0 0,0 0 0 0 0,-1 1 0 0 0,0-1 0 0 0,1 0-1 0 0,-1 1 1 0 0,-1 0 0 0 0,1-1 0 0 0,-1 1 0 0 0,1 0 0 0 0,-1 0 0 0 0,-1 0 0 0 0,1 9 0 0 0,-1-10 16 0 0,-1 0 0 0 0,0 0 1 0 0,0 0-1 0 0,0 0 0 0 0,0-1 1 0 0,-1 1-1 0 0,0 0 0 0 0,1-1 1 0 0,-1 1-1 0 0,0-1 0 0 0,-1 1 1 0 0,1-1-1 0 0,-1 0 0 0 0,1 0 1 0 0,-1 0-1 0 0,0 0 0 0 0,-5 3 1 0 0,-6 3-4 0 0,1 0 1 0 0,-1-1 0 0 0,-1 0 0 0 0,1-1 0 0 0,-1-1-1 0 0,-1 0 1 0 0,1-2 0 0 0,-1 1 0 0 0,0-2 0 0 0,0 0-1 0 0,0-1 1 0 0,0 0 0 0 0,0-2 0 0 0,0 0-1 0 0,0 0 1 0 0,-1-2 0 0 0,-18-3 0 0 0,33 4-154 0 0,0 1 0 0 0,0-1 0 0 0,0 1 0 0 0,0-1-1 0 0,-1 0 1 0 0,1 0 0 0 0,0 0 0 0 0,0 0 0 0 0,0 0 0 0 0,1-1 0 0 0,-1 1 0 0 0,0-1 0 0 0,0 1 0 0 0,1-1 0 0 0,-1 1 0 0 0,-1-4 0 0 0,2 4-25 0 0,0-1-1 0 0,1 1 1 0 0,-1-1 0 0 0,1 1 0 0 0,0-1 0 0 0,-1 1 0 0 0,1-1-1 0 0,0 1 1 0 0,0-1 0 0 0,0 1 0 0 0,0-1 0 0 0,0 1 0 0 0,0-1-1 0 0,1 1 1 0 0,-1-1 0 0 0,0 1 0 0 0,1 0 0 0 0,-1-1 0 0 0,1 1-1 0 0,0-1 1 0 0,-1 1 0 0 0,1 0 0 0 0,0-1 0 0 0,0 1 0 0 0,0 0 0 0 0,1-2-1 0 0,10-11-840 0 0,1 0-1 0 0,0 0 0 0 0,1 2 0 0 0,17-13 0 0 0,66-41-1499 0 0,-78 54 2128 0 0,171-104-1068 0 0,-58 47 4179 0 0,-119 63-2275 0 0,-10 4-334 0 0,0 1 0 0 0,0-1 0 0 0,-1 1 0 0 0,1-1 0 0 0,0 1 0 0 0,1 0 0 0 0,-1 1-1 0 0,0-1 1 0 0,0 0 0 0 0,0 1 0 0 0,0 0 0 0 0,5-1 0 0 0,-7 2-96 0 0,0-1 1 0 0,0 1-1 0 0,-1-1 1 0 0,1 1-1 0 0,0-1 1 0 0,0 1-1 0 0,0 0 1 0 0,0-1-1 0 0,-1 1 1 0 0,1 0-1 0 0,0-1 1 0 0,0 1-1 0 0,-1 0 1 0 0,1 0-1 0 0,-1 0 1 0 0,1 0-1 0 0,-1 0 1 0 0,1 0-1 0 0,-1 0 1 0 0,1 0-1 0 0,-1 0 1 0 0,0 1-1 0 0,5 22 788 0 0,-3 3 283 0 0,-3 44 1 0 0,1 17-402 0 0,0-79-673 0 0,2 0 0 0 0,-1 0 0 0 0,1 0 1 0 0,0 0-1 0 0,1 0 0 0 0,0-1 0 0 0,6 12 0 0 0,-7-16-48 0 0,0-1-1 0 0,1 0 1 0 0,-1 0-1 0 0,1 0 1 0 0,-1 0-1 0 0,1-1 1 0 0,0 1-1 0 0,0-1 1 0 0,0 1 0 0 0,0-1-1 0 0,0 0 1 0 0,1 0-1 0 0,-1-1 1 0 0,1 1-1 0 0,-1-1 1 0 0,1 1-1 0 0,0-1 1 0 0,-1 0-1 0 0,1-1 1 0 0,0 1-1 0 0,0-1 1 0 0,0 1-1 0 0,0-1 1 0 0,-1 0 0 0 0,1-1-1 0 0,0 1 1 0 0,0-1-1 0 0,4-1 1 0 0,4 0 0 0 0,-1-1 1 0 0,0 0 0 0 0,0-1 0 0 0,0 0 0 0 0,0-1-1 0 0,-1-1 1 0 0,1 1 0 0 0,9-9 0 0 0,-10 6-17 0 0,-1-1 1 0 0,0 0-1 0 0,0 0 0 0 0,-1-1 1 0 0,0 0-1 0 0,-1 0 1 0 0,0-1-1 0 0,-1 0 1 0 0,0-1-1 0 0,-1 1 1 0 0,0-1-1 0 0,-1 0 1 0 0,0 0-1 0 0,-1 0 1 0 0,0-1-1 0 0,1-21 1 0 0,-2 15-4 0 0,0 0 0 0 0,-2-1 0 0 0,-1 1 0 0 0,0-1 0 0 0,-1 1 1 0 0,-1 0-1 0 0,-1 0 0 0 0,-1 0 0 0 0,-1 0 0 0 0,-9-22 0 0 0,13 37-1 0 0,1 0 0 0 0,-1 0 0 0 0,0 1 0 0 0,-1-1 0 0 0,1 1 0 0 0,0-1 0 0 0,-1 1 0 0 0,0 0-1 0 0,0 0 1 0 0,0 0 0 0 0,0 0 0 0 0,-1 1 0 0 0,1-1 0 0 0,-1 1 0 0 0,1 0 0 0 0,-1 0 0 0 0,0 0 0 0 0,0 0-1 0 0,0 1 1 0 0,0-1 0 0 0,-7 0 0 0 0,5 1 0 0 0,0 1 1 0 0,0 0-1 0 0,0 1 0 0 0,0-1 0 0 0,0 1 1 0 0,0 1-1 0 0,0-1 0 0 0,0 1 0 0 0,1 0 1 0 0,-1 0-1 0 0,1 0 0 0 0,-1 1 0 0 0,1 0 1 0 0,-9 6-1 0 0,-2 3 6 0 0,0 1 1 0 0,0 1-1 0 0,1 0 0 0 0,1 1 1 0 0,0 1-1 0 0,2 0 1 0 0,-1 1-1 0 0,2 1 0 0 0,0-1 1 0 0,1 2-1 0 0,1-1 0 0 0,1 1 1 0 0,1 1-1 0 0,0-1 1 0 0,-5 30-1 0 0,11-41-1 0 0,0-1 0 0 0,0 0 0 0 0,1 0 0 0 0,0 0 0 0 0,0 0-1 0 0,1 1 1 0 0,0-1 0 0 0,0 0 0 0 0,1 0 0 0 0,2 7 0 0 0,-3-10-3 0 0,1-1 0 0 0,0 0 0 0 0,-1 0 0 0 0,1 0 0 0 0,0 0 0 0 0,1 0 0 0 0,-1 0 0 0 0,0 0 0 0 0,1-1 0 0 0,-1 1 0 0 0,1-1 0 0 0,0 0 0 0 0,0 0 0 0 0,0 0 0 0 0,0 0 0 0 0,0 0 0 0 0,1-1 0 0 0,-1 1 0 0 0,0-1 0 0 0,1 0 0 0 0,5 1 0 0 0,6 0-37 0 0,-1 0 1 0 0,1-1-1 0 0,0-1 0 0 0,0 0 0 0 0,-1-1 0 0 0,1-1 0 0 0,0 0 0 0 0,27-9 0 0 0,1-3-171 0 0,69-32 0 0 0,-75 27 31 0 0,0 0 0 0 0,-1-3-1 0 0,-1-1 1 0 0,-1-1 0 0 0,-1-2 0 0 0,-1-1 0 0 0,-2-2 0 0 0,0-1-1 0 0,-2-1 1 0 0,-2-2 0 0 0,-1 0 0 0 0,-1-2 0 0 0,29-59 0 0 0,21-83-319 0 0,-66 152 498 0 0,-1 0 1 0 0,-1-1-1 0 0,-1 0 0 0 0,-1 0 0 0 0,0-33 0 0 0,-4 58 2 0 0,0-1 0 0 0,1 1 0 0 0,-1-1 0 0 0,-1 0 0 0 0,1 1 0 0 0,0 0 0 0 0,0-1 0 0 0,0 1 0 0 0,-1-1 0 0 0,1 1 0 0 0,-1-1 1 0 0,1 1-1 0 0,-1-1 0 0 0,0 1 0 0 0,0 0 0 0 0,1 0 0 0 0,-1-1 0 0 0,0 1 0 0 0,0 0 0 0 0,0 0 0 0 0,-2-1 0 0 0,3 1-2 0 0,-1 1-1 0 0,1 0 1 0 0,-1 0 0 0 0,1 0-1 0 0,-1 0 1 0 0,1 0-1 0 0,-1-1 1 0 0,1 1-1 0 0,-1 0 1 0 0,0 0-1 0 0,1 0 1 0 0,-1 1-1 0 0,1-1 1 0 0,-1 0-1 0 0,1 0 1 0 0,-1 0 0 0 0,1 0-1 0 0,-1 0 1 0 0,1 1-1 0 0,-1-1 1 0 0,0 1-1 0 0,-14 14 50 0 0,0 11 134 0 0,1 1 0 0 0,2 0 0 0 0,0 1-1 0 0,-14 57 1 0 0,11-37 45 0 0,-12 36 104 0 0,5 2-1 0 0,2 0 1 0 0,-10 124-1 0 0,28-179-217 0 0,3 47-1 0 0,0-68-80 0 0,0 0 0 0 0,1 0 0 0 0,0 0 0 0 0,0 0 0 0 0,1 0 0 0 0,0 0 1 0 0,1-1-1 0 0,8 15 0 0 0,-10-21-24 0 0,0 0 0 0 0,0-1 0 0 0,0 1 0 0 0,0 0 0 0 0,0-1 0 0 0,1 0 0 0 0,-1 1 0 0 0,1-1 0 0 0,0 0 0 0 0,0 0 0 0 0,-1-1 0 0 0,1 1 0 0 0,1 0 0 0 0,-1-1 0 0 0,0 0 1 0 0,6 2-1 0 0,-3-2-4 0 0,-1-1 1 0 0,0 1 0 0 0,1-1 0 0 0,-1 0-1 0 0,0-1 1 0 0,0 1 0 0 0,1-1 0 0 0,-1 0 0 0 0,10-4-1 0 0,0-1-20 0 0,-1 0 0 0 0,0-1-1 0 0,0-1 1 0 0,-1 0-1 0 0,0-1 1 0 0,16-14 0 0 0,-9 5-38 0 0,0-2 0 0 0,-1 0 0 0 0,30-44 0 0 0,37-76-185 0 0,-59 94 213 0 0,30-58 454 0 0,-56 103-416 0 0,0 2-13 0 0,-1 1 0 0 0,1 0 0 0 0,-1-1 0 0 0,0 1-1 0 0,1-1 1 0 0,-1 1 0 0 0,0 0 0 0 0,0-1 0 0 0,0 1 0 0 0,0 0 0 0 0,-1 1 0 0 0,-6 42 54 0 0,-10 94 32 0 0,17-123-58 0 0,0-1 0 0 0,0 1 0 0 0,1-1 0 0 0,1 0 0 0 0,1 1-1 0 0,7 25 1 0 0,-9-38-19 0 0,0 0 0 0 0,0 0-1 0 0,1 0 1 0 0,-1 0 0 0 0,1 0-1 0 0,0 0 1 0 0,0 0 0 0 0,0 0-1 0 0,0-1 1 0 0,0 1 0 0 0,0-1-1 0 0,1 0 1 0 0,-1 0 0 0 0,1 0-1 0 0,0 0 1 0 0,0 0 0 0 0,0 0-1 0 0,-1-1 1 0 0,1 1 0 0 0,1-1-1 0 0,-1 0 1 0 0,0 0 0 0 0,4 1-1 0 0,-2-1-12 0 0,0-1-1 0 0,0 0 1 0 0,0 0 0 0 0,0 0-1 0 0,0-1 1 0 0,0 0-1 0 0,0 0 1 0 0,0 0-1 0 0,0 0 1 0 0,0-1 0 0 0,0 0-1 0 0,-1 0 1 0 0,1 0-1 0 0,7-5 1 0 0,1-2-45 0 0,-1 0 0 0 0,-1-1 0 0 0,0-1-1 0 0,0 1 1 0 0,-1-2 0 0 0,-1 1 0 0 0,1-1 0 0 0,-2-1 0 0 0,10-18 0 0 0,5-14-77 0 0,23-69 0 0 0,-3-23 1123 0 0,-43 135-898 0 0,-5 27 3 0 0,-7 30 66 0 0,-6 44 7 0 0,16-87-154 0 0,2 0 1 0 0,-1 1-1 0 0,2-1 1 0 0,0 0-1 0 0,0 0 1 0 0,4 14-1 0 0,-4-21-12 0 0,0-1 0 0 0,1 0 0 0 0,-1 0 0 0 0,1-1 0 0 0,0 1 0 0 0,0 0 0 0 0,0-1 0 0 0,1 1 0 0 0,-1-1 0 0 0,1 0 0 0 0,0 1 0 0 0,0-1 0 0 0,5 4 0 0 0,-2-3 4 0 0,0 0 0 0 0,0-1 1 0 0,0 0-1 0 0,0 0 0 0 0,0-1 0 0 0,0 1 1 0 0,14 2-1 0 0,-4-2-105 0 0,0-1 0 0 0,0-1 0 0 0,0 0 0 0 0,0-2 0 0 0,0 1 0 0 0,25-6 0 0 0,-16 2-316 0 0,0-2 0 0 0,-1-1-1 0 0,0-1 1 0 0,-1-1 0 0 0,0-1-1 0 0,0-1 1 0 0,-1-2-1 0 0,0 0 1 0 0,-1 0 0 0 0,-1-2-1 0 0,0-1 1 0 0,-1-1 0 0 0,-1 0-1 0 0,19-23 1 0 0,-11 7-5 0 0,0-2 1 0 0,-3 0-1 0 0,-1-2 1 0 0,-2 0-1 0 0,-1-2 0 0 0,14-40 1 0 0,-9 6 669 0 0,-2-1 1 0 0,17-109-1 0 0,-29 104 3813 0 0,-2-147-1 0 0,-8 212-3601 0 0,0 14-444 0 0,0-1 0 0 0,0 1-1 0 0,0-1 1 0 0,0 1 0 0 0,0-1-1 0 0,0 1 1 0 0,0-1-1 0 0,0 1 1 0 0,0-1 0 0 0,0 1-1 0 0,0-1 1 0 0,0 1 0 0 0,0-1-1 0 0,-1 1 1 0 0,1-1-1 0 0,0 1 1 0 0,0-1 0 0 0,0 1-1 0 0,-1-1 1 0 0,1 1 0 0 0,0-1-1 0 0,-1 1 1 0 0,1-1-1 0 0,-1 1 1 0 0,-7 6 205 0 0,-7 21-29 0 0,-11 53 579 0 0,2 0 0 0 0,-16 112 0 0 0,16-72-418 0 0,1-15-119 0 0,5 0 1 0 0,-6 130 0 0 0,23-217-350 0 0,1 0 0 0 0,1-1 0 0 0,1 1 0 0 0,0-1 1 0 0,1 1-1 0 0,10 30 0 0 0,-10-42-91 0 0,-1 0-1 0 0,1 0 1 0 0,-1-1-1 0 0,2 1 1 0 0,-1-1 0 0 0,1 0-1 0 0,-1 0 1 0 0,2 0 0 0 0,-1 0-1 0 0,0-1 1 0 0,1 0-1 0 0,0 0 1 0 0,0 0 0 0 0,0 0-1 0 0,0-1 1 0 0,1 0-1 0 0,-1 0 1 0 0,1 0 0 0 0,0-1-1 0 0,0 0 1 0 0,0 0-1 0 0,10 2 1 0 0,-6-2-321 0 0,1-1-1 0 0,-1 0 1 0 0,0-1-1 0 0,1 0 1 0 0,-1-1-1 0 0,0 0 1 0 0,1-1 0 0 0,-1 0-1 0 0,13-4 1 0 0,-7 0-95 0 0,-1 0 0 0 0,0-1 1 0 0,0 0-1 0 0,-1-1 1 0 0,18-13-1 0 0,-6 0 226 0 0,0-2 0 0 0,-1 0 1 0 0,-2-1-1 0 0,0-2 0 0 0,21-30 0 0 0,-20 18 1988 0 0,-2 0 0 0 0,-2-1-1 0 0,17-44 1 0 0,-16 33 2279 0 0,-13 37-2398 0 0,-7 17-846 0 0,-8 31-603 0 0,3-14 172 0 0,-5 44-17 0 0,2-26-22 0 0,-1 55 1 0 0,8-83-192 0 0,0 1 0 0 0,1-1 0 0 0,0 1 1 0 0,1-1-1 0 0,0 0 0 0 0,1 0 0 0 0,1 0 0 0 0,-1 0 1 0 0,8 14-1 0 0,-9-20-183 0 0,1 0 0 0 0,0-1 0 0 0,0 1 0 0 0,1-1 0 0 0,-1 1 0 0 0,1-1 0 0 0,0 0 0 0 0,0 0 0 0 0,0-1 0 0 0,1 1 0 0 0,-1-1 0 0 0,1 0 0 0 0,0 0 0 0 0,0-1 0 0 0,0 1 0 0 0,0-1 0 0 0,0 0 0 0 0,0-1 0 0 0,1 1 0 0 0,-1-1 0 0 0,1 0 0 0 0,-1 0 0 0 0,1-1 0 0 0,-1 1 0 0 0,1-1 0 0 0,-1 0 0 0 0,9-2 0 0 0,-2 0-325 0 0,0-1 0 0 0,0 0-1 0 0,0 0 1 0 0,0-1-1 0 0,-1-1 1 0 0,1 0-1 0 0,-1-1 1 0 0,0 0-1 0 0,-1-1 1 0 0,1 0-1 0 0,11-10 1 0 0,-2-2 228 0 0,0-1 0 0 0,-2 0 0 0 0,19-27 0 0 0,40-74 5889 0 0,-59 94-3167 0 0,-10 22-1069 0 0,-8 21-539 0 0,-2-6-391 0 0,-5 28 477 0 0,2 0 0 0 0,1 0 0 0 0,2 74 0 0 0,2-108-868 0 0,1 0 0 0 0,-1 0 0 0 0,1 1 0 0 0,0-1 0 0 0,1 0 0 0 0,-1 0 0 0 0,1 0 0 0 0,0 0 0 0 0,0 0 0 0 0,0 0 0 0 0,0 0 0 0 0,0-1 0 0 0,1 1 0 0 0,0-1 0 0 0,0 0 0 0 0,0 1 0 0 0,6 4 0 0 0,-4-5-6 0 0,0 0 0 0 0,1 0-1 0 0,0 0 1 0 0,-1-1 0 0 0,1 0-1 0 0,0 0 1 0 0,0 0 0 0 0,0-1 0 0 0,0 0-1 0 0,0 0 1 0 0,9 0 0 0 0,-1-1 5 0 0,0 0 0 0 0,0-1 1 0 0,1-1-1 0 0,-1 0 0 0 0,-1-1 0 0 0,1-1 1 0 0,0 0-1 0 0,-1-1 0 0 0,0 0 0 0 0,16-9 1 0 0,-20 8-25 0 0,0 0 0 0 0,0 0 0 0 0,-1-1 1 0 0,0 0-1 0 0,0-1 0 0 0,0 0 0 0 0,-1 0 0 0 0,0-1 1 0 0,-1 0-1 0 0,0 0 0 0 0,0 0 0 0 0,-1-1 0 0 0,0 0 1 0 0,-1 0-1 0 0,0 0 0 0 0,-1 0 0 0 0,3-15 0 0 0,-4 17-9 0 0,-1-1 0 0 0,0 1-1 0 0,-1 0 1 0 0,0-1 0 0 0,0 1-1 0 0,-1-1 1 0 0,0 1 0 0 0,0-1-1 0 0,-1 1 1 0 0,0 0 0 0 0,0 0 0 0 0,-1 0-1 0 0,0 0 1 0 0,-1 0 0 0 0,0 1-1 0 0,0-1 1 0 0,0 1 0 0 0,-1 0-1 0 0,0 0 1 0 0,0 1 0 0 0,-1 0-1 0 0,-11-10 1 0 0,8 9 2 0 0,-1 0 0 0 0,0 0 0 0 0,-1 2 0 0 0,1-1 0 0 0,-1 1 0 0 0,0 1 0 0 0,-1 0 0 0 0,1 0 0 0 0,-1 1 0 0 0,1 0 0 0 0,-1 1 0 0 0,0 1 0 0 0,0 0 0 0 0,0 1 0 0 0,0 0 0 0 0,-19 2 0 0 0,8 1 2 0 0,0 1 1 0 0,-1 1-1 0 0,1 2 1 0 0,1 0 0 0 0,0 1-1 0 0,0 1 1 0 0,-31 17-1 0 0,43-20-2 0 0,1 0-1 0 0,0 0 0 0 0,1 1 0 0 0,-11 10 0 0 0,16-14 4 0 0,0 0 0 0 0,0 0 0 0 0,0 1 0 0 0,1-1 0 0 0,-1 1 0 0 0,1 0-1 0 0,0-1 1 0 0,0 1 0 0 0,1 0 0 0 0,-1 0 0 0 0,1 0 0 0 0,-1 1 0 0 0,0 6 0 0 0,2-9-2 0 0,0 0 1 0 0,0 0-1 0 0,1 0 1 0 0,-1 0-1 0 0,0-1 1 0 0,1 1-1 0 0,-1 0 1 0 0,1 0-1 0 0,0-1 1 0 0,0 1-1 0 0,-1 0 1 0 0,1-1-1 0 0,0 1 1 0 0,1-1-1 0 0,-1 1 1 0 0,0-1-1 0 0,0 1 1 0 0,0-1-1 0 0,1 0 1 0 0,-1 0-1 0 0,1 1 1 0 0,-1-1-1 0 0,1 0 0 0 0,-1-1 1 0 0,1 1-1 0 0,0 0 1 0 0,0 0-1 0 0,-1-1 1 0 0,4 2-1 0 0,3 0-52 0 0,1 1 0 0 0,0-1 0 0 0,1-1-1 0 0,13 2 1 0 0,2-3-98 0 0,1 0 0 0 0,0-2 0 0 0,-1-1-1 0 0,1 0 1 0 0,47-15 0 0 0,123-53-206 0 0,-60 18 160 0 0,-129 51 194 0 0,16-7-62 0 0,0 2 0 0 0,0 1 0 0 0,40-6 0 0 0,-57 12 55 0 0,1-1-1 0 0,-1 1 0 0 0,1 0 1 0 0,0 1-1 0 0,-1-1 0 0 0,1 1 0 0 0,-1 1 1 0 0,1-1-1 0 0,-1 1 0 0 0,0 0 1 0 0,0 1-1 0 0,0-1 0 0 0,0 1 1 0 0,0 0-1 0 0,0 1 0 0 0,-1 0 1 0 0,1-1-1 0 0,5 7 0 0 0,-2 0 70 0 0,1 1 0 0 0,-1 0 0 0 0,-1 1 0 0 0,0 0 0 0 0,-1 0 0 0 0,0 0 0 0 0,-1 1 0 0 0,0 0-1 0 0,-1 1 1 0 0,4 16 0 0 0,-5-15 19 0 0,0 1 1 0 0,-2 0-1 0 0,0 1 0 0 0,0-1 0 0 0,-2 0 1 0 0,0 1-1 0 0,-1-1 0 0 0,-4 27 0 0 0,3-35 16 0 0,-1 1-1 0 0,0-1 0 0 0,0 1 0 0 0,0-1 1 0 0,-1 0-1 0 0,0 0 0 0 0,-7 8 0 0 0,11-16-87 0 0,0 1 0 0 0,0-1-1 0 0,0 1 1 0 0,0-1 0 0 0,-1 0 0 0 0,1 1-1 0 0,0-1 1 0 0,0 1 0 0 0,-1-1-1 0 0,1 0 1 0 0,0 1 0 0 0,0-1-1 0 0,-1 0 1 0 0,1 0 0 0 0,0 1 0 0 0,-1-1-1 0 0,1 0 1 0 0,0 0 0 0 0,-1 1-1 0 0,1-1 1 0 0,-1 0 0 0 0,1 0-1 0 0,0 0 1 0 0,-1 0 0 0 0,1 0 0 0 0,-1 1-1 0 0,1-1 1 0 0,-1 0 0 0 0,1 0-1 0 0,0 0 1 0 0,-1 0 0 0 0,1 0-1 0 0,-1 0 1 0 0,1-1 0 0 0,-1 1-1 0 0,1 0 1 0 0,0 0 0 0 0,-1 0 0 0 0,1 0-1 0 0,-1 0 1 0 0,1-1 0 0 0,0 1-1 0 0,-1 0 1 0 0,1 0 0 0 0,-1-1-1 0 0,-6-15 73 0 0,7 7-69 0 0,1 0 0 0 0,0 0 1 0 0,0 0-1 0 0,1 0 0 0 0,0 0 0 0 0,1 1 0 0 0,-1-1 1 0 0,9-15-1 0 0,-8 16-15 0 0,21-48-38 0 0,2 1 0 0 0,43-67 0 0 0,-49 92 16 0 0,1 1-1 0 0,1 1 0 0 0,1 1 0 0 0,1 2 1 0 0,38-32-1 0 0,-55 51 8 0 0,0 1 0 0 0,0 0 0 0 0,0 1 1 0 0,1-1-1 0 0,0 1 0 0 0,-1 1 0 0 0,2 0 0 0 0,-1 0 0 0 0,12-3 1 0 0,-17 6 17 0 0,0-1 0 0 0,0 1 0 0 0,0 0 1 0 0,0 0-1 0 0,0 0 0 0 0,0 0 1 0 0,0 1-1 0 0,-1-1 0 0 0,1 1 0 0 0,0 0 1 0 0,0 0-1 0 0,0 0 0 0 0,0 0 1 0 0,-1 0-1 0 0,1 1 0 0 0,0-1 1 0 0,-1 1-1 0 0,0-1 0 0 0,1 1 0 0 0,-1 0 1 0 0,0 0-1 0 0,0 0 0 0 0,0 1 1 0 0,0-1-1 0 0,0 0 0 0 0,0 1 0 0 0,-1-1 1 0 0,1 1-1 0 0,-1-1 0 0 0,2 5 1 0 0,1 2 87 0 0,-1 1 0 0 0,0 0 0 0 0,0 0 1 0 0,-1 0-1 0 0,-1 1 0 0 0,1-1 0 0 0,-2 1 0 0 0,1-1 1 0 0,-1 0-1 0 0,-1 1 0 0 0,-2 11 0 0 0,-4 16 724 0 0,-18 61 0 0 0,15-66-408 0 0,-3 12 37 0 0,-11 45 736 0 0,24-90-1160 0 0,-1 1-1 0 0,1-1 1 0 0,0 0 0 0 0,0 1-1 0 0,0-1 1 0 0,0 0 0 0 0,0 1-1 0 0,0-1 1 0 0,0 0 0 0 0,0 1-1 0 0,0-1 1 0 0,0 0 0 0 0,0 1-1 0 0,0-1 1 0 0,0 0-1 0 0,0 1 1 0 0,0-1 0 0 0,1 0-1 0 0,-1 0 1 0 0,0 1 0 0 0,0-1-1 0 0,0 0 1 0 0,0 1 0 0 0,1-1-1 0 0,-1 0 1 0 0,0 0 0 0 0,0 1-1 0 0,0-1 1 0 0,1 0 0 0 0,-1 0-1 0 0,0 0 1 0 0,0 1-1 0 0,1-1 1 0 0,-1 0 0 0 0,0 0-1 0 0,1 0 1 0 0,-1 0 0 0 0,0 0-1 0 0,1 0 1 0 0,-1 0 0 0 0,0 1-1 0 0,1-1 1 0 0,-1 0 0 0 0,0 0-1 0 0,1 0 1 0 0,-1 0 0 0 0,0 0-1 0 0,1-1 1 0 0,14-2 140 0 0,-13 2-161 0 0,5-1-2 0 0,0-1-1 0 0,0 0 1 0 0,0 0 0 0 0,0 0 0 0 0,-1-1-1 0 0,1 0 1 0 0,9-9 0 0 0,37-38-1350 0 0,-46 44 1056 0 0,7-8-902 0 0,0-1 0 0 0,-1-1 0 0 0,13-21-1 0 0,-18 24-1805 0 0,-1 1-1 0 0,9-26 1 0 0,-6 6-6444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3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 1128 0 0,'-100'5'7883'0'0,"-79"3"1576"0"0,176-8-9775 0 0,-17 1-2172 0 0,2 3-4947 0 0,-1 0 1608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55 3068 0 0,'-32'13'4984'0'0,"-49"26"1"0"0,81-39-4930 0 0,0 0 1 0 0,0 0 0 0 0,0 0 0 0 0,-3 2 1283 0 0,3-2-1283 0 0,-1 0 0 0 0,1 0-1 0 0,0 0 1 0 0,0 0 0 0 0,0 1 0 0 0,0-1 0 0 0,0 0-1 0 0,0 0 1 0 0,0 0 0 0 0,0 0 0 0 0,0 0 0 0 0,0 1-1 0 0,0-1 1 0 0,0 0 0 0 0,0 0 0 0 0,0 0 0 0 0,0 0-1 0 0,0 1 1 0 0,0-1 0 0 0,0 0 0 0 0,0 0 0 0 0,0 0-1 0 0,0 0 1 0 0,1 0 0 0 0,-1 1 0 0 0,11 0 777 0 0,21-3-375 0 0,334-44 956 0 0,-120 12-5164 0 0,-127 18-1019 0 0,-9 0-3063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4276 0 0,'-11'5'20764'0'0,"4"-8"-21078"0"0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5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72 760 0 0,'0'-4'455'0'0,"1"0"-1"0"0,0 0 0 0 0,0 0 1 0 0,0 0-1 0 0,0 0 1 0 0,1 0-1 0 0,-1 0 1 0 0,1 1-1 0 0,0-1 1 0 0,0 1-1 0 0,0-1 0 0 0,1 1 1 0 0,-1 0-1 0 0,1 0 1 0 0,0 0-1 0 0,0 0 1 0 0,3-3-1 0 0,-4 6-245 0 0,-2-1-198 0 0,0 1 0 0 0,0 0 0 0 0,0 0 0 0 0,0-1 0 0 0,0 1 0 0 0,0 0 1 0 0,1 0-1 0 0,-1-1 0 0 0,0 1 0 0 0,0 0 0 0 0,0 0 0 0 0,0 0 0 0 0,1 0 0 0 0,-1-1 0 0 0,0 1 0 0 0,0 0 1 0 0,0 0-1 0 0,1 0 0 0 0,-1 0 0 0 0,0 0 0 0 0,0 0 0 0 0,1-1 0 0 0,-1 1 0 0 0,0 0 0 0 0,0 0 0 0 0,1 0 0 0 0,-1 0 1 0 0,0 0-1 0 0,0 0 0 0 0,1 0 0 0 0,-1 0 0 0 0,0 0 0 0 0,1 0 0 0 0,-1 0 0 0 0,0 0 0 0 0,0 0 0 0 0,1 1 1 0 0,9 7 358 0 0,3 14 128 0 0,-8-4-216 0 0,1 0-1 0 0,-2 1 1 0 0,-1-1 0 0 0,3 35-1 0 0,-6 79 430 0 0,-1-107-593 0 0,-63 549 890 0 0,28-321-871 0 0,33-234-125 0 0,-5 57 2 0 0,8-68 14 0 0,0 0-1 0 0,1 1 0 0 0,-1-1 1 0 0,2 0-1 0 0,-1 0 0 0 0,6 15 1 0 0,-7-21-21 0 0,1-1 0 0 0,0 0 1 0 0,0 1-1 0 0,-1-1 0 0 0,1 0 1 0 0,0 1-1 0 0,1-1 1 0 0,-1 0-1 0 0,0 0 0 0 0,0 0 1 0 0,0 0-1 0 0,1 0 0 0 0,-1 0 1 0 0,0-1-1 0 0,1 1 1 0 0,-1 0-1 0 0,1-1 0 0 0,-1 1 1 0 0,1-1-1 0 0,-1 1 0 0 0,1-1 1 0 0,-1 0-1 0 0,1 1 1 0 0,-1-1-1 0 0,1 0 0 0 0,0 0 1 0 0,-1 0-1 0 0,1 0 0 0 0,-1-1 1 0 0,1 1-1 0 0,-1 0 1 0 0,1-1-1 0 0,-1 1 0 0 0,1-1 1 0 0,1 0-1 0 0,8-3 19 0 0,0 0 0 0 0,0-1 0 0 0,16-10 0 0 0,-23 12-20 0 0,32-18 18 0 0,-2-2 1 0 0,-1-1-1 0 0,-1-2 0 0 0,-1-1 0 0 0,-2-2 1 0 0,0 0-1 0 0,-2-2 0 0 0,-2-1 1 0 0,37-60-1 0 0,-40 53-17 0 0,-1-1-1 0 0,-2-1 1 0 0,-2-1 0 0 0,-2 0 0 0 0,-2-1 0 0 0,-1 0-1 0 0,-3-1 1 0 0,7-76 0 0 0,-12 53-13 0 0,-3 0 0 0 0,-10-85 0 0 0,10 151 0 0 0,-1 0 1 0 0,0 0-1 0 0,0 0 0 0 0,0 0 1 0 0,0-1-1 0 0,-1 1 0 0 0,1 0 1 0 0,0 0-1 0 0,0 0 0 0 0,-1 0 0 0 0,1 0 1 0 0,0 0-1 0 0,-1-1 0 0 0,1 1 1 0 0,-1 0-1 0 0,0 0 0 0 0,1 1 1 0 0,-1-1-1 0 0,-1-2 0 0 0,1 4 1 0 0,1 0 0 0 0,-1 0 0 0 0,0-1 0 0 0,0 1 0 0 0,1 0 0 0 0,-1 0 0 0 0,1 0 0 0 0,-1 0 0 0 0,1 0 0 0 0,-1-1 0 0 0,1 1 0 0 0,0 0 0 0 0,-1 0 0 0 0,1 0 0 0 0,-1 2 0 0 0,-11 55-52 0 0,-53 496-17 0 0,57-367-444 0 0,9-166 404 0 0,1 1 1 0 0,0-1-1 0 0,2 1 1 0 0,0-1-1 0 0,2 0 1 0 0,12 32 0 0 0,-16-48-82 0 0,0 0 1 0 0,0-1-1 0 0,0 1 1 0 0,1-1-1 0 0,0 0 1 0 0,0 0-1 0 0,0 0 1 0 0,1 0-1 0 0,-1 0 1 0 0,1-1-1 0 0,0 0 0 0 0,0 1 1 0 0,0-1-1 0 0,0-1 1 0 0,1 1-1 0 0,-1-1 1 0 0,6 3-1 0 0,-5-4-159 0 0,1 1 0 0 0,-1-1 0 0 0,1-1-1 0 0,0 1 1 0 0,0-1 0 0 0,-1 0-1 0 0,1 0 1 0 0,0 0 0 0 0,-1-1 0 0 0,1 0-1 0 0,0 0 1 0 0,-1 0 0 0 0,1-1-1 0 0,8-4 1 0 0,11-4-1489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5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1968 0 0,'22'-127'8834'0'0,"-22"127"-8799"0"0,0-1 1 0 0,0 0-1 0 0,0 1 1 0 0,1-1-1 0 0,-1 1 1 0 0,0-1-1 0 0,0 0 0 0 0,0 1 1 0 0,0-1-1 0 0,1 0 1 0 0,-1 1-1 0 0,0-1 1 0 0,0 1-1 0 0,1-1 1 0 0,-1 1-1 0 0,0-1 1 0 0,1 1-1 0 0,-1-1 1 0 0,1 1-1 0 0,-1-1 1 0 0,1 1-1 0 0,0-1 1 0 0,7 9 341 0 0,3 23-201 0 0,-6-1-110 0 0,-2 0 1 0 0,0 0-1 0 0,-2 0 1 0 0,-4 44-1 0 0,-23 118 152 0 0,5-95 781 0 0,19-90-483 0 0,0-15-379 0 0,3-16-79 0 0,7-7 5 0 0,1 0-1 0 0,25-55 1 0 0,-26 70-62 0 0,0-1 1 0 0,2 2-1 0 0,0-1 1 0 0,1 1-1 0 0,0 1 0 0 0,20-20 1 0 0,-26 30-7 0 0,-1 0 0 0 0,0 0 0 0 0,1 1 0 0 0,0 0 0 0 0,0 0 0 0 0,0 0 0 0 0,0 1 0 0 0,0-1 0 0 0,1 1 0 0 0,-1 0 0 0 0,1 1 0 0 0,7-2 0 0 0,-10 3 2 0 0,0 0 1 0 0,0 0-1 0 0,0 0 0 0 0,-1 0 1 0 0,1 0-1 0 0,0 1 0 0 0,0-1 1 0 0,0 1-1 0 0,0 0 0 0 0,0 0 1 0 0,-1 0-1 0 0,1 0 0 0 0,0 0 1 0 0,-1 1-1 0 0,1-1 0 0 0,-1 1 1 0 0,1 0-1 0 0,-1 0 0 0 0,0 0 1 0 0,0 0-1 0 0,0 0 0 0 0,0 0 1 0 0,0 0-1 0 0,0 1 0 0 0,2 3 1 0 0,2 5 1 0 0,-1 0 0 0 0,0 1 1 0 0,0-1-1 0 0,-1 1 0 0 0,0 0 0 0 0,-1 0 1 0 0,-1 1-1 0 0,2 16 0 0 0,-1 105 17 0 0,-4-83-7 0 0,1-31 5 0 0,5 34 0 0 0,-5-53-18 0 0,0 0 0 0 0,0 0 0 0 0,1 0-1 0 0,-1 0 1 0 0,0-1 0 0 0,1 1 0 0 0,-1 0 0 0 0,1 0-1 0 0,-1-1 1 0 0,1 1 0 0 0,-1 0 0 0 0,1-1-1 0 0,-1 1 1 0 0,1-1 0 0 0,0 1 0 0 0,-1 0 0 0 0,1-1-1 0 0,0 0 1 0 0,-1 1 0 0 0,1-1 0 0 0,0 1-1 0 0,0-1 1 0 0,0 0 0 0 0,-1 1 0 0 0,1-1 0 0 0,0 0-1 0 0,0 0 1 0 0,0 0 0 0 0,0 0 0 0 0,0 0-1 0 0,-1 0 1 0 0,2 0 0 0 0,27-4-421 0 0,-19 0 202 0 0,1 0 0 0 0,-1-1 0 0 0,0 0 0 0 0,-1-1 0 0 0,1 0 0 0 0,11-10 0 0 0,47-47-867 0 0,-36 29 1061 0 0,-2-1 0 0 0,-1-2 0 0 0,-2 0 1 0 0,-1-2-1 0 0,-2-1 0 0 0,-2-1 0 0 0,16-44 1 0 0,-25 50 1878 0 0,12-52-1 0 0,-21 76-1386 0 0,-3 18-376 0 0,-1 19-109 0 0,-9 27 35 0 0,-5 20 31 0 0,3-1 0 0 0,-1 81 0 0 0,12-139-630 0 0,1 1-1 0 0,0-1 1 0 0,1 0-1 0 0,0 0 1 0 0,8 25-1 0 0,-8-34 303 0 0,0 0 1 0 0,0-1-1 0 0,0 1 0 0 0,1 0 0 0 0,-1-1 1 0 0,1 1-1 0 0,0-1 0 0 0,1 0 0 0 0,-1 0 0 0 0,1 0 1 0 0,-1 0-1 0 0,1-1 0 0 0,0 1 0 0 0,1-1 0 0 0,-1 0 1 0 0,0 0-1 0 0,1-1 0 0 0,8 4 0 0 0,9 1-3869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6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490 133 700 0 0,'1'-9'1097'0'0,"0"-1"0"0"0,-1 0 0 0 0,0 1 0 0 0,0-1 0 0 0,-1 0 0 0 0,0 1 0 0 0,-3-14 0 0 0,3 21-983 0 0,1 0 0 0 0,-1 0 0 0 0,1 0 0 0 0,-1 0 0 0 0,0 0 0 0 0,0 0 0 0 0,0 0 0 0 0,0 0 0 0 0,0 0 0 0 0,0 0 0 0 0,-1 0 0 0 0,1 1 0 0 0,-1-1 0 0 0,1 0 0 0 0,-1 1 0 0 0,0-1 0 0 0,1 1 0 0 0,-1 0 0 0 0,0 0 0 0 0,0 0 0 0 0,0 0 0 0 0,0 0 0 0 0,0 0 0 0 0,0 0 0 0 0,0 0 0 0 0,0 1 0 0 0,-1-1 0 0 0,1 1 0 0 0,0 0 0 0 0,0-1 0 0 0,0 1 0 0 0,-1 0 0 0 0,1 0 0 0 0,0 1 0 0 0,0-1 0 0 0,0 0 0 0 0,-1 1 0 0 0,-2 0 0 0 0,-5 3 23 0 0,-1 0 0 0 0,1 1 0 0 0,-1 0 0 0 0,1 0 1 0 0,1 1-1 0 0,-1 1 0 0 0,1 0 0 0 0,-15 14 0 0 0,-61 70 382 0 0,85-90-515 0 0,-127 163 465 0 0,109-138-427 0 0,2 2 0 0 0,0 1 0 0 0,2 0 0 0 0,-15 42 0 0 0,27-64-29 0 0,0-1 1 0 0,1 1-1 0 0,0-1 0 0 0,0 1 1 0 0,0 0-1 0 0,0 0 0 0 0,1-1 1 0 0,1 1-1 0 0,-1 0 0 0 0,1-1 1 0 0,1 8-1 0 0,-1-12-5 0 0,0 0 1 0 0,0 1-1 0 0,0-1 0 0 0,0 0 1 0 0,0 1-1 0 0,0-1 0 0 0,1 0 1 0 0,-1 0-1 0 0,1 0 1 0 0,-1 0-1 0 0,1-1 0 0 0,0 1 1 0 0,0 0-1 0 0,0-1 0 0 0,0 1 1 0 0,0-1-1 0 0,0 1 0 0 0,0-1 1 0 0,0 0-1 0 0,1 0 1 0 0,-1 0-1 0 0,0 0 0 0 0,1-1 1 0 0,-1 1-1 0 0,1-1 0 0 0,-1 1 1 0 0,1-1-1 0 0,-1 0 0 0 0,1 0 1 0 0,-1 0-1 0 0,5-1 1 0 0,5 0-3 0 0,0 0 1 0 0,0-1 0 0 0,0-1 0 0 0,0 0 0 0 0,0-1 0 0 0,-1 0 0 0 0,0 0 0 0 0,0-1 0 0 0,0-1 0 0 0,0 0 0 0 0,-1-1 0 0 0,0 0-1 0 0,0 0 1 0 0,-1-1 0 0 0,0 0 0 0 0,0-1 0 0 0,-1 0 0 0 0,9-13 0 0 0,-2 1 1 0 0,-1 0-1 0 0,-1-1 1 0 0,-1-1 0 0 0,-1 0-1 0 0,-1 0 1 0 0,-2-1 0 0 0,11-44-1 0 0,-11 29 124 0 0,6-62 0 0 0,-14 98-137 0 0,-1 12 0 0 0,0 0 0 0 0,0 0-1 0 0,-5 13 1 0 0,-1 9 19 0 0,-63 488 2180 0 0,14-87-989 0 0,48-382-1106 0 0,-93 499 888 0 0,85-483-2278 0 0,12-59-842 0 0,-1-21-1584 0 0,8-29-2744 0 0,2 9 769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7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25 179 748 0 0,'93'-174'13693'0'0,"-93"174"-13648"0"0,0 0 0 0 0,0-1 0 0 0,0 1 0 0 0,0 0 0 0 0,0 0 0 0 0,0 0 1 0 0,0-1-1 0 0,0 1 0 0 0,1 0 0 0 0,-1 0 0 0 0,0 0 0 0 0,0-1 0 0 0,0 1 0 0 0,0 0 0 0 0,0 0 1 0 0,0 0-1 0 0,0 0 0 0 0,0 0 0 0 0,1-1 0 0 0,-1 1 0 0 0,0 0 0 0 0,0 0 0 0 0,0 0 1 0 0,0 0-1 0 0,1 0 0 0 0,-1 0 0 0 0,0 0 0 0 0,0 0 0 0 0,0-1 0 0 0,1 1 0 0 0,-1 0 1 0 0,0 0-1 0 0,0 0 0 0 0,0 0 0 0 0,0 0 0 0 0,1 0 0 0 0,-1 0 0 0 0,0 0 0 0 0,0 0 0 0 0,1 0 1 0 0,0 10 923 0 0,-4 13 47 0 0,-28 97 1076 0 0,3-16-1501 0 0,-16 113 1 0 0,39-181-544 0 0,-7 75 53 0 0,11-94-74 0 0,1 0-1 0 0,0 0 1 0 0,2 0-1 0 0,4 24 1 0 0,-6-40-25 0 0,1 1 1 0 0,-1-1 0 0 0,0 0 0 0 0,1 0-1 0 0,-1 1 1 0 0,1-1 0 0 0,-1 0 0 0 0,1 0 0 0 0,0 0-1 0 0,-1 1 1 0 0,1-1 0 0 0,0 0 0 0 0,0 0-1 0 0,0 0 1 0 0,0 0 0 0 0,0 0 0 0 0,0-1-1 0 0,0 1 1 0 0,0 0 0 0 0,0 0 0 0 0,0-1-1 0 0,0 1 1 0 0,2 0 0 0 0,-1 0-6 0 0,0-1 0 0 0,1 0 0 0 0,-1 0 0 0 0,0 0 1 0 0,0 0-1 0 0,0 0 0 0 0,0 0 0 0 0,0-1 0 0 0,0 1 0 0 0,1-1 0 0 0,-1 1 1 0 0,0-1-1 0 0,2-1 0 0 0,5-2-31 0 0,0-1 0 0 0,0-1 0 0 0,-1 1 1 0 0,0-1-1 0 0,9-9 0 0 0,1-2-52 0 0,-1-1 0 0 0,-1-1-1 0 0,-1-1 1 0 0,19-33 0 0 0,43-92-115 0 0,-57 106 166 0 0,65-147-207 0 0,-84 184 204 0 0,0 3 35 0 0,0 0 0 0 0,0 1 0 0 0,-1-1 0 0 0,1 0 0 0 0,-1 0 0 0 0,1 0 0 0 0,-1 0 0 0 0,1 1 0 0 0,-1-1 0 0 0,1 0 0 0 0,-1 1 0 0 0,0-1 0 0 0,0 0 0 0 0,0 0 0 0 0,0 1 0 0 0,0 1 0 0 0,-2 35 110 0 0,-8 47-1 0 0,1-22 3 0 0,2-8-45 0 0,-4 55-3 0 0,11-99-49 0 0,0 0 0 0 0,1 0 0 0 0,0 0 0 0 0,0 0 0 0 0,1 0 0 0 0,1 0 0 0 0,5 15 0 0 0,-7-24-5 0 0,0 0-1 0 0,0 0 1 0 0,0 0-1 0 0,0 0 0 0 0,0-1 1 0 0,1 1-1 0 0,-1 0 1 0 0,0-1-1 0 0,1 1 0 0 0,0-1 1 0 0,-1 1-1 0 0,1-1 1 0 0,0 0-1 0 0,0 0 0 0 0,-1 1 1 0 0,1-1-1 0 0,0-1 1 0 0,3 2-1 0 0,-1-1 5 0 0,1 0-1 0 0,-1 0 0 0 0,1 0 1 0 0,0-1-1 0 0,-1 1 1 0 0,1-1-1 0 0,0 0 1 0 0,4-1-1 0 0,9-2 11 0 0,0-1 0 0 0,-1-1 0 0 0,23-8 0 0 0,-38 12-21 0 0,36-15-26 0 0,0-1 0 0 0,-1-2 1 0 0,-1-2-1 0 0,-1-1 0 0 0,-1-2 0 0 0,-1-1 1 0 0,-1-1-1 0 0,-2-2 0 0 0,0-2 1 0 0,-2 0-1 0 0,-1-2 0 0 0,-2-1 0 0 0,-1-1 1 0 0,-2-1-1 0 0,-1 0 0 0 0,-2-2 1 0 0,15-39-1 0 0,-31 69 21 0 0,17-58-40 0 0,-19 60 39 0 0,0 1 1 0 0,0-1 0 0 0,-1 0-1 0 0,1 0 1 0 0,-1 1 0 0 0,0-1 0 0 0,-1 0-1 0 0,1 0 1 0 0,-1 0 0 0 0,0 1-1 0 0,-1-7 1 0 0,-1 9-2 0 0,-10-1 5 0 0,10 3 4 0 0,0 1 0 0 0,-1 0 0 0 0,1 1 0 0 0,0-1-1 0 0,0 1 1 0 0,0-1 0 0 0,0 1 0 0 0,0 0 0 0 0,0 0 0 0 0,0 0 0 0 0,1 0-1 0 0,-1 1 1 0 0,1-1 0 0 0,-4 6 0 0 0,-4 3 3 0 0,2 0 1 0 0,-10 17-1 0 0,-1 5 62 0 0,2 1 0 0 0,1 1-1 0 0,-17 55 1 0 0,27-69-36 0 0,1 0 1 0 0,0 1-1 0 0,2 0 1 0 0,0 0-1 0 0,2 0 1 0 0,0 0-1 0 0,4 34 1 0 0,-2-49-16 0 0,0-1-1 0 0,0 1 1 0 0,1-1 0 0 0,0 1 0 0 0,0-1-1 0 0,0 0 1 0 0,1 1 0 0 0,0-1 0 0 0,0 0-1 0 0,1-1 1 0 0,-1 1 0 0 0,1-1-1 0 0,1 1 1 0 0,-1-1 0 0 0,7 5 0 0 0,-7-6-11 0 0,1-1 0 0 0,0 0 0 0 0,0 0 0 0 0,1-1 0 0 0,-1 1 0 0 0,0-1 0 0 0,1 0 0 0 0,-1 0 0 0 0,1-1 0 0 0,0 0 0 0 0,0 0 0 0 0,-1 0 0 0 0,1-1 0 0 0,0 0 0 0 0,0 0 0 0 0,0 0 0 0 0,10-2 0 0 0,-2 0-440 0 0,0-1 1 0 0,0-1-1 0 0,0 0 0 0 0,0-1 1 0 0,0 0-1 0 0,-1-1 0 0 0,0-1 0 0 0,16-10 1 0 0,-18 9-1051 0 0,0 0-1 0 0,0-2 1 0 0,-1 1 0 0 0,0-1 0 0 0,10-14 0 0 0,3-8-5108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7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0 2320 0 0,'-360'55'17821'0'0,"356"-55"-17636"0"0,69-2-10313 0 0,-37-1 2334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8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352 358 600 0 0,'27'-99'8032'0'0,"39"-130"992"0"0,-62 208-8354 0 0,-4 21-657 0 0,0-1 0 0 0,1 1 0 0 0,-1 0 1 0 0,0 0-1 0 0,0-1 0 0 0,0 1 0 0 0,0 0 1 0 0,0-1-1 0 0,-1 1 0 0 0,1 0 0 0 0,0-1 1 0 0,0 1-1 0 0,0 0 0 0 0,0 0 1 0 0,0-1-1 0 0,0 1 0 0 0,0 0 0 0 0,-1-1 1 0 0,1 1-1 0 0,0 0 0 0 0,0 0 0 0 0,0-1 1 0 0,0 1-1 0 0,-1 0 0 0 0,1 0 0 0 0,0 0 1 0 0,0-1-1 0 0,-1 1 0 0 0,-1 1-5 0 0,0-1 1 0 0,0 1-1 0 0,0 0 0 0 0,0 0 0 0 0,0 0 0 0 0,1 0 0 0 0,-1 0 0 0 0,0 0 0 0 0,1 0 1 0 0,-1 1-1 0 0,1-1 0 0 0,-1 1 0 0 0,1-1 0 0 0,0 1 0 0 0,-2 2 0 0 0,-61 64 75 0 0,-38 42-5 0 0,87-91-84 0 0,1 0-1 0 0,1 0 0 0 0,1 2 0 0 0,-13 26 1 0 0,23-43 4 0 0,1 0 1 0 0,-1 1 0 0 0,1-1-1 0 0,-1 0 1 0 0,1 1 0 0 0,0-1-1 0 0,1 1 1 0 0,-1-1 0 0 0,1 1-1 0 0,0-1 1 0 0,0 1 0 0 0,1-1-1 0 0,-1 1 1 0 0,1-1 0 0 0,0 1-1 0 0,2 6 1 0 0,-1-6 0 0 0,1 0-1 0 0,0-1 1 0 0,0 1 0 0 0,0-1 0 0 0,0 0-1 0 0,1 0 1 0 0,-1 0 0 0 0,1 0-1 0 0,0 0 1 0 0,0-1 0 0 0,1 0 0 0 0,-1 0-1 0 0,8 4 1 0 0,13 6-23 0 0,40 13 1 0 0,-49-20 10 0 0,0-1 0 0 0,-1 2 0 0 0,0 0 0 0 0,0 1 0 0 0,0 1 0 0 0,-1 0 0 0 0,20 16 0 0 0,-32-22 13 0 0,0-1 0 0 0,0 0-1 0 0,1 1 1 0 0,-2 0-1 0 0,1-1 1 0 0,0 1-1 0 0,0 0 1 0 0,-1 0-1 0 0,0 0 1 0 0,1 0 0 0 0,-1 0-1 0 0,0 1 1 0 0,-1-1-1 0 0,1 0 1 0 0,0 0-1 0 0,-1 1 1 0 0,0 4-1 0 0,0-3 15 0 0,-1 0-1 0 0,0-1 0 0 0,0 1 0 0 0,0 0 1 0 0,-1 0-1 0 0,0 0 0 0 0,0-1 0 0 0,0 1 0 0 0,0-1 1 0 0,-5 7-1 0 0,-2 1 54 0 0,0-1 1 0 0,-2 1-1 0 0,1-2 0 0 0,-1 1 0 0 0,-1-2 1 0 0,-20 15-1 0 0,9-10 31 0 0,0-1-1 0 0,0-1 1 0 0,-51 18-1 0 0,58-25-56 0 0,0-1 0 0 0,-1 0 0 0 0,0-1 0 0 0,1-1 0 0 0,-1 0 0 0 0,0-1 0 0 0,-23-2 0 0 0,37 1-54 0 0,-1-1 0 0 0,1 1 0 0 0,-1-1 0 0 0,1 0 0 0 0,-1 0 0 0 0,1 0 0 0 0,0 0 0 0 0,-1-1 0 0 0,1 1 0 0 0,0-1 0 0 0,0 0 0 0 0,0 0 0 0 0,0 0 0 0 0,-4-4 0 0 0,6 4-68 0 0,0 0-1 0 0,0 1 1 0 0,-1-1 0 0 0,1 0-1 0 0,0 0 1 0 0,0 0 0 0 0,1 0-1 0 0,-1 0 1 0 0,0 0 0 0 0,1-1-1 0 0,-1 1 1 0 0,1 0-1 0 0,0 0 1 0 0,0 0 0 0 0,0 0-1 0 0,0-1 1 0 0,0 1 0 0 0,0 0-1 0 0,0 0 1 0 0,1 0 0 0 0,-1-1-1 0 0,1 1 1 0 0,0 0 0 0 0,0 0-1 0 0,0-2 1 0 0,4-5-480 0 0,0 0-1 0 0,0 0 1 0 0,0 1 0 0 0,1-1-1 0 0,0 1 1 0 0,8-7 0 0 0,47-42-5733 0 0,-23 26 1128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205 768 2664 0 0,'9'-16'2795'0'0,"1"-9"5731"0"0,-20 31-8234 0 0,5-1-114 0 0,0 0 0 0 0,0 1 0 0 0,0-1 1 0 0,1 1-1 0 0,-1 0 0 0 0,1 1 0 0 0,-3 8 1 0 0,0-3 19 0 0,-15 26 188 0 0,3 0-1 0 0,-24 68 0 0 0,34-80-337 0 0,2 0 0 0 0,1 1 0 0 0,1-1-1 0 0,1 1 1 0 0,-1 38 0 0 0,5-56-23 0 0,0 0 1 0 0,1 0-1 0 0,0 0 0 0 0,1 0 0 0 0,0 0 1 0 0,0 0-1 0 0,5 12 0 0 0,-6-19-15 0 0,0 1 0 0 0,0 0 0 0 0,1-1 0 0 0,-1 1 0 0 0,1-1 0 0 0,0 0 0 0 0,-1 0 0 0 0,1 1 0 0 0,0-1 0 0 0,0 0 0 0 0,1-1 0 0 0,-1 1 0 0 0,0 0 0 0 0,1-1 0 0 0,-1 1 0 0 0,1-1 0 0 0,-1 0 0 0 0,1 1 0 0 0,0-1 0 0 0,-1-1 0 0 0,1 1 0 0 0,0 0 0 0 0,0-1 0 0 0,0 1 0 0 0,-1-1 0 0 0,1 0 0 0 0,5 0 0 0 0,3-1 9 0 0,1-1 1 0 0,0-1-1 0 0,0 1 1 0 0,-1-2-1 0 0,1 0 1 0 0,-1 0 0 0 0,0-1-1 0 0,0 0 1 0 0,-1-1-1 0 0,10-7 1 0 0,6-5 23 0 0,-2 0 0 0 0,38-39 0 0 0,-44 39-25 0 0,-2 0-1 0 0,-1-1 0 0 0,0-1 0 0 0,-1-1 0 0 0,-1 0 0 0 0,-1 0 1 0 0,12-32-1 0 0,-19 40-19 0 0,0 0 1 0 0,-1 0-1 0 0,-1-1 1 0 0,0 0-1 0 0,-1 1 1 0 0,0-1-1 0 0,-1 0 1 0 0,0 0-1 0 0,-2 0 1 0 0,1 0-1 0 0,-2 0 1 0 0,0 0-1 0 0,0 0 1 0 0,-7-18-1 0 0,7 26 2 0 0,0 1 1 0 0,-1-1-1 0 0,0 0 1 0 0,0 1-1 0 0,-1 0 1 0 0,1 0-1 0 0,-1 0 1 0 0,0 0-1 0 0,0 0 0 0 0,-1 1 1 0 0,1 0-1 0 0,-1 0 1 0 0,0 0-1 0 0,0 1 1 0 0,-1-1-1 0 0,1 1 1 0 0,-1 0-1 0 0,1 1 0 0 0,-1-1 1 0 0,0 1-1 0 0,0 0 1 0 0,0 1-1 0 0,0-1 1 0 0,-1 1-1 0 0,1 1 1 0 0,0-1-1 0 0,0 1 0 0 0,-1 0 1 0 0,1 0-1 0 0,0 1 1 0 0,0 0-1 0 0,-9 2 1 0 0,-6 2 1 0 0,0 2-1 0 0,1 0 1 0 0,0 1 0 0 0,0 1 0 0 0,1 0 0 0 0,0 2 0 0 0,0 0 0 0 0,-16 15 0 0 0,21-16-2 0 0,1 2 1 0 0,0-1-1 0 0,1 2 1 0 0,0-1-1 0 0,1 2 1 0 0,0-1-1 0 0,1 1 1 0 0,1 1-1 0 0,0 0 1 0 0,-10 25-1 0 0,17-34 0 0 0,0-1 1 0 0,0 1-1 0 0,1 0 0 0 0,0 0 0 0 0,0 0 0 0 0,0 0 0 0 0,1 0 0 0 0,0-1 0 0 0,0 1 0 0 0,2 9 0 0 0,-2-13 1 0 0,1 1-1 0 0,0 0 0 0 0,-1-1 0 0 0,1 1 0 0 0,0-1 0 0 0,1 0 0 0 0,-1 1 0 0 0,0-1 0 0 0,1 0 0 0 0,-1 0 0 0 0,1 0 0 0 0,0 0 0 0 0,0 0 0 0 0,0 0 0 0 0,0 0 0 0 0,0 0 0 0 0,0-1 1 0 0,0 1-1 0 0,0-1 0 0 0,1 0 0 0 0,-1 0 0 0 0,1 0 0 0 0,-1 0 0 0 0,1 0 0 0 0,2 1 0 0 0,6 0-10 0 0,-1-1 0 0 0,0 0-1 0 0,1 0 1 0 0,-1-1 0 0 0,1-1 0 0 0,-1 1-1 0 0,19-5 1 0 0,71-22-125 0 0,-94 25 126 0 0,42-14-84 0 0,-2-2 0 0 0,0-3 0 0 0,-1-1 0 0 0,-1-2 0 0 0,-2-2 0 0 0,0-2 0 0 0,58-51 1 0 0,-55 37 6 0 0,-2-1 0 0 0,-2-2 1 0 0,-2-1-1 0 0,-2-3 1 0 0,55-96-1 0 0,83-226 111 0 0,-161 337 18 0 0,-13 32 3 0 0,-1 6-40 0 0,-2 21 47 0 0,-1-1 0 0 0,-1 1 0 0 0,-11 31 1 0 0,3-9 101 0 0,-26 115 298 0 0,-34 163 322 0 0,26 4-380 0 0,44-310-366 0 0,1 0-1 0 0,1 1 1 0 0,1-1-1 0 0,0 0 1 0 0,2 1-1 0 0,0-1 1 0 0,11 35-1 0 0,-14-52-36 0 0,1 0 1 0 0,0 1-1 0 0,0-1 0 0 0,1 0 0 0 0,-1 0 1 0 0,0 1-1 0 0,1-1 0 0 0,-1 0 0 0 0,1 0 0 0 0,0-1 1 0 0,-1 1-1 0 0,1 0 0 0 0,0 0 0 0 0,0-1 1 0 0,0 0-1 0 0,1 1 0 0 0,-1-1 0 0 0,0 0 1 0 0,0 0-1 0 0,1 0 0 0 0,-1 0 0 0 0,1 0 0 0 0,-1 0 1 0 0,1-1-1 0 0,-1 0 0 0 0,1 1 0 0 0,-1-1 1 0 0,1 0-1 0 0,-1 0 0 0 0,1 0 0 0 0,-1 0 1 0 0,1-1-1 0 0,-1 1 0 0 0,1-1 0 0 0,-1 1 1 0 0,1-1-1 0 0,-1 0 0 0 0,4-2 0 0 0,3-1-151 0 0,1-1-1 0 0,0 0 1 0 0,-1-1-1 0 0,0 0 0 0 0,-1 0 1 0 0,1-1-1 0 0,-1 0 1 0 0,7-8-1 0 0,18-23-578 0 0,-1-2 1 0 0,27-45-1 0 0,45-92 247 0 0,-68 113 1007 0 0,-6 15 157 0 0,-29 48-648 0 0,-6 30 107 0 0,5-28-127 0 0,-9 30 91 0 0,2 1 0 0 0,1-1-1 0 0,1 1 1 0 0,2 0-1 0 0,1 33 1 0 0,2-62-84 0 0,0 0-1 0 0,0 0 1 0 0,1 0 0 0 0,0 0 0 0 0,-1 0-1 0 0,1-1 1 0 0,0 1 0 0 0,0 0 0 0 0,0-1-1 0 0,1 1 1 0 0,-1 0 0 0 0,1-1-1 0 0,-1 0 1 0 0,1 1 0 0 0,0-1 0 0 0,0 0-1 0 0,0 0 1 0 0,3 3 0 0 0,-1-3 3 0 0,1 1 0 0 0,-1 0-1 0 0,1-1 1 0 0,-1 0 0 0 0,1 0 0 0 0,-1-1 0 0 0,1 1-1 0 0,0-1 1 0 0,10 1 0 0 0,2-1 4 0 0,0 0 1 0 0,0-1-1 0 0,0-2 0 0 0,1 1 0 0 0,19-6 1 0 0,-20 3-23 0 0,1 0 1 0 0,-1-2 0 0 0,0 0-1 0 0,-1 0 1 0 0,1-2 0 0 0,-1 0 0 0 0,-1-1-1 0 0,1 0 1 0 0,-2-2 0 0 0,1 1-1 0 0,-2-2 1 0 0,1 0 0 0 0,-1-1 0 0 0,-1 0-1 0 0,-1 0 1 0 0,0-2 0 0 0,0 1 0 0 0,13-27-1 0 0,29-75 617 0 0,-45 96-246 0 0,-7 18-161 0 0,-4 3-162 0 0,0 1-29 0 0,-1 0-1 0 0,1 0 0 0 0,0 1 0 0 0,0-1 1 0 0,0 1-1 0 0,0 0 0 0 0,0-1 0 0 0,0 2 1 0 0,1-1-1 0 0,-1 0 0 0 0,1 0 1 0 0,-4 8-1 0 0,-22 50 193 0 0,21-46-149 0 0,-1 5-12 0 0,0-1 1 0 0,2 1 0 0 0,0 0-1 0 0,1 1 1 0 0,1-1-1 0 0,-3 43 1 0 0,7-57-38 0 0,0 0-1 0 0,0 0 1 0 0,0 0 0 0 0,1 0-1 0 0,0 0 1 0 0,0 0-1 0 0,1 0 1 0 0,0 0 0 0 0,0 0-1 0 0,0 0 1 0 0,1-1 0 0 0,0 1-1 0 0,0-1 1 0 0,0 0 0 0 0,0 0-1 0 0,1 0 1 0 0,0 0 0 0 0,0-1-1 0 0,0 1 1 0 0,1-1 0 0 0,0 0-1 0 0,-1 0 1 0 0,1-1 0 0 0,1 1-1 0 0,-1-1 1 0 0,0 0-1 0 0,12 4 1 0 0,-3-3-18 0 0,0 0 0 0 0,0-1-1 0 0,0-1 1 0 0,1 0 0 0 0,-1-1 0 0 0,1 0-1 0 0,28-3 1 0 0,-9-2-349 0 0,1-1 0 0 0,38-12 0 0 0,-41 7-301 0 0,-1 0-1 0 0,0-2 1 0 0,0-1 0 0 0,-1-1 0 0 0,-1-2 0 0 0,41-29-1 0 0,-46 26-676 0 0,-1 0 0 0 0,-1-2-1 0 0,-1 0 1 0 0,24-31-1 0 0,-1-5-3247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364 346 60 0 0,'-1'-87'6680'0'0,"-19"-149"-1"0"0,20 235-6617 0 0,0 0 0 0 0,-1 0 0 0 0,1-1 0 0 0,0 1 0 0 0,0 0 0 0 0,0 0-1 0 0,-1 0 1 0 0,1 0 0 0 0,-1-1 0 0 0,1 1 0 0 0,-1 0 0 0 0,1 0 0 0 0,-1 0 0 0 0,0 0 0 0 0,1 0-1 0 0,-1 0 1 0 0,0 0 0 0 0,0 0 0 0 0,-2-1 0 0 0,3 2-38 0 0,-1 0 0 0 0,0 0 1 0 0,0 1-1 0 0,0-1 0 0 0,0 0 0 0 0,1 0 0 0 0,-1 1 1 0 0,0-1-1 0 0,0 0 0 0 0,0 1 0 0 0,1-1 0 0 0,-1 1 0 0 0,0-1 1 0 0,0 1-1 0 0,1-1 0 0 0,-1 1 0 0 0,1-1 0 0 0,-1 1 1 0 0,0 0-1 0 0,1-1 0 0 0,-1 1 0 0 0,1 0 0 0 0,0 0 1 0 0,-1-1-1 0 0,1 1 0 0 0,-1 1 0 0 0,-9 18 333 0 0,0-1-1 0 0,1 2 1 0 0,1-1-1 0 0,2 1 1 0 0,-7 28-1 0 0,1-4 121 0 0,-99 405 2630 0 0,64-252-2403 0 0,-9 64-176 0 0,43-185-373 0 0,-4 111 0 0 0,17-177-214 0 0,0-1-1 0 0,1 1 0 0 0,0 0 1 0 0,0-1-1 0 0,1 1 0 0 0,0-1 1 0 0,1 0-1 0 0,0 0 0 0 0,1 0 0 0 0,6 12 1 0 0,-7-17-119 0 0,0-1-1 0 0,0 0 1 0 0,0 1 0 0 0,0-1 0 0 0,1-1-1 0 0,-1 1 1 0 0,1 0 0 0 0,0-1 0 0 0,1 0-1 0 0,-1 0 1 0 0,0 0 0 0 0,1-1-1 0 0,-1 1 1 0 0,1-1 0 0 0,0 0 0 0 0,0 0-1 0 0,0-1 1 0 0,0 1 0 0 0,0-1 0 0 0,0 0-1 0 0,0-1 1 0 0,9 1 0 0 0,-5-1-286 0 0,0-1 1 0 0,0 0-1 0 0,-1 0 0 0 0,1-1 1 0 0,0 0-1 0 0,0-1 0 0 0,-1 0 1 0 0,1 0-1 0 0,-1-1 0 0 0,0 0 1 0 0,13-9-1 0 0,-3 1-1098 0 0,-1-1 1 0 0,-1-1-1 0 0,27-28 1 0 0,-11 7-2044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19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4232 0 0,'56'-141'6179'0'0,"-18"41"1147"0"0,-39 122-6629 0 0,-2-1 0 0 0,0 1 0 0 0,-13 39 0 0 0,9-33-490 0 0,-7 45 0 0 0,12-61-189 0 0,1 0 0 0 0,1-1 0 0 0,0 1 0 0 0,1 0 1 0 0,0-1-1 0 0,0 1 0 0 0,1-1 0 0 0,5 16 0 0 0,-4-21-151 0 0,0 0-1 0 0,-1 0 1 0 0,2 0-1 0 0,-1-1 0 0 0,1 1 1 0 0,0-1-1 0 0,0 0 1 0 0,0 0-1 0 0,1-1 0 0 0,-1 1 1 0 0,1-1-1 0 0,1 0 0 0 0,-1 0 1 0 0,0 0-1 0 0,1-1 1 0 0,9 4-1 0 0,-3-1-482 0 0,1-2 0 0 0,-1 1 0 0 0,1-2 0 0 0,0 0 0 0 0,0 0 0 0 0,0-1 0 0 0,15 0 0 0 0,-14-2-1005 0 0,0 0 1 0 0,1-1-1 0 0,22-5 1 0 0,-6-2-3397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20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60 238 2288 0 0,'29'-87'13162'0'0,"-37"103"-11306"0"0,-9 25-474 0 0,3 1 1 0 0,-19 86 0 0 0,27-97-1088 0 0,-3 43 1 0 0,8-65-244 0 0,0 0 0 0 0,2 0 0 0 0,-1 1 0 0 0,1-1 0 0 0,0 0 1 0 0,1 0-1 0 0,0-1 0 0 0,0 1 0 0 0,7 14 0 0 0,-8-20-28 0 0,1 1 0 0 0,1-1 0 0 0,-1 1-1 0 0,1-1 1 0 0,-1 0 0 0 0,1 0 0 0 0,0 0 0 0 0,0 0 0 0 0,0-1-1 0 0,0 1 1 0 0,1-1 0 0 0,-1 0 0 0 0,7 4 0 0 0,-3-4-4 0 0,-1 0 1 0 0,1 1-1 0 0,-1-2 1 0 0,1 1-1 0 0,0-1 1 0 0,0 0-1 0 0,11 0 1 0 0,-5-2-12 0 0,0 0 0 0 0,1 0 0 0 0,-1-1 1 0 0,-1-1-1 0 0,1 0 0 0 0,0-1 0 0 0,-1 0 1 0 0,14-7-1 0 0,-11 3-11 0 0,-2-1 1 0 0,1 0-1 0 0,-1-1 1 0 0,-1 0-1 0 0,0-1 1 0 0,0 0 0 0 0,-1-1-1 0 0,-1-1 1 0 0,0 1-1 0 0,0-1 1 0 0,-1-1-1 0 0,-1 0 1 0 0,0 0-1 0 0,8-24 1 0 0,-12 27-7 0 0,0-1 0 0 0,-1 1-1 0 0,0-1 1 0 0,-1 0 0 0 0,-1 0 0 0 0,0 0 0 0 0,0 0-1 0 0,-3-24 1 0 0,1 27 1 0 0,-1-1-1 0 0,0 1 0 0 0,-1 0 0 0 0,0 0 1 0 0,0 0-1 0 0,-1 0 0 0 0,0 1 0 0 0,-1-1 1 0 0,1 1-1 0 0,-2 0 0 0 0,1 1 1 0 0,-9-10-1 0 0,6 9 1 0 0,0 1 0 0 0,0 0 0 0 0,-1 0 0 0 0,1 1 0 0 0,-1 0 0 0 0,-1 0 0 0 0,1 1 0 0 0,-15-5 0 0 0,-6-1-15 0 0,-46-9 0 0 0,-5-2-135 0 0,76 20 126 0 0,-4-2-80 0 0,29 2 49 0 0,14 0 38 0 0,29-2-51 0 0,1 3 1 0 0,67 7 0 0 0,-110-3 50 0 0,-1 0 1 0 0,0 1-1 0 0,0 1 1 0 0,0 1 0 0 0,-1 1-1 0 0,0 0 1 0 0,0 1-1 0 0,-1 2 1 0 0,0 0-1 0 0,30 22 1 0 0,-31-19 10 0 0,-1 1 0 0 0,0 1 0 0 0,-1 1 0 0 0,0 0-1 0 0,20 31 1 0 0,-30-39 22 0 0,0 0-1 0 0,-1 1 0 0 0,1 0 0 0 0,-2 0 1 0 0,1 0-1 0 0,-1 0 0 0 0,-1 1 0 0 0,0-1 1 0 0,0 1-1 0 0,-1 0 0 0 0,0 0 0 0 0,0-1 1 0 0,-1 1-1 0 0,-1 0 0 0 0,-1 9 0 0 0,1-10 41 0 0,0 0 0 0 0,-1 0-1 0 0,0-1 1 0 0,-1 1-1 0 0,1-1 1 0 0,-2 0 0 0 0,1 0-1 0 0,-1 0 1 0 0,-5 8-1 0 0,8-15-31 0 0,0-1-14 0 0,1 0 0 0 0,-1 0 0 0 0,1-1 0 0 0,0 1 0 0 0,-1 0 0 0 0,1-1 0 0 0,-1 1 0 0 0,1 0 0 0 0,0-1 0 0 0,-1 1 0 0 0,1 0 0 0 0,0-1 0 0 0,-1 1 0 0 0,1 0 0 0 0,0-1 0 0 0,0 1 0 0 0,-1-1 0 0 0,1 1 0 0 0,0-1 0 0 0,0 1 0 0 0,0-1 0 0 0,0 1 0 0 0,0-1 0 0 0,0 1 0 0 0,0-1 0 0 0,-1 1 0 0 0,1-1 0 0 0,1 1 0 0 0,-1-1 0 0 0,0 0 0 0 0,0-18 28 0 0,3 5-28 0 0,0 1 0 0 0,1 0 0 0 0,1-1 0 0 0,0 1 0 0 0,9-17 0 0 0,41-62 16 0 0,-47 80-19 0 0,10-18-31 0 0,2 2-1 0 0,2 0 1 0 0,0 2-1 0 0,2 0 1 0 0,0 2-1 0 0,2 0 1 0 0,1 2-1 0 0,50-33 0 0 0,-75 54 29 0 0,0-1-1 0 0,1 1 0 0 0,-1 0 0 0 0,0 0 1 0 0,1 0-1 0 0,-1 0 0 0 0,1 0 0 0 0,0 0 1 0 0,-1 1-1 0 0,1-1 0 0 0,0 1 0 0 0,-1 0 1 0 0,1-1-1 0 0,0 1 0 0 0,-1 1 1 0 0,1-1-1 0 0,0 0 0 0 0,-1 1 0 0 0,1-1 1 0 0,-1 1-1 0 0,1 0 0 0 0,-1 0 0 0 0,1 0 1 0 0,-1 0-1 0 0,1 0 0 0 0,-1 0 0 0 0,0 1 1 0 0,1-1-1 0 0,-1 1 0 0 0,0 0 0 0 0,0-1 1 0 0,0 1-1 0 0,-1 0 0 0 0,1 0 0 0 0,0 0 1 0 0,-1 1-1 0 0,1-1 0 0 0,-1 0 0 0 0,0 1 1 0 0,0-1-1 0 0,0 1 0 0 0,0-1 0 0 0,0 1 1 0 0,0-1-1 0 0,-1 1 0 0 0,1-1 1 0 0,-1 1-1 0 0,1 4 0 0 0,-1 5 100 0 0,0 0 0 0 0,0-1 0 0 0,-1 1-1 0 0,-1 0 1 0 0,-3 15 0 0 0,-22 60 391 0 0,9-29-315 0 0,-1 4-23 0 0,7-27 24 0 0,-8 47 1 0 0,19-81-163 0 0,1 0 0 0 0,0 0 1 0 0,0 0-1 0 0,0 0 0 0 0,0 0 0 0 0,0 0 1 0 0,0 0-1 0 0,0 0 0 0 0,0 0 1 0 0,0 0-1 0 0,1-1 0 0 0,-1 1 1 0 0,0 0-1 0 0,0 0 0 0 0,1 0 1 0 0,-1 0-1 0 0,1 0 0 0 0,-1 0 1 0 0,1-1-1 0 0,-1 1 0 0 0,1 0 1 0 0,0 0-1 0 0,-1-1 0 0 0,1 1 1 0 0,0 0-1 0 0,-1-1 0 0 0,1 1 1 0 0,0-1-1 0 0,0 1 0 0 0,0-1 1 0 0,-1 1-1 0 0,1-1 0 0 0,0 1 1 0 0,0-1-1 0 0,0 0 0 0 0,0 0 1 0 0,0 1-1 0 0,0-1 0 0 0,0 0 0 0 0,0 0 1 0 0,0 0-1 0 0,1 0 0 0 0,2 0-28 0 0,0 0 1 0 0,0 0-1 0 0,0-1 0 0 0,0 1 0 0 0,0-1 0 0 0,0 0 0 0 0,-1 0 0 0 0,7-3 0 0 0,-4 2-346 0 0,0-2 0 0 0,-1 1 0 0 0,0-1 0 0 0,0 1 1 0 0,0-1-1 0 0,0-1 0 0 0,0 1 0 0 0,-1-1 1 0 0,0 0-1 0 0,0 0 0 0 0,0 0 0 0 0,5-11 0 0 0,-4 6-1983 0 0,0 0 0 0 0,-1 0 0 0 0,5-20 0 0 0,-4 5-5441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2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19 3420 0 0,'-163'-11'13098'0'0,"99"6"-10013"0"0,61 4-2870 0 0,-16-1-99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2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92 2664 0 0,'-42'12'4662'0'0,"18"-5"-536"0"0,-34 5 3254 0 0,77-16-6728 0 0,24-4-510 0 0,367-64-2067 0 0,-223 44-6863 0 0,-124 18 2279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141 227 660 0 0,'-4'-24'6329'0'0,"-1"11"-4729"0"0,5 13-1584 0 0,0 0-1 0 0,0 0 0 0 0,-1 0 0 0 0,1 0 0 0 0,0 0 0 0 0,0 0 0 0 0,0 0 0 0 0,0 0 0 0 0,0 0 0 0 0,0-1 0 0 0,0 1 0 0 0,0 0 0 0 0,0 0 0 0 0,-1 0 0 0 0,1 0 0 0 0,0 0 0 0 0,0 0 0 0 0,0 0 0 0 0,0 0 0 0 0,0 0 0 0 0,0 0 0 0 0,0 0 0 0 0,-1 0 0 0 0,1 0 0 0 0,0 0 0 0 0,0 0 0 0 0,0 0 0 0 0,0 0 0 0 0,0 1 0 0 0,0-1 0 0 0,0 0 0 0 0,0 0 0 0 0,-1 0 1 0 0,1 0-1 0 0,0 0 0 0 0,0 0 0 0 0,0 0 0 0 0,0 0 0 0 0,0 0 0 0 0,0 0 0 0 0,0 0 0 0 0,0 0 0 0 0,0 1 0 0 0,0-1 0 0 0,0 0 0 0 0,0 0 0 0 0,0 0 0 0 0,0 0 0 0 0,0 0 0 0 0,0 0 0 0 0,-1 1 0 0 0,-5 24 243 0 0,5-16-251 0 0,-34 215 336 0 0,31-181-331 0 0,2 1 1 0 0,2 0-1 0 0,7 51 1 0 0,-5-81 11 0 0,1 0 0 0 0,0-1 0 0 0,1 1 0 0 0,0-1 0 0 0,1 0 0 0 0,1 0 0 0 0,0 0 0 0 0,0-1 0 0 0,12 15 1 0 0,-16-23 10 0 0,1-1-1 0 0,-1 1 1 0 0,1-1 0 0 0,0 0 0 0 0,0 0 0 0 0,0 0 0 0 0,1 0 0 0 0,-1 0 0 0 0,1-1 0 0 0,-1 0 0 0 0,1 0 0 0 0,0 0 0 0 0,0 0 0 0 0,0 0 0 0 0,0-1 0 0 0,0 1 0 0 0,1-1 0 0 0,-1 0 0 0 0,0-1 0 0 0,0 1 0 0 0,1-1 0 0 0,-1 0 0 0 0,0 0 0 0 0,1 0 0 0 0,-1-1 0 0 0,0 1 0 0 0,1-1 0 0 0,-1 0 0 0 0,0 0 0 0 0,0 0-1 0 0,0-1 1 0 0,0 0 0 0 0,6-3 0 0 0,3-2 40 0 0,-1-2-1 0 0,1 0 1 0 0,-2 0-1 0 0,1-1 1 0 0,-1-1-1 0 0,-1 0 1 0 0,0 0-1 0 0,0-1 1 0 0,-1 0-1 0 0,-1-1 0 0 0,0 0 1 0 0,0 0-1 0 0,-2-1 1 0 0,9-22-1 0 0,-5 7-61 0 0,-1 0-1 0 0,-2-1 1 0 0,-1 0-1 0 0,-1 0 1 0 0,-1 0-1 0 0,-1-40 0 0 0,-4 43-33 0 0,0 1 0 0 0,-2 0 0 0 0,-1 0 0 0 0,-15-49 0 0 0,13 56 30 0 0,-1 0-1 0 0,-1 1 1 0 0,0 0 0 0 0,-2 0-1 0 0,0 1 1 0 0,0 1 0 0 0,-16-18-1 0 0,20 26-5 0 0,-1 2 0 0 0,0-1 0 0 0,0 1 0 0 0,0 0-1 0 0,-1 0 1 0 0,0 1 0 0 0,0 0 0 0 0,0 0 0 0 0,-1 1-1 0 0,1 0 1 0 0,-1 1 0 0 0,0 0 0 0 0,0 0 0 0 0,-10-1-1 0 0,12 3-17 0 0,0 0-1 0 0,-1 1 0 0 0,1 0 1 0 0,0 0-1 0 0,0 0 0 0 0,-1 1 1 0 0,1 0-1 0 0,0 1 0 0 0,0 0 1 0 0,0 0-1 0 0,0 0 0 0 0,0 1 1 0 0,1 0-1 0 0,-1 0 0 0 0,1 0 1 0 0,0 1-1 0 0,0 0 0 0 0,-9 8 0 0 0,6-4 23 0 0,0 1 0 0 0,1 0-1 0 0,0 0 1 0 0,1 0-1 0 0,0 1 1 0 0,0 1-1 0 0,1-1 1 0 0,0 1-1 0 0,1 0 1 0 0,0 0-1 0 0,1 1 1 0 0,0-1-1 0 0,1 1 1 0 0,0 0-1 0 0,1 0 1 0 0,0 0-1 0 0,1 0 1 0 0,0 1-1 0 0,1-1 1 0 0,1 0 0 0 0,0 0-1 0 0,0 0 1 0 0,1 0-1 0 0,1 0 1 0 0,0 0-1 0 0,1 0 1 0 0,0-1-1 0 0,0 1 1 0 0,1-1-1 0 0,1 0 1 0 0,0-1-1 0 0,0 1 1 0 0,1-1-1 0 0,1-1 1 0 0,0 1-1 0 0,0-1 1 0 0,10 9-1 0 0,99 66 47 0 0,-87-65-30 0 0,0 2 0 0 0,-1 1 0 0 0,50 50 0 0 0,57 98 51 0 0,-119-153 108 0 0,-5-10-1464 0 0,11-16-8051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1072 0 0,'11'-44'27238'0'0,"-5"34"-26640"0"0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672 153 536 0 0,'0'0'6113'0'0,"6"-17"-816"0"0,-8-3-5212 0 0,-9-29-1 0 0,9 45-92 0 0,1-1 0 0 0,-1 0 0 0 0,0 0 0 0 0,0 1 0 0 0,0-1 0 0 0,-1 1 0 0 0,1 0 0 0 0,-1 0 0 0 0,0 0 0 0 0,-1 0 0 0 0,-6-7 0 0 0,8 10 4 0 0,0 0-1 0 0,0 0 0 0 0,0 0 1 0 0,0 0-1 0 0,0 1 1 0 0,0-1-1 0 0,-1 1 0 0 0,1-1 1 0 0,0 1-1 0 0,0 0 1 0 0,-1 0-1 0 0,1 0 0 0 0,0 0 1 0 0,0 0-1 0 0,-1 0 1 0 0,1 0-1 0 0,0 1 0 0 0,0-1 1 0 0,0 1-1 0 0,-4 1 1 0 0,-4 2 18 0 0,0 1 0 0 0,-17 10 0 0 0,20-10 14 0 0,-24 13-31 0 0,1 2 1 0 0,1 2-1 0 0,1 0 0 0 0,1 2 0 0 0,1 1 1 0 0,1 1-1 0 0,1 1 0 0 0,-22 34 0 0 0,41-54 0 0 0,0 1 1 0 0,1 0-1 0 0,0 0 0 0 0,0 0 0 0 0,1 1 0 0 0,0-1 0 0 0,0 1 0 0 0,-2 15 0 0 0,5-19 3 0 0,-1-1 1 0 0,1 1-1 0 0,1-1 1 0 0,-1 0-1 0 0,1 1 0 0 0,-1-1 1 0 0,1 1-1 0 0,1-1 1 0 0,-1 0-1 0 0,0 1 1 0 0,1-1-1 0 0,0 0 0 0 0,0 0 1 0 0,0 0-1 0 0,1 0 1 0 0,-1-1-1 0 0,1 1 1 0 0,0-1-1 0 0,4 5 0 0 0,16 12 14 0 0,25 19 0 0 0,-34-30-15 0 0,0 2 0 0 0,-1-1 0 0 0,0 2 1 0 0,-1 0-1 0 0,0 0 0 0 0,-1 1 1 0 0,16 24-1 0 0,-26-35 68 0 0,1 1-1 0 0,-1 0 1 0 0,0 0 0 0 0,0 0 0 0 0,0 0 0 0 0,0 0-1 0 0,-1 0 1 0 0,1 0 0 0 0,-1 0 0 0 0,0 0 0 0 0,0 0 0 0 0,0 0-1 0 0,0 0 1 0 0,0 1 0 0 0,-1-1 0 0 0,1 0 0 0 0,-1 0-1 0 0,0 0 1 0 0,0 0 0 0 0,0-1 0 0 0,0 1 0 0 0,-1 0-1 0 0,1 0 1 0 0,-1-1 0 0 0,0 1 0 0 0,1 0 0 0 0,-1-1 0 0 0,0 0-1 0 0,0 0 1 0 0,-1 1 0 0 0,1-1 0 0 0,-5 3 0 0 0,1 0 224 0 0,-1-1 0 0 0,0 0 1 0 0,0 0-1 0 0,0 0 1 0 0,-1-1-1 0 0,1 0 1 0 0,-1 0-1 0 0,0-1 0 0 0,1 0 1 0 0,-1 0-1 0 0,-13 1 1 0 0,6-3-62 0 0,-1 0 1 0 0,1-1-1 0 0,-1-1 1 0 0,1 0 0 0 0,0-1-1 0 0,0-1 1 0 0,0 0 0 0 0,-26-12-1 0 0,17 4-125 0 0,1-1-1 0 0,0-1 0 0 0,1-1 1 0 0,-33-28-1 0 0,55 42-126 0 0,-1 1 0 0 0,0-1 0 0 0,1 1 0 0 0,-1-1 0 0 0,1 1 0 0 0,-1-1 0 0 0,1 1-1 0 0,-1-1 1 0 0,1 1 0 0 0,-1-1 0 0 0,1 1 0 0 0,-1-1 0 0 0,1 0 0 0 0,0 1 0 0 0,-1-1 0 0 0,1 0 0 0 0,0 0-1 0 0,0 1 1 0 0,0-1 0 0 0,-1 0 0 0 0,1 0 0 0 0,1 0-63 0 0,-1 1-1 0 0,0-1 1 0 0,0 1 0 0 0,1 0 0 0 0,-1-1-1 0 0,0 1 1 0 0,1 0 0 0 0,-1-1-1 0 0,1 1 1 0 0,-1 0 0 0 0,1-1-1 0 0,-1 1 1 0 0,0 0 0 0 0,1 0 0 0 0,-1 0-1 0 0,1-1 1 0 0,-1 1 0 0 0,1 0-1 0 0,-1 0 1 0 0,1 0 0 0 0,-1 0-1 0 0,2 0 1 0 0,31 1-3520 0 0,-30-1 3556 0 0,63 5-7324 0 0,-39-5 2981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116 402 1680 0 0,'1'-24'8608'0'0,"-1"24"-8512"0"0,0-1-1 0 0,0 1 1 0 0,-1-1-1 0 0,1 1 1 0 0,0-1 0 0 0,0 1-1 0 0,0 0 1 0 0,-1-1-1 0 0,1 1 1 0 0,0-1-1 0 0,0 1 1 0 0,-1 0-1 0 0,1-1 1 0 0,0 1 0 0 0,-1 0-1 0 0,1-1 1 0 0,0 1-1 0 0,-1 0 1 0 0,1-1-1 0 0,-1 1 1 0 0,1 0-1 0 0,0 0 1 0 0,-1 0 0 0 0,1-1-1 0 0,-1 1 1 0 0,1 0-1 0 0,-1 0 1 0 0,1 0-1 0 0,-1 0 1 0 0,1 0-1 0 0,-1 0 1 0 0,1 0 0 0 0,-1 0-1 0 0,0 0 1 0 0,0 1-1 0 0,-1-1 0 0 0,1 1 0 0 0,-1 0 0 0 0,1 0 0 0 0,0 0 0 0 0,-1 0 0 0 0,1 0 0 0 0,0 0 0 0 0,0 0 1 0 0,-2 2-1 0 0,-25 40-46 0 0,26-40 150 0 0,-8 15-121 0 0,1 1-1 0 0,1-1 0 0 0,1 1 1 0 0,-6 25-1 0 0,10-32-54 0 0,0 0 0 0 0,1 0 0 0 0,1 1 0 0 0,0-1 0 0 0,0 0-1 0 0,1 1 1 0 0,1-1 0 0 0,2 16 0 0 0,-2-24-5 0 0,0-1 1 0 0,0 1-1 0 0,0-1 0 0 0,0 1 1 0 0,1-1-1 0 0,-1 1 0 0 0,1-1 1 0 0,0 0-1 0 0,0 0 0 0 0,0 0 1 0 0,0 0-1 0 0,0 0 0 0 0,1 0 1 0 0,-1-1-1 0 0,1 1 0 0 0,0-1 1 0 0,0 0-1 0 0,0 0 0 0 0,3 2 1 0 0,-1-2 1 0 0,0 0 1 0 0,-1-1 0 0 0,1 1-1 0 0,0-1 1 0 0,0-1-1 0 0,0 1 1 0 0,0-1-1 0 0,-1 0 1 0 0,1 0 0 0 0,0 0-1 0 0,0 0 1 0 0,0-1-1 0 0,9-2 1 0 0,-4 0-8 0 0,0-1-1 0 0,-1 0 1 0 0,1 0 0 0 0,-1-1-1 0 0,0 0 1 0 0,0 0 0 0 0,-1-1-1 0 0,0 0 1 0 0,0-1 0 0 0,0 0-1 0 0,0 0 1 0 0,-1-1 0 0 0,-1 1-1 0 0,1-2 1 0 0,-1 1 0 0 0,-1-1-1 0 0,1 0 1 0 0,3-9 0 0 0,-2 3-10 0 0,0-1 0 0 0,-1 0 0 0 0,-1 0 0 0 0,-1 0 0 0 0,0 0 0 0 0,-1-1 0 0 0,-1 1 0 0 0,0-1 0 0 0,-1 0 0 0 0,-2-24 0 0 0,0 36-4 0 0,1-1-1 0 0,-1 1 1 0 0,0-1-1 0 0,-1 1 1 0 0,1 0-1 0 0,-1-1 1 0 0,0 1-1 0 0,0 0 1 0 0,-1 0-1 0 0,0 0 1 0 0,1 1-1 0 0,-5-5 0 0 0,5 7 0 0 0,0 0 0 0 0,0 0 0 0 0,0 0 0 0 0,0 1 0 0 0,0-1 0 0 0,0 1-1 0 0,-1-1 1 0 0,1 1 0 0 0,0 0 0 0 0,-1 0 0 0 0,1 0 0 0 0,-1 0 0 0 0,1 1-1 0 0,-1-1 1 0 0,0 1 0 0 0,1-1 0 0 0,-1 1 0 0 0,0 0 0 0 0,1 0 0 0 0,-1 0-1 0 0,0 0 1 0 0,1 1 0 0 0,-1-1 0 0 0,1 1 0 0 0,-1-1 0 0 0,-4 3-1 0 0,-3 1 1 0 0,0 1-1 0 0,0 0 0 0 0,0 1 0 0 0,1 0 0 0 0,0 0 0 0 0,0 1 0 0 0,1 0 1 0 0,0 1-1 0 0,-13 15 0 0 0,7-7 7 0 0,2 1-1 0 0,0 0 1 0 0,1 1 0 0 0,-12 24 0 0 0,18-32 1 0 0,1 1 0 0 0,0 1 0 0 0,0-1 0 0 0,1 0 0 0 0,1 1 0 0 0,0 0 0 0 0,-1 20 0 0 0,2-29-3 0 0,1 0 0 0 0,0 0 0 0 0,1 0 0 0 0,-1 0 0 0 0,1 0 0 0 0,-1 0 0 0 0,1-1-1 0 0,0 1 1 0 0,0 0 0 0 0,0 0 0 0 0,0-1 0 0 0,0 1 0 0 0,1-1 0 0 0,-1 1-1 0 0,1-1 1 0 0,0 1 0 0 0,0-1 0 0 0,0 0 0 0 0,0 0 0 0 0,0 0 0 0 0,0 0 0 0 0,0 0-1 0 0,1-1 1 0 0,-1 1 0 0 0,1-1 0 0 0,-1 1 0 0 0,1-1 0 0 0,-1 0 0 0 0,1 0-1 0 0,0 0 1 0 0,0 0 0 0 0,0-1 0 0 0,-1 1 0 0 0,1-1 0 0 0,0 1 0 0 0,4-1-1 0 0,6 0-14 0 0,1 0 0 0 0,-1-1-1 0 0,0-1 1 0 0,1 0 0 0 0,-1 0-1 0 0,0-1 1 0 0,0-1 0 0 0,-1 0-1 0 0,1-1 1 0 0,19-11-1 0 0,-7 2-135 0 0,-1-1 0 0 0,0-1-1 0 0,42-38 1 0 0,-38 27 16 0 0,-2-2 0 0 0,0-1 0 0 0,-2-1 0 0 0,-1-1 0 0 0,29-55-1 0 0,-19 22-27 0 0,-3-2-1 0 0,24-76 1 0 0,-49 129 147 0 0,2-7-165 0 0,-7 19 108 0 0,-4 12 64 0 0,-18 43 48 0 0,4 1-1 0 0,-18 82 1 0 0,35-133-40 0 0,-13 53 39 0 0,-7 72 1 0 0,19-110-41 0 0,1 0 0 0 0,1 1 0 0 0,0-1 0 0 0,2 0 1 0 0,0 1-1 0 0,1-1 0 0 0,0 0 0 0 0,8 19 0 0 0,-10-32-211 0 0,1 0 1 0 0,0-1-1 0 0,1 1 0 0 0,-1-1 0 0 0,1 0 1 0 0,0 1-1 0 0,0-1 0 0 0,6 5 1 0 0,-7-7-376 0 0,0 0 1 0 0,1 0-1 0 0,0 0 1 0 0,-1 0-1 0 0,1 0 1 0 0,0-1-1 0 0,0 1 1 0 0,6 1-1 0 0,9 1-4222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63 108 0 0,'1'-61'11902'0'0,"-2"60"-11725"0"0,3 21 198 0 0,4 45-159 0 0,3-2 0 0 0,2 1 0 0 0,3-2 0 0 0,24 68 0 0 0,-38-128-202 0 0,1-1 0 0 0,-1 0 1 0 0,0 0-1 0 0,1 0 0 0 0,-1 0 1 0 0,1 0-1 0 0,-1 0 0 0 0,1 0 0 0 0,-1 0 1 0 0,1-1-1 0 0,0 1 0 0 0,-1 0 0 0 0,1 0 1 0 0,0 0-1 0 0,0-1 0 0 0,0 1 1 0 0,0 0-1 0 0,-1-1 0 0 0,1 1 0 0 0,0-1 1 0 0,0 1-1 0 0,2 0 0 0 0,-2-1-6 0 0,1 0 1 0 0,-1 0-1 0 0,0 0 0 0 0,0 0 0 0 0,0-1 0 0 0,0 1 1 0 0,1 0-1 0 0,-1-1 0 0 0,0 1 0 0 0,0-1 1 0 0,0 1-1 0 0,0-1 0 0 0,0 0 0 0 0,0 1 0 0 0,0-1 1 0 0,0 0-1 0 0,1-1 0 0 0,4-5 11 0 0,0 0 1 0 0,0-1-1 0 0,10-16 1 0 0,-15 22-14 0 0,43-82-4 0 0,-36 64-18 0 0,1 1-1 0 0,2 0 1 0 0,-1 0-1 0 0,2 1 1 0 0,1 1-1 0 0,24-27 1 0 0,-31 38 9 0 0,-5 4 5 0 0,0 1 0 0 0,0 0 0 0 0,1-1-1 0 0,-1 1 1 0 0,0 0 0 0 0,1 0 0 0 0,-1 0-1 0 0,1 0 1 0 0,-1 0 0 0 0,4-1 0 0 0,-1 1-2 0 0,0 1 1 0 0,0-1-1 0 0,0 0 1 0 0,1 1-1 0 0,-1 0 1 0 0,0 0-1 0 0,0 0 0 0 0,6 2 1 0 0,6 1 9 0 0,1 1 0 0 0,-1 1 0 0 0,0 0 0 0 0,-1 2 0 0 0,1-1 0 0 0,14 10 0 0 0,-9-5 30 0 0,0-1 1 0 0,27 8-1 0 0,-41-16-8 0 0,-1 0 1 0 0,1 0-1 0 0,0-1 0 0 0,0 0 0 0 0,0-1 0 0 0,0 0 0 0 0,0 0 0 0 0,0 0 0 0 0,0-1 0 0 0,-1 0 1 0 0,1 0-1 0 0,0 0 0 0 0,10-5 0 0 0,-11 3-17 0 0,-1 1 1 0 0,1-1-1 0 0,-1-1 1 0 0,0 1-1 0 0,0-1 1 0 0,0 0-1 0 0,-1 0 0 0 0,1 0 1 0 0,-1-1-1 0 0,0 0 1 0 0,0 1-1 0 0,-1-2 1 0 0,1 1-1 0 0,-1 0 1 0 0,4-10-1 0 0,-5 12 226 0 0,-1-1-1 0 0,0 0 1 0 0,1 0-1 0 0,-1 0 1 0 0,0 0 0 0 0,-1 0-1 0 0,1-1 1 0 0,-1-5 0 0 0,0 9-220 0 0,0 1 1 0 0,0 0 0 0 0,0-1 0 0 0,0 1-1 0 0,0 0 1 0 0,-1-1 0 0 0,1 1 0 0 0,0-1-1 0 0,0 1 1 0 0,0 0 0 0 0,-1-1 0 0 0,1 1 0 0 0,0 0-1 0 0,0 0 1 0 0,-1-1 0 0 0,1 1 0 0 0,0 0-1 0 0,0 0 1 0 0,-1-1 0 0 0,1 1 0 0 0,0 0-1 0 0,-1 0 1 0 0,1 0 0 0 0,-1-1 0 0 0,1 1-1 0 0,0 0 1 0 0,-1 0 0 0 0,1 0 0 0 0,0 0 0 0 0,-1 0-1 0 0,1 0 1 0 0,-1 0 0 0 0,1 0 0 0 0,0 0-1 0 0,-1 0 1 0 0,1 0 0 0 0,-1 0 0 0 0,1 0-1 0 0,0 0 1 0 0,-1 0 0 0 0,-15 4 127 0 0,15-4-153 0 0,-5 2 32 0 0,0 1 1 0 0,1-1-1 0 0,-1 1 0 0 0,0 0 1 0 0,1 0-1 0 0,0 1 0 0 0,0-1 1 0 0,-8 8-1 0 0,-33 38 74 0 0,34-35-78 0 0,2-3-5 0 0,0 1 1 0 0,1 0-1 0 0,0 1 1 0 0,1-1-1 0 0,0 2 1 0 0,1-1 0 0 0,0 1-1 0 0,2 0 1 0 0,-1 1-1 0 0,2-1 1 0 0,-6 27-1 0 0,10-38-2 0 0,0 0-1 0 0,-1 1 1 0 0,1-1-1 0 0,0 1 0 0 0,1-1 1 0 0,-1 1-1 0 0,1-1 1 0 0,-1 0-1 0 0,1 1 1 0 0,0-1-1 0 0,0 0 0 0 0,0 0 1 0 0,1 1-1 0 0,-1-1 1 0 0,1 0-1 0 0,0 0 1 0 0,2 2-1 0 0,-1-1 8 0 0,1-1 0 0 0,-1 0 0 0 0,1 0 0 0 0,0 0-1 0 0,0 0 1 0 0,0-1 0 0 0,0 1 0 0 0,0-1 0 0 0,0 0 0 0 0,1 0 0 0 0,4 1 0 0 0,8 1-8 0 0,0-1 0 0 0,1 0 1 0 0,-1-1-1 0 0,1-1 0 0 0,25-2 0 0 0,-19 0-833 0 0,0-1 0 0 0,36-9 0 0 0,-44 7-2016 0 0,0-1 0 0 0,20-8-1 0 0,-20 6-2591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5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36 760 224 0 0,'-22'13'8669'0'0,"21"-12"-8573"0"0,0 0-1 0 0,0 0 1 0 0,-1 0 0 0 0,1 0 0 0 0,0 1-1 0 0,1-1 1 0 0,-1 0 0 0 0,0 0 0 0 0,0 1 0 0 0,1-1-1 0 0,-1 0 1 0 0,0 1 0 0 0,1-1 0 0 0,-1 1-1 0 0,1-1 1 0 0,-1 3 0 0 0,1-2-18 0 0,0 0-43 0 0,0-1 0 0 0,0 1 1 0 0,1 0-1 0 0,-1-1 0 0 0,0 1 0 0 0,1 0 1 0 0,-1-1-1 0 0,1 1 0 0 0,-1 0 1 0 0,1-1-1 0 0,-1 1 0 0 0,1-1 0 0 0,0 1 1 0 0,0-1-1 0 0,0 1 0 0 0,0-1 0 0 0,0 0 1 0 0,0 1-1 0 0,1-1 0 0 0,-1 0 0 0 0,0 0 1 0 0,1 0-1 0 0,1 1 0 0 0,3-1 55 0 0,1 0-1 0 0,0-1 1 0 0,0 0 0 0 0,0 0-1 0 0,0-1 1 0 0,0 0-1 0 0,0 0 1 0 0,-1 0 0 0 0,1-1-1 0 0,0 0 1 0 0,-1-1-1 0 0,0 1 1 0 0,1-1 0 0 0,-1 0-1 0 0,0-1 1 0 0,0 1 0 0 0,-1-1-1 0 0,7-6 1 0 0,3-2-52 0 0,-1 0 0 0 0,0-2-1 0 0,-1 1 1 0 0,0-2 0 0 0,16-23 0 0 0,-3-6-48 0 0,-1 0-1 0 0,-3-1 0 0 0,-1-2 0 0 0,-2 0 1 0 0,-3-1-1 0 0,-2 0 0 0 0,-1-2 0 0 0,-3 1 1 0 0,-2-1-1 0 0,-3-1 0 0 0,0-65 1 0 0,-10 84-221 0 0,-11 35 172 0 0,12 0 65 0 0,0 1 1 0 0,0-1 0 0 0,0 1-1 0 0,0 0 1 0 0,0 0 0 0 0,1 0-1 0 0,0 1 1 0 0,-1-1 0 0 0,2 1-1 0 0,-1-1 1 0 0,0 1 0 0 0,-1 6 0 0 0,-2 1-2 0 0,-23 46 18 0 0,2 1 1 0 0,3 1 0 0 0,3 1 0 0 0,2 2-1 0 0,-15 89 1 0 0,30-125 18 0 0,1 1 0 0 0,1 46-1 0 0,2-61 1 0 0,1 0-1 0 0,1 0 0 0 0,0-1 0 0 0,1 1 1 0 0,0 0-1 0 0,1-1 0 0 0,10 24 1 0 0,-12-32-33 0 0,0 0 0 0 0,1 0 1 0 0,-1-1-1 0 0,1 1 0 0 0,0 0 1 0 0,0-1-1 0 0,0 0 0 0 0,0 0 1 0 0,0 0-1 0 0,1 0 1 0 0,-1 0-1 0 0,1-1 0 0 0,0 1 1 0 0,0-1-1 0 0,0 0 0 0 0,0 0 1 0 0,6 2-1 0 0,-3-3-98 0 0,-1 0 1 0 0,0 0-1 0 0,0-1 0 0 0,1 0 0 0 0,-1 0 1 0 0,0 0-1 0 0,1-1 0 0 0,-1 1 1 0 0,0-2-1 0 0,0 1 0 0 0,8-3 0 0 0,3-3-310 0 0,0 0 0 0 0,-1-1 0 0 0,0-1 0 0 0,0 0 0 0 0,-1-1 0 0 0,0-1 0 0 0,22-21 0 0 0,-11 5-292 0 0,-1-1 1 0 0,-1-1-1 0 0,35-57 1 0 0,45-108-373 0 0,-73 124 2465 0 0,-2-2 0 0 0,33-136 0 0 0,-56 190-1069 0 0,-4 15-262 0 0,-1 0 0 0 0,0 0-1 0 0,0 0 1 0 0,0 0 0 0 0,0 0-1 0 0,-1-1 1 0 0,1-4 0 0 0,-13 26 195 0 0,-26 77-170 0 0,4 2-1 0 0,-22 102 0 0 0,56-198-94 0 0,-58 243 280 0 0,58-227 6 0 0,0-16-282 0 0,0-1 0 0 0,0 0 0 0 0,0 0 0 0 0,1 0 1 0 0,-1 0-1 0 0,0 0 0 0 0,0 0 0 0 0,0 0 0 0 0,1 0 0 0 0,-1 0 0 0 0,0 0 1 0 0,0 0-1 0 0,0 0 0 0 0,1 0 0 0 0,-1 0 0 0 0,0 0 0 0 0,0 0 0 0 0,0 0 1 0 0,1 0-1 0 0,-1 0 0 0 0,0 0 0 0 0,0 0 0 0 0,0 0 0 0 0,0 0 0 0 0,1 0 1 0 0,-1 0-1 0 0,0 0 0 0 0,0-1 0 0 0,0 1 0 0 0,0 0 0 0 0,1 0 0 0 0,-1 0 1 0 0,0 0-1 0 0,0 0 0 0 0,0-1 0 0 0,0 1 0 0 0,0 0 0 0 0,0 0 1 0 0,1-1-1 0 0,21-28 165 0 0,-16 20-191 0 0,9-11 12 0 0,0 1-1 0 0,19-17 1 0 0,-27 30-1 0 0,0-1 1 0 0,0 1 0 0 0,1 1-1 0 0,0-1 1 0 0,0 1 0 0 0,0 1-1 0 0,1-1 1 0 0,14-4 0 0 0,-2 4-16 0 0,-12 7 24 0 0,-2 1-17 0 0,-3-1 17 0 0,0 0 0 0 0,0 0 0 0 0,0 1 0 0 0,0-1 0 0 0,0 1 0 0 0,-1 0-1 0 0,1 0 1 0 0,-1 0 0 0 0,0 0 0 0 0,0 0 0 0 0,0 1 0 0 0,0-1 0 0 0,-1 1 0 0 0,1 0-1 0 0,-1 0 1 0 0,0 0 0 0 0,0 0 0 0 0,-1 0 0 0 0,3 8 0 0 0,1 9 13 0 0,0 1 1 0 0,-2-1 0 0 0,1 23 0 0 0,5 27 27 0 0,-8-67-21 0 0,0-1 0 0 0,-1 0 0 0 0,1 0 0 0 0,0 0 0 0 0,0 0 0 0 0,1 0 0 0 0,-1 0 0 0 0,1 0 0 0 0,-1-1 0 0 0,1 1-1 0 0,0 0 1 0 0,0-1 0 0 0,0 0 0 0 0,0 1 0 0 0,0-1 0 0 0,6 4 0 0 0,-5-5-4 0 0,0 1 1 0 0,1-1-1 0 0,-1 0 0 0 0,1 0 1 0 0,-1-1-1 0 0,1 1 0 0 0,-1-1 1 0 0,1 1-1 0 0,-1-1 0 0 0,1 0 1 0 0,-1-1-1 0 0,1 1 0 0 0,-1-1 1 0 0,1 1-1 0 0,4-3 0 0 0,12-2-3 0 0,0-1-1 0 0,-1-1 1 0 0,0-1-1 0 0,-1-1 1 0 0,1-1-1 0 0,32-23 1 0 0,-25 14-16 0 0,-1-2 0 0 0,-1-1 1 0 0,35-42-1 0 0,-48 51 31 0 0,-1 0-1 0 0,-1-1 1 0 0,14-27 0 0 0,-19 32 257 0 0,0 1 0 0 0,-1-1 0 0 0,0 0 0 0 0,-1 0 0 0 0,1 0 0 0 0,-2 0 0 0 0,2-18 0 0 0,-3 26-272 0 0,0 1-1 0 0,0-1 1 0 0,0 1-1 0 0,0-1 0 0 0,0 1 1 0 0,0-1-1 0 0,0 1 0 0 0,0-1 1 0 0,0 1-1 0 0,0-1 1 0 0,0 0-1 0 0,-1 1 0 0 0,1-1 1 0 0,0 1-1 0 0,0 0 0 0 0,-1-1 1 0 0,1 1-1 0 0,0-1 1 0 0,0 1-1 0 0,-1-1 0 0 0,1 1 1 0 0,-1 0-1 0 0,1-1 0 0 0,0 1 1 0 0,-1 0-1 0 0,1-1 1 0 0,-1 1-1 0 0,1 0 0 0 0,-1-1 1 0 0,1 1-1 0 0,-1 0 0 0 0,1 0 1 0 0,-1 0-1 0 0,1 0 1 0 0,-1-1-1 0 0,1 1 0 0 0,-1 0 1 0 0,1 0-1 0 0,-1 0 0 0 0,1 0 1 0 0,-1 0-1 0 0,1 0 1 0 0,-1 0-1 0 0,1 0 0 0 0,-1 0 1 0 0,1 1-1 0 0,-1-1 1 0 0,1 0-1 0 0,-1 0 0 0 0,0 1 1 0 0,-22 11 69 0 0,16-5-69 0 0,-1 0 0 0 0,2 0-1 0 0,-1 1 1 0 0,1 0 0 0 0,0 1-1 0 0,1-1 1 0 0,0 1 0 0 0,1 0-1 0 0,-1 0 1 0 0,2 0 0 0 0,-5 16-1 0 0,5-14 13 0 0,0 0 0 0 0,1 0 0 0 0,0 0-1 0 0,1 0 1 0 0,1 0 0 0 0,0 0-1 0 0,0 1 1 0 0,1-1 0 0 0,0 0-1 0 0,4 14 1 0 0,-4-21 3 0 0,1 1 0 0 0,-1-1-1 0 0,1 0 1 0 0,0 1 0 0 0,1-1 0 0 0,-1 0-1 0 0,0 0 1 0 0,1-1 0 0 0,0 1-1 0 0,0 0 1 0 0,0-1 0 0 0,1 0 0 0 0,-1 1-1 0 0,8 4 1 0 0,-5-5 5 0 0,1 1 0 0 0,0-1 0 0 0,-1 0 0 0 0,1-1 0 0 0,0 1 0 0 0,0-1 0 0 0,0-1 0 0 0,14 2 0 0 0,-5-2-642 0 0,1-1 0 0 0,-1 0 0 0 0,0-1 0 0 0,0-1 0 0 0,1-1 1 0 0,-1 0-1 0 0,30-11 0 0 0,-12-1-3329 0 0,-3-3-1830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 3516 0 0,'-193'16'11725'0'0,"179"-11"-10828"0"0,21 1-263 0 0,22 3-251 0 0,104-2-1665 0 0,0-8-4143 0 0,-102 1 3381 0 0,38-2-3956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396 204 580 0 0,'-3'0'2124'0'0,"-1"-1"-704"0"0,-1 0 0 0 0,1 0 0 0 0,0 1 1 0 0,-1 0-1 0 0,-5 0 0 0 0,-6 4-477 0 0,14-3-792 0 0,2 0-130 0 0,0 1-1 0 0,0-1 1 0 0,0 1 0 0 0,1 0-1 0 0,-1-1 1 0 0,0 1 0 0 0,1-1-1 0 0,-1 0 1 0 0,1 1 0 0 0,-1-1-1 0 0,1 1 1 0 0,-1-1 0 0 0,1 0-1 0 0,0 1 1 0 0,0-1 0 0 0,0 0-1 0 0,0 0 1 0 0,0 0 0 0 0,0 0-1 0 0,0 1 1 0 0,0-2 0 0 0,1 1-1 0 0,1 1 1 0 0,0 0 12 0 0,0-1 0 0 0,0 1 0 0 0,1-1 1 0 0,-1 0-1 0 0,0-1 0 0 0,1 1 0 0 0,-1-1 0 0 0,1 1 0 0 0,-1-1 0 0 0,5 0 1 0 0,2-1 27 0 0,0 0 1 0 0,0 0-1 0 0,0-1 0 0 0,0 0 1 0 0,0-1-1 0 0,15-6 1 0 0,-17 4-39 0 0,0 1 1 0 0,0-1-1 0 0,-1 0 0 0 0,1-1 1 0 0,-1 0-1 0 0,-1 0 1 0 0,1-1-1 0 0,-1 1 0 0 0,10-15 1 0 0,-13 16-22 0 0,0 1 1 0 0,0-1-1 0 0,0 1 0 0 0,-1-1 1 0 0,0 0-1 0 0,0 0 0 0 0,-1 0 1 0 0,1 0-1 0 0,-1 0 0 0 0,0 0 1 0 0,0 0-1 0 0,-1-1 0 0 0,0 1 1 0 0,1 0-1 0 0,-2 0 1 0 0,1-1-1 0 0,-1 1 0 0 0,-1-8 1 0 0,1 10-9 0 0,0 0 0 0 0,0 1 0 0 0,-1-1 0 0 0,1 0 0 0 0,0 1 0 0 0,-1-1 0 0 0,0 1 0 0 0,0 0 0 0 0,1 0 0 0 0,-1-1 0 0 0,-1 1 0 0 0,1 0 0 0 0,0 0 0 0 0,0 1 0 0 0,-1-1 0 0 0,-2-1 0 0 0,0 0-3 0 0,0 1-1 0 0,-1 0 1 0 0,1 1-1 0 0,0-1 1 0 0,0 1-1 0 0,-1 0 1 0 0,1 0 0 0 0,-7 1-1 0 0,-4 0-5 0 0,1 0 1 0 0,0 2-1 0 0,0 0 0 0 0,-1 1 1 0 0,-16 5-1 0 0,5 1 13 0 0,1 1 1 0 0,0 1-1 0 0,1 1 1 0 0,0 1-1 0 0,1 1 0 0 0,1 2 1 0 0,0 0-1 0 0,1 1 1 0 0,1 2-1 0 0,1 0 0 0 0,0 1 1 0 0,2 0-1 0 0,0 2 1 0 0,1 0-1 0 0,-18 33 1 0 0,32-49 17 0 0,0 0 1 0 0,0 1 0 0 0,0-1-1 0 0,1 1 1 0 0,-1 0 0 0 0,2-1-1 0 0,-1 1 1 0 0,1 0 0 0 0,0 0 0 0 0,1 0-1 0 0,-1 12 1 0 0,2-16-1 0 0,0 1-1 0 0,-1-1 1 0 0,1 1-1 0 0,0-1 1 0 0,1 0 0 0 0,-1 1-1 0 0,1-1 1 0 0,-1 0 0 0 0,1 0-1 0 0,0 0 1 0 0,0 0 0 0 0,0 0-1 0 0,1 0 1 0 0,-1-1 0 0 0,1 1-1 0 0,-1-1 1 0 0,1 1-1 0 0,0-1 1 0 0,0 0 0 0 0,0 0-1 0 0,0 0 1 0 0,0-1 0 0 0,0 1-1 0 0,6 1 1 0 0,7 2-45 0 0,1 0-1 0 0,-1-1 1 0 0,1-1-1 0 0,0-1 1 0 0,0 0-1 0 0,31-1 1 0 0,103-15-2191 0 0,-25-10-2710 0 0,-64 8 510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317 145 1916 0 0,'6'-7'1020'0'0,"-1"-1"0"0"0,0 1 0 0 0,-1-1 0 0 0,0 0 0 0 0,0 0 0 0 0,4-15 0 0 0,-7 20-808 0 0,0 1 1 0 0,0-1 0 0 0,0 1 0 0 0,-1-1-1 0 0,0 1 1 0 0,1-1 0 0 0,-1 0-1 0 0,0 1 1 0 0,0-1 0 0 0,0 0 0 0 0,-1 1-1 0 0,1-1 1 0 0,0 1 0 0 0,-1-1 0 0 0,0 0-1 0 0,0 1 1 0 0,0-1 0 0 0,0 1 0 0 0,0 0-1 0 0,0-1 1 0 0,-1 1 0 0 0,1 0-1 0 0,-1 0 1 0 0,1 0 0 0 0,-1 0 0 0 0,-3-3-1 0 0,3 4-166 0 0,0 0 0 0 0,0 0 0 0 0,-1 0 0 0 0,1 0-1 0 0,0 1 1 0 0,0-1 0 0 0,0 1 0 0 0,-1 0 0 0 0,1-1-1 0 0,0 1 1 0 0,-1 0 0 0 0,1 0 0 0 0,0 1-1 0 0,-1-1 1 0 0,1 0 0 0 0,0 1 0 0 0,0-1 0 0 0,-4 2-1 0 0,-39 17 209 0 0,44-18-245 0 0,-21 11 56 0 0,-1 1-1 0 0,2 1 1 0 0,-1 1 0 0 0,-21 21-1 0 0,30-23-41 0 0,0 0 1 0 0,0 0-1 0 0,1 1 0 0 0,1 1 0 0 0,0 0 0 0 0,-14 28 1 0 0,23-38-15 0 0,-1 1 0 0 0,1-1 1 0 0,0 0-1 0 0,0 1 1 0 0,1 0-1 0 0,0-1 0 0 0,0 1 1 0 0,0 0-1 0 0,1 0 1 0 0,-1-1-1 0 0,1 1 0 0 0,2 11 1 0 0,-1-13-6 0 0,0-1 1 0 0,0 1 0 0 0,1-1-1 0 0,-1 1 1 0 0,1-1 0 0 0,0 0 0 0 0,0 0-1 0 0,0 0 1 0 0,0 0 0 0 0,1 0-1 0 0,-1 0 1 0 0,1 0 0 0 0,-1-1-1 0 0,1 1 1 0 0,0-1 0 0 0,0 0-1 0 0,0 0 1 0 0,1 0 0 0 0,-1 0-1 0 0,6 2 1 0 0,0 0-35 0 0,0-1-1 0 0,0-1 1 0 0,0 1 0 0 0,1-2-1 0 0,-1 1 1 0 0,0-1 0 0 0,1 0-1 0 0,-1-1 1 0 0,1 0 0 0 0,-1-1-1 0 0,1 0 1 0 0,-1 0 0 0 0,0-1-1 0 0,1 0 1 0 0,-1-1 0 0 0,0 0-1 0 0,0 0 1 0 0,-1-1 0 0 0,1 0-1 0 0,-1-1 1 0 0,12-8 0 0 0,-2 0 77 0 0,-1 0 1 0 0,0-2 0 0 0,-1 0 0 0 0,-1-1 0 0 0,0 0-1 0 0,-1-1 1 0 0,-1-1 0 0 0,12-21 0 0 0,-5 6 873 0 0,-19 32-835 0 0,0 2-83 0 0,-1 0 1 0 0,0 0-1 0 0,1 0 0 0 0,-1 1 0 0 0,0-1 1 0 0,0 0-1 0 0,0 0 0 0 0,0 1 0 0 0,0-1 0 0 0,0 0 1 0 0,0 0-1 0 0,0 1 0 0 0,0-1 0 0 0,-1 0 1 0 0,1 0-1 0 0,-1 2 0 0 0,-110 300 950 0 0,43-126-592 0 0,42-106-275 0 0,-136 400 463 0 0,147-422-2516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87 2784 0 0,'0'-7'1060'0'0,"0"-43"7305"0"0,3 21-4856 0 0,-4 30-3476 0 0,-1 0-1 0 0,1 0 1 0 0,-1 0-1 0 0,1 1 1 0 0,0-1 0 0 0,0 1-1 0 0,0-1 1 0 0,0 1-1 0 0,0-1 1 0 0,0 1-1 0 0,0-1 1 0 0,0 1 0 0 0,1 0-1 0 0,-1 0 1 0 0,0-1-1 0 0,1 4 1 0 0,-2-1 34 0 0,-8 21 63 0 0,-43 119 227 0 0,48-125-319 0 0,0 0 1 0 0,1 1-1 0 0,1-1 0 0 0,1 1 0 0 0,0 32 1 0 0,2-49-69 0 0,0 0 0 0 0,0 0 0 0 0,1 0 0 0 0,-1-1 1 0 0,1 1-1 0 0,-1 0 0 0 0,1 0 0 0 0,0-1 1 0 0,0 1-1 0 0,0 0 0 0 0,1-1 0 0 0,-1 1 0 0 0,1-1 1 0 0,-1 0-1 0 0,1 1 0 0 0,0-1 0 0 0,0 0 0 0 0,0 0 1 0 0,0 0-1 0 0,0 0 0 0 0,0 0 0 0 0,0-1 1 0 0,1 1-1 0 0,-1-1 0 0 0,5 3 0 0 0,-2-3-179 0 0,0 0-1 0 0,-1 0 0 0 0,1 0 1 0 0,0 0-1 0 0,0-1 0 0 0,0 0 1 0 0,-1 0-1 0 0,1 0 0 0 0,0 0 1 0 0,0-1-1 0 0,0 0 0 0 0,-1 0 1 0 0,1 0-1 0 0,7-4 1 0 0,2-1-174 0 0,0 0 1 0 0,0-2 0 0 0,-1 0 0 0 0,0 0 0 0 0,0-1 0 0 0,-1-1 0 0 0,0 0 0 0 0,14-16 0 0 0,-10 7 555 0 0,0 0 1 0 0,-2-1-1 0 0,0-1 0 0 0,17-34 0 0 0,12-19 3564 0 0,-42 72-3392 0 0,-5 23-203 0 0,-5-1-91 0 0,-40 94 188 0 0,43-97-221 0 0,1 1-1 0 0,0 0 1 0 0,1 0 0 0 0,-2 29 0 0 0,5-45-125 0 0,1 0 0 0 0,0 1-1 0 0,0-1 1 0 0,0 0 0 0 0,0 0 0 0 0,1 0 0 0 0,-1 0 0 0 0,1 0 0 0 0,-1 1 0 0 0,1-1 0 0 0,-1 0 0 0 0,1 0 0 0 0,0 0 0 0 0,0 0-1 0 0,0-1 1 0 0,0 1 0 0 0,1 0 0 0 0,-1 0 0 0 0,0-1 0 0 0,1 1 0 0 0,-1 0 0 0 0,1-1 0 0 0,0 0 0 0 0,-1 1 0 0 0,1-1 0 0 0,0 0-1 0 0,2 2 1 0 0,1-2-487 0 0,1 1-1 0 0,-1 0 0 0 0,0-1 0 0 0,1 0 0 0 0,-1 0 1 0 0,1-1-1 0 0,0 0 0 0 0,-1 1 0 0 0,11-3 1 0 0,15-2-3223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273 117 1976 0 0,'5'-7'881'0'0,"0"0"-1"0"0,0 0 1 0 0,-1 0-1 0 0,0-1 1 0 0,-1 1-1 0 0,1-1 0 0 0,-1 0 1 0 0,-1 0-1 0 0,0 0 1 0 0,0 0-1 0 0,1-12 1 0 0,-3 20-847 0 0,0-1-1 0 0,0 0 1 0 0,0 1 0 0 0,0-1 0 0 0,0 1 0 0 0,0-1 0 0 0,-1 1-1 0 0,1-1 1 0 0,0 0 0 0 0,0 1 0 0 0,-1-1 0 0 0,1 1-1 0 0,0-1 1 0 0,-1 1 0 0 0,1-1 0 0 0,0 1 0 0 0,-1-1-1 0 0,1 1 1 0 0,-1 0 0 0 0,1-1 0 0 0,-1 1 0 0 0,1-1 0 0 0,-1 1-1 0 0,1 0 1 0 0,-1 0 0 0 0,1-1 0 0 0,-1 1 0 0 0,0 0-1 0 0,1 0 1 0 0,-1 0 0 0 0,1-1 0 0 0,-1 1 0 0 0,0 0 0 0 0,0 0-1 0 0,-21 2 298 0 0,12 1-273 0 0,0 1 1 0 0,1 0-1 0 0,-1 1 0 0 0,1 0 0 0 0,-1 1 1 0 0,1 0-1 0 0,-9 7 0 0 0,-54 54 127 0 0,50-45-149 0 0,2 0 1 0 0,-20 28 0 0 0,35-44-25 0 0,1 1 0 0 0,-1 0 0 0 0,1 0 0 0 0,1 0 0 0 0,-1 0 0 0 0,1 1 0 0 0,1-1 1 0 0,-1 1-1 0 0,1 0 0 0 0,0 0 0 0 0,1 0 0 0 0,0 0 0 0 0,0 10 0 0 0,1-16-9 0 0,1 0 1 0 0,-1 0-1 0 0,0-1 1 0 0,0 1-1 0 0,1 0 0 0 0,-1 0 1 0 0,1-1-1 0 0,0 1 0 0 0,-1-1 1 0 0,1 1-1 0 0,0-1 1 0 0,0 1-1 0 0,0-1 0 0 0,0 1 1 0 0,0-1-1 0 0,1 0 0 0 0,-1 1 1 0 0,0-1-1 0 0,3 2 1 0 0,-1-2-3 0 0,0 1 1 0 0,0-1 0 0 0,0 1 0 0 0,0-1 0 0 0,0 0-1 0 0,0-1 1 0 0,0 1 0 0 0,0 0 0 0 0,0-1 0 0 0,4 0-1 0 0,3 0-14 0 0,-1 0-1 0 0,1-1 0 0 0,-1 0 0 0 0,1-1 0 0 0,-1 0 1 0 0,13-5-1 0 0,-8 2-43 0 0,0-2 0 0 0,0 0 0 0 0,-1 0 0 0 0,0-1 1 0 0,0-1-1 0 0,-1 0 0 0 0,0-1 0 0 0,14-15 0 0 0,-5 1 211 0 0,0 0-1 0 0,32-54 0 0 0,-31 41 935 0 0,-21 35-954 0 0,-7 20-61 0 0,-10 18-14 0 0,2 0 0 0 0,1 2 0 0 0,-11 58 0 0 0,23-90-44 0 0,-1-1 0 0 0,1 1 0 0 0,0 0 0 0 0,1 0 0 0 0,-1 0 1 0 0,1-1-1 0 0,0 1 0 0 0,1 0 0 0 0,0 0 0 0 0,-1 0 0 0 0,4 7 1 0 0,-4-12-65 0 0,1 0 1 0 0,0 0-1 0 0,0 0 1 0 0,-1-1-1 0 0,1 1 1 0 0,0 0-1 0 0,0 0 1 0 0,0-1-1 0 0,0 1 1 0 0,0-1 0 0 0,0 1-1 0 0,0-1 1 0 0,0 1-1 0 0,1-1 1 0 0,-1 1-1 0 0,0-1 1 0 0,0 0-1 0 0,0 0 1 0 0,0 0-1 0 0,0 0 1 0 0,1 1 0 0 0,-1-1-1 0 0,0-1 1 0 0,2 1-1 0 0,30-7-1817 0 0,-24 3 449 0 0,-1 0 0 0 0,1 0 0 0 0,11-8 0 0 0,10-8-4071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310 210 1672 0 0,'9'-30'2988'0'0,"-2"0"0"0"0,-1 0 1 0 0,-2 0-1 0 0,2-53 0 0 0,-6 81-2663 0 0,-2 0-44 0 0,2 2-276 0 0,0 0 0 0 0,0 0 0 0 0,0-1 0 0 0,0 1 0 0 0,0 0 0 0 0,0 0 0 0 0,0 0 1 0 0,-1 0-1 0 0,1 0 0 0 0,0 0 0 0 0,0-1 0 0 0,0 1 0 0 0,0 0 0 0 0,0 0 0 0 0,-1 0 0 0 0,1 0 0 0 0,0 0 0 0 0,0 0 0 0 0,0 0 0 0 0,0 0 0 0 0,0 0 0 0 0,-1 0 0 0 0,1 0 0 0 0,0 0 0 0 0,0 0 0 0 0,0 0 0 0 0,0 0 0 0 0,-1 0 0 0 0,1 0 0 0 0,0 0 0 0 0,0 0 0 0 0,0 0 0 0 0,-1 0 0 0 0,1 0 0 0 0,0 0 0 0 0,0 0 0 0 0,0 0 0 0 0,0 0 0 0 0,0 0 0 0 0,-1 0 0 0 0,1 0 0 0 0,0 0 0 0 0,0 1 0 0 0,0-1 0 0 0,0 0 0 0 0,-1 0 0 0 0,-15 23 69 0 0,1 1 0 0 0,0 1 0 0 0,2 0 0 0 0,-14 38 0 0 0,-33 116 103 0 0,46-132-112 0 0,-126 417 560 0 0,134-447-650 0 0,-1 6-360 0 0,1-1-1 0 0,0 2 1 0 0,-2 26 0 0 0,10-34-1325 0 0,-2-15 1474 0 0,0 0 1 0 0,33 5-12306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8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19 144 1700 0 0,'50'-75'12038'0'0,"-49"73"-11642"0"0,1-1 1 0 0,-1 1-1 0 0,1-1 0 0 0,0 1 1 0 0,0-1-1 0 0,0 1 0 0 0,0 0 1 0 0,3-2-1 0 0,-5 4-386 0 0,0 0 0 0 0,0 0 0 0 0,0 0 0 0 0,1 0 0 0 0,-1 0 0 0 0,0 0-1 0 0,0 0 1 0 0,0 0 0 0 0,0 0 0 0 0,0 0 0 0 0,0 0 0 0 0,0 0 0 0 0,1 0 0 0 0,-1 0 0 0 0,0 0 0 0 0,0 0 0 0 0,0 0-1 0 0,0 0 1 0 0,0 0 0 0 0,0 0 0 0 0,0 0 0 0 0,0 0 0 0 0,1 0 0 0 0,-1 0 0 0 0,0 0 0 0 0,0 0 0 0 0,0 0-1 0 0,0 0 1 0 0,0 0 0 0 0,0 0 0 0 0,0 0 0 0 0,0 1 0 0 0,0-1 0 0 0,0 0 0 0 0,0 0 0 0 0,1 0 0 0 0,-1 0-1 0 0,0 0 1 0 0,0 0 0 0 0,0 0 0 0 0,0 0 0 0 0,0 1 0 0 0,0-1 0 0 0,0 0 0 0 0,0 0 0 0 0,0 0 0 0 0,0 0 0 0 0,0 0-1 0 0,0 0 1 0 0,0 0 0 0 0,0 1 0 0 0,0-1 0 0 0,0 0 0 0 0,0 0 0 0 0,-4 16 166 0 0,-23 66 143 0 0,13-45-247 0 0,2 1 0 0 0,1 0-1 0 0,3 1 1 0 0,-7 55 0 0 0,15-90-205 0 0,-1-1 0 0 0,1 0 1 0 0,0 1-1 0 0,1-1 0 0 0,-1 0 1 0 0,0 1-1 0 0,1-1 0 0 0,0 0 0 0 0,0 0 1 0 0,0 1-1 0 0,0-1 0 0 0,0 0 1 0 0,1 0-1 0 0,-1 0 0 0 0,1 0 1 0 0,0 0-1 0 0,0-1 0 0 0,0 1 1 0 0,0 0-1 0 0,0-1 0 0 0,1 0 0 0 0,-1 1 1 0 0,1-1-1 0 0,0 0 0 0 0,-1 0 1 0 0,1-1-1 0 0,0 1 0 0 0,0 0 1 0 0,0-1-1 0 0,0 0 0 0 0,1 0 0 0 0,-1 0 1 0 0,0 0-1 0 0,0 0 0 0 0,1-1 1 0 0,-1 1-1 0 0,4-1 0 0 0,5 1-551 0 0,0-1 0 0 0,1-1-1 0 0,-1 0 1 0 0,0 0-1 0 0,0-1 1 0 0,0-1 0 0 0,0 0-1 0 0,0 0 1 0 0,11-6-1 0 0,-7 2 451 0 0,-1-1 0 0 0,0 0 0 0 0,0-1 0 0 0,-1-1 0 0 0,0-1 0 0 0,-1 1-1 0 0,16-18 1 0 0,-19 17 1318 0 0,1-1 0 0 0,-2-1 0 0 0,0 0 1 0 0,0 0-1 0 0,-1-1 0 0 0,-1 0 0 0 0,0 0 0 0 0,5-16 0 0 0,-12 28-426 0 0,-3 4-627 0 0,1-1 1 0 0,-1 1 0 0 0,0 0-1 0 0,0-1 1 0 0,1 1 0 0 0,-1 1-1 0 0,1-1 1 0 0,-1 0 0 0 0,1 0-1 0 0,0 1 1 0 0,0-1 0 0 0,0 1-1 0 0,0 0 1 0 0,1 0 0 0 0,-3 4-1 0 0,-19 46 97 0 0,21-46-104 0 0,0-1 0 0 0,0 1 0 0 0,0-1 0 0 0,1 1 0 0 0,0 0 0 0 0,0 0 0 0 0,1-1 0 0 0,0 1 0 0 0,0 0 0 0 0,2 11 0 0 0,-1-15-5 0 0,0 0 1 0 0,0 0 0 0 0,0 0-1 0 0,0 0 1 0 0,1-1 0 0 0,-1 1-1 0 0,1 0 1 0 0,0-1 0 0 0,-1 1-1 0 0,1-1 1 0 0,0 0 0 0 0,1 1-1 0 0,-1-1 1 0 0,0 0 0 0 0,1 0-1 0 0,-1 0 1 0 0,1-1 0 0 0,-1 1 0 0 0,1-1-1 0 0,0 1 1 0 0,0-1 0 0 0,0 0-1 0 0,-1 0 1 0 0,1 0 0 0 0,4 0-1 0 0,3 1 0 0 0,0-1-1 0 0,0-1 1 0 0,1 1 0 0 0,-1-1-1 0 0,0-1 1 0 0,0 0-1 0 0,0-1 1 0 0,0 0 0 0 0,0 0-1 0 0,0-1 1 0 0,-1 0-1 0 0,1-1 1 0 0,-1 0 0 0 0,0 0-1 0 0,0-1 1 0 0,15-11-1 0 0,-15 10-4 0 0,-1 0 0 0 0,0-1 0 0 0,0 0 0 0 0,0 0-1 0 0,-1 0 1 0 0,-1-1 0 0 0,1 0 0 0 0,-1-1 0 0 0,0 1-1 0 0,-1-1 1 0 0,0 0 0 0 0,-1-1 0 0 0,0 1 0 0 0,0-1-1 0 0,-1 0 1 0 0,3-14 0 0 0,-5 14-44 0 0,-1-1 1 0 0,0 1-1 0 0,0 0 1 0 0,-1 0-1 0 0,-1-1 1 0 0,0 1-1 0 0,0 0 1 0 0,-1 1-1 0 0,-7-17 1 0 0,-5-8-25 0 0,-25-39 0 0 0,32 58 30 0 0,7 14 23 0 0,1 1-1 0 0,0-1 0 0 0,-1 1 1 0 0,1-1-1 0 0,0 1 1 0 0,-1-1-1 0 0,1 1 0 0 0,0-1 1 0 0,0 0-1 0 0,-1 1 1 0 0,1-1-1 0 0,0 1 0 0 0,0-1 1 0 0,0 0-1 0 0,0 1 1 0 0,0-1-1 0 0,0 1 0 0 0,0-1 1 0 0,0 0-1 0 0,0 1 1 0 0,0-1-1 0 0,0 1 0 0 0,0-1 1 0 0,1 0-1 0 0,-1 1 1 0 0,0-1-1 0 0,0 1 0 0 0,1-1 1 0 0,-1 1-1 0 0,0-1 1 0 0,1 1-1 0 0,-1-1 0 0 0,0 1 1 0 0,1-1-1 0 0,-1 1 1 0 0,1 0-1 0 0,-1-1 0 0 0,1 1 1 0 0,-1-1-1 0 0,1 1 1 0 0,-1 0-1 0 0,1 0 0 0 0,-1-1 1 0 0,1 1-1 0 0,-1 0 1 0 0,2-1-1 0 0,27-2-10 0 0,-25 2 7 0 0,9 2 12 0 0,0-1-1 0 0,0 2 0 0 0,0 0 1 0 0,0 0-1 0 0,0 1 1 0 0,0 1-1 0 0,-1 0 0 0 0,1 1 1 0 0,-1 0-1 0 0,0 1 1 0 0,-1 0-1 0 0,1 1 0 0 0,-1 0 1 0 0,-1 1-1 0 0,1 0 1 0 0,15 17-1 0 0,-12-12-19 0 0,-2 2 0 0 0,1-1 0 0 0,-2 2 0 0 0,0 0 0 0 0,-1 0 0 0 0,0 1 0 0 0,-2 0 0 0 0,0 0 0 0 0,0 1 0 0 0,7 33 0 0 0,-14-43 26 0 0,0 0 0 0 0,0 0 0 0 0,-1 0 0 0 0,-1-1 0 0 0,1 1 0 0 0,-1 0 0 0 0,-1 0 0 0 0,1 0 1 0 0,-1 0-1 0 0,-1-1 0 0 0,1 1 0 0 0,-1-1 0 0 0,-1 0 0 0 0,1 1 0 0 0,-1-2 0 0 0,0 1 0 0 0,-6 6 1 0 0,10-12-11 0 0,0-1 0 0 0,0 1 1 0 0,-1-1-1 0 0,1 1 1 0 0,0-1-1 0 0,0 1 0 0 0,-1-1 1 0 0,1 0-1 0 0,0 1 1 0 0,-1-1-1 0 0,1 1 0 0 0,0-1 1 0 0,-1 0-1 0 0,1 1 1 0 0,-1-1-1 0 0,1 0 0 0 0,0 0 1 0 0,-1 1-1 0 0,1-1 1 0 0,-1 0-1 0 0,1 0 0 0 0,-1 0 1 0 0,1 0-1 0 0,-1 1 1 0 0,1-1-1 0 0,-1 0 0 0 0,1 0 1 0 0,-1 0-1 0 0,1 0 1 0 0,-1 0-1 0 0,1 0 0 0 0,-1 0 1 0 0,1 0-1 0 0,-1-1 1 0 0,1 1-1 0 0,-1 0 1 0 0,1 0-1 0 0,-1 0 0 0 0,1 0 1 0 0,-1-1-1 0 0,0 0-1 0 0,1 1 0 0 0,-1-1 0 0 0,1 0 0 0 0,-1 0 0 0 0,1 1 0 0 0,-1-1 1 0 0,1 0-1 0 0,-1 0 0 0 0,1 0 0 0 0,0 0 0 0 0,0 1 0 0 0,0-1 0 0 0,-1 0 0 0 0,1 0 0 0 0,0 0 0 0 0,0 0 0 0 0,0 0 0 0 0,0 0 0 0 0,0-1 0 0 0,4-11 33 0 0,-1 0-1 0 0,2 0 0 0 0,-1 0 1 0 0,2 1-1 0 0,0-1 1 0 0,11-16-1 0 0,51-65-183 0 0,-49 72 103 0 0,1 0 0 0 0,1 0 0 0 0,33-24 0 0 0,-41 36 16 0 0,1 0-1 0 0,1 1 1 0 0,0 1 0 0 0,0 0-1 0 0,1 1 1 0 0,-1 0-1 0 0,23-5 1 0 0,-34 11 27 0 0,0 0-1 0 0,0 0 1 0 0,-1 1 0 0 0,1-1-1 0 0,0 1 1 0 0,0 0-1 0 0,0 0 1 0 0,0 0 0 0 0,0 1-1 0 0,0-1 1 0 0,0 1 0 0 0,0 0-1 0 0,-1 0 1 0 0,1 0 0 0 0,0 1-1 0 0,-1-1 1 0 0,1 1 0 0 0,-1 0-1 0 0,7 4 1 0 0,-7-2 17 0 0,0-1-1 0 0,0 0 0 0 0,0 1 1 0 0,0-1-1 0 0,0 1 1 0 0,-1 0-1 0 0,0 0 0 0 0,0 0 1 0 0,0 0-1 0 0,0 0 1 0 0,-1 0-1 0 0,0 1 0 0 0,1-1 1 0 0,-2 0-1 0 0,1 1 1 0 0,0-1-1 0 0,-1 6 1 0 0,0 4-3 0 0,0-1 1 0 0,-1 0 0 0 0,-1 1 0 0 0,0-1 0 0 0,-1 0 0 0 0,-7 19-1 0 0,-34 74-537 0 0,36-90 322 0 0,3-6-686 0 0,-1 4-1057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75 1192 0 0,'1'-1'299'0'0,"3"-2"486"0"0,0 0 0 0 0,0-1-1 0 0,0 1 1 0 0,-1-1-1 0 0,1 0 1 0 0,-1 0-1 0 0,0 0 1 0 0,0 0-1 0 0,0 0 1 0 0,-1-1-1 0 0,1 0 1 0 0,2-6-1 0 0,-5 10-742 0 0,-1 0-1 0 0,1 1 1 0 0,0-1-1 0 0,0 1 0 0 0,0-1 1 0 0,0 0-1 0 0,-1 1 1 0 0,1-1-1 0 0,0 1 0 0 0,0-1 1 0 0,-1 1-1 0 0,1-1 1 0 0,-1 1-1 0 0,1-1 1 0 0,0 1-1 0 0,-1-1 0 0 0,1 1 1 0 0,-1 0-1 0 0,1-1 1 0 0,-1 1-1 0 0,1 0 0 0 0,-1-1 1 0 0,1 1-1 0 0,-1 0 1 0 0,1-1-1 0 0,-1 1 0 0 0,0 0 1 0 0,1 0-1 0 0,-1 0 1 0 0,1 0-1 0 0,-1 0 0 0 0,0 0 1 0 0,0 0-1 0 0,-20-2 424 0 0,8 2-334 0 0,0 1 1 0 0,1 1 0 0 0,-1 0 0 0 0,1 1 0 0 0,0 0-1 0 0,0 1 1 0 0,0 0 0 0 0,0 1 0 0 0,-11 7-1 0 0,15-9-98 0 0,1 1 0 0 0,1 1-1 0 0,-1-1 1 0 0,1 1-1 0 0,-1 0 1 0 0,2 1 0 0 0,-1-1-1 0 0,0 1 1 0 0,1 0-1 0 0,0 1 1 0 0,1-1 0 0 0,-1 1-1 0 0,1 0 1 0 0,1 0-1 0 0,-5 10 1 0 0,7-12-16 0 0,0-1-1 0 0,0 0 1 0 0,1 1 0 0 0,0-1-1 0 0,-1 1 1 0 0,2-1 0 0 0,-1 1-1 0 0,0-1 1 0 0,1 1-1 0 0,0-1 1 0 0,0 0 0 0 0,0 1-1 0 0,1-1 1 0 0,2 6 0 0 0,4 7-13 0 0,1-1 0 0 0,15 20 0 0 0,5 11-88 0 0,-25-39-69 0 0,-1-2 261 0 0,1 1 1 0 0,-2-1-1 0 0,1 0 1 0 0,-1 1-1 0 0,3 11 1 0 0,-5-17-14 0 0,0 1 1 0 0,0 0 0 0 0,0 0-1 0 0,0 0 1 0 0,0 0-1 0 0,0 0 1 0 0,0 0 0 0 0,-1 0-1 0 0,1-1 1 0 0,-1 1 0 0 0,0 0-1 0 0,1 0 1 0 0,-1-1 0 0 0,0 1-1 0 0,0 0 1 0 0,0-1 0 0 0,0 1-1 0 0,0-1 1 0 0,0 1 0 0 0,-1-1-1 0 0,1 1 1 0 0,0-1-1 0 0,-1 0 1 0 0,1 0 0 0 0,-4 2-1 0 0,-5 3 31 0 0,0-1 0 0 0,0-1-1 0 0,-1 0 1 0 0,1 0-1 0 0,-1-1 1 0 0,0-1-1 0 0,0 1 1 0 0,0-2-1 0 0,0 0 1 0 0,-1 0 0 0 0,1-1-1 0 0,0 0 1 0 0,-18-3-1 0 0,0-1-1225 0 0,0-1 1 0 0,1-2-1 0 0,0 0 0 0 0,-29-13 0 0 0,17 3-3811 0 0,-3-5-2597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54 2608 0 0,'-49'-27'9576'0'0,"17"11"-6466"0"0,30 15-2951 0 0,-4-2-463 0 0,-8-4-4558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9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1 764 0 0,'-57'11'4429'0'0,"-72"18"4453"0"0,110-22-7611 0 0,28 4-698 0 0,-4-9-520 0 0,0 0 1 0 0,0 0-1 0 0,0-1 0 0 0,1 0 1 0 0,-1 0-1 0 0,1 0 0 0 0,-1 0 1 0 0,1-1-1 0 0,8 0 0 0 0,4 1 23 0 0,244 7-1634 0 0,-87-12-4881 0 0,-79-2 312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3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 1796 0 0,'-16'-4'2464'0'0,"6"2"-619"0"0,-5-4-1937 0 0,10-1-2365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1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 1428 0 0,'0'0'2272'0'0,"-4"-9"277"0"0,11 1-1693 0 0,8 6-200 0 0,11 2-368 0 0,-11 2-68 0 0,5 1-12 0 0,1 1-20 0 0,2 2-40 0 0,3 3-28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52 932 0 0,'-9'-27'7403'0'0,"7"23"-6158"0"0,-4-13 1680 0 0,9 13-2275 0 0,8 10-494 0 0,6 7 39 0 0,0 0-1 0 0,-1 2 1 0 0,25 27 0 0 0,-36-35-146 0 0,0-1 0 0 0,0 1 0 0 0,-1 1 0 0 0,0-1 0 0 0,0 0 0 0 0,0 1 0 0 0,-1 0 0 0 0,-1 0 0 0 0,1 0 0 0 0,-1 0 0 0 0,-1 1 0 0 0,1-1 0 0 0,-1 9 0 0 0,-1-2-6 0 0,0 0-1 0 0,-2 0 1 0 0,0-1-1 0 0,0 1 1 0 0,-1 0 0 0 0,-1-1-1 0 0,-1 1 1 0 0,0-1-1 0 0,-1-1 1 0 0,0 1 0 0 0,-1-1-1 0 0,-12 19 1 0 0,3-11 3 0 0,0 0-1 0 0,-2-1 1 0 0,0-1 0 0 0,-1 0 0 0 0,-1-2-1 0 0,-27 19 1 0 0,46-35-41 0 0,-2 1 3 0 0,1 0-1 0 0,-1 0 1 0 0,0 0 0 0 0,0-1-1 0 0,0 1 1 0 0,0-1 0 0 0,0 0-1 0 0,0 0 1 0 0,-6 1-1 0 0,7-1-7 0 0,1-1-1 0 0,0 0 1 0 0,-1 0-1 0 0,1 0 1 0 0,-1 0-1 0 0,1 0 1 0 0,-1 0-1 0 0,1 0 1 0 0,0-1-1 0 0,-1 1 1 0 0,1 0-1 0 0,0-1 1 0 0,-3-1-1 0 0,3 2 0 0 0,1 0 0 0 0,0-1 0 0 0,-1 1 0 0 0,1 0 0 0 0,-1-1 0 0 0,1 1 0 0 0,0-1-1 0 0,-1 1 1 0 0,1-1 0 0 0,0 1 0 0 0,0-1 0 0 0,-1 1 0 0 0,1-1 0 0 0,0 1 0 0 0,0-1 0 0 0,0 0 0 0 0,0 1-1 0 0,0-1 1 0 0,-1 1 0 0 0,1-1 0 0 0,0 1 0 0 0,0-2 0 0 0,1 0-6 0 0,0-1 1 0 0,-1 0-1 0 0,1 0 1 0 0,0 0-1 0 0,0 1 0 0 0,0-1 1 0 0,3-4-1 0 0,-3 4 3 0 0,4-6-7 0 0,0 1 1 0 0,1-1-1 0 0,0 1 0 0 0,0 0 0 0 0,0 0 1 0 0,10-8-1 0 0,49-39-40 0 0,-51 45 45 0 0,161-114-53 0 0,-109 81 43 0 0,108-93-1 0 0,-168 131 16 0 0,-1 0 0 0 0,0-1 1 0 0,-1 0-1 0 0,6-7 0 0 0,-8 10-1 0 0,-1 1 1 0 0,0 0-1 0 0,0-1 0 0 0,0 1 0 0 0,0-1 1 0 0,0 1-1 0 0,0-1 0 0 0,-1 0 0 0 0,1 1 0 0 0,-1-1 1 0 0,0 0-1 0 0,0 1 0 0 0,0-6 0 0 0,0 8 1 0 0,0-1 0 0 0,0 1 0 0 0,0-1 0 0 0,0 1 0 0 0,-1 0 0 0 0,1-1 0 0 0,0 1-1 0 0,0-1 1 0 0,0 1 0 0 0,-1 0 0 0 0,1-1 0 0 0,0 1 0 0 0,-1 0 0 0 0,1-1 0 0 0,0 1-1 0 0,-1 0 1 0 0,1 0 0 0 0,0-1 0 0 0,-1 1 0 0 0,1 0 0 0 0,-1 0 0 0 0,1-1 0 0 0,0 1-1 0 0,-1 0 1 0 0,1 0 0 0 0,-1 0 0 0 0,1 0 0 0 0,0 0 0 0 0,-1 0 0 0 0,1 0 0 0 0,-1 0-1 0 0,1 0 1 0 0,-2 0 0 0 0,-10 2-7 0 0,12-2 8 0 0,-5 3 0 0 0,0 0 0 0 0,0 1 0 0 0,0-1 0 0 0,0 1 0 0 0,1 0 0 0 0,0 1 0 0 0,0-1 0 0 0,0 1-1 0 0,0-1 1 0 0,1 1 0 0 0,-5 8 0 0 0,5-8 8 0 0,-86 141 197 0 0,79-127-179 0 0,0 1 1 0 0,2 0-1 0 0,1 1 1 0 0,0 0 0 0 0,-6 38-1 0 0,12-53-17 0 0,0 0 0 0 0,1 0-1 0 0,-1 1 1 0 0,1-1 0 0 0,0 0-1 0 0,1 0 1 0 0,0 1 0 0 0,0-1 0 0 0,0 0-1 0 0,1 0 1 0 0,0 0 0 0 0,0 0 0 0 0,0 0-1 0 0,1 0 1 0 0,0-1 0 0 0,0 1-1 0 0,0-1 1 0 0,1 0 0 0 0,0 0 0 0 0,0 0-1 0 0,0-1 1 0 0,0 1 0 0 0,1-1 0 0 0,0 0-1 0 0,0 0 1 0 0,0 0 0 0 0,0-1 0 0 0,1 0-1 0 0,-1 0 1 0 0,1 0 0 0 0,0-1-1 0 0,7 3 1 0 0,-1-2-242 0 0,0 0 0 0 0,-1 0-1 0 0,2-1 1 0 0,-1-1 0 0 0,0 0 0 0 0,24-1-1 0 0,-21-1-1501 0 0,-1-1 0 0 0,1-1 0 0 0,14-5 0 0 0,-2 0-3290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31 104 1368 0 0,'-30'-14'15057'0'0,"44"10"-13304"0"0,223-34 57 0 0,-78 3-5717 0 0,-155 34 3508 0 0,19-5-2313 0 0,-10 0-1832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14 1428 0 0,'-3'-1'2304'0'0,"0"-1"-1256"0"0,0 0 0 0 0,0 1 1 0 0,0-1-1 0 0,-1 1 0 0 0,1 0 1 0 0,0 0-1 0 0,-1 0 0 0 0,1 1 1 0 0,-5-1-1 0 0,6 1-894 0 0,1 0-1 0 0,0 1 1 0 0,-1-1-1 0 0,1 1 1 0 0,0-1 0 0 0,0 1-1 0 0,0-1 1 0 0,0 1 0 0 0,-1 0-1 0 0,1-1 1 0 0,0 1-1 0 0,0 0 1 0 0,0 0 0 0 0,0 0-1 0 0,1 0 1 0 0,-1 0-1 0 0,0 0 1 0 0,0 0 0 0 0,0 0-1 0 0,1 0 1 0 0,-1 1-1 0 0,1-1 1 0 0,-1 0 0 0 0,1 0-1 0 0,-1 1 1 0 0,1-1-1 0 0,0 0 1 0 0,-1 2 0 0 0,-6 30 1162 0 0,-5 50 1 0 0,7-43-1006 0 0,-6 31-116 0 0,-8 75 351 0 0,14-48-3011 0 0,6-63-1058 0 0,4-13-3719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3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49 111 480 0 0,'5'-9'1216'0'0,"-1"1"0"0"0,1 0 0 0 0,0 0 0 0 0,1 0 0 0 0,0 0-1 0 0,0 1 1 0 0,0 0 0 0 0,10-7 0 0 0,-11 10-982 0 0,1 0 1 0 0,0 0-1 0 0,0 1 0 0 0,1 0 0 0 0,-1 0 1 0 0,1 1-1 0 0,-1-1 0 0 0,1 1 1 0 0,0 1-1 0 0,0 0 0 0 0,0 0 0 0 0,7-1 1 0 0,-3 2-99 0 0,0 0 1 0 0,-1 0 0 0 0,1 1-1 0 0,0 1 1 0 0,0 0-1 0 0,0 0 1 0 0,-1 1 0 0 0,1 0-1 0 0,-1 1 1 0 0,0 0-1 0 0,0 1 1 0 0,14 8 0 0 0,-20-10-93 0 0,0-1 1 0 0,0 1 0 0 0,-1 0-1 0 0,1 0 1 0 0,-1 1 0 0 0,0-1-1 0 0,1 1 1 0 0,-2-1-1 0 0,1 1 1 0 0,0 0 0 0 0,-1 0-1 0 0,0 0 1 0 0,0 0 0 0 0,0 1-1 0 0,0-1 1 0 0,-1 1-1 0 0,1-1 1 0 0,-1 1 0 0 0,0-1-1 0 0,-1 1 1 0 0,1 0 0 0 0,-1-1-1 0 0,0 1 1 0 0,0 0 0 0 0,0 0-1 0 0,-1-1 1 0 0,0 1-1 0 0,0-1 1 0 0,0 1 0 0 0,0 0-1 0 0,-3 4 1 0 0,-3 7 6 0 0,0 0-1 0 0,-2-1 1 0 0,0 0-1 0 0,0 0 1 0 0,-1-1-1 0 0,-1-1 1 0 0,-18 18 0 0 0,-93 77 155 0 0,-43 13 225 0 0,164-120-397 0 0,-1 0 0 0 0,1 0 0 0 0,0 0 0 0 0,-1 1 0 0 0,1-1 0 0 0,0 0 0 0 0,0 1 0 0 0,0-1 0 0 0,0 1-1 0 0,0-1 1 0 0,-1 4 0 0 0,2-4-22 0 0,0-1-1 0 0,0 1 0 0 0,0-1 1 0 0,0 1-1 0 0,0-1 0 0 0,1 1 1 0 0,-1-1-1 0 0,0 1 0 0 0,0-1 1 0 0,0 1-1 0 0,1-1 0 0 0,-1 1 1 0 0,0-1-1 0 0,1 1 0 0 0,-1-1 1 0 0,0 0-1 0 0,1 1 0 0 0,-1-1 1 0 0,0 0-1 0 0,1 1 0 0 0,-1-1 1 0 0,1 0-1 0 0,-1 1 0 0 0,1-1 1 0 0,-1 0-1 0 0,1 0 0 0 0,-1 1 1 0 0,1-1-1 0 0,-1 0 0 0 0,1 0 1 0 0,-1 0-1 0 0,1 0 0 0 0,-1 0 1 0 0,1 0-1 0 0,-1 0 0 0 0,1 0 1 0 0,-1 0-1 0 0,1 0 0 0 0,-1 0 1 0 0,2 0-1 0 0,40 1 126 0 0,0-1 0 0 0,45-7-1 0 0,21-1-1100 0 0,-71 7-226 0 0,45-1-2862 0 0,-27-2-1532 0 0,-21 1-219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47 1536 0 0,'-41'-41'11144'0'0,"41"40"-11074"0"0,-1 1 1 0 0,1-1-1 0 0,0 1 1 0 0,0 0-1 0 0,-1 0 1 0 0,1-1-1 0 0,0 1 1 0 0,-1 0-1 0 0,1-1 1 0 0,-1 1-1 0 0,1 0 1 0 0,0 0-1 0 0,-1 0 1 0 0,1-1-1 0 0,-1 1 1 0 0,1 0-1 0 0,0 0 1 0 0,-1 0-1 0 0,1 0 1 0 0,-1 0-1 0 0,1 0 1 0 0,-1 0-1 0 0,1 0 1 0 0,-1 0-1 0 0,1 0 1 0 0,0 0-1 0 0,-1 0 1 0 0,1 0-1 0 0,-1 0 1 0 0,1 1-1 0 0,-1-1 0 0 0,1 0 1 0 0,0 0-1 0 0,-1 0 1 0 0,1 1-1 0 0,-1-1 1 0 0,1 0-1 0 0,0 0 1 0 0,-1 1-1 0 0,1-1 1 0 0,0 0-1 0 0,0 1 1 0 0,-1-1-1 0 0,1 0 1 0 0,0 1-1 0 0,-1-1 1 0 0,1 0-1 0 0,0 1 1 0 0,0-1-1 0 0,0 1 1 0 0,0-1-1 0 0,-1 1 1 0 0,1-1-1 0 0,0 1 1 0 0,-6 25 1078 0 0,6-25-1016 0 0,-2 14 121 0 0,1 1 0 0 0,1 0 0 0 0,0-1 0 0 0,1 1-1 0 0,1-1 1 0 0,1 1 0 0 0,0-1 0 0 0,0 0 0 0 0,2 0 0 0 0,11 26 0 0 0,-13-33-234 0 0,1-1 0 0 0,0 1 0 0 0,0-1 0 0 0,0 0 0 0 0,1 0 0 0 0,0-1 0 0 0,1 0 1 0 0,-1 1-1 0 0,1-2 0 0 0,0 1 0 0 0,1-1 0 0 0,-1 0 0 0 0,1 0 0 0 0,0-1 0 0 0,1 0 0 0 0,-1 0 0 0 0,0 0 1 0 0,1-1-1 0 0,0 0 0 0 0,0-1 0 0 0,13 3 0 0 0,-18-5-20 0 0,1 0-1 0 0,-1 0 1 0 0,1 0 0 0 0,-1 0-1 0 0,1 0 1 0 0,0-1 0 0 0,-1 0 0 0 0,1 1-1 0 0,-1-1 1 0 0,0-1 0 0 0,1 1-1 0 0,-1 0 1 0 0,0-1 0 0 0,0 0-1 0 0,0 1 1 0 0,0-1 0 0 0,0 0 0 0 0,0-1-1 0 0,0 1 1 0 0,-1-1 0 0 0,1 1-1 0 0,-1-1 1 0 0,0 0 0 0 0,1 0-1 0 0,-1 1 1 0 0,-1-2 0 0 0,1 1 0 0 0,0 0-1 0 0,1-4 1 0 0,3-10-16 0 0,0 0 1 0 0,-1-1-1 0 0,0 1 1 0 0,2-27-1 0 0,-4 25 4 0 0,0 0-17 0 0,2-12-120 0 0,-4 30 113 0 0,-2 36 159 0 0,-2 1 0 0 0,-2-1 0 0 0,-17 65 1 0 0,-42 100 232 0 0,38-126-232 0 0,-4-2 0 0 0,-2-1 0 0 0,-69 108 0 0 0,86-156-80 0 0,-2-1-1 0 0,0-1 1 0 0,-22 21 0 0 0,31-34-24 0 0,0-1 0 0 0,0-1 0 0 0,0 1 0 0 0,-1-1 0 0 0,0-1-1 0 0,0 1 1 0 0,0-1 0 0 0,-1-1 0 0 0,0 0 0 0 0,0-1 0 0 0,-11 4 0 0 0,18-7-16 0 0,1 1 0 0 0,-1-1 0 0 0,1 0 0 0 0,0 1 0 0 0,-1-1 0 0 0,1 0 0 0 0,-1 0-1 0 0,1-1 1 0 0,-1 1 0 0 0,1 0 0 0 0,0-1 0 0 0,-1 1 0 0 0,1-1 0 0 0,0 0 0 0 0,-1 0 0 0 0,1 0 0 0 0,0 0 0 0 0,0 0 0 0 0,0-1 0 0 0,0 1-1 0 0,0-1 1 0 0,0 1 0 0 0,0-1 0 0 0,0 1 0 0 0,1-1 0 0 0,-1 0 0 0 0,1 0 0 0 0,-1 0 0 0 0,1 0 0 0 0,0 0 0 0 0,0 0 0 0 0,0-1 0 0 0,-1-2 0 0 0,0 0-5 0 0,1-1 1 0 0,0 1 0 0 0,0-1-1 0 0,0 0 1 0 0,1 0-1 0 0,-1 1 1 0 0,2-1 0 0 0,-1 0-1 0 0,1 0 1 0 0,-1 1 0 0 0,2-1-1 0 0,-1 0 1 0 0,3-6 0 0 0,2-4-11 0 0,2 1 1 0 0,0 0 0 0 0,0 0-1 0 0,1 0 1 0 0,1 1-1 0 0,14-15 1 0 0,0 2-17 0 0,54-44 0 0 0,-42 43-228 0 0,1 1 0 0 0,2 3 0 0 0,64-31 0 0 0,-25 20-3639 0 0,0 7-4468 0 0,-49 19 1520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57 108 1644 0 0,'-56'-32'14462'0'0,"56"31"-14360"0"0,1 0-1 0 0,-1-1 0 0 0,1 1 1 0 0,-1 0-1 0 0,1 0 0 0 0,-1 0 1 0 0,1 0-1 0 0,0 1 1 0 0,0-1-1 0 0,-1 0 0 0 0,1 0 1 0 0,0 0-1 0 0,0 0 1 0 0,0 1-1 0 0,0-1 0 0 0,0 1 1 0 0,0-1-1 0 0,0 0 0 0 0,0 1 1 0 0,0 0-1 0 0,0-1 1 0 0,1 1-1 0 0,-1 0 0 0 0,0-1 1 0 0,0 1-1 0 0,2 0 0 0 0,41-7 44 0 0,-33 6 76 0 0,63-8 84 0 0,47-7-1677 0 0,-44-2-4218 0 0,-64 13 1508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7 184 0 0,'-3'-1'2676'0'0,"1"0"-2270"0"0,0 0 419 0 0,-1 0-1 0 0,0 1 1 0 0,0-1-1 0 0,0 0 1 0 0,0 1-1 0 0,0-1 1 0 0,0 1-1 0 0,0 0 0 0 0,-3 0 1 0 0,5 1-646 0 0,0-1 0 0 0,0 1 0 0 0,0 0-1 0 0,0-1 1 0 0,0 1 0 0 0,0 0 0 0 0,1-1 0 0 0,-1 1 0 0 0,0 0 0 0 0,0 0 0 0 0,1 0-1 0 0,-1 0 1 0 0,0 0 0 0 0,1 0 0 0 0,-1 0 0 0 0,1 0 0 0 0,-1 0 0 0 0,1 0 0 0 0,-1 0-1 0 0,1 0 1 0 0,0 0 0 0 0,0 0 0 0 0,-1 1 0 0 0,1-1 0 0 0,0 0 0 0 0,0 0 0 0 0,0 2 0 0 0,-1 28 1084 0 0,0 1 1 0 0,5 35 0 0 0,0 12-635 0 0,-6-7-309 0 0,1 27-1102 0 0,5-34-4630 0 0,-2-50 420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4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74 177 164 0 0,'0'-9'1354'0'0,"0"0"0"0"0,1 0 0 0 0,0 1-1 0 0,1-1 1 0 0,3-11 0 0 0,-2 13-736 0 0,-1 1 0 0 0,1 0 0 0 0,0-1-1 0 0,1 1 1 0 0,-1 0 0 0 0,8-8 0 0 0,-6 8-414 0 0,0 1 0 0 0,0 0 0 0 0,0 1 0 0 0,1-1 0 0 0,0 1 0 0 0,0 0 0 0 0,0 1 0 0 0,0-1 0 0 0,0 1 0 0 0,1 0 0 0 0,0 1 0 0 0,-1 0 0 0 0,1 0 0 0 0,0 0-1 0 0,12-1 1 0 0,-3 2-4 0 0,0-1-1 0 0,-1 2 0 0 0,1 0 0 0 0,16 2 1 0 0,-28-1-158 0 0,-1-1 1 0 0,1 0-1 0 0,-1 1 1 0 0,1 0-1 0 0,-1 0 1 0 0,0 0-1 0 0,0 0 1 0 0,1 0-1 0 0,-1 1 1 0 0,0 0-1 0 0,0-1 1 0 0,0 1 0 0 0,0 0-1 0 0,-1 0 1 0 0,1 1-1 0 0,0-1 1 0 0,-1 1-1 0 0,0-1 1 0 0,0 1-1 0 0,1 0 1 0 0,-1-1-1 0 0,-1 1 1 0 0,1 0 0 0 0,0 1-1 0 0,0 2 1 0 0,-1-2-18 0 0,-1-1 0 0 0,1 1 0 0 0,-1 0 1 0 0,0 0-1 0 0,0-1 0 0 0,-1 1 0 0 0,1 0 0 0 0,-1 0 1 0 0,0-1-1 0 0,0 1 0 0 0,0 0 0 0 0,0-1 1 0 0,-1 1-1 0 0,1-1 0 0 0,-1 0 0 0 0,0 0 1 0 0,-3 5-1 0 0,-4 4 30 0 0,0 0 0 0 0,-21 20 1 0 0,-39 27 37 0 0,0-1-8 0 0,67-56-96 0 0,-6 5-47 0 0,8-6 56 0 0,0-1 1 0 0,0 0 0 0 0,0 0-1 0 0,0 1 1 0 0,0-1 0 0 0,0 0-1 0 0,0 0 1 0 0,0 1 0 0 0,0-1 0 0 0,1 0-1 0 0,-1 0 1 0 0,0 0 0 0 0,0 1-1 0 0,0-1 1 0 0,0 0 0 0 0,0 0-1 0 0,1 0 1 0 0,-1 1 0 0 0,0-1-1 0 0,0 0 1 0 0,0 0 0 0 0,0 0-1 0 0,1 0 1 0 0,-1 0 0 0 0,0 1 0 0 0,0-1-1 0 0,1 0 1 0 0,-1 0 0 0 0,0 0-1 0 0,0 0 1 0 0,0 0 0 0 0,1 0-1 0 0,-1 0 1 0 0,0 0 0 0 0,0 0-1 0 0,1 0 1 0 0,-1 0 0 0 0,0 0-1 0 0,0 0 1 0 0,1 0 0 0 0,-1 0 0 0 0,0 0-1 0 0,0 0 1 0 0,1 0 0 0 0,-1 0-1 0 0,0 0 1 0 0,0-1 0 0 0,0 1-1 0 0,1 0 1 0 0,16 0-5 0 0,1 1 1 0 0,-1 1-1 0 0,0 0 0 0 0,0 2 0 0 0,0 0 1 0 0,0 0-1 0 0,22 10 0 0 0,-31-10 69 0 0,0 0 1 0 0,0 0-1 0 0,0 0 0 0 0,-1 1 0 0 0,1 0 1 0 0,-1 1-1 0 0,-1 0 0 0 0,1 0 0 0 0,-1 0 1 0 0,0 1-1 0 0,0 0 0 0 0,0 0 0 0 0,-1 1 1 0 0,-1-1-1 0 0,1 1 0 0 0,4 10 0 0 0,-8-14 4 0 0,0 1-1 0 0,1-1 1 0 0,-1 0 0 0 0,-1 0-1 0 0,1 0 1 0 0,-1 0-1 0 0,1 1 1 0 0,-1-1-1 0 0,0 0 1 0 0,-1 0-1 0 0,1 1 1 0 0,-1-1-1 0 0,0 0 1 0 0,-1 5-1 0 0,-1-3 15 0 0,0 1 0 0 0,1-1-1 0 0,-2-1 1 0 0,1 1 0 0 0,-1 0 0 0 0,0-1 0 0 0,0 0-1 0 0,-7 7 1 0 0,0-2 37 0 0,-1 1-1 0 0,0-2 1 0 0,-1 0-1 0 0,0-1 1 0 0,0 0-1 0 0,-29 12 1 0 0,25-14-64 0 0,0 0-1 0 0,0-2 1 0 0,-1 0-1 0 0,1-1 1 0 0,-1 0 0 0 0,-23-1-1 0 0,31-2-53 0 0,0 0 0 0 0,-1 0 0 0 0,1-2 0 0 0,0 1 0 0 0,0-1 0 0 0,0 0 0 0 0,0-1 0 0 0,0-1 0 0 0,1 1 0 0 0,-1-1 0 0 0,1-1 0 0 0,-12-7 0 0 0,20 11-114 0 0,-1 0 0 0 0,1 0-1 0 0,-1-1 1 0 0,1 1 0 0 0,-1 0 0 0 0,1-1-1 0 0,0 1 1 0 0,0-1 0 0 0,0 0-1 0 0,0 1 1 0 0,0-1 0 0 0,0 0-1 0 0,0 1 1 0 0,1-1 0 0 0,-1 0 0 0 0,0 0-1 0 0,1 0 1 0 0,0 0 0 0 0,-1 0-1 0 0,1 0 1 0 0,0 1 0 0 0,0-1-1 0 0,0 0 1 0 0,0 0 0 0 0,0 0-1 0 0,1 0 1 0 0,-1 0 0 0 0,0 0 0 0 0,1 0-1 0 0,0 0 1 0 0,0-2 0 0 0,3-3-1302 0 0,0 0-1 0 0,0 0 1 0 0,0 1 0 0 0,1-1 0 0 0,0 1 0 0 0,7-8 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70 2708 0 0,'-24'-21'15454'0'0,"32"12"-14408"0"0,26 0-780 0 0,1 2 0 0 0,1 1 0 0 0,41-1 0 0 0,-3 0-190 0 0,-65 6-64 0 0,-5 0-9 0 0,1 0 1 0 0,-1 1-1 0 0,1 0 1 0 0,-1 0-1 0 0,1 0 1 0 0,7 2 0 0 0,-12-3-4 0 0,1 1 0 0 0,0 0 1 0 0,0 0-1 0 0,-1 0 0 0 0,1 0 1 0 0,0 0-1 0 0,0 1 0 0 0,-1-1 1 0 0,1 0-1 0 0,0 0 0 0 0,-1 0 1 0 0,1 1-1 0 0,0-1 1 0 0,-1 0-1 0 0,1 1 0 0 0,0-1 1 0 0,-1 0-1 0 0,1 1 0 0 0,-1-1 1 0 0,1 1-1 0 0,0-1 0 0 0,-1 1 1 0 0,1-1-1 0 0,-1 1 1 0 0,0-1-1 0 0,1 1 0 0 0,-1 0 1 0 0,1-1-1 0 0,-1 1 0 0 0,0 0 1 0 0,0-1-1 0 0,1 2 0 0 0,-7 8 0 0 0,6-10 1 0 0,-13 21 7 0 0,-2-1 0 0 0,-1 0 1 0 0,0-1-1 0 0,-1-1 0 0 0,-31 25 1 0 0,9-7 34 0 0,-118 106 198 0 0,156-141-221 0 0,0 0 0 0 0,0 0 0 0 0,0-1 0 0 0,0 1 0 0 0,1 0 0 0 0,-1 0 1 0 0,0 0-1 0 0,0 0 0 0 0,1 0 0 0 0,-1 0 0 0 0,1 0 0 0 0,-1 0 0 0 0,1 1 0 0 0,-1-1 0 0 0,1 0 0 0 0,-1 0 0 0 0,1 0 0 0 0,0 0 0 0 0,0 1 0 0 0,0-1 0 0 0,0 2 0 0 0,0-3-4 0 0,1 1 0 0 0,-1 0-1 0 0,1 0 1 0 0,-1-1 0 0 0,1 1-1 0 0,-1 0 1 0 0,1-1 0 0 0,0 1 0 0 0,-1-1-1 0 0,1 1 1 0 0,0-1 0 0 0,0 1-1 0 0,-1-1 1 0 0,1 1 0 0 0,0-1-1 0 0,0 0 1 0 0,0 1 0 0 0,0-1 0 0 0,-1 0-1 0 0,1 0 1 0 0,2 1 0 0 0,7 0 57 0 0,1 0 1 0 0,-1 0-1 0 0,18-2 1 0 0,-22 0-85 0 0,277-18 272 0 0,-280 18-254 0 0,15 0-180 0 0,-15 0 2 0 0,6 0 14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5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55 2156 0 0,'-3'-2'2552'0'0,"-37"-25"12412"0"0,39 22-13703 0 0,0 1-87 0 0,14 1-838 0 0,128-2 480 0 0,-56 4-2140 0 0,-2-4-3913 0 0,-67 4 2630 0 0,-10 2 1108 0 0,4-2-2634 0 0,4 0-1922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1992 0 0,'-12'6'3231'0'0,"0"0"-1"0"0,0 1 1 0 0,-21 15 0 0 0,32-22-3101 0 0,1 1 1 0 0,-1-1-1 0 0,1 0 1 0 0,-1 1-1 0 0,1-1 1 0 0,0 0-1 0 0,-1 1 1 0 0,1-1-1 0 0,0 0 1 0 0,-1 1-1 0 0,1-1 1 0 0,0 1-1 0 0,-1-1 1 0 0,1 1-1 0 0,0-1 1 0 0,0 1-1 0 0,0-1 1 0 0,-1 1-1 0 0,1-1 1 0 0,0 1-1 0 0,0-1 1 0 0,0 1-1 0 0,0-1 1 0 0,0 1-1 0 0,0-1 1 0 0,0 1-1 0 0,0-1 1 0 0,0 1-1 0 0,0-1 1 0 0,0 1-1 0 0,1 0 1 0 0,-1 0 7 0 0,1 0-1 0 0,0-1 1 0 0,0 1 0 0 0,-1 0 0 0 0,1 0-1 0 0,0-1 1 0 0,0 1 0 0 0,0 0 0 0 0,0-1-1 0 0,0 1 1 0 0,0-1 0 0 0,0 1 0 0 0,2-1-1 0 0,33 8 1253 0 0,20-6-758 0 0,0-3 0 0 0,62-8 0 0 0,-42-4-2852 0 0,-3-7-3308 0 0,-31 3-1959 0 0,-19 6 821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370 316 1244 0 0,'3'-7'2425'0'0,"0"0"1"0"0,-1 0-1 0 0,0 0 0 0 0,0-1 1 0 0,0 1-1 0 0,0-12 0 0 0,-3-22 3872 0 0,1 40-6243 0 0,0 0 1 0 0,0 1-1 0 0,-1-1 0 0 0,1 0 0 0 0,0 0 0 0 0,-1 1 0 0 0,1-1 0 0 0,0 0 1 0 0,-1 1-1 0 0,1-1 0 0 0,-1 0 0 0 0,1 1 0 0 0,-1-1 0 0 0,1 1 0 0 0,-1-1 1 0 0,0 1-1 0 0,1-1 0 0 0,-1 1 0 0 0,0-1 0 0 0,1 1 0 0 0,-1 0 1 0 0,0-1-1 0 0,0 1 0 0 0,1 0 0 0 0,-1 0 0 0 0,0-1 0 0 0,0 1 0 0 0,1 0 1 0 0,-1 0-1 0 0,0 0 0 0 0,0 0 0 0 0,0 0 0 0 0,0 0 0 0 0,-25 5 175 0 0,25-5-211 0 0,-13 5 3 0 0,0 1 0 0 0,0 0-1 0 0,0 1 1 0 0,1 1-1 0 0,0 0 1 0 0,0 0-1 0 0,1 2 1 0 0,0-1-1 0 0,1 2 1 0 0,0 0-1 0 0,0 0 1 0 0,1 0-1 0 0,-8 14 1 0 0,0 1 19 0 0,2 0 1 0 0,1 1-1 0 0,1 1 1 0 0,1 0-1 0 0,-13 43 0 0 0,23-60-34 0 0,0 0 0 0 0,0-1 0 0 0,1 1-1 0 0,1 1 1 0 0,0-1 0 0 0,0 0 0 0 0,1 0-1 0 0,0 0 1 0 0,1 0 0 0 0,5 22-1 0 0,-4-26-1 0 0,0 0-1 0 0,1 0 0 0 0,0 0 0 0 0,1-1 1 0 0,-1 1-1 0 0,1-1 0 0 0,0 1 0 0 0,1-1 1 0 0,-1-1-1 0 0,1 1 0 0 0,1-1 0 0 0,-1 1 1 0 0,1-1-1 0 0,0-1 0 0 0,0 1 0 0 0,0-1 1 0 0,9 4-1 0 0,3 0 2 0 0,0 0 0 0 0,0-2 0 0 0,1 0 0 0 0,0-1 0 0 0,0-1 1 0 0,0 0-1 0 0,0-2 0 0 0,1 0 0 0 0,-1-1 0 0 0,1-1 0 0 0,0-1 0 0 0,-1-1 0 0 0,21-4 1 0 0,-6-1-7 0 0,-1-2 0 0 0,0 0 1 0 0,0-3-1 0 0,-1 0 0 0 0,0-2 1 0 0,45-28-1 0 0,-48 24-25 0 0,-1-2 0 0 0,47-43 0 0 0,-62 52 41 0 0,-2-2 0 0 0,1 1 0 0 0,-2-2 0 0 0,1 1 0 0 0,-2-2 0 0 0,0 1 0 0 0,11-27 0 0 0,-16 33 19 0 0,-2 0 0 0 0,1-1 0 0 0,-1 1 1 0 0,-1-1-1 0 0,1 1 0 0 0,-1-1 0 0 0,-1 1 0 0 0,0-1 0 0 0,0 0 0 0 0,-1 1 0 0 0,0-1 0 0 0,-4-15 1 0 0,2 12-15 0 0,-2 0 1 0 0,1 0-1 0 0,-2 1 0 0 0,0-1 1 0 0,0 1-1 0 0,-1 1 1 0 0,0-1-1 0 0,-9-9 1 0 0,-5-2 2 0 0,-1 1 0 0 0,-1 0 0 0 0,0 2 0 0 0,-2 1 0 0 0,0 1 0 0 0,-42-22 1 0 0,33 22-220 0 0,-1 1 1 0 0,0 2-1 0 0,-1 2 1 0 0,0 1 0 0 0,-1 2-1 0 0,-58-8 1 0 0,63 15-995 0 0,1 0 0 0 0,0 2-1 0 0,-36 5 1 0 0,39-1-1578 0 0,0 1 0 0 0,1 1 0 0 0,-48 18 0 0 0,34-8-5784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98 892 0 0,'0'-2'2986'0'0,"-17"-40"10288"0"0,16 42-13204 0 0,-1 1-1 0 0,1-1 1 0 0,-1 0-1 0 0,1 1 1 0 0,-1-1-1 0 0,1 1 0 0 0,-1 0 1 0 0,1-1-1 0 0,-1 1 1 0 0,1 0-1 0 0,-1 0 1 0 0,1 0-1 0 0,0 0 1 0 0,0 0-1 0 0,0 0 0 0 0,-1 0 1 0 0,1 0-1 0 0,-1 2 1 0 0,-18 29 621 0 0,11-16-389 0 0,-33 55 599 0 0,-35 82 1 0 0,60-117-797 0 0,5-12-39 0 0,-9 34 0 0 0,18-50-56 0 0,0 1 0 0 0,1-1-1 0 0,1 1 1 0 0,-1 0 0 0 0,2 0-1 0 0,-1 0 1 0 0,2 16 0 0 0,-1-22-7 0 0,1-1 1 0 0,0 1 0 0 0,0 0 0 0 0,0-1 0 0 0,1 1 0 0 0,-1 0-1 0 0,0-1 1 0 0,1 1 0 0 0,0-1 0 0 0,0 0 0 0 0,-1 0 0 0 0,1 1-1 0 0,1-1 1 0 0,-1-1 0 0 0,0 1 0 0 0,0 0 0 0 0,1 0 0 0 0,-1-1-1 0 0,1 1 1 0 0,-1-1 0 0 0,1 0 0 0 0,0 0 0 0 0,-1 0 0 0 0,1 0-1 0 0,0 0 1 0 0,0-1 0 0 0,0 1 0 0 0,3-1 0 0 0,6 2 8 0 0,1-1 0 0 0,0 0 0 0 0,0-1 0 0 0,0-1 0 0 0,14-2 0 0 0,4-2 7 0 0,0-2-1 0 0,0-1 1 0 0,-1-2-1 0 0,0-1 1 0 0,52-26 0 0 0,-60 25 9 0 0,-1 0 1 0 0,0-2 0 0 0,-1-1 0 0 0,-1 0 0 0 0,0-1 0 0 0,-1-1 0 0 0,0-1 0 0 0,14-20-1 0 0,-27 31 28 0 0,0 0 0 0 0,-1 0 0 0 0,0 0 0 0 0,0 0 0 0 0,0-1 0 0 0,-1 0 0 0 0,0 0 0 0 0,-1 1 0 0 0,0-2 0 0 0,0 1 0 0 0,-1 0 0 0 0,0 0 0 0 0,0-13 0 0 0,-1 14-16 0 0,-1 0 0 0 0,0 0 1 0 0,-1 0-1 0 0,1 0 1 0 0,-1 0-1 0 0,-1 1 1 0 0,1-1-1 0 0,-1 1 0 0 0,0-1 1 0 0,-1 1-1 0 0,1 0 1 0 0,-1 0-1 0 0,-1 0 1 0 0,1 1-1 0 0,-11-10 0 0 0,0 2-13 0 0,0 0-1 0 0,-2 1 1 0 0,1 1-1 0 0,-2 1 0 0 0,1 0 1 0 0,-1 1-1 0 0,-1 1 0 0 0,1 1 1 0 0,-37-9-1 0 0,21 9-403 0 0,1 1 0 0 0,0 2 0 0 0,-1 1 0 0 0,0 1 0 0 0,-37 4 0 0 0,36 2-1341 0 0,1 1 0 0 0,-67 19 0 0 0,-10 13-5714 0 0,55-16 853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97 1572 0 0,'13'-31'8120'0'0,"8"1"-4485"0"0,-19 27-3537 0 0,1 0-1 0 0,0 1 0 0 0,0-1 0 0 0,0 1 0 0 0,1 0 1 0 0,-1 0-1 0 0,1 0 0 0 0,-1 0 0 0 0,1 0 1 0 0,-1 1-1 0 0,6-2 0 0 0,0 1-74 0 0,0 0 0 0 0,0 0 0 0 0,-1 1 0 0 0,1 0 0 0 0,0 1 0 0 0,0 0 0 0 0,0 0 0 0 0,0 1 1 0 0,0 0-1 0 0,0 1 0 0 0,-1 0 0 0 0,1 0 0 0 0,14 6 0 0 0,-19-6-12 0 0,0-1 0 0 0,0 1 0 0 0,-1 0 0 0 0,1 0 0 0 0,-1 1 0 0 0,1-1 0 0 0,-1 1 0 0 0,0-1 0 0 0,0 1 0 0 0,0 0 0 0 0,0 0 0 0 0,-1 0 0 0 0,1 1 0 0 0,-1-1 0 0 0,0 1 0 0 0,1-1 0 0 0,-2 1 0 0 0,1 0 0 0 0,0 0 0 0 0,-1 0 0 0 0,0-1 0 0 0,0 2 0 0 0,0-1 0 0 0,0 0 0 0 0,-1 0 0 0 0,1 0 0 0 0,-1 0 0 0 0,0 0 0 0 0,-1 0 0 0 0,0 7 0 0 0,-3 6 18 0 0,-1-1 1 0 0,-1 1-1 0 0,0-2 0 0 0,-1 1 1 0 0,0-1-1 0 0,-1 0 0 0 0,-1 0 1 0 0,-1-1-1 0 0,-15 19 0 0 0,-11 7 13 0 0,-66 59 0 0 0,14-27 313 0 0,-3-4-1 0 0,-113 65 0 0 0,123-81 224 0 0,81-52-570 0 0,1 0 1 0 0,-1 0-1 0 0,0 0 1 0 0,0 0-1 0 0,1 0 1 0 0,-1 0-1 0 0,0 0 1 0 0,0 0-1 0 0,0 0 1 0 0,1 0-1 0 0,-1 0 1 0 0,0 0-1 0 0,0 0 1 0 0,1 0-1 0 0,-1 1 1 0 0,0-1-1 0 0,0 0 1 0 0,0 0-1 0 0,0 0 1 0 0,1 0-1 0 0,-1 0 1 0 0,0 0-1 0 0,0 1 1 0 0,0-1-1 0 0,0 0 1 0 0,1 0-1 0 0,-1 0 1 0 0,0 1-1 0 0,0-1 1 0 0,0 0-1 0 0,0 0 1 0 0,0 0-1 0 0,0 1 1 0 0,0-1-1 0 0,0 0 1 0 0,0 0-1 0 0,0 0 1 0 0,0 1-1 0 0,0-1 1 0 0,0 0-1 0 0,0 0 1 0 0,0 1-1 0 0,0-1 1 0 0,0 0-1 0 0,0 0 1 0 0,0 0-1 0 0,0 1 1 0 0,0-1-1 0 0,0 0 1 0 0,0 0-1 0 0,0 0 1 0 0,0 1-1 0 0,0-1 1 0 0,-1 0-1 0 0,1 0 1 0 0,0 0-1 0 0,0 1 1 0 0,0-1-1 0 0,0 0 1 0 0,-1 0-1 0 0,1 0 1 0 0,0 0-1 0 0,0 1 1 0 0,17-1 81 0 0,-17 0-92 0 0,18-2 50 0 0,-1 0 1 0 0,1-1 0 0 0,24-9 0 0 0,2 1-6 0 0,185-45-3105 0 0,-114 27-3803 0 0,-71 18 1150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81 1324 0 0,'-11'-28'6205'0'0,"-3"-11"1238"0"0,14 39-7392 0 0,0-1-1 0 0,0 1 1 0 0,0-1-1 0 0,0 1 1 0 0,0-1 0 0 0,0 1-1 0 0,0-1 1 0 0,0 1-1 0 0,1-1 1 0 0,-1 1 0 0 0,0-1-1 0 0,0 1 1 0 0,0 0 0 0 0,1-1-1 0 0,-1 1 1 0 0,0-1-1 0 0,1 1 1 0 0,-1-1 0 0 0,0 1-1 0 0,1 0 1 0 0,-1-1-1 0 0,1 1 1 0 0,-1 0 0 0 0,0 0-1 0 0,1-1 1 0 0,-1 1-1 0 0,1 0 1 0 0,-1 0 0 0 0,1-1-1 0 0,-1 1 1 0 0,1 0-1 0 0,-1 0 1 0 0,1 0 0 0 0,-1 0-1 0 0,1 0 1 0 0,0 0-1 0 0,2 0 61 0 0,-1-1-1 0 0,0 1 0 0 0,1 0 0 0 0,-1 0 0 0 0,0 1 1 0 0,1-1-1 0 0,-1 0 0 0 0,4 2 0 0 0,-2-1-51 0 0,0 0-1 0 0,-1 1 0 0 0,1 0 0 0 0,0 0 0 0 0,-1 0 1 0 0,1 0-1 0 0,-1 0 0 0 0,0 1 0 0 0,1 0 0 0 0,-1 0 1 0 0,0-1-1 0 0,-1 2 0 0 0,1-1 0 0 0,-1 0 1 0 0,1 0-1 0 0,-1 1 0 0 0,0 0 0 0 0,0-1 0 0 0,0 1 1 0 0,-1 0-1 0 0,1 0 0 0 0,-1 0 0 0 0,0 0 0 0 0,0 0 1 0 0,-1 0-1 0 0,1 0 0 0 0,-1 0 0 0 0,0 0 1 0 0,0 0-1 0 0,-1 8 0 0 0,0 0 2 0 0,-1 0-1 0 0,-1 0 1 0 0,0 0-1 0 0,-1 0 1 0 0,0-1 0 0 0,0 1-1 0 0,-1-1 1 0 0,-1 0 0 0 0,-11 17-1 0 0,5-11-6 0 0,-1 0 0 0 0,-1 0 0 0 0,0-1 0 0 0,-1-1 0 0 0,0 0 0 0 0,-2-1 0 0 0,1-1 0 0 0,-28 16 0 0 0,41-28-51 0 0,-5 2-24 0 0,8-4 20 0 0,-1 0 0 0 0,1 1 0 0 0,0-1 0 0 0,0 1 0 0 0,0-1 0 0 0,-1 0 0 0 0,1 1 0 0 0,0-1 1 0 0,0 0-1 0 0,0 1 0 0 0,0-1 0 0 0,0 0 0 0 0,0 1 0 0 0,1-1 0 0 0,-1 1 0 0 0,0-1 0 0 0,0 0 0 0 0,1 0 0 0 0,3-7 1 0 0,1 1 0 0 0,0 0-1 0 0,0 0 1 0 0,1 0 0 0 0,0 1-1 0 0,13-11 1 0 0,-6 4 3 0 0,78-66-85 0 0,118-81 1 0 0,-194 149 76 0 0,68-51 70 0 0,-82 61-65 0 0,-8 4 5 0 0,0 1 1 0 0,1 0 0 0 0,-1 0 0 0 0,1 1 0 0 0,-1 0 0 0 0,1 0 0 0 0,1 0 0 0 0,-1 1 0 0 0,-6 8 0 0 0,3-4 3 0 0,0-1 2 0 0,-72 82 20 0 0,70-78-29 0 0,2 1-1 0 0,-1 0 0 0 0,2 0 0 0 0,0 1 0 0 0,-7 18 1 0 0,13-29 3 0 0,1 0 1 0 0,-1 0 0 0 0,1 0-1 0 0,0 0 1 0 0,1 0 0 0 0,-1 0-1 0 0,1 1 1 0 0,0-1 0 0 0,0 0-1 0 0,0 0 1 0 0,0 0-1 0 0,1 1 1 0 0,-1-1 0 0 0,1 0-1 0 0,0 0 1 0 0,1 0 0 0 0,2 5-1 0 0,-2-5-20 0 0,0-1-1 0 0,0 0 0 0 0,1 0 1 0 0,-1 0-1 0 0,1 0 0 0 0,0 0 1 0 0,0-1-1 0 0,0 1 0 0 0,0-1 0 0 0,0 0 1 0 0,1 0-1 0 0,-1 0 0 0 0,1 0 1 0 0,-1-1-1 0 0,1 1 0 0 0,0-1 1 0 0,-1 0-1 0 0,7 1 0 0 0,13 2-856 0 0,-1-2 0 0 0,0 0 0 0 0,0-1 0 0 0,1-1 0 0 0,23-4 0 0 0,58-13-7106 0 0,-64 9 3193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96 2228 0 0,'-13'-9'4302'0'0,"0"2"1"0"0,-1 0-1 0 0,-20-7 0 0 0,106 14-4071 0 0,137-16-1 0 0,-147 9-1245 0 0,-44 5-13 0 0,-1 0 0 0 0,24-7-1 0 0,-36 7-185 0 0,1 0 0 0 0,0 0 0 0 0,-1-1-1 0 0,0 1 1 0 0,1-1 0 0 0,5-5 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8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15 2544 0 0,'-6'-2'1832'0'0,"1"0"-920"0"0,1 0 0 0 0,0 0 1 0 0,-1 0-1 0 0,1 1 0 0 0,-1 0 1 0 0,0 0-1 0 0,1 0 0 0 0,-9 0 0 0 0,11 1-764 0 0,0 1 0 0 0,0-1 0 0 0,0 1-1 0 0,0-1 1 0 0,0 1 0 0 0,0 0-1 0 0,1 0 1 0 0,-1 0 0 0 0,0 0 0 0 0,0 0-1 0 0,1 0 1 0 0,-1 0 0 0 0,1 0-1 0 0,-1 1 1 0 0,1-1 0 0 0,0 1 0 0 0,-1-1-1 0 0,1 1 1 0 0,0-1 0 0 0,0 1-1 0 0,0 0 1 0 0,0-1 0 0 0,0 1 0 0 0,-1 4-1 0 0,-2 4 59 0 0,1 1 0 0 0,-5 22 1 0 0,7-28-82 0 0,-7 42 170 0 0,-5 85-1 0 0,14-12-3591 0 0,3-79-2653 0 0,0-24-11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51 153 1940 0 0,'3'-9'1140'0'0,"0"-1"-1"0"0,1 0 0 0 0,0 1 1 0 0,0 0-1 0 0,1 0 0 0 0,0 0 1 0 0,1 0-1 0 0,0 1 0 0 0,11-12 1 0 0,-12 15-917 0 0,0 0 1 0 0,0 0 0 0 0,1 1 0 0 0,0 0 0 0 0,0 0-1 0 0,0 0 1 0 0,0 1 0 0 0,1 0 0 0 0,0 0-1 0 0,-1 1 1 0 0,1 0 0 0 0,0 0 0 0 0,0 0-1 0 0,7 0 1 0 0,-9 2-172 0 0,-1-1 0 0 0,0 1 0 0 0,1 0 0 0 0,-1 1 0 0 0,1-1 0 0 0,-1 1 0 0 0,0 0 0 0 0,1 0 1 0 0,-1 0-1 0 0,0 0 0 0 0,0 1 0 0 0,0 0 0 0 0,0 0 0 0 0,0 0 0 0 0,0 0 0 0 0,0 0 0 0 0,-1 1 0 0 0,1 0 0 0 0,-1 0 0 0 0,5 5 0 0 0,-6-5-29 0 0,1 0 0 0 0,-1 0 1 0 0,-1 0-1 0 0,1 0 0 0 0,0 0 0 0 0,-1 0 0 0 0,1 0 1 0 0,-1 1-1 0 0,0-1 0 0 0,0 1 0 0 0,-1-1 0 0 0,1 1 1 0 0,-1-1-1 0 0,1 1 0 0 0,-1-1 0 0 0,0 1 0 0 0,-1 0 1 0 0,1-1-1 0 0,-1 1 0 0 0,1-1 0 0 0,-1 1 0 0 0,0-1 1 0 0,0 0-1 0 0,-3 7 0 0 0,-2 2 6 0 0,-1 0 1 0 0,0 0-1 0 0,0-1 1 0 0,-1 0-1 0 0,-1-1 0 0 0,0 1 1 0 0,-10 8-1 0 0,-93 67 82 0 0,95-73-98 0 0,15-12-34 0 0,3 2-3 0 0,-1-3 24 0 0,0 0 0 0 0,0 0 0 0 0,0 1 0 0 0,0-1 0 0 0,0 0 0 0 0,0 0 0 0 0,0 0 0 0 0,0 1 0 0 0,0-1 0 0 0,0 0 0 0 0,0 0 0 0 0,0 0 1 0 0,0 1-1 0 0,0-1 0 0 0,0 0 0 0 0,0 0 0 0 0,1 0 0 0 0,-1 0 0 0 0,0 1 0 0 0,0-1 0 0 0,0 0 0 0 0,0 0 0 0 0,0 0 0 0 0,0 0 0 0 0,1 0 1 0 0,-1 1-1 0 0,0-1 0 0 0,0 0 0 0 0,0 0 0 0 0,0 0 0 0 0,1 0 0 0 0,-1 0 0 0 0,0 0 0 0 0,0 0 0 0 0,0 0 0 0 0,1 0 0 0 0,-1 0 0 0 0,0 0 1 0 0,0 0-1 0 0,1 0 0 0 0,22 0 18 0 0,0 1 0 0 0,0 1 0 0 0,0 1 1 0 0,0 1-1 0 0,26 9 0 0 0,-40-11 45 0 0,0 2 0 0 0,0-1 0 0 0,-1 1 0 0 0,1 1 0 0 0,-1-1 0 0 0,0 1 0 0 0,0 1 0 0 0,0-1 0 0 0,-1 2 1 0 0,0-1-1 0 0,0 1 0 0 0,-1 0 0 0 0,0 0 0 0 0,0 0 0 0 0,8 15 0 0 0,-12-18 5 0 0,-1-1 1 0 0,0 0-1 0 0,0 0 1 0 0,0 1-1 0 0,0-1 1 0 0,-1 0 0 0 0,1 1-1 0 0,-1-1 1 0 0,0 1-1 0 0,0-1 1 0 0,0 0-1 0 0,-1 1 1 0 0,1-1-1 0 0,-1 1 1 0 0,0-1-1 0 0,0 0 1 0 0,0 1-1 0 0,0-1 1 0 0,-1 0 0 0 0,1 0-1 0 0,-1 0 1 0 0,1 0-1 0 0,-1 0 1 0 0,0-1-1 0 0,-1 1 1 0 0,-3 4-1 0 0,-2 2 43 0 0,0-1-1 0 0,-1 0 0 0 0,-1 0 1 0 0,1 0-1 0 0,-1-1 0 0 0,-14 7 1 0 0,8-6-65 0 0,0 0 0 0 0,0-1 0 0 0,-1-1 0 0 0,0-1-1 0 0,-1 0 1 0 0,1-1 0 0 0,-1-1 0 0 0,1-1 0 0 0,-1 0 0 0 0,0-1 0 0 0,-34-3 0 0 0,48 1-102 0 0,1 0 0 0 0,-1 1 0 0 0,0-1 0 0 0,0-1 0 0 0,1 1 0 0 0,-1 0 0 0 0,0-1 0 0 0,1 0 0 0 0,-1 0 0 0 0,1 0 0 0 0,0 0 0 0 0,0 0-1 0 0,0-1 1 0 0,0 0 0 0 0,0 1 0 0 0,-3-5 0 0 0,5 5-115 0 0,0 0 0 0 0,0 0-1 0 0,0-1 1 0 0,0 1 0 0 0,0 0 0 0 0,1-1-1 0 0,-1 1 1 0 0,1 0 0 0 0,-1-1 0 0 0,1 1-1 0 0,0-1 1 0 0,0 1 0 0 0,0-1-1 0 0,0 1 1 0 0,0-1 0 0 0,1 1 0 0 0,-1 0-1 0 0,1-1 1 0 0,0 1 0 0 0,0 0-1 0 0,-1-1 1 0 0,1 1 0 0 0,1 0 0 0 0,-1 0-1 0 0,0 0 1 0 0,1 0 0 0 0,1-3 0 0 0,9-11-4289 0 0,27-26-1 0 0,-25 26-1438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9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21 1500 0 0,'15'-17'10038'0'0,"-15"17"-9921"0"0,0-1-1 0 0,1 1 1 0 0,-1 0 0 0 0,0-1-1 0 0,1 1 1 0 0,-1 0-1 0 0,0 0 1 0 0,1-1-1 0 0,-1 1 1 0 0,1 0-1 0 0,-1 0 1 0 0,1 0-1 0 0,-1-1 1 0 0,0 1-1 0 0,1 0 1 0 0,-1 0 0 0 0,1 0-1 0 0,-1 0 1 0 0,1 0-1 0 0,-1 0 1 0 0,1 0-1 0 0,-1 0 1 0 0,1 0-1 0 0,-1 0 1 0 0,1 0-1 0 0,-1 1 1 0 0,1-1-1 0 0,12 12 1429 0 0,10 29-1026 0 0,-13-23-180 0 0,-4-8-279 0 0,0 1-1 0 0,1-1 1 0 0,1-1 0 0 0,-1 1-1 0 0,2-1 1 0 0,-1-1-1 0 0,1 1 1 0 0,1-1 0 0 0,18 12-1 0 0,-24-19-46 0 0,1 0 0 0 0,-1 0-1 0 0,1 0 1 0 0,-1-1-1 0 0,1 1 1 0 0,-1-1 0 0 0,1 0-1 0 0,-1-1 1 0 0,1 1 0 0 0,-1-1-1 0 0,1 0 1 0 0,-1 0-1 0 0,1 0 1 0 0,4-2 0 0 0,-1-2 1 0 0,0 0 0 0 0,-1 0 0 0 0,0-1 0 0 0,-1 1 0 0 0,1-1 1 0 0,-1-1-1 0 0,0 1 0 0 0,0-1 0 0 0,-1-1 0 0 0,0 1 0 0 0,7-15 1 0 0,-11 21 7 0 0,-1 0-1 0 0,1 0 1 0 0,-1 0 0 0 0,1 0 0 0 0,0 0 0 0 0,0 0 0 0 0,-1 0-1 0 0,1 0 1 0 0,0 1 0 0 0,0-1 0 0 0,0 0 0 0 0,0 0 0 0 0,2 0-1 0 0,-3 1-4 0 0,0-1 0 0 0,1 1 0 0 0,-1 0 0 0 0,0 0 0 0 0,1 0 0 0 0,-1 0 0 0 0,0 0 0 0 0,0 0 0 0 0,1 0 0 0 0,-1 0 0 0 0,0 0 0 0 0,1 1 0 0 0,-1-1 0 0 0,0 0 0 0 0,1 0 0 0 0,-1 0 0 0 0,0 0 0 0 0,0 0 0 0 0,1 0 0 0 0,-1 1 0 0 0,0-1 0 0 0,1 0 0 0 0,-1 0 0 0 0,0 0 0 0 0,0 1 0 0 0,0-1 0 0 0,1 0 0 0 0,-1 0 0 0 0,0 1 0 0 0,0-1 0 0 0,0 0 0 0 0,0 1 0 0 0,1-1 0 0 0,-1 0 0 0 0,0 0 0 0 0,0 1 0 0 0,0-1 0 0 0,0 0 0 0 0,0 1 0 0 0,0-1 0 0 0,0 0 0 0 0,0 1 0 0 0,0 0 0 0 0,1 8 228 0 0,-1 1 1 0 0,0 0-1 0 0,0 0 1 0 0,-1 0-1 0 0,0 0 0 0 0,-5 19 1 0 0,0 2 154 0 0,-11 73 898 0 0,-55 187 0 0 0,56-246-1179 0 0,-1 0 0 0 0,-2-1 0 0 0,-1-1 0 0 0,-3-1 0 0 0,-2-1 0 0 0,-42 54 0 0 0,51-75-53 0 0,-2-1-1 0 0,0 0 1 0 0,-2-2-1 0 0,-35 27 1 0 0,48-39-42 0 0,-1 0 0 0 0,1-1 1 0 0,-1 1-1 0 0,0-2 0 0 0,0 1 0 0 0,0-1 0 0 0,0 0 1 0 0,0-1-1 0 0,-1 0 0 0 0,1 0 0 0 0,-1-1 0 0 0,0 0 1 0 0,1-1-1 0 0,-1 1 0 0 0,0-2 0 0 0,1 1 0 0 0,-16-4 1 0 0,20 3-29 0 0,1 0 1 0 0,-1-1 0 0 0,1 1 0 0 0,-1-1 0 0 0,1 0 0 0 0,0 0-1 0 0,0 0 1 0 0,-1-1 0 0 0,1 1 0 0 0,1-1 0 0 0,-1 1 0 0 0,0-1-1 0 0,1 0 1 0 0,-1 0 0 0 0,1 0 0 0 0,0-1 0 0 0,0 1 0 0 0,0 0-1 0 0,1-1 1 0 0,-1 1 0 0 0,1-1 0 0 0,0 0 0 0 0,0 1 0 0 0,0-1-1 0 0,0 0 1 0 0,0-6 0 0 0,0 1-5 0 0,1-1-1 0 0,0 1 1 0 0,1-1 0 0 0,0 1-1 0 0,0 0 1 0 0,1-1-1 0 0,0 1 1 0 0,0 0 0 0 0,7-15-1 0 0,3 0-242 0 0,0 1 0 0 0,2 1 0 0 0,1 0-1 0 0,0 0 1 0 0,2 2 0 0 0,0 0 0 0 0,1 1 0 0 0,32-25-1 0 0,63-39-4319 0 0,5 12-4870 0 0,-84 53 2764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49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92 150 1760 0 0,'-42'-19'8172'0'0,"32"14"-5185"0"0,0 0 1 0 0,-20-7 0 0 0,33 10-2318 0 0,-3 1-653 0 0,0 1-1 0 0,0 0 1 0 0,0-1-1 0 0,0 1 1 0 0,0-1-1 0 0,0 1 0 0 0,1 0 1 0 0,-1-1-1 0 0,0 1 1 0 0,0 0-1 0 0,0-1 0 0 0,1 1 1 0 0,-1 0-1 0 0,0-1 1 0 0,0 1-1 0 0,1 0 1 0 0,-1 0-1 0 0,0-1 0 0 0,1 1 1 0 0,-1 0-1 0 0,0 0 1 0 0,1 0-1 0 0,-1-1 1 0 0,0 1-1 0 0,1 0 0 0 0,-1 0 1 0 0,1 0-1 0 0,-1 0 1 0 0,0 0-1 0 0,1 0 1 0 0,153-19 986 0 0,108-16-2532 0 0,-253 34 942 0 0,0-1-1 0 0,0 0 1 0 0,13-6 0 0 0,0-5-2585 0 0,-21 12 2493 0 0,6-7-2712 0 0,-5 6 2713 0 0,-1 1-1 0 0,0-1 1 0 0,1-2 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0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16 1576 0 0,'-12'-4'4316'0'0,"-12"-7"868"0"0,14 13-3494 0 0,9-2-1592 0 0,0 0 1 0 0,1 0 0 0 0,-1 0-1 0 0,0 0 1 0 0,0 1-1 0 0,1-1 1 0 0,-1 0 0 0 0,0 0-1 0 0,0 0 1 0 0,1 1 0 0 0,-1-1-1 0 0,0 0 1 0 0,1 1 0 0 0,-1-1-1 0 0,1 1 1 0 0,-1-1 0 0 0,0 1-1 0 0,1-1 1 0 0,-1 1 0 0 0,1-1-1 0 0,-1 2 1 0 0,-4 4 403 0 0,1 1 0 0 0,0-1 0 0 0,0 1 0 0 0,1 0-1 0 0,0 0 1 0 0,-4 14 0 0 0,-10 49 671 0 0,10-36-804 0 0,-30 171 23 0 0,24-116-4029 0 0,3-20-3406 0 0,7-41-256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0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97 1056 0 0,'20'-95'14793'0'0,"-19"93"-14407"0"0,-28 130 1979 0 0,25-112-2320 0 0,0 0-1 0 0,1 0 0 0 0,1 0 0 0 0,1 0 0 0 0,0 0 0 0 0,1 0 0 0 0,6 23 1 0 0,-7-33-30 0 0,1 0 1 0 0,0 0-1 0 0,0 0 1 0 0,1 0-1 0 0,-1 0 1 0 0,1 0-1 0 0,1 0 1 0 0,-1-1-1 0 0,1 1 1 0 0,0-1-1 0 0,0 0 1 0 0,1 0-1 0 0,-1-1 1 0 0,1 1-1 0 0,0-1 1 0 0,0 0-1 0 0,0-1 1 0 0,1 1-1 0 0,0-1 1 0 0,11 5-1 0 0,-12-6-7 0 0,0-1 0 0 0,0 0-1 0 0,0-1 1 0 0,0 1 0 0 0,0-1 0 0 0,0 0-1 0 0,0 0 1 0 0,0-1 0 0 0,0 1-1 0 0,-1-1 1 0 0,1 0 0 0 0,0-1 0 0 0,0 1-1 0 0,0-1 1 0 0,-1 0 0 0 0,1 0 0 0 0,-1 0-1 0 0,0-1 1 0 0,1 1 0 0 0,-1-1 0 0 0,0 0-1 0 0,0 0 1 0 0,-1-1 0 0 0,4-3 0 0 0,4-5 38 0 0,0 0 1 0 0,-1-1-1 0 0,-1 0 1 0 0,0-1-1 0 0,0 0 1 0 0,6-16-1 0 0,26-64 2245 0 0,-40 92-1499 0 0,0 4-681 0 0,-1 1 1 0 0,-1 0-1 0 0,1 0 0 0 0,0 0 1 0 0,-1 0-1 0 0,1 0 1 0 0,-2 3-1 0 0,-50 189 2317 0 0,-16 57-1768 0 0,52-202-1008 0 0,-12 40-2657 0 0,16-31-4352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1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68 0 0,'10'-111'18404'0'0,"-10"110"-18354"0"0,1-1 0 0 0,0 0 1 0 0,-1 1-1 0 0,1-1 0 0 0,0 1 0 0 0,0-1 1 0 0,0 1-1 0 0,0-1 0 0 0,0 1 1 0 0,0-1-1 0 0,1 1 0 0 0,-1 0 0 0 0,0 0 1 0 0,1 0-1 0 0,-1 0 0 0 0,1 0 1 0 0,-1 0-1 0 0,1 0 0 0 0,-1 0 0 0 0,1 1 1 0 0,0-1-1 0 0,1 0 0 0 0,43-10 55 0 0,-34 9-10 0 0,54-7-9 0 0,1 2 0 0 0,82 3 0 0 0,-147 4-86 0 0,0 0 0 0 0,0 0 0 0 0,-1 0 0 0 0,1 0 1 0 0,0 0-1 0 0,-1 0 0 0 0,1 1 0 0 0,0-1 0 0 0,-1 1 0 0 0,1-1 0 0 0,-1 1 1 0 0,1-1-1 0 0,0 1 0 0 0,-1 0 0 0 0,1 0 0 0 0,0 1 0 0 0,-1-2 1 0 0,-1 1 0 0 0,0 0 0 0 0,1-1 0 0 0,-1 1-1 0 0,0 0 1 0 0,1-1 0 0 0,-1 1 0 0 0,0 0 0 0 0,0-1 0 0 0,0 1 0 0 0,0 0-1 0 0,0 0 1 0 0,0-1 0 0 0,0 1 0 0 0,0 0 0 0 0,0-1 0 0 0,0 1-1 0 0,0 0 1 0 0,0 0 0 0 0,0-1 0 0 0,0 1 0 0 0,-1 0 0 0 0,1-1-1 0 0,0 1 1 0 0,-1 0 0 0 0,-3 6 5 0 0,0-1 0 0 0,-1 1 0 0 0,0-1 0 0 0,0 0 0 0 0,-6 5-1 0 0,5-5-7 0 0,-125 120 111 0 0,73-73 831 0 0,-67 78 0 0 0,123-130-926 0 0,1 1-1 0 0,0-1 1 0 0,0 0-1 0 0,0 0 1 0 0,0 1 0 0 0,0-1-1 0 0,0 0 1 0 0,1 1 0 0 0,-1-1-1 0 0,0 1 1 0 0,1-1-1 0 0,-1 1 1 0 0,1-1 0 0 0,-1 1-1 0 0,1 0 1 0 0,0-1-1 0 0,0 1 1 0 0,-1 0 0 0 0,1-1-1 0 0,1 1 1 0 0,-1-1-1 0 0,0 1 1 0 0,0 0 0 0 0,0-1-1 0 0,1 1 1 0 0,0 1 0 0 0,1-1 0 0 0,-1 0 0 0 0,1 0 1 0 0,0 0-1 0 0,0-1 0 0 0,0 1 0 0 0,0-1 1 0 0,0 1-1 0 0,0-1 0 0 0,0 0 1 0 0,0 0-1 0 0,0 0 0 0 0,1 0 1 0 0,-1 0-1 0 0,0 0 0 0 0,1-1 1 0 0,-1 1-1 0 0,4 0 0 0 0,11 1-20 0 0,0-1-1 0 0,0 0 0 0 0,-1-1 0 0 0,1-1 0 0 0,20-3 0 0 0,83-22-1814 0 0,10-14-2352 0 0,-45 7-2611 0 0,-29 9-750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1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34 2328 0 0,'-13'-4'8347'0'0,"-2"-1"-3207"0"0,30 6-3790 0 0,7 0-1244 0 0,172-8 298 0 0,-130 0-3422 0 0,-1-3-4370 0 0,-51 7 2523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1 408 0 0,'-153'60'16606'0'0,"152"-59"-16525"0"0,0-1 0 0 0,0 1 0 0 0,-1-1 0 0 0,1 1 0 0 0,0-1 0 0 0,0 1 0 0 0,0 0 0 0 0,0-1 0 0 0,0 1-1 0 0,0 0 1 0 0,1 0 0 0 0,-1 0 0 0 0,-1 2 0 0 0,1-3-59 0 0,1 0-1 0 0,0 1 1 0 0,0-1 0 0 0,0 1-1 0 0,0-1 1 0 0,0 1-1 0 0,0-1 1 0 0,0 1 0 0 0,0-1-1 0 0,0 0 1 0 0,0 1-1 0 0,0-1 1 0 0,0 1 0 0 0,0-1-1 0 0,0 1 1 0 0,0-1 0 0 0,0 1-1 0 0,0-1 1 0 0,0 0-1 0 0,1 1 1 0 0,-1-1 0 0 0,0 1-1 0 0,0-1 1 0 0,1 1-1 0 0,0 0 10 0 0,1 1 0 0 0,-1-1-1 0 0,1 1 1 0 0,0-1-1 0 0,-1 0 1 0 0,1 0 0 0 0,0 0-1 0 0,0 0 1 0 0,0 0-1 0 0,0 0 1 0 0,0 0-1 0 0,2 0 1 0 0,12 3-130 0 0,0-2 0 0 0,0 0-1 0 0,0-1 1 0 0,0 0 0 0 0,0-1-1 0 0,0-1 1 0 0,30-5 0 0 0,34-14-3419 0 0,-7-7-3447 0 0,-37 10 1561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71 1768 0 0,'-2'0'1811'0'0,"-26"-3"2367"0"0,24 3-3001 0 0,-11 0 727 0 0,12 0-1132 0 0,-40-6 4925 0 0,40 5-5148 0 0,6 0-529 0 0,-1-1 0 0 0,1 1 0 0 0,0-1 0 0 0,0 1 1 0 0,0 0-1 0 0,0 0 0 0 0,0 1 0 0 0,0-1 0 0 0,0 0 0 0 0,4 1 1 0 0,-7 0-21 0 0,310-44 173 0 0,-237 40-219 0 0,-70 4 25 0 0,-2 0 40 0 0,0-1 1 0 0,1 1-1 0 0,-1 0 1 0 0,0-1 0 0 0,0 1-1 0 0,0 0 1 0 0,1 0 0 0 0,-1 0-1 0 0,0 0 1 0 0,0 0-1 0 0,0 1 1 0 0,1-1 0 0 0,-1 0-1 0 0,0 0 1 0 0,0 1-1 0 0,0-1 1 0 0,0 1 0 0 0,0-1-1 0 0,1 1 1 0 0,-1-1-1 0 0,0 1 1 0 0,0 0 0 0 0,1 1-1 0 0,-1 0 43 0 0,1-1 0 0 0,-1 1-1 0 0,0 0 1 0 0,0 0 0 0 0,0 0 0 0 0,0 0-1 0 0,-1 0 1 0 0,1 0 0 0 0,0 1-1 0 0,-1-1 1 0 0,1 0 0 0 0,-1 2 0 0 0,1 8 322 0 0,-1 0 0 0 0,-1 0 1 0 0,-3 21-1 0 0,4-29-300 0 0,-15 78 574 0 0,-4-1 0 0 0,-3-1 1 0 0,-4-1-1 0 0,-39 84 0 0 0,37-95-440 0 0,-20 43-451 0 0,36-80-4485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3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77 1824 0 0,'-16'-56'13407'0'0,"16"54"-12791"0"0,0-2 49 0 0,0 3-644 0 0,0 1-1 0 0,0-1 1 0 0,0 1 0 0 0,0-1-1 0 0,0 1 1 0 0,0-1 0 0 0,0 1-1 0 0,0 0 1 0 0,0-1 0 0 0,0 1 0 0 0,0-1-1 0 0,0 1 1 0 0,0-1 0 0 0,1 1-1 0 0,-1-1 1 0 0,0 1 0 0 0,0 0-1 0 0,0-1 1 0 0,1 1 0 0 0,-1 0-1 0 0,0-1 1 0 0,1 0 0 0 0,3 0 21 0 0,-1 0 1 0 0,1 1 0 0 0,0-1 0 0 0,-1 1 0 0 0,1-1 0 0 0,0 1 0 0 0,0 0 0 0 0,-1 1 0 0 0,1-1-1 0 0,0 0 1 0 0,-1 1 0 0 0,1 0 0 0 0,0 0 0 0 0,-1 0 0 0 0,1 1 0 0 0,-1-1 0 0 0,1 1 0 0 0,-1-1 0 0 0,0 1-1 0 0,0 0 1 0 0,4 3 0 0 0,-1-1-11 0 0,0 0-1 0 0,-1 1 1 0 0,1 0 0 0 0,-1 0-1 0 0,0 0 1 0 0,0 0 0 0 0,-1 1-1 0 0,1 0 1 0 0,-1 0-1 0 0,5 10 1 0 0,-7-9 30 0 0,0-1 0 0 0,0 1 0 0 0,-1 0 1 0 0,0 0-1 0 0,0 0 0 0 0,-1 0 0 0 0,0 0 0 0 0,0 0 0 0 0,-1 0 0 0 0,0 0 0 0 0,0 0 1 0 0,0 0-1 0 0,-1 0 0 0 0,0 0 0 0 0,0-1 0 0 0,-1 1 0 0 0,0-1 0 0 0,0 0 1 0 0,-6 10-1 0 0,-4 3 95 0 0,0-1 1 0 0,-2 0 0 0 0,0 0 0 0 0,-28 25 0 0 0,5-10 412 0 0,37-32-516 0 0,6-15-75 0 0,0 6 11 0 0,0 1 0 0 0,1 0 0 0 0,0 1 1 0 0,0 0-1 0 0,0 0 0 0 0,1 0 0 0 0,11-7 0 0 0,0-1-4 0 0,288-199 30 0 0,-304 212-15 0 0,0 0-1 0 0,-1-1 1 0 0,1 1 0 0 0,0 0-1 0 0,0-1 1 0 0,-1 1 0 0 0,1-1-1 0 0,0 0 1 0 0,1-2 0 0 0,-6 2-48 0 0,-9 5 25 0 0,3 1 37 0 0,1 1-1 0 0,0 0 1 0 0,0 0 0 0 0,0 0-1 0 0,1 1 1 0 0,0 0 0 0 0,-7 8-1 0 0,-41 52 421 0 0,45-53-373 0 0,3-4-17 0 0,1 1 0 0 0,0-1 0 0 0,0 1 0 0 0,1 0 0 0 0,0 1 0 0 0,1-1 1 0 0,0 1-1 0 0,-3 14 0 0 0,6-22-33 0 0,0 1 0 0 0,1-1 0 0 0,-1 0 0 0 0,1 0 0 0 0,0 1 0 0 0,0-1 0 0 0,0 0 0 0 0,0 1 0 0 0,1-1 0 0 0,-1 0 0 0 0,1 0 0 0 0,0 1 0 0 0,0-1 0 0 0,0 0 0 0 0,0 0 0 0 0,0 0 0 0 0,1 0 0 0 0,-1 0 0 0 0,1-1 0 0 0,0 1 0 0 0,0 0 0 0 0,0-1 0 0 0,0 1 0 0 0,1-1 0 0 0,-1 0 0 0 0,1 1 0 0 0,-1-1 0 0 0,1-1 0 0 0,0 1 0 0 0,0 0 0 0 0,-1-1 0 0 0,7 3 0 0 0,5 1-77 0 0,0-1 1 0 0,1 0 0 0 0,-1-1-1 0 0,1-1 1 0 0,0 0-1 0 0,21-1 1 0 0,93-9-2890 0 0,-99 5 1904 0 0,14-1-3237 0 0,58-15 0 0 0,-51 5-2471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4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69 132 2976 0 0,'-68'-35'16158'0'0,"84"29"-15231"0"0,218-22 274 0 0,-78-1-3595 0 0,-96 12-1164 0 0,-23 0-3272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42 2052 0 0,'-53'-41'15116'0'0,"40"52"-12447"0"0,6 4-1953 0 0,0 0 0 0 0,2 1-1 0 0,0 0 1 0 0,0 0 0 0 0,2 0 0 0 0,-3 21-1 0 0,-2 6-255 0 0,-26 155 220 0 0,19-97-2630 0 0,9-45-1982 0 0,7-18-6073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37 125 1656 0 0,'62'-117'17708'0'0,"-61"115"-17466"0"0,1 0 691 0 0,-2 2-868 0 0,0-1 1 0 0,1 1 0 0 0,-1 0-1 0 0,0 0 1 0 0,0 0 0 0 0,1-1-1 0 0,-1 1 1 0 0,0 0 0 0 0,1 0 0 0 0,-1 0-1 0 0,0 0 1 0 0,1-1 0 0 0,-1 1-1 0 0,0 0 1 0 0,0 0 0 0 0,1 0-1 0 0,-1 0 1 0 0,1 0 0 0 0,-1 0 0 0 0,0 0-1 0 0,1 0 1 0 0,-1 0 0 0 0,0 0-1 0 0,1 0 1 0 0,-1 0 0 0 0,0 0-1 0 0,1 0 1 0 0,-1 0 0 0 0,0 1-1 0 0,0-1 1 0 0,1 0 0 0 0,-1 0 0 0 0,0 0-1 0 0,1 0 1 0 0,-1 1 0 0 0,0-1-1 0 0,0 0 1 0 0,1 0 0 0 0,-1 1-1 0 0,0-1 1 0 0,0 0 0 0 0,1 0 0 0 0,-1 1-1 0 0,0-1 1 0 0,0 0 0 0 0,0 0-1 0 0,0 1 1 0 0,1-1 0 0 0,-1 0-1 0 0,0 1 1 0 0,0-1 0 0 0,0 0 0 0 0,0 1-1 0 0,0-1 1 0 0,0 1 0 0 0,4 16 578 0 0,-1 0 0 0 0,0 1 0 0 0,-1-1 1 0 0,-1 1-1 0 0,-1-1 0 0 0,-2 23 1 0 0,-3 6-221 0 0,-14 54-1 0 0,-34 76-115 0 0,17-65-4671 0 0,31-98 2564 0 0,-3 17-1692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5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241 170 304 0 0,'0'-24'4510'0'0,"-1"6"522"0"0,4-32-1 0 0,-3 46-4581 0 0,1-1 0 0 0,0 0 0 0 0,0 1 0 0 0,1-1 0 0 0,0 0 0 0 0,3-6 0 0 0,-3 7-380 0 0,1 1-1 0 0,-1 0 1 0 0,1 1 0 0 0,0-1-1 0 0,0 0 1 0 0,0 1 0 0 0,0 0-1 0 0,0-1 1 0 0,1 1 0 0 0,-1 1 0 0 0,0-1-1 0 0,1 0 1 0 0,0 1 0 0 0,-1 0-1 0 0,1 0 1 0 0,0 0 0 0 0,0 0-1 0 0,-1 0 1 0 0,1 1 0 0 0,0 0-1 0 0,0-1 1 0 0,6 2 0 0 0,-2-1-42 0 0,0 1 0 0 0,-1 0 1 0 0,1 0-1 0 0,-1 1 1 0 0,1 0-1 0 0,-1 0 0 0 0,0 1 1 0 0,1 0-1 0 0,-1 0 0 0 0,9 6 1 0 0,-13-7-18 0 0,0 0 1 0 0,-1 0 0 0 0,1 0-1 0 0,-1 0 1 0 0,0 0-1 0 0,0 1 1 0 0,0-1 0 0 0,0 1-1 0 0,0-1 1 0 0,0 1-1 0 0,-1 0 1 0 0,1 0-1 0 0,-1 0 1 0 0,0 0 0 0 0,0 0-1 0 0,0 0 1 0 0,1 5-1 0 0,-1-4 5 0 0,-1 1 0 0 0,0 0 1 0 0,-1 0-1 0 0,1-1 0 0 0,-1 1 0 0 0,0 0 0 0 0,0-1 0 0 0,0 1 0 0 0,0-1 0 0 0,-4 8 0 0 0,-3 4 16 0 0,-1-1-1 0 0,-1 1 1 0 0,0-2 0 0 0,-1 0-1 0 0,-13 13 1 0 0,4-7 57 0 0,-1-1 0 0 0,-31 21 0 0 0,7-4 1277 0 0,36-32-976 0 0,7-7-72 0 0,3 2-316 0 0,-1 1 0 0 0,0-1 0 0 0,0 0 1 0 0,1 1-1 0 0,-1-1 0 0 0,1 1 0 0 0,-1-1 0 0 0,1 1 1 0 0,-1-1-1 0 0,1 0 0 0 0,-1 1 0 0 0,1 0 0 0 0,-1-1 1 0 0,1 1-1 0 0,0-1 0 0 0,-1 1 0 0 0,1 0 1 0 0,-1-1-1 0 0,1 1 0 0 0,0 0 0 0 0,0 0 0 0 0,-1-1 1 0 0,2 1-1 0 0,4-1-9 0 0,1-1 1 0 0,-1 2 0 0 0,1-1 0 0 0,-1 1-1 0 0,1-1 1 0 0,0 2 0 0 0,-1-1 0 0 0,1 1-1 0 0,-1 0 1 0 0,1 0 0 0 0,-1 1 0 0 0,1 0-1 0 0,-1 0 1 0 0,0 1 0 0 0,0-1 0 0 0,0 1-1 0 0,0 1 1 0 0,-1-1 0 0 0,1 1 0 0 0,-1 0-1 0 0,0 0 1 0 0,7 7 0 0 0,-7-6 90 0 0,0 1 1 0 0,0 0 0 0 0,0 0 0 0 0,-1 0-1 0 0,0 0 1 0 0,0 1 0 0 0,-1-1 0 0 0,1 1-1 0 0,-1 0 1 0 0,-1 0 0 0 0,0 0 0 0 0,0 1-1 0 0,2 9 1 0 0,-4-12 88 0 0,0 0-1 0 0,0 1 0 0 0,0-1 1 0 0,0 0-1 0 0,-1 0 0 0 0,0 0 1 0 0,0 0-1 0 0,0 0 1 0 0,-1 0-1 0 0,0 0 0 0 0,0 0 1 0 0,0 0-1 0 0,0-1 1 0 0,-1 1-1 0 0,1-1 0 0 0,-1 0 1 0 0,-1 0-1 0 0,1 0 0 0 0,0 0 1 0 0,-5 4-1 0 0,0-1-54 0 0,-1-1 0 0 0,0 1 0 0 0,0-1-1 0 0,-1-1 1 0 0,0 0 0 0 0,0 0 0 0 0,0-1 0 0 0,0 0-1 0 0,-1-1 1 0 0,1 0 0 0 0,-1-1 0 0 0,0 0 0 0 0,0 0-1 0 0,0-1 1 0 0,0-1 0 0 0,0 0 0 0 0,0 0 0 0 0,0-1-1 0 0,1-1 1 0 0,-1 0 0 0 0,0 0 0 0 0,0-1-1 0 0,1 0 1 0 0,0-1 0 0 0,-1 0 0 0 0,1-1 0 0 0,1 0-1 0 0,-1 0 1 0 0,1-1 0 0 0,-15-12 0 0 0,14 10-188 0 0,0 0-556 0 0,-1-1 1 0 0,-16-18-1 0 0,25 25 306 0 0,0 0 0 0 0,1 0 0 0 0,-1 0 0 0 0,1 0 0 0 0,0 0 0 0 0,-1 0 0 0 0,1 0 0 0 0,0 0 0 0 0,0 0 0 0 0,1 0 0 0 0,-1-1 0 0 0,0 1 0 0 0,1 0 0 0 0,-1-1 0 0 0,1 1 0 0 0,0 0 0 0 0,0-1 0 0 0,0 1 0 0 0,0-1 0 0 0,0 1 0 0 0,0 0 0 0 0,1-1 0 0 0,0-2 0 0 0,1 2-634 0 0,0 0 0 0 0,0 0 0 0 0,1 0 1 0 0,-1 0-1 0 0,1 0 0 0 0,0 0 0 0 0,0 0 0 0 0,0 1 1 0 0,0-1-1 0 0,0 1 0 0 0,1 0 0 0 0,3-2 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21 764 0 0,'25'-13'11318'0'0,"-11"7"-8028"0"0,-10 5-2169 0 0,7 11 2019 0 0,-6 2-2263 0 0,-1 0 0 0 0,0 0 0 0 0,-1 0 0 0 0,0 1 0 0 0,-1-1 0 0 0,2 21 0 0 0,2 17-107 0 0,-3-35-604 0 0,1 1-1 0 0,0-1 1 0 0,1 0 0 0 0,10 22 0 0 0,-13-32-150 0 0,1-1 0 0 0,-1 1 0 0 0,1-1 1 0 0,0 0-1 0 0,0 0 0 0 0,0 0 0 0 0,1 0 1 0 0,-1-1-1 0 0,1 0 0 0 0,0 1 0 0 0,0-1 1 0 0,0 0-1 0 0,0-1 0 0 0,1 1 0 0 0,-1-1 1 0 0,1 0-1 0 0,9 3 0 0 0,-11-4-51 0 0,0 0-1 0 0,0-1 1 0 0,0 0-1 0 0,1 1 1 0 0,-1-1-1 0 0,0 0 1 0 0,0 0 0 0 0,0-1-1 0 0,1 1 1 0 0,-1-1-1 0 0,0 1 1 0 0,0-1-1 0 0,0 0 1 0 0,0 0-1 0 0,6-3 1 0 0,-5 1-3 0 0,0 0 1 0 0,0 0 0 0 0,0 0-1 0 0,-1 0 1 0 0,1-1-1 0 0,-1 0 1 0 0,0 1 0 0 0,0-1-1 0 0,4-7 1 0 0,2-6 2 0 0,-1 0 1 0 0,-1-1-1 0 0,-1 0 1 0 0,6-23 0 0 0,-8 27 75 0 0,-2 3-61 0 0,7-18-246 0 0,-8 26 174 0 0,9 102 1336 0 0,-9-86-1223 0 0,9 399 2804 0 0,-13-345-2332 0 0,-2-1 0 0 0,-4 1-1 0 0,-2-1 1 0 0,-23 74 0 0 0,26-115-493 0 0,-1 0 0 0 0,-2-1 0 0 0,0 0 0 0 0,-1-1 0 0 0,-1 0 0 0 0,-25 31 0 0 0,28-41 0 0 0,0-2 0 0 0,-1 1 0 0 0,-1-1 0 0 0,0-1 0 0 0,0 0 0 0 0,-1-1 0 0 0,0 0 0 0 0,0-1 0 0 0,-1-1 0 0 0,0 0 0 0 0,-1-1 0 0 0,-17 6 0 0 0,13-7-15 0 0,1-2 0 0 0,-1 1 0 0 0,0-2 1 0 0,0-1-1 0 0,0 0 0 0 0,0-1 0 0 0,0-1 0 0 0,0-1 0 0 0,0-1 1 0 0,-24-6-1 0 0,33 6-7 0 0,1 0 0 0 0,-1-1 0 0 0,1 0 0 0 0,0-1 0 0 0,1 0 0 0 0,-1 0 0 0 0,1 0 0 0 0,0-1 0 0 0,-10-10 0 0 0,13 11-1 0 0,0-1 0 0 0,0 0 0 0 0,1 0 0 0 0,0 0-1 0 0,0 0 1 0 0,0-1 0 0 0,1 1 0 0 0,0-1 0 0 0,0 0-1 0 0,1 0 1 0 0,0 0 0 0 0,0-1 0 0 0,-1-12 0 0 0,2 7-285 0 0,1 1 1 0 0,1 0 0 0 0,0 0 0 0 0,0 0 0 0 0,2 0 0 0 0,-1 0-1 0 0,1 0 1 0 0,1 0 0 0 0,0 1 0 0 0,1-1 0 0 0,0 1 0 0 0,8-12-1 0 0,6-8-729 0 0,2 0-1 0 0,43-48 1 0 0,-16 27-1826 0 0,104-87 0 0 0,-2 28-6875 0 0,-100 79 2652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6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78 150 1244 0 0,'-53'-37'17009'0'0,"49"35"-16338"0"0,1 0 0 0 0,-1-1 0 0 0,1 1 0 0 0,0-1 0 0 0,-4-3 0 0 0,12 3-637 0 0,0 0 0 0 0,1 0 0 0 0,-1 1 0 0 0,1-1 0 0 0,0 1 1 0 0,0 1-1 0 0,0-1 0 0 0,0 1 0 0 0,0 0 0 0 0,0 1 0 0 0,6-1 0 0 0,19-3 17 0 0,97-18-711 0 0,41-9-7817 0 0,-148 24 4033 0 0,-2-1-2310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42 1556 0 0,'-27'-29'12417'0'0,"15"18"-8262"0"0,12 11-4092 0 0,0 0-1 0 0,0 0 0 0 0,0 0 0 0 0,-1-1 1 0 0,1 1-1 0 0,0 0 0 0 0,0 0 1 0 0,0 0-1 0 0,-1 0 0 0 0,1 0 1 0 0,0 0-1 0 0,0-1 0 0 0,-1 1 1 0 0,1 0-1 0 0,0 0 0 0 0,0 0 1 0 0,-1 0-1 0 0,1 0 0 0 0,0 0 0 0 0,-1 0 1 0 0,1 0-1 0 0,0 0 0 0 0,0 0 1 0 0,-1 0-1 0 0,1 0 0 0 0,0 0 1 0 0,0 0-1 0 0,-1 1 0 0 0,1-1 1 0 0,0 0-1 0 0,0 0 0 0 0,-1 0 0 0 0,1 0 1 0 0,0 0-1 0 0,0 1 0 0 0,0-1 1 0 0,-1 0-1 0 0,1 0 0 0 0,0 0 1 0 0,0 0-1 0 0,0 1 0 0 0,0-1 1 0 0,-1 0-1 0 0,1 0 0 0 0,0 1 1 0 0,0-1-1 0 0,0 0 0 0 0,0 0 0 0 0,0 1 1 0 0,0-1-1 0 0,0 0 0 0 0,0 0 1 0 0,0 1-1 0 0,0-1 0 0 0,0 0 1 0 0,0 0-1 0 0,0 1 0 0 0,0-1 1 0 0,0 0-1 0 0,0 1 0 0 0,0-1 0 0 0,0 0 1 0 0,0 0-1 0 0,0 1 0 0 0,0-1 1 0 0,11 180 8093 0 0,-15 94-6595 0 0,-3-140-1369 0 0,7-131-272 0 0,0 7-1021 0 0,0 7-1863 0 0,0-15 2557 0 0,5 6-1920 0 0,-48 93 2064 0 0,28-67-2142 0 0,10-16-57 0 0,5 8-8171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7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84 118 2436 0 0,'7'-19'3956'0'0,"-2"0"-1"0"0,4-21 1 0 0,-1 1 1702 0 0,-17 89 1225 0 0,2 15-4991 0 0,-11 64-1369 0 0,-46 154-2277 0 0,63-276 1213 0 0,-12 69-3783 0 0,12-50-25 0 0,4-3-3449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140 105 668 0 0,'50'-97'16890'0'0,"-49"95"-16425"0"0,3-4 1434 0 0,-10 21-1652 0 0,0-1 0 0 0,-1 1 0 0 0,0-2 1 0 0,-16 23-1 0 0,10-15-157 0 0,-16 23-85 0 0,-33 57 294 0 0,54-86-1059 0 0,1 0 0 0 0,0 1 0 0 0,1 0 1 0 0,-7 28-1 0 0,13-22-1799 0 0,1-19 1664 0 0,0-1 0 0 0,0 0 0 0 0,0 1 0 0 0,0-1 0 0 0,0 0 0 0 0,1 1 0 0 0,-1-1 0 0 0,3 3 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8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90 1168 0 0,'6'-8'4078'0'0,"-5"6"-3697"0"0,0 1 1 0 0,0-1-1 0 0,0 0 0 0 0,0 0 1 0 0,-1 1-1 0 0,1-1 1 0 0,-1 0-1 0 0,1 0 0 0 0,-1 0 1 0 0,0 0-1 0 0,0 0 0 0 0,1 0 1 0 0,-1 1-1 0 0,0-1 1 0 0,-1 0-1 0 0,1 0 0 0 0,0 0 1 0 0,-1 0-1 0 0,0-3 1 0 0,0 3-270 0 0,0 0 0 0 0,0 1 0 0 0,0-1 0 0 0,-1 1 0 0 0,1-1 0 0 0,0 1 0 0 0,-1 0 0 0 0,1 0 0 0 0,-1-1 0 0 0,1 1 0 0 0,-1 0 0 0 0,1 0-1 0 0,-1 0 1 0 0,0 0 0 0 0,0 1 0 0 0,1-1 0 0 0,-1 0 0 0 0,0 1 0 0 0,0 0 0 0 0,0-1 0 0 0,0 1 0 0 0,-3 0 0 0 0,-5 0-38 0 0,1 0 0 0 0,-1 1-1 0 0,1 0 1 0 0,-1 1-1 0 0,1 0 1 0 0,0 0-1 0 0,-1 1 1 0 0,1 0-1 0 0,1 1 1 0 0,-1 0-1 0 0,0 0 1 0 0,1 1-1 0 0,0 0 1 0 0,-14 12 0 0 0,7-5-37 0 0,0 1 1 0 0,1 1-1 0 0,0 0 1 0 0,1 1-1 0 0,1 0 1 0 0,-15 25 0 0 0,21-29-20 0 0,0 0 0 0 0,1 0 0 0 0,0 0 1 0 0,1 1-1 0 0,1 0 0 0 0,0 0 1 0 0,0 0-1 0 0,1 0 0 0 0,1 0 0 0 0,-1 18 1 0 0,2-26-11 0 0,0 0 0 0 0,1 0 0 0 0,-1 0 0 0 0,1 0 0 0 0,0 0 1 0 0,-1-1-1 0 0,2 1 0 0 0,-1 0 0 0 0,0-1 0 0 0,1 1 0 0 0,0 0 0 0 0,0-1 0 0 0,0 0 1 0 0,0 0-1 0 0,0 1 0 0 0,1-1 0 0 0,-1 0 0 0 0,1-1 0 0 0,0 1 0 0 0,0 0 1 0 0,0-1-1 0 0,0 0 0 0 0,0 0 0 0 0,1 0 0 0 0,-1 0 0 0 0,1 0 0 0 0,-1 0 0 0 0,1-1 1 0 0,0 0-1 0 0,-1 0 0 0 0,1 0 0 0 0,0 0 0 0 0,0-1 0 0 0,0 1 0 0 0,0-1 0 0 0,4 0 1 0 0,1 0 2 0 0,1 0 0 0 0,0 0 1 0 0,0-1-1 0 0,0 0 0 0 0,-1-1 1 0 0,1 0-1 0 0,0-1 0 0 0,-1 0 1 0 0,0 0-1 0 0,0-1 0 0 0,0 0 1 0 0,0 0-1 0 0,-1-1 0 0 0,1-1 1 0 0,-1 1-1 0 0,14-14 0 0 0,-12 9-1 0 0,0-1-1 0 0,-1 0 0 0 0,-1-1 1 0 0,0 0-1 0 0,0 0 1 0 0,-1-1-1 0 0,-1 0 0 0 0,0 0 1 0 0,-1-1-1 0 0,7-27 1 0 0,2-44 139 0 0,-4 21 692 0 0,-7 5 109 0 0,-3 57-534 0 0,0 4-191 0 0,-7 31 1763 0 0,-2 43-1 0 0,0 1-247 0 0,-47 217 782 0 0,9-101-4431 0 0,40-161-1620 0 0,5-12-3490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9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123 155 2176 0 0,'-52'-75'15033'0'0,"32"43"-11778"0"0,17 28-2963 0 0,-3-8 187 0 0,6 11-474 0 0,0 1 0 0 0,0-1 0 0 0,0 1 0 0 0,0 0 1 0 0,0-1-1 0 0,1 1 0 0 0,-1-1 0 0 0,0 1 0 0 0,0-1 0 0 0,1 1 0 0 0,-1 0 1 0 0,0-1-1 0 0,0 1 0 0 0,1 0 0 0 0,-1-1 0 0 0,0 1 0 0 0,1 0 0 0 0,-1 0 1 0 0,0-1-1 0 0,1 1 0 0 0,-1 0 0 0 0,1 0 0 0 0,-1-1 0 0 0,0 1 0 0 0,1 0 1 0 0,-1 0-1 0 0,1 0 0 0 0,-1 0 0 0 0,1 0 0 0 0,-1 0 0 0 0,0 0 0 0 0,1 0 1 0 0,-1 0-1 0 0,1 0 0 0 0,0 0 0 0 0,91-12 78 0 0,141 2 1 0 0,-232 10-86 0 0,0 0 0 0 0,0 0 0 0 0,0 0 1 0 0,0 0-1 0 0,0 0 0 0 0,0 0 0 0 0,0 0 0 0 0,0 0 1 0 0,0 0-1 0 0,0 1 0 0 0,0-1 0 0 0,0 0 1 0 0,0 1-1 0 0,-1-1 0 0 0,1 1 0 0 0,0-1 0 0 0,0 1 1 0 0,0-1-1 0 0,-1 1 0 0 0,1-1 0 0 0,1 2 1 0 0,-2-1-1 0 0,0 0 1 0 0,1-1 0 0 0,-1 1-1 0 0,0 0 1 0 0,0 0 0 0 0,0 0 0 0 0,0-1-1 0 0,0 1 1 0 0,0 0 0 0 0,0 0 0 0 0,-1-1-1 0 0,1 1 1 0 0,0 0 0 0 0,0 0-1 0 0,0-1 1 0 0,-1 1 0 0 0,1 0 0 0 0,0 0-1 0 0,-1-1 1 0 0,0 2 0 0 0,-4 5-3 0 0,-1 0 0 0 0,0 0-1 0 0,-11 10 1 0 0,11-11 9 0 0,-124 109 1176 0 0,74-68-99 0 0,17-14-277 0 0,16-15-387 0 0,0 1-1 0 0,2 1 1 0 0,-34 40 0 0 0,54-59-400 0 0,0 0 0 0 0,1-1 0 0 0,-1 2 1 0 0,0-1-1 0 0,0 0 0 0 0,1 0 0 0 0,-1 0 1 0 0,0 0-1 0 0,1 0 0 0 0,0 1 0 0 0,-1-1 1 0 0,1 0-1 0 0,-1 0 0 0 0,1 1 0 0 0,0-1 1 0 0,0 0-1 0 0,0 0 0 0 0,0 1 0 0 0,0-1 1 0 0,0 0-1 0 0,0 1 0 0 0,0-1 0 0 0,1 0 1 0 0,-1 0-1 0 0,0 1 0 0 0,1 1 0 0 0,1-2-1 0 0,-1 1-1 0 0,1-1 1 0 0,-1 1-1 0 0,1-1 1 0 0,-1 0-1 0 0,1 0 1 0 0,0 0-1 0 0,0 0 1 0 0,0 0-1 0 0,-1 0 1 0 0,1 0-1 0 0,0-1 1 0 0,0 1-1 0 0,4 0 1 0 0,7 1 18 0 0,0 0 0 0 0,0-1 1 0 0,0-1-1 0 0,14-1 0 0 0,19-2 50 0 0,0-3 0 0 0,-1-2 0 0 0,67-20 0 0 0,-79 17-2051 0 0,51-25-1 0 0,-56 21-2587 0 0,0-1 0 0 0,26-21 0 0 0,-34 21-2951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73 2976 0 0,'-23'-8'6561'0'0,"-9"-3"1535"0"0,11 5-4536 0 0,38-6-2904 0 0,115-11-913 0 0,-44 14-4116 0 0,-50 6 352 0 0,-13 2-6773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5:59:5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1 976 0 0,'-26'12'4506'0'0,"13"-6"-2042"0"0,0 0 1 0 0,0 1-1 0 0,-17 13 0 0 0,30-20-2444 0 0,-1 1 0 0 0,1-1-1 0 0,0 0 1 0 0,0 1-1 0 0,0-1 1 0 0,0 0-1 0 0,0 0 1 0 0,0 1-1 0 0,0-1 1 0 0,0 0 0 0 0,0 0-1 0 0,0 1 1 0 0,0-1-1 0 0,0 0 1 0 0,0 1-1 0 0,0-1 1 0 0,0 0-1 0 0,0 0 1 0 0,0 1 0 0 0,0-1-1 0 0,0 0 1 0 0,0 0-1 0 0,0 1 1 0 0,1-1-1 0 0,-1 0 1 0 0,0 0-1 0 0,0 1 1 0 0,0-1 0 0 0,0 0-1 0 0,1 0 1 0 0,-1 0-1 0 0,0 1 1 0 0,0-1-1 0 0,0 0 1 0 0,1 0-1 0 0,-1 0 1 0 0,0 0 0 0 0,0 1-1 0 0,1-1 1 0 0,-1 0-1 0 0,0 0 1 0 0,0 0-1 0 0,1 0 1 0 0,-1 0 0 0 0,0 0-1 0 0,1 0 1 0 0,-1 0-1 0 0,0 0 1 0 0,1 0-1 0 0,11 5 186 0 0,8-2-192 0 0,0 0 0 0 0,0-1 0 0 0,0-1 0 0 0,0-1 1 0 0,34-4-1 0 0,-5 1-1027 0 0,62-6-2177 0 0,-36-1-1712 0 0,-28 3-186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0:0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55 3076 0 0,'9'-55'17473'0'0,"-12"57"-16684"0"0,-5 1-461 0 0,1 1 1 0 0,0 1-1 0 0,0-1 0 0 0,0 1 0 0 0,1 1 1 0 0,-6 5-1 0 0,-38 42 988 0 0,33-35-1032 0 0,-31 35 383 0 0,-44 65 0 0 0,79-100-613 0 0,1 1 1 0 0,0 0-1 0 0,2 1 0 0 0,1 0 1 0 0,0 1-1 0 0,1 0 1 0 0,-8 40-1 0 0,14-54-42 0 0,1 0 1 0 0,1 0-1 0 0,-1 0 0 0 0,1 1 1 0 0,1-1-1 0 0,-1 0 0 0 0,1 0 1 0 0,0-1-1 0 0,1 1 0 0 0,0 0 0 0 0,0 0 1 0 0,0 0-1 0 0,1-1 0 0 0,5 10 1 0 0,-3-8 9 0 0,1-1 0 0 0,0 1 0 0 0,0-1 0 0 0,0 0 0 0 0,1-1 1 0 0,0 1-1 0 0,0-1 0 0 0,1-1 0 0 0,14 9 0 0 0,-2-4 3 0 0,-1-1 0 0 0,1-1 0 0 0,0-1-1 0 0,1-1 1 0 0,0 0 0 0 0,0-2 0 0 0,0 0 0 0 0,38 0 0 0 0,-41-4-6 0 0,-1 0 0 0 0,0-2 0 0 0,0 0 1 0 0,1-1-1 0 0,-1-1 0 0 0,-1-1 1 0 0,1 0-1 0 0,-1-1 0 0 0,0 0 1 0 0,0-2-1 0 0,-1 0 0 0 0,1 0 1 0 0,-2-2-1 0 0,0 0 0 0 0,0 0 1 0 0,16-16-1 0 0,-20 15-16 0 0,-1 1 1 0 0,1-1-1 0 0,-2 0 1 0 0,1-1-1 0 0,-2 0 1 0 0,0 0-1 0 0,0-1 1 0 0,-1 0-1 0 0,0 0 1 0 0,-2-1-1 0 0,1 1 1 0 0,-2-1-1 0 0,1 0 1 0 0,-2 0-1 0 0,0 0 1 0 0,-1-1-1 0 0,0 1 0 0 0,-1 0 1 0 0,-1-1-1 0 0,-2-14 1 0 0,0 13-46 0 0,-2-1 1 0 0,1 1 0 0 0,-2 0-1 0 0,0 0 1 0 0,-1 1-1 0 0,-1 0 1 0 0,0 0 0 0 0,-1 0-1 0 0,0 1 1 0 0,-2 1-1 0 0,1 0 1 0 0,-2 0-1 0 0,-14-13 1 0 0,13 14-200 0 0,0 2 1 0 0,0-1-1 0 0,-1 2 1 0 0,-1-1-1 0 0,0 2 1 0 0,0 0-1 0 0,0 1 1 0 0,-1 1-1 0 0,0 0 0 0 0,0 1 1 0 0,-1 1-1 0 0,1 0 1 0 0,-22-1-1 0 0,23 4-398 0 0,-1 2 0 0 0,0-1 0 0 0,1 2 0 0 0,0 0 0 0 0,-1 1 0 0 0,-15 6 0 0 0,-7 3-3790 0 0,-44 22 1 0 0,15-2-3926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0:3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 6617 0 0,'-12'-7'16281'0'0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1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1 444 0 0,'0'0'1140'0'0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1:4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23 1696 0 0,'-1'-10'2180'0'0,"-1"-2"-3392"0"0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23 1296 0 0,'6'-10'5660'0'0,"2"-2"-2031"0"0,-9 24-1769 0 0,-9 26-1288 0 0,-19 52-231 0 0,-62 202 547 0 0,21 6-991 0 0,60-259-1673 0 0,5-24-3918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5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1232 0 0,'11'-38'3913'0'0,"-3"13"-1246"0"0,11-28 1 0 0,-16 46-2387 0 0,0 1 1 0 0,1-1 0 0 0,-1 1-1 0 0,1 0 1 0 0,1 0 0 0 0,-1 1 0 0 0,1-1-1 0 0,10-8 1 0 0,-13 12-252 0 0,0 1 0 0 0,0-1-1 0 0,0 1 1 0 0,0 0 0 0 0,0 0 0 0 0,0 0-1 0 0,1 0 1 0 0,-1 0 0 0 0,0 0 0 0 0,1 1-1 0 0,-1-1 1 0 0,0 1 0 0 0,1-1-1 0 0,-1 1 1 0 0,1 0 0 0 0,-1 0 0 0 0,0 0-1 0 0,4 1 1 0 0,-1 0-6 0 0,-1 0 0 0 0,0 1-1 0 0,0-1 1 0 0,0 1 0 0 0,-1 0 0 0 0,1 0 0 0 0,0 0-1 0 0,-1 1 1 0 0,6 4 0 0 0,1 2 13 0 0,-1 0-1 0 0,-1 0 1 0 0,0 1 0 0 0,0 1 0 0 0,12 21 0 0 0,1 10 253 0 0,-2 1 1 0 0,27 90 0 0 0,7 97 671 0 0,-44-143-511 0 0,-3-23-183 0 0,-6-59-1305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54 2228 0 0,'-88'5'10900'0'0,"85"-5"-10349"0"0,-12 1 1230 0 0,46-1-1911 0 0,-1 0-1 0 0,57-9 1 0 0,63-19-5013 0 0,-150 28 5139 0 0,42-10-3191 0 0,-1-2-1128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28 2428 0 0,'-23'-28'15496'0'0,"24"38"-14902"0"0,15 33 369 0 0,2-1 0 0 0,46 77-1 0 0,-35-68-763 0 0,2 2 12 0 0,54 70 0 0 0,-28-54-2435 0 0,-56-67 1804 0 0,0-1 0 0 0,0 0 0 0 0,-1 0 0 0 0,1 0 0 0 0,0 0 1 0 0,1 0-1 0 0,-1 0 0 0 0,0-1 0 0 0,0 1 0 0 0,0 0 0 0 0,0 0 0 0 0,1-1 0 0 0,-1 1 0 0 0,0-1 0 0 0,0 1 0 0 0,1-1 0 0 0,-1 0 0 0 0,1 1 0 0 0,-1-1 1 0 0,0 0-1 0 0,1 0 0 0 0,-1 0 0 0 0,0 0 0 0 0,3 0 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39 968 0 0,'-2'-3'761'0'0,"0"-1"-1"0"0,0 2 1 0 0,0-1 0 0 0,0 0-1 0 0,0 0 1 0 0,-1 1 0 0 0,1-1-1 0 0,-1 1 1 0 0,0 0-1 0 0,0 0 1 0 0,0 0 0 0 0,0 0-1 0 0,-6-2 1 0 0,8 3-639 0 0,-1 1 1 0 0,0 0-1 0 0,0 0 0 0 0,0-1 0 0 0,1 1 1 0 0,-1 0-1 0 0,0 1 0 0 0,0-1 1 0 0,1 0-1 0 0,-1 1 0 0 0,0-1 0 0 0,0 0 1 0 0,1 1-1 0 0,-1 0 0 0 0,0 0 0 0 0,-1 1 1 0 0,-27 17 743 0 0,23-14-603 0 0,-16 13 261 0 0,0 1 0 0 0,1 1 0 0 0,-26 30 0 0 0,-53 74 350 0 0,85-104-780 0 0,-45 60 17 0 0,3 2 0 0 0,-70 133 0 0 0,109-165-3144 0 0,19-50 2863 0 0,0 1-1 0 0,0-1 1 0 0,0 1-1 0 0,0 0 0 0 0,0-1 1 0 0,0 1-1 0 0,0-1 1 0 0,0 1-1 0 0,0 0 1 0 0,0-1-1 0 0,0 1 0 0 0,0-1 1 0 0,0 1-1 0 0,0 0 1 0 0,0-1-1 0 0,1 1 0 0 0,-1-1 1 0 0,0 1-1 0 0,0-1 1 0 0,1 1-1 0 0,-1-1 1 0 0,1 1-1 0 0,-1-1 0 0 0,0 1 1 0 0,1-1-1 0 0,-1 1 1 0 0,1-1-1 0 0,-1 0 0 0 0,1 1 1 0 0,-1-1-1 0 0,1 0 1 0 0,-1 1-1 0 0,1-1 1 0 0,-1 0-1 0 0,1 0 0 0 0,-1 1 1 0 0,1-1-1 0 0,0 0 1 0 0,-1 0-1 0 0,1 0 1 0 0,-1 0-1 0 0,1 0 0 0 0,0 0 1 0 0,-1 0-1 0 0,1 0 1 0 0,1 0-1 0 0,10-1-4597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2072 0 0,'48'-27'17414'0'0,"-17"11"-12624"0"0,91-13-4614 0 0,5-2-5076 0 0,-91 24 1479 0 0,-4 1-4067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153 105 1572 0 0,'-151'106'16917'0'0,"149"-106"-16686"0"0,5 3 73 0 0,-3-3-297 0 0,0 1 0 0 0,1-1 0 0 0,-1 0-1 0 0,0 0 1 0 0,0 0 0 0 0,0 1 0 0 0,0-1-1 0 0,0 0 1 0 0,0 0 0 0 0,0 0-1 0 0,1 1 1 0 0,-1-1 0 0 0,0 0 0 0 0,0 0-1 0 0,0 0 1 0 0,0 0 0 0 0,1 1-1 0 0,-1-1 1 0 0,0 0 0 0 0,0 0 0 0 0,0 0-1 0 0,1 0 1 0 0,-1 0 0 0 0,0 0-1 0 0,0 0 1 0 0,1 0 0 0 0,-1 0 0 0 0,0 1-1 0 0,0-1 1 0 0,1 0 0 0 0,-1 0-1 0 0,0 0 1 0 0,0 0 0 0 0,1 0 0 0 0,-1-1-1 0 0,0 1 1 0 0,0 0 0 0 0,0 0-1 0 0,1 0 1 0 0,36-6-11 0 0,0-2 1 0 0,-1-1-1 0 0,67-27 1 0 0,-44 15-868 0 0,241-89-9765 0 0,-228 82 5268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363 170 2604 0 0,'-11'-24'12349'0'0,"7"16"-10610"0"0,2 9-1659 0 0,0-1 0 0 0,0 0 0 0 0,0 1 1 0 0,0 0-1 0 0,0-1 0 0 0,0 1 0 0 0,1 0 0 0 0,-1 0 0 0 0,0 0 0 0 0,1 0 0 0 0,-1 0 0 0 0,0 1 0 0 0,1-1 0 0 0,0 0 0 0 0,-3 4 1 0 0,1-2 57 0 0,-15 13 51 0 0,2 0 1 0 0,0 2 0 0 0,1 0 0 0 0,1 1-1 0 0,1 0 1 0 0,-19 37 0 0 0,18-28-107 0 0,2-1 1 0 0,2 2-1 0 0,0-1 1 0 0,-10 56-1 0 0,18-75-48 0 0,1 1 0 0 0,0 0 0 0 0,1-1 0 0 0,0 1 0 0 0,0 0 0 0 0,1-1 0 0 0,0 1 1 0 0,1-1-1 0 0,0 1 0 0 0,0-1 0 0 0,1 0 0 0 0,4 10 0 0 0,-4-15 0 0 0,-1 1 0 0 0,1-1 1 0 0,0 1-1 0 0,0-1 1 0 0,0 0-1 0 0,1 0 0 0 0,0 0 1 0 0,-1 0-1 0 0,1-1 0 0 0,1 0 1 0 0,-1 1-1 0 0,0-2 0 0 0,1 1 1 0 0,-1 0-1 0 0,1-1 0 0 0,0 0 1 0 0,0 0-1 0 0,0 0 1 0 0,0-1-1 0 0,0 0 0 0 0,0 1 1 0 0,1-2-1 0 0,5 1 0 0 0,2 0 120 0 0,1-1 0 0 0,-1-1 0 0 0,1 0 0 0 0,-1 0 0 0 0,0-2 0 0 0,0 0 0 0 0,0 0 0 0 0,22-9 0 0 0,-17 4 34 0 0,-1-1-1 0 0,0-1 1 0 0,-1 0 0 0 0,1-1-1 0 0,20-19 1 0 0,-11 6 58 0 0,-2-2 1 0 0,0-1-1 0 0,-2 0 1 0 0,-1-2-1 0 0,-1 0 0 0 0,19-38 1 0 0,-32 52-14 0 0,1 1 0 0 0,-2-2-1 0 0,0 1 1 0 0,-1-1 0 0 0,-1 1 0 0 0,0-1 0 0 0,-1 0 0 0 0,2-24 0 0 0,-5 32-184 0 0,0 0 0 0 0,-1 1 0 0 0,0-1 1 0 0,0 0-1 0 0,0 0 0 0 0,-1 1 0 0 0,0-1 0 0 0,-1 1 1 0 0,1 0-1 0 0,-2-1 0 0 0,1 1 0 0 0,-1 1 0 0 0,0-1 1 0 0,0 0-1 0 0,-1 1 0 0 0,0 0 0 0 0,0 0 0 0 0,0 0 0 0 0,-10-7 1 0 0,1 3-39 0 0,0 1 1 0 0,0 0-1 0 0,-1 1 1 0 0,0 1-1 0 0,-1 1 1 0 0,1 0-1 0 0,-1 1 1 0 0,0 0-1 0 0,0 2 1 0 0,-1 0-1 0 0,1 0 1 0 0,-21 1-1 0 0,6 1-456 0 0,0 1 1 0 0,0 2-1 0 0,0 1 0 0 0,1 1 1 0 0,-52 15-1 0 0,66-14-305 0 0,1 0 0 0 0,0 1 0 0 0,1 1 0 0 0,-1 0 0 0 0,1 0-1 0 0,1 2 1 0 0,-16 11 0 0 0,21-12-714 0 0,0-1 0 0 0,0 1 0 0 0,0 1 0 0 0,1-1 0 0 0,0 1-1 0 0,-9 17 1 0 0,2 1-5927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7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 6409 0 0,'0'0'18431'0'0,"-4"-11"-20714"0"0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37 908 0 0,'12'-7'3024'0'0,"-6"5"-849"0"0,1-1-1 0 0,-1 0 1 0 0,1 0-1 0 0,9-7 4059 0 0,-16 10-6212 0 0,0-1-1 0 0,-1 1 1 0 0,1-1-1 0 0,0 1 1 0 0,-1-1-1 0 0,1 1 1 0 0,-1-1 0 0 0,1 1-1 0 0,-1-1 1 0 0,1 1-1 0 0,-1 0 1 0 0,0-1-1 0 0,1 1 1 0 0,-1 0-1 0 0,1 0 1 0 0,-1-1 0 0 0,-1 1-1 0 0,-24-1 5 0 0,0 1 0 0 0,0 1-1 0 0,0 1 1 0 0,0 1 0 0 0,0 2 0 0 0,1 1-1 0 0,-46 15 1 0 0,66-19-26 0 0,1-1 0 0 0,0 0 0 0 0,0 1 0 0 0,0 0 0 0 0,0 0-1 0 0,0 0 1 0 0,0 0 0 0 0,1 1 0 0 0,-1-1 0 0 0,1 1 0 0 0,-1 0 0 0 0,1 0 0 0 0,0 1-1 0 0,0-1 1 0 0,1 0 0 0 0,-4 6 0 0 0,0 0-1 0 0,0 0 7 0 0,1 0 0 0 0,0 0 0 0 0,0 1 0 0 0,1-1-1 0 0,1 1 1 0 0,-4 12 0 0 0,-10 64 44 0 0,15-73-46 0 0,-34 370 135 0 0,21-162 90 0 0,-43 987 913 0 0,56-1096-1106 0 0,-18 539 97 0 0,-8-246-99 0 0,6 230 618 0 0,29-106 960 0 0,-5-325-691 0 0,-2-195-864 0 0,0 0 1 0 0,0 0 0 0 0,1 0-1 0 0,0-1 1 0 0,3 12-1 0 0,-3-18 6 0 0,5 1 56 0 0,-6-3-115 0 0,0 0 0 0 0,1 1 0 0 0,-1-1 0 0 0,0 0 0 0 0,0 1 0 0 0,1-1 1 0 0,-1 0-1 0 0,0 0 0 0 0,1 1 0 0 0,-1-1 0 0 0,1 0 0 0 0,-1 0 0 0 0,0 0 0 0 0,1 0 1 0 0,-1 0-1 0 0,0 1 0 0 0,1-1 0 0 0,-1 0 0 0 0,1 0 0 0 0,-1 0 0 0 0,1 0 1 0 0,-1 0-1 0 0,0 0 0 0 0,1 0 0 0 0,-1 0 0 0 0,1 0 0 0 0,-1-1 0 0 0,0 1 0 0 0,1 0 1 0 0,-1 0-1 0 0,1 0 0 0 0,0-1 0 0 0,416-128-3082 0 0,-145 18-6582 0 0,-135 50-202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4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56 1832 0 0,'10'-46'14005'0'0,"-10"39"-12353"0"0,0 4-672 0 0,-2 17-746 0 0,-54 300 3176 0 0,40-236-3138 0 0,6-7-82 0 0,-5 19 278 0 0,13-82-1420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2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205 106 2228 0 0,'-7'-10'7293'0'0,"-41"-12"888"0"0,47 21-7719 0 0,-4-2 103 0 0,4 3-524 0 0,1 0 0 0 0,-1 0 1 0 0,1 0-1 0 0,-1 0 0 0 0,1-1 1 0 0,-1 1-1 0 0,1 0 0 0 0,0 0 1 0 0,-1 0-1 0 0,1-1 0 0 0,-1 1 1 0 0,1 0-1 0 0,-1-1 0 0 0,1 1 1 0 0,0 0-1 0 0,-1-1 0 0 0,1 1 1 0 0,0-1-1 0 0,-1 1 0 0 0,1-1 1 0 0,0 1-1 0 0,0 0 0 0 0,-1-1 1 0 0,1 1-1 0 0,0-1 0 0 0,0 1 1 0 0,0-1-1 0 0,-1 0 0 0 0,2-2-25 0 0,1 1 0 0 0,-1-1 0 0 0,0 1 0 0 0,1 0-1 0 0,-1-1 1 0 0,1 1 0 0 0,0 0 0 0 0,0 0 0 0 0,0 0 0 0 0,0 0 0 0 0,0 1-1 0 0,0-1 1 0 0,0 1 0 0 0,1-1 0 0 0,-1 1 0 0 0,5-2 0 0 0,41-17-18 0 0,-45 19-1 0 0,-1 0 0 0 0,1 1 1 0 0,-1-1-1 0 0,1 1 0 0 0,0-1 0 0 0,-1 1 0 0 0,1 0 0 0 0,0 0 0 0 0,-1 0 0 0 0,1 0 0 0 0,-1 1 1 0 0,1-1-1 0 0,0 1 0 0 0,-1-1 0 0 0,1 1 0 0 0,-1 0 0 0 0,1 0 0 0 0,-1 0 0 0 0,0 1 0 0 0,1-1 1 0 0,-1 0-1 0 0,0 1 0 0 0,0-1 0 0 0,0 1 0 0 0,0 0 0 0 0,0 0 0 0 0,0 0 0 0 0,-1 0 1 0 0,1 0-1 0 0,0 0 0 0 0,1 4 0 0 0,0 0 4 0 0,0 0 0 0 0,0 0 0 0 0,-1 1 1 0 0,0-1-1 0 0,0 0 0 0 0,0 1 0 0 0,-1-1 0 0 0,0 1 1 0 0,0 0-1 0 0,-1-1 0 0 0,0 10 0 0 0,-3 7 9 0 0,-1 0-1 0 0,-1 0 1 0 0,0-1-1 0 0,-2 0 0 0 0,-1 0 1 0 0,-1-1-1 0 0,0 0 1 0 0,-2 0-1 0 0,-16 24 1 0 0,-16 17 0 0 0,-75 82 0 0 0,108-133-7 0 0,-4 4 6 0 0,-23 28-19 0 0,37-43 10 0 0,0 0 0 0 0,0 0 0 0 0,0 0 0 0 0,0 1 0 0 0,0-1 0 0 0,-1 0 0 0 0,1 0 0 0 0,0 0 0 0 0,0 0 0 0 0,0 0 0 0 0,0 0 0 0 0,0 0 0 0 0,0 0 0 0 0,-1 0 0 0 0,1 1 0 0 0,0-1 0 0 0,0 0 0 0 0,0 0 0 0 0,0 0 0 0 0,0 0 0 0 0,0 0 0 0 0,0 0 0 0 0,0 1 0 0 0,0-1 0 0 0,0 0 0 0 0,0 0 0 0 0,0 0 0 0 0,0 0 0 0 0,0 1 0 0 0,0-1 0 0 0,0 0 0 0 0,0 0 1 0 0,0 0-1 0 0,0 0 0 0 0,0 0 0 0 0,0 1 0 0 0,0-1 0 0 0,0 0 0 0 0,0 0 0 0 0,0 0 0 0 0,0 0 0 0 0,0 0 0 0 0,0 1 0 0 0,0-1 0 0 0,0 0 0 0 0,0 0 0 0 0,0 0 0 0 0,1 0 0 0 0,-1 0 0 0 0,0 0 0 0 0,0 1 0 0 0,0-1 0 0 0,0 0 0 0 0,0 0 0 0 0,0 0 0 0 0,1 0 0 0 0,-1 0 0 0 0,0 0 0 0 0,0 0 0 0 0,0 0 0 0 0,0 0 0 0 0,0 0 0 0 0,1 0 0 0 0,15-4 1 0 0,24-13-2 0 0,-37 16 1 0 0,155-65-2293 0 0,54-27-2906 0 0,-188 80 1052 0 0,-4 1-2045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68 111 180 0 0,'-16'-2'5539'0'0,"-25"-8"5090"0"0,34 10-10035 0 0,7 0-574 0 0,0 0 1 0 0,0 0 0 0 0,0-1 0 0 0,0 1 0 0 0,0 0 0 0 0,0 0 0 0 0,0 0 0 0 0,0 0 0 0 0,0 0-1 0 0,0 0 1 0 0,0 0 0 0 0,0 0 0 0 0,0-1 0 0 0,0 1 0 0 0,0 0 0 0 0,0 0 0 0 0,0 0 0 0 0,0 0-1 0 0,0 0 1 0 0,0 0 0 0 0,0 0 0 0 0,0 0 0 0 0,0 0 0 0 0,0-1 0 0 0,0 1 0 0 0,0 0 0 0 0,0 0-1 0 0,0 0 1 0 0,0 0 0 0 0,0 0 0 0 0,0 0 0 0 0,0 0 0 0 0,-1 0 0 0 0,1 0 0 0 0,0 0 0 0 0,0 0-1 0 0,0 0 1 0 0,0-1 0 0 0,0 1 0 0 0,0 0 0 0 0,0 0 0 0 0,0 0 0 0 0,0 0 0 0 0,-1 0 0 0 0,1 0-1 0 0,0 0 1 0 0,0 0 0 0 0,0 0 0 0 0,0 0 0 0 0,0 0 0 0 0,0 0 0 0 0,0 0 0 0 0,0 0-1 0 0,0 0 1 0 0,-1 0 0 0 0,1 0 0 0 0,0 0 0 0 0,0 0 0 0 0,0 0 0 0 0,0 0 0 0 0,0 1 0 0 0,0-1-1 0 0,0 0 1 0 0,0 0 0 0 0,0 0 0 0 0,-1 0 0 0 0,1 0 0 0 0,0 0 0 0 0,0 0 0 0 0,21-10 32 0 0,1 2 1 0 0,0 0-1 0 0,30-6 1 0 0,12-5 36 0 0,-35 10-72 0 0,55-17 112 0 0,-81 25-136 0 0,-3 1-10 0 0,1 0 13 0 0,0 0 0 0 0,0 0 0 0 0,-1 0 0 0 0,1 0-1 0 0,0 0 1 0 0,0 0 0 0 0,0 0 0 0 0,-1 0-1 0 0,1 0 1 0 0,0 0 0 0 0,0 0 0 0 0,-1 0-1 0 0,1 1 1 0 0,0-1 0 0 0,0 0 0 0 0,-1 1-1 0 0,1-1 1 0 0,0 1 0 0 0,-1-1 0 0 0,1 0-1 0 0,0 1 1 0 0,-1-1 0 0 0,1 1 0 0 0,-1 0 0 0 0,1-1-1 0 0,-1 1 1 0 0,1-1 0 0 0,-1 1 0 0 0,0 0-1 0 0,1-1 1 0 0,-1 1 0 0 0,0 0 0 0 0,1 0-1 0 0,-1-1 1 0 0,0 1 0 0 0,0 0 0 0 0,1 0-1 0 0,-1-1 1 0 0,0 1 0 0 0,0 1 0 0 0,2 15 15 0 0,-1-1-1 0 0,-1 0 1 0 0,0 0 0 0 0,-3 24 0 0 0,0-10-13 0 0,-25 217 461 0 0,1-10-898 0 0,27-234 53 0 0,-2 20-880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0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1036 0 0,'12'-29'11133'0'0,"-7"17"-7983"0"0,-5 9-2913 0 0,0 1-1 0 0,0-1 0 0 0,1 1 0 0 0,-1 0 0 0 0,1-1 0 0 0,-1 1 0 0 0,1 0 1 0 0,0 0-1 0 0,0-1 0 0 0,0 1 0 0 0,0 0 0 0 0,0 0 0 0 0,1 0 0 0 0,-1 0 1 0 0,3-2-1 0 0,-2 1-212 0 0,1 0 0 0 0,-1 0 0 0 0,1 0 0 0 0,0 1 1 0 0,0-1-1 0 0,0 1 0 0 0,1 0 0 0 0,-1 0 0 0 0,0 0 0 0 0,1 0 0 0 0,-1 0 1 0 0,1 1-1 0 0,0 0 0 0 0,-1-1 0 0 0,1 2 0 0 0,0-1 0 0 0,0 0 1 0 0,6 0-1 0 0,-3 1-35 0 0,0 0 1 0 0,0 0-1 0 0,0 1 1 0 0,0-1-1 0 0,0 1 1 0 0,0 1 0 0 0,0 0-1 0 0,0 0 1 0 0,-1 0-1 0 0,8 4 1 0 0,-9-4 9 0 0,0 1 0 0 0,0 0-1 0 0,-1 0 1 0 0,1 0 0 0 0,-1 1 0 0 0,0-1 0 0 0,0 1 0 0 0,0 0 0 0 0,0 0 0 0 0,-1 0 0 0 0,0 1-1 0 0,0 0 1 0 0,0-1 0 0 0,0 1 0 0 0,-1 0 0 0 0,1 0 0 0 0,-1 0 0 0 0,2 10 0 0 0,-2-6 13 0 0,-1-1 1 0 0,-1 1 0 0 0,1 0-1 0 0,-1 0 1 0 0,-1 0 0 0 0,1-1 0 0 0,-2 1-1 0 0,1 0 1 0 0,-1-1 0 0 0,0 1-1 0 0,-5 9 1 0 0,-3 8 154 0 0,-2-1 1 0 0,-1 0-1 0 0,-30 44 0 0 0,-60 61 1561 0 0,54-69 229 0 0,48-60-1739 0 0,1-1-211 0 0,0 1-1 0 0,0-1 1 0 0,0 0 0 0 0,0 0-1 0 0,0 1 1 0 0,0-1 0 0 0,0 0 0 0 0,0 1-1 0 0,1-1 1 0 0,-1 0 0 0 0,0 0-1 0 0,0 1 1 0 0,0-1 0 0 0,0 0-1 0 0,1 0 1 0 0,-1 1 0 0 0,0-1 0 0 0,0 0-1 0 0,0 0 1 0 0,1 0 0 0 0,-1 0-1 0 0,0 1 1 0 0,0-1 0 0 0,1 0 0 0 0,-1 0-1 0 0,0 0 1 0 0,1 0 0 0 0,-1 0-1 0 0,0 0 1 0 0,0 0 0 0 0,1 0-1 0 0,-1 0 1 0 0,0 0 0 0 0,1 0 0 0 0,-1 0-1 0 0,0 0 1 0 0,0 0 0 0 0,1 0-1 0 0,0 0 1 0 0,13-2 86 0 0,-12 1-92 0 0,364-91 335 0 0,-300 74-294 0 0,14-2-76 0 0,-78 20-167 0 0,8-4-1480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103 103 672 0 0,'-54'-50'16935'0'0,"47"41"-15014"0"0,7 8-1881 0 0,0 0 1 0 0,0 0-1 0 0,0 0 1 0 0,0 0-1 0 0,0 0 0 0 0,0 0 1 0 0,0 0-1 0 0,0-1 1 0 0,1 1-1 0 0,-1 0 1 0 0,0 0-1 0 0,1 0 0 0 0,-1 0 1 0 0,1 0-1 0 0,-1 0 1 0 0,1 0-1 0 0,-1 1 0 0 0,1-1 1 0 0,-1 0-1 0 0,1 0 1 0 0,0 0-1 0 0,1 0 1 0 0,0-1-10 0 0,0 0 0 0 0,1 0 1 0 0,-1 1-1 0 0,1-1 0 0 0,0 1 0 0 0,0 0 1 0 0,-1 0-1 0 0,4-1 0 0 0,2 0-31 0 0,-1 1-1 0 0,1-1 1 0 0,0 2-1 0 0,-1-1 0 0 0,10 1 1 0 0,-14 0 2 0 0,1 0 1 0 0,-1 0 0 0 0,1 1-1 0 0,-1-1 1 0 0,1 1-1 0 0,-1 0 1 0 0,0 0 0 0 0,1 0-1 0 0,-1 1 1 0 0,0-1-1 0 0,0 1 1 0 0,0 0 0 0 0,0-1-1 0 0,0 1 1 0 0,0 1-1 0 0,-1-1 1 0 0,1 0-1 0 0,0 1 1 0 0,-1-1 0 0 0,0 1-1 0 0,0 0 1 0 0,0-1-1 0 0,0 1 1 0 0,0 0 0 0 0,0 1-1 0 0,-1-1 1 0 0,0 0-1 0 0,1 0 1 0 0,-1 1 0 0 0,0-1-1 0 0,-1 0 1 0 0,1 6-1 0 0,0-1 8 0 0,-1 1-1 0 0,0-1 0 0 0,-1 1 0 0 0,0-1 1 0 0,0 1-1 0 0,-1-1 0 0 0,0 0 0 0 0,0 1 1 0 0,-1-1-1 0 0,0 0 0 0 0,-7 13 1 0 0,-42 56 67 0 0,22-36 200 0 0,30-40-266 0 0,-9 15 394 0 0,21-16-241 0 0,26-6-161 0 0,-25 6 16 0 0,1 0 0 0 0,-1 1 0 0 0,0 1 0 0 0,0 0 0 0 0,0 1 0 0 0,0 0 0 0 0,0 1 0 0 0,-1 0 0 0 0,1 1 0 0 0,-1 1 0 0 0,0 0 0 0 0,-1 0-1 0 0,1 1 1 0 0,-1 0 0 0 0,-1 1 0 0 0,1 1 0 0 0,-1 0 0 0 0,-1 0 0 0 0,0 1 0 0 0,0 0 0 0 0,-1 0 0 0 0,8 14 0 0 0,-13-20 131 0 0,-1 0 0 0 0,0 0 0 0 0,0 0 0 0 0,-1 0 0 0 0,1 0 1 0 0,-1 1-1 0 0,0-1 0 0 0,0 0 0 0 0,-1 1 0 0 0,1-1 0 0 0,-1 1 0 0 0,0-1 0 0 0,0 1 0 0 0,0-1 0 0 0,-1 1 0 0 0,1-1 0 0 0,-1 1 1 0 0,0-1-1 0 0,-1 0 0 0 0,1 0 0 0 0,-1 1 0 0 0,0-1 0 0 0,0 0 0 0 0,0 0 0 0 0,0-1 0 0 0,-1 1 0 0 0,1 0 0 0 0,-1-1 1 0 0,0 1-1 0 0,0-1 0 0 0,0 0 0 0 0,-5 3 0 0 0,-1 1 101 0 0,0 0 1 0 0,-1-1-1 0 0,0 0 1 0 0,0 0-1 0 0,0-1 1 0 0,-1-1-1 0 0,1 0 1 0 0,-1 0-1 0 0,0-1 1 0 0,-1 0-1 0 0,-16 2 1 0 0,7-4-72 0 0,0 0 0 0 0,0-2 0 0 0,0 0 0 0 0,-27-5 0 0 0,34 3-1127 0 0,0 0 0 0 0,-23-10 0 0 0,29 10-871 0 0,0-1 0 0 0,0-1 0 0 0,0 1 0 0 0,0-1 0 0 0,-7-6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22 122 2288 0 0,'0'0'4671'0'0,"-3"-1"-3632"0"0,1 1 1 0 0,-8-5 3119 0 0,4 1-3119 0 0,6 2-984 0 0,0 0 1 0 0,0 0 0 0 0,0 0 0 0 0,1 0 0 0 0,-1 0 0 0 0,1 0-1 0 0,0 0 1 0 0,0 0 0 0 0,-1 1 0 0 0,1-1 0 0 0,0 0 0 0 0,0 0-1 0 0,1 1 1 0 0,-1-1 0 0 0,0 1 0 0 0,0-1 0 0 0,1 1 0 0 0,-1 0-1 0 0,1-1 1 0 0,-1 1 0 0 0,1 0 0 0 0,0 0 0 0 0,2-1 0 0 0,44-27 151 0 0,-32 21-181 0 0,1 1-1 0 0,0 1 0 0 0,1 0 1 0 0,33-6-1 0 0,-45 11-25 0 0,0 0 0 0 0,1 0 1 0 0,-1 1-1 0 0,1-1 0 0 0,-1 2 0 0 0,1-1 0 0 0,-1 1 1 0 0,1-1-1 0 0,-1 2 0 0 0,0-1 0 0 0,1 1 0 0 0,-1 0 1 0 0,0 0-1 0 0,0 1 0 0 0,0 0 0 0 0,10 6 0 0 0,-14-7 3 0 0,1 0-1 0 0,-1 0 0 0 0,-1 0 0 0 0,1 0 1 0 0,0 1-1 0 0,0-1 0 0 0,-1 0 0 0 0,1 1 0 0 0,-1-1 1 0 0,0 1-1 0 0,0 0 0 0 0,0-1 0 0 0,0 1 0 0 0,0 0 1 0 0,0 3-1 0 0,-1 0 4 0 0,1-1-1 0 0,-1 1 1 0 0,0-1 0 0 0,-1 1 0 0 0,0-1 0 0 0,1 1-1 0 0,-4 7 1 0 0,-1 3 13 0 0,-1 0-1 0 0,-1-1 1 0 0,0 1 0 0 0,-11 14-1 0 0,-76 105 1004 0 0,89-129-407 0 0,5-8-32 0 0,13-11-338 0 0,-7 10-251 0 0,0-1-1 0 0,0 2 1 0 0,0-1 0 0 0,1 1 0 0 0,-1 0 0 0 0,1 0 0 0 0,-1 0 0 0 0,1 1 0 0 0,0 0 0 0 0,0 1-1 0 0,-1 0 1 0 0,1 0 0 0 0,0 0 0 0 0,0 1 0 0 0,0 0 0 0 0,-1 0 0 0 0,10 3 0 0 0,-7-2 8 0 0,-1 0 1 0 0,1 1 0 0 0,-1 1 0 0 0,0-1-1 0 0,0 1 1 0 0,0 1 0 0 0,0-1 0 0 0,-1 1 0 0 0,0 1-1 0 0,0-1 1 0 0,0 1 0 0 0,-1 1 0 0 0,8 8-1 0 0,-12-12 60 0 0,1 0 0 0 0,-1 1-1 0 0,0-1 1 0 0,0 1-1 0 0,-1-1 1 0 0,1 1-1 0 0,-1-1 1 0 0,0 1 0 0 0,0 0-1 0 0,0 0 1 0 0,0 0-1 0 0,-1-1 1 0 0,0 1-1 0 0,1 0 1 0 0,-1 0-1 0 0,-1 5 1 0 0,0-4 77 0 0,-1 0 1 0 0,1 0-1 0 0,-1 0 0 0 0,0 0 1 0 0,0 0-1 0 0,0-1 0 0 0,-1 1 1 0 0,1-1-1 0 0,-1 0 0 0 0,0 1 1 0 0,-5 3-1 0 0,0 1 118 0 0,-2 0 0 0 0,0-1 0 0 0,0 0 0 0 0,0-1 0 0 0,-1 0 0 0 0,0-1 0 0 0,0 0 0 0 0,-1 0 0 0 0,-13 4 0 0 0,6-5-88 0 0,-1-1 0 0 0,0-1-1 0 0,1-1 1 0 0,-1 0 0 0 0,0-2 0 0 0,0 0 0 0 0,-37-5-1 0 0,52 4-247 0 0,0 0 1 0 0,-1 0-1 0 0,1 0 0 0 0,0-1 0 0 0,1 0 0 0 0,-1 0 0 0 0,0 0 0 0 0,0 0 0 0 0,1-1 0 0 0,-6-3 1 0 0,9 5-49 0 0,1 0 0 0 0,-1 1 1 0 0,1-1-1 0 0,-1 0 1 0 0,1 0-1 0 0,-1 0 0 0 0,1 0 1 0 0,-1 1-1 0 0,1-1 1 0 0,0 0-1 0 0,-1 0 0 0 0,1 0 1 0 0,0 0-1 0 0,0 0 0 0 0,0 0 1 0 0,-1 0-1 0 0,1 0 1 0 0,0 0-1 0 0,0 0 0 0 0,1 0 1 0 0,-1 0-1 0 0,0 0 1 0 0,0 0-1 0 0,0 0 0 0 0,1-1 1 0 0,10-23-2688 0 0,-4 17 487 0 0,0-1 0 0 0,0 1 0 0 0,10-9 0 0 0,1 1-4311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62 2236 0 0,'-1'-3'1904'0'0,"-21"-46"8620"0"0,21 47-9927 0 0,1 2-522 0 0,0-1 0 0 0,-1 1 0 0 0,1 0 0 0 0,0-1 0 0 0,0 1 0 0 0,0 0 0 0 0,0-1 0 0 0,-1 1 0 0 0,1 0 0 0 0,0-1 0 0 0,0 1 0 0 0,0 0 0 0 0,-1-1 0 0 0,1 1-1 0 0,0 0 1 0 0,-1 0 0 0 0,1-1 0 0 0,0 1 0 0 0,-1 0 0 0 0,1 0 0 0 0,0-1 0 0 0,-1 1 0 0 0,1 0 0 0 0,-1 0 0 0 0,-1 1-49 0 0,0 1 0 0 0,1 0 0 0 0,-1 0 0 0 0,1 0 0 0 0,-1 0 0 0 0,1 0 0 0 0,0 0 0 0 0,0 0 0 0 0,0 0 0 0 0,0 1 0 0 0,-1 2 0 0 0,-9 35 172 0 0,5-17-84 0 0,-24 84 169 0 0,27-92-251 0 0,0 0-1 0 0,1 0 0 0 0,1 0 1 0 0,1 0-1 0 0,1 21 0 0 0,-1-33-16 0 0,1 0 0 0 0,-1 0 0 0 0,0 0 0 0 0,1 0 0 0 0,0 0 0 0 0,-1 0 0 0 0,1 0-1 0 0,1-1 1 0 0,-1 1 0 0 0,0 0 0 0 0,1 0 0 0 0,-1-1 0 0 0,1 1 0 0 0,0-1 0 0 0,0 1 0 0 0,0-1-1 0 0,0 0 1 0 0,0 0 0 0 0,0 0 0 0 0,1 0 0 0 0,-1 0 0 0 0,1 0 0 0 0,-1-1 0 0 0,1 1 0 0 0,0-1-1 0 0,0 1 1 0 0,-1-1 0 0 0,1 0 0 0 0,0-1 0 0 0,0 1 0 0 0,0 0 0 0 0,0-1 0 0 0,0 1 0 0 0,4-1-1 0 0,0 0 10 0 0,1-1-1 0 0,-1 0 1 0 0,0 0-1 0 0,1-1 1 0 0,-1 0-1 0 0,0 0 1 0 0,0 0-1 0 0,0-1 1 0 0,-1 0-1 0 0,1 0 0 0 0,0-1 1 0 0,-1 0-1 0 0,7-6 1 0 0,1-1 148 0 0,-1-2 0 0 0,0 1 0 0 0,-1-2 0 0 0,-1 0 0 0 0,16-24 0 0 0,-9 7 2686 0 0,26-59 0 0 0,-34 75-2005 0 0,-7 24-438 0 0,-7 27-211 0 0,-4 21-123 0 0,2 0 0 0 0,2 87 0 0 0,19 113-1321 0 0,-7-146-3812 0 0,-2 0-4603 0 0,-5-86 463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6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36 108 0 0,'32'-34'16269'0'0,"-32"34"-16229"0"0,0 0-1 0 0,0 0 0 0 0,0 0 1 0 0,1 0-1 0 0,-1-1 0 0 0,0 1 0 0 0,0 0 1 0 0,0 0-1 0 0,0 0 0 0 0,0 0 0 0 0,1 0 1 0 0,-1 0-1 0 0,0 0 0 0 0,0 0 0 0 0,0 0 1 0 0,1-1-1 0 0,-1 1 0 0 0,0 0 0 0 0,0 0 1 0 0,0 0-1 0 0,1 0 0 0 0,-1 0 0 0 0,0 0 1 0 0,0 0-1 0 0,0 0 0 0 0,1 0 0 0 0,-1 1 1 0 0,0-1-1 0 0,0 0 0 0 0,0 0 0 0 0,0 0 1 0 0,1 0-1 0 0,-1 0 0 0 0,0 0 0 0 0,0 0 1 0 0,0 0-1 0 0,0 0 0 0 0,1 1 0 0 0,-1-1 1 0 0,0 0-1 0 0,0 0 0 0 0,0 0 0 0 0,0 0 1 0 0,0 0-1 0 0,0 1 0 0 0,1-1 0 0 0,-1 0 1 0 0,0 0-1 0 0,0 0 0 0 0,0 1 0 0 0,0-1 1 0 0,0 0-1 0 0,0 0 0 0 0,0 0 0 0 0,0 0 1 0 0,0 1-1 0 0,0-1 0 0 0,1 22 1168 0 0,-8 26 111 0 0,-28 124 1243 0 0,-13 70-1335 0 0,16-84-2344 0 0,32-156 285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7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198 103 2576 0 0,'-10'-12'5875'0'0,"-16"-28"3937"0"0,27 39-9763 0 0,-1-1-1 0 0,0 0 1 0 0,1 1 0 0 0,-1-1-1 0 0,1 1 1 0 0,-1-1 0 0 0,1 1-1 0 0,0-1 1 0 0,0 1 0 0 0,0 0-1 0 0,0-1 1 0 0,0 1 0 0 0,0 0-1 0 0,0 0 1 0 0,0 0 0 0 0,0-1-1 0 0,1 1 1 0 0,-1 0 0 0 0,0 1-1 0 0,3-3 1 0 0,1 0-35 0 0,1 0 1 0 0,-1 0-1 0 0,1 1 0 0 0,0 0 0 0 0,0 0 1 0 0,0 0-1 0 0,0 1 0 0 0,0-1 0 0 0,0 1 1 0 0,0 1-1 0 0,0-1 0 0 0,9 1 0 0 0,-11 1-15 0 0,0-1 0 0 0,0 1 0 0 0,0-1 0 0 0,0 1 0 0 0,0 0 0 0 0,0 1 0 0 0,-1-1 0 0 0,1 1 0 0 0,0-1 0 0 0,-1 1 0 0 0,1 0 0 0 0,-1 0 0 0 0,0 1 0 0 0,0-1 0 0 0,0 1-1 0 0,0-1 1 0 0,0 1 0 0 0,0 0 0 0 0,-1 0 0 0 0,1 1 0 0 0,3 5 0 0 0,-3-2 6 0 0,-1-1 0 0 0,0 0-1 0 0,0 1 1 0 0,0-1 0 0 0,-1 1-1 0 0,0-1 1 0 0,0 1 0 0 0,-1 0 0 0 0,0-1-1 0 0,0 1 1 0 0,-1 0 0 0 0,1-1-1 0 0,-1 1 1 0 0,-1-1 0 0 0,1 1-1 0 0,-1-1 1 0 0,0 1 0 0 0,-1-1 0 0 0,-6 12-1 0 0,-5 9 122 0 0,-3 0 0 0 0,0-1-1 0 0,-21 24 1 0 0,16-22 377 0 0,15-20-220 0 0,-4 6 415 0 0,11-10-472 0 0,7-5-227 0 0,-5 1 7 0 0,16-3-27 0 0,-4 2-12 0 0,-8 2 28 0 0,-1 0 0 0 0,0 0 0 0 0,0 0 0 0 0,0 1 0 0 0,0 0-1 0 0,0 0 1 0 0,0 0 0 0 0,-1 0 0 0 0,1 1 0 0 0,4 3 0 0 0,-3-2 101 0 0,-1 0 0 0 0,1 0 1 0 0,-1 0-1 0 0,0 1 0 0 0,-1 0 0 0 0,1 0 1 0 0,-1 0-1 0 0,0 1 0 0 0,0-1 1 0 0,-1 1-1 0 0,1 0 0 0 0,-1 0 1 0 0,-1 0-1 0 0,1 1 0 0 0,-1-1 1 0 0,0 0-1 0 0,-1 1 0 0 0,1 0 0 0 0,-1-1 1 0 0,0 1-1 0 0,-1 0 0 0 0,0-1 1 0 0,0 1-1 0 0,0 0 0 0 0,-1 0 1 0 0,0-1-1 0 0,0 1 0 0 0,-1 0 1 0 0,0-1-1 0 0,0 0 0 0 0,0 1 0 0 0,-1-1 1 0 0,0 0-1 0 0,0 0 0 0 0,-1 0 1 0 0,0-1-1 0 0,-6 9 0 0 0,2-5 20 0 0,-1-1 0 0 0,1 0 0 0 0,-1-1 0 0 0,0 0-1 0 0,-1 0 1 0 0,0-1 0 0 0,0 0 0 0 0,-1 0 0 0 0,1-2 0 0 0,-1 1-1 0 0,0-1 1 0 0,0-1 0 0 0,0 0 0 0 0,-1 0 0 0 0,1-1-1 0 0,-1-1 1 0 0,0 0 0 0 0,1 0 0 0 0,-1-1 0 0 0,0-1 0 0 0,1 0-1 0 0,-1 0 1 0 0,0-2 0 0 0,1 1 0 0 0,0-1 0 0 0,0-1-1 0 0,-17-7 1 0 0,26 10-287 0 0,0 1 0 0 0,1-1 0 0 0,-1 0 0 0 0,0 0 0 0 0,1 0 0 0 0,-1 0 0 0 0,0-1 0 0 0,1 1 0 0 0,-1 0 0 0 0,1-1 0 0 0,0 1 0 0 0,-1-1 0 0 0,1 1 0 0 0,0-1-1 0 0,0 0 1 0 0,0 1 0 0 0,0-1 0 0 0,0 0 0 0 0,1 0 0 0 0,-1 0 0 0 0,0 0 0 0 0,1 0 0 0 0,0 0 0 0 0,-1 0 0 0 0,1 0 0 0 0,0 1 0 0 0,0-1 0 0 0,0-4 0 0 0,1 2-517 0 0,0-1 1 0 0,1 1-1 0 0,-1 0 0 0 0,1 0 1 0 0,0-1-1 0 0,0 1 1 0 0,1 1-1 0 0,-1-1 1 0 0,1 0-1 0 0,-1 0 1 0 0,8-6-1 0 0,7-7-4438 0 0,1-1-2684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7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68 728 0 0,'2'-48'15359'0'0,"-4"29"-8527"0"0,-25 211-2712 0 0,-25 98-2987 0 0,49-273-892 0 0,-6 32-2138 0 0,7-6-4574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0:5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312 141 2804 0 0,'5'-6'1223'0'0,"-1"0"-1"0"0,0-1 1 0 0,-1 1-1 0 0,1-1 1 0 0,-1 0 0 0 0,-1 0-1 0 0,1 0 1 0 0,-1 0-1 0 0,0-1 1 0 0,-1 1-1 0 0,0 0 1 0 0,0-1-1 0 0,-1 1 1 0 0,0-12 0 0 0,-1 17-1144 0 0,0 0 0 0 0,0 1 1 0 0,0-1-1 0 0,-1 0 1 0 0,1 1-1 0 0,-1-1 0 0 0,1 1 1 0 0,-1 0-1 0 0,1 0 1 0 0,-1-1-1 0 0,0 1 0 0 0,0 0 1 0 0,1 0-1 0 0,-1 0 1 0 0,0 1-1 0 0,0-1 0 0 0,0 0 1 0 0,0 1-1 0 0,0-1 0 0 0,0 1 1 0 0,0 0-1 0 0,0 0 1 0 0,0 0-1 0 0,-4 0 0 0 0,-8 3-42 0 0,1 0 0 0 0,-1 1 0 0 0,1 0 0 0 0,0 2 0 0 0,0-1 0 0 0,1 2 0 0 0,-1-1-1 0 0,1 2 1 0 0,1-1 0 0 0,0 2 0 0 0,-14 12 0 0 0,9-6-36 0 0,0 0-1 0 0,1 2 1 0 0,1 0 0 0 0,0 1-1 0 0,1 0 1 0 0,-16 32 0 0 0,25-43 15 0 0,1 0 0 0 0,0 1 1 0 0,1 0-1 0 0,-3 15 0 0 0,4-21-2 0 0,1 0 0 0 0,-1 0 0 0 0,1 0 0 0 0,0 0 0 0 0,0 0 0 0 0,0 0-1 0 0,0 0 1 0 0,0 0 0 0 0,0 0 0 0 0,1 0 0 0 0,-1 0 0 0 0,1 0 0 0 0,-1 0 0 0 0,1-1 0 0 0,0 1 0 0 0,0 0-1 0 0,0 0 1 0 0,0 0 0 0 0,0-1 0 0 0,0 1 0 0 0,0-1 0 0 0,0 1 0 0 0,1-1 0 0 0,-1 1 0 0 0,4 2 0 0 0,-3-3-2 0 0,1 0 1 0 0,0 1-1 0 0,0-1 1 0 0,0 0-1 0 0,1-1 1 0 0,-1 1-1 0 0,0-1 1 0 0,0 1-1 0 0,0-1 1 0 0,0 0 0 0 0,1 0-1 0 0,-1 0 1 0 0,4-1-1 0 0,0-1-9 0 0,1 1 0 0 0,-1-1-1 0 0,0-1 1 0 0,0 0 0 0 0,9-5-1 0 0,6-4 23 0 0,-1-2 0 0 0,27-24 0 0 0,-43 35-2 0 0,29-28 14 0 0,-1-1-1 0 0,33-44 1 0 0,-33 38-60 0 0,-18 24-45 0 0,-15 14 65 0 0,1 0 0 0 0,-1 0 0 0 0,0-1-1 0 0,1 1 1 0 0,-1 0 0 0 0,1 0 0 0 0,-1 0-1 0 0,0 0 1 0 0,1-1 0 0 0,-1 1 0 0 0,1 0 0 0 0,-1 0-1 0 0,0 0 1 0 0,1 0 0 0 0,-1 0 0 0 0,1 0 0 0 0,-1 0-1 0 0,1 0 1 0 0,-1 0 0 0 0,0 0 0 0 0,1 1 0 0 0,-1-1-1 0 0,1 0 1 0 0,0 2 6 0 0,0-1-1 0 0,0 0 1 0 0,-1 1-1 0 0,1-1 1 0 0,-1 1-1 0 0,1 0 1 0 0,-1-1 0 0 0,1 1-1 0 0,-1-1 1 0 0,0 1-1 0 0,0 0 1 0 0,0-1-1 0 0,0 1 1 0 0,0 0-1 0 0,0-1 1 0 0,0 1 0 0 0,0 0-1 0 0,-1-1 1 0 0,0 3-1 0 0,-22 119 443 0 0,-47 139 1 0 0,36-142-407 0 0,-10 50-2350 0 0,31-112-1723 0 0,1-1-4119 0 0,7-36-175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0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683 143 744 0 0,'0'0'2176'0'0,"-6"-22"7414"0"0,5 21-9439 0 0,1 0-1 0 0,0 0 1 0 0,-1 0-1 0 0,1 1 0 0 0,0-1 1 0 0,0 0-1 0 0,0 0 0 0 0,0 0 1 0 0,0 0-1 0 0,-1 0 0 0 0,2 0 1 0 0,-1 0-1 0 0,0 0 0 0 0,0 0 1 0 0,0 0-1 0 0,0 1 1 0 0,0-1-1 0 0,1 0 0 0 0,-1 0 1 0 0,0 0-1 0 0,1 0 0 0 0,-1 0 1 0 0,1 1-1 0 0,-1-1 0 0 0,1 0 1 0 0,-1 0-1 0 0,2 0 0 0 0,1-1-107 0 0,0 0-1 0 0,1 0 0 0 0,-1 0 1 0 0,0 1-1 0 0,0 0 0 0 0,6-2 1 0 0,-4 1 3 0 0,72-21 50 0 0,1 4 0 0 0,138-17 0 0 0,-184 34-104 0 0,-28 2 12 0 0,0-1 0 0 0,0 1 0 0 0,0 1 0 0 0,0-1 0 0 0,0 0 0 0 0,0 1 0 0 0,0 0 0 0 0,0 0 0 0 0,0 0 0 0 0,0 0 0 0 0,-1 1 0 0 0,1 0 0 0 0,0 0 0 0 0,-1 0 0 0 0,1 0 0 0 0,-1 0 0 0 0,0 0 0 0 0,0 1 0 0 0,0 0 0 0 0,0 0 0 0 0,0 0 0 0 0,0 0 0 0 0,-1 0 0 0 0,0 0 0 0 0,1 1 0 0 0,-1-1 0 0 0,0 1 0 0 0,-1-1 0 0 0,1 1 0 0 0,1 6 0 0 0,9 29 443 0 0,-2 0-1 0 0,-1 0 1 0 0,-3 1-1 0 0,3 40 1 0 0,-5 163 1266 0 0,-4-167-1342 0 0,-28 670 1713 0 0,2-175-1482 0 0,-17 720 2649 0 0,19-688-2441 0 0,14-443 182 0 0,-43 220 1 0 0,51-365-903 0 0,-1-1-1 0 0,0 0 1 0 0,-1-1-1 0 0,-1 1 0 0 0,-6 13 1 0 0,8-22-65 0 0,0-1 0 0 0,0 1 0 0 0,0-1 0 0 0,-1 1 0 0 0,0-1 0 0 0,1 0 0 0 0,-1-1 0 0 0,-1 1 0 0 0,1-1 0 0 0,0 0 0 0 0,-1 0 0 0 0,0 0 0 0 0,0 0 0 0 0,0-1 0 0 0,0 0 0 0 0,-8 2 0 0 0,-5 1 2 0 0,0-1 0 0 0,-1-1 0 0 0,1 0 0 0 0,-1-2 0 0 0,1 0 0 0 0,-22-3 0 0 0,-115-16-364 0 0,109 11-16 0 0,-121-15-2026 0 0,-22-4-2099 0 0,3-8-4655 0 0,141 21 4036 0 0,7-2-2389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07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42 1976 0 0,'5'-10'7590'0'0,"-5"8"-7314"0"0,-1 1 0 0 0,0-1 1 0 0,0 0-1 0 0,0 1 0 0 0,0-1 0 0 0,0 1 0 0 0,0-1 0 0 0,0 1 0 0 0,0 0 0 0 0,0-1 1 0 0,-1 1-1 0 0,1 0 0 0 0,-1 0 0 0 0,1 0 0 0 0,-1 0 0 0 0,1 0 0 0 0,-1 0 0 0 0,1 0 1 0 0,-1 0-1 0 0,0 1 0 0 0,0-1 0 0 0,1 1 0 0 0,-1-1 0 0 0,0 1 0 0 0,0 0 0 0 0,-2 0 1 0 0,-6-2 15 0 0,-1 1 0 0 0,0 1 0 0 0,-19 0 0 0 0,19 1-263 0 0,-1 0 0 0 0,1 1 1 0 0,0 0-1 0 0,0 1 1 0 0,1 0-1 0 0,-1 1 1 0 0,1 0-1 0 0,-1 0 0 0 0,1 1 1 0 0,0 0-1 0 0,1 1 1 0 0,-1 0-1 0 0,1 1 1 0 0,1 0-1 0 0,-10 9 0 0 0,4 2-11 0 0,1 0 0 0 0,1 1-1 0 0,0 0 1 0 0,2 1 0 0 0,0 1 0 0 0,1-1-1 0 0,-12 43 1 0 0,6-2 539 0 0,-12 100-1 0 0,15-34 1026 0 0,9 242 1 0 0,44 128 5 0 0,-13-213-868 0 0,-9 580 651 0 0,-21-602-1158 0 0,2-129-210 0 0,-22 625 2887 0 0,10-630-2152 0 0,-21 283 234 0 0,33-396-1025 0 0,-1 62-165 0 0,2-69 197 0 0,0 0 1 0 0,0 0 0 0 0,0 0-1 0 0,1 0 1 0 0,0 0-1 0 0,7 15 1 0 0,-7-20-2 0 0,-1 0 1 0 0,1-1-1 0 0,-1 1 0 0 0,1-1 1 0 0,0 0-1 0 0,0 1 1 0 0,0-1-1 0 0,0 0 1 0 0,1 0-1 0 0,-1 0 0 0 0,1 0 1 0 0,-1-1-1 0 0,1 1 1 0 0,-1-1-1 0 0,1 0 0 0 0,3 2 1 0 0,-1-2-129 0 0,0 1 0 0 0,0-1 0 0 0,1 0 0 0 0,-1-1 0 0 0,0 0 0 0 0,1 1-1 0 0,-1-1 1 0 0,8-2 0 0 0,5-1-525 0 0,-1-1-1 0 0,0 0 1 0 0,0-2-1 0 0,22-9 1 0 0,-7 0-851 0 0,-2-1 0 0 0,0-1 0 0 0,40-30-1 0 0,27-34-6268 0 0,-27 14-1967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0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25 880 0 0,'-5'-19'12659'0'0,"5"19"-12647"0"0,1-1 1 0 0,-1 1-1 0 0,0 0 1 0 0,1-1-1 0 0,-1 1 1 0 0,0 0-1 0 0,1-1 1 0 0,-1 1-1 0 0,1 0 1 0 0,-1 0 0 0 0,0-1-1 0 0,1 1 1 0 0,-1 0-1 0 0,1 0 1 0 0,-1 0-1 0 0,1 0 1 0 0,-1-1-1 0 0,0 1 1 0 0,1 0-1 0 0,-1 0 1 0 0,1 0 0 0 0,-1 0-1 0 0,1 0 1 0 0,-1 0-1 0 0,1 0 1 0 0,-1 0-1 0 0,1 0 1 0 0,-1 1-1 0 0,1-1 1 0 0,18 9 107 0 0,14 20-72 0 0,-26-21 17 0 0,0 0 1 0 0,0 0 0 0 0,-1 1 0 0 0,0-1 0 0 0,-1 1 0 0 0,0 0 0 0 0,0 1-1 0 0,-1 0 1 0 0,0-1 0 0 0,-1 1 0 0 0,0 0 0 0 0,0 1 0 0 0,-1-1-1 0 0,0 0 1 0 0,-1 1 0 0 0,-1-1 0 0 0,1 1 0 0 0,-2-1 0 0 0,1 1 0 0 0,-1-1-1 0 0,-1 1 1 0 0,0-1 0 0 0,-1 0 0 0 0,-4 14 0 0 0,2-12 462 0 0,0 0 1 0 0,-1-1 0 0 0,0 0-1 0 0,-14 20 1 0 0,19-30-233 0 0,0-1-286 0 0,1 0 0 0 0,-1 0 0 0 0,1 0 0 0 0,-1-1 1 0 0,1 1-1 0 0,0 0 0 0 0,-1-1 0 0 0,1 1 0 0 0,-1 0 1 0 0,1-1-1 0 0,0 1 0 0 0,-1 0 0 0 0,1-1 0 0 0,0 1 1 0 0,0-1-1 0 0,-1 1 0 0 0,1 0 0 0 0,0-1 0 0 0,0 1 1 0 0,-1-1-1 0 0,1 1 0 0 0,0-1 0 0 0,0 0 0 0 0,7-16 24 0 0,0 0 0 0 0,1 0 1 0 0,1 1-1 0 0,17-23 0 0 0,52-61-57 0 0,-48 64 25 0 0,51-69 44 0 0,-72 89-40 0 0,-9 16-6 0 0,0-1 1 0 0,0 1-1 0 0,-1 0 0 0 0,1 0 0 0 0,0 0 0 0 0,0 0 0 0 0,0 0 0 0 0,0-1 0 0 0,0 1 0 0 0,0 0 0 0 0,-1 0 0 0 0,1 0 0 0 0,0 0 1 0 0,0 0-1 0 0,0 0 0 0 0,0 0 0 0 0,-1 0 0 0 0,1 0 0 0 0,0 0 0 0 0,0 0 0 0 0,0 0 0 0 0,-1 0 0 0 0,1 0 0 0 0,0 0 1 0 0,0 0-1 0 0,0 0 0 0 0,0 0 0 0 0,-1 0 0 0 0,1 0 0 0 0,0 0 0 0 0,0 0 0 0 0,0 0 0 0 0,0 0 0 0 0,-1 0 0 0 0,1 0 1 0 0,0 0-1 0 0,0 0 0 0 0,0 0 0 0 0,0 1 0 0 0,-1-1 0 0 0,1 0 0 0 0,-21 13-2 0 0,4 3 10 0 0,-1 1 1 0 0,2 1 0 0 0,1 0 0 0 0,0 1-1 0 0,1 0 1 0 0,1 2 0 0 0,1-1 0 0 0,1 2-1 0 0,-10 24 1 0 0,19-40 0 0 0,0 1-1 0 0,0-1 1 0 0,0 1-1 0 0,1-1 1 0 0,0 1-1 0 0,0-1 1 0 0,1 1-1 0 0,0 0 1 0 0,0-1-1 0 0,2 12 1 0 0,-1-14 4 0 0,0 0 0 0 0,0 0 1 0 0,0 0-1 0 0,1-1 0 0 0,-1 1 0 0 0,1-1 1 0 0,0 1-1 0 0,0-1 0 0 0,0 1 0 0 0,1-1 1 0 0,-1 0-1 0 0,1 0 0 0 0,0 0 0 0 0,0-1 1 0 0,0 1-1 0 0,0-1 0 0 0,0 1 0 0 0,0-1 1 0 0,4 2-1 0 0,5 1-102 0 0,-1 0 1 0 0,1-1-1 0 0,0-1 1 0 0,0 1-1 0 0,1-2 0 0 0,-1 0 1 0 0,17 1-1 0 0,93-4-6800 0 0,-91 0 2752 0 0,-6 1-1286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0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40 1332 0 0,'-17'-38'9374'0'0,"17"37"-8814"0"0,0 1-534 0 0,0 0 1 0 0,0 1-1 0 0,0-1 0 0 0,0 0 1 0 0,0 1-1 0 0,0-1 1 0 0,-1 0-1 0 0,1 0 1 0 0,0 1-1 0 0,0-1 0 0 0,0 0 1 0 0,0 1-1 0 0,0-1 1 0 0,-1 0-1 0 0,1 0 1 0 0,0 1-1 0 0,0-1 0 0 0,0 0 1 0 0,-1 0-1 0 0,1 0 1 0 0,0 1-1 0 0,0-1 1 0 0,-1 0-1 0 0,1 0 0 0 0,0 0 1 0 0,0 0-1 0 0,-1 0 1 0 0,1 1-1 0 0,0-1 1 0 0,0 0-1 0 0,-1 0 0 0 0,1 0 1 0 0,0 0-1 0 0,-1 0 1 0 0,1 0-1 0 0,0 0 1 0 0,-1 0-1 0 0,1 0 0 0 0,0 0 1 0 0,0 0-1 0 0,-1 0 1 0 0,1 0-1 0 0,0 0 1 0 0,-1-1-1 0 0,1 1 0 0 0,0 0 1 0 0,0 0-1 0 0,-1 0 1 0 0,1 0-1 0 0,0 0 1 0 0,0-1-1 0 0,-1 1 0 0 0,1 0 1 0 0,0 0-1 0 0,0 0 1 0 0,-1-1-1 0 0,1 1 1 0 0,0 0-1 0 0,0 0 0 0 0,0-1 1 0 0,0 1-1 0 0,0 0 1 0 0,-1 0-1 0 0,1-1 1 0 0,0 1-1 0 0,0-1 1 0 0,0 25 30 0 0,1 1 1 0 0,1-1-1 0 0,1 0 1 0 0,8 28-1 0 0,-8-43-31 0 0,-1 0 0 0 0,1-1-1 0 0,1 1 1 0 0,-1-1-1 0 0,2 0 1 0 0,-1 0 0 0 0,1 0-1 0 0,0 0 1 0 0,0-1 0 0 0,1 0-1 0 0,0 0 1 0 0,1-1-1 0 0,-1 1 1 0 0,14 8 0 0 0,-16-12-1 0 0,-1-1 0 0 0,1 0 1 0 0,0-1-1 0 0,-1 1 1 0 0,1-1-1 0 0,0 1 1 0 0,0-1-1 0 0,0 0 1 0 0,0-1-1 0 0,0 1 0 0 0,0-1 1 0 0,0 1-1 0 0,0-1 1 0 0,0-1-1 0 0,0 1 1 0 0,0 0-1 0 0,0-1 1 0 0,0 0-1 0 0,0 0 0 0 0,0 0 1 0 0,0-1-1 0 0,0 1 1 0 0,6-4-1 0 0,-4 1 76 0 0,1-1-1 0 0,0 1 1 0 0,-1-1-1 0 0,0-1 1 0 0,-1 1-1 0 0,1-1 1 0 0,-1 0-1 0 0,0 0 1 0 0,0-1-1 0 0,-1 1 1 0 0,5-10-1 0 0,35-84 2137 0 0,-38 83-1811 0 0,-5 16-360 0 0,-5 28 86 0 0,-53 255 531 0 0,36-164 645 0 0,-70 224 0 0 0,85-325-784 0 0,0 1 0 0 0,-1-1 1 0 0,-1-1-1 0 0,-1 1 1 0 0,0-1-1 0 0,-1-1 0 0 0,-20 25 1 0 0,29-39-510 0 0,0-1 0 0 0,0 1 0 0 0,0-1 1 0 0,0 1-1 0 0,0 0 0 0 0,0-1 0 0 0,1 0 1 0 0,-1 1-1 0 0,-1-1 0 0 0,1 0 0 0 0,0 1 0 0 0,0-1 1 0 0,0 0-1 0 0,0 0 0 0 0,0 0 0 0 0,0 0 1 0 0,0 0-1 0 0,0 0 0 0 0,0 0 0 0 0,0 0 1 0 0,0 0-1 0 0,0-1 0 0 0,0 1 0 0 0,0 0 0 0 0,0-1 1 0 0,0 1-1 0 0,0-1 0 0 0,0 1 0 0 0,0-1 1 0 0,0 1-1 0 0,0-1 0 0 0,0 0 0 0 0,-1 0 0 0 0,-1-2 17 0 0,1 1-1 0 0,-1-1 0 0 0,0 0 0 0 0,1 0 0 0 0,-1 1 0 0 0,1-1 1 0 0,0-1-1 0 0,-3-4 0 0 0,2-1-37 0 0,0-1-1 0 0,1 1 1 0 0,0-1 0 0 0,0 0-1 0 0,1 1 1 0 0,0-1 0 0 0,1 0-1 0 0,0 0 1 0 0,1 0 0 0 0,0 1-1 0 0,0-1 1 0 0,1 0 0 0 0,0 1-1 0 0,1-1 1 0 0,0 1 0 0 0,1 0-1 0 0,6-14 1 0 0,-1 5-748 0 0,1 0-1 0 0,1 1 1 0 0,0 0 0 0 0,1 1-1 0 0,1 0 1 0 0,1 1 0 0 0,22-20-1 0 0,-26 27-1038 0 0,2-1 0 0 0,18-10 0 0 0,7 2-5956 0 0,-19 11 1052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0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 2020 0 0,'-3'0'3358'0'0,"-11"0"-680"0"0,-2 2 2313 0 0,60-6-1108 0 0,122-4-3770 0 0,-140 6-95 0 0,-10 1-7 0 0,0 0 0 0 0,1 1 0 0 0,-1 1 0 0 0,1 0 0 0 0,30 7 0 0 0,-46-7-9 0 0,0-1 0 0 0,0 1 0 0 0,0-1-1 0 0,0 1 1 0 0,0 0 0 0 0,0 0 0 0 0,0-1 0 0 0,0 1 0 0 0,0 0 0 0 0,0 0 0 0 0,0 0-1 0 0,0 0 1 0 0,-1 0 0 0 0,1 0 0 0 0,0 0 0 0 0,-1 0 0 0 0,1 0 0 0 0,-1 1 0 0 0,1-1-1 0 0,-1 0 1 0 0,0 0 0 0 0,1 1 0 0 0,-1-1 0 0 0,0 0 0 0 0,0 0 0 0 0,0 1 0 0 0,0-1 0 0 0,0 0-1 0 0,0 0 1 0 0,0 1 0 0 0,0-1 0 0 0,-1 2 0 0 0,0 3 16 0 0,-1 0-1 0 0,0-1 1 0 0,0 1 0 0 0,0 0-1 0 0,-3 5 1 0 0,-22 32 663 0 0,-1 0 0 0 0,-2-2 1 0 0,-41 42-1 0 0,31-36-52 0 0,8-11-118 0 0,18-22-328 0 0,2 0 1 0 0,0 1 0 0 0,0 0 0 0 0,1 1-1 0 0,-14 28 1 0 0,25-44-176 0 0,0 1 0 0 0,0 0-1 0 0,0-1 1 0 0,0 1 0 0 0,0 0 0 0 0,0 0-1 0 0,0-1 1 0 0,0 1 0 0 0,0 0 0 0 0,0-1 0 0 0,0 1-1 0 0,0 0 1 0 0,1 0 0 0 0,-1-1 0 0 0,0 1-1 0 0,0-1 1 0 0,1 1 0 0 0,-1 0 0 0 0,1-1-1 0 0,-1 1 1 0 0,0-1 0 0 0,1 1 0 0 0,-1-1 0 0 0,1 1-1 0 0,0-1 1 0 0,-1 1 0 0 0,1-1 0 0 0,-1 1-1 0 0,1-1 1 0 0,0 0 0 0 0,-1 1 0 0 0,1-1-1 0 0,0 0 1 0 0,-1 0 0 0 0,1 1 0 0 0,0-1 0 0 0,-1 0-1 0 0,1 0 1 0 0,0 0 0 0 0,-1 0 0 0 0,1 0-1 0 0,0 0 1 0 0,0 0 0 0 0,-1 0 0 0 0,2 0-1 0 0,32-4 39 0 0,-1-1-1 0 0,1-1 0 0 0,-2-2 0 0 0,44-15 0 0 0,127-62-2091 0 0,-81 23-2552 0 0,-46 13-3101 0 0,-45 25 1601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147 182 1460 0 0,'-13'-6'4371'0'0,"-23"-17"2929"0"0,36 23-7283 0 0,0 0 0 0 0,0 0 1 0 0,0 0-1 0 0,0 0 1 0 0,-1 0-1 0 0,1 1 1 0 0,0-1-1 0 0,0 0 1 0 0,0 0-1 0 0,0 0 0 0 0,-1 0 1 0 0,1-1-1 0 0,0 1 1 0 0,0 0-1 0 0,0 0 1 0 0,0 0-1 0 0,-1 0 1 0 0,1 0-1 0 0,0 0 0 0 0,0 0 1 0 0,0 0-1 0 0,0 0 1 0 0,-1 0-1 0 0,1 0 1 0 0,0 0-1 0 0,0-1 1 0 0,0 1-1 0 0,0 0 0 0 0,0 0 1 0 0,0 0-1 0 0,-1 0 1 0 0,1 0-1 0 0,0-1 1 0 0,0 1-1 0 0,0 0 1 0 0,0 0-1 0 0,0 0 0 0 0,0-1 13 0 0,0 1 1 0 0,0-1-1 0 0,0 1 0 0 0,0 0 0 0 0,0-1 0 0 0,0 1 0 0 0,0 0 0 0 0,1-1 0 0 0,-1 1 0 0 0,0 0 0 0 0,0-1 0 0 0,0 1 0 0 0,1 0 1 0 0,-1-1-1 0 0,0 1 0 0 0,0 0 0 0 0,1-1 0 0 0,-1 1 0 0 0,0 0 0 0 0,0 0 0 0 0,1-1 0 0 0,-1 1 0 0 0,0 0 0 0 0,1 0 1 0 0,-1 0-1 0 0,0 0 0 0 0,1-1 0 0 0,-1 1 0 0 0,1 0 0 0 0,-1 0 0 0 0,207-80 425 0 0,-103 40-443 0 0,-85 34-13 0 0,37-9 0 0 0,-54 14 4 0 0,1 2 3 0 0,1 1 43 0 0,0-1 0 0 0,0 1 0 0 0,0 1 0 0 0,-1-1 1 0 0,1 1-1 0 0,0-1 0 0 0,-1 1 0 0 0,0 0 0 0 0,0 0 0 0 0,0 0 0 0 0,0 1 0 0 0,0-1 0 0 0,-1 1 0 0 0,0 0 1 0 0,1-1-1 0 0,-1 1 0 0 0,0 0 0 0 0,1 5 0 0 0,7 15 750 0 0,11 44 0 0 0,-19-61-702 0 0,22 87 626 0 0,-4 1 0 0 0,-4 0 0 0 0,3 115 0 0 0,-20 530 535 0 0,-3-645-1174 0 0,-5 663 385 0 0,35 111-45 0 0,-25-424 682 0 0,-2-232-767 0 0,1-143-162 0 0,2 8 910 0 0,-4 0 1 0 0,-18 123 0 0 0,18-193-919 0 0,-1 0-1 0 0,0-1 1 0 0,0 1 0 0 0,0-1 0 0 0,-1 1-1 0 0,0-1 1 0 0,-1 0 0 0 0,1-1 0 0 0,-1 1-1 0 0,-10 9 1 0 0,1-3-93 0 0,0 0 0 0 0,0-1 0 0 0,-24 15 0 0 0,11-11-297 0 0,-1-1 1 0 0,0-2-1 0 0,-1-1 0 0 0,0-1 1 0 0,-51 12-1 0 0,-40-2-4098 0 0,3-14-4175 0 0,83-10 3065 0 0,4-2-2601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1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28 1340 0 0,'-58'5'6164'0'0,"28"-3"-3547"0"0,-43 9 1 0 0,70-10-2351 0 0,-20 2 715 0 0,23-3-972 0 0,0 0 1 0 0,0 0-1 0 0,0 0 0 0 0,0 0 1 0 0,0 0-1 0 0,0 0 1 0 0,0 0-1 0 0,1 0 0 0 0,-1 0 1 0 0,0 0-1 0 0,0 0 0 0 0,0 0 1 0 0,0 0-1 0 0,0 0 0 0 0,0 0 1 0 0,0 0-1 0 0,0 0 0 0 0,0 0 1 0 0,0 1-1 0 0,0-1 0 0 0,0 0 1 0 0,0 0-1 0 0,0 0 1 0 0,0 0-1 0 0,0 0 0 0 0,0 0 1 0 0,0 0-1 0 0,0 0 0 0 0,0 0 1 0 0,0 0-1 0 0,0 0 0 0 0,0 0 1 0 0,0 0-1 0 0,0 0 0 0 0,0 0 1 0 0,-1 0-1 0 0,1 0 0 0 0,0 0 1 0 0,0 0-1 0 0,0 0 0 0 0,0 0 1 0 0,0 0-1 0 0,0 0 1 0 0,0 0-1 0 0,0 0 0 0 0,0 0 1 0 0,0 1-1 0 0,13-2 64 0 0,30-5-843 0 0,51-14 0 0 0,-1 0-5962 0 0,-67 15 2845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2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45 256 0 0,'-59'69'10313'0'0,"58"-67"-9998"0"0,1-2-289 0 0,-1 1 0 0 0,1-1 0 0 0,0 1 0 0 0,0-1 0 0 0,0 1-1 0 0,0-1 1 0 0,0 1 0 0 0,0 0 0 0 0,0-1 0 0 0,0 1 0 0 0,0-1 0 0 0,0 1-1 0 0,0-1 1 0 0,0 1 0 0 0,0-1 0 0 0,0 1 0 0 0,0-1 0 0 0,1 1-1 0 0,-1-1 1 0 0,0 1 0 0 0,0-1 0 0 0,0 1 0 0 0,1-1 0 0 0,-1 1 0 0 0,0-1-1 0 0,1 0 1 0 0,-1 1 0 0 0,1-1 0 0 0,-1 1 0 0 0,0-1 0 0 0,1 0-1 0 0,-1 1 1 0 0,1-1 0 0 0,-1 0 0 0 0,1 0 0 0 0,-1 1 0 0 0,1-1 0 0 0,-1 0-1 0 0,1 0 1 0 0,-1 0 0 0 0,1 0 0 0 0,-1 0 0 0 0,1 1 0 0 0,-1-1 0 0 0,1 0-1 0 0,-1 0 1 0 0,1 0 0 0 0,-1-1 0 0 0,1 1 0 0 0,0 0 0 0 0,0 0-1 0 0,18-1 57 0 0,1-1-1 0 0,-1-1 1 0 0,0-1-1 0 0,28-9 1 0 0,77-31-1782 0 0,-23 1-2993 0 0,-49 21 854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422 169 1580 0 0,'0'-2'1486'0'0,"3"-5"-308"0"0,-1 0 1 0 0,0 0 0 0 0,-1 0 0 0 0,1 0 0 0 0,-1 0-1 0 0,-1-14 1 0 0,0 18-967 0 0,0 0-1 0 0,0 0 1 0 0,-1 0 0 0 0,1 0-1 0 0,-1 0 1 0 0,0 0-1 0 0,0 0 1 0 0,0 1 0 0 0,0-1-1 0 0,0 0 1 0 0,0 0 0 0 0,-1 1-1 0 0,0-1 1 0 0,1 1-1 0 0,-1 0 1 0 0,0-1 0 0 0,0 1-1 0 0,0 0 1 0 0,-1 0 0 0 0,1 0-1 0 0,-3-1 1 0 0,-4-4-67 0 0,0 2 1 0 0,-1-1 0 0 0,0 1-1 0 0,0 1 1 0 0,0 0-1 0 0,0 0 1 0 0,-1 1 0 0 0,1 0-1 0 0,-23-2 1 0 0,28 5-151 0 0,-1 0 0 0 0,0 1 0 0 0,1 0 0 0 0,-1-1 0 0 0,1 2 0 0 0,-1-1 0 0 0,1 1 0 0 0,0-1 0 0 0,-1 2 0 0 0,1-1 0 0 0,0 0 0 0 0,0 1 0 0 0,1 0 0 0 0,-1 0 0 0 0,0 1 0 0 0,1-1 0 0 0,0 1 0 0 0,-5 5 0 0 0,-19 24-47 0 0,12-8 24 0 0,-7 16 6 0 0,6 0 51 0 0,1-1-1 0 0,2 2 0 0 0,2 0 1 0 0,-9 56-1 0 0,-8 175 127 0 0,27 81 200 0 0,25-1 21 0 0,-15-254-311 0 0,13 145 122 0 0,16 294 140 0 0,-20 336 1182 0 0,-12-671-1167 0 0,-2 343 1495 0 0,-4-486-1440 0 0,-6 260 976 0 0,7-314-1347 0 0,0 0 1 0 0,0 1-1 0 0,1-1 1 0 0,0 1-1 0 0,0-1 1 0 0,1 0-1 0 0,-1 1 1 0 0,1-1-1 0 0,1 0 1 0 0,-1 0-1 0 0,6 8 1 0 0,-6-11-13 0 0,0 0 1 0 0,0-1-1 0 0,1 1 0 0 0,-1-1 1 0 0,1 0-1 0 0,0 0 1 0 0,-1 0-1 0 0,1 0 1 0 0,0 0-1 0 0,0-1 0 0 0,0 1 1 0 0,0-1-1 0 0,1 0 1 0 0,-1 0-1 0 0,0 0 1 0 0,1 0-1 0 0,-1 0 0 0 0,0-1 1 0 0,1 0-1 0 0,-1 0 1 0 0,1 0-1 0 0,-1 0 1 0 0,5-1-1 0 0,11-1-453 0 0,-1-2-1 0 0,0 0 1 0 0,0-1-1 0 0,0-1 1 0 0,0 0-1 0 0,-1-1 1 0 0,0-1 0 0 0,-1-1-1 0 0,20-14 1 0 0,3-4-3093 0 0,-2-1 0 0 0,51-53 1 0 0,-28 22-4037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109 201 1748 0 0,'2'-10'10785'0'0,"-3"5"-8917"0"0,-1 5-773 0 0,-8 13-498 0 0,-9 20-737 0 0,3-2 222 0 0,2 1 1 0 0,-14 42-1 0 0,23-56-56 0 0,0 0 1 0 0,2 0-1 0 0,0 1 1 0 0,0-1-1 0 0,2 37 1 0 0,1-50-2 0 0,0 0-1 0 0,1 0 1 0 0,-1 0 0 0 0,1 0 0 0 0,1 0 0 0 0,-1 0 0 0 0,1 0-1 0 0,0 0 1 0 0,0-1 0 0 0,0 1 0 0 0,0-1 0 0 0,1 0-1 0 0,0 1 1 0 0,0-1 0 0 0,5 5 0 0 0,-5-6-5 0 0,1 0 0 0 0,-1-1 0 0 0,1 0-1 0 0,-1 1 1 0 0,1-1 0 0 0,0-1 0 0 0,0 1 0 0 0,0-1 0 0 0,0 1 0 0 0,0-1 0 0 0,0 0-1 0 0,1 0 1 0 0,-1-1 0 0 0,0 1 0 0 0,0-1 0 0 0,1 0 0 0 0,-1 0 0 0 0,8-2 0 0 0,3-1 127 0 0,-1 0 0 0 0,0-1 0 0 0,0 0 1 0 0,0-1-1 0 0,-1-1 0 0 0,1 0 1 0 0,-1-1-1 0 0,-1-1 0 0 0,1 0 1 0 0,-1 0-1 0 0,-1-1 0 0 0,0-1 0 0 0,0 0 1 0 0,0 0-1 0 0,-2-1 0 0 0,14-18 1 0 0,-2-2-21 0 0,-1-1 0 0 0,-1-1 0 0 0,-2-1 0 0 0,-1 0 0 0 0,13-45 0 0 0,-21 57-189 0 0,-2-1 0 0 0,6-33 0 0 0,-11 50 48 0 0,0 0 0 0 0,0 0 0 0 0,-1 0 0 0 0,0 0 0 0 0,0 0 0 0 0,-1 0 0 0 0,1 0 0 0 0,-1 0 0 0 0,0 0 0 0 0,-1 0-1 0 0,0 0 1 0 0,0 0 0 0 0,0 1 0 0 0,-5-10 0 0 0,5 12 0 0 0,0 0 0 0 0,-1 1 0 0 0,1-1 0 0 0,0 1 0 0 0,-1 0 0 0 0,1 0 0 0 0,-1 0 0 0 0,0 0 0 0 0,0 0 0 0 0,0 0 0 0 0,0 1 0 0 0,0-1-1 0 0,0 1 1 0 0,0 0 0 0 0,-1 0 0 0 0,-2-1 0 0 0,0 2-74 0 0,0-1 0 0 0,0 1 0 0 0,1 0 1 0 0,-1 0-1 0 0,0 1 0 0 0,0-1 0 0 0,1 1 0 0 0,-11 3 0 0 0,2 1-409 0 0,0 1 0 0 0,0 0 0 0 0,0 1 0 0 0,1 1 0 0 0,0 0-1 0 0,-16 12 1 0 0,7-1-1244 0 0,1 1 1 0 0,1 0-1 0 0,0 2 0 0 0,-18 26 0 0 0,18-19-2644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136 157 1364 0 0,'2'-13'6431'0'0,"-2"12"-6214"0"0,1-15 6726 0 0,-18 47-6855 0 0,2 0 0 0 0,1 1 0 0 0,1 0 0 0 0,1 2 0 0 0,3-1 1 0 0,0 1-1 0 0,2 0 0 0 0,-3 44 0 0 0,9-68-63 0 0,1-1-1 0 0,0 1 1 0 0,0 0 0 0 0,1 0-1 0 0,1-1 1 0 0,-1 1 0 0 0,5 12-1 0 0,-5-18 6 0 0,1-1 0 0 0,-1 1-1 0 0,0-1 1 0 0,1 1-1 0 0,0-1 1 0 0,0 0-1 0 0,0 0 1 0 0,0 1-1 0 0,1-2 1 0 0,-1 1-1 0 0,1 0 1 0 0,0 0 0 0 0,-1-1-1 0 0,1 1 1 0 0,0-1-1 0 0,1 0 1 0 0,-1 0-1 0 0,0 0 1 0 0,1-1-1 0 0,-1 1 1 0 0,6 1 0 0 0,-3-2 68 0 0,-1 0 0 0 0,0 0 1 0 0,0 0-1 0 0,1-1 1 0 0,-1 0-1 0 0,0 0 1 0 0,1 0-1 0 0,-1-1 1 0 0,0 0-1 0 0,1 0 1 0 0,-1 0-1 0 0,0-1 1 0 0,0 1-1 0 0,5-4 1 0 0,-2 1 35 0 0,-1 0 0 0 0,0-1 0 0 0,0 1 1 0 0,0-2-1 0 0,-1 1 0 0 0,0-1 0 0 0,0 0 0 0 0,6-8 0 0 0,1-4 18 0 0,-1 0-1 0 0,-1-1 1 0 0,0-1-1 0 0,-2 1 1 0 0,0-2-1 0 0,6-20 1 0 0,-6 12-114 0 0,-1 0 0 0 0,-2 0 1 0 0,0 0-1 0 0,1-38 0 0 0,-7 55-39 0 0,1 0 0 0 0,-2 0 0 0 0,0 0 0 0 0,0 0 1 0 0,-1 0-1 0 0,0 0 0 0 0,-1 1 0 0 0,-1-1 0 0 0,0 1 0 0 0,0 0 0 0 0,-1 0 0 0 0,0 0 0 0 0,-10-14 0 0 0,13 22-28 0 0,-1 0 0 0 0,1 0 0 0 0,0 0-1 0 0,-1 1 1 0 0,0-1 0 0 0,1 1 0 0 0,-1-1 0 0 0,0 1 0 0 0,0 0-1 0 0,-1 0 1 0 0,1 0 0 0 0,0 1 0 0 0,-1-1 0 0 0,1 1-1 0 0,-1 0 1 0 0,1 0 0 0 0,-1 0 0 0 0,1 0 0 0 0,-1 1 0 0 0,0-1-1 0 0,1 1 1 0 0,-1 0 0 0 0,-4 0 0 0 0,1 2-208 0 0,0-1 1 0 0,1 1-1 0 0,-1 0 0 0 0,1 0 1 0 0,-1 1-1 0 0,1 0 0 0 0,0 0 1 0 0,0 1-1 0 0,0 0 0 0 0,0 0 1 0 0,-8 8-1 0 0,1 0-509 0 0,0 1 0 0 0,1 1 1 0 0,0 0-1 0 0,-12 20 0 0 0,-34 67-5375 0 0,32-52 1396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137 321 992 0 0,'-6'-30'13939'0'0,"2"36"-13809"0"0,1 0 0 0 0,0 0 1 0 0,0 1-1 0 0,0-1 0 0 0,1 1 1 0 0,0-1-1 0 0,0 1 0 0 0,0 8 1 0 0,-5 13 316 0 0,-28 74 670 0 0,19-61-918 0 0,2 1 0 0 0,2 0 0 0 0,-8 55 0 0 0,19-93-191 0 0,1 3 24 0 0,-1 0 0 0 0,1 0 0 0 0,0 14 0 0 0,0-19-20 0 0,1-1 1 0 0,-1 1 0 0 0,0 0 0 0 0,1-1 0 0 0,-1 1 0 0 0,1-1 0 0 0,-1 1 0 0 0,1 0 0 0 0,0-1 0 0 0,-1 1 0 0 0,1-1 0 0 0,0 1 0 0 0,0-1-1 0 0,0 0 1 0 0,0 0 0 0 0,0 1 0 0 0,1-1 0 0 0,-1 0 0 0 0,0 0 0 0 0,1 0 0 0 0,-1 0 0 0 0,0 0 0 0 0,4 1 0 0 0,-1 0 2 0 0,1-1 1 0 0,-1 0 0 0 0,0 0-1 0 0,1-1 1 0 0,-1 1 0 0 0,1-1-1 0 0,-1 0 1 0 0,1 0 0 0 0,-1-1-1 0 0,1 1 1 0 0,-1-1 0 0 0,9-2-1 0 0,-5 0 3 0 0,1 0-1 0 0,-1-1 0 0 0,0 0 1 0 0,-1-1-1 0 0,1 1 1 0 0,8-8-1 0 0,1-2 4 0 0,-1-1-1 0 0,0-1 1 0 0,-1-1 0 0 0,20-27-1 0 0,-16 16-6 0 0,-1 0-1 0 0,-1-2 0 0 0,-1 0 0 0 0,-2 0 0 0 0,-1-1 0 0 0,-2-1 0 0 0,-1 0 0 0 0,-1-1 0 0 0,-2 1 0 0 0,4-47 0 0 0,-10 67 15 0 0,-1 0 0 0 0,-1 0-1 0 0,0 0 1 0 0,0 0 0 0 0,-2 0-1 0 0,1 1 1 0 0,-1-1 0 0 0,-1 0-1 0 0,0 1 1 0 0,-1 0 0 0 0,0 0-1 0 0,0 0 1 0 0,-1 1-1 0 0,-1 0 1 0 0,-11-15 0 0 0,12 19-133 0 0,1 0 0 0 0,-1 0 0 0 0,-1 1 1 0 0,1-1-1 0 0,-1 1 0 0 0,0 1 0 0 0,0 0 0 0 0,0 0 1 0 0,-1 0-1 0 0,0 0 0 0 0,1 1 0 0 0,-1 1 0 0 0,0-1 1 0 0,0 2-1 0 0,-1-1 0 0 0,1 1 0 0 0,0 0 0 0 0,-1 0 1 0 0,1 1-1 0 0,0 0 0 0 0,-1 1 0 0 0,1 0 0 0 0,-10 2 1 0 0,13-2-374 0 0,0 1 1 0 0,0-1-1 0 0,0 1 1 0 0,0 0-1 0 0,0 1 1 0 0,-5 2-1 0 0,-14 13-5492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760 162 1988 0 0,'-13'-36'10234'0'0,"11"33"-9289"0"0,2 3-629 0 0,-1-1 0 0 0,0 0 0 0 0,1 0 0 0 0,-1 0 0 0 0,1 0 0 0 0,0 0 0 0 0,-1-1 0 0 0,1 1 0 0 0,0 0 0 0 0,-1 0 0 0 0,1 0 0 0 0,0 0-1 0 0,0 0 1 0 0,0-2 0 0 0,1 2-296 0 0,0 0 0 0 0,-1 0 0 0 0,1 1 0 0 0,0-1 0 0 0,0 0 0 0 0,0 0 0 0 0,0 1 0 0 0,0-1 0 0 0,0 1 0 0 0,0-1 0 0 0,0 1 0 0 0,0-1-1 0 0,0 1 1 0 0,0 0 0 0 0,0-1 0 0 0,1 1 0 0 0,-1 0 0 0 0,2 0 0 0 0,343-67 713 0 0,-246 48-744 0 0,-96 18 10 0 0,36-6 28 0 0,-27 6-32 0 0,-8 1-7 0 0,-4 1 12 0 0,0-1 0 0 0,1 1 0 0 0,-1-1 1 0 0,0 1-1 0 0,0 0 0 0 0,0-1 0 0 0,0 1 1 0 0,0 0-1 0 0,0 0 0 0 0,0 0 0 0 0,-1 0 1 0 0,1 0-1 0 0,0 0 0 0 0,0 0 0 0 0,-1 0 1 0 0,1 0-1 0 0,0 0 0 0 0,-1 0 0 0 0,1 0 1 0 0,-1 0-1 0 0,0 1 0 0 0,1-1 0 0 0,-1 0 0 0 0,0 0 1 0 0,0 1-1 0 0,0-1 0 0 0,0 0 0 0 0,0 0 1 0 0,0 1-1 0 0,0 1 0 0 0,0 2-1 0 0,1 22-10 0 0,-1 1 1 0 0,-1 0-1 0 0,-2-1 1 0 0,-6 30-1 0 0,0 10 122 0 0,-32 658 1513 0 0,91 339-732 0 0,-54-492 304 0 0,-6-214-635 0 0,20 452 3218 0 0,-13-643-1919 0 0,1-140-1153 0 0,-2 0-1 0 0,0-1 1 0 0,-2 0 0 0 0,-10 30 0 0 0,11-44-695 0 0,-1-1 0 0 0,0 0-1 0 0,0 0 1 0 0,-1-1 0 0 0,0 0 0 0 0,-1 0 0 0 0,0-1 0 0 0,-1 0 0 0 0,0 0 0 0 0,0-1 0 0 0,-1 0 0 0 0,0-1 0 0 0,0 0 0 0 0,0 0 0 0 0,-18 7 0 0 0,-15 5 4 0 0,-1-2 1 0 0,-81 20-1 0 0,81-25-15 0 0,-336 70-3406 0 0,204-48 1066 0 0,162-31 1820 0 0,-86 17-4735 0 0,32-8-988 0 0,-26 4-6362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8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25 1368 0 0,'-17'-24'13780'0'0,"11"25"-13611"0"0,4 2-1 0 0,1 0 0 0 0,0 0 0 0 0,0 1 0 0 0,0-1-1 0 0,0 0 1 0 0,1 1 0 0 0,-1-1 0 0 0,1 1-1 0 0,0 5 1 0 0,0-7-105 0 0,-18 242 953 0 0,-8 180-604 0 0,27-336-1979 0 0,-1-35-6738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36 105 2084 0 0,'14'-45'13125'0'0,"-11"57"-11291"0"0,-13 150 418 0 0,3-35-1973 0 0,-12 181 50 0 0,15-279-259 0 0,1 19 2806 0 0,-5-64-2420 0 0,7-20-364 0 0,1 0 0 0 0,2 0 1 0 0,11-58-1 0 0,35-104-44 0 0,-27 131-47 0 0,3 1 0 0 0,37-72 0 0 0,-60 135-11 0 0,1-1 0 0 0,0 0 0 0 0,0 1 0 0 0,0-1 0 0 0,0 1 1 0 0,1 0-1 0 0,-1 0 0 0 0,1 0 0 0 0,-1 0 0 0 0,1 0 0 0 0,0 0 0 0 0,1 1 0 0 0,-1-1 1 0 0,0 1-1 0 0,1 0 0 0 0,-1 0 0 0 0,1 0 0 0 0,-1 1 0 0 0,1-1 0 0 0,0 1 0 0 0,6-1 0 0 0,-8 2 5 0 0,0 0-1 0 0,0 0 0 0 0,0 1 0 0 0,1-1 0 0 0,-1 1 0 0 0,0 0 0 0 0,0 0 0 0 0,0-1 0 0 0,0 1 0 0 0,-1 1 1 0 0,1-1-1 0 0,0 0 0 0 0,0 0 0 0 0,-1 1 0 0 0,1-1 0 0 0,0 1 0 0 0,1 1 0 0 0,20 28-10 0 0,-12-13 3 0 0,0 2 1 0 0,-2-1 0 0 0,-1 1-1 0 0,0 0 1 0 0,-1 1 0 0 0,5 27-1 0 0,12 131 36 0 0,-19-133 10 0 0,4 155-2077 0 0,-9-200 1703 0 0,0-1 1 0 0,0 1-1 0 0,0 0 0 0 0,0 0 0 0 0,0 0 1 0 0,0 0-1 0 0,0 0 0 0 0,0 0 1 0 0,-1 0-1 0 0,1 0 0 0 0,0-1 1 0 0,-1 1-1 0 0,1 0 0 0 0,0 0 0 0 0,-1 0 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9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51 215 404 0 0,'-3'0'2608'0'0,"-21"-2"3544"0"0,1 1-1013 0 0,30-7-4751 0 0,7-2-236 0 0,1 1 0 0 0,-1 1-1 0 0,22-9 1 0 0,9-5-51 0 0,-19 8-169 0 0,88-50-1921 0 0,-39 20-4669 0 0,-50 28 2378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19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54 1264 0 0,'-25'-48'17518'0'0,"25"48"-17446"0"0,-1-1-1 0 0,1 1 1 0 0,0 0 0 0 0,0-1 0 0 0,0 1 0 0 0,0 0 0 0 0,-1-1 0 0 0,1 1 0 0 0,0 0-1 0 0,0 0 1 0 0,-1 0 0 0 0,1-1 0 0 0,0 1 0 0 0,0 0 0 0 0,-1 0 0 0 0,1 0 0 0 0,0-1-1 0 0,-1 1 1 0 0,1 0 0 0 0,0 0 0 0 0,-1 0 0 0 0,1 0 0 0 0,0 0 0 0 0,-1 0-1 0 0,1 0 1 0 0,0 0 0 0 0,-1 0 0 0 0,1 0 0 0 0,0 0 0 0 0,-1 0 0 0 0,1 0 0 0 0,0 0-1 0 0,-1 0 1 0 0,1 0 0 0 0,0 0 0 0 0,-1 0 0 0 0,1 0 0 0 0,0 0 0 0 0,-1 1 0 0 0,1-1-1 0 0,0 0 1 0 0,-1 0 0 0 0,1 0 0 0 0,0 1 0 0 0,0-1 0 0 0,-1 0 0 0 0,1 0 0 0 0,0 1-1 0 0,0-1 1 0 0,-1 0 0 0 0,1 1 0 0 0,0-1 0 0 0,0 0 0 0 0,0 0 0 0 0,0 1-1 0 0,0-1 1 0 0,0 0 0 0 0,-1 1 0 0 0,1-1 0 0 0,0 0 0 0 0,0 1 0 0 0,0-1 0 0 0,0 1-1 0 0,2 37 787 0 0,11 57-1 0 0,0-3-496 0 0,-6 25-14 0 0,-9 144 0 0 0,-34 115-3157 0 0,31-347 410 0 0,-9 36 0 0 0,10-51-683 0 0,-1 1-1 0 0,-8 15 1 0 0,4-14-3804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2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61 1960 0 0,'-2'-10'5374'0'0,"-3"-8"-64"0"0,0 14-4516 0 0,8 6-774 0 0,0 0 1 0 0,0 0 0 0 0,0-1-1 0 0,0 0 1 0 0,0 1-1 0 0,1-1 1 0 0,-1 0-1 0 0,1-1 1 0 0,-1 1-1 0 0,0-1 1 0 0,1 1 0 0 0,5-1-1 0 0,48-5 153 0 0,-47 4-157 0 0,73-15 93 0 0,-43 7-2033 0 0,2 1-4213 0 0,-23 5 2599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28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 2012 0 0,'-134'107'10275'0'0,"134"-107"-10262"0"0,-1 0 1 0 0,1 0-1 0 0,0 0 0 0 0,0 0 1 0 0,0 0-1 0 0,-1 0 0 0 0,1 0 1 0 0,0 0-1 0 0,0 0 0 0 0,0 0 0 0 0,0 0 1 0 0,-1 1-1 0 0,1-1 0 0 0,0 0 1 0 0,0 0-1 0 0,0 0 0 0 0,0 0 1 0 0,-1 0-1 0 0,1 1 0 0 0,0-1 1 0 0,0 0-1 0 0,0 0 0 0 0,0 0 0 0 0,0 0 1 0 0,0 1-1 0 0,0-1 0 0 0,0 0 1 0 0,-1 0-1 0 0,1 0 0 0 0,0 1 1 0 0,0-1-1 0 0,0 0 0 0 0,0 0 0 0 0,0 0 1 0 0,0 1-1 0 0,0-1 0 0 0,0 0 1 0 0,0 0-1 0 0,0 1 0 0 0,0-1 1 0 0,1 0-1 0 0,-1 0 0 0 0,0 0 1 0 0,0 1-1 0 0,0-1 0 0 0,0 0 0 0 0,0 0 1 0 0,0 0-1 0 0,0 0 0 0 0,0 1 1 0 0,1-1-1 0 0,-1 0 0 0 0,0 0 1 0 0,0 0-1 0 0,0 0 0 0 0,0 0 0 0 0,0 1 1 0 0,1-1-1 0 0,-1 0 0 0 0,0 0 1 0 0,0 0-1 0 0,0 0 0 0 0,1 0 1 0 0,-1 0-1 0 0,0 0 0 0 0,37-8-1117 0 0,0-1 0 0 0,-1-2 1 0 0,62-28-1 0 0,-66 26-887 0 0,29-11-2364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33 1308 0 0,'0'0'2082'0'0,"-15"-31"8996"0"0,14 29-10999 0 0,-2 33-18 0 0,-48 877 1828 0 0,-62-6-589 0 0,31-278-959 0 0,76-570-329 0 0,-84 757 210 0 0,46 3 24 0 0,51-563-243 0 0,-2-195-545 0 0,3 1 1 0 0,20 76-1 0 0,-28-132 494 0 0,22 67-1792 0 0,-19-63 1131 0 0,-1 1 1 0 0,1 0 0 0 0,0-1 0 0 0,1 1-1 0 0,-1-1 1 0 0,1 0 0 0 0,0 0 0 0 0,9 7-1 0 0,6 0-5620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90 1856 0 0,'-9'-13'6127'0'0,"0"3"-3067"0"0,0-1 0 0 0,1 0 0 0 0,-8-13 0 0 0,15 23-2696 0 0,1 0-349 0 0,1 0-1 0 0,-1 0 1 0 0,0 0-1 0 0,1 0 1 0 0,-1 0 0 0 0,1 0-1 0 0,-1 0 1 0 0,1 0-1 0 0,-1 1 1 0 0,1-1-1 0 0,0 0 1 0 0,-1 0 0 0 0,1 1-1 0 0,0-1 1 0 0,0 0-1 0 0,-1 1 1 0 0,1-1-1 0 0,0 1 1 0 0,0-1 0 0 0,0 1-1 0 0,0-1 1 0 0,0 1-1 0 0,0 0 1 0 0,0 0-1 0 0,0-1 1 0 0,-1 1 0 0 0,1 0-1 0 0,0 0 1 0 0,0 0-1 0 0,2 0 1 0 0,30-1 45 0 0,-31 1-48 0 0,4 0-5 0 0,1 1 0 0 0,0 0 0 0 0,0 0 0 0 0,-1 1 0 0 0,1-1 0 0 0,-1 1 0 0 0,1 1 0 0 0,-1 0 0 0 0,0-1 0 0 0,0 2 0 0 0,0-1 0 0 0,0 1 0 0 0,-1 0 0 0 0,1 0 0 0 0,-1 0 0 0 0,0 1 0 0 0,0 0 0 0 0,-1 0 0 0 0,1 0 0 0 0,-1 1 0 0 0,0-1 0 0 0,-1 1 0 0 0,1 0 0 0 0,-1 0 0 0 0,0 0 1 0 0,-1 0-1 0 0,0 1 0 0 0,1-1 0 0 0,-2 1 0 0 0,1 0 0 0 0,-1-1 0 0 0,0 1 0 0 0,-1 0 0 0 0,0 0 0 0 0,0 0 0 0 0,0-1 0 0 0,-2 13 0 0 0,-4 4 35 0 0,-1-1-1 0 0,0 1 1 0 0,-2-2 0 0 0,0 1 0 0 0,-2-1-1 0 0,-13 21 1 0 0,-87 115 346 0 0,88-126-363 0 0,23-30-19 0 0,-1-1 1 0 0,1 0 0 0 0,-1 1 0 0 0,1-1 0 0 0,0 1-1 0 0,-1-1 1 0 0,1 1 0 0 0,0-1 0 0 0,-1 1 0 0 0,1-1-1 0 0,0 1 1 0 0,0-1 0 0 0,0 1 0 0 0,-1-1-1 0 0,1 1 1 0 0,0-1 0 0 0,0 1 0 0 0,0-1 0 0 0,0 1-1 0 0,0 0 1 0 0,0-1 0 0 0,0 1 0 0 0,0-1 0 0 0,0 1-1 0 0,0-1 1 0 0,0 1 0 0 0,1-1 0 0 0,-1 2-1 0 0,1-2-1 0 0,-1 1 0 0 0,1-1 0 0 0,0 0-1 0 0,0 1 1 0 0,-1-1 0 0 0,1 0-1 0 0,0 1 1 0 0,0-1 0 0 0,0 0-1 0 0,-1 0 1 0 0,1 1 0 0 0,0-1 0 0 0,0 0-1 0 0,0 0 1 0 0,0 0 0 0 0,1 0-1 0 0,41-7 28 0 0,-37 5-13 0 0,154-40 63 0 0,-72 16-75 0 0,58-11-2295 0 0,-144 36 1321 0 0,1 1-193 0 0,8-1-289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69 2096 0 0,'-100'-36'11669'0'0,"99"36"-11149"0"0,-2-1-221 0 0,0 0 0 0 0,0 0 0 0 0,1-1 0 0 0,-1 1 1 0 0,0-1-1 0 0,1 1 0 0 0,0-1 0 0 0,-5-4 1 0 0,16 3-288 0 0,-1 0 0 0 0,1 0 0 0 0,-1 1 1 0 0,1 0-1 0 0,0 1 0 0 0,0 0 1 0 0,0 0-1 0 0,14 1 0 0 0,-13 0-11 0 0,1 0-1 0 0,-1 1 1 0 0,0 0-1 0 0,0 1 1 0 0,1 0-1 0 0,17 6 1 0 0,-26-7 18 0 0,1 0 0 0 0,-1 0 0 0 0,0 0 0 0 0,0 0 0 0 0,1 1 1 0 0,-1-1-1 0 0,0 1 0 0 0,0 0 0 0 0,0-1 0 0 0,-1 1 0 0 0,1 0 0 0 0,0 0 1 0 0,-1 0-1 0 0,1 0 0 0 0,-1 0 0 0 0,0 1 0 0 0,0-1 0 0 0,0 0 1 0 0,0 1-1 0 0,0-1 0 0 0,0 1 0 0 0,0-1 0 0 0,-1 1 0 0 0,0-1 0 0 0,1 1 1 0 0,-1-1-1 0 0,0 1 0 0 0,0-1 0 0 0,0 1 0 0 0,0 0 0 0 0,-1-1 0 0 0,0 5 1 0 0,-2 2 119 0 0,1 0 1 0 0,-1 0-1 0 0,-1 0 0 0 0,0 0 1 0 0,0-1-1 0 0,-1 0 1 0 0,0 1-1 0 0,-10 11 1 0 0,-8 7 760 0 0,-25 24 0 0 0,41-44-591 0 0,0 0-91 0 0,2-2 37 0 0,14-5-166 0 0,32-4-94 0 0,-24 4-8 0 0,1 1 0 0 0,-1 0 0 0 0,1 1 0 0 0,-1 1 0 0 0,18 6 0 0 0,-26-7 97 0 0,0 1 0 0 0,-1 0 0 0 0,1 1 1 0 0,-1-1-1 0 0,1 2 0 0 0,-1-1 0 0 0,0 1 0 0 0,-1 0 1 0 0,1 1-1 0 0,-1 0 0 0 0,8 9 0 0 0,-13-13 64 0 0,0 0 0 0 0,-1 0 0 0 0,0 0 0 0 0,1 0 0 0 0,-1 0 0 0 0,0 1 0 0 0,0-1-1 0 0,0 0 1 0 0,0 1 0 0 0,-1-1 0 0 0,1 0 0 0 0,-1 1 0 0 0,1-1 0 0 0,-1 1 0 0 0,0-1 0 0 0,0 1-1 0 0,0-1 1 0 0,-1 5 0 0 0,0-3 32 0 0,0-1 1 0 0,0 1-1 0 0,-1 0 0 0 0,1 0 1 0 0,-1 0-1 0 0,0-1 0 0 0,0 1 0 0 0,-1-1 1 0 0,1 1-1 0 0,-4 3 0 0 0,-3 2 90 0 0,1-1 1 0 0,-1 0-1 0 0,-1-1 0 0 0,1 0 0 0 0,-1-1 0 0 0,-22 11 0 0 0,19-11-122 0 0,0-1 0 0 0,-1-1 1 0 0,0 0-1 0 0,0 0 0 0 0,0-2 0 0 0,-1 0 0 0 0,1 0 0 0 0,-1-2 0 0 0,1 1 0 0 0,-17-3 0 0 0,19 0-722 0 0,0 0 1 0 0,0-1-1 0 0,0 0 0 0 0,0 0 0 0 0,-12-7 0 0 0,-15-11-5123 0 0,5-8-3761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60 84 0 0,'-3'-12'5421'0'0,"-9"-36"3604"0"0,11 50-8939 0 0,-2 9 83 0 0,0 0 1 0 0,1 0-1 0 0,0 1 0 0 0,0-1 1 0 0,1 16-1 0 0,-3 19 215 0 0,-24 110 356 0 0,-15 128-452 0 0,43-282-390 0 0,-2 66-1398 0 0,3-60 420 0 0,-1 0 0 0 0,1 0 0 0 0,0-1-1 0 0,1 1 1 0 0,0-1 0 0 0,5 14 0 0 0,1-7-4397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55 1116 0 0,'-7'6'13741'0'0,"7"-6"-13713"0"0,0 0 0 0 0,-1 0 0 0 0,1 0-1 0 0,-1-1 1 0 0,1 1 0 0 0,0 0 0 0 0,-1 0-1 0 0,1 0 1 0 0,0 0 0 0 0,-1-1 0 0 0,1 1-1 0 0,0 0 1 0 0,0 0 0 0 0,-1-1 0 0 0,1 1-1 0 0,0 0 1 0 0,0 0 0 0 0,-1-1 0 0 0,1 1-1 0 0,0 0 1 0 0,0-1 0 0 0,0 1 0 0 0,0 0-1 0 0,-1-1 1 0 0,1 1 0 0 0,0 0 0 0 0,0-1-1 0 0,0 1 1 0 0,0-1 0 0 0,0 1 0 0 0,0 0-1 0 0,0-1 1 0 0,0 1 0 0 0,0 0 0 0 0,0-2-1 0 0,10-13 363 0 0,-7 11-370 0 0,1 1-1 0 0,0-1 1 0 0,0 1 0 0 0,0 0-1 0 0,0 1 1 0 0,5-4 0 0 0,-5 4-17 0 0,0 1 1 0 0,1-1 0 0 0,-1 1 0 0 0,0 0-1 0 0,1 0 1 0 0,-1 1 0 0 0,1-1 0 0 0,-1 1 0 0 0,0 0-1 0 0,1 0 1 0 0,-1 0 0 0 0,1 1 0 0 0,-1-1 0 0 0,1 1-1 0 0,-1 0 1 0 0,0 1 0 0 0,0-1 0 0 0,1 1 0 0 0,-1 0-1 0 0,0 0 1 0 0,-1 0 0 0 0,1 0 0 0 0,0 1 0 0 0,0-1-1 0 0,-1 1 1 0 0,0 0 0 0 0,4 4 0 0 0,-2-2 5 0 0,0 1 1 0 0,-1 0-1 0 0,0 1 1 0 0,0-1 0 0 0,0 1-1 0 0,-1-1 1 0 0,0 1-1 0 0,0 0 1 0 0,-1 0-1 0 0,0 0 1 0 0,0 1 0 0 0,-1-1-1 0 0,0 1 1 0 0,0-1-1 0 0,0 13 1 0 0,-3-1 34 0 0,-1 1-1 0 0,0-1 1 0 0,-1 0 0 0 0,-1 0-1 0 0,-1 0 1 0 0,-1-1 0 0 0,-1 0 0 0 0,-15 27-1 0 0,-7 6 597 0 0,-55 69 0 0 0,-9 0 1635 0 0,94-120-2262 0 0,-1 0 0 0 0,1 0 0 0 0,0 1 1 0 0,-1-1-1 0 0,1 0 0 0 0,0 1 1 0 0,-1-1-1 0 0,1 0 0 0 0,0 1 1 0 0,0-1-1 0 0,-1 0 0 0 0,1 1 0 0 0,0-1 1 0 0,0 0-1 0 0,0 1 0 0 0,0-1 1 0 0,-1 1-1 0 0,1-1 0 0 0,0 1 0 0 0,0-1 1 0 0,0 0-1 0 0,0 1 0 0 0,0-1 1 0 0,0 1-1 0 0,0-1 0 0 0,0 0 1 0 0,0 1-1 0 0,0-1 0 0 0,0 1 0 0 0,1-1 1 0 0,-1 1-1 0 0,13-2 89 0 0,22-14-100 0 0,-35 15 9 0 0,78-37-871 0 0,110-36 1 0 0,-96 45-2937 0 0,2 4-3383 0 0,-55 16 1146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5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231 101 2300 0 0,'-11'-8'2625'0'0,"3"2"-455"0"0,0-1 1 0 0,0 0-1 0 0,1 0 0 0 0,-8-9 0 0 0,7 6-313 0 0,7 9-1710 0 0,0 0 0 0 0,-1 0 0 0 0,1-1 0 0 0,0 1 0 0 0,0 0 0 0 0,0-1 0 0 0,0 1 0 0 0,0-1 0 0 0,1 0 0 0 0,-2-2 0 0 0,2 3-134 0 0,0 1 0 0 0,1-1 0 0 0,-1 0 0 0 0,0 0 0 0 0,0 0 0 0 0,1 1 0 0 0,-1-1 0 0 0,0 0 0 0 0,1 1 1 0 0,-1-1-1 0 0,1 0 0 0 0,-1 1 0 0 0,1-1 0 0 0,-1 0 0 0 0,1 1 0 0 0,0-1 0 0 0,-1 1 0 0 0,1-1 0 0 0,0 1 0 0 0,-1 0 0 0 0,1-1 0 0 0,0 1 0 0 0,-1-1 0 0 0,1 1 0 0 0,0 0 0 0 0,0 0 0 0 0,0 0 0 0 0,-1-1 0 0 0,1 1 0 0 0,1 0 0 0 0,5-2 4 0 0,0 1 0 0 0,1 0 0 0 0,-1 0 0 0 0,0 1 0 0 0,0-1-1 0 0,1 1 1 0 0,-1 1 0 0 0,0 0 0 0 0,1 0 0 0 0,-1 0 0 0 0,0 1 0 0 0,10 4 0 0 0,-14-6-13 0 0,0 1 0 0 0,0 0-1 0 0,-1 1 1 0 0,1-1 0 0 0,0 0-1 0 0,-1 1 1 0 0,1 0 0 0 0,-1-1 0 0 0,1 1-1 0 0,-1 0 1 0 0,0 0 0 0 0,0 0-1 0 0,0 1 1 0 0,0-1 0 0 0,0 0 0 0 0,0 1-1 0 0,-1 0 1 0 0,1-1 0 0 0,-1 1-1 0 0,0 0 1 0 0,0-1 0 0 0,0 1 0 0 0,0 0-1 0 0,0 0 1 0 0,-1 0 0 0 0,1 0-1 0 0,-1 0 1 0 0,1 0 0 0 0,-1 0 0 0 0,0 0-1 0 0,-1 0 1 0 0,1 0 0 0 0,-1 5 0 0 0,-1 0 5 0 0,0-1 0 0 0,0 1 1 0 0,0-1-1 0 0,-1 1 1 0 0,0-1-1 0 0,-1 0 1 0 0,1 0-1 0 0,-1 0 1 0 0,-1-1-1 0 0,1 1 1 0 0,-1-1-1 0 0,0 0 1 0 0,-1 0-1 0 0,-7 5 1 0 0,12-9-14 0 0,0-1 15 0 0,-6 3 1 0 0,5-3-21 0 0,3-2-73 0 0,0 0 77 0 0,1-1 1 0 0,0 1-1 0 0,-1 0 1 0 0,1 0 0 0 0,0-1-1 0 0,0 1 1 0 0,0 0 0 0 0,0 0-1 0 0,0 1 1 0 0,0-1 0 0 0,0 0-1 0 0,0 1 1 0 0,0-1-1 0 0,0 1 1 0 0,0 0 0 0 0,0 0-1 0 0,0 0 1 0 0,1 0 0 0 0,-1 0-1 0 0,0 0 1 0 0,0 0 0 0 0,0 1-1 0 0,4 0 1 0 0,2 1 3 0 0,1 0 1 0 0,-1 0-1 0 0,1 0 1 0 0,-1 1-1 0 0,0 1 1 0 0,0-1 0 0 0,0 1-1 0 0,-1 1 1 0 0,1-1-1 0 0,-1 1 1 0 0,0 1-1 0 0,11 10 1 0 0,-14-12 67 0 0,0 0 1 0 0,-1 0 0 0 0,0 1-1 0 0,0-1 1 0 0,-1 1-1 0 0,1-1 1 0 0,-1 1-1 0 0,0 0 1 0 0,0 0 0 0 0,0 0-1 0 0,-1 0 1 0 0,0 0-1 0 0,0 0 1 0 0,0 0 0 0 0,0 1-1 0 0,-1-1 1 0 0,0 0-1 0 0,0 0 1 0 0,-1 1 0 0 0,1-1-1 0 0,-1 0 1 0 0,0 0-1 0 0,-2 7 1 0 0,-1-2 139 0 0,0 0-1 0 0,0 0 1 0 0,-1-1 0 0 0,0 0-1 0 0,-1 0 1 0 0,0 0 0 0 0,0 0 0 0 0,-1-1-1 0 0,0 0 1 0 0,0 0 0 0 0,-1-1-1 0 0,0 0 1 0 0,0-1 0 0 0,-1 1-1 0 0,0-2 1 0 0,0 1 0 0 0,0-1-1 0 0,-19 7 1 0 0,12-6-76 0 0,0-1-1 0 0,-1-1 0 0 0,0 0 1 0 0,0-2-1 0 0,0 0 1 0 0,0 0-1 0 0,0-2 1 0 0,0 0-1 0 0,-1-1 0 0 0,-31-6 1 0 0,44 6-138 0 0,-1 0 0 0 0,1-1 1 0 0,0 0-1 0 0,0 0 0 0 0,1 0 0 0 0,-1 0 1 0 0,0-1-1 0 0,1 0 0 0 0,-1 0 0 0 0,1 0 1 0 0,0 0-1 0 0,-4-5 0 0 0,6 6-160 0 0,1 0 0 0 0,0 1 0 0 0,-1-1 0 0 0,1 0 0 0 0,0 0 0 0 0,0 0 0 0 0,1 0 0 0 0,-1 0 1 0 0,0 0-1 0 0,1 0 0 0 0,-1 0 0 0 0,1 0 0 0 0,-1 0 0 0 0,1-2 0 0 0,0 1-238 0 0,0 1 1 0 0,1 0-1 0 0,-1-1 1 0 0,1 1-1 0 0,-1 0 1 0 0,1 0-1 0 0,0 0 1 0 0,0-1-1 0 0,0 1 1 0 0,0 0-1 0 0,0 0 1 0 0,0 0-1 0 0,1 0 1 0 0,-1 1-1 0 0,3-3 1 0 0,15-14-7464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5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66 1304 0 0,'3'-15'5733'0'0,"0"1"0"0"0,9-23 896 0 0,-18 52-2628 0 0,-20 65-3842 0 0,23-67-128 0 0,0 0 1 0 0,1 0-1 0 0,0 1 1 0 0,1-1-1 0 0,1 0 0 0 0,0 1 1 0 0,3 23-1 0 0,-2-34-12 0 0,-1 1-1 0 0,1-1 1 0 0,0 1-1 0 0,0-1 0 0 0,1 1 1 0 0,-1-1-1 0 0,1 0 1 0 0,0 1-1 0 0,-1-1 0 0 0,1 0 1 0 0,1 0-1 0 0,-1 0 1 0 0,0-1-1 0 0,1 1 0 0 0,-1-1 1 0 0,1 1-1 0 0,0-1 1 0 0,0 0-1 0 0,0 0 0 0 0,0 0 1 0 0,0 0-1 0 0,1 0 1 0 0,-1-1-1 0 0,0 0 0 0 0,1 1 1 0 0,-1-1-1 0 0,1-1 1 0 0,-1 1-1 0 0,1 0 0 0 0,0-1 1 0 0,-1 0-1 0 0,8 0 1 0 0,-1 0 29 0 0,0-1 0 0 0,0 0 0 0 0,0-1 0 0 0,-1 0 0 0 0,1 0 0 0 0,0-1 1 0 0,-1 0-1 0 0,0-1 0 0 0,0 0 0 0 0,0-1 0 0 0,0 1 0 0 0,-1-2 0 0 0,1 1 1 0 0,-1-1-1 0 0,-1-1 0 0 0,1 1 0 0 0,-1-1 0 0 0,0 0 0 0 0,-1-1 0 0 0,0 0 0 0 0,0 0 1 0 0,0 0-1 0 0,-1-1 0 0 0,-1 0 0 0 0,1 1 0 0 0,-1-2 0 0 0,-1 1 0 0 0,0 0 1 0 0,2-11-1 0 0,12-51 5454 0 0,-18 72-5493 0 0,1 0 1 0 0,-1 0-1 0 0,0 0 1 0 0,1 0 0 0 0,-1 0-1 0 0,1 0 1 0 0,-1 0 0 0 0,1 0-1 0 0,0 0 1 0 0,-1 0-1 0 0,1 0 1 0 0,0 0 0 0 0,0 0-1 0 0,-1 0 1 0 0,1 2 0 0 0,0-1 4 0 0,-12 87-54 0 0,-2 112 0 0 0,6-58-1853 0 0,-9 66-3818 0 0,4-71-4816 0 0,7-69-390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37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176 269 164 0 0,'-12'-6'3964'0'0,"-18"-3"-1009"0"0,-31-9-156 0 0,23 9-1581 0 0,36 8-1027 0 0,0 0-14 0 0,-11-3-128 0 0,-4-3 1875 0 0,19 2-924 0 0,11-3-568 0 0,306-152 1089 0 0,-294 147-1460 0 0,23-13 1702 0 0,-46 25-1451 0 0,1 1 38 0 0,5 1 1003 0 0,-7 0-1343 0 0,-1-1 0 0 0,0 1-1 0 0,0-1 1 0 0,0 1 0 0 0,0-1-1 0 0,0 1 1 0 0,0-1 0 0 0,0 1 0 0 0,0-1-1 0 0,0 1 1 0 0,0-1 0 0 0,0 1-1 0 0,0-1 1 0 0,0 1 0 0 0,-1 0-1 0 0,1-1 1 0 0,0 0 0 0 0,0 1-1 0 0,0-1 1 0 0,-1 1 0 0 0,1 0 0 0 0,-25 60 295 0 0,-20 82 1 0 0,19-54-145 0 0,1-14-41 0 0,-11 34-34 0 0,5 2 1 0 0,-18 118 0 0 0,45-195-871 0 0,0 38 0 0 0,4-57-746 0 0,1 1-1 0 0,5 23 0 0 0,0-17-3595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5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54 1880 0 0,'9'-10'4046'0'0,"13"-21"3030"0"0,-21 30-6639 0 0,0-1 1 0 0,0 1-1 0 0,0 0 0 0 0,0 0 1 0 0,0 0-1 0 0,0 0 0 0 0,0 0 1 0 0,0 0-1 0 0,0 0 1 0 0,2 0-1 0 0,-1 4-208 0 0,-1 0 0 0 0,0 0-1 0 0,0 0 1 0 0,-1 1 0 0 0,1-1 0 0 0,0 0 0 0 0,-1 1-1 0 0,0-1 1 0 0,0 7 0 0 0,-5 40 904 0 0,2-25-659 0 0,-32 303 1667 0 0,19-187-2072 0 0,4-48 206 0 0,10-81-4977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55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5 177 1668 0 0,'-2'-26'8884'0'0,"1"21"-8402"0"0,0 1 0 0 0,1-1 1 0 0,0 0-1 0 0,0 0 0 0 0,0 0 0 0 0,0 0 0 0 0,1 0 0 0 0,0 0 0 0 0,0 1 0 0 0,0-1 0 0 0,1 0 0 0 0,2-4 0 0 0,-1 4-445 0 0,0-1 1 0 0,0 1-1 0 0,1 1 0 0 0,0-1 0 0 0,0 0 0 0 0,1 1 0 0 0,-1 0 0 0 0,1 0 0 0 0,7-5 0 0 0,-5 5-22 0 0,0 0-1 0 0,-1 0 1 0 0,2 0-1 0 0,-1 1 1 0 0,0 0-1 0 0,1 1 1 0 0,0-1-1 0 0,-1 2 1 0 0,1-1-1 0 0,12 0 1 0 0,-18 1-15 0 0,0 1 0 0 0,0 0 1 0 0,0 0-1 0 0,0 0 0 0 0,0 0 1 0 0,0 1-1 0 0,0-1 0 0 0,-1 1 0 0 0,1-1 1 0 0,0 1-1 0 0,0-1 0 0 0,0 1 1 0 0,0 0-1 0 0,0 0 0 0 0,-1 0 1 0 0,1 0-1 0 0,0 0 0 0 0,-1 0 1 0 0,1 1-1 0 0,1 1 0 0 0,-1-1 5 0 0,0 1 0 0 0,-1-1 0 0 0,1 1-1 0 0,-1 0 1 0 0,0 0 0 0 0,1 0-1 0 0,-1 0 1 0 0,0 0 0 0 0,-1 0 0 0 0,1 0-1 0 0,0 5 1 0 0,0 2 4 0 0,-1 0 0 0 0,0 0 0 0 0,-1 0 0 0 0,0 0 0 0 0,-1-1 0 0 0,-3 16 0 0 0,-11 17 628 0 0,0 0 1 0 0,-3-1 0 0 0,-36 59 0 0 0,54-98-249 0 0,28-24-291 0 0,-23 22-97 0 0,-1-1 0 0 0,1 0 0 0 0,-1 1 0 0 0,1 0 0 0 0,0 0 0 0 0,-1 0 0 0 0,1 0 0 0 0,-1 0 1 0 0,1 1-1 0 0,-1 0 0 0 0,1-1 0 0 0,-1 1 0 0 0,0 1 0 0 0,7 2 0 0 0,-4-1-9 0 0,0 0 0 0 0,-1 1 0 0 0,1 0 0 0 0,-1 0 0 0 0,0 0 0 0 0,0 1 0 0 0,7 9 0 0 0,-6-8 56 0 0,-1 1-1 0 0,-1-1 1 0 0,1 1-1 0 0,-1 0 1 0 0,-1 0-1 0 0,1 1 0 0 0,-1-1 1 0 0,0 1-1 0 0,-1 0 1 0 0,0 0-1 0 0,0 0 1 0 0,-1 0-1 0 0,0 0 1 0 0,0 8-1 0 0,-2-7 137 0 0,0-1-1 0 0,0 0 1 0 0,-1 0 0 0 0,0 0-1 0 0,-1 0 1 0 0,1 0 0 0 0,-2-1 0 0 0,1 1-1 0 0,-1-1 1 0 0,0 0 0 0 0,0 0-1 0 0,-1 0 1 0 0,0-1 0 0 0,-1 1-1 0 0,1-1 1 0 0,-1 0 0 0 0,0-1 0 0 0,-13 10-1 0 0,14-13-116 0 0,0 0-1 0 0,0 0 1 0 0,-1 0 0 0 0,1-1-1 0 0,-1 1 1 0 0,1-1-1 0 0,-1-1 1 0 0,1 1-1 0 0,-1-1 1 0 0,0 0-1 0 0,1 0 1 0 0,-1 0 0 0 0,1-1-1 0 0,-1 0 1 0 0,-7-2-1 0 0,12 2-56 0 0,-2 1-72 0 0,0-1 0 0 0,0 1 0 0 0,1-1 0 0 0,-1 0 0 0 0,0 0 0 0 0,1 0 0 0 0,-1 0 0 0 0,1-1 0 0 0,-1 1 0 0 0,1-1 0 0 0,0 1 0 0 0,-1-1 0 0 0,1 0 0 0 0,0 0 0 0 0,0 0 0 0 0,0 0 0 0 0,1-1 0 0 0,-1 1 0 0 0,0 0 0 0 0,1-1 1 0 0,-1 1-1 0 0,0-3 0 0 0,1 2-487 0 0,1 0 1 0 0,0 0-1 0 0,0 1 1 0 0,0-1-1 0 0,0 0 0 0 0,0 0 1 0 0,0 1-1 0 0,1-1 1 0 0,-1 0-1 0 0,1 0 1 0 0,-1 1-1 0 0,1-1 1 0 0,0 0-1 0 0,1 1 1 0 0,-1-1-1 0 0,0 1 1 0 0,2-3-1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5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38 328 0 0,'15'-38'17144'0'0,"-12"51"-16468"0"0,0 5-489 0 0,-1 1-1 0 0,-1 0 0 0 0,0 0 0 0 0,-1 0 1 0 0,-5 34-1 0 0,2-16-64 0 0,1-8 23 0 0,-30 292 769 0 0,32-320-896 0 0,-3 13 692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56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205 168 924 0 0,'31'-45'7276'0'0,"-18"28"-2321"0"0,17-32 0 0 0,-27 44-4040 0 0,-1 2-514 0 0,-1 0 0 0 0,1 0 0 0 0,-1-1 0 0 0,0 1 0 0 0,0 0 0 0 0,0-1 0 0 0,1-4 0 0 0,-2 7-373 0 0,0 0 0 0 0,0 0 0 0 0,0 0 1 0 0,-1 1-1 0 0,1-1 0 0 0,0 0 0 0 0,0 0 0 0 0,-1 0 1 0 0,1 0-1 0 0,0 0 0 0 0,-1 1 0 0 0,1-1 1 0 0,-1 0-1 0 0,1 1 0 0 0,-1-1 0 0 0,0 0 1 0 0,1 1-1 0 0,-1-1 0 0 0,0 0 0 0 0,1 1 0 0 0,-1-1 1 0 0,0 1-1 0 0,1-1 0 0 0,-1 1 0 0 0,0-1 1 0 0,0 1-1 0 0,0 0 0 0 0,0 0 0 0 0,1-1 1 0 0,-1 1-1 0 0,0 0 0 0 0,0 0 0 0 0,0 0 1 0 0,0 0-1 0 0,0 0 0 0 0,0 0 0 0 0,-1 0 0 0 0,-5 0-15 0 0,-1 0 0 0 0,1 0 0 0 0,-1 1 0 0 0,1 0 0 0 0,0 1 0 0 0,-1-1 0 0 0,1 1 0 0 0,0 1-1 0 0,0-1 1 0 0,0 1 0 0 0,0 1 0 0 0,1-1 0 0 0,-1 1 0 0 0,-9 8 0 0 0,2-1-25 0 0,0 0 1 0 0,1 2-1 0 0,1 0 0 0 0,0 0 1 0 0,0 1-1 0 0,2 0 0 0 0,-1 1 1 0 0,2 0-1 0 0,0 1 0 0 0,1 0 1 0 0,1 0-1 0 0,-11 35 0 0 0,17-50 3 0 0,0 1-1 0 0,1-1 1 0 0,-1 1-1 0 0,1 0 0 0 0,0-1 1 0 0,0 1-1 0 0,-1-1 0 0 0,1 1 1 0 0,0 0-1 0 0,0-1 0 0 0,1 1 1 0 0,-1 0-1 0 0,0-1 1 0 0,0 1-1 0 0,1-1 0 0 0,-1 1 1 0 0,1 0-1 0 0,-1-1 0 0 0,1 1 1 0 0,0-1-1 0 0,0 1 0 0 0,0-1 1 0 0,0 0-1 0 0,0 1 1 0 0,0-1-1 0 0,0 0 0 0 0,0 0 1 0 0,0 0-1 0 0,2 2 0 0 0,0-2 4 0 0,-1 0-1 0 0,0 0 0 0 0,1-1 0 0 0,-1 1 1 0 0,1-1-1 0 0,-1 1 0 0 0,1-1 1 0 0,0 0-1 0 0,-1 0 0 0 0,1 0 0 0 0,-1 0 1 0 0,1-1-1 0 0,-1 1 0 0 0,1-1 1 0 0,-1 1-1 0 0,1-1 0 0 0,4-2 0 0 0,2-1 0 0 0,0-1 0 0 0,0 0-1 0 0,-1 0 1 0 0,0 0 0 0 0,0-1-1 0 0,0-1 1 0 0,0 1 0 0 0,-1-1 0 0 0,10-13-1 0 0,2-5 189 0 0,26-46-1 0 0,-30 45 175 0 0,13-19 2822 0 0,-27 43-2965 0 0,2-1 12 0 0,0-1 63 0 0,-2 15 166 0 0,-14 160 420 0 0,8-131-799 0 0,-36 242 325 0 0,9-80-989 0 0,5 28-3852 0 0,21-153 145 0 0,3 0-3429 0 0,3-35-2094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1:58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33 348 0 0,'28'-33'10566'0'0,"-21"51"-10272"0"0,-5 82 498 0 0,-15 136 0 0 0,3-111-203 0 0,-188 2559 4178 0 0,129-2029-4510 0 0,-4 43-1868 0 0,69-656 856 0 0,-5 69-1630 0 0,6-37-4078 0 0,3-54 1676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00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40 131 1440 0 0,'-3'-4'1643'0'0,"-1"0"-1"0"0,0 0 0 0 0,0 0 1 0 0,0 1-1 0 0,0-1 1 0 0,-1 1-1 0 0,-5-3 0 0 0,9 5-1122 0 0,11-9-240 0 0,33-8-415 0 0,1 2 0 0 0,0 1 0 0 0,48-8-1 0 0,7 8-7878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0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40 2152 0 0,'-75'66'7665'0'0,"75"-66"-7633"0"0,0 0 1 0 0,0 0 0 0 0,0 0-1 0 0,0 0 1 0 0,-1 0-1 0 0,1 0 1 0 0,0 0-1 0 0,0 1 1 0 0,0-1-1 0 0,0 0 1 0 0,-1 0-1 0 0,1 0 1 0 0,0 0 0 0 0,0 0-1 0 0,0 1 1 0 0,0-1-1 0 0,0 0 1 0 0,0 0-1 0 0,0 0 1 0 0,0 1-1 0 0,-1-1 1 0 0,1 0-1 0 0,0 0 1 0 0,0 0 0 0 0,0 1-1 0 0,0-1 1 0 0,0 0-1 0 0,0 0 1 0 0,0 0-1 0 0,0 1 1 0 0,0-1-1 0 0,0 0 1 0 0,0 0-1 0 0,0 0 1 0 0,0 1 0 0 0,1-1-1 0 0,-1 0 1 0 0,0 0-1 0 0,0 0 1 0 0,0 0-1 0 0,0 1 1 0 0,0-1-1 0 0,1 0 1 0 0,10 2 308 0 0,19-8-221 0 0,15-7 2 0 0,91-30-1206 0 0,-45 11-3070 0 0,-34 11-36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01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53 2140 0 0,'3'-24'9032'0'0,"-3"-5"923"0"0,-2 88-8877 0 0,-2-1 0 0 0,-15 67 0 0 0,-35 115-812 0 0,31-145-62 0 0,-3 12-146 0 0,3-19-409 0 0,-13 105 1 0 0,35-143-2282 0 0,6-19-3563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0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1129 154 2168 0 0,'2'-12'1699'0'0,"-1"-1"-1"0"0,0 1 0 0 0,-1 0 1 0 0,-1 0-1 0 0,0 0 1 0 0,-4-21-1 0 0,4 27-994 0 0,-1 3-445 0 0,1 1 0 0 0,0-1 1 0 0,0 1-1 0 0,-1-1 0 0 0,0 1 0 0 0,1 0 1 0 0,-1-1-1 0 0,0 1 0 0 0,0 0 1 0 0,0 0-1 0 0,0 0 0 0 0,-1 1 1 0 0,1-1-1 0 0,0 0 0 0 0,-1 1 0 0 0,1 0 1 0 0,-1-1-1 0 0,1 1 0 0 0,-1 0 1 0 0,0 0-1 0 0,-5 0 0 0 0,1 1-136 0 0,0 1 0 0 0,0 1-1 0 0,1-1 1 0 0,-1 1 0 0 0,0 1 0 0 0,0-1-1 0 0,1 1 1 0 0,-1 0 0 0 0,1 1-1 0 0,0-1 1 0 0,0 1 0 0 0,0 0 0 0 0,1 1-1 0 0,-8 7 1 0 0,-11 11 230 0 0,-36 48 1 0 0,52-62-314 0 0,-185 270 737 0 0,25 19-351 0 0,50-66-171 0 0,-152 434 0 0 0,237-566-264 0 0,5 2 0 0 0,4 1 0 0 0,-12 128 0 0 0,30-164-451 0 0,3 0-1 0 0,3 0 0 0 0,3 0 0 0 0,3 0 1 0 0,3 0-1 0 0,19 72 0 0 0,-17-102-334 0 0,0-1-1 0 0,3-1 0 0 0,21 42 1 0 0,-24-56-572 0 0,2 0 0 0 0,0-1 0 0 0,1 0 1 0 0,1-1-1 0 0,1 0 0 0 0,20 17 0 0 0,6-1-4984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03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0 996 0 0,'0'0'744'0'0,"-3"21"288"0"0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2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2180 0 0,'-21'7'1496'0'0,"6"-2"-248"0"0,3-1 253 0 0,-4-1-1129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48 217 468 0 0,'-4'-7'1511'0'0,"-2"-5"2604"0"0,-1-1 0 0 0,-14-20 717 0 0,13 24-2904 0 0,8 9-1901 0 0,0-1 1 0 0,0 1-1 0 0,-1 0 0 0 0,1-1 1 0 0,0 1-1 0 0,0-1 0 0 0,0 1 1 0 0,0-1-1 0 0,0 1 0 0 0,0-1 1 0 0,0 1-1 0 0,0-1 0 0 0,0 1 0 0 0,0-1 1 0 0,0 1-1 0 0,0-1 0 0 0,0 1 1 0 0,0-1-1 0 0,0 1 0 0 0,1-1 1 0 0,-1 1-1 0 0,0 0 0 0 0,0-1 1 0 0,0 1-1 0 0,1-1 0 0 0,-1 1 1 0 0,0 0-1 0 0,1-1 0 0 0,-1 0 1 0 0,18-11 258 0 0,25-5-127 0 0,-42 17-145 0 0,99-30-140 0 0,1 5 1 0 0,148-18-1 0 0,-248 43-63 0 0,0 0 1 0 0,0-1-1 0 0,0 1 0 0 0,1 0 1 0 0,-1 0-1 0 0,0-1 0 0 0,0 1 1 0 0,0 0-1 0 0,1 0 0 0 0,-1 0 0 0 0,0 0 1 0 0,0 1-1 0 0,0-1 0 0 0,0 0 1 0 0,1 0-1 0 0,-1 1 0 0 0,0-1 1 0 0,0 1-1 0 0,0-1 0 0 0,0 1 1 0 0,0-1-1 0 0,0 1 0 0 0,0 0 1 0 0,0 0-1 0 0,0-1 0 0 0,0 1 1 0 0,0 0-1 0 0,-1 0 0 0 0,1 0 0 0 0,0 0 1 0 0,1 1-1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0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2 432 0 0,'-5'0'1962'0'0,"-6"-1"-531"0"0,1 0 0 0 0,-1 2 0 0 0,0-1 0 0 0,-20 4 0 0 0,26-2-1155 0 0,0-1 0 0 0,0 1-1 0 0,0 0 1 0 0,1 0 0 0 0,-1 0-1 0 0,1 1 1 0 0,-1-1 0 0 0,1 1 0 0 0,0 0-1 0 0,0 0 1 0 0,0 1 0 0 0,0-1 0 0 0,-4 7-1 0 0,-8 10 315 0 0,1 1 0 0 0,2 0 0 0 0,0 2 0 0 0,-14 31 0 0 0,21-40-504 0 0,1 0 0 0 0,0 1 0 0 0,1-1 1 0 0,0 1-1 0 0,2 0 0 0 0,0 0 0 0 0,0 0 0 0 0,1 27 0 0 0,1-40-72 0 0,1 0 0 0 0,-1-1 0 0 0,0 1 0 0 0,0 0 0 0 0,1 0 1 0 0,-1 0-1 0 0,1-1 0 0 0,-1 1 0 0 0,1 0 0 0 0,0-1 0 0 0,0 1 0 0 0,0-1 0 0 0,0 1 0 0 0,0-1 0 0 0,0 1 0 0 0,0-1 0 0 0,0 0 0 0 0,0 1 0 0 0,1-1 0 0 0,-1 0 0 0 0,1 0 0 0 0,-1 0 0 0 0,1 0 0 0 0,-1 0 0 0 0,1 0 1 0 0,0 0-1 0 0,-1-1 0 0 0,1 1 0 0 0,0-1 0 0 0,-1 1 0 0 0,1-1 0 0 0,0 1 0 0 0,0-1 0 0 0,0 0 0 0 0,-1 0 0 0 0,1 0 0 0 0,3 0 0 0 0,7-2 16 0 0,-1 1 0 0 0,1-2 1 0 0,-1 1-1 0 0,19-8 0 0 0,-16 5 3 0 0,2 0-69 0 0,6-3 121 0 0,0 2 0 0 0,0 0 0 0 0,0 1 0 0 0,34-2 0 0 0,-51 7-25 0 0,1-1 0 0 0,0 2 0 0 0,-1-1 0 0 0,1 1 0 0 0,0 0 0 0 0,-1 0 0 0 0,1 0 1 0 0,-1 1-1 0 0,1 0 0 0 0,-1 0 0 0 0,0 0 0 0 0,0 1 0 0 0,0-1 0 0 0,0 1 0 0 0,0 1 0 0 0,-1-1 0 0 0,1 1 0 0 0,-1-1 0 0 0,0 1 0 0 0,0 0 0 0 0,0 1 0 0 0,-1-1 0 0 0,4 7 0 0 0,-1-1 27 0 0,0 1 0 0 0,-2 0 0 0 0,1 0 0 0 0,-1 0 0 0 0,-1 0 0 0 0,0 1 0 0 0,0-1 0 0 0,-1 1 0 0 0,-1 0 0 0 0,0 0 0 0 0,-1 0 0 0 0,0-1 0 0 0,0 1 0 0 0,-2 0 0 0 0,-3 20 0 0 0,1-16-12 0 0,-1 0 0 0 0,0 0 0 0 0,-1-1 0 0 0,0 0 1 0 0,-1 0-1 0 0,-1-1 0 0 0,0 0 0 0 0,-2 0 0 0 0,1-1 0 0 0,-22 24 1 0 0,25-32-37 0 0,1 0 1 0 0,-1 0 0 0 0,0 0-1 0 0,-1-1 1 0 0,1 1 0 0 0,-1-2 0 0 0,1 1-1 0 0,-1-1 1 0 0,-1 0 0 0 0,1 0-1 0 0,0-1 1 0 0,0 0 0 0 0,-1 0 0 0 0,1-1-1 0 0,-1 0 1 0 0,0 0 0 0 0,1-1-1 0 0,-1 0 1 0 0,0 0 0 0 0,1-1-1 0 0,-1 0 1 0 0,1 0 0 0 0,-1-1 0 0 0,1 0-1 0 0,-1 0 1 0 0,1-1 0 0 0,0 0-1 0 0,-7-4 1 0 0,10 5-28 0 0,-5-2-155 0 0,0-1-1 0 0,0 0 0 0 0,0-1 1 0 0,-15-12-1 0 0,23 17-91 0 0,-1 0-1 0 0,1-1 1 0 0,-1 1 0 0 0,1-1-1 0 0,0 1 1 0 0,0-1-1 0 0,0 1 1 0 0,0-1-1 0 0,0 0 1 0 0,0 0 0 0 0,0 0-1 0 0,0 1 1 0 0,1-1-1 0 0,-1 0 1 0 0,1 0-1 0 0,-1 0 1 0 0,1 0 0 0 0,0 0-1 0 0,0 0 1 0 0,0 0-1 0 0,0 0 1 0 0,0 0 0 0 0,0 0-1 0 0,1 0 1 0 0,-1 0-1 0 0,1 0 1 0 0,-1 0-1 0 0,1 0 1 0 0,0 1 0 0 0,-1-1-1 0 0,1 0 1 0 0,2-2-1 0 0,17-22-6236 0 0,-6 11 771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33 363 1084 0 0,'5'-5'1810'0'0,"-1"0"0"0"0,0 0 0 0 0,0 0 0 0 0,-1-1 0 0 0,1 1 0 0 0,3-10 891 0 0,-5 2 119 0 0,-2 10-2615 0 0,1 0 1 0 0,-1 0-1 0 0,0 0 0 0 0,-1 0 1 0 0,1 0-1 0 0,0-1 1 0 0,-1 1-1 0 0,0 0 0 0 0,0 0 1 0 0,0 0-1 0 0,0 0 0 0 0,-2-4 1 0 0,-24-32 210 0 0,1 2-272 0 0,24 34-138 0 0,1 2-5 0 0,1 1-1 0 0,0-1 1 0 0,0 1 0 0 0,0 0 0 0 0,-1-1-1 0 0,1 1 1 0 0,0-1 0 0 0,0 1 0 0 0,0 0-1 0 0,0-1 1 0 0,0 1 0 0 0,0-1-1 0 0,-1 1 1 0 0,1-1 0 0 0,0 1 0 0 0,0-1-1 0 0,0 1 1 0 0,1 0 0 0 0,-1-1 0 0 0,0 1-1 0 0,0-1 1 0 0,0 0 0 0 0,1-2-3 0 0,1 0 0 0 0,-1 0 1 0 0,1-1-1 0 0,-1 1 0 0 0,1 0 0 0 0,0 0 1 0 0,1 1-1 0 0,-1-1 0 0 0,0 0 1 0 0,1 1-1 0 0,-1-1 0 0 0,1 1 0 0 0,0 0 1 0 0,0 0-1 0 0,0 0 0 0 0,0 0 0 0 0,0 0 1 0 0,0 1-1 0 0,0 0 0 0 0,6-2 0 0 0,3-3 0 0 0,52-22-19 0 0,98-30 0 0 0,-121 44 37 0 0,-15 7 55 0 0,-23 6-11 0 0,5-2 1892 0 0,-11 16-1600 0 0,-1 0-1 0 0,0-1 1 0 0,-12 25-1 0 0,0 1 228 0 0,-49 153 764 0 0,-69 336 0 0 0,103-369-1405 0 0,31-156-415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1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1752 0 0,'0'0'15144'0'0,"1"0"-15052"0"0,-1 1 1 0 0,1-1-1 0 0,-1 1 0 0 0,1-1 0 0 0,-1 0 1 0 0,1 1-1 0 0,-1-1 0 0 0,1 0 1 0 0,-1 0-1 0 0,1 1 0 0 0,-1-1 0 0 0,1 0 1 0 0,-1 0-1 0 0,1 0 0 0 0,0 0 0 0 0,-1 0 1 0 0,1 0-1 0 0,1 0 0 0 0,111-35 1455 0 0,118-44-1891 0 0,-228 78 113 0 0,23-12-1805 0 0,-24 13 1376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2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46 151 1872 0 0,'-2'-2'1583'0'0,"-36"-40"9011"0"0,38 42-10537 0 0,0 0 0 0 0,-1-1 1 0 0,1 1-1 0 0,0 0 0 0 0,0 0 1 0 0,-1 0-1 0 0,1 0 0 0 0,0 0 1 0 0,0-1-1 0 0,-1 1 0 0 0,1 0 1 0 0,0 0-1 0 0,0 0 0 0 0,-1-1 1 0 0,1 1-1 0 0,0 0 0 0 0,0 0 1 0 0,0-1-1 0 0,-1 1 0 0 0,1 0 1 0 0,0 0-1 0 0,0-1 0 0 0,0 1 1 0 0,0 0-1 0 0,0-1 0 0 0,0 1 1 0 0,0 0-1 0 0,0 0 0 0 0,0-1 1 0 0,0 1-1 0 0,0 0 0 0 0,0-1 1 0 0,0 1-1 0 0,0 0 0 0 0,0-1 1 0 0,0 1-1 0 0,0 0 0 0 0,0-1 1 0 0,0 1-1 0 0,0 0 0 0 0,0 0 1 0 0,1-1-1 0 0,-1 0 24 0 0,0 0-1 0 0,1 0 1 0 0,-1 0-1 0 0,0 0 1 0 0,1 0-1 0 0,-1 0 1 0 0,1 1 0 0 0,-1-1-1 0 0,1 0 1 0 0,0 0-1 0 0,-1 0 1 0 0,1 1-1 0 0,0-1 1 0 0,0 0 0 0 0,-1 1-1 0 0,1-1 1 0 0,1 0-1 0 0,34-13 324 0 0,0 1-1 0 0,58-12 1 0 0,21 2-2967 0 0,-85 18-2450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 2224 0 0,'-4'0'1892'0'0,"-6"1"-849"0"0,1 0 1 0 0,0 1-1 0 0,0 0 0 0 0,1 0 1 0 0,-1 1-1 0 0,-15 7 1 0 0,16-6-546 0 0,0 1 0 0 0,1 0 0 0 0,-1 0 0 0 0,1 0 0 0 0,0 1 0 0 0,1 0 0 0 0,-11 11 0 0 0,7-4-130 0 0,0 0 0 0 0,1 0 0 0 0,0 1 1 0 0,1 1-1 0 0,1-1 0 0 0,-9 26 0 0 0,14-35-338 0 0,0 1 0 0 0,1-1 0 0 0,-1 0 0 0 0,1 1 0 0 0,0 0 1 0 0,1-1-1 0 0,0 1 0 0 0,0-1 0 0 0,0 1 0 0 0,0 0 0 0 0,1-1 0 0 0,0 1 0 0 0,0-1 0 0 0,0 1 0 0 0,1-1 0 0 0,0 0 1 0 0,0 0-1 0 0,0 1 0 0 0,1-1 0 0 0,0 0 0 0 0,-1-1 0 0 0,8 9 0 0 0,-6-9-17 0 0,1 0 0 0 0,-1 0 0 0 0,1-1 1 0 0,-1 0-1 0 0,1 0 0 0 0,0 0 0 0 0,0 0 0 0 0,0-1 0 0 0,1 0 1 0 0,-1 0-1 0 0,0-1 0 0 0,1 1 0 0 0,-1-1 0 0 0,1 0 0 0 0,0-1 0 0 0,-1 1 1 0 0,1-1-1 0 0,9-1 0 0 0,9-1 8 0 0,0-2 1 0 0,-1-1-1 0 0,27-8 1 0 0,-15 3-9 0 0,-1 1-18 0 0,-21 4 2 0 0,-1 2 1 0 0,1 0-1 0 0,0 0 1 0 0,0 1-1 0 0,24 0 1 0 0,-33 2 63 0 0,-1 0 1 0 0,1 0 0 0 0,-1 1-1 0 0,1 0 1 0 0,-1-1 0 0 0,1 1-1 0 0,-1 0 1 0 0,1 1 0 0 0,-1-1-1 0 0,0 1 1 0 0,1-1 0 0 0,-1 1-1 0 0,0 0 1 0 0,0 0 0 0 0,0 0-1 0 0,-1 1 1 0 0,1-1 0 0 0,0 1-1 0 0,-1-1 1 0 0,0 1 0 0 0,0 0-1 0 0,1 0 1 0 0,-2 0 0 0 0,1 0-1 0 0,0 0 1 0 0,-1 1 0 0 0,1-1-1 0 0,-1 0 1 0 0,1 5 0 0 0,1 3 84 0 0,-1-1 0 0 0,0 1 0 0 0,-1-1 1 0 0,0 1-1 0 0,-1-1 0 0 0,0 1 0 0 0,0 0 1 0 0,-3 14-1 0 0,-1-9-93 0 0,0 1-1 0 0,-1-1 1 0 0,-1 0 0 0 0,0 0-1 0 0,-1-1 1 0 0,-1 0 0 0 0,0 0-1 0 0,-1-1 1 0 0,-1 0 0 0 0,0 0-1 0 0,0-1 1 0 0,-2 0 0 0 0,0-1-1 0 0,0-1 1 0 0,-18 13 0 0 0,26-21-61 0 0,0-1 1 0 0,0 0 0 0 0,0 0 0 0 0,0-1-1 0 0,-1 1 1 0 0,1-1 0 0 0,-1 0 0 0 0,1 0-1 0 0,-1-1 1 0 0,1 1 0 0 0,-1-1-1 0 0,1 0 1 0 0,-1 0 0 0 0,1 0 0 0 0,-1-1-1 0 0,0 0 1 0 0,-8-2 0 0 0,11 2-159 0 0,0 0 1 0 0,-1 0 0 0 0,1 0 0 0 0,0 0-1 0 0,0-1 1 0 0,-1 1 0 0 0,1-1 0 0 0,0 1-1 0 0,1-1 1 0 0,-1 0 0 0 0,0 0 0 0 0,0 0-1 0 0,1 0 1 0 0,-2-2 0 0 0,1 1-254 0 0,1 1-1 0 0,0-1 1 0 0,0 0 0 0 0,0 1 0 0 0,1-1 0 0 0,-1 0 0 0 0,1 0 0 0 0,-1 0 0 0 0,1 1-1 0 0,0-1 1 0 0,0 0 0 0 0,0 0 0 0 0,1 0 0 0 0,-1 1 0 0 0,1-5 0 0 0,5-9-4084 0 0,2-2-2285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3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2504 0 0,'5'-6'1370'0'0,"0"0"0"0"0,1 0 1 0 0,-1 1-1 0 0,1 0 0 0 0,1 0 0 0 0,9-7 0 0 0,-9 8-842 0 0,1 0 0 0 0,0 0 0 0 0,0 1 0 0 0,0 0 0 0 0,0 0 0 0 0,10-1 0 0 0,-13 2-405 0 0,1 2-1 0 0,-1-1 1 0 0,1 0-1 0 0,-1 1 1 0 0,1 0 0 0 0,-1 0-1 0 0,1 1 1 0 0,-1-1-1 0 0,1 1 1 0 0,-1 0 0 0 0,1 1-1 0 0,-1 0 1 0 0,0-1 0 0 0,0 2-1 0 0,0-1 1 0 0,0 0-1 0 0,0 1 1 0 0,0 0 0 0 0,-1 0-1 0 0,1 1 1 0 0,-1-1-1 0 0,7 8 1 0 0,-7-6-23 0 0,-1 0 1 0 0,0 0-1 0 0,0 0 0 0 0,-1 0 0 0 0,1 1 0 0 0,-1-1 1 0 0,0 1-1 0 0,0 0 0 0 0,-1 0 0 0 0,0-1 1 0 0,0 1-1 0 0,0 0 0 0 0,-1 0 0 0 0,0 0 1 0 0,0 0-1 0 0,0 0 0 0 0,-1 0 0 0 0,0 0 1 0 0,0 0-1 0 0,-3 7 0 0 0,-4 13 247 0 0,0-1 1 0 0,-2-1-1 0 0,-16 29 0 0 0,23-46-243 0 0,-29 54 530 0 0,11-24 7 0 0,-29 76 1 0 0,50-112-625 0 0,-1 0 0 0 0,1 0 1 0 0,-1 0-1 0 0,1 1 1 0 0,-1-1-1 0 0,1 0 0 0 0,0 0 1 0 0,0 0-1 0 0,-1 0 1 0 0,1 0-1 0 0,0 1 1 0 0,0-1-1 0 0,0 0 0 0 0,0 0 1 0 0,0 0-1 0 0,0 1 1 0 0,1-1-1 0 0,-1 0 0 0 0,0 0 1 0 0,1 0-1 0 0,-1 0 1 0 0,1 0-1 0 0,-1 0 1 0 0,1 0-1 0 0,-1 0 0 0 0,1 0 1 0 0,0 0-1 0 0,-1 0 1 0 0,1 0-1 0 0,0 0 0 0 0,0 0 1 0 0,0 0-1 0 0,0-1 1 0 0,-1 1-1 0 0,1 0 0 0 0,0-1 1 0 0,0 1-1 0 0,1-1 1 0 0,-1 1-1 0 0,0-1 1 0 0,0 1-1 0 0,0-1 0 0 0,0 0 1 0 0,0 1-1 0 0,0-1 1 0 0,1 0-1 0 0,-1 0 0 0 0,0 0 1 0 0,0 0-1 0 0,0 0 1 0 0,2 0-1 0 0,9-1 23 0 0,-1 0 0 0 0,1-1 0 0 0,-1 0 0 0 0,14-4 0 0 0,-17 4-11 0 0,30-9-856 0 0,-1-1-1 0 0,0-2 0 0 0,-1-1 0 0 0,42-25 1 0 0,-47 21-2871 0 0,-1-1 1 0 0,41-35 0 0 0,-31 19-3929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451 117 2268 0 0,'-24'-20'2054'0'0,"-3"-2"1572"0"0,-1 0 0 0 0,-41-24 1 0 0,68 45-3432 0 0,-1 0 1 0 0,1 1-1 0 0,0-1 1 0 0,0 1-1 0 0,0-1 1 0 0,-1 1-1 0 0,1-1 1 0 0,0 1-1 0 0,-1-1 1 0 0,1 1-1 0 0,0 0 1 0 0,-3 0-1 0 0,4 0-137 0 0,0 0 0 0 0,0 0 0 0 0,0 1 0 0 0,0-1-1 0 0,-1 0 1 0 0,1 0 0 0 0,0 0 0 0 0,0 1 0 0 0,0-1-1 0 0,0 0 1 0 0,0 0 0 0 0,0 1 0 0 0,0-1-1 0 0,-1 0 1 0 0,1 0 0 0 0,0 1 0 0 0,0-1 0 0 0,0 0-1 0 0,0 0 1 0 0,0 1 0 0 0,0-1 0 0 0,0 0 0 0 0,0 0-1 0 0,0 1 1 0 0,1-1 0 0 0,-1 0 0 0 0,0 1-1 0 0,0-1 1 0 0,0 0 0 0 0,0 0 0 0 0,0 0 0 0 0,0 1-1 0 0,0-1 1 0 0,1 0 0 0 0,-1 1 0 0 0,22 31 1914 0 0,200 282 1869 0 0,-194-267-3626 0 0,-2 2-1 0 0,-3 1 1 0 0,-1 0 0 0 0,29 106 0 0 0,-39-96-111 0 0,-2 1-1 0 0,-3 0 1 0 0,-2 0 0 0 0,-4 0-1 0 0,-2 1 1 0 0,-10 72 0 0 0,-2-47-33 0 0,-4-2 0 0 0,-3 0 0 0 0,-56 143 0 0 0,44-151-353 0 0,-4-1 0 0 0,-4-1 0 0 0,-61 87 0 0 0,53-96-2485 0 0,-90 96-1 0 0,18-50-6519 0 0,61-63-79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4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0 580 0 0,'-12'10'9801'0'0,"-5"3"-3624"0"0,15-12-5790 0 0,0 0 1 0 0,1 0 0 0 0,-1 0 0 0 0,1 1 0 0 0,0-1-1 0 0,-1 1 1 0 0,1-1 0 0 0,-2 3 0 0 0,5-2-332 0 0,0-1 0 0 0,0 0 0 0 0,1 0 0 0 0,-1 0 0 0 0,0 0 0 0 0,0 0 0 0 0,1 0 0 0 0,-1 0 0 0 0,0-1 0 0 0,1 0 0 0 0,-1 1 0 0 0,1-1 0 0 0,2 0 0 0 0,40-1 170 0 0,-30 0-153 0 0,314-24 632 0 0,-326 25-691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13 109 2140 0 0,'-2'-16'6119'0'0,"0"14"-5848"0"0,1 0 1 0 0,1 0 0 0 0,-1 0-1 0 0,0 0 1 0 0,0 0 0 0 0,1 0-1 0 0,-1 0 1 0 0,1 0 0 0 0,0-1 0 0 0,-1 1-1 0 0,1 0 1 0 0,0 0 0 0 0,0 0-1 0 0,0 0 1 0 0,1 0 0 0 0,-1-1-1 0 0,1 1 1 0 0,-1 0 0 0 0,1 0-1 0 0,-1 0 1 0 0,1 0 0 0 0,0 0-1 0 0,0 0 1 0 0,0 0 0 0 0,0 0-1 0 0,1 1 1 0 0,-1-1 0 0 0,3-3-1 0 0,0 2-183 0 0,0 0 0 0 0,0 0 0 0 0,0 0 0 0 0,1 1 0 0 0,-1-1 0 0 0,0 1 0 0 0,1 0 0 0 0,0 0 0 0 0,0 1 0 0 0,-1-1 0 0 0,1 1 0 0 0,6 0 0 0 0,-3-1-36 0 0,1 2 1 0 0,-1-1-1 0 0,0 1 1 0 0,1 1-1 0 0,-1-1 1 0 0,0 1 0 0 0,0 1-1 0 0,1 0 1 0 0,-1 0-1 0 0,0 0 1 0 0,-1 1-1 0 0,1 0 1 0 0,0 1-1 0 0,-1 0 1 0 0,0 0-1 0 0,9 6 1 0 0,-12-6-16 0 0,1 0 1 0 0,-1 0 0 0 0,1 0 0 0 0,-1 1-1 0 0,-1-1 1 0 0,1 1 0 0 0,-1 0 0 0 0,1 0-1 0 0,-1 1 1 0 0,-1-1 0 0 0,1 0 0 0 0,-1 1-1 0 0,0 0 1 0 0,0-1 0 0 0,-1 1 0 0 0,1 0-1 0 0,-1 0 1 0 0,-1 0 0 0 0,1 0 0 0 0,-1 0-1 0 0,0 0 1 0 0,0 0 0 0 0,-2 6 0 0 0,-1 5 16 0 0,-2 0 0 0 0,0 0 0 0 0,0 0 0 0 0,-2-1 0 0 0,0 0 0 0 0,-1-1 0 0 0,0 1 0 0 0,-12 13 0 0 0,-5 7 180 0 0,-61 64 1 0 0,71-84-137 0 0,-64 71 424 0 0,79-87-517 0 0,-1 0-1 0 0,1 1 0 0 0,-1-1 0 0 0,1 0 1 0 0,0 1-1 0 0,-1-1 0 0 0,1 1 0 0 0,0-1 1 0 0,-1 1-1 0 0,1-1 0 0 0,0 1 1 0 0,0-1-1 0 0,0 1 0 0 0,-1-1 0 0 0,1 1 1 0 0,0-1-1 0 0,0 1 0 0 0,0-1 0 0 0,0 1 1 0 0,0-1-1 0 0,0 1 0 0 0,0-1 1 0 0,0 1-1 0 0,0 0 0 0 0,0-1 0 0 0,0 1 1 0 0,0-1-1 0 0,1 1 0 0 0,-1-1 0 0 0,0 1 1 0 0,0-1-1 0 0,0 1 0 0 0,1-1 1 0 0,-1 1-1 0 0,2 0 1 0 0,-1 0 0 0 0,0 0-1 0 0,1 0 1 0 0,-1-1 0 0 0,1 1 0 0 0,-1 0 0 0 0,1-1 0 0 0,-1 0 0 0 0,1 1 0 0 0,-1-1-1 0 0,4 1 1 0 0,42-1 35 0 0,154-27 105 0 0,-27 2-97 0 0,-144 22 0 0 0,0-1 0 0 0,34-10 1 0 0,-62 13-170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5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784 93 2024 0 0,'11'-34'6062'0'0,"5"-25"3958"0"0,-18 60-9968 0 0,0-1 0 0 0,0 1 0 0 0,0-1 0 0 0,0 1-1 0 0,0 0 1 0 0,0-1 0 0 0,0 1 0 0 0,0 0 0 0 0,1 1-1 0 0,-1-1 1 0 0,0 0 0 0 0,1 0 0 0 0,-1 1 0 0 0,1-1-1 0 0,-1 1 1 0 0,1-1 0 0 0,-2 3 0 0 0,-24 35 461 0 0,18-24-288 0 0,-132 225 1898 0 0,18 12-591 0 0,93-188-1207 0 0,-231 581 1724 0 0,208-478-1699 0 0,-59 341 0 0 0,102-441-262 0 0,3-1 0 0 0,4 1-1 0 0,2 1 1 0 0,3-1 0 0 0,22 131-1 0 0,-17-164-136 0 0,2 0 0 0 0,2-1-1 0 0,1 0 1 0 0,1-1 0 0 0,28 48-1 0 0,-28-59-184 0 0,2 1 0 0 0,0-2-1 0 0,2 0 1 0 0,0-1-1 0 0,1 0 1 0 0,1-2-1 0 0,0 0 1 0 0,30 19-1 0 0,-29-23-564 0 0,0-2 0 0 0,1 0 0 0 0,0-1 1 0 0,1-2-1 0 0,0 0 0 0 0,34 8 0 0 0,-32-12-1373 0 0,1 0 0 0 0,-1-2 0 0 0,37 0 0 0 0,7-7-5770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245 178 1288 0 0,'-45'-42'7765'0'0,"41"39"-7472"0"0,1-1 1 0 0,0 1-1 0 0,1-1 1 0 0,-1 0-1 0 0,1 0 1 0 0,-1 0-1 0 0,1 0 1 0 0,0-1-1 0 0,-2-8 1 0 0,4 11-230 0 0,0-1 0 0 0,0 1 0 0 0,0 0 0 0 0,0-1 0 0 0,0 1 0 0 0,1 0 0 0 0,-1-1 0 0 0,1 1 0 0 0,0 0 0 0 0,0-1 1 0 0,0 1-1 0 0,0 0 0 0 0,0 0 0 0 0,0 0 0 0 0,0 0 0 0 0,1 0 0 0 0,-1 0 0 0 0,3-2 0 0 0,0 0 20 0 0,0-1 0 0 0,0 2 0 0 0,0-1-1 0 0,1 0 1 0 0,-1 1 0 0 0,6-3 0 0 0,-5 3-36 0 0,-1 1 0 0 0,1 0 0 0 0,0 1 0 0 0,-1-1 1 0 0,1 1-1 0 0,0 0 0 0 0,0 0 0 0 0,0 0 0 0 0,0 1 0 0 0,0 0 0 0 0,0-1 0 0 0,0 2 1 0 0,0-1-1 0 0,0 1 0 0 0,0 0 0 0 0,0 0 0 0 0,0 0 0 0 0,8 4 0 0 0,-10-4-21 0 0,1 1 0 0 0,-1 0 0 0 0,0 0 0 0 0,0 0 0 0 0,0 1 0 0 0,0-1 0 0 0,0 1-1 0 0,0 0 1 0 0,-1 0 0 0 0,1 0 0 0 0,-1 0 0 0 0,0 0 0 0 0,0 0 0 0 0,0 0 0 0 0,0 1 0 0 0,-1-1-1 0 0,1 1 1 0 0,-1-1 0 0 0,0 1 0 0 0,0 0 0 0 0,0 0 0 0 0,0-1 0 0 0,-1 1 0 0 0,0 0 0 0 0,0 5-1 0 0,0 1 3 0 0,-1 0 0 0 0,0 0-1 0 0,-1 0 1 0 0,0 0 0 0 0,-1 0-1 0 0,0 0 1 0 0,-1-1 0 0 0,1 1-1 0 0,-2-1 1 0 0,-6 11-1 0 0,-7 8 32 0 0,-38 44-1 0 0,43-56-37 0 0,8-10-3 0 0,-16 24-6 0 0,20-29-15 0 0,5-1 0 0 0,3 0 18 0 0,0 0 1 0 0,0 0-1 0 0,-1 1 1 0 0,1-1-1 0 0,0 1 1 0 0,0 1-1 0 0,-1 0 1 0 0,1 0-1 0 0,0 0 1 0 0,-1 0-1 0 0,0 1 1 0 0,0 0 0 0 0,0 1-1 0 0,0-1 1 0 0,0 1-1 0 0,-1 0 1 0 0,1 1-1 0 0,-1-1 1 0 0,0 1-1 0 0,0 0 1 0 0,6 9-1 0 0,-7-8 72 0 0,0 0 0 0 0,0 0 0 0 0,-1 0-1 0 0,1 1 1 0 0,-1-1 0 0 0,-1 1 0 0 0,1 0 0 0 0,-1 0-1 0 0,0 0 1 0 0,-1 0 0 0 0,0 0 0 0 0,0 1 0 0 0,0 10-1 0 0,-2-8 21 0 0,0 0-1 0 0,0 0 1 0 0,-1 0-1 0 0,0-1 1 0 0,-1 1-1 0 0,0-1 0 0 0,0 1 1 0 0,-1-1-1 0 0,-6 11 1 0 0,2-8-25 0 0,0 1 1 0 0,0-2-1 0 0,-1 1 1 0 0,0-1-1 0 0,-1 0 1 0 0,-1-1-1 0 0,0 0 1 0 0,0-1-1 0 0,-1 0 1 0 0,0-1 0 0 0,0 0-1 0 0,-1-1 1 0 0,-21 10-1 0 0,26-15-58 0 0,0 0 1 0 0,-1 0-1 0 0,1-1 1 0 0,0 0-1 0 0,0-1 0 0 0,0 0 1 0 0,-1 0-1 0 0,1-1 0 0 0,0 0 1 0 0,0 0-1 0 0,0-1 0 0 0,0 0 1 0 0,-11-4-1 0 0,14 5-106 0 0,0-1 0 0 0,0 0 0 0 0,0 0 0 0 0,1-1 0 0 0,-1 1 0 0 0,1-1 0 0 0,0 0 0 0 0,-1 0 0 0 0,2-1 0 0 0,-1 1 0 0 0,0-1 0 0 0,1 0 0 0 0,-1 0 0 0 0,1 0 0 0 0,0 0 0 0 0,0-1 0 0 0,1 1 0 0 0,-1-1 0 0 0,1 1 0 0 0,0-1 0 0 0,0 0 0 0 0,-1-6 0 0 0,3 8-444 0 0,0 0 0 0 0,0-1-1 0 0,0 1 1 0 0,1 0 0 0 0,-1 0 0 0 0,1 0 0 0 0,0-1-1 0 0,0 1 1 0 0,0 0 0 0 0,0 0 0 0 0,0 0 0 0 0,1 0-1 0 0,-1 0 1 0 0,1 1 0 0 0,0-1 0 0 0,0 0 0 0 0,0 1-1 0 0,2-3 1 0 0,8-9-5309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71 1672 0 0,'17'-34'6417'0'0,"-16"32"-6082"0"0,-1 0-1 0 0,1 0 0 0 0,-1 0 1 0 0,1 0-1 0 0,-1 0 1 0 0,0 0-1 0 0,1 0 0 0 0,-1 0 1 0 0,0 0-1 0 0,0 0 1 0 0,0 0-1 0 0,-1 0 0 0 0,1 0 1 0 0,0 0-1 0 0,-1 1 1 0 0,-1-4 503 0 0,-20 12 387 0 0,15-3-1157 0 0,0 2 1 0 0,1-1 0 0 0,0 1 0 0 0,0-1-1 0 0,0 2 1 0 0,0-1 0 0 0,1 1-1 0 0,0-1 1 0 0,1 2 0 0 0,-1-1-1 0 0,2 0 1 0 0,-1 1 0 0 0,1 0 0 0 0,0-1-1 0 0,0 1 1 0 0,1 1 0 0 0,0-1-1 0 0,1 0 1 0 0,-1 0 0 0 0,2 1-1 0 0,-1-1 1 0 0,1 0 0 0 0,0 1-1 0 0,1-1 1 0 0,0 1 0 0 0,3 12 0 0 0,4-5-51 0 0,-1 1 1 0 0,2-1 0 0 0,0 0 0 0 0,1-1 0 0 0,1 0 0 0 0,0 0 0 0 0,20 19 0 0 0,-17-19 112 0 0,0 1 1 0 0,-1 0 0 0 0,-1 1 0 0 0,0 0-1 0 0,14 30 1 0 0,-25-41-55 0 0,1-1-1 0 0,-1 1 1 0 0,1-1-1 0 0,-2 1 1 0 0,1-1 0 0 0,0 1-1 0 0,-1-1 1 0 0,0 1-1 0 0,-1 0 1 0 0,1-1 0 0 0,-1 1-1 0 0,0-1 1 0 0,0 1 0 0 0,-1-1-1 0 0,1 0 1 0 0,-1 1-1 0 0,-1-1 1 0 0,1 0 0 0 0,-1 0-1 0 0,1 0 1 0 0,-2-1-1 0 0,1 1 1 0 0,0-1 0 0 0,-1 1-1 0 0,-6 5 1 0 0,3-3-11 0 0,-1 0 0 0 0,0-1 0 0 0,0 1 0 0 0,0-1-1 0 0,-1-1 1 0 0,0 0 0 0 0,0 0 0 0 0,-1-1 0 0 0,1 0 0 0 0,-1 0 0 0 0,0-1 0 0 0,0-1 0 0 0,-11 2 0 0 0,17-3-56 0 0,1 0 0 0 0,-1 0 0 0 0,0-1 0 0 0,1 0 0 0 0,-1 0 1 0 0,1 0-1 0 0,-1 0 0 0 0,1-1 0 0 0,-1 1 0 0 0,1-1 0 0 0,-1 0 0 0 0,1 0 0 0 0,-1 0 0 0 0,1 0 1 0 0,0-1-1 0 0,-1 1 0 0 0,1-1 0 0 0,-3-2 0 0 0,5 3-9 0 0,0-1 1 0 0,0 0-1 0 0,0 1 0 0 0,0-1 1 0 0,0 0-1 0 0,0 0 1 0 0,1 1-1 0 0,-1-1 0 0 0,1 0 1 0 0,-1 0-1 0 0,1 0 0 0 0,0 0 1 0 0,-1 0-1 0 0,1 0 1 0 0,0 0-1 0 0,0 0 0 0 0,1 0 1 0 0,-1 1-1 0 0,0-1 1 0 0,1 0-1 0 0,-1 0 0 0 0,1 0 1 0 0,-1 0-1 0 0,2-2 0 0 0,2-6-15 0 0,1 0 0 0 0,11-19 0 0 0,-12 23 0 0 0,29-42-69 0 0,56-65 1 0 0,-53 70 34 0 0,55-85 1 0 0,-87 121 44 0 0,-1 1 0 0 0,0 0 0 0 0,0-1 0 0 0,0 0 0 0 0,-1 0 0 0 0,0 0 0 0 0,-1 0-1 0 0,1 0 1 0 0,-1 0 0 0 0,0 0 0 0 0,-1 0 0 0 0,0-1 0 0 0,-1-8 0 0 0,0 11 2 0 0,0 1 0 0 0,0-1-1 0 0,0 1 1 0 0,-1-1 0 0 0,0 1 0 0 0,0 0-1 0 0,0-1 1 0 0,0 1 0 0 0,-1 0 0 0 0,1 1 0 0 0,-1-1-1 0 0,0 0 1 0 0,0 1 0 0 0,-1-1 0 0 0,1 1-1 0 0,-1 0 1 0 0,1 0 0 0 0,-1 1 0 0 0,0-1-1 0 0,0 1 1 0 0,-6-3 0 0 0,0 1 10 0 0,1 1 0 0 0,-1 0 0 0 0,0 0 0 0 0,0 1 0 0 0,0 0 0 0 0,0 1 0 0 0,0 1 0 0 0,0-1-1 0 0,0 1 1 0 0,0 1 0 0 0,-1 0 0 0 0,1 0 0 0 0,1 1 0 0 0,-19 6 0 0 0,18-5-57 0 0,1 0-1 0 0,-1 1 0 0 0,1 1 1 0 0,-1-1-1 0 0,1 2 1 0 0,1-1-1 0 0,-1 1 0 0 0,1 0 1 0 0,0 1-1 0 0,0 0 1 0 0,1 0-1 0 0,0 1 0 0 0,0 0 1 0 0,-8 13-1 0 0,13-19-188 0 0,1 1 1 0 0,0-1-1 0 0,-1 1 0 0 0,1 0 0 0 0,0-1 1 0 0,1 1-1 0 0,-1 0 0 0 0,0 0 0 0 0,1 0 1 0 0,0-1-1 0 0,-1 1 0 0 0,1 0 0 0 0,0 0 1 0 0,1 0-1 0 0,-1 0 0 0 0,0 0 0 0 0,1-1 1 0 0,0 1-1 0 0,1 5 0 0 0,0-4-732 0 0,0 1 0 0 0,1-1 0 0 0,-1 0-1 0 0,1 0 1 0 0,0-1 0 0 0,0 1 0 0 0,4 3 0 0 0,6 4-4598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2152 0 0,'14'3'15899'0'0,"10"-8"-15479"0"0,103-20-1159 0 0,-41 9-8491 0 0,-62 11 3132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8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92 1916 0 0,'-54'-72'13827'0'0,"54"71"-13778"0"0,-1 1 1 0 0,1-1-1 0 0,0 0 1 0 0,0 1-1 0 0,0-1 1 0 0,0 1-1 0 0,0-1 1 0 0,0 0-1 0 0,0 1 1 0 0,0-1-1 0 0,0 0 1 0 0,0 1-1 0 0,0-1 1 0 0,0 1-1 0 0,1-1 1 0 0,-1 0-1 0 0,0 1 1 0 0,0-1-1 0 0,1 1 1 0 0,-1-1-1 0 0,0 1 0 0 0,1-1 1 0 0,-1 1-1 0 0,0-1 1 0 0,1 1-1 0 0,-1-1 1 0 0,1 1-1 0 0,-1-1 1 0 0,1 1-1 0 0,-1 0 1 0 0,1-1-1 0 0,-1 1 1 0 0,1 0-1 0 0,-1 0 1 0 0,1-1-1 0 0,-1 1 1 0 0,1 0-1 0 0,0 0 1 0 0,-1 0-1 0 0,1-1 1 0 0,-1 1-1 0 0,1 0 1 0 0,0 0-1 0 0,-1 0 1 0 0,1 0-1 0 0,-1 0 1 0 0,1 0-1 0 0,0 1 1 0 0,9-2 46 0 0,-1 2 0 0 0,0-1-1 0 0,0 1 1 0 0,0 0 0 0 0,0 1 0 0 0,0 0 0 0 0,0 1 0 0 0,0 0 0 0 0,-1 0 0 0 0,0 1 0 0 0,1 0 0 0 0,7 5 0 0 0,-11-6-59 0 0,0 0 0 0 0,0 1 0 0 0,-1-1 0 0 0,0 1-1 0 0,0 0 1 0 0,0 0 0 0 0,0 0 0 0 0,-1 0 0 0 0,1 1 0 0 0,-1 0 0 0 0,0-1 0 0 0,0 1 0 0 0,-1 0 0 0 0,0 0 0 0 0,0 1 0 0 0,0-1 0 0 0,0 0-1 0 0,-1 1 1 0 0,0-1 0 0 0,0 1 0 0 0,0 8 0 0 0,-2 0 19 0 0,0 0-1 0 0,-2-1 1 0 0,1 1 0 0 0,-2-1-1 0 0,0 1 1 0 0,0-1 0 0 0,-1 0-1 0 0,-1-1 1 0 0,0 1-1 0 0,-1-1 1 0 0,0 0 0 0 0,-13 15-1 0 0,-8 7 319 0 0,-1-1 0 0 0,-53 47-1 0 0,25-32 76 0 0,32-29-236 0 0,1 2 0 0 0,-35 39 0 0 0,58-59-209 0 0,1-1 0 0 0,-1 0 1 0 0,1 1-1 0 0,0-1 0 0 0,-1 1 0 0 0,1-1 0 0 0,-1 1 1 0 0,1-1-1 0 0,0 1 0 0 0,0-1 0 0 0,-1 1 1 0 0,1-1-1 0 0,0 1 0 0 0,0-1 0 0 0,-1 1 1 0 0,1-1-1 0 0,0 1 0 0 0,0-1 0 0 0,0 1 1 0 0,0-1-1 0 0,0 1 0 0 0,0 0 0 0 0,0-1 1 0 0,0 1-1 0 0,0-1 0 0 0,0 1 0 0 0,0-1 1 0 0,0 1-1 0 0,1 0 0 0 0,-1-1 0 0 0,0 1 1 0 0,0-1-1 0 0,0 1 0 0 0,1-1 0 0 0,-1 1 1 0 0,0-1-1 0 0,1 1 0 0 0,-1-1 0 0 0,0 0 1 0 0,1 1-1 0 0,-1-1 0 0 0,1 1 0 0 0,-1-1 1 0 0,1 0-1 0 0,-1 1 0 0 0,1-1 0 0 0,-1 0 1 0 0,1 0-1 0 0,-1 1 0 0 0,1-1 0 0 0,-1 0 1 0 0,1 0-1 0 0,0 0 0 0 0,30 5 44 0 0,-30-5-47 0 0,23-1-259 0 0,1-1 0 0 0,-1-1 0 0 0,0-1 0 0 0,-1-2 1 0 0,1 0-1 0 0,31-13 0 0 0,-37 12-1225 0 0,-1 0 1 0 0,-1-1-1 0 0,19-12 1 0 0,16-18-5863 0 0,-25 17 1392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244 192 1684 0 0,'2'-10'1790'0'0,"0"4"-352"0"0,0-1 0 0 0,-1 0 0 0 0,1 0 1 0 0,-2 0-1 0 0,1 0 0 0 0,-1-10 0 0 0,0 16-1317 0 0,0 0 0 0 0,0 0 0 0 0,0 0 0 0 0,0 0 0 0 0,-1 1 0 0 0,1-1-1 0 0,0 0 1 0 0,-1 0 0 0 0,1 0 0 0 0,0 0 0 0 0,-1 0 0 0 0,1 1 0 0 0,-1-1 0 0 0,1 0 0 0 0,-1 0 0 0 0,0 1-1 0 0,1-1 1 0 0,-1 0 0 0 0,0 1 0 0 0,1-1 0 0 0,-1 1 0 0 0,0-1 0 0 0,0 1 0 0 0,-1-1 0 0 0,1 0 2 0 0,-1 1 0 0 0,0 0 0 0 0,0-1 0 0 0,1 1 0 0 0,-1 0 1 0 0,0 0-1 0 0,0 0 0 0 0,1 0 0 0 0,-1 1 0 0 0,0-1 1 0 0,0 0-1 0 0,-1 1 0 0 0,-6 2 204 0 0,0 1 1 0 0,0 0-1 0 0,-13 8 1 0 0,18-10-153 0 0,-13 8 90 0 0,0 1 0 0 0,1 1-1 0 0,1 0 1 0 0,-24 24 0 0 0,34-31-237 0 0,0 1 0 0 0,0 0 0 0 0,0 0-1 0 0,0 0 1 0 0,1 1 0 0 0,0-1 0 0 0,1 1 0 0 0,-1 0 0 0 0,1 0 0 0 0,1 0 0 0 0,-1 1 0 0 0,1-1 0 0 0,0 1 0 0 0,1-1 0 0 0,-1 9 0 0 0,3-10-21 0 0,-1-1 1 0 0,1 1-1 0 0,0 0 1 0 0,1-1-1 0 0,-1 1 1 0 0,1 0-1 0 0,0-1 1 0 0,0 0-1 0 0,1 1 1 0 0,0-1 0 0 0,0 0-1 0 0,0-1 1 0 0,0 1-1 0 0,1 0 1 0 0,0-1-1 0 0,7 7 1 0 0,7 5-1 0 0,1-1 0 0 0,37 22 0 0 0,-20-14 3 0 0,-16-10 44 0 0,29 22-146 0 0,-46-33 148 0 0,0 1 0 0 0,0-1 0 0 0,-1 1 0 0 0,1 0 0 0 0,-1 0 0 0 0,0 0 0 0 0,0 0 0 0 0,0 0 0 0 0,0 1 0 0 0,0-1 1 0 0,-1 1-1 0 0,2 6 0 0 0,-2-8-15 0 0,-1 0 0 0 0,0 1 1 0 0,0-1-1 0 0,0 1 1 0 0,0-1-1 0 0,-1 1 0 0 0,1-1 1 0 0,-1 1-1 0 0,1-1 1 0 0,-1 0-1 0 0,0 1 0 0 0,0-1 1 0 0,0 0-1 0 0,0 1 0 0 0,0-1 1 0 0,-1 0-1 0 0,1 0 1 0 0,-1 0-1 0 0,1 0 0 0 0,-1-1 1 0 0,0 1-1 0 0,0 0 1 0 0,0-1-1 0 0,0 1 0 0 0,0-1 1 0 0,0 1-1 0 0,-3 1 0 0 0,-3 1 11 0 0,0 0-1 0 0,-1 0 1 0 0,1-1-1 0 0,-1 0 1 0 0,-16 4-1 0 0,13-5-19 0 0,-1-1 0 0 0,1 0-1 0 0,-1 0 1 0 0,1-1 0 0 0,0-1 0 0 0,-16-2-1 0 0,24 3-37 0 0,0-1 0 0 0,1 1 0 0 0,-1-1 1 0 0,0 0-1 0 0,1 0 0 0 0,-1-1 0 0 0,0 1 0 0 0,1-1 0 0 0,-1 0 0 0 0,1 0 0 0 0,0 0 0 0 0,0 0 0 0 0,0 0 0 0 0,0-1 0 0 0,0 1 0 0 0,0-1 0 0 0,1 0 0 0 0,-1 0 0 0 0,1 0 0 0 0,0 0 0 0 0,0 0 0 0 0,0-1 0 0 0,0 1 0 0 0,-1-4 1 0 0,2 2-5 0 0,1 0 0 0 0,-1 0 0 0 0,1 1 1 0 0,0-1-1 0 0,0 0 0 0 0,1 0 1 0 0,0 1-1 0 0,0-1 0 0 0,0 0 1 0 0,0 1-1 0 0,1-1 0 0 0,-1 1 1 0 0,1-1-1 0 0,3-5 0 0 0,6-8-17 0 0,21-31-1 0 0,-21 34 8 0 0,29-40-110 0 0,-2-1 1 0 0,32-66-1 0 0,-67 115 124 0 0,0 0 0 0 0,0 1 0 0 0,-1-1 0 0 0,0 0-1 0 0,0-1 1 0 0,-1 1 0 0 0,0 0 0 0 0,0 0 0 0 0,-1-1 0 0 0,0 1 0 0 0,0 0 0 0 0,0-1-1 0 0,-1 1 1 0 0,0 0 0 0 0,-1 0 0 0 0,-2-9 0 0 0,1 10 6 0 0,1 0 1 0 0,-1 0-1 0 0,-1 0 0 0 0,1 0 0 0 0,-1 1 1 0 0,0-1-1 0 0,0 1 0 0 0,-1 0 1 0 0,1 1-1 0 0,-1-1 0 0 0,0 1 1 0 0,0 0-1 0 0,-1 0 0 0 0,1 0 1 0 0,-1 1-1 0 0,0 0 0 0 0,-12-5 0 0 0,-2 0-589 0 0,0 2 0 0 0,-26-6-1 0 0,29 13-1222 0 0,9 2-581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1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198 135 2956 0 0,'-31'-134'18458'0'0,"44"137"-17451"0"0,-8 0-806 0 0,1 0 0 0 0,-1 0 0 0 0,0 1 0 0 0,0 0 0 0 0,0 0 0 0 0,-1 0 0 0 0,6 7 0 0 0,27 39 695 0 0,-25-34-628 0 0,11 20-38 0 0,0 2 1 0 0,-3 0-1 0 0,-1 2 0 0 0,-2 0 1 0 0,-2 0-1 0 0,-1 2 0 0 0,-2-1 1 0 0,-2 2-1 0 0,4 45 0 0 0,-4 9 5 0 0,-4 0 0 0 0,-13 190 0 0 0,-1-197-454 0 0,-4 0 0 0 0,-3-1 1 0 0,-5-1-1 0 0,-36 103 0 0 0,33-131-1345 0 0,-3-1 1 0 0,-44 75-1 0 0,43-90-1247 0 0,-3 0 1 0 0,-2-2-1 0 0,-48 50 0 0 0,29-43-5958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71 123 2156 0 0,'-22'-14'6626'0'0,"-23"-20"-1"0"0,44 33-6595 0 0,1 1-1 0 0,0 0 0 0 0,0 0 0 0 0,0 0 0 0 0,0 0 0 0 0,-1 0 0 0 0,1-1 0 0 0,0 1 0 0 0,0 0 1 0 0,0 0-1 0 0,0 0 0 0 0,0 0 0 0 0,-1-1 0 0 0,1 1 0 0 0,0 0 0 0 0,0 0 0 0 0,0-1 0 0 0,0 1 1 0 0,0 0-1 0 0,0 0 0 0 0,0 0 0 0 0,0-1 0 0 0,0 1 0 0 0,0 0 0 0 0,0 0 0 0 0,0-1 0 0 0,0 1 1 0 0,0 0-1 0 0,0 0 0 0 0,0 0 0 0 0,0-1 0 0 0,0 1 0 0 0,0 0 0 0 0,0 0 0 0 0,0 0 1 0 0,1-1-1 0 0,-1 1 0 0 0,0 0 0 0 0,0 0 0 0 0,0 0 0 0 0,0-1 0 0 0,0 1 0 0 0,1 0 0 0 0,-1 0 1 0 0,0 0-1 0 0,0-1 0 0 0,16-6 434 0 0,17-2-283 0 0,-33 9-167 0 0,79-12 367 0 0,83-2 1 0 0,7-1-5205 0 0,-168 15 4723 0 0,3 0-813 0 0,0-1 0 0 0,0 1-1 0 0,0-1 1 0 0,-1 0 0 0 0,8-3 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0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18 2384 0 0,'-2'-1'1964'0'0,"1"0"-1827"0"0,-19-12 5645 0 0,19 12-5683 0 0,1 1 0 0 0,-1 0 0 0 0,1 0 1 0 0,0 0-1 0 0,-1-1 0 0 0,1 1 0 0 0,-1 0 1 0 0,1 0-1 0 0,-1 0 0 0 0,1 0 0 0 0,-1 0 0 0 0,1 0 1 0 0,-1-1-1 0 0,1 1 0 0 0,-1 0 0 0 0,1 1 1 0 0,-1-1-1 0 0,1 0 0 0 0,-1 0 0 0 0,1 0 1 0 0,-1 0-1 0 0,1 0 0 0 0,-1 0 0 0 0,1 1 1 0 0,-1-1-1 0 0,1 0 0 0 0,0 0 0 0 0,-1 1 0 0 0,1-1 1 0 0,-1 0-1 0 0,1 0 0 0 0,0 1 0 0 0,-1-1 1 0 0,1 1-1 0 0,0-1 0 0 0,-1 0 0 0 0,1 1 1 0 0,0-1-1 0 0,0 1 0 0 0,-1-1 0 0 0,1 1 1 0 0,0-1-1 0 0,0 0 0 0 0,0 1 0 0 0,0-1 0 0 0,-1 2 1 0 0,-2 22 1247 0 0,1 1 1 0 0,2 41-1 0 0,-1 9-470 0 0,-4 256 284 0 0,6-308-1170 0 0,1 1 0 0 0,10 42-1 0 0,3-23-2721 0 0,-14-42 2577 0 0,-1-1 1 0 0,0 1-1 0 0,1-1 1 0 0,0 1-1 0 0,-1-1 1 0 0,1 1-1 0 0,-1-1 1 0 0,1 0 0 0 0,-1 1-1 0 0,1-1 1 0 0,0 0-1 0 0,-1 1 1 0 0,1-1-1 0 0,0 0 1 0 0,-1 0-1 0 0,1 0 1 0 0,0 0 0 0 0,1 1-1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154 162 1500 0 0,'-4'-18'4200'0'0,"1"-1"-1"0"0,-2-35 1 0 0,5 51-4089 0 0,0 1 1 0 0,0-1 0 0 0,0 0-1 0 0,1 1 1 0 0,-1-1 0 0 0,1 1-1 0 0,0-1 1 0 0,0 1 0 0 0,0 0-1 0 0,0-1 1 0 0,0 1 0 0 0,0 0-1 0 0,0-1 1 0 0,1 1 0 0 0,-1 0-1 0 0,1 0 1 0 0,0 0 0 0 0,2-2-1 0 0,-1 2-42 0 0,1-1 0 0 0,-1 1 0 0 0,1 0-1 0 0,0 0 1 0 0,-1 0 0 0 0,1 0 0 0 0,0 1 0 0 0,1-1 0 0 0,-1 1-1 0 0,5-1 1 0 0,0 1-33 0 0,0 0-1 0 0,0 1 0 0 0,0-1 0 0 0,0 2 1 0 0,-1-1-1 0 0,1 1 0 0 0,0 1 1 0 0,0-1-1 0 0,14 6 0 0 0,-18-6-13 0 0,-1 1-1 0 0,1 0 1 0 0,-1 0-1 0 0,0 0 1 0 0,0 1-1 0 0,0-1 1 0 0,0 1-1 0 0,0 0 1 0 0,0 0-1 0 0,-1 1 1 0 0,1-1 0 0 0,-1 1-1 0 0,0-1 1 0 0,0 1-1 0 0,0 0 1 0 0,-1 0-1 0 0,1 1 1 0 0,-1-1-1 0 0,0 0 1 0 0,0 1-1 0 0,-1-1 1 0 0,1 1-1 0 0,-1 0 1 0 0,0 0-1 0 0,0-1 1 0 0,-1 1-1 0 0,1 0 1 0 0,-1 0-1 0 0,0 0 1 0 0,0 0-1 0 0,-1-1 1 0 0,0 1 0 0 0,0 0-1 0 0,0 0 1 0 0,0-1-1 0 0,0 1 1 0 0,-1-1-1 0 0,-3 6 1 0 0,-1 4 15 0 0,-2-1 0 0 0,0 0 0 0 0,0-1 0 0 0,-1 0 0 0 0,-1 0 0 0 0,0 0 0 0 0,-17 14 0 0 0,10-11 5 0 0,-1-1 1 0 0,-1 0 0 0 0,0-2-1 0 0,-24 13 1 0 0,33-19-46 0 0,24-9-46 0 0,-3 1 37 0 0,4 0 8 0 0,-1 1 0 0 0,1 1-1 0 0,0 0 1 0 0,-1 1 0 0 0,1 0 0 0 0,0 2-1 0 0,-1-1 1 0 0,28 10 0 0 0,-31-8 86 0 0,1 1 0 0 0,-1 0 0 0 0,-1 0 0 0 0,1 1 0 0 0,-1 0 0 0 0,0 1 0 0 0,0 0 0 0 0,-1 0 1 0 0,0 1-1 0 0,0 0 0 0 0,9 13 0 0 0,-16-18 2 0 0,1 0 0 0 0,-1 1 0 0 0,0 0 1 0 0,0-1-1 0 0,0 1 0 0 0,-1 0 0 0 0,1 0 1 0 0,-1 0-1 0 0,0 0 0 0 0,0 0 0 0 0,0 0 1 0 0,0 0-1 0 0,-1 0 0 0 0,0 0 0 0 0,0 0 1 0 0,-1 9-1 0 0,0-7 2 0 0,-1 0 0 0 0,0 0 0 0 0,0 0 1 0 0,0-1-1 0 0,-1 1 0 0 0,0-1 0 0 0,0 1 0 0 0,0-1 1 0 0,-1 0-1 0 0,-5 7 0 0 0,-3 0 20 0 0,-1 0-1 0 0,0 0 1 0 0,0-1 0 0 0,-1-1-1 0 0,-1 0 1 0 0,0-1 0 0 0,-19 9-1 0 0,15-10-60 0 0,0 0 0 0 0,0-1 0 0 0,-1-1 0 0 0,0-1 0 0 0,0-1 0 0 0,-1-1 0 0 0,1 0 0 0 0,-1-2 0 0 0,0 0 0 0 0,1-2 0 0 0,-40-5 0 0 0,55 5-68 0 0,1 0 0 0 0,-1 0 0 0 0,1 0 0 0 0,0-1 0 0 0,-1 0 0 0 0,1 0 0 0 0,0 0 0 0 0,-5-4 0 0 0,8 5-75 0 0,0 0 0 0 0,0 0 1 0 0,0 0-1 0 0,0 1 0 0 0,0-1 0 0 0,0 0 1 0 0,1-1-1 0 0,-1 1 0 0 0,0 0 0 0 0,1 0 1 0 0,-1 0-1 0 0,1 0 0 0 0,-1 0 0 0 0,1-1 1 0 0,0 1-1 0 0,-1 0 0 0 0,1 0 1 0 0,0-1-1 0 0,0 1 0 0 0,0 0 0 0 0,0 0 1 0 0,0-1-1 0 0,0 1 0 0 0,0 0 0 0 0,0-1 1 0 0,1 1-1 0 0,-1 0 0 0 0,0 0 1 0 0,1 0-1 0 0,-1-1 0 0 0,1 1 0 0 0,0 0 1 0 0,-1 0-1 0 0,2-1 0 0 0,3-7-1107 0 0,1 1-1 0 0,1 1 1 0 0,-1-1 0 0 0,1 1-1 0 0,11-9 1 0 0,-5 4-1930 0 0,14-12-3793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793 155 2464 0 0,'2'-13'1311'0'0,"0"-1"0"0"0,-2 0 0 0 0,1 1 0 0 0,-3-15 0 0 0,2 24-1041 0 0,-1 0 0 0 0,1 1-1 0 0,-1-1 1 0 0,0 0 0 0 0,0 0 0 0 0,0 1-1 0 0,0-1 1 0 0,-1 1 0 0 0,1-1-1 0 0,-1 1 1 0 0,0-1 0 0 0,0 1 0 0 0,0 0-1 0 0,-1 0 1 0 0,1 0 0 0 0,-1 0 0 0 0,0 1-1 0 0,-5-5 1 0 0,7 6-195 0 0,-1 0 1 0 0,0 0-1 0 0,0 1 0 0 0,0-1 0 0 0,0 1 1 0 0,0 0-1 0 0,0-1 0 0 0,0 1 1 0 0,0 0-1 0 0,0 0 0 0 0,0 0 1 0 0,0 0-1 0 0,0 1 0 0 0,0-1 0 0 0,0 0 1 0 0,0 1-1 0 0,0-1 0 0 0,0 1 1 0 0,0 0-1 0 0,1 0 0 0 0,-1 0 1 0 0,0 0-1 0 0,0 0 0 0 0,1 0 0 0 0,-3 2 1 0 0,-5 4 154 0 0,1 1 0 0 0,0-1 0 0 0,-10 12 0 0 0,14-13-103 0 0,-39 48 708 0 0,3 2-1 0 0,-55 102 1 0 0,8 5-242 0 0,7 4 0 0 0,7 2 0 0 0,8 4 1 0 0,-43 184-1 0 0,86-264-458 0 0,3 0 1 0 0,5 1-1 0 0,4 1 1 0 0,5 0 0 0 0,8 145-1 0 0,5-167-650 0 0,2-1 1 0 0,37 132-1 0 0,-27-144-1136 0 0,3 0 0 0 0,1-1 1 0 0,54 90-1 0 0,-63-124-692 0 0,2 0 0 0 0,20 23 1 0 0,1-6-3511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1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1012 0 0,'7'-12'6266'0'0,"3"-17"553"0"0,1 8-3807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1384 0 0,'14'-33'5691'0'0,"-10"22"-4676"0"0,1 1 0 0 0,0-1-1 0 0,9-12 1 0 0,-9 16-854 0 0,0 0 0 0 0,0 1-1 0 0,1 0 1 0 0,0 0 0 0 0,0 1 0 0 0,1-1-1 0 0,-1 1 1 0 0,1 1 0 0 0,1-1-1 0 0,-1 1 1 0 0,0 0 0 0 0,1 1-1 0 0,0 0 1 0 0,15-4 0 0 0,-16 5-109 0 0,0 1 1 0 0,-1 0-1 0 0,1 1 1 0 0,0-1-1 0 0,0 1 0 0 0,0 1 1 0 0,0-1-1 0 0,-1 1 1 0 0,1 0-1 0 0,0 1 0 0 0,-1 0 1 0 0,1 0-1 0 0,-1 0 1 0 0,1 1-1 0 0,-1 0 0 0 0,0 0 1 0 0,0 0-1 0 0,9 7 1 0 0,-9-5-17 0 0,0 1 0 0 0,0-1 1 0 0,0 1-1 0 0,0 0 0 0 0,-1 1 1 0 0,0-1-1 0 0,0 1 0 0 0,-1 0 1 0 0,0 0-1 0 0,0 0 0 0 0,-1 1 1 0 0,1-1-1 0 0,3 17 1 0 0,-5-14-2 0 0,-1 0 0 0 0,0 1 0 0 0,0-1 0 0 0,-1 1 1 0 0,-1-1-1 0 0,0 1 0 0 0,0-1 0 0 0,-1 0 0 0 0,-5 19 1 0 0,-2-6 37 0 0,0-1 0 0 0,-1 0 0 0 0,-1 0 0 0 0,-1-1 0 0 0,-2-1 0 0 0,1 0 0 0 0,-2-1 0 0 0,-29 30 0 0 0,-41 24 481 0 0,55-48-197 0 0,-37 37-1 0 0,66-61-348 0 0,-1 1-1 0 0,1-1 0 0 0,-1 0 1 0 0,1 1-1 0 0,0-1 0 0 0,0 1 1 0 0,0 0-1 0 0,0-1 0 0 0,0 1 1 0 0,0 0-1 0 0,0 0 0 0 0,0 0 1 0 0,1-1-1 0 0,-1 1 1 0 0,1 0-1 0 0,-1 0 0 0 0,1 0 1 0 0,0 0-1 0 0,0 0 0 0 0,0 0 1 0 0,0 0-1 0 0,0 0 0 0 0,0 0 1 0 0,0 0-1 0 0,1 2 0 0 0,1-2 2 0 0,-1 0-1 0 0,1 0 0 0 0,-1 0 1 0 0,1 0-1 0 0,0 0 0 0 0,0-1 1 0 0,0 1-1 0 0,0-1 0 0 0,0 1 1 0 0,0-1-1 0 0,0 0 1 0 0,1 0-1 0 0,-1 0 0 0 0,0 0 1 0 0,1 0-1 0 0,-1 0 0 0 0,0-1 1 0 0,1 1-1 0 0,3-1 0 0 0,16 3 28 0 0,0-1 0 0 0,1 0-1 0 0,-1-2 1 0 0,38-5 0 0 0,89-21-361 0 0,-112 18 8 0 0,89-22-2865 0 0,-45 1-2792 0 0,-41 10 313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4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334 116 1700 0 0,'3'-6'777'0'0,"-1"0"0"0"0,0 0 0 0 0,0 0-1 0 0,-1-1 1 0 0,1 1 0 0 0,-1-1 0 0 0,-1 1 0 0 0,1-1 0 0 0,-1 1-1 0 0,-1-1 1 0 0,1 0 0 0 0,-1 1 0 0 0,0-1 0 0 0,-2-6 0 0 0,2 12-700 0 0,1 0 1 0 0,0 1 0 0 0,-1-1 0 0 0,1 0 0 0 0,-1 0 0 0 0,0 1 0 0 0,1-1 0 0 0,-1 0-1 0 0,0 1 1 0 0,1-1 0 0 0,-1 0 0 0 0,0 1 0 0 0,0-1 0 0 0,1 1 0 0 0,-1-1 0 0 0,0 1-1 0 0,0 0 1 0 0,0-1 0 0 0,0 1 0 0 0,0 0 0 0 0,0 0 0 0 0,1-1 0 0 0,-1 1 0 0 0,0 0-1 0 0,0 0 1 0 0,0 0 0 0 0,0 0 0 0 0,0 0 0 0 0,0 0 0 0 0,0 1 0 0 0,-1-1 0 0 0,-2 1 45 0 0,1 0 0 0 0,0 0 1 0 0,0 0-1 0 0,0 0 0 0 0,1 0 1 0 0,-1 1-1 0 0,0-1 1 0 0,-3 4-1 0 0,-10 8 193 0 0,2 1 1 0 0,-1 0-1 0 0,2 2 1 0 0,0-1-1 0 0,-18 30 0 0 0,-43 92 297 0 0,54-95-416 0 0,-26 87 1 0 0,39-106-155 0 0,2 1-1 0 0,0 0 1 0 0,2 0 0 0 0,1 0 0 0 0,1 37 0 0 0,2-49-30 0 0,0 0 1 0 0,1 0 0 0 0,1 0-1 0 0,0 0 1 0 0,1 0 0 0 0,0 0-1 0 0,1-1 1 0 0,0 0-1 0 0,1 0 1 0 0,0 0 0 0 0,1-1-1 0 0,9 12 1 0 0,-11-16-7 0 0,0 0 1 0 0,0-1-1 0 0,0 0 0 0 0,1 0 1 0 0,0 0-1 0 0,0 0 1 0 0,0-1-1 0 0,1 0 0 0 0,-1 0 1 0 0,1-1-1 0 0,0 0 0 0 0,0 0 1 0 0,0-1-1 0 0,0 0 1 0 0,1 0-1 0 0,-1 0 0 0 0,0-1 1 0 0,1 0-1 0 0,0-1 0 0 0,-1 0 1 0 0,8 0-1 0 0,-11-1-4 0 0,-1 1-1 0 0,1-1 0 0 0,0 0 1 0 0,-1 1-1 0 0,1-2 0 0 0,-1 1 1 0 0,0 0-1 0 0,1-1 0 0 0,-1 0 1 0 0,0 1-1 0 0,0-1 1 0 0,0-1-1 0 0,0 1 0 0 0,0 0 1 0 0,0-1-1 0 0,-1 1 0 0 0,4-5 1 0 0,-3 2-3 0 0,0 1 0 0 0,-1 0 1 0 0,0-1-1 0 0,0 1 0 0 0,0-1 1 0 0,-1 1-1 0 0,1-1 0 0 0,-1 0 1 0 0,0 0-1 0 0,0 0 0 0 0,0-10 1 0 0,-1 9-3 0 0,0 0 0 0 0,-1-1 0 0 0,1 1 0 0 0,-1 0 1 0 0,0 0-1 0 0,-1 0 0 0 0,0-1 0 0 0,0 1 0 0 0,0 1 0 0 0,0-1 1 0 0,-1 0-1 0 0,0 0 0 0 0,0 1 0 0 0,-1 0 0 0 0,0 0 0 0 0,0 0 1 0 0,0 0-1 0 0,0 0 0 0 0,-1 1 0 0 0,-7-7 0 0 0,2 6-12 0 0,0 0-1 0 0,-1 1 0 0 0,1 0 1 0 0,-1 1-1 0 0,0 0 0 0 0,0 1 1 0 0,0 0-1 0 0,0 1 0 0 0,-1 0 1 0 0,1 0-1 0 0,0 1 1 0 0,0 1-1 0 0,-1 0 0 0 0,1 0 1 0 0,0 1-1 0 0,0 1 0 0 0,0 0 1 0 0,1 0-1 0 0,-1 1 0 0 0,-13 7 1 0 0,23-10-215 0 0,-1 0 1 0 0,1 1-1 0 0,-1-1 1 0 0,1 0-1 0 0,0 1 1 0 0,0-1-1 0 0,0 0 1 0 0,-1 1-1 0 0,1-1 1 0 0,1 1-1 0 0,-2 2 1 0 0,1-3 5 0 0,1-1 0 0 0,0 1 0 0 0,0-1 0 0 0,-1 1 0 0 0,1 0 1 0 0,0-1-1 0 0,0 1 0 0 0,0-1 0 0 0,0 1 0 0 0,0 0 0 0 0,0-1 0 0 0,0 1 0 0 0,0-1 0 0 0,0 1 1 0 0,0 0-1 0 0,0-1 0 0 0,1 1 0 0 0,-1-1 0 0 0,0 1 0 0 0,0-1 0 0 0,1 1 0 0 0,-1 0 0 0 0,0-1 1 0 0,9 6-3568 0 0,7 0-2083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4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30 108 3096 0 0,'-29'-24'13800'0'0,"31"22"-13660"0"0,1 0 0 0 0,0 0-1 0 0,0 0 1 0 0,0 1 0 0 0,0-1 0 0 0,0 1-1 0 0,0 0 1 0 0,0 0 0 0 0,0 0 0 0 0,4-1-1 0 0,39-5 159 0 0,-20 3-88 0 0,63-14 83 0 0,86-15 311 0 0,-165 31 531 0 0,-2 0-3307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5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206 144 1124 0 0,'-86'-75'16194'0'0,"85"74"-15838"0"0,-27-23 3269 0 0,8 5-3205 0 0,18 17-421 0 0,2-4-26 0 0,1 5 26 0 0,-1 0 0 0 0,1 0 0 0 0,0 0 0 0 0,0 0 0 0 0,0 1 0 0 0,0-1 0 0 0,0 0 0 0 0,0 0 0 0 0,0 1 0 0 0,0-1 0 0 0,0 1 0 0 0,0-1 1 0 0,0 1-1 0 0,0-1 0 0 0,0 1 0 0 0,1 0 0 0 0,-1 0 0 0 0,2-1 0 0 0,1 1-1 0 0,0-1 0 0 0,0 0 1 0 0,0 0-1 0 0,0 0 1 0 0,0 1-1 0 0,0-1 0 0 0,0 1 1 0 0,0 0-1 0 0,1 1 1 0 0,3 0-1 0 0,6 0 7 0 0,-2 0-3 0 0,-1 0-1 0 0,1 1 1 0 0,0 0 0 0 0,-1 1 0 0 0,0 0-1 0 0,1 1 1 0 0,-1 0 0 0 0,-1 1 0 0 0,1 0-1 0 0,-1 1 1 0 0,0 0 0 0 0,0 0-1 0 0,12 11 1 0 0,-18-13 3 0 0,1 1 0 0 0,0 0 0 0 0,-1 0 0 0 0,0 0 0 0 0,0 1 1 0 0,0-1-1 0 0,-1 1 0 0 0,0 0 0 0 0,0 0 0 0 0,0 0 0 0 0,-1 0 0 0 0,0 0 0 0 0,0 1 0 0 0,0-1 0 0 0,-1 1 0 0 0,0-1 0 0 0,-1 1 0 0 0,1 0 0 0 0,-1-1 0 0 0,0 1 0 0 0,-1 0 0 0 0,0-1 1 0 0,0 1-1 0 0,-3 11 0 0 0,-3 3 1 0 0,-1-1 0 0 0,-1 0 0 0 0,-1 0 1 0 0,-1-1-1 0 0,0 0 0 0 0,-1-1 0 0 0,-20 22 0 0 0,-12 9 300 0 0,-55 48 0 0 0,70-71-153 0 0,-23 23 67 0 0,46-44-201 0 0,1 1 0 0 0,0 0 0 0 0,1 0 0 0 0,-1 1 0 0 0,1-1 0 0 0,-5 12 0 0 0,9-17-17 0 0,0 0 1 0 0,0 0-1 0 0,-1 0 0 0 0,1 0 1 0 0,0 0-1 0 0,0 0 0 0 0,0 0 1 0 0,0 0-1 0 0,0 1 0 0 0,0-1 1 0 0,0 0-1 0 0,1 0 0 0 0,-1 0 1 0 0,0 0-1 0 0,1 0 0 0 0,-1 0 0 0 0,0 0 1 0 0,1 0-1 0 0,0 0 0 0 0,-1 0 1 0 0,1 0-1 0 0,-1 0 0 0 0,1-1 1 0 0,0 1-1 0 0,0 0 0 0 0,-1 0 1 0 0,1 0-1 0 0,0-1 0 0 0,0 1 1 0 0,0-1-1 0 0,0 1 0 0 0,0 0 0 0 0,0-1 1 0 0,0 0-1 0 0,0 1 0 0 0,0-1 1 0 0,2 1-1 0 0,3 1-4 0 0,0 0-1 0 0,0 0 0 0 0,1-1 1 0 0,11 1-1 0 0,34-1 49 0 0,1-2 0 0 0,0-3-1 0 0,85-18 1 0 0,-99 16-11 0 0,58-14 59 0 0,-94 19-446 0 0,1 0 0 0 0,-1 0 0 0 0,1-1 1 0 0,-1 1-1 0 0,0-1 0 0 0,0 1 0 0 0,1-1 0 0 0,2-3 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100 141 1532 0 0,'0'-140'17702'0'0,"-6"321"-11070"0"0,-5-53-6047 0 0,-43 205 0 0 0,47-301-594 0 0,-4 20-695 0 0,1-21-3290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6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79 920 0 0,'-43'-79'10913'0'0,"43"97"-9285"0"0,2-9-1333 0 0,2 1 0 0 0,-1-1 0 0 0,1 0 0 0 0,0 0 0 0 0,1 0 0 0 0,7 9 0 0 0,-1 1 18 0 0,63 105 1081 0 0,62 111 195 0 0,-100-165-1116 0 0,40 109-1 0 0,-53-110-305 0 0,-4 1 0 0 0,-2 1 0 0 0,-4 0 0 0 0,-3 1-1 0 0,2 99 1 0 0,-13-79-482 0 0,-4 0 0 0 0,-4 0-1 0 0,-37 163 1 0 0,21-158-1887 0 0,-58 143 0 0 0,-18-27-4196 0 0,35-94 97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5376 0 0,'8'-8'9525'0'0,"-1"-1"-6072"0"0,5 4-1341 0 0,5 5-1080 0 0,4-2-1100 0 0,3 4-1168 0 0,-12 1-168 0 0,0-1-540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7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1144 0 0,'-84'28'11531'0'0,"83"-27"-11069"0"0,-4 4 978 0 0,27-4-1143 0 0,1-1 0 0 0,32-5 0 0 0,17 0-438 0 0,-53 5-402 0 0,48 2-1866 0 0,-24 7-3485 0 0,-29-2 1817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26 1200 0 0,'-100'71'10438'0'0,"91"-60"-9225"0"0,10-7-534 0 0,8-3-172 0 0,183-43-854 0 0,6-3-5172 0 0,-166 37 3934 0 0,47-10-2597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10 209 1652 0 0,'-10'-62'14657'0'0,"14"40"-12590"0"0,1 16-1985 0 0,2 1 0 0 0,-1-1 0 0 0,0 1-1 0 0,1 1 1 0 0,0-1 0 0 0,0 1 0 0 0,0 1-1 0 0,14-6 1 0 0,68-19 113 0 0,-68 22-162 0 0,103-25-214 0 0,-43 18-6215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0 2096 0 0,'-11'3'1156'0'0,"-1"0"0"0"0,1 0 0 0 0,0 1 0 0 0,0 0 0 0 0,1 1 0 0 0,-15 8 1 0 0,13-5-466 0 0,1-1 0 0 0,1 2 1 0 0,-1-1-1 0 0,2 1 0 0 0,-11 12 1 0 0,8-6-400 0 0,1 0 1 0 0,0 1 0 0 0,2 0 0 0 0,0 1 0 0 0,0 0 0 0 0,2 0 0 0 0,0 1-1 0 0,-6 24 1 0 0,11-35-254 0 0,1 0-1 0 0,-1 0 0 0 0,2 0 1 0 0,-1 0-1 0 0,1 0 0 0 0,0 0 1 0 0,0 0-1 0 0,1 0 0 0 0,0 0 1 0 0,0 0-1 0 0,3 8 0 0 0,-3-12-23 0 0,0 0-1 0 0,0 0 0 0 0,1-1 1 0 0,-1 1-1 0 0,1 0 0 0 0,-1-1 0 0 0,1 1 1 0 0,0-1-1 0 0,0 0 0 0 0,0 0 1 0 0,0 1-1 0 0,0-1 0 0 0,1-1 1 0 0,-1 1-1 0 0,0 0 0 0 0,1 0 0 0 0,0-1 1 0 0,-1 0-1 0 0,1 1 0 0 0,0-1 1 0 0,0 0-1 0 0,-1 0 0 0 0,1-1 0 0 0,0 1 1 0 0,0-1-1 0 0,0 1 0 0 0,0-1 1 0 0,4 0-1 0 0,12-1 8 0 0,-1-2 0 0 0,1 0-1 0 0,-1-1 1 0 0,32-11 0 0 0,-29 9-22 0 0,0 0 1 0 0,0 1-1 0 0,22-2 0 0 0,-36 6 47 0 0,0 1 0 0 0,1 0 1 0 0,-1 0-1 0 0,0 1 0 0 0,0 0 0 0 0,0 0 0 0 0,0 1 0 0 0,0 0 0 0 0,0 0 0 0 0,-1 0 0 0 0,1 1 0 0 0,-1 0 0 0 0,9 5 0 0 0,-5 0 84 0 0,1 0-1 0 0,-1 1 1 0 0,-1-1-1 0 0,1 2 1 0 0,-2 0-1 0 0,1 0 1 0 0,-1 0 0 0 0,-1 1-1 0 0,0 0 1 0 0,0 1-1 0 0,-1 0 1 0 0,-1-1-1 0 0,0 2 1 0 0,-1-1-1 0 0,0 1 1 0 0,-1-1-1 0 0,0 1 1 0 0,-1 0-1 0 0,0 0 1 0 0,-1 0-1 0 0,-1 1 1 0 0,0-1-1 0 0,0 0 1 0 0,-2 0-1 0 0,1 0 1 0 0,-2 0-1 0 0,0 0 1 0 0,0-1-1 0 0,-1 1 1 0 0,-1-1-1 0 0,0 0 1 0 0,-11 18-1 0 0,11-21-11 0 0,-1 0-1 0 0,-1-1 0 0 0,0 0 0 0 0,0 0 0 0 0,0-1 1 0 0,-1 0-1 0 0,0 0 0 0 0,0-1 0 0 0,-1 0 0 0 0,0-1 0 0 0,-13 7 1 0 0,15-9-8 0 0,0 0 0 0 0,0-1 1 0 0,0 0-1 0 0,0 0 0 0 0,0-1 1 0 0,-1 0-1 0 0,1 0 0 0 0,-1-1 1 0 0,1 0-1 0 0,0 0 0 0 0,-1-1 1 0 0,1 1-1 0 0,0-2 0 0 0,-1 1 1 0 0,1-1-1 0 0,-13-5 0 0 0,7 2-82 0 0,-39-19 396 0 0,48 22-536 0 0,1 0 1 0 0,-1 0-1 0 0,1 0 1 0 0,0-1 0 0 0,0 1-1 0 0,0-1 1 0 0,0 0 0 0 0,0 0-1 0 0,1 0 1 0 0,-1 0-1 0 0,-2-4 1 0 0,5 5-39 0 0,-1 1 0 0 0,1 0 1 0 0,0 0-1 0 0,0 0 0 0 0,0 0 0 0 0,-1-1 1 0 0,1 1-1 0 0,0 0 0 0 0,0 0 0 0 0,0 0 0 0 0,1-1 1 0 0,-1 1-1 0 0,0 0 0 0 0,0 0 0 0 0,1 0 1 0 0,-1 0-1 0 0,1-1 0 0 0,-1 1 0 0 0,1 0 0 0 0,-1 0 1 0 0,1 0-1 0 0,0 0 0 0 0,-1 0 0 0 0,1 0 1 0 0,0 0-1 0 0,0 1 0 0 0,0-1 0 0 0,-1 0 0 0 0,1 0 1 0 0,2 0-1 0 0,35-23-4454 0 0,-29 20 3116 0 0,14-9-3376 0 0,1 1-2531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72 107 2392 0 0,'-38'-8'10117'0'0,"19"6"-7461"0"0,16 2-1872 0 0,-3-2 165 0 0,0 1 237 0 0,13-3-550 0 0,19-5-363 0 0,0 2 0 0 0,53-9-1 0 0,-28 7-168 0 0,41-9 261 0 0,0 1-1614 0 0,-34 4-8519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9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84 364 0 0,'-17'-21'6162'0'0,"15"18"-5681"0"0,0 0 1 0 0,0 0-1 0 0,0-1 0 0 0,1 1 0 0 0,-1-1 0 0 0,1 1 1 0 0,0-1-1 0 0,-1-4 0 0 0,2 7-421 0 0,0 0 0 0 0,0 1 0 0 0,0-1-1 0 0,0 0 1 0 0,1 0 0 0 0,-1 0 0 0 0,0 1 0 0 0,0-1 0 0 0,0 0-1 0 0,1 0 1 0 0,-1 1 0 0 0,1-1 0 0 0,-1 0 0 0 0,0 0 0 0 0,1 1-1 0 0,-1-1 1 0 0,1 1 0 0 0,-1-1 0 0 0,1 0 0 0 0,0 1 0 0 0,-1-1-1 0 0,1 1 1 0 0,0-1 0 0 0,-1 1 0 0 0,1 0 0 0 0,1-1 0 0 0,19-7 564 0 0,-14 7-523 0 0,1 1 0 0 0,-1 0 0 0 0,1 0 0 0 0,0 0 0 0 0,-1 1 0 0 0,1 0 0 0 0,-1 1 0 0 0,1-1 0 0 0,-1 2 0 0 0,0-1 0 0 0,0 1 0 0 0,0 0 0 0 0,0 0-1 0 0,0 1 1 0 0,-1 0 0 0 0,1 0 0 0 0,9 9 0 0 0,-8-7-40 0 0,0 1 0 0 0,-1 0 0 0 0,1 1 0 0 0,-2 0-1 0 0,1 0 1 0 0,-1 0 0 0 0,0 1 0 0 0,-1 0 0 0 0,0 0-1 0 0,0 0 1 0 0,-1 1 0 0 0,4 14 0 0 0,-5-12-23 0 0,-1 1 1 0 0,0-1-1 0 0,-1 1 1 0 0,-1-1-1 0 0,0 1 1 0 0,-1 0-1 0 0,0-1 1 0 0,0 0-1 0 0,-6 20 1 0 0,1-15-11 0 0,0 0 0 0 0,-1 0-1 0 0,0 0 1 0 0,-1-1 0 0 0,-1-1 0 0 0,-13 18 0 0 0,4-10 30 0 0,-1 0 0 0 0,-1-1-1 0 0,-1-2 1 0 0,-1 0 0 0 0,-1-1 0 0 0,0-1 0 0 0,-52 29 0 0 0,65-41 8 0 0,-1-2 0 0 0,1 1 0 0 0,-1-1-1 0 0,0-1 1 0 0,-12 3 0 0 0,20-6-36 0 0,-8-4 18 0 0,11 4-48 0 0,0 0 0 0 0,0 0 0 0 0,0 0 0 0 0,0 0 0 0 0,0-1 1 0 0,0 1-1 0 0,0 0 0 0 0,0 0 0 0 0,0 0 0 0 0,0 0 0 0 0,0-1 0 0 0,0 1 1 0 0,0 0-1 0 0,0 0 0 0 0,0 0 0 0 0,0-1 0 0 0,0 1 0 0 0,0 0 0 0 0,0 0 1 0 0,0 0-1 0 0,0 0 0 0 0,0-1 0 0 0,0 1 0 0 0,0 0 0 0 0,0 0 0 0 0,0 0 0 0 0,0 0 1 0 0,0-1-1 0 0,0 1 0 0 0,0 0 0 0 0,1 0 0 0 0,-1 0 0 0 0,0 0 0 0 0,0 0 1 0 0,0 0-1 0 0,0-1 0 0 0,0 1 0 0 0,1 0 0 0 0,-1 0 0 0 0,20-9-9 0 0,-11 7 11 0 0,1 1 1 0 0,-1 0 0 0 0,0 0-1 0 0,1 1 1 0 0,-1 0-1 0 0,1 0 1 0 0,-1 1 0 0 0,0 0-1 0 0,0 1 1 0 0,1 0-1 0 0,-1 1 1 0 0,11 4-1 0 0,13 7 35 0 0,59 33 0 0 0,-66-32-12 0 0,-9-6-92 0 0,5 4-956 0 0,35 13-1 0 0,-47-22-865 0 0,-1-1 1 0 0,1-1 0 0 0,20 3-1 0 0,-13-4-3388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29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163 168 1880 0 0,'0'-7'1870'0'0,"0"-1"-1"0"0,-1 1 1 0 0,0 0 0 0 0,-4-15 1040 0 0,4 21-2734 0 0,0 1 1 0 0,1 0-1 0 0,-1 0 0 0 0,0-1 0 0 0,0 1 0 0 0,0 0 1 0 0,0 0-1 0 0,0 0 0 0 0,0 0 0 0 0,0 0 1 0 0,0 0-1 0 0,1 1 0 0 0,-1-1 0 0 0,0 0 0 0 0,-2 1 1 0 0,-8 11 381 0 0,1 1-1 0 0,0 1 1 0 0,1-1 0 0 0,0 2 0 0 0,1-1 0 0 0,1 1 0 0 0,-7 18 0 0 0,5-9-336 0 0,1 1 0 0 0,2 0 1 0 0,0 0-1 0 0,-2 26 0 0 0,6-37-150 0 0,2-1 0 0 0,-1 0 0 0 0,2 1-1 0 0,-1-1 1 0 0,2 0 0 0 0,0 1 0 0 0,5 16-1 0 0,-6-26-48 0 0,1 0-1 0 0,-1 0 0 0 0,1 1 1 0 0,0-1-1 0 0,0 0 0 0 0,0-1 1 0 0,1 1-1 0 0,-1 0 0 0 0,1-1 1 0 0,0 1-1 0 0,0-1 0 0 0,0 0 1 0 0,0 0-1 0 0,1 0 0 0 0,0-1 1 0 0,-1 1-1 0 0,1-1 0 0 0,0 0 1 0 0,0 0-1 0 0,0 0 0 0 0,0 0 1 0 0,0-1-1 0 0,0 1 0 0 0,1-1 1 0 0,5 1-1 0 0,1-1-7 0 0,-1-1 1 0 0,0 0-1 0 0,0 0 0 0 0,0-1 1 0 0,1 0-1 0 0,-1 0 0 0 0,0-1 1 0 0,0-1-1 0 0,-1 0 0 0 0,1 0 1 0 0,0-1-1 0 0,-1 0 0 0 0,0-1 1 0 0,0 0-1 0 0,0 0 0 0 0,-1-1 1 0 0,1 0-1 0 0,-2 0 0 0 0,1-1 1 0 0,9-11-1 0 0,-5 4-6 0 0,-1 0-1 0 0,0 0 1 0 0,-1-1 0 0 0,-1-1 0 0 0,-1 0-1 0 0,0 0 1 0 0,-1 0 0 0 0,0-1 0 0 0,-2 0-1 0 0,7-32 1 0 0,-10 37-6 0 0,-1 0-1 0 0,0 0 1 0 0,0 0 0 0 0,-1 0-1 0 0,-1 1 1 0 0,0-1 0 0 0,-1 0-1 0 0,0 0 1 0 0,-1 1 0 0 0,0-1-1 0 0,-1 1 1 0 0,-9-20 0 0 0,9 22-7 0 0,-1 1 1 0 0,-1-1 0 0 0,1 1 0 0 0,-1 0-1 0 0,-1 1 1 0 0,1 0 0 0 0,-1 0 0 0 0,-1 0-1 0 0,1 1 1 0 0,-1 0 0 0 0,0 0 0 0 0,-1 1-1 0 0,1 0 1 0 0,-1 0 0 0 0,-18-6 0 0 0,8 5 29 0 0,-1 0 1 0 0,0 2-1 0 0,0 0 1 0 0,-28-2-1 0 0,40 6-120 0 0,0-1 0 0 0,-1 2-1 0 0,1-1 1 0 0,0 1 0 0 0,0 0 0 0 0,0 0 0 0 0,0 1-1 0 0,0 0 1 0 0,0 1 0 0 0,1 0 0 0 0,-1 0-1 0 0,1 1 1 0 0,-14 8 0 0 0,19-11-118 0 0,0 1 0 0 0,1-1-1 0 0,-1 1 1 0 0,1-1 0 0 0,-1 1 0 0 0,1 0 0 0 0,0-1 0 0 0,-1 1-1 0 0,1 0 1 0 0,0 0 0 0 0,0 0 0 0 0,1 0 0 0 0,-1 0-1 0 0,0 0 1 0 0,1 0 0 0 0,-1 3 0 0 0,0-4-252 0 0,1 0 0 0 0,0 1 1 0 0,1-1-1 0 0,-1 1 0 0 0,0-1 0 0 0,0 0 1 0 0,0 1-1 0 0,1-1 0 0 0,-1 0 0 0 0,1 1 1 0 0,-1-1-1 0 0,1 0 0 0 0,0 0 0 0 0,-1 1 1 0 0,1-1-1 0 0,0 0 0 0 0,1 2 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37 1304 0 0,'-19'3'3212'0'0,"1"0"0"0"0,-20 6 0 0 0,36-8-2376 0 0,-2 10 1628 0 0,7-9-2257 0 0,0 0 1 0 0,0 0-1 0 0,0 0 1 0 0,0 0-1 0 0,0-1 0 0 0,1 1 1 0 0,-1-1-1 0 0,0 0 0 0 0,1 0 1 0 0,-1 0-1 0 0,1-1 1 0 0,-1 1-1 0 0,7-1 0 0 0,53-1 520 0 0,-50 0-561 0 0,82-8 276 0 0,162-37 0 0 0,-208 33-1755 0 0,-19 1-2341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0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23 1512 0 0,'-42'-22'14017'0'0,"41"22"-13881"0"0,0 0-1 0 0,0 1 0 0 0,-1-1 0 0 0,1 1 0 0 0,0-1 0 0 0,0 1 0 0 0,0-1 1 0 0,0 1-1 0 0,0 0 0 0 0,0 0 0 0 0,0-1 0 0 0,0 1 0 0 0,0 0 0 0 0,0 0 1 0 0,0 0-1 0 0,1 0 0 0 0,-1 0 0 0 0,0 0 0 0 0,1 0 0 0 0,-1 0 0 0 0,0 1 1 0 0,1-1-1 0 0,0 0 0 0 0,-1 0 0 0 0,1 0 0 0 0,0 1 0 0 0,-1-1 0 0 0,1 0 1 0 0,0 0-1 0 0,0 1 0 0 0,0 1 0 0 0,-1 51 704 0 0,1-41-508 0 0,0 20-222 0 0,3 200 1019 0 0,9-79-3164 0 0,-10-143 677 0 0,0-1 0 0 0,5 18-1 0 0,-6-24 374 0 0,0-1-1 0 0,1 0 0 0 0,-1 0 0 0 0,1 0 0 0 0,-1-1 0 0 0,1 1 1 0 0,4 4-1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0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1952 0 0,'40'-95'18818'0'0,"-39"95"-18660"0"0,5 8 1458 0 0,0 14-681 0 0,0 38 726 0 0,-3 88-1 0 0,-3-112-1441 0 0,-12 215 167 0 0,9-202-382 0 0,1-25-94 0 0,-2 44-724 0 0,8-24-3538 0 0,0-35 2644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67 3060 0 0,'40'-67'14392'0'0,"-61"79"-12658"0"0,3 10-1480 0 0,0 2-1 0 0,1-1 1 0 0,2 2 0 0 0,0 0 0 0 0,2 1 0 0 0,0 0-1 0 0,2 1 1 0 0,-10 36 0 0 0,20-60-248 0 0,0 1 0 0 0,1-1-1 0 0,-1 0 1 0 0,1 0 0 0 0,0 1 0 0 0,-1-1 0 0 0,1 0 0 0 0,1 1-1 0 0,-1-1 1 0 0,0 0 0 0 0,1 0 0 0 0,0 1 0 0 0,0-1-1 0 0,0 0 1 0 0,0 0 0 0 0,0 0 0 0 0,1 0 0 0 0,-1 0 0 0 0,1 0-1 0 0,0 0 1 0 0,0-1 0 0 0,0 1 0 0 0,4 4 0 0 0,1-2-1 0 0,-1 1 0 0 0,2-1 1 0 0,-1 0-1 0 0,1-1 0 0 0,-1 0 0 0 0,1 0 1 0 0,16 5-1 0 0,-3-2 13 0 0,0 2 0 0 0,-1 0 0 0 0,0 1 0 0 0,25 18 0 0 0,-39-24 114 0 0,-1 0-1 0 0,1 0 1 0 0,-1 0 0 0 0,0 1-1 0 0,0 0 1 0 0,0 0-1 0 0,-1 0 1 0 0,0 1 0 0 0,0-1-1 0 0,0 1 1 0 0,0 0 0 0 0,-1 0-1 0 0,0 1 1 0 0,-1-1-1 0 0,1 1 1 0 0,-1-1 0 0 0,0 1-1 0 0,1 8 1 0 0,-3-9-36 0 0,-1-1 1 0 0,1 1-1 0 0,-1-1 1 0 0,0 1-1 0 0,0-1 0 0 0,-1 0 1 0 0,1 0-1 0 0,-1 0 1 0 0,-1 1-1 0 0,1-2 0 0 0,0 1 1 0 0,-1 0-1 0 0,0 0 1 0 0,0-1-1 0 0,-1 0 0 0 0,1 0 1 0 0,-1 0-1 0 0,-8 7 1 0 0,2-2-14 0 0,0-1 0 0 0,-1-1 0 0 0,-1 1 0 0 0,1-2 0 0 0,-1 0 0 0 0,-20 8 0 0 0,24-11-156 0 0,0 0 0 0 0,-1-1 0 0 0,1 0 1 0 0,0-1-1 0 0,-1 0 0 0 0,1 0 0 0 0,-1-1 0 0 0,1 0 1 0 0,-1 0-1 0 0,1-1 0 0 0,-1 0 0 0 0,1 0 0 0 0,0-1 0 0 0,-1 0 1 0 0,1-1-1 0 0,0 0 0 0 0,0 0 0 0 0,-10-6 0 0 0,10 4-847 0 0,1 0-1 0 0,0 0 1 0 0,0-1-1 0 0,-9-9 0 0 0,9 7-902 0 0,1 1-1 0 0,0-1 1 0 0,0-1-1 0 0,-4-9 1 0 0,-3-7-7325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1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0 212 540 0 0,'2'-6'1712'0'0,"0"1"1"0"0,0-1-1 0 0,0 1 1 0 0,1-1-1 0 0,0 1 0 0 0,5-8 1 0 0,-4 8-1206 0 0,1 0 0 0 0,-1 1 0 0 0,1 0 0 0 0,0-1 1 0 0,0 2-1 0 0,0-1 0 0 0,1 0 0 0 0,-1 1 0 0 0,12-5 0 0 0,36-13 292 0 0,1 3-1 0 0,68-15 0 0 0,113-11-2279 0 0,-213 40 983 0 0,-19 4-829 0 0,11 0-2166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15 2456 0 0,'-152'6'17123'0'0,"149"-6"-16455"0"0,18-4-398 0 0,20-2-150 0 0,1 1 0 0 0,48 1 0 0 0,-53 3-361 0 0,-29 1 91 0 0,60-1-2535 0 0,-23 6-5660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38 2976 0 0,'-76'46'13230'0'0,"76"-46"-13166"0"0,0 0-1 0 0,-1 0 1 0 0,1 0 0 0 0,0 0-1 0 0,0 0 1 0 0,-1 1-1 0 0,1-1 1 0 0,0 0 0 0 0,0 0-1 0 0,-1 0 1 0 0,1 0 0 0 0,0 1-1 0 0,0-1 1 0 0,0 0-1 0 0,-1 0 1 0 0,1 1 0 0 0,0-1-1 0 0,0 0 1 0 0,0 0-1 0 0,0 1 1 0 0,0-1 0 0 0,0 0-1 0 0,-1 1 1 0 0,1-1 0 0 0,0 0-1 0 0,0 0 1 0 0,0 1-1 0 0,0-1 1 0 0,0 0 0 0 0,0 1-1 0 0,0-1 1 0 0,0 0-1 0 0,0 0 1 0 0,0 1 0 0 0,1-1-1 0 0,-1 0 1 0 0,0 1 0 0 0,0-1-1 0 0,0 0 1 0 0,0 1-1 0 0,1-1-21 0 0,-1 1 0 0 0,1-1 0 0 0,-1 1 0 0 0,1-1 0 0 0,0 0 0 0 0,-1 1 0 0 0,1-1 0 0 0,-1 0 0 0 0,1 0 0 0 0,0 1-1 0 0,-1-1 1 0 0,1 0 0 0 0,0 0 0 0 0,-1 0 0 0 0,1 0 0 0 0,0 0 0 0 0,-1 0 0 0 0,1 0 0 0 0,0 0 0 0 0,-1 0 0 0 0,2 0-1 0 0,221-40 513 0 0,-149 19-4189 0 0,-2-5-4743 0 0,-47 16 2505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540 109 1636 0 0,'2'-29'6346'0'0,"-2"22"-5577"0"0,-1 1 1 0 0,0 0-1 0 0,0-1 0 0 0,-1 1 1 0 0,0 0-1 0 0,0 0 0 0 0,0 0 1 0 0,-4-6-1 0 0,5 10-285 0 0,0 1-172 0 0,0-1-1 0 0,0 1 1 0 0,0-1-1 0 0,0 1 1 0 0,0 0 0 0 0,0 0-1 0 0,0-1 1 0 0,-1 1 0 0 0,1 0-1 0 0,-2-1 1 0 0,-1 2-274 0 0,1 1 1 0 0,0 0-1 0 0,0 0 1 0 0,-1 0-1 0 0,1 0 1 0 0,0 0-1 0 0,0 1 1 0 0,0-1-1 0 0,0 1 1 0 0,0 0-1 0 0,1 0 1 0 0,-4 2-1 0 0,-35 34 217 0 0,27-24-167 0 0,-28 26-31 0 0,2 1-1 0 0,2 3 1 0 0,2 1 0 0 0,2 2-1 0 0,2 1 1 0 0,2 1 0 0 0,2 2 0 0 0,2 1-1 0 0,-23 70 1 0 0,44-107-38 0 0,1 0 0 0 0,0 0 0 0 0,2 0 1 0 0,-1 1-1 0 0,2 0 0 0 0,0-1 0 0 0,1 1 0 0 0,3 26 1 0 0,-2-35-3 0 0,0-1 1 0 0,0 0-1 0 0,1 0 1 0 0,0 0-1 0 0,0 0 1 0 0,0 0-1 0 0,1 0 1 0 0,0-1-1 0 0,0 1 1 0 0,0-1-1 0 0,1 0 1 0 0,0 1-1 0 0,0-2 1 0 0,0 1-1 0 0,0 0 1 0 0,1-1-1 0 0,0 0 1 0 0,0 0-1 0 0,0-1 1 0 0,0 1 0 0 0,1-1-1 0 0,-1 0 1 0 0,1 0-1 0 0,7 2 1 0 0,1-1 4 0 0,0-1 1 0 0,0-1-1 0 0,1 0 1 0 0,-1-1 0 0 0,1-1-1 0 0,-1 0 1 0 0,0 0 0 0 0,1-2-1 0 0,-1 0 1 0 0,0 0 0 0 0,0-1-1 0 0,0-1 1 0 0,0-1-1 0 0,-1 0 1 0 0,19-9 0 0 0,-4-1 45 0 0,-1 0 0 0 0,0-2 1 0 0,-1-1-1 0 0,-1-1 0 0 0,-1 0 0 0 0,23-26 1 0 0,-13 9 37 0 0,-2-1 1 0 0,-2-1-1 0 0,27-45 1 0 0,-42 58-48 0 0,0-1 0 0 0,-2 0 1 0 0,-2-1-1 0 0,0 0 0 0 0,-2-1 1 0 0,9-41-1 0 0,-16 57-34 0 0,0 1-1 0 0,-1-1 1 0 0,-1 1 0 0 0,0-1-1 0 0,0 1 1 0 0,-1-1 0 0 0,-1 0-1 0 0,0 1 1 0 0,0 0-1 0 0,-1-1 1 0 0,-7-15 0 0 0,6 19-16 0 0,0 0 0 0 0,0 0 1 0 0,-1 1-1 0 0,0-1 0 0 0,0 1 1 0 0,-1 1-1 0 0,0-1 0 0 0,0 1 1 0 0,0 0-1 0 0,-1 0 0 0 0,0 1 1 0 0,0 0-1 0 0,-1 0 0 0 0,1 0 0 0 0,-15-5 1 0 0,-1 2-150 0 0,-1 0 1 0 0,0 2-1 0 0,0 0 0 0 0,-1 2 1 0 0,0 1-1 0 0,1 1 0 0 0,-1 1 1 0 0,-45 4-1 0 0,10 3-1872 0 0,0 4-1 0 0,-86 24 1 0 0,57-6-3225 0 0,1 2-2793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3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 1576 0 0,'-20'-1'672'0'0,"3"-1"-1480"0"0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80 126 1172 0 0,'-3'-1'2723'0'0,"-17"-4"5088"0"0,-36-4 1128 0 0,60-2-8642 0 0,-1 8-269 0 0,0 1 1 0 0,-1 0-1 0 0,1 0 1 0 0,1 0-1 0 0,-1 0 0 0 0,0 1 1 0 0,0-1-1 0 0,1 1 1 0 0,6-2-1 0 0,4-2 26 0 0,20-9-56 0 0,0 1 0 0 0,43-9 1 0 0,22 2-4874 0 0,-65 15-2153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6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40 1220 0 0,'-120'82'11909'0'0,"121"-83"-11880"0"0,-1 1 0 0 0,1 0 0 0 0,-1 0 0 0 0,0 0-1 0 0,1 0 1 0 0,-1 0 0 0 0,1 0 0 0 0,-1 0 0 0 0,0 0 0 0 0,1 0 0 0 0,-1 0-1 0 0,1 1 1 0 0,-1-1 0 0 0,0 0 0 0 0,1 0 0 0 0,-1 0 0 0 0,0 0 0 0 0,1 1-1 0 0,-1-1 1 0 0,0 0 0 0 0,1 0 0 0 0,-1 0 0 0 0,0 1 0 0 0,1-1-1 0 0,-1 0 1 0 0,0 1 0 0 0,0-1 0 0 0,1 0 0 0 0,-1 1 0 0 0,0-1 0 0 0,0 0-1 0 0,0 1 1 0 0,1-1 0 0 0,-1 0 0 0 0,0 1 0 0 0,0-1 0 0 0,0 1 0 0 0,0-1-1 0 0,0 0 1 0 0,0 1 0 0 0,0-1 0 0 0,0 1 0 0 0,0-1 0 0 0,0 0-1 0 0,0 1 1 0 0,0-1 0 0 0,0 0 0 0 0,0 1 0 0 0,0-1 0 0 0,0 1 0 0 0,-1-1-1 0 0,1 0 1 0 0,0 1 0 0 0,0-1 0 0 0,0 0 0 0 0,-1 1 0 0 0,1-1 0 0 0,0 0-1 0 0,0 1 1 0 0,-1-1 0 0 0,1 0 0 0 0,0 0 0 0 0,0 1 0 0 0,-1-1-1 0 0,1 0 1 0 0,0 0 0 0 0,-1 1 0 0 0,1-1 0 0 0,-1 0 0 0 0,57-11-577 0 0,0-2 1 0 0,105-40-1 0 0,-92 28-1762 0 0,-15 7-1284 0 0,0-1-1604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29 348 0 0,'-17'-26'11262'0'0,"17"26"-11227"0"0,-1 0 0 0 0,1 0 0 0 0,0-1 0 0 0,0 1-1 0 0,-1 0 1 0 0,1 0 0 0 0,0 0 0 0 0,-1 0 0 0 0,1-1 0 0 0,0 1-1 0 0,-1 0 1 0 0,1 0 0 0 0,0 0 0 0 0,-1 0 0 0 0,1 0-1 0 0,0 0 1 0 0,-1 0 0 0 0,1 0 0 0 0,0 0 0 0 0,-1 0-1 0 0,1 0 1 0 0,-1 0 0 0 0,1 0 0 0 0,0 0 0 0 0,-1 0 0 0 0,1 1-1 0 0,0-1 1 0 0,-1 0 0 0 0,1 0 0 0 0,0 0 0 0 0,-1 1-1 0 0,-8 12 539 0 0,-3 27-203 0 0,9-29-222 0 0,-18 66 33 0 0,3 1 0 0 0,4 0 0 0 0,-4 83 0 0 0,16 10-2764 0 0,10-107-2432 0 0,-5-39 478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57 2384 0 0,'11'-57'9020'0'0,"-12"68"-7937"0"0,-8 59-198 0 0,-3 0 0 0 0,-28 87-1 0 0,13-51-667 0 0,-44 144 136 0 0,65-235-281 0 0,3-27-46 0 0,5-27-10 0 0,12-55 18 0 0,-8 37-61 0 0,4 1 0 0 0,1 0-1 0 0,30-84 1 0 0,-39 136 25 0 0,6-18-19 0 0,1 2 1 0 0,14-24-1 0 0,-20 40 20 0 0,-1-1 0 0 0,1 1 0 0 0,1-1 0 0 0,-1 1 0 0 0,0 0 0 0 0,1 1-1 0 0,0-1 1 0 0,0 0 0 0 0,0 1 0 0 0,1 0 0 0 0,-1 0 0 0 0,1 0 0 0 0,-1 1 0 0 0,10-4-1 0 0,-11 5 21 0 0,0 1-1 0 0,0 0 1 0 0,0-1 0 0 0,0 1-1 0 0,0 0 1 0 0,0 0-1 0 0,0 1 1 0 0,0-1-1 0 0,0 1 1 0 0,0 0-1 0 0,0-1 1 0 0,0 1-1 0 0,0 0 1 0 0,0 1-1 0 0,-1-1 1 0 0,1 0-1 0 0,0 1 1 0 0,-1 0-1 0 0,4 2 1 0 0,3 4 108 0 0,0 0 0 0 0,-1 0-1 0 0,10 13 1 0 0,-18-21-126 0 0,14 18 141 0 0,0 1-1 0 0,-2 0 1 0 0,-1 1 0 0 0,0 1-1 0 0,-1 0 1 0 0,-2 0 0 0 0,8 27-1 0 0,15 77-404 0 0,-15-41-2685 0 0,-7-33-680 0 0,-6-38 89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61 150 2272 0 0,'-49'-14'10256'0'0,"38"10"-8995"0"0,36-5-961 0 0,1 1 0 0 0,28-5 0 0 0,19-5-166 0 0,45-21-1906 0 0,-42 10-3619 0 0,-38 13 135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5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37 2692 0 0,'-29'-36'14166'0'0,"28"36"-14101"0"0,1 1 1 0 0,-1-1 0 0 0,1 0 0 0 0,0 1 0 0 0,-1-1-1 0 0,1 1 1 0 0,0-1 0 0 0,-1 1 0 0 0,1-1 0 0 0,0 1-1 0 0,0-1 1 0 0,-1 1 0 0 0,1 0 0 0 0,0-1 0 0 0,0 1-1 0 0,0-1 1 0 0,0 1 0 0 0,0 1 0 0 0,6 70 2122 0 0,5 52-1012 0 0,-5 131 0 0 0,-44 207-780 0 0,24-321-397 0 0,5-36-2314 0 0,8-69-1260 0 0,0-2-3405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7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40 400 0 0,'6'-8'4803'0'0,"-3"3"-3182"0"0,3-9 1769 0 0,-6 14-3314 0 0,0-1-1 0 0,0 1 0 0 0,0-1 0 0 0,0 1 1 0 0,0-1-1 0 0,0 1 0 0 0,0-1 1 0 0,0 1-1 0 0,0-1 0 0 0,-1 1 1 0 0,1-1-1 0 0,0 1 0 0 0,0 0 0 0 0,-1-1 1 0 0,1 1-1 0 0,0-1 0 0 0,0 1 1 0 0,-1 0-1 0 0,1-1 0 0 0,-1 1 0 0 0,1 0 1 0 0,0-1-1 0 0,-1 1 0 0 0,1 0 1 0 0,-1-1-1 0 0,0 1 0 0 0,0-1 178 0 0,-16 41 0 0 0,-2 33-121 0 0,-17 143 1 0 0,18-91-186 0 0,-44 323 9 0 0,55-389 48 0 0,-6 30 117 0 0,12-82-176 0 0,-1 1-1 0 0,1-1 1 0 0,0 0 0 0 0,1 10-1 0 0,0-15-563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297 271 908 0 0,'2'-4'648'0'0,"-1"0"-1"0"0,0-1 1 0 0,0 1-1 0 0,0 0 1 0 0,-1-1-1 0 0,0 1 1 0 0,0-1-1 0 0,0 1 1 0 0,0-1-1 0 0,-1 1 1 0 0,1 0 0 0 0,-3-6-1 0 0,1 1 84 0 0,-1-1 0 0 0,-1 1-1 0 0,0 0 1 0 0,-6-10 0 0 0,9 18-680 0 0,1 0 1 0 0,-1-1-1 0 0,0 1 1 0 0,0 0-1 0 0,0 0 1 0 0,0 0-1 0 0,-1 0 1 0 0,1 0-1 0 0,0 0 1 0 0,0 1-1 0 0,-1-1 1 0 0,1 0-1 0 0,0 1 1 0 0,-1-1-1 0 0,1 1 1 0 0,0-1-1 0 0,-1 1 1 0 0,1-1-1 0 0,-1 1 1 0 0,1 0-1 0 0,-1 0 1 0 0,1 0-1 0 0,-1 0 1 0 0,1 0-1 0 0,-1 0 1 0 0,1 0-1 0 0,0 1 1 0 0,-3 0-1 0 0,0-1-9 0 0,0 2 0 0 0,1-1 0 0 0,-1 0 0 0 0,0 1 0 0 0,1 0 0 0 0,0-1 0 0 0,-1 1 0 0 0,1 1 0 0 0,-5 3 0 0 0,-5 8 85 0 0,0 0-1 0 0,1 1 0 0 0,0 1 1 0 0,1 0-1 0 0,-15 31 1 0 0,7-8 117 0 0,-20 62-1 0 0,26-62-129 0 0,2 1-1 0 0,2 0 0 0 0,-8 68 0 0 0,16-92-98 0 0,0-1 1 0 0,1 0-1 0 0,1 0 1 0 0,0 1-1 0 0,1-1 0 0 0,0 0 1 0 0,1 0-1 0 0,1 0 1 0 0,1-1-1 0 0,0 1 1 0 0,0-1-1 0 0,2 0 1 0 0,8 14-1 0 0,-12-23 19 0 0,1 0 0 0 0,0 0-1 0 0,0 0 1 0 0,0-1 0 0 0,1 0-1 0 0,-1 0 1 0 0,1 0 0 0 0,0 0-1 0 0,0-1 1 0 0,0 0 0 0 0,1 0 0 0 0,-1 0-1 0 0,1-1 1 0 0,6 3 0 0 0,-4-3 4 0 0,1 0-1 0 0,0-1 1 0 0,-1 0 0 0 0,1 0 0 0 0,0-1 0 0 0,0 0 0 0 0,0 0 0 0 0,16-4 0 0 0,-3-1 58 0 0,-1-1-1 0 0,0-2 1 0 0,0 0 0 0 0,0-1 0 0 0,-1 0 0 0 0,36-25 0 0 0,-32 17 26 0 0,0-2 1 0 0,-1 0 0 0 0,-1-2-1 0 0,-1 0 1 0 0,-1-2-1 0 0,-1 0 1 0 0,0-1 0 0 0,-2 0-1 0 0,-1-2 1 0 0,-2 0 0 0 0,24-55-1 0 0,-31 61-68 0 0,0 0 0 0 0,-1-1 0 0 0,-1 1-1 0 0,-1-1 1 0 0,-1 0 0 0 0,0 0-1 0 0,-2-1 1 0 0,-1 1 0 0 0,0 0 0 0 0,-2 0-1 0 0,0-1 1 0 0,-1 1 0 0 0,-1 1 0 0 0,-2-1-1 0 0,0 0 1 0 0,0 1 0 0 0,-18-33 0 0 0,19 44-28 0 0,0 0 0 0 0,-1 0 0 0 0,0 1 1 0 0,0 0-1 0 0,-1 0 0 0 0,0 0 0 0 0,-1 1 0 0 0,1 0 1 0 0,-2 0-1 0 0,1 1 0 0 0,-17-10 0 0 0,18 13-18 0 0,0 0-1 0 0,0 0 0 0 0,-1 1 0 0 0,1 0 0 0 0,0 0 0 0 0,-1 0 0 0 0,0 1 0 0 0,1 0 0 0 0,-1 1 0 0 0,0 0 0 0 0,1 0 0 0 0,-1 0 1 0 0,0 1-1 0 0,1 0 0 0 0,-1 1 0 0 0,-12 3 0 0 0,10-1-171 0 0,1 0 0 0 0,-1 0 0 0 0,1 1 0 0 0,0 0 1 0 0,0 1-1 0 0,0 0 0 0 0,1 0 0 0 0,0 1 0 0 0,-8 8 0 0 0,4-2-1820 0 0,0 1 0 0 0,2 0-1 0 0,-1 1 1 0 0,-11 23 0 0 0,6-7-5252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3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3288 0 0,'12'3'6357'0'0,"9"2"-4109"0"0,-4-1-2308 0 0,4-8-4152 0 0,-8-3-1005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25 872 0 0,'-7'-17'11106'0'0,"1"9"-9277"0"0,2 14-1686 0 0,1 0 0 0 0,-1 0 0 0 0,1 1 0 0 0,0-1 0 0 0,1 1 0 0 0,-1 0 0 0 0,1 0 0 0 0,-1 8 0 0 0,-3 8 0 0 0,-15 48-371 0 0,3 0-1 0 0,-10 92 1 0 0,28-149-1070 0 0,3 3-5052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72 704 0 0,'4'-59'9907'0'0,"-3"57"-9478"0"0,-2-8 53 0 0,1 10-693 0 0,-1 11-477 0 0,1 1-3786 0 0,0 6 729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11 590 288 0 0,'-7'-7'7798'0'0,"6"5"-7629"0"0,1 1 0 0 0,-1-1-1 0 0,1 1 1 0 0,0-1 0 0 0,-1 1 0 0 0,1-1 0 0 0,0 1-1 0 0,0-1 1 0 0,0 1 0 0 0,0-1 0 0 0,0 0 0 0 0,0 1-1 0 0,1-1 1 0 0,-1 1 0 0 0,1-1 0 0 0,-1 1-1 0 0,1-1 1 0 0,0-1 0 0 0,0 1 10 0 0,0 1-146 0 0,-1 1 0 0 0,1-1 0 0 0,0 1 0 0 0,-1-1 0 0 0,1 1 0 0 0,0-1 0 0 0,-1 1 1 0 0,1 0-1 0 0,0-1 0 0 0,0 1 0 0 0,-1 0 0 0 0,1-1 0 0 0,0 1 0 0 0,0 0 0 0 0,0 0 0 0 0,0 0 1 0 0,-1 0-1 0 0,1-1 0 0 0,0 1 0 0 0,0 1 0 0 0,0-1 0 0 0,0 0 0 0 0,-1 0 0 0 0,1 0 0 0 0,0 0 1 0 0,0 0-1 0 0,0 1 0 0 0,-1-1 0 0 0,1 0 0 0 0,0 1 0 0 0,0-1 0 0 0,-1 1 0 0 0,1-1 0 0 0,1 1 0 0 0,2 6 79 0 0,1 0-1 0 0,-1 1 1 0 0,0-1-1 0 0,-1 1 1 0 0,0-1-1 0 0,0 1 1 0 0,0 0-1 0 0,-1 0 0 0 0,0 1 1 0 0,-1-1-1 0 0,0 0 1 0 0,0 1-1 0 0,-1-1 1 0 0,0 0-1 0 0,-1 10 1 0 0,-3 19-18 0 0,-1-1 0 0 0,-12 41 1 0 0,8-42 109 0 0,4-23-80 0 0,-2-15 16 0 0,6 2-129 0 0,0-1 1 0 0,0 0 0 0 0,1 1-1 0 0,-1-1 1 0 0,0 0 0 0 0,0 0-1 0 0,1 0 1 0 0,-1 0 0 0 0,1-3-1 0 0,0-12-19 0 0,0-1 0 0 0,2 0 0 0 0,0 1 0 0 0,1-1 0 0 0,1 1 0 0 0,0 0 0 0 0,2 0-1 0 0,0 0 1 0 0,0 1 0 0 0,2 0 0 0 0,0 0 0 0 0,1 1 0 0 0,0 0 0 0 0,1 0 0 0 0,21-22-1 0 0,-25 31-4 0 0,0 0 0 0 0,1 1 0 0 0,-1-1-1 0 0,1 1 1 0 0,1 1 0 0 0,-1-1-1 0 0,1 1 1 0 0,-1 0 0 0 0,17-4 0 0 0,-21 7 16 0 0,0 0-1 0 0,0 0 1 0 0,0 0 0 0 0,0 1 0 0 0,0 0 0 0 0,0-1 0 0 0,0 1 0 0 0,0 0 0 0 0,0 1 0 0 0,0-1 0 0 0,0 0 0 0 0,0 1-1 0 0,0 0 1 0 0,0-1 0 0 0,0 1 0 0 0,0 1 0 0 0,-1-1 0 0 0,1 0 0 0 0,0 1 0 0 0,-1-1 0 0 0,1 1 0 0 0,-1 0-1 0 0,1 0 1 0 0,-1 0 0 0 0,0 0 0 0 0,1 0 0 0 0,-1 0 0 0 0,-1 1 0 0 0,1-1 0 0 0,3 6 0 0 0,0 1 12 0 0,-1 1 0 0 0,0-1-1 0 0,0 1 1 0 0,-1 0 0 0 0,0 1 0 0 0,2 15 0 0 0,1 63 13 0 0,-6-68-61 0 0,1-1 0 0 0,1 1 0 0 0,1-1 0 0 0,9 35 0 0 0,-12-54 25 0 0,12 26-648 0 0,-11-26 564 0 0,0 0 1 0 0,0 0-1 0 0,-1 0 0 0 0,1 0 0 0 0,0 0 0 0 0,0-1 1 0 0,0 1-1 0 0,0 0 0 0 0,0 0 0 0 0,0-1 0 0 0,0 1 0 0 0,0 0 1 0 0,0-1-1 0 0,0 1 0 0 0,1-1 0 0 0,-1 0 0 0 0,0 1 1 0 0,0-1-1 0 0,0 0 0 0 0,1 0 0 0 0,-1 1 0 0 0,0-1 1 0 0,0 0-1 0 0,1 0 0 0 0,1-1 0 0 0,8-1-362 0 0,0-1 0 0 0,-1-1 0 0 0,1 1 0 0 0,-1-2 0 0 0,0 0-1 0 0,0 0 1 0 0,0 0 0 0 0,9-8 0 0 0,-4 1 20 0 0,0-1-1 0 0,-1 0 0 0 0,0-1 1 0 0,13-17-1 0 0,-1-4 135 0 0,-2-2 0 0 0,-1 0-1 0 0,26-59 1 0 0,-23 37 1152 0 0,34-124 0 0 0,-5-69 3914 0 0,-48 202-3183 0 0,-4 29-750 0 0,-3 17-448 0 0,-1 6-37 0 0,-148 940 2675 0 0,91-547-2761 0 0,52-359-223 0 0,-32 235 134 0 0,21 1-103 0 0,20-209-67 0 0,-2-58 11 0 0,0 0 1 0 0,0 0-1 0 0,0 0 1 0 0,0 0-1 0 0,1 0 1 0 0,-1 0-1 0 0,1-1 1 0 0,1 1-1 0 0,4 7 1 0 0,-6-11-10 0 0,0-1 1 0 0,-1 1 0 0 0,1-1-1 0 0,0 1 1 0 0,0-1 0 0 0,0 1-1 0 0,0-1 1 0 0,0 1 0 0 0,0-1-1 0 0,0 0 1 0 0,0 0 0 0 0,0 1-1 0 0,0-1 1 0 0,0 0 0 0 0,0 0-1 0 0,0 0 1 0 0,0 0 0 0 0,0 0-1 0 0,0-1 1 0 0,-1 1 0 0 0,1 0-1 0 0,0 0 1 0 0,0 0 0 0 0,0-1-1 0 0,0 1 1 0 0,1-1 0 0 0,24-13 69 0 0,-16 6-57 0 0,0 0-1 0 0,-1-1 1 0 0,0 0 0 0 0,0-1-1 0 0,-1 1 1 0 0,0-2-1 0 0,0 1 1 0 0,9-20 0 0 0,-6 7 17 0 0,0 0 0 0 0,-2-1 0 0 0,10-35 1 0 0,-15 43-31 0 0,-1 0 0 0 0,-1-1 1 0 0,-1 1-1 0 0,0-1 0 0 0,-1 1 0 0 0,0-1 1 0 0,-2 1-1 0 0,0-1 0 0 0,-1 1 0 0 0,0 0 1 0 0,-1 0-1 0 0,-1 0 0 0 0,-1 0 1 0 0,0 1-1 0 0,-1 0 0 0 0,-12-19 0 0 0,7 14 5 0 0,-2 1-1 0 0,0 0 1 0 0,-1 1-1 0 0,-1 1 0 0 0,0 0 1 0 0,-2 1-1 0 0,1 1 1 0 0,-2 0-1 0 0,0 2 1 0 0,-41-22-1 0 0,-47-10 86 0 0,-1 0 17 0 0,107 45-111 0 0,-1-1-1 0 0,1 1 1 0 0,0-1-1 0 0,-1 0 1 0 0,1 1-1 0 0,0-1 1 0 0,0 0-1 0 0,-1 0 1 0 0,1 0-1 0 0,0 0 1 0 0,0 0-1 0 0,0 0 1 0 0,0 0-1 0 0,0 0 1 0 0,0 0-1 0 0,1-1 1 0 0,-1 1-1 0 0,0 0 1 0 0,1 0-1 0 0,-1-1 1 0 0,0 1-1 0 0,1 0 1 0 0,0-1-1 0 0,-1 1 1 0 0,1-1-1 0 0,0 1 1 0 0,0-1-1 0 0,0 1 0 0 0,0-1 1 0 0,0 1-1 0 0,0-1 1 0 0,0 1-1 0 0,0 0 1 0 0,0-1-1 0 0,1 1 1 0 0,0-3-1 0 0,7-9 5 0 0,0 0-1 0 0,1 0 0 0 0,0 1 0 0 0,1 0 0 0 0,1 1 0 0 0,0 0 0 0 0,14-11 0 0 0,92-61-1381 0 0,65-22-5276 0 0,-137 81 2725 0 0,-16 8-587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2104 0 0,'3'-6'2019'0'0,"-1"-1"0"0"0,0 1 0 0 0,0-1 0 0 0,-1 0-1 0 0,0 0 1 0 0,0 0 0 0 0,0-12 0 0 0,6 132-1539 0 0,-5-63-350 0 0,14 83 0 0 0,-12-112-114 0 0,-3-13-28 0 0,0-1 0 0 0,1 0 0 0 0,-1 0 0 0 0,2 0 0 0 0,-1 0 0 0 0,1 0 0 0 0,0 0 0 0 0,6 9 0 0 0,-9-15-81 0 0,1-1-1 0 0,-1 1 1 0 0,1-1 0 0 0,-1 1-1 0 0,1-1 1 0 0,0 0-1 0 0,-1 1 1 0 0,1-1 0 0 0,0 0-1 0 0,0 1 1 0 0,-1-1-1 0 0,1 0 1 0 0,0 0 0 0 0,0 0-1 0 0,-1 1 1 0 0,1-1-1 0 0,0 0 1 0 0,0 0 0 0 0,-1 0-1 0 0,1 0 1 0 0,0 0-1 0 0,0-1 1 0 0,-1 1 0 0 0,1 0-1 0 0,0 0 1 0 0,1-1-1 0 0,17-9-2389 0 0,1-11-3570 0 0,-8 6 612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68 1236 0 0,'-8'-11'2630'0'0,"-1"0"-1"0"0,-12-12 1 0 0,-8 2-233 0 0,27 20-2185 0 0,-13 10 154 0 0,3 17-1716 0 0,5-4-3140 0 0,4-9 634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46 215 60 0 0,'-5'-5'576'0'0,"0"0"0"0"0,1-1 0 0 0,0 1 1 0 0,0-1-1 0 0,1 0 0 0 0,-1-1 0 0 0,1 1 0 0 0,1 0 0 0 0,-1-1 0 0 0,1 0 1 0 0,0 0-1 0 0,1 1 0 0 0,-2-13 0 0 0,2 13-442 0 0,1 0 1 0 0,0 0-1 0 0,0 1 1 0 0,1-1-1 0 0,0 0 1 0 0,0 0-1 0 0,0 0 1 0 0,0 1-1 0 0,1-1 0 0 0,0 1 1 0 0,0-1-1 0 0,1 1 1 0 0,-1 0-1 0 0,1 0 1 0 0,0 0-1 0 0,7-8 1 0 0,-9 11-110 0 0,0 1 0 0 0,0 0 0 0 0,1 0 0 0 0,-1 0 0 0 0,0 0 1 0 0,1 0-1 0 0,-1 0 0 0 0,1 0 0 0 0,-1 0 0 0 0,1 0 0 0 0,-1 1 1 0 0,1-1-1 0 0,-1 1 0 0 0,1-1 0 0 0,0 1 0 0 0,-1 0 0 0 0,1-1 1 0 0,0 1-1 0 0,-1 0 0 0 0,4 0 0 0 0,-2 1 21 0 0,0-1 0 0 0,0 1 0 0 0,0 0 0 0 0,0 0 0 0 0,0 0 1 0 0,0 1-1 0 0,0-1 0 0 0,-1 1 0 0 0,1-1 0 0 0,4 4 0 0 0,-1 1 70 0 0,0-1 0 0 0,-1 1 0 0 0,1 0 0 0 0,-1 0 0 0 0,0 0 1 0 0,-1 1-1 0 0,1-1 0 0 0,3 10 0 0 0,-2-1 85 0 0,-1 0 0 0 0,0 0 1 0 0,-1 1-1 0 0,-1-1 0 0 0,-1 1 0 0 0,2 29 1 0 0,-12 95 460 0 0,3-87-261 0 0,3-35 456 0 0,1-27-187 0 0,4-33-321 0 0,4 17-322 0 0,1 0 0 0 0,2 0 0 0 0,0 1 0 0 0,27-44 0 0 0,-29 55-40 0 0,1 0 1 0 0,1 0-1 0 0,0 1 0 0 0,1 0 1 0 0,0 0-1 0 0,1 2 0 0 0,0-1 1 0 0,1 1-1 0 0,18-10 0 0 0,-27 17 8 0 0,0 1 0 0 0,1 0 0 0 0,-1 0 0 0 0,0 1 0 0 0,1-1 0 0 0,-1 1 0 0 0,1 0 0 0 0,0 0 0 0 0,0 0 0 0 0,-1 1-1 0 0,1 0 1 0 0,0-1 0 0 0,0 2 0 0 0,-1-1 0 0 0,1 1 0 0 0,0-1 0 0 0,-1 1 0 0 0,9 3 0 0 0,-8-2 8 0 0,-2 0 0 0 0,1 1 0 0 0,0-1 0 0 0,0 1 0 0 0,-1-1 0 0 0,1 1 0 0 0,-1 0 0 0 0,0 1 0 0 0,0-1 0 0 0,0 0 0 0 0,0 1 0 0 0,-1 0 0 0 0,1-1 0 0 0,-1 1 0 0 0,0 0 0 0 0,0 0 0 0 0,0 1 0 0 0,-1-1 0 0 0,2 8 0 0 0,2 15 2 0 0,-1 1 1 0 0,-1-1-1 0 0,-2 56 0 0 0,-2-46 7 0 0,6 45 1 0 0,-5-78-9 0 0,1 0 1 0 0,0 0 0 0 0,0 0 0 0 0,0 0-1 0 0,4 7 1 0 0,-5-10-34 0 0,1 0-1 0 0,-1 0 1 0 0,1 0 0 0 0,-1 0-1 0 0,1 0 1 0 0,0 0 0 0 0,-1 0-1 0 0,1-1 1 0 0,0 1 0 0 0,0 0-1 0 0,0 0 1 0 0,0-1 0 0 0,-1 1-1 0 0,1 0 1 0 0,0-1 0 0 0,0 1-1 0 0,0-1 1 0 0,0 1 0 0 0,0-1-1 0 0,0 0 1 0 0,1 1 0 0 0,-1-1-1 0 0,0 0 1 0 0,0 0 0 0 0,0 0-1 0 0,0 1 1 0 0,0-1 0 0 0,0-1-1 0 0,2 1 1 0 0,9-3-313 0 0,-1-1 1 0 0,-1-1-1 0 0,1 0 0 0 0,0 0 1 0 0,-1-1-1 0 0,0 0 1 0 0,-1-1-1 0 0,1 0 0 0 0,-1 0 1 0 0,-1-1-1 0 0,1 0 0 0 0,-1-1 1 0 0,10-14-1 0 0,5-9-110 0 0,-1-1-1 0 0,30-62 1 0 0,-43 76 1612 0 0,-1-1 0 0 0,7-30-1 0 0,-11 34 249 0 0,-3 14-565 0 0,-13 18 138 0 0,1 11-734 0 0,1 0 0 0 0,2 1 1 0 0,1 0-1 0 0,1 1 0 0 0,1-1 1 0 0,1 1-1 0 0,2 0 0 0 0,1 0 1 0 0,2 0-1 0 0,0 0 0 0 0,8 41 0 0 0,-7-64-227 0 0,-1-1 0 0 0,0 0 0 0 0,1 0-1 0 0,0 0 1 0 0,0 0 0 0 0,1 0 0 0 0,-1-1 0 0 0,1 1-1 0 0,0-1 1 0 0,0 1 0 0 0,7 5 0 0 0,-8-8-27 0 0,0 0 1 0 0,0-1-1 0 0,0 0 1 0 0,0 1 0 0 0,1-1-1 0 0,-1 0 1 0 0,0 0 0 0 0,1 0-1 0 0,-1 0 1 0 0,1-1-1 0 0,-1 1 1 0 0,1-1 0 0 0,-1 1-1 0 0,1-1 1 0 0,0 0 0 0 0,-1 0-1 0 0,1 0 1 0 0,0 0-1 0 0,-1-1 1 0 0,1 1 0 0 0,-1-1-1 0 0,1 1 1 0 0,-1-1 0 0 0,1 0-1 0 0,4-2 1 0 0,3-2-472 0 0,1-1 0 0 0,-1 0 1 0 0,0-1-1 0 0,-1 0 0 0 0,0 0 0 0 0,0-1 1 0 0,0 0-1 0 0,12-16 0 0 0,-9 9-1865 0 0,0-1-1 0 0,11-22 0 0 0,-6 5-3537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7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27 1068 0 0,'-14'-6'2420'0'0,"-1"2"1"0"0,-26-6-1 0 0,24 7-1361 0 0,0 1-1 0 0,-17 1 0 0 0,31 1-1060 0 0,0 0 0 0 0,1 0 0 0 0,-1 0 0 0 0,1 0 0 0 0,-1 1 0 0 0,1-1 0 0 0,-1 1 0 0 0,1 0 0 0 0,0-1 0 0 0,-1 1 0 0 0,1 0 0 0 0,0 1 0 0 0,-1-1 0 0 0,1 0 0 0 0,0 1 0 0 0,0-1 0 0 0,0 1 0 0 0,0-1 0 0 0,0 1 0 0 0,1 0 0 0 0,-1 0 0 0 0,1 0 0 0 0,-1 0 0 0 0,1 0 0 0 0,-2 3 0 0 0,5 5-3826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92 1500 0 0,'-101'-74'11261'0'0,"99"72"-11043"0"0,-1 0 0 0 0,1 0 0 0 0,-1 1 0 0 0,1-1 0 0 0,-1 0 1 0 0,1 1-1 0 0,-1 0 0 0 0,0 0 0 0 0,0 0 0 0 0,-3-1 1 0 0,5 2-194 0 0,0 0 1 0 0,1 0 0 0 0,-1 0 0 0 0,1 0-1 0 0,-1 0 1 0 0,1 0 0 0 0,0 0 0 0 0,-1 1-1 0 0,1-1 1 0 0,-1 0 0 0 0,1 0 0 0 0,-1 1-1 0 0,1-1 1 0 0,-1 0 0 0 0,1 0 0 0 0,0 1-1 0 0,-1-1 1 0 0,1 0 0 0 0,0 1 0 0 0,-1-1-1 0 0,0 1 1 0 0,-5 19 487 0 0,2 12 40 0 0,2 0-1 0 0,2 37 1 0 0,0-10-167 0 0,3 383 884 0 0,-2-424-1244 0 0,9 115 72 0 0,-7-117-72 0 0,0 0-1 0 0,0 0 1 0 0,2 0-1 0 0,0-1 1 0 0,1 0-1 0 0,8 17 0 0 0,-13-30-17 0 0,0 0 0 0 0,1 0-1 0 0,-1 0 1 0 0,1 0-1 0 0,-1-1 1 0 0,1 1-1 0 0,-1 0 1 0 0,1-1 0 0 0,0 1-1 0 0,0-1 1 0 0,0 1-1 0 0,0-1 1 0 0,0 0-1 0 0,0 0 1 0 0,0 0 0 0 0,0 0-1 0 0,0 0 1 0 0,3 0-1 0 0,-1 0 3 0 0,0-1-1 0 0,0 0 0 0 0,0 0 0 0 0,0 0 1 0 0,0 0-1 0 0,-1 0 0 0 0,1-1 0 0 0,0 0 1 0 0,0 0-1 0 0,4-1 0 0 0,5-3 6 0 0,0-1-1 0 0,0-1 1 0 0,0 0-1 0 0,20-15 1 0 0,1-4-20 0 0,-2-2 1 0 0,0-2-1 0 0,-3 0 1 0 0,0-2-1 0 0,-2-1 1 0 0,-1-1 0 0 0,39-71-1 0 0,-58 95-1 0 0,-2-1 1 0 0,1 1-1 0 0,-1-1 0 0 0,-1 0 0 0 0,0-1 1 0 0,0 1-1 0 0,-1-1 0 0 0,1-12 0 0 0,-4 22 4 0 0,0 1 0 0 0,0-1-1 0 0,0 0 1 0 0,0 1 0 0 0,0-1 0 0 0,-1 1-1 0 0,1-1 1 0 0,0 1 0 0 0,-1-1-1 0 0,0 1 1 0 0,1 0 0 0 0,-1-1 0 0 0,-1-1-1 0 0,2 2 2 0 0,-1 1 0 0 0,1-1 0 0 0,-1 1 0 0 0,1 0 0 0 0,-1-1 0 0 0,1 1 0 0 0,-1-1 0 0 0,1 1 0 0 0,-1 0 0 0 0,0 0 0 0 0,1-1 0 0 0,-1 1 0 0 0,0 0 0 0 0,1 0 0 0 0,-1 0 0 0 0,1 0-1 0 0,-1 0 1 0 0,0-1 0 0 0,1 1 0 0 0,-1 0 0 0 0,-1 1 0 0 0,-1-1 1 0 0,1 1 0 0 0,-1 0 0 0 0,0 0-1 0 0,1 0 1 0 0,-1 0 0 0 0,1 1 0 0 0,-1-1-1 0 0,1 1 1 0 0,0-1 0 0 0,-1 1 0 0 0,1 0-1 0 0,-2 2 1 0 0,-3 4 7 0 0,0 1 1 0 0,1 0-1 0 0,0 0 0 0 0,0 0 0 0 0,1 1 0 0 0,0 0 0 0 0,1 0 0 0 0,0 0 1 0 0,0 0-1 0 0,-3 19 0 0 0,4-13 7 0 0,1-1 0 0 0,0 1 0 0 0,1-1 0 0 0,1 1-1 0 0,0 0 1 0 0,5 30 0 0 0,-3-36 2 0 0,0 0-1 0 0,1 0 1 0 0,1-1-1 0 0,0 1 1 0 0,0-1 0 0 0,0 0-1 0 0,1 0 1 0 0,1 0-1 0 0,12 15 1 0 0,-14-19-1 0 0,-1-1 1 0 0,1-1-1 0 0,1 1 1 0 0,-1 0-1 0 0,0-1 0 0 0,1 0 1 0 0,0 0-1 0 0,0 0 1 0 0,0-1-1 0 0,0 1 1 0 0,0-1-1 0 0,0 0 1 0 0,1-1-1 0 0,-1 1 1 0 0,0-1-1 0 0,1 0 1 0 0,-1-1-1 0 0,1 1 0 0 0,10-1 1 0 0,2-3-97 0 0,-1 0 1 0 0,0-1-1 0 0,0-1 0 0 0,0 0 1 0 0,-1-1-1 0 0,1-1 0 0 0,-1-1 1 0 0,-1 0-1 0 0,0-1 1 0 0,0-1-1 0 0,-1 0 0 0 0,20-18 1 0 0,-20 15-1177 0 0,-2 0 1 0 0,20-25-1 0 0,-23 26-682 0 0,-1-1 1 0 0,-1 0-1 0 0,10-21 0 0 0,-6 5-3754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236 160 2212 0 0,'-45'9'3427'0'0,"-143"33"7984"0"0,186-41-11067 0 0,6-2-242 0 0,1 0 0 0 0,0 0 0 0 0,-1 0 1 0 0,1 0-1 0 0,-1-1 0 0 0,9-4 1 0 0,9-2 36 0 0,279-92-1513 0 0,-102 31-7187 0 0,-134 47 2651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4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98 1776 0 0,'-6'-6'1729'0'0,"1"1"-917"0"0,0 0-1 0 0,0 0 1 0 0,0-1-1 0 0,1 1 1 0 0,-5-9 0 0 0,8 12-776 0 0,0 1 1 0 0,1 0 0 0 0,-1-1 0 0 0,1 1-1 0 0,0 0 1 0 0,-1-1 0 0 0,1 1-1 0 0,0-1 1 0 0,0 1 0 0 0,0 0-1 0 0,0-1 1 0 0,0 1 0 0 0,0-1-1 0 0,0 1 1 0 0,0 0 0 0 0,0-1 0 0 0,1 1-1 0 0,-1-1 1 0 0,1 1 0 0 0,-1 0-1 0 0,1-1 1 0 0,-1 1 0 0 0,1 0-1 0 0,0 0 1 0 0,0 0 0 0 0,0-1-1 0 0,0 1 1 0 0,-1 0 0 0 0,1 0-1 0 0,1 0 1 0 0,1-1 0 0 0,-2 1-22 0 0,1 0 0 0 0,0 0 0 0 0,-1 0 0 0 0,1 0 0 0 0,0 0 0 0 0,-1 1 0 0 0,1-1 0 0 0,0 1 0 0 0,0-1 0 0 0,0 1 0 0 0,-1 0 0 0 0,1-1 0 0 0,0 1 0 0 0,0 0 0 0 0,0 0 0 0 0,3 1 0 0 0,30 9 241 0 0,-26-5-162 0 0,0 0 0 0 0,0 1 0 0 0,0 0 0 0 0,-1 0 1 0 0,1 1-1 0 0,-2 0 0 0 0,1 1 0 0 0,-1 0 0 0 0,0 0 0 0 0,0 0 1 0 0,-1 1-1 0 0,-1 0 0 0 0,1 0 0 0 0,-1 0 0 0 0,-1 1 1 0 0,0 0-1 0 0,0 0 0 0 0,-1 0 0 0 0,4 17 0 0 0,-3-5 22 0 0,-1 0 1 0 0,0 1-1 0 0,-2-1 0 0 0,-1 1 0 0 0,0 0 0 0 0,-2-1 0 0 0,-1 1 0 0 0,-6 26 1 0 0,-3 9 316 0 0,12-55-359 0 0,-1-4-72 0 0,1 1 0 0 0,0 0 1 0 0,-1 0-1 0 0,1-1 0 0 0,0 1 0 0 0,-1 0 1 0 0,1-1-1 0 0,0 1 0 0 0,0 0 0 0 0,-1-1 1 0 0,1 1-1 0 0,0 0 0 0 0,0-1 0 0 0,0 1 1 0 0,-1-1-1 0 0,1 1 0 0 0,0 0 0 0 0,0-1 1 0 0,0 1-1 0 0,0-1 0 0 0,0 1 1 0 0,0-1-1 0 0,0 1 0 0 0,0 0 0 0 0,0-1 1 0 0,0 1-1 0 0,0-1 0 0 0,0 1 0 0 0,0-1 1 0 0,2-17 67 0 0,-1 15-49 0 0,3-22-10 0 0,1 1 0 0 0,1 1 0 0 0,1-1 0 0 0,1 1 0 0 0,1 1 0 0 0,1-1 0 0 0,1 1 0 0 0,1 1 1 0 0,0 0-1 0 0,2 1 0 0 0,1 0 0 0 0,0 1 0 0 0,1 1 0 0 0,24-20 0 0 0,-36 34-12 0 0,0 1 0 0 0,1-1 0 0 0,0 1 0 0 0,-1 1 0 0 0,1-1-1 0 0,0 0 1 0 0,0 1 0 0 0,1 0 0 0 0,-1 1 0 0 0,0-1 0 0 0,1 1 0 0 0,-1 0-1 0 0,9-1 1 0 0,-10 2 1 0 0,0 1 0 0 0,-1-1-1 0 0,1 0 1 0 0,-1 1-1 0 0,1 0 1 0 0,-1 0 0 0 0,1 0-1 0 0,-1 0 1 0 0,0 1 0 0 0,1-1-1 0 0,-1 1 1 0 0,0 0 0 0 0,0 0-1 0 0,0 0 1 0 0,0 0-1 0 0,0 1 1 0 0,-1-1 0 0 0,1 1-1 0 0,-1 0 1 0 0,0 0 0 0 0,3 2-1 0 0,0 5-6 0 0,1-1-1 0 0,-2 0 0 0 0,1 1 1 0 0,-1 0-1 0 0,-1 0 0 0 0,1 1 1 0 0,-2-1-1 0 0,3 16 0 0 0,3 92-99 0 0,-6-59 85 0 0,-2-44 40 0 0,0-13-16 0 0,0-1-1 0 0,0 1 1 0 0,0 0 0 0 0,0 0-1 0 0,0 0 1 0 0,0 0 0 0 0,0 0-1 0 0,0-1 1 0 0,1 1 0 0 0,-1 0-1 0 0,1 0 1 0 0,0-1 0 0 0,-1 1-1 0 0,1 0 1 0 0,0-1 0 0 0,0 1-1 0 0,0-1 1 0 0,0 1 0 0 0,0-1-1 0 0,3 3 1 0 0,-4-3-4 0 0,1-1 0 0 0,0 0 0 0 0,0 0 1 0 0,0 1-1 0 0,0-1 0 0 0,0 0 0 0 0,-1 0 0 0 0,1 0 0 0 0,0 0 1 0 0,0 0-1 0 0,0 0 0 0 0,0 0 0 0 0,0 0 0 0 0,-1-1 1 0 0,1 1-1 0 0,0 0 0 0 0,0 0 0 0 0,0-1 0 0 0,0 1 0 0 0,-1-1 1 0 0,1 1-1 0 0,0 0 0 0 0,0-1 0 0 0,-1 1 0 0 0,1-1 0 0 0,1-1 1 0 0,19-17-209 0 0,-19 17 156 0 0,19-21-48 0 0,-1 0 1 0 0,-1 0-1 0 0,-2-2 1 0 0,0-1-1 0 0,-1 0 1 0 0,-2 0 0 0 0,16-43-1 0 0,2-11 326 0 0,-31 78-128 0 0,0 4-79 0 0,-1-1 1 0 0,0 1 0 0 0,1 0-1 0 0,-1 0 1 0 0,0 0 0 0 0,0 0-1 0 0,0 0 1 0 0,0 0 0 0 0,0-1-1 0 0,-1 1 1 0 0,1 2 0 0 0,-2 7 54 0 0,-14 128 221 0 0,16-126-290 0 0,-1 1 0 0 0,2-1-1 0 0,0 1 1 0 0,1-1 0 0 0,0 1-1 0 0,1-1 1 0 0,0 0 0 0 0,6 13 0 0 0,-8-22 10 0 0,1-1 0 0 0,0 0 0 0 0,-1 0 0 0 0,1-1 0 0 0,0 1 0 0 0,0 0 0 0 0,0 0 0 0 0,1-1 0 0 0,-1 0 0 0 0,1 1 0 0 0,-1-1 0 0 0,1 0 0 0 0,0 0 0 0 0,0 0 1 0 0,0-1-1 0 0,6 4 0 0 0,-4-4 7 0 0,0 1 1 0 0,0-1-1 0 0,1 0 1 0 0,-1-1-1 0 0,0 1 1 0 0,1-1-1 0 0,-1 0 1 0 0,1 0-1 0 0,8-2 1 0 0,4-2 13 0 0,-1-1 0 0 0,-1 0 1 0 0,1-1-1 0 0,-1-1 0 0 0,23-13 0 0 0,-29 15-24 0 0,0-1 0 0 0,-1 0 0 0 0,0-1 0 0 0,0 0 0 0 0,-1-1 0 0 0,0 1 0 0 0,0-1 0 0 0,0-1 0 0 0,-1 0 0 0 0,-1 0 0 0 0,0 0 0 0 0,0-1 0 0 0,5-10 0 0 0,-4 2-18 0 0,-1-1 1 0 0,0 0 0 0 0,-2 0-1 0 0,0 0 1 0 0,-1 0 0 0 0,-1-1-1 0 0,-1-36 1 0 0,-2 57 12 0 0,0-1-5 0 0,1 0 0 0 0,0 0 1 0 0,-1 0-1 0 0,1 0 0 0 0,-1 0 1 0 0,1 1-1 0 0,0-1 0 0 0,-1 0 1 0 0,1 0-1 0 0,-1 1 1 0 0,1-1-1 0 0,0 0 0 0 0,-1 0 1 0 0,1 1-1 0 0,0-1 0 0 0,-1 0 1 0 0,1 1-1 0 0,0-1 0 0 0,0 1 1 0 0,-1-1-1 0 0,1 0 1 0 0,0 1-1 0 0,0 0 0 0 0,-8 19-9 0 0,2 0 0 0 0,0 1 0 0 0,2-1-1 0 0,0 1 1 0 0,-1 34 0 0 0,4-41-47 0 0,1 0 0 0 0,1 1-1 0 0,0-1 1 0 0,1 0 0 0 0,0 1-1 0 0,1-1 1 0 0,1 0 0 0 0,0-1 0 0 0,9 19-1 0 0,-11-28-230 0 0,0 0-1 0 0,1 0 0 0 0,0-1 0 0 0,0 1 1 0 0,6 6-1 0 0,10 4-4479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0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1720 0 0,'0'0'5081'0'0,"-1"2"-4294"0"0,-3 13-139 0 0,1 0 0 0 0,0 0 1 0 0,1 0-1 0 0,0 21 0 0 0,-2 19-138 0 0,-1-18-220 0 0,-10 56 19 0 0,13-81-166 0 0,-1 0 0 0 0,-1 0 0 0 0,0 0 1 0 0,-1-1-1 0 0,-8 15 0 0 0,13-26-128 0 0,0 1 0 0 0,0 0 0 0 0,0-1 0 0 0,-1 1-1 0 0,1-1 1 0 0,0 1 0 0 0,-1-1 0 0 0,1 1 0 0 0,0-1 0 0 0,-1 1 0 0 0,1-1 0 0 0,0 1-1 0 0,-1-1 1 0 0,1 0 0 0 0,-1 1 0 0 0,1-1 0 0 0,-1 1 0 0 0,1-1 0 0 0,-1 0-1 0 0,0 0 1 0 0,1 1 0 0 0,-1-1 0 0 0,1 0 0 0 0,-1 0 0 0 0,0 0 0 0 0,1 1-1 0 0,-1-1 1 0 0,1 0 0 0 0,-1 0 0 0 0,0 0 0 0 0,1 0 0 0 0,-1 0 0 0 0,1 0-1 0 0,-1-1 1 0 0,0 1 0 0 0,1 0 0 0 0,-1 0 0 0 0,1 0 0 0 0,-1 0 0 0 0,0-1 0 0 0,0 0-1 0 0,-1 0-42 0 0,1 1 33 0 0,0 0 1 0 0,1-1 0 0 0,-1 0-1 0 0,1 1 1 0 0,-1-1 0 0 0,1 1 0 0 0,-1-1-1 0 0,1 0 1 0 0,0 1 0 0 0,-1-1 0 0 0,1 0-1 0 0,0 1 1 0 0,-1-1 0 0 0,1 0-1 0 0,0 0 1 0 0,0 1 0 0 0,-1-1 0 0 0,1 0-1 0 0,0 0 1 0 0,0 0 0 0 0,0 1 0 0 0,0-2-1 0 0,0 1 13 0 0,-1-10 0 0 0,0 0 0 0 0,0 1 0 0 0,1-1-1 0 0,0 0 1 0 0,1 0 0 0 0,1 1 0 0 0,-1-1 0 0 0,2 0 0 0 0,-1 1 0 0 0,2 0-1 0 0,-1-1 1 0 0,1 2 0 0 0,1-1 0 0 0,0 0 0 0 0,0 1 0 0 0,1 0 0 0 0,0 0 0 0 0,0 0-1 0 0,8-7 1 0 0,-8 10-27 0 0,-1 0-1 0 0,1 1 1 0 0,0 0 0 0 0,0 0-1 0 0,1 1 1 0 0,-1 0-1 0 0,1 0 1 0 0,0 0-1 0 0,0 1 1 0 0,0 0 0 0 0,14-4-1 0 0,-14 6 6 0 0,-1 0-1 0 0,0 1 1 0 0,0 0 0 0 0,0-1-1 0 0,0 2 1 0 0,1-1 0 0 0,-1 1-1 0 0,0 0 1 0 0,0 0-1 0 0,0 1 1 0 0,0 0 0 0 0,0 0-1 0 0,-1 0 1 0 0,1 1 0 0 0,0-1-1 0 0,6 6 1 0 0,-4-3-10 0 0,1 1 1 0 0,-1 1-1 0 0,-1-1 1 0 0,1 1 0 0 0,-1 0-1 0 0,-1 1 1 0 0,1 0-1 0 0,7 11 1 0 0,-11-13 6 0 0,0-1 0 0 0,0 1 1 0 0,-1-1-1 0 0,1 1 0 0 0,-1 0 1 0 0,-1 0-1 0 0,1 0 0 0 0,-1 0 1 0 0,0 0-1 0 0,0 0 0 0 0,-1 0 1 0 0,0 0-1 0 0,0 0 0 0 0,-2 12 1 0 0,1-11 10 0 0,1-2 11 0 0,-1 0 1 0 0,0 0-1 0 0,0 0 0 0 0,0 0 0 0 0,0 0 0 0 0,-1 0 0 0 0,0 0 0 0 0,0-1 0 0 0,-1 1 0 0 0,1-1 0 0 0,-1 1 0 0 0,-6 7 0 0 0,8-11-13 0 0,0-1 2 0 0,0-1-1 0 0,1 1 0 0 0,-1 0 1 0 0,0 0-1 0 0,1-1 1 0 0,-1 1-1 0 0,0 0 1 0 0,1-1-1 0 0,-1 1 0 0 0,0-1 1 0 0,1 1-1 0 0,-1-1 1 0 0,1 1-1 0 0,-1-1 0 0 0,1 1 1 0 0,-1-1-1 0 0,1 0 1 0 0,0 1-1 0 0,-1-1 0 0 0,1 0 1 0 0,-1 1-1 0 0,1-1 1 0 0,0 0-1 0 0,0 1 0 0 0,0-1 1 0 0,-1 0-1 0 0,1 0 1 0 0,0 1-1 0 0,0-1 0 0 0,0 0 1 0 0,0-1-1 0 0,0-28 86 0 0,0 27-87 0 0,2-13-1 0 0,1 1-1 0 0,0 1 1 0 0,1-1 0 0 0,0 0-1 0 0,1 1 1 0 0,1 0-1 0 0,0 0 1 0 0,1 0-1 0 0,0 1 1 0 0,1 0 0 0 0,1 0-1 0 0,0 1 1 0 0,1 0-1 0 0,0 1 1 0 0,1 0 0 0 0,0 1-1 0 0,0 0 1 0 0,1 0-1 0 0,1 1 1 0 0,-1 1-1 0 0,2 0 1 0 0,17-7 0 0 0,-28 13 2 0 0,1 1 0 0 0,-1-1 0 0 0,1 1 0 0 0,0 0-1 0 0,-1 1 1 0 0,1-1 0 0 0,0 1 0 0 0,0-1 0 0 0,-1 1 0 0 0,1 0 0 0 0,0 0 0 0 0,0 1 0 0 0,-1-1 0 0 0,1 1 0 0 0,0 0 0 0 0,-1 0 0 0 0,1 0 0 0 0,0 0 0 0 0,-1 1 0 0 0,0 0 0 0 0,1-1 0 0 0,-1 1 0 0 0,0 0 0 0 0,0 0 0 0 0,0 1 0 0 0,0-1 0 0 0,0 1 0 0 0,-1 0 0 0 0,1-1 0 0 0,-1 1 0 0 0,1 0 0 0 0,-1 0 0 0 0,0 1 0 0 0,-1-1 0 0 0,1 0 0 0 0,0 1 0 0 0,-1-1 0 0 0,2 8 0 0 0,1 11 26 0 0,-1 0 0 0 0,-1 0 0 0 0,-1 30 1 0 0,-1-25-39 0 0,5 40 1 0 0,-5-65-75 0 0,0 0 1 0 0,0-1-1 0 0,1 1 1 0 0,-1 0 0 0 0,1-1-1 0 0,-1 1 1 0 0,1-1-1 0 0,0 1 1 0 0,-1-1-1 0 0,1 1 1 0 0,0-1 0 0 0,0 1-1 0 0,0-1 1 0 0,0 0-1 0 0,0 0 1 0 0,0 1-1 0 0,1-1 1 0 0,-1 0 0 0 0,0 0-1 0 0,1 0 1 0 0,-1 0-1 0 0,0 0 1 0 0,1-1-1 0 0,-1 1 1 0 0,1 0 0 0 0,0-1-1 0 0,-1 1 1 0 0,1-1-1 0 0,-1 1 1 0 0,1-1 0 0 0,2 0-1 0 0,1 0-581 0 0,1 0-1 0 0,0 0 1 0 0,-1-1-1 0 0,1 0 1 0 0,0 0-1 0 0,-1 0 1 0 0,1 0 0 0 0,5-4-1 0 0,10-3-2436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0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242 162 784 0 0,'-14'-158'11774'0'0,"14"155"-10815"0"0,-1 19-148 0 0,-27 297 3424 0 0,-53 152-2779 0 0,72-421-1360 0 0,-16 61 326 0 0,25-103-296 0 0,0-7-119 0 0,1 1 0 0 0,0 0 1 0 0,0 0-1 0 0,0-1 0 0 0,1 1 1 0 0,2-5-1 0 0,3-10 0 0 0,2-10 0 0 0,1 1 1 0 0,1 0 0 0 0,2 1-1 0 0,21-35 1 0 0,-26 48-26 0 0,1 1 0 0 0,1 0 0 0 0,0 1 0 0 0,1 0 0 0 0,0 1 0 0 0,1 0 0 0 0,0 1 0 0 0,1 0 0 0 0,25-15 0 0 0,-34 23 16 0 0,0 0 0 0 0,0 0 0 0 0,0 1 0 0 0,0-1 0 0 0,0 1 0 0 0,0 0 0 0 0,1 0 0 0 0,-1 1-1 0 0,0-1 1 0 0,0 1 0 0 0,1 0 0 0 0,-1 0 0 0 0,0 0 0 0 0,1 1 0 0 0,-1-1 0 0 0,0 1 0 0 0,0 0 0 0 0,1 0 0 0 0,-1 1-1 0 0,0-1 1 0 0,0 1 0 0 0,0 0 0 0 0,-1 0 0 0 0,1 0 0 0 0,0 1 0 0 0,-1-1 0 0 0,1 1 0 0 0,-1 0 0 0 0,0 0 0 0 0,0 0-1 0 0,0 0 1 0 0,3 6 0 0 0,0-1 4 0 0,0 1 0 0 0,0 0 0 0 0,-1 0 0 0 0,0 0-1 0 0,-1 1 1 0 0,0 0 0 0 0,-1 0 0 0 0,0 0 0 0 0,0 0-1 0 0,-1 0 1 0 0,-1 0 0 0 0,1 17 0 0 0,-2-18 32 0 0,0 0-1 0 0,-1 0 1 0 0,-1 0-1 0 0,1 1 1 0 0,-2-2 0 0 0,1 1-1 0 0,-1 0 1 0 0,0 0 0 0 0,-1-1-1 0 0,0 0 1 0 0,0 0 0 0 0,-1 0-1 0 0,0 0 1 0 0,-1 0 0 0 0,1-1-1 0 0,-2 0 1 0 0,1-1 0 0 0,-1 1-1 0 0,1-1 1 0 0,-2 0 0 0 0,1-1-1 0 0,-10 6 1 0 0,4-4 1 0 0,0 0 0 0 0,0-1 0 0 0,-1-1 0 0 0,0 0 0 0 0,0-1 1 0 0,0 0-1 0 0,0-1 0 0 0,-1 0 0 0 0,1-2 0 0 0,-1 0 0 0 0,0 0 0 0 0,1-1 0 0 0,-20-3 0 0 0,29 2-81 0 0,-19-2 165 0 0,-41-11-1 0 0,60 13-274 0 0,0 0-1 0 0,0-1 0 0 0,0 0 1 0 0,0 0-1 0 0,0-1 1 0 0,1 1-1 0 0,-1-1 0 0 0,1 0 1 0 0,-1 0-1 0 0,1-1 1 0 0,0 1-1 0 0,0-1 0 0 0,1 0 1 0 0,-5-5-1 0 0,7 7-115 0 0,0 0-1 0 0,0 0 0 0 0,0 0 1 0 0,1-1-1 0 0,-1 1 0 0 0,1 0 1 0 0,-1 0-1 0 0,1-1 1 0 0,0 1-1 0 0,0 0 0 0 0,0-1 1 0 0,0 1-1 0 0,0 0 0 0 0,0-1 1 0 0,1 1-1 0 0,-1 0 1 0 0,2-4-1 0 0,11-21-5775 0 0,-3 11-234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320 236 420 0 0,'-83'-9'9560'0'0,"81"10"-9466"0"0,1-1 0 0 0,-1 0 0 0 0,1 1 0 0 0,-1-1 0 0 0,1 1 0 0 0,0-1 0 0 0,-1 1 0 0 0,1-1 0 0 0,0 1 0 0 0,-1 0 0 0 0,1 0 0 0 0,0 0 0 0 0,0 0 0 0 0,0 0-1 0 0,0 0 1 0 0,0 0 0 0 0,0 0 0 0 0,0 0 0 0 0,0 1 0 0 0,0-1 0 0 0,0 0 0 0 0,1 0 0 0 0,-1 1 0 0 0,0-1 0 0 0,1 1 0 0 0,-1-1 0 0 0,1 1 0 0 0,0-1 0 0 0,-1 0 0 0 0,1 1 0 0 0,0 2 0 0 0,-1 2 93 0 0,1-1 0 0 0,-1 1-1 0 0,1-1 1 0 0,0 1 0 0 0,1-1 0 0 0,1 11 0 0 0,-1-13-101 0 0,0 1-1 0 0,0-1 1 0 0,0 0-1 0 0,1-1 1 0 0,-1 1-1 0 0,1 0 1 0 0,-1 0-1 0 0,1 0 1 0 0,0-1 0 0 0,0 1-1 0 0,1-1 1 0 0,-1 0-1 0 0,0 0 1 0 0,1 1-1 0 0,-1-1 1 0 0,1-1-1 0 0,5 4 1 0 0,-6-4-44 0 0,1 0 0 0 0,-1 0 1 0 0,0-1-1 0 0,1 1 1 0 0,-1-1-1 0 0,1 0 0 0 0,-1 0 1 0 0,0 0-1 0 0,1 0 0 0 0,-1 0 1 0 0,1 0-1 0 0,-1 0 0 0 0,1-1 1 0 0,-1 1-1 0 0,0-1 1 0 0,1 0-1 0 0,-1 0 0 0 0,0 0 1 0 0,0 0-1 0 0,0 0 0 0 0,1 0 1 0 0,-1-1-1 0 0,0 1 0 0 0,-1-1 1 0 0,4-2-1 0 0,-2 1-18 0 0,0 0 1 0 0,0 0-1 0 0,-1 0 0 0 0,1 0 0 0 0,-1-1 0 0 0,0 1 1 0 0,1-1-1 0 0,-2 0 0 0 0,1 0 0 0 0,0 0 1 0 0,-1 1-1 0 0,0-1 0 0 0,1-5 0 0 0,-1 2-1 0 0,0-1 1 0 0,0 1-1 0 0,-1-1 0 0 0,0 0 0 0 0,-1 1 0 0 0,-2-13 0 0 0,-1 2-14 0 0,-1 0 0 0 0,-1 0-1 0 0,0 1 1 0 0,-1 0-1 0 0,-11-17 1 0 0,16 30-14 0 0,0 0 1 0 0,0 0-1 0 0,-1 0 0 0 0,0 0 1 0 0,0 0-1 0 0,0 0 0 0 0,0 1 0 0 0,0 0 1 0 0,-1 0-1 0 0,0 0 0 0 0,1 0 1 0 0,-1 0-1 0 0,0 1 0 0 0,-7-4 1 0 0,8 6 2 0 0,0-1 0 0 0,0 0 1 0 0,0 1-1 0 0,0 0 1 0 0,-1 0-1 0 0,1 0 1 0 0,0 0-1 0 0,0 0 0 0 0,0 1 1 0 0,0-1-1 0 0,-1 1 1 0 0,1 0-1 0 0,0 0 1 0 0,0 0-1 0 0,0 0 0 0 0,0 0 1 0 0,1 1-1 0 0,-1 0 1 0 0,0-1-1 0 0,1 1 0 0 0,-1 0 1 0 0,-3 4-1 0 0,-8 6-5 0 0,1 2-1 0 0,0 0 1 0 0,0 0-1 0 0,2 1 1 0 0,0 1-1 0 0,1 0 1 0 0,0 0-1 0 0,-10 24 1 0 0,11-17-2 0 0,0 0 1 0 0,1 1-1 0 0,2-1 1 0 0,0 1-1 0 0,1 1 0 0 0,-1 24 1 0 0,6-41 7 0 0,0 1 0 0 0,0 0 0 0 0,0-1 0 0 0,1 1 1 0 0,0 0-1 0 0,1-1 0 0 0,0 0 0 0 0,0 1 0 0 0,1-1 0 0 0,7 14 0 0 0,-8-18 6 0 0,0 0 0 0 0,1 0 0 0 0,0 0 0 0 0,0 0 0 0 0,1 0 0 0 0,-1-1 0 0 0,1 1 0 0 0,-1-1 0 0 0,1 0 0 0 0,0 0 0 0 0,0 0 0 0 0,0-1 0 0 0,1 1 0 0 0,-1-1 0 0 0,1 0 0 0 0,-1 0 0 0 0,1-1 0 0 0,0 1 0 0 0,0-1 0 0 0,5 0 0 0 0,1 0 8 0 0,1 0-1 0 0,0-1 1 0 0,0-1-1 0 0,0 0 1 0 0,0 0-1 0 0,0-1 0 0 0,-1-1 1 0 0,1 0-1 0 0,11-5 1 0 0,1-2 13 0 0,-1 0 1 0 0,0-2-1 0 0,26-16 0 0 0,-28 13-3 0 0,0-1-1 0 0,-1 0 1 0 0,-1-1-1 0 0,-1-2 1 0 0,0 0-1 0 0,-2 0 1 0 0,0-2-1 0 0,13-22 1 0 0,-19 28-19 0 0,-1-2-1 0 0,-1 1 1 0 0,0-1-1 0 0,-1-1 1 0 0,-1 1 0 0 0,-1-1-1 0 0,0 0 1 0 0,-1 0-1 0 0,-1 0 1 0 0,-1-1 0 0 0,-1-34-1 0 0,-1 53-3 0 0,-4-32-25 0 0,4 30 21 0 0,0 1 1 0 0,-1-1-1 0 0,1 0 0 0 0,-1 1 1 0 0,0 0-1 0 0,1-1 0 0 0,-1 1 0 0 0,0-1 1 0 0,0 1-1 0 0,0 0 0 0 0,0-1 1 0 0,0 1-1 0 0,0 0 0 0 0,0 0 1 0 0,0 0-1 0 0,-2-1 0 0 0,2 2 3 0 0,1-1-1 0 0,-1 1 1 0 0,0 0 0 0 0,1 0-1 0 0,-1 0 1 0 0,0 0-1 0 0,1 0 1 0 0,-1 0-1 0 0,0 0 1 0 0,1 0 0 0 0,-1 0-1 0 0,1 1 1 0 0,-1-1-1 0 0,0 0 1 0 0,1 0 0 0 0,-1 0-1 0 0,1 1 1 0 0,-1-1-1 0 0,0 0 1 0 0,1 1-1 0 0,-1-1 1 0 0,1 0 0 0 0,-1 1-1 0 0,1-1 1 0 0,-1 1-1 0 0,1-1 1 0 0,0 1-1 0 0,-1-1 1 0 0,1 1 0 0 0,-1 0-1 0 0,-10 17-2 0 0,9-13 3 0 0,0 0 0 0 0,1 0 0 0 0,0 0 0 0 0,0 0 1 0 0,0 0-1 0 0,1 0 0 0 0,-1 0 0 0 0,1 1 1 0 0,0-1-1 0 0,1 0 0 0 0,-1 0 0 0 0,1 0 0 0 0,0 0 1 0 0,1 0-1 0 0,-1 0 0 0 0,1 0 0 0 0,0 0 1 0 0,0 0-1 0 0,0-1 0 0 0,1 1 0 0 0,-1-1 0 0 0,1 1 1 0 0,0-1-1 0 0,1 0 0 0 0,3 4 0 0 0,-1-3 4 0 0,0 1-1 0 0,1-2 1 0 0,-1 1-1 0 0,1-1 0 0 0,0 0 1 0 0,0 0-1 0 0,0 0 1 0 0,1-1-1 0 0,0-1 1 0 0,-1 1-1 0 0,1-1 1 0 0,0 0-1 0 0,0-1 0 0 0,0 0 1 0 0,14 0-1 0 0,-3-1 3 0 0,0-1 0 0 0,0-1 0 0 0,-1-1 0 0 0,1-1 0 0 0,0 0-1 0 0,-1-2 1 0 0,0 0 0 0 0,20-10 0 0 0,-30 12-5 0 0,1 0 1 0 0,-1 0-1 0 0,-1-1 0 0 0,1 0 0 0 0,-1-1 1 0 0,1 0-1 0 0,-2 0 0 0 0,1 0 1 0 0,-1-1-1 0 0,0 0 0 0 0,0 0 1 0 0,-1-1-1 0 0,0 0 0 0 0,0 0 0 0 0,-1 0 1 0 0,0 0-1 0 0,0 0 0 0 0,4-15 1 0 0,-8 20-5 0 0,1 1 0 0 0,-1-1 1 0 0,0 0-1 0 0,1 1 1 0 0,-1-1-1 0 0,0 1 0 0 0,-1-1 1 0 0,1 1-1 0 0,0-1 0 0 0,-2-3 1 0 0,2 5 1 0 0,0 0 1 0 0,-1 0-1 0 0,1 0 0 0 0,-1 0 0 0 0,1 0 1 0 0,-1 1-1 0 0,1-1 0 0 0,-1 0 1 0 0,0 0-1 0 0,1 0 0 0 0,-1 1 1 0 0,0-1-1 0 0,0 0 0 0 0,1 1 1 0 0,-1-1-1 0 0,0 0 0 0 0,0 1 1 0 0,0-1-1 0 0,0 1 0 0 0,0-1 1 0 0,0 1-1 0 0,0 0 0 0 0,0-1 1 0 0,0 1-1 0 0,-1 0 0 0 0,-2 1 0 0 0,1 0 0 0 0,-1 0-1 0 0,1 0 1 0 0,-1 0-1 0 0,1 1 1 0 0,0-1 0 0 0,0 1-1 0 0,-1 0 1 0 0,1 0-1 0 0,1 0 1 0 0,-1 1 0 0 0,0-1-1 0 0,-2 4 1 0 0,-10 8 20 0 0,1 2 1 0 0,1 0-1 0 0,0 1 0 0 0,-16 30 0 0 0,8-9 30 0 0,-18 50 0 0 0,30-65-32 0 0,1 0 0 0 0,1 0 1 0 0,0 1-1 0 0,2 0 0 0 0,1 1 0 0 0,-1 32 1 0 0,5-48-15 0 0,0-1 0 0 0,1 1 0 0 0,0-1 1 0 0,1 1-1 0 0,-1-1 0 0 0,2 1 0 0 0,-1-1 0 0 0,1 0 1 0 0,6 11-1 0 0,-6-14-17 0 0,0 0 0 0 0,1 0 0 0 0,-1 0 0 0 0,1 0 0 0 0,1-1 0 0 0,-1 1 0 0 0,1-1 0 0 0,-1 0 0 0 0,1-1 0 0 0,0 1 0 0 0,0-1 0 0 0,1 0 0 0 0,-1 0 0 0 0,10 3 0 0 0,1-1-386 0 0,0-1 0 0 0,0 0 0 0 0,0-2 0 0 0,1 1 0 0 0,-1-2 0 0 0,1 0 0 0 0,32-4 0 0 0,117-24-6203 0 0,-161 26 6294 0 0,75-17-4903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2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153 499 1188 0 0,'-29'-75'9309'0'0,"29"74"-9265"0"0,-1 1 0 0 0,1-1 0 0 0,-1 0 0 0 0,1 1 0 0 0,-1-1-1 0 0,1 1 1 0 0,-1-1 0 0 0,1 1 0 0 0,-1-1 0 0 0,0 1 0 0 0,1-1 0 0 0,-1 1 0 0 0,0 0 0 0 0,0-1 0 0 0,1 1 0 0 0,-1 0 0 0 0,0-1-1 0 0,0 1 1 0 0,0 0 0 0 0,1 0 0 0 0,-1 0 0 0 0,0 0 0 0 0,0 0 0 0 0,0 0 0 0 0,1 0 0 0 0,-1 0 0 0 0,0 0 0 0 0,0 0 0 0 0,1 1-1 0 0,-1-1 1 0 0,0 0 0 0 0,0 0 0 0 0,1 1 0 0 0,-1-1 0 0 0,0 1 0 0 0,0-1 0 0 0,0 1 0 0 0,-7 6 53 0 0,0 1 1 0 0,1 0-1 0 0,0 0 1 0 0,0 1-1 0 0,1 0 1 0 0,0 0-1 0 0,1 1 1 0 0,0-1-1 0 0,-5 15 0 0 0,4-10-61 0 0,1 1 0 0 0,1-1-1 0 0,0 1 1 0 0,1-1-1 0 0,1 1 1 0 0,-1 23-1 0 0,2-33-23 0 0,1-1 0 0 0,1 1-1 0 0,-1-1 1 0 0,1 1 0 0 0,0-1-1 0 0,0 0 1 0 0,0 1-1 0 0,0-1 1 0 0,1 0 0 0 0,-1 0-1 0 0,1 0 1 0 0,0 0 0 0 0,1 0-1 0 0,-1 0 1 0 0,1 0 0 0 0,-1-1-1 0 0,1 1 1 0 0,0-1 0 0 0,0 0-1 0 0,6 4 1 0 0,-4-4 5 0 0,0 0 1 0 0,0 0-1 0 0,0-1 0 0 0,1 0 1 0 0,-1 0-1 0 0,1 0 1 0 0,0-1-1 0 0,-1 1 0 0 0,1-1 1 0 0,0-1-1 0 0,0 1 0 0 0,0-1 1 0 0,0 0-1 0 0,10-2 1 0 0,-1 1 14 0 0,-1-2 1 0 0,0 0-1 0 0,0 0 1 0 0,0-1 0 0 0,-1-1-1 0 0,1 0 1 0 0,-1-1 0 0 0,0-1-1 0 0,-1 0 1 0 0,0 0-1 0 0,0-2 1 0 0,0 1 0 0 0,15-16-1 0 0,-19 16-14 0 0,-2 0 1 0 0,1 0-1 0 0,-1 0 0 0 0,0-1 0 0 0,-1 0 0 0 0,0 0 0 0 0,0 0 1 0 0,-1 0-1 0 0,0-1 0 0 0,-1 0 0 0 0,0 0 0 0 0,-1 0 0 0 0,0 0 1 0 0,0 0-1 0 0,-1-1 0 0 0,0 1 0 0 0,-1 0 0 0 0,0-1 1 0 0,-3-13-1 0 0,1 11-21 0 0,0-1 0 0 0,-2 1 1 0 0,1 0-1 0 0,-2 0 1 0 0,0 1-1 0 0,0-1 1 0 0,-8-12-1 0 0,11 21-2 0 0,-1 0-1 0 0,1 0 1 0 0,-1 0 0 0 0,1 1 0 0 0,-1-1-1 0 0,0 1 1 0 0,0 0 0 0 0,-1 0-1 0 0,1 0 1 0 0,-1 0 0 0 0,1 0 0 0 0,-1 1-1 0 0,0 0 1 0 0,0-1 0 0 0,0 2-1 0 0,0-1 1 0 0,0 0 0 0 0,-1 1 0 0 0,1 0-1 0 0,0 0 1 0 0,-1 0 0 0 0,1 0 0 0 0,-1 1-1 0 0,-8 0 1 0 0,7 1 4 0 0,1 0 1 0 0,0 1-1 0 0,0 0 0 0 0,-1 0 1 0 0,1 0-1 0 0,1 1 0 0 0,-1 0 0 0 0,0 0 1 0 0,0 0-1 0 0,1 0 0 0 0,0 1 1 0 0,0 0-1 0 0,0 0 0 0 0,0 0 1 0 0,1 0-1 0 0,-4 5 0 0 0,-4 7-19 0 0,0 0-1 0 0,1 1 1 0 0,-9 22-1 0 0,12-24 8 0 0,1 0 0 0 0,1 1-1 0 0,0 0 1 0 0,1 0 0 0 0,1 0 0 0 0,1 0-1 0 0,0 1 1 0 0,1-1 0 0 0,1 26 0 0 0,1-36 16 0 0,-1 0 0 0 0,1 0 0 0 0,0 0 1 0 0,0-1-1 0 0,1 1 0 0 0,0 0 0 0 0,0-1 0 0 0,0 1 1 0 0,1-1-1 0 0,0 0 0 0 0,0 0 0 0 0,0 0 1 0 0,0 0-1 0 0,1 0 0 0 0,0-1 0 0 0,0 1 1 0 0,0-1-1 0 0,0 0 0 0 0,1 0 0 0 0,0-1 1 0 0,0 1-1 0 0,0-1 0 0 0,0 0 0 0 0,0-1 0 0 0,1 1 1 0 0,-1-1-1 0 0,1 0 0 0 0,-1 0 0 0 0,10 1 1 0 0,-1-1 8 0 0,1 0 1 0 0,-1-2 0 0 0,1 0-1 0 0,-1 0 1 0 0,0-1 0 0 0,1-1-1 0 0,-1 0 1 0 0,16-5 0 0 0,9-5 22 0 0,60-26 0 0 0,-62 22 9 0 0,-1-2 0 0 0,-1-2 0 0 0,0-1 0 0 0,-2-2 0 0 0,0-1 0 0 0,42-41 0 0 0,-55 45-35 0 0,0-1 0 0 0,-2-1 0 0 0,-1-1 0 0 0,0 0 0 0 0,-2-2 0 0 0,-1 1 0 0 0,-1-2 0 0 0,-1 0 0 0 0,17-53 0 0 0,-6-19 18 0 0,-20 84-33 0 0,-2 0 0 0 0,1 0-1 0 0,-2-1 1 0 0,-1-27 0 0 0,1 42 5 0 0,0-1 0 0 0,0 1 0 0 0,0 0 0 0 0,0-1 0 0 0,0 1 1 0 0,0 0-1 0 0,0-1 0 0 0,0 1 0 0 0,0 0 0 0 0,0-1 0 0 0,0 1 1 0 0,0 0-1 0 0,-1-1 0 0 0,1 1 0 0 0,0 0 0 0 0,0-1 0 0 0,0 1 0 0 0,0 0 1 0 0,0 0-1 0 0,-1-1 0 0 0,1 1 0 0 0,0 0 0 0 0,0 0 0 0 0,-1-1 0 0 0,1 1 1 0 0,0 0-1 0 0,0 0 0 0 0,-1-1 0 0 0,1 1 0 0 0,0 0 0 0 0,0 0 0 0 0,-1 0 1 0 0,1 0-1 0 0,0 0 0 0 0,-1-1 0 0 0,1 1 0 0 0,0 0 0 0 0,-1 0 1 0 0,1 0-1 0 0,-1 0 0 0 0,-11 11-14 0 0,-8 23-3 0 0,2 4 84 0 0,3 1 0 0 0,-14 47 1 0 0,-13 85 263 0 0,30-119-226 0 0,-102 566 677 0 0,38 4-480 0 0,71-564-259 0 0,-12 82 1159 0 0,17-140-1191 0 0,0 0 0 0 0,0 0-1 0 0,-1 0 1 0 0,1 1 0 0 0,0-1 0 0 0,0 0 0 0 0,0 0 0 0 0,0 1-1 0 0,0-1 1 0 0,0 0 0 0 0,0 0 0 0 0,0 1 0 0 0,0-1 0 0 0,0 0-1 0 0,0 0 1 0 0,0 0 0 0 0,0 1 0 0 0,0-1 0 0 0,0 0-1 0 0,0 0 1 0 0,0 1 0 0 0,0-1 0 0 0,0 0 0 0 0,0 0 0 0 0,0 1-1 0 0,0-1 1 0 0,1 0 0 0 0,-1 0 0 0 0,0 0 0 0 0,0 1 0 0 0,0-1-1 0 0,0 0 1 0 0,0 0 0 0 0,1 0 0 0 0,-1 0 0 0 0,0 1-1 0 0,0-1 1 0 0,0 0 0 0 0,1 0 0 0 0,-1 0 0 0 0,0 0 0 0 0,0 0-1 0 0,0 0 1 0 0,1 0 0 0 0,-1 0 0 0 0,0 0 0 0 0,0 1 0 0 0,1-1-1 0 0,-1 0 1 0 0,0 0 0 0 0,0 0 0 0 0,1 0 0 0 0,-1 0-1 0 0,0 0 1 0 0,0-1 0 0 0,0 1 0 0 0,1 0 0 0 0,-1 0 0 0 0,0 0-1 0 0,0 0 1 0 0,1 0 0 0 0,-1 0 0 0 0,0 0 0 0 0,1-1 0 0 0,12-8 139 0 0,16-30-75 0 0,-1 0 0 0 0,-2-2 1 0 0,36-77-1 0 0,-54 102-66 0 0,-1 0-1 0 0,0 0 1 0 0,-2-1 0 0 0,0 0 0 0 0,0 0-1 0 0,-2-1 1 0 0,0 1 0 0 0,1-32 0 0 0,-4 37-10 0 0,-1-1 1 0 0,-1 1 0 0 0,1 0 0 0 0,-2 0-1 0 0,0 0 1 0 0,0 0 0 0 0,-1 1-1 0 0,-1-1 1 0 0,0 1 0 0 0,0 0 0 0 0,-1 0-1 0 0,-1 1 1 0 0,-11-15 0 0 0,3 8-1 0 0,-1 0-1 0 0,-1 1 1 0 0,0 0 0 0 0,-1 2 0 0 0,-1 0 0 0 0,-1 1 0 0 0,1 1-1 0 0,-38-16 1 0 0,-15-2-10 0 0,-93-25-1 0 0,128 43-1 0 0,22 8 7 0 0,-7-3-63 0 0,-37-16 0 0 0,59 23 36 0 0,-1 0 1 0 0,1 0 0 0 0,-1 0-1 0 0,1-1 1 0 0,0 1 0 0 0,-1 0-1 0 0,1 0 1 0 0,0-1 0 0 0,-1 1-1 0 0,1 0 1 0 0,0-1 0 0 0,-1 1-1 0 0,1 0 1 0 0,0-1 0 0 0,0 1-1 0 0,-1-1 1 0 0,1 1 0 0 0,0 0 0 0 0,0-1-1 0 0,0 1 1 0 0,-1-1 0 0 0,1 1-1 0 0,0-1 1 0 0,0 1 0 0 0,0 0-1 0 0,0-1 1 0 0,0 1 0 0 0,0-1-1 0 0,0 0 1 0 0,8-13-1193 0 0,16-6-823 0 0,36-12-4114 0 0,-14 11 173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3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96 1228 0 0,'13'-20'2405'0'0,"27"-50"7005"0"0,-40 70-9398 0 0,0 0 0 0 0,1 0 0 0 0,-1 0 0 0 0,0 0 0 0 0,0-1 0 0 0,0 1 0 0 0,0 0 0 0 0,0 0 0 0 0,0 0 0 0 0,0 0 0 0 0,0-1 0 0 0,0 1 0 0 0,0 0 0 0 0,0 0 0 0 0,0 0 0 0 0,0 0 0 0 0,-1-1 0 0 0,1 1 0 0 0,0 0 0 0 0,0 0 0 0 0,0 0 0 0 0,0 0 0 0 0,0-1 0 0 0,0 1 0 0 0,0 0 0 0 0,0 0 0 0 0,0 0 0 0 0,-1 0 0 0 0,1 0 0 0 0,0 0 0 0 0,0-1 0 0 0,0 1 0 0 0,0 0 0 0 0,0 0 0 0 0,-1 0 0 0 0,1 0 0 0 0,0 0 0 0 0,0 0 0 0 0,0 0 0 0 0,0 0 0 0 0,-1 0 0 0 0,1 0 0 0 0,0 0 0 0 0,0 0 0 0 0,0 0 0 0 0,0 0 0 0 0,-1 0 0 0 0,1 0 0 0 0,0 0 0 0 0,0 0 0 0 0,0 0 0 0 0,0 0 0 0 0,-1 0 0 0 0,1 0 0 0 0,0 0 0 0 0,0 0 0 0 0,0 0 0 0 0,0 0 0 0 0,-1 0 0 0 0,1 1 0 0 0,0-1 0 0 0,-10 2 124 0 0,-10 9-52 0 0,-1 0-1 0 0,2 1 1 0 0,0 1 0 0 0,1 1 0 0 0,0 0 0 0 0,-17 20 0 0 0,25-26-57 0 0,7-5-25 0 0,0-1 0 0 0,1 0 0 0 0,0 1 0 0 0,-1-1 0 0 0,1 1 0 0 0,0 0 0 0 0,1 0 0 0 0,-1 0 1 0 0,0 0-1 0 0,1 0 0 0 0,-2 4 0 0 0,2-5-2 0 0,1 0 1 0 0,0-1-1 0 0,0 1 1 0 0,0 0 0 0 0,0-1-1 0 0,1 1 1 0 0,-1 0-1 0 0,0-1 1 0 0,1 1-1 0 0,-1-1 1 0 0,1 1-1 0 0,-1-1 1 0 0,1 1 0 0 0,0-1-1 0 0,0 1 1 0 0,0-1-1 0 0,0 0 1 0 0,0 1-1 0 0,0-1 1 0 0,0 0-1 0 0,0 0 1 0 0,0 1-1 0 0,0-1 1 0 0,1 0 0 0 0,-1 0-1 0 0,2 0 1 0 0,25 18-59 0 0,38 19 0 0 0,17 12-29 0 0,-73-43 90 0 0,1 1-1 0 0,-1 0 1 0 0,-1 1-1 0 0,0 0 1 0 0,12 15-1 0 0,-18-20 102 0 0,-1 0 0 0 0,1 0 0 0 0,-1 1 0 0 0,0-1 0 0 0,0 0 0 0 0,0 1 0 0 0,-1 0 0 0 0,1-1 0 0 0,-1 1 0 0 0,0 0 0 0 0,-1 0 0 0 0,1 0 0 0 0,-1 0 0 0 0,0-1 0 0 0,0 1 0 0 0,0 0 0 0 0,-1 0 1 0 0,0 0-1 0 0,0 0 0 0 0,0-1 0 0 0,0 1 0 0 0,-1 0 0 0 0,0-1 0 0 0,0 1 0 0 0,0-1 0 0 0,0 0 0 0 0,-1 0 0 0 0,-6 8 0 0 0,4-5 29 0 0,-1 0 1 0 0,0 0-1 0 0,0-1 1 0 0,-1 0-1 0 0,0 0 1 0 0,0-1-1 0 0,-1 0 1 0 0,1 0-1 0 0,-1 0 1 0 0,0-1-1 0 0,0-1 1 0 0,0 1-1 0 0,-1-1 1 0 0,1 0-1 0 0,-11 1 1 0 0,5-2-4 0 0,1-1-1 0 0,0 0 1 0 0,0-1 0 0 0,-26-3 0 0 0,34 3-118 0 0,0-1 1 0 0,0 0-1 0 0,0-1 1 0 0,0 1 0 0 0,0-1-1 0 0,1 0 1 0 0,-1 0 0 0 0,1 0-1 0 0,-1-1 1 0 0,1 0-1 0 0,0 0 1 0 0,-1 0 0 0 0,2 0-1 0 0,-1 0 1 0 0,-6-7 0 0 0,9 9-39 0 0,0-1 1 0 0,0 1-1 0 0,0 0 1 0 0,1 0-1 0 0,-1-1 1 0 0,0 1-1 0 0,0 0 1 0 0,1-1-1 0 0,-1 1 1 0 0,1-1-1 0 0,-1 1 1 0 0,1-1-1 0 0,-1 1 1 0 0,1-1-1 0 0,0 1 1 0 0,0-1-1 0 0,0 1 1 0 0,0-1-1 0 0,0 0 1 0 0,0 1-1 0 0,1-3 1 0 0,0 2-125 0 0,0 1 1 0 0,-1 0-1 0 0,1-1 1 0 0,0 1 0 0 0,1 0-1 0 0,-1 0 1 0 0,0-1-1 0 0,0 1 1 0 0,0 0 0 0 0,1 0-1 0 0,-1 0 1 0 0,1 0-1 0 0,-1 1 1 0 0,0-1-1 0 0,1 0 1 0 0,2 0 0 0 0,6-2-1330 0 0,1 0-1 0 0,-1 1 1 0 0,1 0 0 0 0,17 0 0 0 0,-11 2-1719 0 0,2-2-1096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220 449 1668 0 0,'-1'-5'903'0'0,"1"-1"17"0"0,-1 1 0 0 0,0 0 0 0 0,0 0-1 0 0,0 0 1 0 0,-1 0 0 0 0,1 0 0 0 0,-1 0 0 0 0,0 1 0 0 0,-4-6 0 0 0,5 9-853 0 0,1 0 0 0 0,-1 0 1 0 0,0 1-1 0 0,0-1 0 0 0,0 1 1 0 0,0-1-1 0 0,0 1 0 0 0,0-1 0 0 0,0 1 1 0 0,0-1-1 0 0,0 1 0 0 0,0 0 1 0 0,0 0-1 0 0,0-1 0 0 0,0 1 1 0 0,-1 0-1 0 0,1 0 0 0 0,0 0 1 0 0,0 0-1 0 0,0 0 0 0 0,0 0 0 0 0,0 1 1 0 0,0-1-1 0 0,-2 1 0 0 0,0 0 28 0 0,-1 0-1 0 0,1 0 0 0 0,0 0 1 0 0,0 0-1 0 0,0 1 0 0 0,-5 2 1 0 0,-6 8 99 0 0,1 0 1 0 0,0 0 0 0 0,1 1 0 0 0,1 1-1 0 0,0 0 1 0 0,1 0 0 0 0,-16 29 0 0 0,20-31-155 0 0,0 0 1 0 0,1 0-1 0 0,1 1 1 0 0,-1 0-1 0 0,2 0 1 0 0,0 0-1 0 0,1 1 1 0 0,0-1-1 0 0,1 0 1 0 0,1 27-1 0 0,0-35-28 0 0,0 0 0 0 0,1-1 0 0 0,0 1-1 0 0,0-1 1 0 0,0 0 0 0 0,0 1 0 0 0,1-1 0 0 0,0 0 0 0 0,0 0-1 0 0,0 0 1 0 0,0 0 0 0 0,1 0 0 0 0,-1 0 0 0 0,1 0 0 0 0,0-1-1 0 0,0 0 1 0 0,0 1 0 0 0,1-1 0 0 0,-1 0 0 0 0,1-1-1 0 0,0 1 1 0 0,0-1 0 0 0,0 1 0 0 0,0-1 0 0 0,0 0 0 0 0,0-1-1 0 0,0 1 1 0 0,1-1 0 0 0,-1 0 0 0 0,1 0 0 0 0,-1 0 0 0 0,1 0-1 0 0,6-1 1 0 0,-1 0 10 0 0,1 0 1 0 0,0-1-1 0 0,-1 0 0 0 0,0 0 0 0 0,1-1 0 0 0,-1-1 0 0 0,0 0 0 0 0,0 0 0 0 0,0-1 1 0 0,0 0-1 0 0,-1-1 0 0 0,0 0 0 0 0,15-10 0 0 0,-16 7-4 0 0,1 1-1 0 0,-1-2 0 0 0,-1 1 1 0 0,1-1-1 0 0,-1 0 1 0 0,-1-1-1 0 0,0 1 0 0 0,0-1 1 0 0,-1-1-1 0 0,0 1 1 0 0,-1-1-1 0 0,0 0 1 0 0,-1 0-1 0 0,4-22 0 0 0,-4 17-6 0 0,-1-1-1 0 0,-1 1 1 0 0,-1-1-1 0 0,0 1 1 0 0,-2-1-1 0 0,1 0 1 0 0,-2 1-1 0 0,0 0 1 0 0,-10-28-1 0 0,11 39-12 0 0,1 0-1 0 0,-1 1 1 0 0,0 0-1 0 0,-1-1 1 0 0,1 1 0 0 0,-1 0-1 0 0,0 0 1 0 0,0 0-1 0 0,0 1 1 0 0,0-1-1 0 0,-1 1 1 0 0,1 0 0 0 0,-1 0-1 0 0,0 0 1 0 0,0 0-1 0 0,0 1 1 0 0,-1-1-1 0 0,1 1 1 0 0,0 0-1 0 0,-1 0 1 0 0,1 1 0 0 0,-1-1-1 0 0,0 1 1 0 0,0 0-1 0 0,1 0 1 0 0,-1 1-1 0 0,0 0 1 0 0,0-1 0 0 0,0 1-1 0 0,0 1 1 0 0,1-1-1 0 0,-1 1 1 0 0,0 0-1 0 0,0 0 1 0 0,1 0-1 0 0,-1 1 1 0 0,1 0 0 0 0,-1 0-1 0 0,1 0 1 0 0,-1 0-1 0 0,1 1 1 0 0,0-1-1 0 0,-6 6 1 0 0,3-2-4 0 0,0 0-1 0 0,1 0 1 0 0,0 0 0 0 0,0 1-1 0 0,1 0 1 0 0,-1 0 0 0 0,1 1-1 0 0,1 0 1 0 0,0-1 0 0 0,0 1 0 0 0,0 1-1 0 0,1-1 1 0 0,0 0 0 0 0,-3 18-1 0 0,5-21 7 0 0,1 1 1 0 0,-1-1-1 0 0,1 0 0 0 0,0 0 0 0 0,1 1 0 0 0,-1-1 1 0 0,1 0-1 0 0,0 0 0 0 0,0 0 0 0 0,1 0 0 0 0,-1 0 1 0 0,1 0-1 0 0,0 0 0 0 0,1 0 0 0 0,-1-1 0 0 0,1 1 1 0 0,0-1-1 0 0,0 1 0 0 0,0-1 0 0 0,1 0 0 0 0,-1-1 1 0 0,1 1-1 0 0,0 0 0 0 0,0-1 0 0 0,0 0 0 0 0,8 4 1 0 0,-2-2 5 0 0,1 0 0 0 0,0-1 0 0 0,0 0 0 0 0,0-1 0 0 0,0 0 0 0 0,0-1 0 0 0,0 0 0 0 0,1-1 1 0 0,-1 0-1 0 0,1-1 0 0 0,-1-1 0 0 0,1 1 0 0 0,-1-2 0 0 0,22-4 0 0 0,-6-1 12 0 0,-1-1-1 0 0,0 0 0 0 0,-1-2 1 0 0,0-2-1 0 0,27-16 1 0 0,-30 15-16 0 0,-2-1 1 0 0,1-1-1 0 0,-2-1 1 0 0,0-1 0 0 0,-1-1-1 0 0,-1 0 1 0 0,-1-1-1 0 0,-1-1 1 0 0,14-22 0 0 0,-10 9 0 0 0,-1 0 0 0 0,-2-2 0 0 0,-1 0 0 0 0,-2 0 0 0 0,11-49 0 0 0,-17 59-19 0 0,-3 13 0 0 0,-1 1 0 0 0,-1 0-1 0 0,0-1 1 0 0,1-12 0 0 0,-3 22 5 0 0,-13 14-8 0 0,10-9 19 0 0,-1 0 1 0 0,0 0-1 0 0,1 1 1 0 0,0 0-1 0 0,-3 4 1 0 0,-24 41 43 0 0,3 2 1 0 0,2 1 0 0 0,2 1 0 0 0,2 0 0 0 0,3 2 0 0 0,2 0 0 0 0,-12 88 0 0 0,23-112-23 0 0,3-1-1 0 0,0 40 1 0 0,2-58-7 0 0,1-1 1 0 0,1 0 0 0 0,-1 1-1 0 0,2-1 1 0 0,-1 0-1 0 0,2 0 1 0 0,-1 0-1 0 0,2 0 1 0 0,6 13 0 0 0,-9-21-7 0 0,1 1 1 0 0,-1-1 0 0 0,1 1 0 0 0,-1-1 0 0 0,1 0-1 0 0,0 0 1 0 0,0 0 0 0 0,1-1 0 0 0,-1 1-1 0 0,0-1 1 0 0,1 0 0 0 0,0 1 0 0 0,-1-2 0 0 0,1 1-1 0 0,0 0 1 0 0,4 1 0 0 0,-2-2-1 0 0,-1-1 0 0 0,0 1 0 0 0,1-1 0 0 0,-1 1 0 0 0,1-1 0 0 0,-1-1 0 0 0,1 1 0 0 0,-1-1 0 0 0,0 0 0 0 0,1-1 0 0 0,5-1 0 0 0,0-1-3 0 0,0-1 0 0 0,-1 0 0 0 0,1-1 0 0 0,-1 0 0 0 0,0-1 0 0 0,-1 0 0 0 0,0 0 0 0 0,0-1 0 0 0,0 0 0 0 0,12-16 0 0 0,3-9 19 0 0,-3 0-1 0 0,0-2 1 0 0,-3 0-1 0 0,29-75 0 0 0,-24 59-65 0 0,-22 49 34 0 0,-2 12-29 0 0,-1 0 31 0 0,1 0-1 0 0,-2-1 1 0 0,-5 18 0 0 0,-2 3 7 0 0,9-26 1 0 0,-5 21-6 0 0,-5 43-1 0 0,10-62 11 0 0,0 0 0 0 0,1 0-1 0 0,0 0 1 0 0,0 0 0 0 0,1 0 0 0 0,0 0 0 0 0,0 0-1 0 0,0 0 1 0 0,1 0 0 0 0,0 0 0 0 0,0 0 0 0 0,0-1 0 0 0,4 7-1 0 0,-4-10 3 0 0,-1 1-1 0 0,1-1 0 0 0,1 1 0 0 0,-1-1 0 0 0,0 0 1 0 0,0 0-1 0 0,1 0 0 0 0,0 0 0 0 0,-1-1 1 0 0,1 1-1 0 0,0-1 0 0 0,-1 1 0 0 0,1-1 1 0 0,6 2-1 0 0,-4-2 1 0 0,1 0-1 0 0,0 0 1 0 0,-1-1 0 0 0,1 0 0 0 0,0 0 0 0 0,0 0-1 0 0,8-2 1 0 0,2-1-1 0 0,1-1-1 0 0,-1-1 0 0 0,-1 0 1 0 0,25-13-1 0 0,-26 11-33 0 0,-1-1-1 0 0,0 0 1 0 0,-1-1-1 0 0,0-1 1 0 0,0 0-1 0 0,-1 0 1 0 0,0-1-1 0 0,0-1 1 0 0,-2 0-1 0 0,1 0 1 0 0,7-16-1 0 0,8-15-52 0 0,-3-2 0 0 0,18-50 0 0 0,-39 91 83 0 0,4-11-31 0 0,-3 10 101 0 0,-1 15 21 0 0,-2 2 64 0 0,-1 0 0 0 0,0 0 1 0 0,0-1-1 0 0,-7 19 0 0 0,-2 11 78 0 0,4-14-190 0 0,3-13 42 0 0,1 1 0 0 0,0 0-1 0 0,1 0 1 0 0,0 30 0 0 0,2-42-109 0 0,0 0-1 0 0,1 1 0 0 0,-1-1 0 0 0,1 0 1 0 0,0 0-1 0 0,0 0 0 0 0,0 0 1 0 0,0 0-1 0 0,0 0 0 0 0,1 0 1 0 0,-1 0-1 0 0,1-1 0 0 0,0 1 0 0 0,-1-1 1 0 0,1 1-1 0 0,1-1 0 0 0,-1 1 1 0 0,0-1-1 0 0,0 0 0 0 0,1 0 0 0 0,0 0 1 0 0,-1 0-1 0 0,1-1 0 0 0,0 1 1 0 0,0-1-1 0 0,0 0 0 0 0,0 1 0 0 0,0-1 1 0 0,3 0-1 0 0,5 2-436 0 0,0-1 1 0 0,0-1-1 0 0,0 0 1 0 0,0 0-1 0 0,0-1 0 0 0,-1-1 1 0 0,1 0-1 0 0,0 0 1 0 0,0-1-1 0 0,16-5 0 0 0,-11 2-1128 0 0,0-2 0 0 0,0 1-1 0 0,21-13 1 0 0,3-5-3516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392 232 1624 0 0,'2'-26'1806'0'0,"-2"1"-1"0"0,0-1 0 0 0,-2 0 1 0 0,-1 1-1 0 0,0-1 1 0 0,-14-43-1 0 0,17 69-1775 0 0,0-1 0 0 0,0 1 0 0 0,0-1 0 0 0,-1 1 0 0 0,1-1 0 0 0,0 1 0 0 0,0 0 0 0 0,-1-1 0 0 0,1 1 0 0 0,0 0-1 0 0,0-1 1 0 0,-1 1 0 0 0,1 0 0 0 0,0-1 0 0 0,-1 1 0 0 0,1 0 0 0 0,0-1 0 0 0,-1 1 0 0 0,1 0 0 0 0,-1 0 0 0 0,1 0 0 0 0,-1-1 0 0 0,1 1 0 0 0,0 0 0 0 0,-1 0 0 0 0,1 0 0 0 0,-1 0 0 0 0,1 0 0 0 0,-1 0 0 0 0,1 0 0 0 0,-1 0 0 0 0,1 0-1 0 0,0 0 1 0 0,-1 0 0 0 0,1 0 0 0 0,-1 0 0 0 0,1 0 0 0 0,-1 0 0 0 0,1 1 0 0 0,-1-1 0 0 0,1 0 0 0 0,0 0 0 0 0,-1 0 0 0 0,1 1 0 0 0,0-1 0 0 0,-1 0 0 0 0,1 1 0 0 0,0-1 0 0 0,-1 0 0 0 0,1 1 0 0 0,0-1 0 0 0,-1 0 0 0 0,1 1-1 0 0,0-1 1 0 0,0 0 0 0 0,-1 1 0 0 0,1 0 0 0 0,-17 25 809 0 0,-69 227 2712 0 0,21 8-1980 0 0,35-139-806 0 0,-19 72 32 0 0,-46 198-39 0 0,95-392-754 0 0,-2 10-130 0 0,0 0 0 0 0,1 1 0 0 0,0-1 0 0 0,1 0 1 0 0,0 12-1 0 0,0-20-42 0 0,1 0-1 0 0,-1 0 1 0 0,0 0 0 0 0,1-1-1 0 0,-1 1 1 0 0,1 0 0 0 0,-1 0 0 0 0,1 0-1 0 0,0-1 1 0 0,0 1 0 0 0,0 0 0 0 0,0-1-1 0 0,0 1 1 0 0,0-1 0 0 0,0 1 0 0 0,1-1-1 0 0,-1 0 1 0 0,0 0 0 0 0,1 1 0 0 0,-1-1-1 0 0,1 0 1 0 0,0 0 0 0 0,-1 0 0 0 0,1 0-1 0 0,0-1 1 0 0,-1 1 0 0 0,1 0 0 0 0,0-1-1 0 0,0 1 1 0 0,0-1 0 0 0,0 0 0 0 0,-1 1-1 0 0,1-1 1 0 0,0 0 0 0 0,3 0 0 0 0,4-1-733 0 0,1 0 0 0 0,-1 0 0 0 0,1 0 1 0 0,-1-1-1 0 0,0-1 0 0 0,1 0 0 0 0,-1 0 1 0 0,-1 0-1 0 0,1-1 0 0 0,0-1 0 0 0,7-5 1 0 0,16-10-3359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6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12 235 1864 0 0,'44'-99'15587'0'0,"-46"106"-14708"0"0,-15 60 1495 0 0,6-28-1823 0 0,2 1-1 0 0,-5 54 1 0 0,13-75-469 0 0,0 0 0 0 0,1 1 1 0 0,1-1-1 0 0,0 0 0 0 0,2 0 0 0 0,5 21 1 0 0,-7-35-148 0 0,0-1 0 0 0,1 1 1 0 0,0-1-1 0 0,-1 0 0 0 0,1 0 1 0 0,1 0-1 0 0,-1 0 0 0 0,1 0 1 0 0,-1 0-1 0 0,1 0 1 0 0,0-1-1 0 0,0 0 0 0 0,1 1 1 0 0,-1-1-1 0 0,1 0 0 0 0,0-1 1 0 0,0 1-1 0 0,-1-1 1 0 0,2 1-1 0 0,-1-1 0 0 0,0-1 1 0 0,0 1-1 0 0,1 0 0 0 0,-1-1 1 0 0,1 0-1 0 0,-1 0 0 0 0,1 0 1 0 0,-1-1-1 0 0,1 1 1 0 0,0-1-1 0 0,6-1 0 0 0,-3 0-118 0 0,1-1 0 0 0,-1 1 0 0 0,0-1 0 0 0,0-1 0 0 0,0 0 0 0 0,-1 0-1 0 0,1 0 1 0 0,-1-1 0 0 0,1 0 0 0 0,-1-1 0 0 0,-1 0 0 0 0,1 0 0 0 0,-1 0 0 0 0,1-1-1 0 0,-1 0 1 0 0,-1 0 0 0 0,1 0 0 0 0,4-8 0 0 0,7-10-9 0 0,-1-1-1 0 0,-1-1 1 0 0,19-46-1 0 0,10-34 1163 0 0,-43 103-293 0 0,-2 5-583 0 0,-1 0 0 0 0,1 0 0 0 0,0 1-1 0 0,0-1 1 0 0,0 0 0 0 0,0 1 0 0 0,0-1 0 0 0,0 0-1 0 0,0 5 1 0 0,0-4 31 0 0,0 0-37 0 0,-11 35 848 0 0,-8 48 1 0 0,18-75-836 0 0,0 0 0 0 0,1-1 1 0 0,0 1-1 0 0,1 0 1 0 0,1 0-1 0 0,0 0 0 0 0,0-1 1 0 0,1 1-1 0 0,5 18 1 0 0,-5-25-74 0 0,-1-1 0 0 0,1 1 0 0 0,0 0 1 0 0,0-1-1 0 0,1 0 0 0 0,-1 1 1 0 0,1-1-1 0 0,-1 0 0 0 0,1 0 0 0 0,0-1 1 0 0,0 1-1 0 0,0-1 0 0 0,7 5 0 0 0,-4-4 1 0 0,1 0-1 0 0,-1 0 0 0 0,0-1 1 0 0,1 0-1 0 0,-1 0 0 0 0,1-1 0 0 0,12 2 1 0 0,-8-2-15 0 0,0-1 0 0 0,-1 0 0 0 0,1-1 0 0 0,0 0 0 0 0,-1-1 0 0 0,1 0 0 0 0,-1 0 0 0 0,1-1 0 0 0,-1-1 0 0 0,15-6 0 0 0,-16 5-11 0 0,-1-1-1 0 0,1 0 1 0 0,-1-1-1 0 0,0 1 1 0 0,0-2-1 0 0,-1 1 1 0 0,0-1-1 0 0,0 0 1 0 0,-1 0-1 0 0,0-1 1 0 0,0 0-1 0 0,-1 0 0 0 0,0 0 1 0 0,-1-1-1 0 0,0 0 1 0 0,-1 1-1 0 0,0-1 1 0 0,0-1-1 0 0,1-11 1 0 0,-3 13-14 0 0,0-1 0 0 0,0 1 0 0 0,-1-1-1 0 0,0 1 1 0 0,-1-1 0 0 0,0 1 0 0 0,0-1 0 0 0,-1 1 0 0 0,0 0 0 0 0,-1 0 0 0 0,0 0 0 0 0,-1 0 0 0 0,0 0 0 0 0,0 0 0 0 0,0 1 0 0 0,-1 0 0 0 0,-1 0 0 0 0,1 0 0 0 0,-1 1 0 0 0,-1 0-1 0 0,-7-8 1 0 0,0 4 30 0 0,-1 1-1 0 0,-21-12 1 0 0,21 13-122 0 0,-26-19 1 0 0,40 27 67 0 0,1 0 28 0 0,0 0 4 0 0,0 1 0 0 0,0-1 0 0 0,1 1 0 0 0,-1-1 0 0 0,0 0 0 0 0,1 1 0 0 0,-1-1 0 0 0,1 1 0 0 0,-1-1-1 0 0,1 1 1 0 0,-1-1 0 0 0,1 1 0 0 0,-1-1 0 0 0,1 1 0 0 0,-1-1 0 0 0,1 1 0 0 0,-1 0 0 0 0,1-1 0 0 0,0 1 0 0 0,-1 0-1 0 0,1 0 1 0 0,0-1 0 0 0,-1 1 0 0 0,1 0 0 0 0,0 0 0 0 0,-1 0 0 0 0,2 0 0 0 0,26-3-41 0 0,-20 2 13 0 0,22-1-17 0 0,0 1 0 0 0,0 1 1 0 0,60 9-1 0 0,-73-7 41 0 0,-1 2 1 0 0,0 0 0 0 0,1 1-1 0 0,-1 0 1 0 0,-1 2 0 0 0,1-1-1 0 0,-1 2 1 0 0,22 15 0 0 0,-28-16 11 0 0,0 1 0 0 0,-1 0 1 0 0,0 0-1 0 0,-1 1 1 0 0,1 1-1 0 0,-2-1 0 0 0,1 1 1 0 0,-1 0-1 0 0,7 16 0 0 0,-5-6 27 0 0,-1-1 0 0 0,-1 1 0 0 0,0 0 0 0 0,3 30-1 0 0,-7-43 18 0 0,-1 1 0 0 0,-1 0 0 0 0,1 0 0 0 0,-1-1-1 0 0,-2 13 1 0 0,2-19 47 0 0,0-3-103 0 0,-1 0 0 0 0,1 0 0 0 0,0 0 0 0 0,0 0 0 0 0,0 0 0 0 0,0 0 0 0 0,0 0 0 0 0,1 1 0 0 0,-1-1 0 0 0,0 0 0 0 0,2-2 0 0 0,-2 4 7 0 0,7-24-31 0 0,1 1-1 0 0,1 0 0 0 0,1 1 1 0 0,1 0-1 0 0,2 0 1 0 0,0 1-1 0 0,0 1 1 0 0,33-36-1 0 0,-34 42 8 0 0,1 0 0 0 0,0 1 0 0 0,1 1 0 0 0,0 0 0 0 0,1 1 0 0 0,0 0 0 0 0,1 1 0 0 0,0 1-1 0 0,1 1 1 0 0,29-11 0 0 0,-44 18 25 0 0,1 0 0 0 0,-1 1-1 0 0,1-1 1 0 0,-1 1 0 0 0,1 0-1 0 0,0 0 1 0 0,-1 0 0 0 0,1 0-1 0 0,0 0 1 0 0,-1 1-1 0 0,1-1 1 0 0,-1 1 0 0 0,1 0-1 0 0,-1-1 1 0 0,1 1 0 0 0,-1 0-1 0 0,1 0 1 0 0,-1 1 0 0 0,0-1-1 0 0,0 1 1 0 0,0-1 0 0 0,0 1-1 0 0,0-1 1 0 0,0 1-1 0 0,0 0 1 0 0,0 0 0 0 0,0 0-1 0 0,-1 0 1 0 0,1 0 0 0 0,-1 1-1 0 0,0-1 1 0 0,0 0 0 0 0,1 1-1 0 0,0 4 1 0 0,1 1 9 0 0,0 0 1 0 0,-1 1-1 0 0,0 0 1 0 0,0-1-1 0 0,-1 1 1 0 0,0 0-1 0 0,-1 0 1 0 0,-1 16-1 0 0,-26 114 341 0 0,6-39-1445 0 0,21-99 990 0 0,0 0 0 0 0,0 0 0 0 0,-1 0-1 0 0,1 0 1 0 0,0 0 0 0 0,0 0 0 0 0,0 0-1 0 0,0 0 1 0 0,0 0 0 0 0,0 0 0 0 0,1 0-1 0 0,-1 0 1 0 0,0 0 0 0 0,0 0 0 0 0,1-1-1 0 0,-1 1 1 0 0,0 0 0 0 0,1 0 0 0 0,-1 0-1 0 0,1 0 1 0 0,-1 0 0 0 0,1 0 0 0 0,0-1-1 0 0,-1 1 1 0 0,1 0 0 0 0,0 0 0 0 0,0-1-1 0 0,-1 1 1 0 0,1-1 0 0 0,0 1 0 0 0,0-1-1 0 0,0 1 1 0 0,0-1 0 0 0,0 1 0 0 0,0-1-1 0 0,0 0 1 0 0,-1 1 0 0 0,1-1 0 0 0,0 0-1 0 0,0 0 1 0 0,0 0 0 0 0,2 0 0 0 0,1 1-179 0 0,0-2 0 0 0,1 1 0 0 0,-1 0 0 0 0,0-1 0 0 0,0 0 0 0 0,0 0 0 0 0,0 0 0 0 0,0 0 0 0 0,4-3 0 0 0,12-6-274 0 0,-1-1 1 0 0,-1-1 0 0 0,0-1 0 0 0,27-25-1 0 0,60-69 123 0 0,-74 75 311 0 0,86-106 792 0 0,-96 109 1057 0 0,22-42-1 0 0,-35 51-971 0 0,-8 20-733 0 0,1-1 1 0 0,-1 1-1 0 0,0-1 1 0 0,0 1-1 0 0,1-1 1 0 0,-1 1-1 0 0,0-1 1 0 0,0 1-1 0 0,0-1 1 0 0,0 0-1 0 0,0 1 1 0 0,1-1-1 0 0,-1 1 1 0 0,0-1-1 0 0,0 1 1 0 0,0-1 0 0 0,-1 1-1 0 0,1-1 1 0 0,0 1-1 0 0,0-1 1 0 0,0 0-1 0 0,0 1 1 0 0,0-1-1 0 0,-1 1 1 0 0,1-1-1 0 0,0 1 1 0 0,0-1-1 0 0,-1 1 1 0 0,1 0-1 0 0,0-1 1 0 0,-1 1-1 0 0,1-1 1 0 0,-1 1-1 0 0,1 0 1 0 0,-1-1-1 0 0,-5 1 31 0 0,1 0 0 0 0,-1 1-1 0 0,1 0 1 0 0,-1 0 0 0 0,1 0-1 0 0,-1 1 1 0 0,1 0 0 0 0,0 0 0 0 0,0 0-1 0 0,0 0 1 0 0,0 1 0 0 0,0 0 0 0 0,0 0-1 0 0,1 0 1 0 0,-1 1 0 0 0,-5 5-1 0 0,3-3-12 0 0,1 1-1 0 0,-1 0 1 0 0,1-1-1 0 0,1 2 1 0 0,-1-1-1 0 0,1 1 0 0 0,1 0 1 0 0,-1 0-1 0 0,-5 16 1 0 0,8-12 201 0 0,0 0 0 0 0,1 0 0 0 0,0 1 0 0 0,1-1 0 0 0,0 0 0 0 0,1 1 0 0 0,1-1 0 0 0,0 0 0 0 0,0 0 0 0 0,1 0 0 0 0,1 0 0 0 0,0 0 0 0 0,0-1 0 0 0,13 22 0 0 0,-15-30-116 0 0,0 1 1 0 0,-1 0-1 0 0,1 0 1 0 0,-1 1-1 0 0,0-1 1 0 0,0 0-1 0 0,1 9 1 0 0,-1-8 223 0 0,-1-3-281 0 0,0 0-1 0 0,0 0 1 0 0,-1 0-1 0 0,1 0 1 0 0,-1-1 0 0 0,1 1-1 0 0,-1 0 1 0 0,1 0-1 0 0,-1 0 1 0 0,0-1 0 0 0,0 1-1 0 0,0 0 1 0 0,0-1-1 0 0,0 1 1 0 0,0-1 0 0 0,-1 1-1 0 0,1-1 1 0 0,0 0-1 0 0,-3 2 1 0 0,-28 20 533 0 0,23-17-564 0 0,0-1 0 0 0,-1-1 1 0 0,1 0-1 0 0,-1 0 1 0 0,0-1-1 0 0,0 0 0 0 0,-1 0 1 0 0,1-1-1 0 0,0-1 0 0 0,-1 0 1 0 0,1 0-1 0 0,-1-1 1 0 0,-12-2-1 0 0,14 1-484 0 0,1-1 0 0 0,-1 0 1 0 0,1 0-1 0 0,0-1 0 0 0,0 0 0 0 0,-15-8 1 0 0,15 7-664 0 0,0-1 1 0 0,1-1 0 0 0,0 1-1 0 0,0-1 1 0 0,1-1 0 0 0,-1 1-1 0 0,-5-9 1 0 0,-3-5-3329 0 0,-1-4-1970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90 896 0 0,'-158'-48'13305'0'0,"118"32"-11644"0"0,13 6-3307 0 0,0 0-5286 0 0,11 5 2052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2:56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1960 0 0,'-2'2'530'0'0,"0"0"1"0"0,0 0-1 0 0,0-1 0 0 0,0 1 0 0 0,0 1 0 0 0,0-1 0 0 0,0 0 1 0 0,0 0-1 0 0,1 1 0 0 0,-3 4 0 0 0,4-6-445 0 0,0-1 0 0 0,0 1 0 0 0,0-1 0 0 0,0 1 0 0 0,0-1 0 0 0,0 1 0 0 0,0-1 0 0 0,0 1 0 0 0,0-1 1 0 0,1 1-1 0 0,-1-1 0 0 0,0 1 0 0 0,0-1 0 0 0,0 1 0 0 0,1-1 0 0 0,-1 1 0 0 0,0-1 0 0 0,1 0 0 0 0,-1 1 0 0 0,0-1 0 0 0,1 1 0 0 0,-1-1 0 0 0,0 0 0 0 0,1 1 0 0 0,-1-1 0 0 0,1 0 0 0 0,-1 1 0 0 0,1-1 0 0 0,0 0 0 0 0,14 8 830 0 0,12-2-475 0 0,-1-2 0 0 0,1 0-1 0 0,0-2 1 0 0,0 0 0 0 0,30-3 0 0 0,-4 0-132 0 0,443-4 703 0 0,-248-11-2990 0 0,-2-11-4165 0 0,-143 12 1455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845 1 580 0 0,'0'0'7650'0'0,"-17"0"-3792"0"0,6 0-3719 0 0,8 0-24 0 0,0 0-17 0 0,-56 7 79 0 0,1 3 0 0 0,-57 17 0 0 0,112-26-184 0 0,-1 0 0 0 0,1 0 0 0 0,0 0 1 0 0,0 0-1 0 0,-1 1 0 0 0,1-1 0 0 0,0 1 1 0 0,0 0-1 0 0,1 0 0 0 0,-1 0 1 0 0,0 0-1 0 0,1 0 0 0 0,-1 0 0 0 0,-2 4 1 0 0,1 1 49 0 0,0 0 0 0 0,0 0 1 0 0,1 0-1 0 0,-5 14 0 0 0,5-10 0 0 0,-5 12 39 0 0,2 0 0 0 0,0 1 0 0 0,-2 32 0 0 0,-1 76 292 0 0,7-93-344 0 0,-7 315 276 0 0,-7 95 929 0 0,-98 577 1279 0 0,64-629-1971 0 0,-94 739 1125 0 0,69-629-779 0 0,41-294-296 0 0,26-163-477 0 0,2-26-59 0 0,2 2 0 0 0,1-1 0 0 0,1 0 1 0 0,1 0-1 0 0,1 1 0 0 0,5 39 0 0 0,-4-61-50 0 0,1 1-1 0 0,-1-1 1 0 0,0 0-1 0 0,1 0 1 0 0,0 0-1 0 0,0 0 1 0 0,0-1-1 0 0,0 1 1 0 0,1 0-1 0 0,-1-1 1 0 0,1 0-1 0 0,0 1 1 0 0,5 3-1 0 0,-2-2 5 0 0,0-1-1 0 0,0 0 1 0 0,0 0-1 0 0,1-1 1 0 0,0 1 0 0 0,-1-2-1 0 0,11 4 1 0 0,4-1-8 0 0,1 0 0 0 0,0-2 0 0 0,0 0 0 0 0,28-1 0 0 0,-1-3-860 0 0,0-1-1 0 0,0-2 1 0 0,57-13 0 0 0,-64 7-3636 0 0,77-29 1 0 0,-60 14-3006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47 996 0 0,'31'-46'17533'0'0,"-30"59"-17271"0"0,-2 1-1 0 0,0 0 1 0 0,0-1 0 0 0,-4 16-1 0 0,-1 9-5 0 0,-29 167 637 0 0,14-87-550 0 0,12-83-207 0 0,5-13-224 0 0,4-20-153 0 0,-6 6-1801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1940 0 0,'0'0'1843'0'0,"4"-24"5722"0"0,-3 21-7423 0 0,0 0-1 0 0,0 0 0 0 0,0 1 0 0 0,1-1 0 0 0,-1 0 0 0 0,1 1 1 0 0,0-1-1 0 0,-1 1 0 0 0,1 0 0 0 0,0-1 0 0 0,1 1 0 0 0,-1 0 1 0 0,0 0-1 0 0,0 0 0 0 0,1 1 0 0 0,0-1 0 0 0,-1 1 0 0 0,1-1 1 0 0,4-1-1 0 0,-1 0-80 0 0,1 1 0 0 0,-1-1 0 0 0,1 1 0 0 0,-1 1 0 0 0,1-1 0 0 0,0 1 0 0 0,0 0 0 0 0,-1 1 1 0 0,8 0-1 0 0,-5 0-37 0 0,1 1 0 0 0,-1 1 0 0 0,0 0 0 0 0,0 0 0 0 0,0 1 0 0 0,-1 0 0 0 0,1 1 0 0 0,-1 0 0 0 0,0 0 0 0 0,0 0 0 0 0,0 1 0 0 0,0 1 0 0 0,-1-1 0 0 0,11 11 0 0 0,-13-11 21 0 0,0 0 0 0 0,-1 1 0 0 0,0-1 0 0 0,0 1 0 0 0,0 0 1 0 0,-1 0-1 0 0,0 0 0 0 0,0 1 0 0 0,-1-1 0 0 0,1 1 0 0 0,-1-1 0 0 0,-1 1 0 0 0,1 0 0 0 0,-1 0 1 0 0,0 0-1 0 0,-1 0 0 0 0,0 0 0 0 0,0 0 0 0 0,0-1 0 0 0,-3 14 0 0 0,-1-4 66 0 0,0-1 0 0 0,-1 0 0 0 0,0-1 0 0 0,-1 1 0 0 0,-13 21 0 0 0,-49 63 671 0 0,6-13-218 0 0,61-86-558 0 0,1 1 0 0 0,0-1 0 0 0,-1 1 1 0 0,1-1-1 0 0,-1 1 0 0 0,1-1 0 0 0,0 1 0 0 0,-1 0 1 0 0,1-1-1 0 0,0 1 0 0 0,0 0 0 0 0,0-1 1 0 0,-1 1-1 0 0,1 0 0 0 0,0-1 0 0 0,0 1 0 0 0,0 0 1 0 0,0-1-1 0 0,0 1 0 0 0,0 0 0 0 0,0-1 1 0 0,0 1-1 0 0,0 0 0 0 0,1-1 0 0 0,-1 1 0 0 0,0 0 1 0 0,1 0-1 0 0,0 0 0 0 0,-1-1 0 0 0,1 1 0 0 0,0 0 1 0 0,0-1-1 0 0,0 1 0 0 0,0-1 0 0 0,0 1 0 0 0,0-1 1 0 0,0 0-1 0 0,0 1 0 0 0,0-1 0 0 0,0 0 0 0 0,0 0 0 0 0,0 0 1 0 0,2 0-1 0 0,8 0 19 0 0,1 0 1 0 0,19-4 0 0 0,-20 2-10 0 0,213-36 84 0 0,-146 23-14 0 0,-77 15-127 0 0,68-15-62 0 0,-40 7-3408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99 118 1532 0 0,'-9'-12'5389'0'0,"4"7"-3613"0"0,0-1 1 0 0,0 0-1 0 0,0 0 0 0 0,-3-8 0 0 0,7 13-1305 0 0,1-1-312 0 0,0-1 0 0 0,0 0 0 0 0,0 1 0 0 0,0-1 0 0 0,0 0 0 0 0,0 1-1 0 0,2-4 1 0 0,5 1-133 0 0,0 0 0 0 0,0 0-1 0 0,1 1 1 0 0,-1 0 0 0 0,1 0 0 0 0,0 1-1 0 0,0 0 1 0 0,0 0 0 0 0,1 1-1 0 0,-1 0 1 0 0,1 1 0 0 0,-1 0 0 0 0,1 0-1 0 0,0 0 1 0 0,-1 1 0 0 0,1 1-1 0 0,0 0 1 0 0,-1 0 0 0 0,1 0 0 0 0,13 5-1 0 0,-19-5-18 0 0,-1 0-1 0 0,1 0 0 0 0,-1 0 1 0 0,1 0-1 0 0,-1 1 1 0 0,0-1-1 0 0,1 1 0 0 0,-1-1 1 0 0,0 1-1 0 0,0 0 0 0 0,0 0 1 0 0,0 0-1 0 0,0 0 1 0 0,-1 0-1 0 0,1 1 0 0 0,0-1 1 0 0,-1 0-1 0 0,0 1 0 0 0,1 2 1 0 0,-1-2 5 0 0,0 1 1 0 0,-1-1 0 0 0,1 0-1 0 0,-1 1 1 0 0,0-1 0 0 0,0 1-1 0 0,0-1 1 0 0,-1 1 0 0 0,1-1-1 0 0,-1 0 1 0 0,0 1 0 0 0,0-1-1 0 0,-1 4 1 0 0,-5 7 25 0 0,0 0-1 0 0,-1 0 0 0 0,0-1 1 0 0,-1 0-1 0 0,-14 15 1 0 0,3-6 33 0 0,-45 37 0 0 0,7-7 105 0 0,57-51-133 0 0,1 0-41 0 0,1 0 0 0 0,-1-1-1 0 0,1 1 1 0 0,-1-1 0 0 0,1 1 0 0 0,-1-1 0 0 0,1 1-1 0 0,-1-1 1 0 0,1 1 0 0 0,0-1 0 0 0,-1 0 0 0 0,1 1-1 0 0,0-1 1 0 0,-1 0 0 0 0,1 1 0 0 0,0-1 0 0 0,-1 0-1 0 0,1 0 1 0 0,0 0 0 0 0,0 0 0 0 0,-1 0 0 0 0,1 0-1 0 0,0 0 1 0 0,0 0 0 0 0,-1 0 0 0 0,1 0 0 0 0,0 0-1 0 0,0 0 1 0 0,0-1 0 0 0,12 2 28 0 0,20 4 243 0 0,0 2 0 0 0,63 22 0 0 0,-79-22-139 0 0,-1 0 1 0 0,0 1 0 0 0,0 1 0 0 0,0 0 0 0 0,-1 1-1 0 0,-1 1 1 0 0,21 18 0 0 0,-34-27-76 0 0,1 0 0 0 0,0-1 0 0 0,0 1 0 0 0,-1 0 0 0 0,1 0 0 0 0,-1 0 0 0 0,1 0 0 0 0,-1 0 0 0 0,0 0 0 0 0,0 0 0 0 0,0 0 0 0 0,0 1 0 0 0,0-1 0 0 0,0 0 1 0 0,-1 1-1 0 0,1-1 0 0 0,-1 1 0 0 0,0-1 0 0 0,1 1 0 0 0,-1-1 0 0 0,0 0 0 0 0,-1 1 0 0 0,1-1 0 0 0,0 1 0 0 0,-1-1 0 0 0,1 1 0 0 0,-1-1 0 0 0,0 0 0 0 0,0 1 0 0 0,0-1 0 0 0,-2 4 0 0 0,-1-1 51 0 0,0 0 0 0 0,0-1 0 0 0,0 1 0 0 0,-1-1-1 0 0,1 0 1 0 0,-1 0 0 0 0,0 0 0 0 0,0-1 0 0 0,-1 0 0 0 0,1 0 0 0 0,-10 4 0 0 0,1-3-17 0 0,0 0-1 0 0,0 0 1 0 0,0-1 0 0 0,0-1 0 0 0,-1-1 0 0 0,1 0 0 0 0,-30-1 0 0 0,13-3-33 0 0,0-1-1 0 0,-49-13 1 0 0,39 4-1438 0 0,1-3-6848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5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91 2148 0 0,'0'-2'479'0'0,"0"-9"2299"0"0,0 1 1 0 0,-1 0-1 0 0,-2-10 1 0 0,2 16-2094 0 0,0 0 1 0 0,-1-1 0 0 0,1 1-1 0 0,-1 0 1 0 0,-4-7 0 0 0,6 10-403 0 0,-1 0-253 0 0,1 1 1 0 0,-1 0-1 0 0,1-1 1 0 0,-1 1 0 0 0,1 0-1 0 0,-1-1 1 0 0,1 1-1 0 0,-1 0 1 0 0,0 0 0 0 0,1-1-1 0 0,-1 1 1 0 0,1 0-1 0 0,-1 0 1 0 0,0 0 0 0 0,1 0-1 0 0,-1 0 1 0 0,0 0-1 0 0,-5 3 15 0 0,0 0-1 0 0,1 1 0 0 0,-1 0 1 0 0,1 0-1 0 0,0 0 1 0 0,0 1-1 0 0,0-1 0 0 0,0 1 1 0 0,-5 9-1 0 0,-34 55 98 0 0,38-58-117 0 0,-11 18 28 0 0,2 1 0 0 0,1 0 1 0 0,-14 47-1 0 0,24-66-29 0 0,1 0 0 0 0,0 1 0 0 0,1-1 0 0 0,0 1 0 0 0,1-1 1 0 0,1 1-1 0 0,-1 0 0 0 0,2 0 0 0 0,0-1 0 0 0,0 1 0 0 0,1 0 1 0 0,0-1-1 0 0,6 16 0 0 0,-5-21 32 0 0,0 1-1 0 0,0-1 1 0 0,1 0 0 0 0,0 0-1 0 0,0 0 1 0 0,1-1 0 0 0,-1 0 0 0 0,1 1-1 0 0,1-2 1 0 0,-1 1 0 0 0,9 6-1 0 0,-5-6 80 0 0,1 1 0 0 0,0-1 1 0 0,0-1-1 0 0,0 1 0 0 0,1-2 0 0 0,19 5 0 0 0,-8-4 285 0 0,0-2 1 0 0,0 0-1 0 0,0-1 1 0 0,0-1-1 0 0,1-2 1 0 0,39-6 0 0 0,-48 5-213 0 0,-1-1 0 0 0,1 0 0 0 0,-1-1 0 0 0,0-1 0 0 0,-1 0 0 0 0,1 0 0 0 0,-1-2 0 0 0,0 1 0 0 0,-1-1 0 0 0,0-1 0 0 0,0 0 1 0 0,0-1-1 0 0,-2 0 0 0 0,1 0 0 0 0,-1-1 0 0 0,9-14 0 0 0,-8 9-108 0 0,-1-1 0 0 0,0 0 1 0 0,-1 0-1 0 0,0-1 0 0 0,-2 0 0 0 0,0 0 0 0 0,-1-1 1 0 0,-1 0-1 0 0,-1 0 0 0 0,0 0 0 0 0,-1-28 0 0 0,-2 39-83 0 0,0 0 0 0 0,-1 0-1 0 0,0 0 1 0 0,-1 0 0 0 0,1 0-1 0 0,-2 0 1 0 0,1 0 0 0 0,-1 1-1 0 0,0-1 1 0 0,0 1 0 0 0,-1 0-1 0 0,0 0 1 0 0,-1 0 0 0 0,1 0-1 0 0,-1 1 1 0 0,-1 0 0 0 0,1 0-1 0 0,-1 0 1 0 0,-7-5 0 0 0,5 5-286 0 0,0 0-1 0 0,-1 1 1 0 0,0 0 0 0 0,0 1-1 0 0,0 0 1 0 0,0 0 0 0 0,-1 1-1 0 0,1 0 1 0 0,-1 1 0 0 0,0 0-1 0 0,0 1 1 0 0,0-1 0 0 0,0 2-1 0 0,0 0 1 0 0,-13 1 0 0 0,4 2-924 0 0,-1 0 0 0 0,1 2 0 0 0,0 0 1 0 0,0 1-1 0 0,-20 10 0 0 0,-16 8-4587 0 0,48-21 4784 0 0,-42 21-7839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60 0 0,'-4'16'4153'0'0,"-4"20"1516"0"0,6-9 3687 0 0,-3-21-10845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1296 0 0,'0'0'10255'0'0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1044 0 0,'0'0'8907'0'0,"-12"7"-4049"0"0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09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 0 0,'0'0'1036'0'0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35 212 1952 0 0,'-6'-10'5705'0'0,"5"8"-5301"0"0,0 0-1 0 0,0-1 0 0 0,0 1 0 0 0,0 0 1 0 0,0-1-1 0 0,0 1 0 0 0,1-1 0 0 0,-1 1 1 0 0,1-1-1 0 0,0 1 0 0 0,0-1 0 0 0,0 0 1 0 0,0 1-1 0 0,0-1 0 0 0,0 1 0 0 0,2-4 0 0 0,-1 1-171 0 0,1 0 0 0 0,0 0-1 0 0,0 1 1 0 0,0-1-1 0 0,0 1 1 0 0,1-1-1 0 0,5-6 1 0 0,2 0-217 0 0,-1 1 1 0 0,2 0-1 0 0,-1 0 1 0 0,1 1-1 0 0,13-8 1 0 0,-15 11-4 0 0,1 0 0 0 0,0 1 1 0 0,0 0-1 0 0,0 0 0 0 0,0 1 1 0 0,1 0-1 0 0,0 1 0 0 0,21-3 1 0 0,-28 5-11 0 0,0 1 0 0 0,1 0 0 0 0,-1 0 1 0 0,0 0-1 0 0,1 1 0 0 0,-1-1 0 0 0,0 1 0 0 0,0 0 0 0 0,1 0 1 0 0,-1 0-1 0 0,0 1 0 0 0,0-1 0 0 0,0 1 0 0 0,0 0 1 0 0,0 1-1 0 0,-1-1 0 0 0,1 0 0 0 0,-1 1 0 0 0,1 0 0 0 0,-1 0 1 0 0,0 0-1 0 0,0 0 0 0 0,0 1 0 0 0,-1-1 0 0 0,4 6 1 0 0,-2-1 9 0 0,-1-1 0 0 0,0 1 0 0 0,0 0 0 0 0,-1 0 0 0 0,0 0 0 0 0,-1 0 0 0 0,1 0 0 0 0,-2 0 0 0 0,1 1 0 0 0,-1-1 0 0 0,0 0 0 0 0,-1 0 0 0 0,0 1 0 0 0,0-1 0 0 0,-5 15 0 0 0,-1 3 25 0 0,-2-1-1 0 0,-1 0 1 0 0,-21 38-1 0 0,5-19 179 0 0,-2-2-1 0 0,-3-1 0 0 0,0-1 1 0 0,-3-2-1 0 0,-62 56 0 0 0,55-51 273 0 0,40-41-420 0 0,4 1-46 0 0,-3-3-20 0 0,1 0-1 0 0,-1 0 0 0 0,0 1 0 0 0,0-1 0 0 0,0 0 0 0 0,0 0 0 0 0,0 1 0 0 0,1-1 0 0 0,-1 0 0 0 0,0 0 0 0 0,0 0 0 0 0,0 0 0 0 0,0 1 0 0 0,1-1 1 0 0,-1 0-1 0 0,0 0 0 0 0,0 0 0 0 0,1 0 0 0 0,-1 0 0 0 0,0 0 0 0 0,0 0 0 0 0,1 1 0 0 0,-1-1 0 0 0,0 0 0 0 0,0 0 0 0 0,1 0 0 0 0,-1 0 0 0 0,0 0 1 0 0,0 0-1 0 0,1 0 0 0 0,-1 0 0 0 0,0 0 0 0 0,0 0 0 0 0,1-1 0 0 0,-1 1 0 0 0,0 0 0 0 0,0 0 0 0 0,1 0 0 0 0,-1 0 0 0 0,374-93-2 0 0,-175 46-1350 0 0,-197 47 646 0 0,3-1-588 0 0,3 0 600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23 121 1384 0 0,'-2'-10'4797'0'0,"-15"-35"4086"0"0,17 44-8826 0 0,-1 1 1 0 0,1 0-1 0 0,0-1 1 0 0,0 1-1 0 0,-1 0 1 0 0,1-1-1 0 0,0 1 0 0 0,0-1 1 0 0,-1 1-1 0 0,1 0 1 0 0,0-1-1 0 0,0 1 0 0 0,0-1 1 0 0,0 1-1 0 0,-1-1 1 0 0,1 1-1 0 0,0-1 0 0 0,0 1 1 0 0,0-1-1 0 0,0 1 1 0 0,0-1-1 0 0,0 1 1 0 0,0 0-1 0 0,1-1 0 0 0,-1 1 1 0 0,0-1-1 0 0,0 1 1 0 0,0-1-1 0 0,0 1 0 0 0,1-1 1 0 0,-1 0-1 0 0,0 0 8 0 0,1 0 0 0 0,-1-1 0 0 0,1 1 0 0 0,-1-1 0 0 0,1 1-1 0 0,-1 0 1 0 0,1-1 0 0 0,0 1 0 0 0,0 0 0 0 0,0 0 0 0 0,0-1-1 0 0,1 0 1 0 0,6-3-9 0 0,1 1-1 0 0,-1 0 1 0 0,1 0 0 0 0,0 1-1 0 0,0 0 1 0 0,1 0-1 0 0,-1 1 1 0 0,0 0-1 0 0,1 1 1 0 0,17 0-1 0 0,-20 1-46 0 0,0 0 0 0 0,0 0 0 0 0,0 1 0 0 0,0 0 0 0 0,0 0 0 0 0,0 1 0 0 0,-1 0 0 0 0,1 0 0 0 0,0 1 0 0 0,-1 0 0 0 0,1 0 0 0 0,-1 0 0 0 0,0 1 0 0 0,0 0 0 0 0,10 8 0 0 0,-14-9 0 0 0,1-1 1 0 0,-1 1-1 0 0,0 0 0 0 0,0 0 1 0 0,0 0-1 0 0,-1 0 0 0 0,1 1 0 0 0,-1-1 1 0 0,1 0-1 0 0,-1 0 0 0 0,0 1 1 0 0,0-1-1 0 0,0 7 0 0 0,-1-3 5 0 0,1 0 0 0 0,-2 0 0 0 0,1 0 0 0 0,-1 0 0 0 0,0 0 0 0 0,-3 11 0 0 0,-3 0 15 0 0,0 0-1 0 0,-1 0 1 0 0,0-1 0 0 0,-14 20-1 0 0,-35 44 263 0 0,57-81-292 0 0,0 0 1 0 0,-1 0-1 0 0,1 0 0 0 0,0 0 1 0 0,0 0-1 0 0,-1 1 0 0 0,1-1 1 0 0,0 0-1 0 0,0 0 0 0 0,-1 1 1 0 0,1-1-1 0 0,0 0 0 0 0,0 0 1 0 0,0 1-1 0 0,0-1 0 0 0,-1 0 1 0 0,1 0-1 0 0,0 1 0 0 0,0-1 1 0 0,0 0-1 0 0,0 1 0 0 0,0-1 1 0 0,0 0-1 0 0,0 0 0 0 0,0 1 0 0 0,0-1 1 0 0,0 0-1 0 0,0 1 0 0 0,0-1 1 0 0,0 0-1 0 0,0 1 0 0 0,0-1 1 0 0,0 0-1 0 0,0 1 0 0 0,0-1 1 0 0,0 0-1 0 0,1 0 0 0 0,-1 1 1 0 0,0-1-1 0 0,0 0 0 0 0,0 0 1 0 0,0 1-1 0 0,1-1 0 0 0,-1 0 1 0 0,0 0-1 0 0,0 0 0 0 0,1 1 1 0 0,-1-1-1 0 0,0 0 0 0 0,0 0 1 0 0,1 0-1 0 0,-1 0 0 0 0,0 1 0 0 0,1-1 1 0 0,-1 0-1 0 0,0 0 0 0 0,0 0 1 0 0,1 0-1 0 0,-1 0 0 0 0,0 0 1 0 0,1 0-1 0 0,-1 0 0 0 0,0 0 1 0 0,1 0-1 0 0,1 0-21 0 0,26 3-37 0 0,-22-1 52 0 0,3 0 10 0 0,-1 1 0 0 0,1 0 1 0 0,0 1-1 0 0,-1 0 0 0 0,0 1 0 0 0,0-1 0 0 0,0 2 1 0 0,0-1-1 0 0,-1 1 0 0 0,10 9 0 0 0,-14-11 4 0 0,4 1 60 0 0,-1 0-1 0 0,0 0 1 0 0,-1 1 0 0 0,1 0-1 0 0,-1 0 1 0 0,0 1 0 0 0,-1-1-1 0 0,1 1 1 0 0,-1 0 0 0 0,-1 0-1 0 0,1 1 1 0 0,2 10 0 0 0,-5-15-9 0 0,-1 1 1 0 0,0-1-1 0 0,0 0 1 0 0,-1 1 0 0 0,1-1-1 0 0,-1 1 1 0 0,1-1-1 0 0,-1 0 1 0 0,0 1-1 0 0,0-1 1 0 0,-1 0-1 0 0,1 0 1 0 0,-1 0-1 0 0,1 0 1 0 0,-1 0-1 0 0,0 0 1 0 0,-4 4 0 0 0,1-1 121 0 0,0 1 0 0 0,-1-1 0 0 0,0-1 0 0 0,-1 1 1 0 0,-12 7-1 0 0,13-9-110 0 0,-1 0 1 0 0,0-1-1 0 0,0 0 0 0 0,0-1 1 0 0,0 1-1 0 0,0-1 1 0 0,-1-1-1 0 0,1 1 0 0 0,-1-1 1 0 0,1 0-1 0 0,-1-1 1 0 0,1 0-1 0 0,-1 0 0 0 0,-11-2 1 0 0,0-2-128 0 0,1-1 0 0 0,0 0 0 0 0,0-2 1 0 0,0 0-1 0 0,-20-11 0 0 0,37 18-102 0 0,0-1 1 0 0,1 1-1 0 0,-1-1 0 0 0,0 1 0 0 0,0-1 1 0 0,0 1-1 0 0,1-1 0 0 0,-1 0 0 0 0,0 1 1 0 0,0-1-1 0 0,1 0 0 0 0,-1 1 0 0 0,1-1 1 0 0,-1 0-1 0 0,0 0 0 0 0,1 0 0 0 0,0 0 1 0 0,-1 1-1 0 0,1-1 0 0 0,-1 0 0 0 0,1 0 1 0 0,0 0-1 0 0,0 0 0 0 0,0 0 0 0 0,-1 0 1 0 0,1 0-1 0 0,0 0 0 0 0,0 0 0 0 0,0 0 1 0 0,1 0-1 0 0,-1 0 0 0 0,0 0 0 0 0,0 0 0 0 0,0 0 1 0 0,1 0-1 0 0,-1 0 0 0 0,0 1 0 0 0,1-1 1 0 0,0-1-1 0 0,1-2-1051 0 0,0 0 1 0 0,1 1-1 0 0,0-1 0 0 0,-1 1 0 0 0,1-1 1 0 0,5-3-1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29 328 0 0,'0'0'1676'0'0,"-3"-29"8574"0"0,0 36-10092 0 0,0 0 1 0 0,0 0-1 0 0,1 1 1 0 0,0-1-1 0 0,-2 13 1 0 0,-5 16 117 0 0,-52 166 339 0 0,60-198-600 0 0,0 0 0 0 0,0 0 0 0 0,1 0 0 0 0,0 1 1 0 0,0-1-1 0 0,0 0 0 0 0,1 0 0 0 0,-1 0 0 0 0,1 0 0 0 0,0 1 0 0 0,2 5 0 0 0,-2-8-6 0 0,0-1-1 0 0,0 0 0 0 0,0 0 1 0 0,1 0-1 0 0,-1 1 1 0 0,0-1-1 0 0,0 0 0 0 0,1-1 1 0 0,-1 1-1 0 0,1 0 0 0 0,-1 0 1 0 0,1-1-1 0 0,-1 1 1 0 0,1 0-1 0 0,-1-1 0 0 0,1 0 1 0 0,-1 1-1 0 0,1-1 0 0 0,0 0 1 0 0,-1 0-1 0 0,1 0 1 0 0,1 0-1 0 0,20 1 28 0 0,0-2 1 0 0,0-1-1 0 0,0 0 1 0 0,0-2-1 0 0,0-1 0 0 0,-1 0 1 0 0,0-2-1 0 0,0 0 1 0 0,32-17-1 0 0,-49 21 160 0 0,0-1 0 0 0,0 0 0 0 0,-1 0 0 0 0,1 0 0 0 0,-1 0 0 0 0,0-1 0 0 0,0 0 0 0 0,0 0 0 0 0,-1 0 0 0 0,0 0 0 0 0,0-1 0 0 0,0 1 0 0 0,0-1 0 0 0,-1 0 0 0 0,0 0 0 0 0,0 0 0 0 0,-1 0 0 0 0,0 0 0 0 0,0 0 0 0 0,0 0 0 0 0,-1 0 0 0 0,0 0 0 0 0,0-1 0 0 0,-2-10 0 0 0,2 15 0 0 0,-2-7 113 0 0,-1 7-184 0 0,-1 10 76 0 0,-13 95 1071 0 0,-8 173 0 0 0,18-149-2997 0 0,6-62-2063 0 0,2-37-724 0 0,0-16 1197 0 0,-1 5-4050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1040 0 0,'26'-42'13212'0'0,"-17"28"-8300"0"0,-3 3-4076 0 0,-5 15-1420 0 0,0-1 0 0 0,-1 0 0 0 0,1 1 0 0 0,-1-1 0 0 0,0 0 0 0 0,1 1 0 0 0,-1-1 0 0 0,-1 0 0 0 0,1 1 0 0 0,0-1-1 0 0,-2 5 1 0 0,0 5-3623 0 0,0 2-2173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0 952 0 0,'0'16'7248'0'0,"-7"23"9401"0"0,6-28-13876 0 0,0 0-6286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35 1956 0 0,'-14'-29'14885'0'0,"12"28"-14737"0"0,0 0 1 0 0,-1 1-1 0 0,1-1 0 0 0,0 0 1 0 0,-1 1-1 0 0,1-1 0 0 0,-1 1 1 0 0,1 0-1 0 0,0-1 0 0 0,-1 1 1 0 0,1 0-1 0 0,-1 1 0 0 0,1-1 1 0 0,-1 0-1 0 0,1 1 0 0 0,-4 1 1 0 0,1-1-48 0 0,1 1 0 0 0,-1 1 1 0 0,1-1-1 0 0,-1 1 0 0 0,1 0 1 0 0,0 0-1 0 0,-6 5 0 0 0,-3 6 85 0 0,0 0 0 0 0,1 1 0 0 0,-13 21 0 0 0,-4 9 13 0 0,2 1 0 0 0,1 1 0 0 0,3 1 0 0 0,2 2 0 0 0,2 0 0 0 0,-15 65-1 0 0,31-101-84 0 0,0 0-1 0 0,1 0 0 0 0,1 1 0 0 0,0-1 0 0 0,1 1 0 0 0,1-1 0 0 0,0 1 0 0 0,1-1 1 0 0,1 0-1 0 0,0 1 0 0 0,1-1 0 0 0,8 21 0 0 0,-9-30-51 0 0,0 0 1 0 0,0-1-1 0 0,0 1 0 0 0,0-1 0 0 0,1 0 0 0 0,0 0 0 0 0,0 0 1 0 0,0 0-1 0 0,0-1 0 0 0,1 0 0 0 0,-1 1 0 0 0,1-2 1 0 0,0 1-1 0 0,0 0 0 0 0,0-1 0 0 0,0 0 0 0 0,0 0 1 0 0,0-1-1 0 0,1 0 0 0 0,-1 0 0 0 0,1 0 0 0 0,-1 0 0 0 0,1-1 1 0 0,-1 0-1 0 0,1 0 0 0 0,7-1 0 0 0,-1 0 60 0 0,1-1 0 0 0,-1-1-1 0 0,0 0 1 0 0,0 0 0 0 0,0-1 0 0 0,-1-1-1 0 0,1 0 1 0 0,-1 0 0 0 0,0-1 0 0 0,17-13-1 0 0,-17 10-53 0 0,-1-1 0 0 0,0 0-1 0 0,0 0 1 0 0,-1-1-1 0 0,-1 0 1 0 0,0-1-1 0 0,-1 1 1 0 0,0-2-1 0 0,0 1 1 0 0,-1-1-1 0 0,-1 0 1 0 0,5-16-1 0 0,-4 6-42 0 0,-1 0-1 0 0,-1 1 0 0 0,-1-2 0 0 0,-1 1 0 0 0,-2 0 1 0 0,-2-39-1 0 0,1 46-73 0 0,-2 0 0 0 0,0 0 1 0 0,0 0-1 0 0,-2 0 0 0 0,0 1 1 0 0,0 0-1 0 0,-2 0 0 0 0,0 0 1 0 0,0 1-1 0 0,-1 0 0 0 0,-1 0 1 0 0,-1 1-1 0 0,0 0 0 0 0,0 1 0 0 0,-1 0 1 0 0,-1 1-1 0 0,0 0 0 0 0,0 1 1 0 0,-1 0-1 0 0,-1 1 0 0 0,1 0 1 0 0,-1 1-1 0 0,-1 1 0 0 0,0 0 1 0 0,0 1-1 0 0,0 1 0 0 0,-17-4 0 0 0,7 3-841 0 0,0 2-1 0 0,0 0 0 0 0,0 2 0 0 0,0 1 0 0 0,-49 3 0 0 0,26 4-3058 0 0,0 2 1 0 0,-52 16-1 0 0,47-9-2938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8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49 241 640 0 0,'-11'-8'8147'0'0,"-23"-14"548"0"0,32 20-8685 0 0,1-1 2 0 0,11-7-6 0 0,16-4-13 0 0,1 1 0 0 0,0 2 1 0 0,44-14-1 0 0,-18 7-1 0 0,162-52 4 0 0,-206 67 53 0 0,11-2 220 0 0,-1-1 0 0 0,22-11 0 0 0,-39 16-82 0 0,-1 1-150 0 0,-1 0 0 0 0,0 0 0 0 0,1 0 0 0 0,-1 0 0 0 0,1-1 0 0 0,-1 1 0 0 0,0 0 0 0 0,1 0 0 0 0,-1 0 0 0 0,1 0 0 0 0,-1-1 0 0 0,0 1 0 0 0,1 0 0 0 0,-1 0 0 0 0,0-1 0 0 0,0 1 0 0 0,1 0 0 0 0,-1-1 0 0 0,0 1 0 0 0,1 0 0 0 0,-1-1 0 0 0,0 1 0 0 0,0 0 0 0 0,0-1 0 0 0,0 1 0 0 0,1-1 0 0 0,-1 1 0 0 0,0 0 0 0 0,0-1 0 0 0,0 1 0 0 0,0-1 0 0 0,0 1 0 0 0,0-1 0 0 0,-1-1 586 0 0,-2 9-717 0 0,-61 241 98 0 0,-76 328-2018 0 0,135-553 628 0 0,-3 14-2026 0 0,3-12-1882 0 0,2-10-501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9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22 912 0 0,'7'-21'16155'0'0,"-6"47"-13775"0"0,-4 32-1279 0 0,-49 298 1192 0 0,36-268-2108 0 0,-5 19-579 0 0,4-41-7451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19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103 167 524 0 0,'-4'-15'5098'0'0,"3"7"-4210"0"0,1 0 1 0 0,0 0-1 0 0,1 0 1 0 0,-1 0-1 0 0,1 0 1 0 0,1 0-1 0 0,-1 0 1 0 0,2 0-1 0 0,2-8 0 0 0,-3 12-773 0 0,-1 0 0 0 0,1 0 0 0 0,0 1 0 0 0,0-1 0 0 0,1 0 0 0 0,-1 1 0 0 0,1 0 0 0 0,0-1 0 0 0,0 1 0 0 0,0 0 0 0 0,0 1 0 0 0,0-1 0 0 0,0 0 0 0 0,1 1 0 0 0,0 0 0 0 0,-1 0 0 0 0,1 0 0 0 0,0 0 0 0 0,4-1 0 0 0,-5 2-100 0 0,1 0 0 0 0,-1 0 0 0 0,1 1 1 0 0,-1-1-1 0 0,1 1 0 0 0,-1 0 1 0 0,1 0-1 0 0,-1 0 0 0 0,1 1 1 0 0,-1-1-1 0 0,0 1 0 0 0,1 0 1 0 0,-1 0-1 0 0,0 0 0 0 0,1 0 1 0 0,-1 0-1 0 0,0 1 0 0 0,0 0 1 0 0,0-1-1 0 0,0 1 0 0 0,0 0 0 0 0,0 1 1 0 0,-1-1-1 0 0,1 0 0 0 0,2 4 1 0 0,-2-2-1 0 0,0 0 0 0 0,0 0 0 0 0,-1 0 0 0 0,1 0 0 0 0,-1 1 0 0 0,0-1 0 0 0,-1 1 1 0 0,1-1-1 0 0,-1 1 0 0 0,0 0 0 0 0,0-1 0 0 0,0 1 0 0 0,0 0 0 0 0,-1 0 0 0 0,0 0 0 0 0,0 0 0 0 0,-1 6 1 0 0,-2 4 18 0 0,-1-1 0 0 0,0 0 1 0 0,-1 0-1 0 0,0 0 0 0 0,-2 0 1 0 0,-10 19-1 0 0,-4-1 107 0 0,-31 38 1 0 0,50-68-107 0 0,-14 20 193 0 0,16-22-220 0 0,0 0 1 0 0,0 0-1 0 0,0 0 1 0 0,-1 1-1 0 0,1-1 1 0 0,0 0-1 0 0,0 0 1 0 0,0 0-1 0 0,-1 1 0 0 0,1-1 1 0 0,0 0-1 0 0,0 0 1 0 0,0 1-1 0 0,0-1 1 0 0,0 0-1 0 0,0 1 1 0 0,0-1-1 0 0,-1 0 0 0 0,1 0 1 0 0,0 1-1 0 0,0-1 1 0 0,0 0-1 0 0,0 1 1 0 0,0-1-1 0 0,0 0 1 0 0,0 1-1 0 0,1-1 0 0 0,-1 0 1 0 0,0 0-1 0 0,0 1 1 0 0,0-1-1 0 0,0 0 1 0 0,0 0-1 0 0,0 1 1 0 0,0-1-1 0 0,1 0 0 0 0,-1 0 1 0 0,0 1-1 0 0,0-1 1 0 0,0 0-1 0 0,1 0 1 0 0,-1 1-1 0 0,0-1 1 0 0,0 0-1 0 0,1 0 0 0 0,-1 0 1 0 0,0 0-1 0 0,0 0 1 0 0,1 1-1 0 0,-1-1 1 0 0,0 0-1 0 0,0 0 1 0 0,1 0-1 0 0,-1 0 0 0 0,0 0 1 0 0,1 0-1 0 0,-1 0 1 0 0,0 0-1 0 0,1 0 1 0 0,-1 0-1 0 0,0 0 1 0 0,0 0-1 0 0,1 0 0 0 0,-1 0 1 0 0,0 0-1 0 0,1-1 1 0 0,8 1-21 0 0,1-1 1 0 0,-1 1 0 0 0,1 1-1 0 0,-1-1 1 0 0,1 2 0 0 0,-1-1-1 0 0,0 1 1 0 0,0 1 0 0 0,0 0-1 0 0,0 0 1 0 0,0 0 0 0 0,0 1-1 0 0,-1 1 1 0 0,13 8 0 0 0,-13-8 134 0 0,0 0 1 0 0,-1 0-1 0 0,0 1 1 0 0,0 0-1 0 0,0 0 1 0 0,0 1-1 0 0,-1 0 1 0 0,8 11-1 0 0,-12-15-71 0 0,0 1 0 0 0,-1-1 0 0 0,1 0 0 0 0,-1 1 0 0 0,1-1 0 0 0,-1 1 0 0 0,0-1 0 0 0,-1 1 0 0 0,1-1 0 0 0,-1 1-1 0 0,1 0 1 0 0,-1-1 0 0 0,0 1 0 0 0,0 0 0 0 0,-1-1 0 0 0,1 1 0 0 0,-1 0 0 0 0,0-1 0 0 0,0 1 0 0 0,0-1 0 0 0,0 1 0 0 0,-1-1-1 0 0,1 0 1 0 0,-3 4 0 0 0,0 0 74 0 0,-1-1 1 0 0,0 1-1 0 0,0-1 0 0 0,0 0 0 0 0,-1-1 0 0 0,0 1 1 0 0,0-1-1 0 0,-1 0 0 0 0,1-1 0 0 0,-1 0 0 0 0,0 0 1 0 0,0 0-1 0 0,0-1 0 0 0,-1 0 0 0 0,1 0 0 0 0,-1-1 1 0 0,0 1-1 0 0,1-2 0 0 0,-1 1 0 0 0,0-1 0 0 0,0-1 1 0 0,-10 1-1 0 0,-1-2-577 0 0,1 0 0 0 0,-1-1 0 0 0,0 0-1 0 0,0-2 1 0 0,1 0 0 0 0,0-1 0 0 0,0-1 0 0 0,-24-11 0 0 0,19 2-3312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0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47 2640 0 0,'-6'-46'16480'0'0,"5"49"-15312"0"0,2 3-1023 0 0,0 0 0 0 0,0 0 0 0 0,0-1 0 0 0,0 1-1 0 0,4 8 1 0 0,4 18 145 0 0,-4 12-114 0 0,-1 0 0 0 0,-3 1 1 0 0,-2-1-1 0 0,-1 0 1 0 0,-3 0-1 0 0,-17 76 0 0 0,7-57-140 0 0,14-62-391 0 0,1-1 325 0 0,0 0 0 0 0,0 0 0 0 0,0 0 0 0 0,0 0 0 0 0,-1 1 0 0 0,1-1 0 0 0,0 0 0 0 0,0 0 0 0 0,0 0 0 0 0,0 0 0 0 0,-1 0 0 0 0,1 0 0 0 0,0 0 0 0 0,0 0 0 0 0,0 0 0 0 0,0 0 0 0 0,0 1 0 0 0,0-1 0 0 0,0 0 0 0 0,-1 0 0 0 0,1 0 0 0 0,0 0 0 0 0,0 0 0 0 0,0 0 1 0 0,0 1-1 0 0,0-1 0 0 0,0 0 0 0 0,0 0 0 0 0,0 0 0 0 0,0 0 0 0 0,0 1 0 0 0,0-1 0 0 0,0 0 0 0 0,0 0 0 0 0,0 0 0 0 0,0 0 0 0 0,0 1 0 0 0,0-1 0 0 0,0 0 0 0 0,0 0 0 0 0,0 0 0 0 0,0 0 0 0 0,0 0 0 0 0,0 1 0 0 0,0-1 0 0 0,0 0 0 0 0,0 0 0 0 0,0 0 0 0 0,0 0 0 0 0,1 0 0 0 0,-1 1 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288 163 1200 0 0,'6'-20'4470'0'0,"-3"13"-2720"0"0,-1-2-1 0 0,1 1 0 0 0,-2 0 0 0 0,1 0 0 0 0,0-14 0 0 0,-2 19-1606 0 0,-1 0-1 0 0,1 0 0 0 0,-1 1 0 0 0,1-1 0 0 0,-1 0 0 0 0,0 1 0 0 0,0-1 0 0 0,0 0 0 0 0,0 1 0 0 0,0-1 1 0 0,-1 1-1 0 0,1-1 0 0 0,-1 1 0 0 0,0 0 0 0 0,0 0 0 0 0,1 0 0 0 0,-1 0 0 0 0,-1 0 0 0 0,1 0 1 0 0,0 0-1 0 0,-3-1 0 0 0,-1-1-105 0 0,1 1 0 0 0,-1 0 0 0 0,1 0 0 0 0,-1 1 1 0 0,0-1-1 0 0,0 1 0 0 0,0 1 0 0 0,0-1 0 0 0,0 1 1 0 0,-1 0-1 0 0,1 0 0 0 0,0 1 0 0 0,0 0 0 0 0,-1 0 0 0 0,1 0 1 0 0,0 1-1 0 0,0 0 0 0 0,-1 0 0 0 0,1 1 0 0 0,-9 3 0 0 0,6-1-40 0 0,1 0-1 0 0,0 0 0 0 0,0 1 0 0 0,0 0 1 0 0,1 1-1 0 0,-1 0 0 0 0,1 0 0 0 0,0 0 1 0 0,1 1-1 0 0,0 0 0 0 0,0 0 0 0 0,1 1 1 0 0,-7 10-1 0 0,6-8 7 0 0,2 0-1 0 0,-1 0 1 0 0,1 0 0 0 0,1 0-1 0 0,0 1 1 0 0,0 0 0 0 0,1-1 0 0 0,0 1-1 0 0,0 16 1 0 0,2-24 0 0 0,0 1 0 0 0,0-1 1 0 0,0 0-1 0 0,1 1 0 0 0,-1-1 0 0 0,1 0 1 0 0,-1 1-1 0 0,1-1 0 0 0,0 0 0 0 0,1 0 1 0 0,-1 0-1 0 0,0 0 0 0 0,1 0 0 0 0,0 0 1 0 0,0 0-1 0 0,-1 0 0 0 0,2-1 0 0 0,-1 1 1 0 0,0-1-1 0 0,0 1 0 0 0,1-1 0 0 0,0 0 1 0 0,-1 0-1 0 0,1 0 0 0 0,0 0 0 0 0,0-1 1 0 0,0 1-1 0 0,0-1 0 0 0,0 1 0 0 0,0-1 1 0 0,0 0-1 0 0,1 0 0 0 0,-1-1 0 0 0,4 1 1 0 0,1 0-2 0 0,0-1 1 0 0,0 0-1 0 0,0 0 1 0 0,1-1-1 0 0,-1 0 1 0 0,0-1-1 0 0,0 0 1 0 0,-1 0 0 0 0,1-1-1 0 0,0 0 1 0 0,-1 0-1 0 0,1 0 1 0 0,-1-1-1 0 0,0 0 1 0 0,0-1-1 0 0,-1 0 1 0 0,1 0 0 0 0,-1 0-1 0 0,6-7 1 0 0,2-3 390 0 0,0 0 1 0 0,-2-1-1 0 0,0 0 0 0 0,0-1 1 0 0,-2 0-1 0 0,13-28 0 0 0,-1 10 1144 0 0,-21 33-1353 0 0,-1 21-121 0 0,-14 75 820 0 0,3 1 1 0 0,3 110-1 0 0,7-72-324 0 0,1-119 683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2384 0 0,'51'-61'21487'0'0,"-44"52"-20012"0"0,-2 7-2858 0 0,-6 11-1254 0 0,-4 8 75 0 0,-6 15-6224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2724 0 0,'-1'3'2467'0'0,"-17"55"13099"0"0,18-58-15533 0 0,-1 0-1 0 0,1 1 1 0 0,0-1-1 0 0,0 0 1 0 0,0 0 0 0 0,0 0-1 0 0,0 1 1 0 0,0-1-1 0 0,0 0 1 0 0,0 0 0 0 0,0 0-1 0 0,0 1 1 0 0,0-1-1 0 0,0 0 1 0 0,-1 0-1 0 0,1 0 1 0 0,0 1 0 0 0,1-1-1 0 0,-1 0 1 0 0,0 0-1 0 0,0 0 1 0 0,0 1-1 0 0,0-1 1 0 0,0 0 0 0 0,0 0-1 0 0,0 0 1 0 0,0 1-1 0 0,0-1 1 0 0,0 0-1 0 0,0 0 1 0 0,0 0 0 0 0,1 1-1 0 0,-1-1 1 0 0,0 0-1 0 0,0 0 1 0 0,0 0-1 0 0,0 0 1 0 0,1 0 0 0 0,-1 0-1 0 0,0 1 1 0 0,0-1-1 0 0,5-1-496 0 0,0 0 0 0 0,-1 0 0 0 0,1-1 0 0 0,-1 0-1 0 0,8-3 1 0 0,10-11-8541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184 124 1816 0 0,'5'-8'1832'0'0,"0"0"0"0"0,-1-1 0 0 0,0 1 0 0 0,0-1 0 0 0,-1 0 0 0 0,0 0 0 0 0,3-16 0 0 0,-6 23-1666 0 0,0 0 1 0 0,0 0-1 0 0,0 0 0 0 0,0 0 0 0 0,-1 0 0 0 0,1 0 0 0 0,-1 1 1 0 0,1-1-1 0 0,-1 0 0 0 0,0 0 0 0 0,0 1 0 0 0,-1-4 0 0 0,0 1 149 0 0,1 4-298 0 0,1-1-1 0 0,0 1 1 0 0,-1-1 0 0 0,1 0-1 0 0,-1 1 1 0 0,1 0-1 0 0,-1-1 1 0 0,1 1 0 0 0,-1-1-1 0 0,1 1 1 0 0,-1 0-1 0 0,0-1 1 0 0,1 1 0 0 0,-1 0-1 0 0,1-1 1 0 0,-1 1-1 0 0,0 0 1 0 0,1 0 0 0 0,-1 0-1 0 0,0 0 1 0 0,1-1 0 0 0,-1 1-1 0 0,0 0 1 0 0,1 0-1 0 0,-1 0 1 0 0,0 1 0 0 0,1-1-1 0 0,-1 0 1 0 0,0 0-1 0 0,1 0 1 0 0,-1 0 0 0 0,0 1-1 0 0,1-1 1 0 0,-1 0 0 0 0,1 1-1 0 0,-1-1 1 0 0,0 0-1 0 0,1 1 1 0 0,-1-1 0 0 0,0 1-1 0 0,-20 17 38 0 0,1 8-14 0 0,0 1 1 0 0,2 0 0 0 0,1 1-1 0 0,-20 48 1 0 0,27-52-19 0 0,1 0-1 0 0,1 1 1 0 0,1 0 0 0 0,1 1-1 0 0,2 0 1 0 0,-2 33 0 0 0,5-48 26 0 0,1 1 0 0 0,1 0 1 0 0,0 0-1 0 0,1-1 0 0 0,0 1 1 0 0,1-1-1 0 0,0 1 1 0 0,1-1-1 0 0,8 18 0 0 0,-9-24 38 0 0,0 0-1 0 0,0 0 0 0 0,0 0 0 0 0,0-1 1 0 0,1 1-1 0 0,0-1 0 0 0,0 0 0 0 0,0 0 1 0 0,0 0-1 0 0,1 0 0 0 0,-1-1 0 0 0,1 0 1 0 0,0 0-1 0 0,0 0 0 0 0,0-1 0 0 0,1 1 1 0 0,-1-1-1 0 0,1 0 0 0 0,-1-1 1 0 0,1 0-1 0 0,9 2 0 0 0,-3-3 64 0 0,0 0 1 0 0,0 0-1 0 0,0-1 1 0 0,1-1-1 0 0,-1 0 1 0 0,0-1-1 0 0,-1 0 0 0 0,1-1 1 0 0,0 0-1 0 0,-1-1 1 0 0,0 0-1 0 0,0 0 1 0 0,-1-2-1 0 0,1 1 0 0 0,-1-1 1 0 0,-1-1-1 0 0,1 0 1 0 0,-1 0-1 0 0,-1-1 1 0 0,1 0-1 0 0,-2 0 0 0 0,10-15 1 0 0,-8 12-98 0 0,-1-1 1 0 0,-1 1-1 0 0,0-2 0 0 0,-1 1 1 0 0,0-1-1 0 0,-1 0 0 0 0,0 0 1 0 0,-2-1-1 0 0,1 1 0 0 0,-2-1 1 0 0,0 0-1 0 0,-1 0 1 0 0,0 0-1 0 0,-1 1 0 0 0,-1-1 1 0 0,0 0-1 0 0,-1 0 0 0 0,-5-18 1 0 0,4 25-47 0 0,-1-1-1 0 0,0 1 1 0 0,0 0 0 0 0,-1 0 0 0 0,0 0-1 0 0,0 1 1 0 0,-1 0 0 0 0,0 0 0 0 0,-1 0 0 0 0,1 1-1 0 0,-1 0 1 0 0,0 0 0 0 0,-1 0 0 0 0,1 1-1 0 0,-1 0 1 0 0,-15-6 0 0 0,9 4-257 0 0,0 2 0 0 0,0-1 0 0 0,0 2 0 0 0,-1 0 0 0 0,1 1 0 0 0,-1 0 0 0 0,0 1 0 0 0,0 1 0 0 0,-25 1 0 0 0,30 1-485 0 0,-1 0 0 0 0,1 1 0 0 0,-1 0 1 0 0,1 1-1 0 0,-11 5 0 0 0,-23 14-8445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2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889 13 2340 0 0,'0'0'13311'0'0,"4"0"-12850"0"0,192-7 1854 0 0,100 2-1531 0 0,-290 5-779 0 0,-1 1 0 0 0,1 0 0 0 0,-1 0 0 0 0,1 0 0 0 0,-1 1 0 0 0,0-1 0 0 0,1 2 0 0 0,-1-1-1 0 0,0 0 1 0 0,0 1 0 0 0,0 0 0 0 0,-1 0 0 0 0,8 6 0 0 0,-6-3 25 0 0,1 1-1 0 0,-1 0 1 0 0,-1 0 0 0 0,1 0 0 0 0,-1 1-1 0 0,-1 0 1 0 0,7 14 0 0 0,0 7 251 0 0,-1 1 0 0 0,-2 1 0 0 0,8 54 0 0 0,-15-84-268 0 0,15 126 622 0 0,-5 0 0 0 0,-10 243 0 0 0,-60 257-323 0 0,27-353-155 0 0,-33 956 123 0 0,52-854-471 0 0,3-259 1404 0 0,-29 137-1 0 0,-2 22-728 0 0,23-137 1682 0 0,17-131-1880 0 0,-8 41 3565 0 0,8-47-3834 0 0,0 1 0 0 0,0-1 0 0 0,-1 0 1 0 0,1 0-1 0 0,0 0 0 0 0,-1 0 0 0 0,1 0 0 0 0,-1 0 1 0 0,0 0-1 0 0,1-1 0 0 0,-1 1 0 0 0,0 0 1 0 0,0-1-1 0 0,0 0 0 0 0,0 1 0 0 0,-1-1 0 0 0,1 0 1 0 0,0 0-1 0 0,-1 0 0 0 0,1 0 0 0 0,0-1 1 0 0,-1 1-1 0 0,1-1 0 0 0,-3 1 0 0 0,-3 1-10 0 0,-47 9-7 0 0,0-2 0 0 0,-84 3 0 0 0,87-8 0 0 0,-173 14-2331 0 0,-300 30-8941 0 0,428-38 4720 0 0,0-2-3656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 1764 0 0,'-13'-13'12905'0'0,"12"14"-12784"0"0,-1 12 2122 0 0,5 24-1736 0 0,-2-31 38 0 0,3 80-24 0 0,-4 1 1 0 0,-3-1-1 0 0,-17 100 1 0 0,7-71-3168 0 0,10-40-4869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0 239 828 0 0,'2'-14'1266'0'0,"0"0"-1"0"0,0 1 1 0 0,1-1 0 0 0,1 1-1 0 0,0 0 1 0 0,1 0 0 0 0,0 0-1 0 0,1 1 1 0 0,15-24 0 0 0,-16 29-1047 0 0,0 1 0 0 0,0 0 0 0 0,1 0 0 0 0,0 0 0 0 0,0 0 0 0 0,0 1 0 0 0,0 0 0 0 0,1 0 1 0 0,0 1-1 0 0,0 0 0 0 0,0 0 0 0 0,1 1 0 0 0,-1 0 0 0 0,1 0 0 0 0,0 0 0 0 0,-1 1 0 0 0,1 1 1 0 0,16-2-1 0 0,-19 2-178 0 0,0 1-1 0 0,1 0 1 0 0,-1 0 0 0 0,0 0 0 0 0,0 1 0 0 0,0 0 0 0 0,0 0 0 0 0,0 0 0 0 0,0 1 0 0 0,0 0 0 0 0,6 3 0 0 0,-8-4-21 0 0,-1 1 1 0 0,0 0-1 0 0,1 0 0 0 0,-1 0 1 0 0,0 0-1 0 0,0 0 0 0 0,0 0 1 0 0,-1 0-1 0 0,1 1 1 0 0,0-1-1 0 0,-1 1 0 0 0,0-1 1 0 0,0 1-1 0 0,1 0 0 0 0,-1-1 1 0 0,-1 1-1 0 0,1 0 1 0 0,0 0-1 0 0,-1 0 0 0 0,1-1 1 0 0,-1 1-1 0 0,0 0 0 0 0,0 4 1 0 0,-1 8 13 0 0,-1 1 1 0 0,0 0 0 0 0,-1-1 0 0 0,-1 0 0 0 0,0 1-1 0 0,-1-1 1 0 0,-1-1 0 0 0,0 1 0 0 0,-1-1 0 0 0,-9 14-1 0 0,-2 0 36 0 0,-1-1 0 0 0,-2-1 0 0 0,-38 41 0 0 0,37-47 203 0 0,-31 21-1 0 0,53-40-260 0 0,-1 0 138 0 0,2 0-121 0 0,0 0 0 0 0,0 0 1 0 0,0 0-1 0 0,0 0 0 0 0,1 0 0 0 0,-1 0 0 0 0,0 0 0 0 0,1-1 1 0 0,-1 1-1 0 0,1 0 0 0 0,-1-1 0 0 0,1 1 0 0 0,-1-1 0 0 0,1 0 1 0 0,-1 1-1 0 0,4-1 0 0 0,2 2 79 0 0,2 2-70 0 0,-1-1 0 0 0,0 1 0 0 0,0 0 0 0 0,0 1 0 0 0,-1 0 1 0 0,1 0-1 0 0,-1 1 0 0 0,0 0 0 0 0,-1 0 0 0 0,0 1 1 0 0,9 10-1 0 0,2 7 95 0 0,-1 1-1 0 0,22 45 1 0 0,-18-32-1353 0 0,-20-37 783 0 0,6 5-405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31 488 0 0,'-18'-22'15035'0'0,"17"21"-14997"0"0,1 1 0 0 0,0 0 0 0 0,0-1 1 0 0,0 1-1 0 0,0 0 0 0 0,0-1 0 0 0,0 1 0 0 0,0 0 0 0 0,0-1 0 0 0,1 1 0 0 0,-1 0 0 0 0,0-1 0 0 0,0 1 0 0 0,0 0 0 0 0,0 0 0 0 0,0-1 0 0 0,0 1 0 0 0,1 0 0 0 0,-1 0 0 0 0,0-1 0 0 0,0 1 0 0 0,0 0 0 0 0,1 0 0 0 0,-1-1 0 0 0,0 1 0 0 0,0 0 0 0 0,1 0 0 0 0,-1 0 0 0 0,1-1 0 0 0,0 1-21 0 0,1 1 0 0 0,-1-1 0 0 0,1 1 0 0 0,-1-1 0 0 0,1 1 0 0 0,-1-1 0 0 0,1 1 0 0 0,-1 0 0 0 0,0-1 0 0 0,1 1 0 0 0,-1 0 0 0 0,0 0 0 0 0,0 0 0 0 0,0 0 0 0 0,1 0 0 0 0,-1 1-1 0 0,0-1 1 0 0,0 0 0 0 0,1 3 0 0 0,0 0 9 0 0,0-1-1 0 0,-1 1 0 0 0,0 0 1 0 0,1 0-1 0 0,-1 0 0 0 0,-1 0 1 0 0,2 7-1 0 0,-2 2 23 0 0,1 0 0 0 0,-2 1-1 0 0,0-1 1 0 0,-3 15 0 0 0,-2-7 119 0 0,-1-1 0 0 0,0 1 1 0 0,-2-1-1 0 0,0 0 0 0 0,-2-1 0 0 0,-21 31 1 0 0,-16 33 898 0 0,47-82-1075 0 0,1 1 13 0 0,1 6 5 0 0,0-7-7 0 0,-1 0 0 0 0,1-1 0 0 0,0 1 0 0 0,-1-1 1 0 0,1 1-1 0 0,0-1 0 0 0,0 1 0 0 0,-1-1 0 0 0,1 0 0 0 0,0 1 1 0 0,0-1-1 0 0,0 0 0 0 0,-1 0 0 0 0,1 1 0 0 0,0-1 0 0 0,0 0 0 0 0,0 0 1 0 0,0 0-1 0 0,0 0 0 0 0,-1 0 0 0 0,1 0 0 0 0,2-1 0 0 0,23-1 53 0 0,-25 2-53 0 0,40-6-456 0 0,72-20 0 0 0,-13-6-4500 0 0,-50 10-1341 0 0,-26 8 1064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5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36 278 1364 0 0,'-2'-1'2522'0'0,"-32"-25"9800"0"0,36 24-12212 0 0,-1 1 0 0 0,0 0 0 0 0,1 0-1 0 0,-1 0 1 0 0,1 0 0 0 0,0 0 0 0 0,-1 0 0 0 0,1 0-1 0 0,0 1 1 0 0,-1-1 0 0 0,1 1 0 0 0,2-1 0 0 0,-3 0-86 0 0,140-24 1195 0 0,-92 18-3114 0 0,78-21 0 0 0,-125 27 1555 0 0,1 1 0 0 0,0-1 1 0 0,0 0-1 0 0,0 0 0 0 0,0 0 1 0 0,-1-1-1 0 0,1 1 0 0 0,-1-1 0 0 0,1 0 1 0 0,-1 1-1 0 0,1-1 0 0 0,-1 0 1 0 0,0 0-1 0 0,0-1 0 0 0,0 1 1 0 0,0 0-1 0 0,0-1 0 0 0,-1 1 1 0 0,1-1-1 0 0,-1 1 0 0 0,1-1 1 0 0,0-3-1 0 0,1-27-1599 0 0,-6-6 3914 0 0,2 30-860 0 0,-4-36 4231 0 0,5 44-5257 0 0,1 1-1 0 0,-1-1 1 0 0,1 1 0 0 0,-1-1-1 0 0,0 1 1 0 0,1-1-1 0 0,-1 1 1 0 0,1 0 0 0 0,-1-1-1 0 0,1 1 1 0 0,0 0 0 0 0,-1 0-1 0 0,1-1 1 0 0,-1 1-1 0 0,1 0 1 0 0,-1 0 0 0 0,1 0-1 0 0,1 0 1 0 0,1 1 59 0 0,1 1 0 0 0,-1 0 1 0 0,0 0-1 0 0,0 0 0 0 0,0 0 1 0 0,0 0-1 0 0,0 1 0 0 0,-1 0 1 0 0,1-1-1 0 0,-1 1 0 0 0,1 0 1 0 0,-1 0-1 0 0,0 0 0 0 0,0 0 1 0 0,-1 1-1 0 0,1-1 0 0 0,0 1 1 0 0,-1-1-1 0 0,0 1 0 0 0,1 7 1 0 0,0 2 6 0 0,-1 0-1 0 0,0 1 1 0 0,-1-1 0 0 0,-1 1 0 0 0,0-1 0 0 0,-1 1 0 0 0,-1-1 0 0 0,-6 22 0 0 0,2-14-951 0 0,0-2 0 0 0,-2 1 0 0 0,0-1 1 0 0,-22 34-1 0 0,19-38-2439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65 360 0 0,'6'-9'1967'0'0,"28"-41"12120"0"0,-34 50-14030 0 0,0 0 1 0 0,0-1-1 0 0,0 1 0 0 0,0 0 0 0 0,1 0 1 0 0,-1-1-1 0 0,0 1 0 0 0,0 0 0 0 0,0 0 1 0 0,0-1-1 0 0,0 1 0 0 0,0 0 0 0 0,0 0 1 0 0,1-1-1 0 0,-1 1 0 0 0,0 0 0 0 0,0 0 1 0 0,0 0-1 0 0,1 0 0 0 0,-1-1 0 0 0,0 1 1 0 0,0 0-1 0 0,0 0 0 0 0,1 0 0 0 0,-1 0 1 0 0,0 0-1 0 0,0 0 0 0 0,1-1 0 0 0,-1 1 1 0 0,0 0-1 0 0,0 0 0 0 0,1 0 0 0 0,-1 0 1 0 0,0 0-1 0 0,1 0 0 0 0,-1 0 0 0 0,0 0 1 0 0,0 0-1 0 0,1 0 0 0 0,-1 0 0 0 0,0 0 1 0 0,0 1-1 0 0,1-1 0 0 0,-1 0 0 0 0,0 0 1 0 0,0 0-1 0 0,1 0 0 0 0,-1 0 0 0 0,0 0 1 0 0,0 1-1 0 0,0-1 0 0 0,1 0 0 0 0,-1 0 1 0 0,0 0-1 0 0,0 1 0 0 0,0-1 0 0 0,0 0 1 0 0,1 0-1 0 0,-1 0 0 0 0,0 1 0 0 0,0-1 1 0 0,0 0-1 0 0,0 0 0 0 0,0 1 0 0 0,6 15 1234 0 0,-5 18-398 0 0,-2-1-1 0 0,-9 59 1 0 0,1-13-575 0 0,-20 167-602 0 0,24-206-1349 0 0,4-32 936 0 0,-2 12-1205 0 0,-2-8-2740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76 239 2228 0 0,'6'-22'1886'0'0,"1"-1"-1"0"0,1 1 1 0 0,0 1-1 0 0,2 0 1 0 0,20-32-1 0 0,-26 47-1735 0 0,0 0-1 0 0,1 1 0 0 0,0-1 1 0 0,0 1-1 0 0,0 0 0 0 0,0 0 1 0 0,1 0-1 0 0,0 1 0 0 0,0 0 1 0 0,1 0-1 0 0,-1 1 0 0 0,1 0 1 0 0,-1 0-1 0 0,1 0 0 0 0,0 1 1 0 0,0 0-1 0 0,0 0 0 0 0,0 1 1 0 0,1-1-1 0 0,-1 2 1 0 0,0-1-1 0 0,13 2 0 0 0,-15-1-130 0 0,-1 0 0 0 0,1 1 0 0 0,0 0 0 0 0,-1 0 0 0 0,1 0 0 0 0,0 1 0 0 0,-1-1 0 0 0,0 1 0 0 0,1 0 0 0 0,-1 0 0 0 0,0 1 0 0 0,0-1 0 0 0,7 7 0 0 0,-9-7 0 0 0,1 1-1 0 0,-1 0 1 0 0,0-1-1 0 0,0 1 1 0 0,-1 0 0 0 0,1 0-1 0 0,0 0 1 0 0,-1 0-1 0 0,0 0 1 0 0,0 0 0 0 0,0 1-1 0 0,0-1 1 0 0,0 0-1 0 0,-1 1 1 0 0,0-1-1 0 0,1 0 1 0 0,-1 1 0 0 0,0-1-1 0 0,0 0 1 0 0,-1 1-1 0 0,1-1 1 0 0,-2 5 0 0 0,-2 6 10 0 0,-1 1 0 0 0,0-1 0 0 0,-1-1 0 0 0,0 1 0 0 0,-1-1-1 0 0,-1 0 1 0 0,0 0 0 0 0,-1-1 0 0 0,0 0 0 0 0,-1 0 0 0 0,-18 16 0 0 0,3-6 18 0 0,0-2 1 0 0,-1 0-1 0 0,-1-2 0 0 0,-39 20 0 0 0,9-11 11 0 0,50-24 189 0 0,0 0 1 0 0,0 0-1 0 0,0-1 1 0 0,-1 0-1 0 0,-13 1 1 0 0,28-2-149 0 0,0 0 1 0 0,0 0 0 0 0,-1 1-1 0 0,1 0 1 0 0,0 0-1 0 0,-1 0 1 0 0,0 1 0 0 0,1 0-1 0 0,7 5 1 0 0,1 1 6 0 0,-1 1 0 0 0,20 17 0 0 0,-8-1 135 0 0,-1 1 1 0 0,-1 1 0 0 0,23 36-1 0 0,1 0-2939 0 0,4-3-7008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27 3392 0 0,'-8'-19'17876'0'0,"10"14"-18447"0"0,-1 3 999 0 0,2 2-98 0 0,1 0-257 0 0,1 0-1 0 0,0 0 1 0 0,-1 0 0 0 0,1 0 0 0 0,0 1 0 0 0,-1 0 0 0 0,1 0 0 0 0,-1 0 0 0 0,1 0 0 0 0,-1 1-1 0 0,0 0 1 0 0,1 0 0 0 0,-1 0 0 0 0,6 4 0 0 0,-7-4-32 0 0,0 1-1 0 0,-1-1 1 0 0,1 1 0 0 0,-1 0 0 0 0,1 0-1 0 0,-1 0 1 0 0,0 0 0 0 0,0 0-1 0 0,0 0 1 0 0,-1 0 0 0 0,1 1-1 0 0,-1-1 1 0 0,0 1 0 0 0,1-1 0 0 0,-2 1-1 0 0,1-1 1 0 0,0 1 0 0 0,-1 0-1 0 0,0-1 1 0 0,0 5 0 0 0,0 3 314 0 0,-1-1-1 0 0,0 1 1 0 0,-1-1 0 0 0,0 0 0 0 0,-1 1 0 0 0,0-1 0 0 0,-8 17-1 0 0,-4 3 1045 0 0,-21 30-1 0 0,-5 11 241 0 0,35-61-1511 0 0,5-9-112 0 0,0 0-1 0 0,1 0 0 0 0,-1 0 1 0 0,0 0-1 0 0,1 0 0 0 0,-1 1 1 0 0,1-1-1 0 0,0 0 1 0 0,-1 0-1 0 0,1 0 0 0 0,0 0 1 0 0,-1 1-1 0 0,1-1 1 0 0,0 0-1 0 0,0 0 0 0 0,0 1 1 0 0,0-1-1 0 0,1 2 1 0 0,-1-1 41 0 0,5-3-2 0 0,19-4-571 0 0,-1-2 0 0 0,1-1-1 0 0,-1-1 1 0 0,42-23-1 0 0,-14 6-1389 0 0,-21 13 419 0 0,71-35-3925 0 0,-37 12-3506 0 0,-39 20 417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6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90 2596 0 0,'-41'-12'21400'0'0,"37"9"-21666"0"0,3 2 684 0 0,37-18 759 0 0,59-12-3649 0 0,-56 20-2225 0 0,-1-2-4003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7 148 1392 0 0,'-1'-4'1066'0'0,"-1"0"1"0"0,1 0-1 0 0,0 0 0 0 0,1 0 0 0 0,-1 0 1 0 0,0 0-1 0 0,1 0 0 0 0,0-7 0 0 0,1 7-415 0 0,-1 1-1 0 0,1-1 1 0 0,0 0-1 0 0,0 0 1 0 0,0 0-1 0 0,1 0 1 0 0,-1 1-1 0 0,3-5 1 0 0,-1 4-316 0 0,1-1-1 0 0,-1 0 1 0 0,1 1 0 0 0,0-1 0 0 0,0 1 0 0 0,0 0 0 0 0,1 1 0 0 0,-1-1 0 0 0,1 1 0 0 0,0-1 0 0 0,0 2 0 0 0,7-4 0 0 0,-6 3-359 0 0,0 1 0 0 0,0 0 0 0 0,0 0 0 0 0,0 0 1 0 0,1 1-1 0 0,-1 0 0 0 0,0 1 0 0 0,1-1 0 0 0,-1 1 1 0 0,0 0-1 0 0,10 2 0 0 0,-12-2 95 0 0,0 1-1 0 0,0 1 1 0 0,0-1 0 0 0,0 0 0 0 0,0 1-1 0 0,0 0 1 0 0,0 0 0 0 0,0 0 0 0 0,0 0 0 0 0,-1 1-1 0 0,1-1 1 0 0,-1 1 0 0 0,0 0 0 0 0,0 0-1 0 0,0 0 1 0 0,0 1 0 0 0,4 5 0 0 0,-4-2-7 0 0,1 0 0 0 0,-1 1-1 0 0,0-1 1 0 0,-1 1 0 0 0,0-1 0 0 0,0 1 0 0 0,-1 0 0 0 0,0 0 0 0 0,0-1 0 0 0,-1 1 0 0 0,0 0 0 0 0,0 0 0 0 0,-1 0 0 0 0,0 0 0 0 0,-2 9-1 0 0,-3 7 71 0 0,-1 0 0 0 0,0 0-1 0 0,-18 34 1 0 0,2-15 197 0 0,-2-1 0 0 0,-2-1 0 0 0,-36 42 0 0 0,24-32 342 0 0,32-42-646 0 0,6-8-31 0 0,0 0 0 0 0,-1 1 0 0 0,1-1 1 0 0,0 0-1 0 0,0 1 0 0 0,0-1 0 0 0,1 1 1 0 0,-1-1-1 0 0,0 1 0 0 0,1-1 0 0 0,-1 1 1 0 0,1 0-1 0 0,-1-1 0 0 0,1 1 0 0 0,-1 0 0 0 0,1 3 1 0 0,1-4 9 0 0,0 0-1 0 0,0 1 1 0 0,0-1 0 0 0,0 0 0 0 0,0 0 0 0 0,1 0 0 0 0,-1 0 0 0 0,0 0 0 0 0,0 0 0 0 0,1 0 0 0 0,-1 0-1 0 0,1-1 1 0 0,-1 1 0 0 0,1-1 0 0 0,-1 1 0 0 0,1-1 0 0 0,-1 1 0 0 0,2-1 0 0 0,26 5-235 0 0,-1-2 0 0 0,0 0 1 0 0,1-2-1 0 0,32-3 1 0 0,-12-3-4312 0 0,81-17 1 0 0,-98 13-689 0 0,1 0-2732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8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150 432 2548 0 0,'-28'-36'18198'0'0,"26"43"-17770"0"0,-2 9 697 0 0,2 1-1 0 0,0 0 1 0 0,1 0 0 0 0,1 20 0 0 0,-1 13-175 0 0,-37 330 1407 0 0,38-379-2408 0 0,0 0 0 0 0,0 0-1 0 0,0 0 1 0 0,-1 0 0 0 0,1 0-1 0 0,0 0 1 0 0,0 0 0 0 0,-1 0-1 0 0,1 0 1 0 0,0 0 0 0 0,-1 0 0 0 0,1 0-1 0 0,-1-1 1 0 0,1 1 0 0 0,-1 0-1 0 0,0 0 1 0 0,1 0 0 0 0,-1-1-1 0 0,0 1 1 0 0,1 0 0 0 0,-2 0-1 0 0,1-1 0 0 0,0 0-1 0 0,1 0 0 0 0,-1 0 1 0 0,0 0-1 0 0,1 0 0 0 0,-1 0 1 0 0,0 0-1 0 0,1 0 0 0 0,-1 0 1 0 0,0-1-1 0 0,1 1 0 0 0,-1 0 1 0 0,0 0-1 0 0,1-1 0 0 0,-1 1 1 0 0,1 0-1 0 0,-1-1 0 0 0,1 1 1 0 0,-1-1-1 0 0,0 1 0 0 0,1-1 1 0 0,-1 0-1 0 0,-2-2-151 0 0,-1-1-1 0 0,2 0 1 0 0,-1 0-1 0 0,0 0 1 0 0,1 0-1 0 0,-1 0 1 0 0,-1-6-1 0 0,-2-13-168 0 0,0-1-1 0 0,2 1 1 0 0,1-1-1 0 0,0-1 1 0 0,2 1-1 0 0,2-29 1 0 0,4-11-28 0 0,15-70-1 0 0,-12 88 286 0 0,3 1 0 0 0,2 0 0 0 0,29-68 0 0 0,-33 92 94 0 0,2 0 0 0 0,0 0-1 0 0,2 1 1 0 0,0 1 0 0 0,1 0 0 0 0,1 1 0 0 0,0 1-1 0 0,1 0 1 0 0,21-16 0 0 0,-26 25 17 0 0,1-1-1 0 0,1 2 1 0 0,-1 0-1 0 0,1 0 0 0 0,1 1 1 0 0,-1 1-1 0 0,25-7 1 0 0,-33 11 3 0 0,0 0 0 0 0,1 0-1 0 0,-1 1 1 0 0,0 0 0 0 0,1 0 0 0 0,-1 0-1 0 0,1 0 1 0 0,-1 1 0 0 0,1 0 0 0 0,6 2 0 0 0,-8-1 8 0 0,-1-1 0 0 0,0 1 0 0 0,1-1 0 0 0,-1 1 0 0 0,0 0 1 0 0,0 1-1 0 0,0-1 0 0 0,-1 0 0 0 0,1 1 0 0 0,0 0 1 0 0,-1-1-1 0 0,0 1 0 0 0,1 0 0 0 0,-1 0 0 0 0,0 0 1 0 0,2 7-1 0 0,-2-5 6 0 0,0 1 1 0 0,-1-1 0 0 0,0 1 0 0 0,0-1-1 0 0,0 1 1 0 0,-1 0 0 0 0,1-1 0 0 0,-2 1-1 0 0,1 0 1 0 0,0-1 0 0 0,-1 1 0 0 0,0 0-1 0 0,-1-1 1 0 0,1 1 0 0 0,-1-1 0 0 0,-3 7-1 0 0,-1 4 14 0 0,-2-1 0 0 0,0 0 0 0 0,0-1 0 0 0,-15 19 0 0 0,5-12 10 0 0,0 0 0 0 0,0-1 0 0 0,-2-1-1 0 0,-1-1 1 0 0,0-1 0 0 0,-1-1 0 0 0,-1-1 0 0 0,0-1 0 0 0,-41 19 0 0 0,56-29-23 0 0,-23 10 89 0 0,25-12-96 0 0,-10 4-54 0 0,14-2 81 0 0,9 1 98 0 0,5 0-30 0 0,-1 0 0 0 0,0 1 0 0 0,0 1 0 0 0,0 0 0 0 0,0 0 0 0 0,-1 1 0 0 0,-1 0 0 0 0,1 1 0 0 0,-1 0 1 0 0,-1 0-1 0 0,0 1 0 0 0,0 0 0 0 0,-1 0 0 0 0,9 18 0 0 0,2 7-1280 0 0,-2 2 0 0 0,-2 0 1 0 0,14 53-1 0 0,-13-43-4158 0 0,-8-29 725 0 0,0 2-2841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8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1012 0 0,'17'-62'27273'0'0,"-14"71"-26237"0"0,4 17-425 0 0,-4 27-701 0 0,-3 76 1 0 0,-14 54-7913 0 0,12-162 6626 0 0,-4 40-5548 0 0,1 0-4123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69 1428 0 0,'1'-2'1754'0'0,"16"-64"10602"0"0,-8 103-11328 0 0,-6 11-425 0 0,-1 0-1 0 0,-6 58 1 0 0,-19 97-401 0 0,9-98-1961 0 0,6-68-1723 0 0,7-35 3057 0 0,0-1 0 0 0,1 1 0 0 0,-1-1 0 0 0,0 0 0 0 0,0 1 1 0 0,0-1-1 0 0,0 0 0 0 0,0 0 0 0 0,0 1 0 0 0,0-1 0 0 0,0 0 0 0 0,-2 1 0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0 545 1320 0 0,'1'-29'1078'0'0,"0"0"-1"0"0,3 0 1 0 0,0 0-1 0 0,2 0 0 0 0,1 0 1 0 0,1 1-1 0 0,1 1 1 0 0,26-52-1 0 0,-26 60-775 0 0,2 1 0 0 0,0 0 0 0 0,2 1-1 0 0,0 0 1 0 0,0 1 0 0 0,1 1 0 0 0,1 0-1 0 0,1 1 1 0 0,0 1 0 0 0,1 0 0 0 0,0 1 0 0 0,1 1-1 0 0,23-11 1 0 0,-34 19-225 0 0,-1 0 0 0 0,1 1 0 0 0,0 0 0 0 0,0 0 0 0 0,0 0 0 0 0,1 1 0 0 0,-1 0 0 0 0,0 1 0 0 0,13 0 0 0 0,-18 0-59 0 0,0 0-1 0 0,0 1 1 0 0,0-1 0 0 0,0 0 0 0 0,0 1 0 0 0,0 0 0 0 0,0 0 0 0 0,0-1 0 0 0,-1 1-1 0 0,1 0 1 0 0,0 0 0 0 0,0 1 0 0 0,-1-1 0 0 0,1 0 0 0 0,0 0 0 0 0,-1 1 0 0 0,0-1-1 0 0,1 1 1 0 0,-1 0 0 0 0,0-1 0 0 0,0 1 0 0 0,1 0 0 0 0,-2 0 0 0 0,1-1 0 0 0,0 1-1 0 0,0 0 1 0 0,0 0 0 0 0,-1 0 0 0 0,1 0 0 0 0,-1 0 0 0 0,0 0 0 0 0,1 0-1 0 0,-1 0 1 0 0,0 0 0 0 0,0 1 0 0 0,0-1 0 0 0,-1 3 0 0 0,-1 5 7 0 0,1 0 1 0 0,-2 1-1 0 0,1-1 0 0 0,-1 0 1 0 0,-1 0-1 0 0,0 0 0 0 0,0 0 1 0 0,-1-1-1 0 0,-7 10 0 0 0,-6 8 31 0 0,-36 41 0 0 0,41-53 137 0 0,-2 0 0 0 0,0-1 0 0 0,-1-1 0 0 0,0 0 0 0 0,-1-1 0 0 0,0-1 0 0 0,-1-1 0 0 0,-1 0 0 0 0,-37 14 0 0 0,54-24-151 0 0,0 2-24 0 0,2-2-18 0 0,-1 0 1 0 0,1 0-1 0 0,0 0 1 0 0,-1 1-1 0 0,1-1 0 0 0,0 0 1 0 0,0 0-1 0 0,-1 0 1 0 0,1 1-1 0 0,0-1 0 0 0,-1 0 1 0 0,1 0-1 0 0,0 1 0 0 0,0-1 1 0 0,0 0-1 0 0,-1 1 1 0 0,1-1-1 0 0,0 0 0 0 0,0 1 1 0 0,0-1-1 0 0,0 0 1 0 0,-1 1-1 0 0,1-1 0 0 0,0 1 1 0 0,5 5 7 0 0,0-1 1 0 0,0 0 0 0 0,0 0 0 0 0,0 0-1 0 0,1-1 1 0 0,0 0 0 0 0,0 0 0 0 0,7 4-1 0 0,16 12 20 0 0,6 11-273 0 0,-1 3 0 0 0,-1 0 0 0 0,38 55 0 0 0,-26-32-3197 0 0,3-1-3446 0 0,-30-36 1440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39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131 158 1548 0 0,'-3'-3'840'0'0,"0"0"0"0"0,1 0 0 0 0,0 0 0 0 0,-1 0 0 0 0,1 0 0 0 0,0-1 0 0 0,0 1 0 0 0,1-1 0 0 0,-1 0 0 0 0,1 0 0 0 0,0 1-1 0 0,0-1 1 0 0,0 0 0 0 0,0 0 0 0 0,0-7 0 0 0,1 7-620 0 0,1-1 0 0 0,-1 1-1 0 0,1 0 1 0 0,0 0 0 0 0,0-1 0 0 0,0 1-1 0 0,0 0 1 0 0,1 0 0 0 0,-1 0-1 0 0,1 0 1 0 0,0 1 0 0 0,0-1 0 0 0,1 0-1 0 0,-1 1 1 0 0,1-1 0 0 0,0 1 0 0 0,0 0-1 0 0,0 0 1 0 0,0 0 0 0 0,0 1-1 0 0,8-5 1 0 0,-9 5-203 0 0,0 1-1 0 0,0 0 0 0 0,0 0 1 0 0,0 0-1 0 0,0 0 1 0 0,1 1-1 0 0,-1-1 0 0 0,0 0 1 0 0,0 1-1 0 0,1 0 1 0 0,-1-1-1 0 0,0 1 0 0 0,1 0 1 0 0,-1 0-1 0 0,0 1 1 0 0,1-1-1 0 0,-1 0 0 0 0,0 1 1 0 0,1-1-1 0 0,-1 1 1 0 0,0 0-1 0 0,0 0 0 0 0,0 0 1 0 0,1 0-1 0 0,-1 0 1 0 0,3 3-1 0 0,-3-2-4 0 0,1 0-1 0 0,-1 0 1 0 0,0 1-1 0 0,0-1 1 0 0,0 0-1 0 0,0 1 1 0 0,0 0-1 0 0,-1 0 1 0 0,1-1-1 0 0,-1 1 1 0 0,1 0-1 0 0,-1 0 1 0 0,0 0 0 0 0,-1 0-1 0 0,1 0 1 0 0,0 1-1 0 0,-1-1 1 0 0,1 5-1 0 0,-2 2 21 0 0,0 0-1 0 0,-1 0 1 0 0,0 0 0 0 0,0-1-1 0 0,-1 1 1 0 0,-1-1 0 0 0,1 1-1 0 0,-1-1 1 0 0,-6 9-1 0 0,-4 6 78 0 0,0-2-1 0 0,-20 23 0 0 0,33-44-117 0 0,1 0 4 0 0,0-1 1 0 0,0 1 0 0 0,-1-1-1 0 0,1 0 1 0 0,0 1 0 0 0,0-1 0 0 0,0 1-1 0 0,0-1 1 0 0,0 1 0 0 0,0-1-1 0 0,0 1 1 0 0,0-1 0 0 0,0 0 0 0 0,0 1-1 0 0,0-1 1 0 0,1 1 0 0 0,-1-1-1 0 0,0 1 1 0 0,0-1 0 0 0,0 0 0 0 0,0 1-1 0 0,1-1 1 0 0,-1 0 0 0 0,0 1-1 0 0,0-1 1 0 0,1 0 0 0 0,-1 1 0 0 0,0-1-1 0 0,1 0 1 0 0,-1 1 0 0 0,0-1-1 0 0,1 0 1 0 0,-1 0 0 0 0,1 1-1 0 0,-1-1 1 0 0,0 0 0 0 0,1 0 0 0 0,-1 0-1 0 0,1 0 1 0 0,-1 1 0 0 0,0-1-1 0 0,1 0 1 0 0,-1 0 0 0 0,1 0 0 0 0,-1 0-1 0 0,1 0 1 0 0,-1 0 0 0 0,0 0-1 0 0,1 0 1 0 0,0-1 0 0 0,11 3-18 0 0,1-1-1 0 0,-1 2 1 0 0,1 0 0 0 0,-1 0 0 0 0,0 1-1 0 0,0 0 1 0 0,0 1 0 0 0,18 12-1 0 0,-26-15 105 0 0,-1 0 0 0 0,0 0 0 0 0,0 0 0 0 0,0 1-1 0 0,0-1 1 0 0,0 1 0 0 0,-1 0 0 0 0,1 0 0 0 0,-1 0-1 0 0,0 0 1 0 0,0 0 0 0 0,0 1 0 0 0,0-1-1 0 0,-1 1 1 0 0,1-1 0 0 0,-1 1 0 0 0,0-1 0 0 0,0 1-1 0 0,0 0 1 0 0,0 0 0 0 0,-1-1 0 0 0,0 1 0 0 0,0 0-1 0 0,0 0 1 0 0,0 0 0 0 0,0 0 0 0 0,-1-1-1 0 0,1 1 1 0 0,-1 0 0 0 0,0 0 0 0 0,0-1 0 0 0,-1 1-1 0 0,-2 5 1 0 0,0-1 59 0 0,-1 0 0 0 0,0 0-1 0 0,0 0 1 0 0,-1-1 0 0 0,1 1 0 0 0,-2-1 0 0 0,1-1-1 0 0,-1 1 1 0 0,0-1 0 0 0,0-1 0 0 0,-1 1-1 0 0,0-1 1 0 0,-13 7 0 0 0,10-7-125 0 0,-1 0 0 0 0,1-1-1 0 0,-1 0 1 0 0,0 0 0 0 0,0-1 0 0 0,0-1 0 0 0,-1 0-1 0 0,1-1 1 0 0,-22 0 0 0 0,30-1-314 0 0,-1-1 0 0 0,1 0 1 0 0,-1 0-1 0 0,1 0 0 0 0,0 0 0 0 0,-1-1 0 0 0,1 1 1 0 0,0-1-1 0 0,0 0 0 0 0,0 0 0 0 0,0-1 0 0 0,-3-2 0 0 0,5 3-214 0 0,0 1-1 0 0,0-1 0 0 0,1 0 0 0 0,-1 1 1 0 0,1-1-1 0 0,-1 0 0 0 0,1 0 0 0 0,-1 0 0 0 0,1 0 1 0 0,0 0-1 0 0,0-1 0 0 0,0 1 0 0 0,0 0 1 0 0,1 0-1 0 0,-1-1 0 0 0,1 1 0 0 0,-1 0 1 0 0,1-1-1 0 0,0 1 0 0 0,-1-1 0 0 0,1 1 0 0 0,1 0 1 0 0,-1-5-1 0 0,6-10-6510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0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3 249 920 0 0,'-2'-10'15755'0'0,"6"9"-15498"0"0,0 0 1 0 0,0 0-1 0 0,1 1 1 0 0,-1-1-1 0 0,0 1 1 0 0,0 0-1 0 0,0 1 0 0 0,1-1 1 0 0,-1 1-1 0 0,5 1 1 0 0,18 1 181 0 0,160-10 780 0 0,-146 2-1327 0 0,1-1 1 0 0,59-16-1 0 0,-99 21-22 0 0,0 1 1 0 0,0-1-1 0 0,0 0 1 0 0,1 0-1 0 0,-1 0 1 0 0,0 0-1 0 0,0 0 0 0 0,-1 0 1 0 0,1-1-1 0 0,0 1 1 0 0,0-1-1 0 0,0 1 1 0 0,-1-1-1 0 0,1 0 1 0 0,-1 1-1 0 0,0-1 0 0 0,1 0 1 0 0,-1 0-1 0 0,0 0 1 0 0,1-3-1 0 0,-1 2-55 0 0,0-1-1 0 0,0 1 0 0 0,-1-1 1 0 0,1 1-1 0 0,-1-1 0 0 0,0 0 1 0 0,0 1-1 0 0,0-1 1 0 0,-1 0-1 0 0,1 1 0 0 0,-3-7 1 0 0,0-2 276 0 0,-2 1 1 0 0,1-1-1 0 0,-2 1 1 0 0,0 0-1 0 0,0 0 1 0 0,-11-14-1 0 0,8 6 601 0 0,5 11-250 0 0,7 19 125 0 0,1 4-376 0 0,-1-1 0 0 0,0 1 0 0 0,-1 0 0 0 0,-1-1 0 0 0,0 1 0 0 0,-1 0 0 0 0,-1 0 0 0 0,0 0-1 0 0,-1-1 1 0 0,-1 1 0 0 0,-4 15 0 0 0,-4 5-671 0 0,-1 0-1 0 0,-2-1 0 0 0,-24 45 0 0 0,10-34-3222 0 0,7-17-1917 0 0,5-9-1256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167 345 836 0 0,'-37'-33'13742'0'0,"21"24"-10907"0"0,14 8-2258 0 0,2 1-526 0 0,0-1-1 0 0,0 1 0 0 0,-1 0 1 0 0,1 0-1 0 0,-1-1 0 0 0,1 1 1 0 0,0 0-1 0 0,-1 0 0 0 0,1 0 1 0 0,0 0-1 0 0,-1 0 0 0 0,1-1 1 0 0,-1 1-1 0 0,1 0 0 0 0,0 0 1 0 0,-1 0-1 0 0,1 0 0 0 0,-1 0 0 0 0,1 0 1 0 0,-1 0-1 0 0,1 1 0 0 0,0-1 1 0 0,-1 0-1 0 0,0 0 0 0 0,-1 3 68 0 0,0 1 0 0 0,0-1-1 0 0,1 1 1 0 0,-1 0 0 0 0,1-1 0 0 0,-1 1-1 0 0,1 0 1 0 0,0 0 0 0 0,0 5-1 0 0,-4 45 559 0 0,2-25-363 0 0,-50 380 1103 0 0,48-385-1228 0 0,-1 16 350 0 0,3-44-622 0 0,-3-7-122 0 0,2-65-676 0 0,3 0 0 0 0,12-104-1 0 0,-4 129 785 0 0,2-1 0 0 0,3 1 0 0 0,1 1 0 0 0,28-67 0 0 0,-28 89 30 0 0,0 0 1 0 0,28-40 0 0 0,-34 58 27 0 0,0-1 0 0 0,2 1 1 0 0,-1 0-1 0 0,1 1 0 0 0,0 0 0 0 0,1 0 1 0 0,0 1-1 0 0,20-12 0 0 0,-28 19 37 0 0,-1 0 0 0 0,1 0 0 0 0,0 0 1 0 0,-1 0-1 0 0,1 0 0 0 0,0 1 0 0 0,0-1 0 0 0,0 0 0 0 0,0 1 0 0 0,0 0 0 0 0,0-1 1 0 0,0 1-1 0 0,0 0 0 0 0,-1 0 0 0 0,1 0 0 0 0,0 0 0 0 0,0 0 0 0 0,0 1 0 0 0,0-1 1 0 0,0 1-1 0 0,0-1 0 0 0,0 1 0 0 0,0-1 0 0 0,0 1 0 0 0,-1 0 0 0 0,1 0 0 0 0,0 0 1 0 0,-1 0-1 0 0,1 0 0 0 0,0 1 0 0 0,-1-1 0 0 0,0 0 0 0 0,1 1 0 0 0,1 1 0 0 0,-1 0 11 0 0,-1 1-1 0 0,1-1 0 0 0,0 1 0 0 0,-1-1 1 0 0,0 1-1 0 0,0 0 0 0 0,0 0 0 0 0,0-1 1 0 0,-1 1-1 0 0,1 0 0 0 0,-1 0 1 0 0,0 0-1 0 0,0 0 0 0 0,-1-1 0 0 0,1 1 1 0 0,-2 7-1 0 0,-4 7-3 0 0,0 0-1 0 0,0 0 1 0 0,-2-1 0 0 0,0 0 0 0 0,-1-1-1 0 0,-1 0 1 0 0,0 0 0 0 0,-1-1 0 0 0,-17 19-1 0 0,1-7-48 0 0,-1-1 1 0 0,-1-1-1 0 0,-54 35 0 0 0,76-56 23 0 0,0 0-5 0 0,0 0 0 0 0,0 1 0 0 0,1-1 0 0 0,-8 8-1 0 0,13-11 92 0 0,4 4 73 0 0,-3-5-125 0 0,0 1-1 0 0,0-1 1 0 0,0 1 0 0 0,0 0 0 0 0,0-1 0 0 0,0 1 0 0 0,0-1-1 0 0,0 1 1 0 0,1-1 0 0 0,-1 1 0 0 0,0-1 0 0 0,0 1-1 0 0,1-1 1 0 0,-1 0 0 0 0,0 1 0 0 0,1-1 0 0 0,-1 1-1 0 0,0-1 1 0 0,1 1 0 0 0,261 165 1491 0 0,-175-108-3495 0 0,0-2-3555 0 0,-68-44 1064 0 0,0-3-2323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264 166 2480 0 0,'-4'-4'1686'0'0,"-3"-3"1685"0"0,3 3-1685 0 0,0-1-1 0 0,1 1 1 0 0,-5-9-1 0 0,-2-16 2618 0 0,9 26-4166 0 0,1 0 0 0 0,0 0 0 0 0,0 0 0 0 0,1 0 0 0 0,-1 1 0 0 0,0-1 0 0 0,1 0 0 0 0,0 0 1 0 0,-1 0-1 0 0,1 1 0 0 0,0-1 0 0 0,1 0 0 0 0,-1 1 0 0 0,0-1 0 0 0,1 1 0 0 0,0-1 0 0 0,-1 1 0 0 0,1 0 0 0 0,0 0 0 0 0,0 0 0 0 0,0 0 0 0 0,0 0 0 0 0,5-3 0 0 0,-1 0-73 0 0,0 1 1 0 0,1 0-1 0 0,0 0 1 0 0,0 0-1 0 0,0 1 1 0 0,0 0-1 0 0,10-2 1 0 0,-12 4-49 0 0,0 0 1 0 0,0 0-1 0 0,0 1 1 0 0,1-1-1 0 0,-1 1 1 0 0,0 0-1 0 0,1 1 1 0 0,-1-1 0 0 0,0 1-1 0 0,0 0 1 0 0,0 1-1 0 0,0-1 1 0 0,9 5-1 0 0,-11-5-12 0 0,-1 0 1 0 0,0 0-1 0 0,-1 1 0 0 0,1-1 0 0 0,0 1 0 0 0,0-1 1 0 0,-1 1-1 0 0,1 0 0 0 0,0-1 0 0 0,-1 1 1 0 0,0 0-1 0 0,1 0 0 0 0,-1 0 0 0 0,0 0 0 0 0,0 0 1 0 0,0 1-1 0 0,-1-1 0 0 0,1 0 0 0 0,0 0 0 0 0,-1 1 1 0 0,1-1-1 0 0,-1 0 0 0 0,0 0 0 0 0,0 1 1 0 0,0-1-1 0 0,0 1 0 0 0,0-1 0 0 0,0 0 0 0 0,-1 0 1 0 0,1 1-1 0 0,-1-1 0 0 0,0 0 0 0 0,-1 4 0 0 0,-2 3 24 0 0,1 0-1 0 0,-2-1 0 0 0,1 1 0 0 0,-1-1 0 0 0,-1 0 0 0 0,-7 9 0 0 0,-42 42 65 0 0,40-44-174 0 0,14-14 44 0 0,0-1 37 0 0,1 0-1 0 0,0 0 0 0 0,0 0 0 0 0,0 0 0 0 0,-1 0 0 0 0,1 0 1 0 0,0 0-1 0 0,0 0 0 0 0,0 0 0 0 0,0 0 0 0 0,-1 1 0 0 0,1-1 1 0 0,0 0-1 0 0,0 0 0 0 0,0 0 0 0 0,0 0 0 0 0,0 0 0 0 0,-1 1 1 0 0,1-1-1 0 0,0 0 0 0 0,0 0 0 0 0,0 0 0 0 0,0 0 0 0 0,0 1 1 0 0,0-1-1 0 0,0 0 0 0 0,0 0 0 0 0,0 0 0 0 0,0 0 0 0 0,0 1 1 0 0,0-1-1 0 0,0 0 0 0 0,-1 0 0 0 0,2 0 0 0 0,-1 1 0 0 0,0-1 1 0 0,0 0-1 0 0,0 0 0 0 0,0 0 0 0 0,0 1 0 0 0,0-1 0 0 0,0 0 1 0 0,0 0-1 0 0,0 0 0 0 0,0 0 0 0 0,0 1 0 0 0,0-1 0 0 0,0 0 1 0 0,1 0-1 0 0,-1 0 0 0 0,0 1 0 0 0,10 9-47 0 0,27 4 74 0 0,-16-6-98 0 0,0 1-1 0 0,34 18 1 0 0,-51-24 233 0 0,1 0-1 0 0,0 0 1 0 0,-1 1-1 0 0,0 0 1 0 0,0-1-1 0 0,0 1 1 0 0,0 0-1 0 0,0 1 1 0 0,-1-1-1 0 0,0 1 1 0 0,0-1-1 0 0,0 1 1 0 0,0 0-1 0 0,-1 0 1 0 0,0 0-1 0 0,2 7 1 0 0,-4-8 2 0 0,1-1 0 0 0,-1 1 0 0 0,0-1 0 0 0,0 1 0 0 0,-1-1 0 0 0,1 1 0 0 0,-1-1 0 0 0,1 1 0 0 0,-1-1 0 0 0,0 1 0 0 0,-1-1 0 0 0,1 0 0 0 0,0 0 0 0 0,-1 1 0 0 0,0-1 0 0 0,0 0 0 0 0,0-1 0 0 0,0 1-1 0 0,0 0 1 0 0,-1 0 0 0 0,1-1 0 0 0,-1 1 0 0 0,1-1 0 0 0,-6 3 0 0 0,-2 2 123 0 0,-1 1 0 0 0,1-2 0 0 0,-1 0 0 0 0,-1 0 0 0 0,-18 6 0 0 0,9-6-102 0 0,-1-1 0 0 0,0 0 0 0 0,0-2 0 0 0,-1 0 0 0 0,1-2 0 0 0,-1-1 0 0 0,-42-4 0 0 0,39 1-690 0 0,0-1 1 0 0,1-2-1 0 0,-41-14 1 0 0,65 20 300 0 0,-1-1 1 0 0,1 1 0 0 0,-1 0-1 0 0,1-1 1 0 0,-1 0 0 0 0,1 1-1 0 0,-1-1 1 0 0,1 0 0 0 0,0 0-1 0 0,-1 0 1 0 0,1 0 0 0 0,0 0-1 0 0,0 0 1 0 0,0 0 0 0 0,0 0-1 0 0,0 0 1 0 0,0-1 0 0 0,0 1-1 0 0,0 0 1 0 0,0-1 0 0 0,0 1-1 0 0,1 0 1 0 0,-1-1 0 0 0,1 1-1 0 0,-1-1 1 0 0,1 1 0 0 0,-1-1-1 0 0,1 0 1 0 0,0 1-1 0 0,0-1 1 0 0,0 1 0 0 0,0-1-1 0 0,0 1 1 0 0,0-1 0 0 0,0 0-1 0 0,1 1 1 0 0,-1-1 0 0 0,0 1-1 0 0,1-1 1 0 0,0-2 0 0 0,3-2-1360 0 0,-1 0 1 0 0,1-1 0 0 0,0 1-1 0 0,1 1 1 0 0,-1-1 0 0 0,1 1-1 0 0,9-9 1 0 0,6-3-5591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0 119 932 0 0,'11'-6'11412'0'0,"44"-18"-4684"0"0,3 5-3460 0 0,60-10-5352 0 0,6-2-9175 0 0,-95 21 4666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113 131 568 0 0,'-3'-1'2238'0'0,"-87"-15"11325"0"0,88 16-12887 0 0,1 0-543 0 0,0 0 1 0 0,0 0-1 0 0,0-1 1 0 0,0 1-1 0 0,0 0 1 0 0,0 0-1 0 0,0-1 0 0 0,0 1 1 0 0,0 0-1 0 0,0-1 1 0 0,1 1-1 0 0,-1-1 1 0 0,0 1-1 0 0,-1-2 0 0 0,0-4 597 0 0,11-1-523 0 0,46-13 103 0 0,111-24 0 0 0,-24 14-388 0 0,-139 29 68 0 0,0 2 0 0 0,-2-1 9 0 0,1 1-1 0 0,-1-1 1 0 0,1 0-1 0 0,-1 1 1 0 0,0-1 0 0 0,1 1-1 0 0,-1 0 1 0 0,0-1-1 0 0,1 1 1 0 0,-1 0-1 0 0,0 0 1 0 0,0 0 0 0 0,0 0-1 0 0,0 0 1 0 0,0 0-1 0 0,0 0 1 0 0,0 0-1 0 0,1 2 1 0 0,-1-2 8 0 0,-1 1-1 0 0,0-1 1 0 0,1 0 0 0 0,-1 0-1 0 0,0 0 1 0 0,0 1 0 0 0,0-1-1 0 0,0 0 1 0 0,0 0 0 0 0,0 0-1 0 0,-1 1 1 0 0,1 0 0 0 0,-1 3 67 0 0,-4 35 244 0 0,-2 0-1 0 0,-2 0 1 0 0,-16 45-1 0 0,11-38-159 0 0,-47 147 278 0 0,-23 88-648 0 0,72-221-3014 0 0,9-35-6993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95 1140 0 0,'21'-31'5854'0'0,"-13"17"-1957"0"0,1 1-1 0 0,20-24 1265 0 0,-28 38-5035 0 0,0-1 0 0 0,0 1 0 0 0,-1-1 0 0 0,1 1 1 0 0,-1 0-1 0 0,1-1 0 0 0,-1 1 0 0 0,1 0 0 0 0,-1 0 0 0 0,1-1 1 0 0,-1 1-1 0 0,1 0 0 0 0,-1 0 0 0 0,0 0 0 0 0,0-1 0 0 0,1 1 0 0 0,-1 0 1 0 0,0 0-1 0 0,0 0 0 0 0,0 0 0 0 0,0 0 0 0 0,0-1 0 0 0,0 1 1 0 0,0 2-1 0 0,0-2-89 0 0,0 30 1014 0 0,-2 0 0 0 0,-1 0 1 0 0,-11 48-1 0 0,4-23-644 0 0,-35 175 675 0 0,7-36-3889 0 0,30-160-422 0 0,2-13-3764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3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23 203 3216 0 0,'-4'-17'2962'0'0,"2"7"-1150"0"0,-1 0 0 0 0,2-1 1 0 0,-1 1-1 0 0,1-21 0 0 0,1 27-1653 0 0,1 0 0 0 0,-1 0 0 0 0,1 1-1 0 0,0-1 1 0 0,0 0 0 0 0,1 1 0 0 0,-1-1 0 0 0,1 1-1 0 0,0-1 1 0 0,0 1 0 0 0,0 0 0 0 0,0-1 0 0 0,0 1-1 0 0,1 1 1 0 0,-1-1 0 0 0,1 0 0 0 0,5-3 0 0 0,0-1-72 0 0,1 2 0 0 0,0-1 0 0 0,0 1 1 0 0,0 1-1 0 0,1 0 0 0 0,0 0 0 0 0,0 1 0 0 0,0 0 1 0 0,0 0-1 0 0,0 1 0 0 0,1 1 0 0 0,13-1 1 0 0,-11 1-60 0 0,1 1 1 0 0,-1 1 0 0 0,1 0-1 0 0,-1 1 1 0 0,1 1 0 0 0,-1 0-1 0 0,0 0 1 0 0,0 1 0 0 0,13 7-1 0 0,-22-9-14 0 0,0-1 0 0 0,0 1 0 0 0,0 1-1 0 0,-1-1 1 0 0,0 0 0 0 0,1 1 0 0 0,-1 0-1 0 0,0 0 1 0 0,0 0 0 0 0,0 0 0 0 0,0 0-1 0 0,-1 0 1 0 0,0 1 0 0 0,1 0 0 0 0,-1-1 0 0 0,0 1-1 0 0,-1 0 1 0 0,1 0 0 0 0,-1 0 0 0 0,0 0-1 0 0,1 0 1 0 0,-2 0 0 0 0,1 0 0 0 0,0 0-1 0 0,-1 5 1 0 0,0 0 5 0 0,-1-1 1 0 0,0 1-1 0 0,-1-1 0 0 0,0 1 0 0 0,0-1 1 0 0,-1 0-1 0 0,0 0 0 0 0,0 0 0 0 0,-1-1 1 0 0,0 1-1 0 0,-7 10 0 0 0,-3 1 158 0 0,-1-1 0 0 0,-1 0-1 0 0,0-1 1 0 0,-1-1 0 0 0,-1-1 0 0 0,0 0 0 0 0,-1-1-1 0 0,-1-1 1 0 0,0-1 0 0 0,-1 0 0 0 0,0-2-1 0 0,0 0 1 0 0,-1-2 0 0 0,-1 0 0 0 0,-25 4-1 0 0,40-10-108 0 0,-7 2-149 0 0,15-3 80 0 0,-1-1-1 0 0,1 0 1 0 0,0 0-1 0 0,0 0 1 0 0,0 1-1 0 0,-1-1 1 0 0,1 0-1 0 0,0 1 1 0 0,0-1-1 0 0,0 0 1 0 0,0 0-1 0 0,0 1 1 0 0,0-1-1 0 0,-1 0 1 0 0,1 1-1 0 0,0-1 1 0 0,0 0-1 0 0,0 1 1 0 0,0-1-1 0 0,0 0 1 0 0,0 1-1 0 0,0-1 1 0 0,0 0-1 0 0,0 0 1 0 0,1 1-1 0 0,-1-1 1 0 0,0 0-1 0 0,0 1 1 0 0,0-1-1 0 0,0 0 1 0 0,0 0-1 0 0,0 1 1 0 0,1-1 0 0 0,-1 0-1 0 0,0 1 1 0 0,0-1-1 0 0,0 0 1 0 0,1 0-1 0 0,-1 0 1 0 0,0 1-1 0 0,0-1 1 0 0,1 0-1 0 0,32 45 455 0 0,-2 2 0 0 0,48 99 0 0 0,-50-90-323 0 0,-18-34-329 0 0,0 2 8 0 0,30 42 0 0 0,-36-59-809 0 0,1 0 0 0 0,0 0 0 0 0,12 9 0 0 0,-14-13-374 0 0,1 1-1 0 0,0-1 0 0 0,0 0 1 0 0,0 0-1 0 0,1 0 0 0 0,7 2 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21 2312 0 0,'0'-20'20542'0'0,"2"25"-19816"0"0,-1 0-1 0 0,0 1 1 0 0,0-1 0 0 0,-1 1-1 0 0,1 8 1 0 0,-9 54 1171 0 0,3-34-1258 0 0,-18 130 130 0 0,3-55-4811 0 0,7-38-3585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1167 110 1028 0 0,'2'-2'2019'0'0,"2"-1"-847"0"0,-1-1 1 0 0,0 1-1 0 0,0-1 0 0 0,0 0 1 0 0,-1 0-1 0 0,1 0 0 0 0,2-6 1090 0 0,-4 2-160 0 0,0 7-1723 0 0,0-1 0 0 0,-1 1 1 0 0,1 0-1 0 0,-1-1 0 0 0,0 1 0 0 0,0-1 0 0 0,1 1 1 0 0,-1-1-1 0 0,0 1 0 0 0,0-3 0 0 0,-1 1-250 0 0,-1 0-1 0 0,1 1 0 0 0,0-1 1 0 0,0 1-1 0 0,-1-1 0 0 0,0 1 1 0 0,1 0-1 0 0,-1-1 0 0 0,0 1 1 0 0,0 0-1 0 0,0 0 0 0 0,0 0 1 0 0,-1 0-1 0 0,1 1 0 0 0,-1-1 1 0 0,1 1-1 0 0,-1-1 0 0 0,1 1 1 0 0,-1 0-1 0 0,0 0 0 0 0,1 0 1 0 0,-1 0-1 0 0,0 1 0 0 0,0-1 1 0 0,0 1-1 0 0,1 0 0 0 0,-6 0 1 0 0,-4-1-101 0 0,0 1 0 0 0,0 1 1 0 0,1 0-1 0 0,-1 0 0 0 0,-20 6 0 0 0,18-3-50 0 0,1 0 0 0 0,0 1-1 0 0,1 1 1 0 0,-1 0-1 0 0,1 0 1 0 0,0 1 0 0 0,1 1-1 0 0,0 0 1 0 0,-19 18-1 0 0,17-12-19 0 0,0 0-1 0 0,2 1 0 0 0,0 0 1 0 0,0 1-1 0 0,1 1 0 0 0,-11 27 1 0 0,7-9 50 0 0,2 0 0 0 0,1 0 0 0 0,2 1-1 0 0,2 0 1 0 0,-5 64 0 0 0,7 189 435 0 0,6-235-438 0 0,0 6 65 0 0,3 409 1597 0 0,-25-1-198 0 0,-79 293-150 0 0,-40-6-877 0 0,-66 162-38 0 0,65-310 52 0 0,11 144 815 0 0,125-721-1218 0 0,2 1-1 0 0,2-1 0 0 0,1 0 1 0 0,1 1-1 0 0,9 52 1 0 0,-10-80-73 0 0,1 0-1 0 0,0-1 1 0 0,0 1 0 0 0,-1-1 0 0 0,2 1 0 0 0,-1-1-1 0 0,0 0 1 0 0,0 1 0 0 0,1-1 0 0 0,-1 0 0 0 0,1 0-1 0 0,0 0 1 0 0,0 0 0 0 0,0 0 0 0 0,0 0 0 0 0,0-1-1 0 0,3 3 1 0 0,-1-2-79 0 0,-1-1 0 0 0,1 1-1 0 0,-1-1 1 0 0,1 0 0 0 0,-1 0-1 0 0,1-1 1 0 0,0 1 0 0 0,-1-1-1 0 0,1 0 1 0 0,0 0 0 0 0,5 0-1 0 0,8-3-502 0 0,0 0 0 0 0,-1-2-1 0 0,1 1 1 0 0,22-11-1 0 0,-26 10 238 0 0,48-20-2999 0 0,85-49 0 0 0,-17-6-4732 0 0,-48 24-680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5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22 376 0 0,'14'-21'17840'0'0,"-13"23"-17602"0"0,0 0 0 0 0,1 1 0 0 0,-2-1 0 0 0,1 1-1 0 0,0-1 1 0 0,0 1 0 0 0,-1-1 0 0 0,0 1-1 0 0,1-1 1 0 0,-1 1 0 0 0,0 2 0 0 0,-2 36 830 0 0,0-22-735 0 0,-14 163 706 0 0,4-67-2879 0 0,6 0-3451 0 0,6-45-2047 0 0,0-36 701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6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73 155 120 0 0,'27'-39'20317'0'0,"-34"55"-18337"0"0,-53 142-766 0 0,51-127-1195 0 0,2-1 0 0 0,1 1 0 0 0,-4 43 0 0 0,10-63-3 0 0,-1-1 0 0 0,2 1 0 0 0,0-1 1 0 0,0 0-1 0 0,0 1 0 0 0,2-1 0 0 0,-1 0 1 0 0,1 0-1 0 0,1 0 0 0 0,4 10 0 0 0,-6-16 2 0 0,0 0 0 0 0,0 0 0 0 0,1-1 0 0 0,-1 1 0 0 0,1-1 0 0 0,0 0 0 0 0,0 1 0 0 0,0-1 0 0 0,0-1 0 0 0,0 1 0 0 0,1 0 0 0 0,0-1 0 0 0,-1 1 0 0 0,1-1 0 0 0,0 0 0 0 0,0-1 0 0 0,0 1 0 0 0,0-1 0 0 0,0 1 0 0 0,0-1 0 0 0,0 0 0 0 0,1-1 0 0 0,-1 1 0 0 0,0-1 1 0 0,1 0-1 0 0,6 0 0 0 0,2-2 73 0 0,0 0 1 0 0,0-1-1 0 0,-1 0 1 0 0,1-1 0 0 0,-1 0-1 0 0,1-1 1 0 0,-1-1 0 0 0,-1 0-1 0 0,1 0 1 0 0,-1-1 0 0 0,0-1-1 0 0,-1 1 1 0 0,0-2 0 0 0,0 0-1 0 0,-1 0 1 0 0,0 0 0 0 0,0-1-1 0 0,11-19 1 0 0,-11 17-37 0 0,-1-2 0 0 0,-1 1 1 0 0,-1-1-1 0 0,0 0 0 0 0,0 0 1 0 0,-2-1-1 0 0,1 0 0 0 0,-2 0 1 0 0,0 0-1 0 0,-1 0 0 0 0,-1 0 1 0 0,0 0-1 0 0,-1-1 0 0 0,0 1 0 0 0,-5-27 1 0 0,1 23-42 0 0,-1 0 0 0 0,0 0 0 0 0,-2 1 0 0 0,0-1 0 0 0,-11-19 0 0 0,13 30-111 0 0,0-1-1 0 0,0 1 0 0 0,-1 0 0 0 0,0 0 1 0 0,-1 1-1 0 0,0 0 0 0 0,0 0 1 0 0,0 0-1 0 0,-1 1 0 0 0,0 0 1 0 0,0 1-1 0 0,-11-6 0 0 0,16 9-177 0 0,-1 1 0 0 0,0-1 0 0 0,0 1-1 0 0,0 0 1 0 0,0 0 0 0 0,0 0-1 0 0,0 0 1 0 0,0 1 0 0 0,0 0 0 0 0,0 0-1 0 0,-1 0 1 0 0,1 0 0 0 0,0 0-1 0 0,0 1 1 0 0,0 0 0 0 0,-5 1 0 0 0,3 1-988 0 0,0 0 0 0 0,-1 0 1 0 0,1 1-1 0 0,0-1 0 0 0,0 1 1 0 0,1 1-1 0 0,-1-1 1 0 0,-7 9-1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121 224 552 0 0,'-22'-17'18804'0'0,"22"17"-18740"0"0,-1 0 1 0 0,1 1-1 0 0,-1-1 0 0 0,0 1 0 0 0,1-1 0 0 0,-1 0 0 0 0,1 1 1 0 0,-1-1-1 0 0,1 1 0 0 0,0-1 0 0 0,-1 1 0 0 0,1-1 1 0 0,-1 1-1 0 0,1 0 0 0 0,0-1 0 0 0,-1 1 0 0 0,1 0 1 0 0,0-1-1 0 0,0 1 0 0 0,0-1 0 0 0,-1 1 0 0 0,1 0 0 0 0,0-1 1 0 0,0 1-1 0 0,0 0 0 0 0,0 1 0 0 0,-33 133 2084 0 0,-11 51-763 0 0,39-155-1245 0 0,1 1 0 0 0,2-1 0 0 0,1 1 0 0 0,3 32 0 0 0,-1-56-95 0 0,0 1 0 0 0,0-1-1 0 0,1 1 1 0 0,0-1 0 0 0,1 0 0 0 0,0 0-1 0 0,0 0 1 0 0,0 0 0 0 0,6 8 0 0 0,-6-12-21 0 0,0 0 0 0 0,-1-1 0 0 0,1 0 0 0 0,1 1 0 0 0,-1-1 0 0 0,0 0 0 0 0,1 0 0 0 0,-1-1 0 0 0,1 1 0 0 0,0-1 0 0 0,0 0 0 0 0,0 0 0 0 0,0 0 0 0 0,0 0 0 0 0,1-1 0 0 0,-1 0 0 0 0,0 0 0 0 0,1 0 0 0 0,4 0 0 0 0,4 0-1 0 0,-1-1 0 0 0,1-1 0 0 0,-1 0 0 0 0,1-1 0 0 0,-1 0 0 0 0,0-1 1 0 0,0 0-1 0 0,0-1 0 0 0,0-1 0 0 0,-1 1 0 0 0,1-2 0 0 0,-1 0 0 0 0,14-10 0 0 0,-6 3 0 0 0,-1 0 0 0 0,-1-2 0 0 0,0 0 0 0 0,-1-1 0 0 0,-1 0 0 0 0,23-32 0 0 0,-27 30-4 0 0,0 0 0 0 0,-1-1 0 0 0,0-1 1 0 0,-2 1-1 0 0,0-2 0 0 0,-2 1 0 0 0,0-1 0 0 0,-1 0 1 0 0,-1 0-1 0 0,-1 0 0 0 0,1-34 0 0 0,-4 40-16 0 0,-1 0 1 0 0,0 0-1 0 0,-1 0 0 0 0,0 0 1 0 0,-1 0-1 0 0,-1 1 0 0 0,0-1 1 0 0,-1 1-1 0 0,-1 0 0 0 0,0 0 1 0 0,-1 1-1 0 0,0 0 0 0 0,-1 0 1 0 0,-1 1-1 0 0,0-1 0 0 0,-1 2 0 0 0,-13-13 1 0 0,1 5-342 0 0,-2 1 0 0 0,0 2 0 0 0,-42-22 0 0 0,-10-6-5414 0 0,60 31 2122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34 2412 0 0,'-3'0'4006'0'0,"-15"0"2194"0"0,-1-3 1765 0 0,15 1-7238 0 0,2-5-748 0 0,2 6 37 0 0,1 1-1 0 0,0-1 0 0 0,0 0 0 0 0,-1 1 1 0 0,1-1-1 0 0,0 0 0 0 0,0 1 0 0 0,0-1 1 0 0,0 1-1 0 0,0 0 0 0 0,0-1 0 0 0,0 1 0 0 0,0 0 1 0 0,1-1-1 0 0,5-2-11 0 0,0 1 0 0 0,1 0 1 0 0,-1 0-1 0 0,0 0 0 0 0,1 1 0 0 0,-1 0 1 0 0,1 0-1 0 0,-1 1 0 0 0,1 0 0 0 0,-1 1 1 0 0,1-1-1 0 0,-1 2 0 0 0,1-1 0 0 0,-1 1 1 0 0,0 0-1 0 0,0 0 0 0 0,0 1 0 0 0,0 0 1 0 0,0 0-1 0 0,0 0 0 0 0,-1 1 0 0 0,0 0 1 0 0,1 1-1 0 0,9 9 0 0 0,-8-6-2 0 0,-1-1 0 0 0,0 2-1 0 0,-1-1 1 0 0,1 1 0 0 0,-2 0 0 0 0,1 0 0 0 0,-1 1 0 0 0,-1-1-1 0 0,0 1 1 0 0,0 0 0 0 0,-1 0 0 0 0,0 1 0 0 0,-1-1-1 0 0,0 1 1 0 0,-1-1 0 0 0,0 1 0 0 0,0 11 0 0 0,-3 0 108 0 0,0 0 1 0 0,-2-1-1 0 0,0 1 1 0 0,-2-1-1 0 0,0 0 1 0 0,-1 0-1 0 0,-19 38 1 0 0,-9 3 971 0 0,-46 63 1 0 0,55-85-666 0 0,1 3-196 0 0,24-41-176 0 0,4 1 21 0 0,-3-3-64 0 0,0 1 0 0 0,0-1 0 0 0,0 0-1 0 0,0 0 1 0 0,0 1 0 0 0,0-1 0 0 0,0 0 0 0 0,0 0 0 0 0,1 0 0 0 0,-1 1-1 0 0,0-1 1 0 0,0 0 0 0 0,0 0 0 0 0,0 0 0 0 0,0 1 0 0 0,1-1 0 0 0,-1 0-1 0 0,0 0 1 0 0,0 0 0 0 0,0 0 0 0 0,1 1 0 0 0,-1-1 0 0 0,0 0 0 0 0,0 0 0 0 0,0 0-1 0 0,1 0 1 0 0,-1 0 0 0 0,0 0 0 0 0,0 0 0 0 0,1 0 0 0 0,-1 0 0 0 0,0 0-1 0 0,0 0 1 0 0,1 0 0 0 0,-1 0 0 0 0,0 0 0 0 0,1 0 0 0 0,22-2 24 0 0,1-1 1 0 0,-1-1-1 0 0,0-1 1 0 0,24-9-1 0 0,9-1 1 0 0,186-44-5053 0 0,-225 54 1072 0 0,5 0-4332 0 0,-2 1 2271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14 195 2424 0 0,'-2'-9'2673'0'0,"-1"1"-1"0"0,1 0 0 0 0,-2-16 1 0 0,2 11-816 0 0,2 0 1 0 0,-1 0-1 0 0,3-17 1 0 0,-1 26-1790 0 0,0 1 1 0 0,0-1 0 0 0,0 1-1 0 0,0-1 1 0 0,1 1-1 0 0,-1 0 1 0 0,1 0 0 0 0,0 0-1 0 0,0 0 1 0 0,0 0-1 0 0,0 0 1 0 0,1 0-1 0 0,-1 1 1 0 0,1-1 0 0 0,0 1-1 0 0,0-1 1 0 0,-1 1-1 0 0,2 0 1 0 0,-1 0-1 0 0,0 1 1 0 0,0-1 0 0 0,0 1-1 0 0,1-1 1 0 0,-1 1-1 0 0,1 0 1 0 0,5-1-1 0 0,6-1-84 0 0,0 1 0 0 0,1 0-1 0 0,-1 1 1 0 0,28 1-1 0 0,-28 1 8 0 0,0 0-1 0 0,0 2 1 0 0,-1-1-1 0 0,17 7 1 0 0,-27-8 13 0 0,1 0 1 0 0,-1 0 0 0 0,-1 1-1 0 0,1-1 1 0 0,0 1 0 0 0,0 0-1 0 0,-1 0 1 0 0,1 1 0 0 0,-1-1-1 0 0,1 1 1 0 0,-1 0-1 0 0,0 0 1 0 0,0 0 0 0 0,-1 0-1 0 0,1 0 1 0 0,0 0 0 0 0,-1 1-1 0 0,0-1 1 0 0,2 6 0 0 0,-3-5 3 0 0,0 0 0 0 0,0 0 1 0 0,-1 0-1 0 0,1 1 0 0 0,-1-1 1 0 0,0 0-1 0 0,-1 1 0 0 0,1-1 0 0 0,-1 0 1 0 0,0 0-1 0 0,0 0 0 0 0,0 0 1 0 0,0 0-1 0 0,-1 0 0 0 0,0 0 1 0 0,-3 7-1 0 0,-5 4 43 0 0,0-1 1 0 0,-21 25-1 0 0,3-6 97 0 0,5-9-122 0 0,22-23-53 0 0,2 3-29 0 0,-1-4 54 0 0,0 0-1 0 0,0 0 1 0 0,0 1 0 0 0,0-1-1 0 0,0 0 1 0 0,0 0 0 0 0,0 0-1 0 0,0 1 1 0 0,0-1 0 0 0,0 0-1 0 0,0 0 1 0 0,0 1 0 0 0,0-1-1 0 0,0 0 1 0 0,1 0 0 0 0,-1 1-1 0 0,0-1 1 0 0,0 0-1 0 0,0 0 1 0 0,0 0 0 0 0,0 0-1 0 0,0 1 1 0 0,1-1 0 0 0,-1 0-1 0 0,0 0 1 0 0,0 0 0 0 0,0 0-1 0 0,0 1 1 0 0,1-1 0 0 0,-1 0-1 0 0,0 0 1 0 0,0 0 0 0 0,0 0-1 0 0,1 0 1 0 0,-1 0 0 0 0,0 0-1 0 0,0 0 1 0 0,1 1-1 0 0,-1-1 1 0 0,0 0 0 0 0,18 3-15 0 0,0 1 0 0 0,-1 2 1 0 0,0-1-1 0 0,0 2 0 0 0,0 0 0 0 0,-1 1 1 0 0,0 1-1 0 0,0 0 0 0 0,-1 2 0 0 0,23 19 1 0 0,-30-23 296 0 0,-1-1 1 0 0,0 2 0 0 0,0-1-1 0 0,0 1 1 0 0,-1 0-1 0 0,0 0 1 0 0,7 15-1 0 0,-12-19-80 0 0,1-1 0 0 0,-1 1-1 0 0,0 0 1 0 0,0 0-1 0 0,0 0 1 0 0,0 0 0 0 0,-1 0-1 0 0,0 0 1 0 0,1 0-1 0 0,-2 0 1 0 0,1 0 0 0 0,0 0-1 0 0,-1 0 1 0 0,0 0-1 0 0,0 0 1 0 0,0 0 0 0 0,0 0-1 0 0,0-1 1 0 0,-1 1-1 0 0,0 0 1 0 0,-4 5 0 0 0,0 1 29 0 0,-1-1 0 0 0,0 0 0 0 0,-1-1 0 0 0,0 0 0 0 0,0 0 1 0 0,-1-1-1 0 0,0 0 0 0 0,0 0 0 0 0,-1-1 0 0 0,1 0 0 0 0,-1-1 0 0 0,-1 0 1 0 0,1-1-1 0 0,-1 0 0 0 0,-20 5 0 0 0,15-6-229 0 0,-18 0 0 0 0,27-5 0 0 0,1 0 0 0 0,1 2-145 0 0,1-1 1 0 0,0 0-1 0 0,0 1 0 0 0,-1-2 1 0 0,1 1-1 0 0,0 0 0 0 0,0-1 1 0 0,0 0-1 0 0,0 0 0 0 0,1 0 1 0 0,-1 0-1 0 0,1-1 0 0 0,-1 1 0 0 0,1-1 1 0 0,0 0-1 0 0,-1 0 0 0 0,-2-4 1 0 0,5 6-188 0 0,1-1 1 0 0,-1 0-1 0 0,0 0 0 0 0,0 0 1 0 0,1 0-1 0 0,-1 0 1 0 0,1 0-1 0 0,0 0 0 0 0,-1 0 1 0 0,1 0-1 0 0,0 0 1 0 0,0 0-1 0 0,1 0 0 0 0,-1-1 1 0 0,0 1-1 0 0,1 0 1 0 0,-1 0-1 0 0,1 0 0 0 0,-1 1 1 0 0,3-4-1 0 0,-1-1-1607 0 0,1 1 1 0 0,0 0-1 0 0,1 0 0 0 0,0 0 0 0 0,6-7 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1160 0 0,'94'-34'25475'0'0,"-80"28"-22969"0"0,-10 5-2116 0 0,-3 1-498 0 0,-1-1-1 0 0,1 1 1 0 0,0-1-1 0 0,0 1 1 0 0,0 0-1 0 0,0-1 1 0 0,-1 1-1 0 0,1 0 1 0 0,0 0-1 0 0,0 0 1 0 0,0 0-1 0 0,0 0 1 0 0,0 0-1 0 0,0 0 1 0 0,-1 0-1 0 0,1 0 1 0 0,0 0-1 0 0,0 0 1 0 0,0 0-1 0 0,0 1 1 0 0,0-1-1 0 0,-1 0 1 0 0,1 1-1 0 0,0-1 1 0 0,0 1-1 0 0,-1-1 1 0 0,1 1-1 0 0,0-1 1 0 0,0 1-1 0 0,-1-1 1 0 0,2 2-1 0 0,-1 1-443 0 0,1 0 0 0 0,0 0 0 0 0,-1 1 1 0 0,0-1-1 0 0,0 1 0 0 0,0-1 0 0 0,0 1 0 0 0,0-1 0 0 0,-1 1 0 0 0,1-1 0 0 0,-1 1 0 0 0,0 4 1 0 0,-3 28-7345 0 0,1-13-689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1 468 0 0,'-9'89'24836'0'0,"6"-65"-20401"0"0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4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276 295 408 0 0,'0'-4'1338'0'0,"5"-61"13932"0"0,-5 58-13988 0 0,0 1 0 0 0,-1-1 0 0 0,0 0 0 0 0,-2-7 0 0 0,3 12-622 0 0,0 2-620 0 0,0 0 0 0 0,0-1-1 0 0,0 1 1 0 0,0-1 0 0 0,0 1-1 0 0,0 0 1 0 0,0-1 0 0 0,0 1 0 0 0,0 0-1 0 0,0-1 1 0 0,0 1 0 0 0,0 0-1 0 0,0-1 1 0 0,0 1 0 0 0,-1 0 0 0 0,1-1-1 0 0,0 1 1 0 0,0 0 0 0 0,0-1-1 0 0,0 1 1 0 0,-1 0 0 0 0,1-1-1 0 0,0 1 1 0 0,0 0 0 0 0,-1 0 0 0 0,1-1-1 0 0,0 1 1 0 0,0 0 0 0 0,-1 0-1 0 0,1 0 1 0 0,0-1 0 0 0,-1 1 0 0 0,1 0-1 0 0,0 0 1 0 0,-1 0 0 0 0,-12 6 382 0 0,-12 17-255 0 0,-5 15 55 0 0,2 1 1 0 0,2 1-1 0 0,1 1 0 0 0,2 2 0 0 0,-19 49 1 0 0,29-62-215 0 0,1 1 0 0 0,2 0 1 0 0,-6 35-1 0 0,14-57 16 0 0,0 1 0 0 0,1 0-1 0 0,0 0 1 0 0,0-1 0 0 0,1 1 0 0 0,1 0 0 0 0,0 0 0 0 0,0-1 0 0 0,1 1 0 0 0,0-1-1 0 0,1 1 1 0 0,0-1 0 0 0,0 0 0 0 0,8 16 0 0 0,-7-20 1 0 0,1 1 1 0 0,0-1-1 0 0,-1 0 1 0 0,2 0-1 0 0,-1 0 1 0 0,0-1-1 0 0,1 0 1 0 0,0 0-1 0 0,0 0 1 0 0,0-1-1 0 0,1 0 1 0 0,-1 0-1 0 0,1 0 1 0 0,-1-1-1 0 0,1 0 1 0 0,0-1-1 0 0,0 1 0 0 0,0-1 1 0 0,10 0-1 0 0,2 0 100 0 0,-1-1 0 0 0,1 0 1 0 0,0-2-1 0 0,-1 0 0 0 0,1-1 0 0 0,22-7 0 0 0,-18 2-16 0 0,0-1 1 0 0,-1-1-1 0 0,0-1 1 0 0,-1-1-1 0 0,0-1 1 0 0,0 0-1 0 0,-2-2 1 0 0,0 0 0 0 0,0-2-1 0 0,-2 0 1 0 0,0-1-1 0 0,-1 0 1 0 0,-1-1-1 0 0,0-1 1 0 0,-2-1-1 0 0,0 0 1 0 0,-1 0-1 0 0,-2-1 1 0 0,0-1-1 0 0,-1 0 1 0 0,-1 0 0 0 0,-2-1-1 0 0,8-47 1 0 0,-13 55-100 0 0,-1 0 0 0 0,-1 0 1 0 0,0 1-1 0 0,-1-1 1 0 0,-1 0-1 0 0,0 1 0 0 0,-1-1 1 0 0,-1 1-1 0 0,0 0 1 0 0,-1 1-1 0 0,-1-1 0 0 0,0 1 1 0 0,-1 0-1 0 0,-1 1 0 0 0,0 0 1 0 0,0 0-1 0 0,-1 1 1 0 0,-1 0-1 0 0,0 1 0 0 0,-1 0 1 0 0,-13-9-1 0 0,11 10-261 0 0,0 0 0 0 0,-1 1-1 0 0,0 1 1 0 0,0 0 0 0 0,0 1 0 0 0,-1 1-1 0 0,0 0 1 0 0,-29-6 0 0 0,31 10-316 0 0,0 0 0 0 0,0 1 0 0 0,-1 0 0 0 0,1 1 0 0 0,0 1 0 0 0,-1 0 0 0 0,1 1 0 0 0,0 0 0 0 0,0 1 0 0 0,-25 10 0 0 0,17-4-915 0 0,2 1 1 0 0,-24 14 0 0 0,-10 13-5345 0 0,9-2-3074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46 76 0 0,'-20'13'14219'0'0,"28"-8"-13893"0"0,-6-4 42 0 0,23-1 695 0 0,38-2-331 0 0,30-8-27 0 0,117-29 1 0 0,-191 37 112 0 0,-17 2-774 0 0,0 0 1 0 0,1 0-1 0 0,-1 0 1 0 0,0-1-1 0 0,0 1 1 0 0,0 0-1 0 0,1-1 0 0 0,-1 0 1 0 0,0 1-1 0 0,2-2 1 0 0,-8-4-1336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33 416 0 0,'3'-32'15869'0'0,"-13"96"-12170"0"0,-7 40-2382 0 0,16-98-1269 0 0,-101 488 999 0 0,80-381-3645 0 0,17-38-4366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112 257 1272 0 0,'-3'-70'26011'0'0,"3"70"-25852"0"0,-1 0-1 0 0,-11 15 940 0 0,-6 30-1701 0 0,-38 142 805 0 0,48-154-92 0 0,3-1-1 0 0,0 1 1 0 0,1 63-1 0 0,4-85-73 0 0,1 0 0 0 0,1 0 1 0 0,-1-1-1 0 0,2 1 0 0 0,0 0 0 0 0,0-1 0 0 0,0 0 0 0 0,1 0 0 0 0,1 0 0 0 0,9 16 0 0 0,-10-21-5 0 0,0 1 1 0 0,1-1-1 0 0,-1 0 0 0 0,1 0 0 0 0,0 0 0 0 0,0-1 0 0 0,0 0 1 0 0,1 0-1 0 0,0 0 0 0 0,0 0 0 0 0,0-1 0 0 0,0 0 1 0 0,0-1-1 0 0,0 1 0 0 0,1-1 0 0 0,0 0 0 0 0,-1-1 1 0 0,8 2-1 0 0,3-2 7 0 0,1-1 1 0 0,-1 0-1 0 0,0-1 1 0 0,1-1-1 0 0,-1 0 1 0 0,0-2-1 0 0,0 0 1 0 0,0 0-1 0 0,-1-2 1 0 0,23-10-1 0 0,-17 6-2 0 0,-1-2 0 0 0,1 0 0 0 0,-2-1-1 0 0,0-1 1 0 0,-1-1 0 0 0,33-33 0 0 0,-37 31-15 0 0,-1 0-1 0 0,-1-1 1 0 0,-1-1 0 0 0,0 0 0 0 0,-1-1-1 0 0,-1 0 1 0 0,-1-1 0 0 0,-1 0 0 0 0,-1 0-1 0 0,-1-1 1 0 0,0 0 0 0 0,3-33 0 0 0,-7 37-20 0 0,-1 1 1 0 0,-1-1-1 0 0,0 0 0 0 0,-1 0 1 0 0,-1 0-1 0 0,-1 1 1 0 0,0-1-1 0 0,-1 1 0 0 0,-1-1 1 0 0,-1 1-1 0 0,0 1 1 0 0,-1-1-1 0 0,-1 1 1 0 0,0 1-1 0 0,-2-1 0 0 0,-13-17 1 0 0,18 27-62 0 0,0 1 0 0 0,0-1 0 0 0,-1 1 0 0 0,1 0 0 0 0,-1 0 0 0 0,-1 1 0 0 0,1-1 0 0 0,-1 1-1 0 0,1 1 1 0 0,-1-1 0 0 0,0 1 0 0 0,0 1 0 0 0,-1-1 0 0 0,1 1 0 0 0,0 0 0 0 0,-1 1 0 0 0,0 0 0 0 0,-14-1 0 0 0,12 3-413 0 0,0 0 0 0 0,0 0-1 0 0,0 1 1 0 0,0 0 0 0 0,0 1 0 0 0,1 0-1 0 0,-1 1 1 0 0,1-1 0 0 0,0 2 0 0 0,0-1-1 0 0,0 2 1 0 0,1-1 0 0 0,-16 13 0 0 0,-1 6-3815 0 0,-27 31 0 0 0,35-36 253 0 0,-8 10-3877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85 140 0 0,'-45'31'15518'0'0,"45"-31"-15475"0"0,22-5 254 0 0,-1 0 1 0 0,0-1-1 0 0,0-1 0 0 0,36-17 1 0 0,-12 4-166 0 0,-28 13-100 0 0,90-32 348 0 0,-105 39-336 0 0,7-2 198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64 2224 0 0,'1'-3'2014'0'0,"16"-58"12379"0"0,-18 73-13003 0 0,-98 541 907 0 0,65-393-2208 0 0,27-126-853 0 0,-1 6-1421 0 0,3-16-2760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7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3 644 0 0,'-8'8'4531'0'0,"-18"29"2230"0"0,26-36-6363 0 0,-3 2-112 0 0,1 0 0 0 0,0-1 0 0 0,0 1 0 0 0,1 0 0 0 0,-1 0 0 0 0,1 0 0 0 0,-1 0 1 0 0,0 6-1 0 0,1-8 118 0 0,15 1 482 0 0,-11-1-787 0 0,1 0 0 0 0,-1-1 0 0 0,1 1 0 0 0,-1-1 0 0 0,1 0 0 0 0,-1 0-1 0 0,6 0 1 0 0,41-12 150 0 0,68-23 1 0 0,-31 7 416 0 0,-85 28-452 0 0,0 0-164 0 0,0-1 0 0 0,-1 1 0 0 0,1 0 0 0 0,-1 0 0 0 0,0 0 0 0 0,1-1 0 0 0,-1 1 0 0 0,1-1 0 0 0,-1 1 0 0 0,1-1 0 0 0,-1 0 0 0 0,0 0 0 0 0,1 1 0 0 0,-1-1 0 0 0,0 0 0 0 0,0 0 0 0 0,2-2 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1652 0 0,'0'0'1998'0'0,"3"-32"7709"0"0,-2 28-9594 0 0,1 1 0 0 0,0 0 0 0 0,0 0 0 0 0,0 0 1 0 0,0 0-1 0 0,0 0 0 0 0,1 0 0 0 0,-1 0 0 0 0,1 1 1 0 0,0-1-1 0 0,0 1 0 0 0,0 0 0 0 0,0 0 1 0 0,0 0-1 0 0,0 0 0 0 0,1 0 0 0 0,-1 1 0 0 0,0-1 1 0 0,1 1-1 0 0,0 0 0 0 0,-1 0 0 0 0,1 1 0 0 0,-1-1 1 0 0,1 1-1 0 0,0 0 0 0 0,0-1 0 0 0,-1 2 1 0 0,5-1-1 0 0,-2 1-84 0 0,-1 1 1 0 0,1-1-1 0 0,-1 1 0 0 0,0 0 1 0 0,1 0-1 0 0,-1 1 1 0 0,0-1-1 0 0,0 1 1 0 0,-1 0-1 0 0,1 1 1 0 0,-1-1-1 0 0,1 1 0 0 0,-1 0 1 0 0,0 0-1 0 0,0 0 1 0 0,-1 0-1 0 0,7 10 1 0 0,-5-4 1 0 0,0-1 0 0 0,0 1 0 0 0,-1 0-1 0 0,-1 1 1 0 0,1-1 0 0 0,-2 1 0 0 0,1 0 0 0 0,1 17 0 0 0,-3-11-4 0 0,-1 0 0 0 0,-1 0 0 0 0,0 1-1 0 0,-7 31 1 0 0,-2-12 163 0 0,-1-1 0 0 0,-2-1 0 0 0,-1 0 0 0 0,-25 42 0 0 0,27-54-33 0 0,-65 113 878 0 0,76-136-1006 0 0,1 0 0 0 0,0 1 0 0 0,-1-1 0 0 0,1 0 1 0 0,0 1-1 0 0,0-1 0 0 0,-1 1 0 0 0,1-1 0 0 0,0 0 0 0 0,0 1 0 0 0,0-1 1 0 0,0 1-1 0 0,-1-1 0 0 0,1 1 0 0 0,0-1 0 0 0,0 1 0 0 0,0-1 0 0 0,0 1 1 0 0,0-1-1 0 0,0 1 0 0 0,0-1 0 0 0,0 1 0 0 0,0-1 0 0 0,1 0 0 0 0,-1 2 1 0 0,10 0 221 0 0,13-8-115 0 0,287-108 276 0 0,-308 113-400 0 0,21-2 149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20 1680 0 0,'-7'-4'3549'0'0,"-15"-9"2246"0"0,17 11-4393 0 0,11 7-985 0 0,-5-4-738 0 0,0 0 1 0 0,0 1 0 0 0,-1-1 0 0 0,1 0 0 0 0,0 0 0 0 0,-1 0 0 0 0,1 1 0 0 0,-1-1 0 0 0,1 0 0 0 0,-1 0 0 0 0,0 1 0 0 0,1-1 0 0 0,-1 0 0 0 0,0 1 0 0 0,0-1-1 0 0,0 0 1 0 0,0 2 0 0 0,-1 9-4357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9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1 640 0 0,'-10'41'12162'0'0,"10"-39"-11523"0"0,-4 11 653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09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195 181 2248 0 0,'3'-22'12100'0'0,"-15"37"-11224"0"0,-12 20-822 0 0,3 5 156 0 0,1 1-1 0 0,2 0 1 0 0,-24 87-1 0 0,-4 45-58 0 0,41-148-131 0 0,1 0-1 0 0,1 0 0 0 0,1 0 1 0 0,2 0-1 0 0,2 27 1 0 0,-1-46-9 0 0,0 1 1 0 0,0-1 0 0 0,0 0 0 0 0,1 0 0 0 0,0 0 0 0 0,1 0 0 0 0,-1 0 0 0 0,1 0-1 0 0,0 0 1 0 0,0-1 0 0 0,5 6 0 0 0,-6-8-2 0 0,0-1 1 0 0,1 0-1 0 0,-1 0 0 0 0,1 0 1 0 0,-1 0-1 0 0,1 0 0 0 0,-1 0 0 0 0,1-1 1 0 0,0 1-1 0 0,0-1 0 0 0,0 0 1 0 0,0 0-1 0 0,0 0 0 0 0,0 0 1 0 0,0 0-1 0 0,0-1 0 0 0,0 0 0 0 0,0 1 1 0 0,0-1-1 0 0,1 0 0 0 0,-1 0 1 0 0,0-1-1 0 0,0 1 0 0 0,3-2 1 0 0,5-1 3 0 0,0 0 1 0 0,-1-1-1 0 0,1-1 1 0 0,-1 0 0 0 0,0 0-1 0 0,-1-1 1 0 0,1 0 0 0 0,-1-1-1 0 0,-1 0 1 0 0,1 0 0 0 0,-1-1-1 0 0,0 0 1 0 0,-1 0 0 0 0,7-11-1 0 0,5-6 12 0 0,-2-1-1 0 0,-1-1 1 0 0,22-53 0 0 0,-27 52-22 0 0,-1-1 1 0 0,-1 0 0 0 0,-2 0 0 0 0,7-55 0 0 0,-12 61-12 0 0,0-1 1 0 0,-2 1 0 0 0,-1-1-1 0 0,-1 1 1 0 0,-1-1 0 0 0,-10-39 0 0 0,9 51 24 0 0,0 1 1 0 0,-1 0 0 0 0,0-1-1 0 0,-1 1 1 0 0,0 1 0 0 0,0-1-1 0 0,-2 1 1 0 0,1 1 0 0 0,-11-11 0 0 0,-5-2-1129 0 0,0 1 0 0 0,-37-24 0 0 0,56 43 91 0 0,0-1 0 0 0,1-1 0 0 0,-1 1 0 0 0,1-1 0 0 0,0 1 0 0 0,-5-7 0 0 0,-1-3-3387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52 148 0 0,'0'0'12580'0'0,"-10"2"-9963"0"0,104-21-1484 0 0,14-1-891 0 0,72 6-64 0 0,-150 14-174 0 0,0 1 0 0 0,0 1 0 0 0,-1 2 0 0 0,31 8 0 0 0,-51-10 5 0 0,0 1 0 0 0,0 1 1 0 0,0-1-1 0 0,-1 1 1 0 0,0 1-1 0 0,1-1 1 0 0,-2 1-1 0 0,1 1 1 0 0,-1-1-1 0 0,1 1 1 0 0,-1 1-1 0 0,-1-1 1 0 0,0 1-1 0 0,0 1 0 0 0,0-1 1 0 0,5 10-1 0 0,-3-3 65 0 0,-1 1 0 0 0,-1-1-1 0 0,0 1 1 0 0,-1 0 0 0 0,-1 0 0 0 0,0 1-1 0 0,-1 0 1 0 0,2 28 0 0 0,-1 50 239 0 0,-11 124 0 0 0,-26 95-58 0 0,12-133-167 0 0,19-168-87 0 0,-83 930 229 0 0,51-316-190 0 0,-23 335 14 0 0,-8-277 0 0 0,63-671-51 0 0,-33 215 761 0 0,27-187-555 0 0,-3-1 1 0 0,-1-1 0 0 0,-27 59-1 0 0,30-78 64 0 0,-2-1 0 0 0,0-1 0 0 0,0 1 0 0 0,-28 30 1 0 0,29-39-221 0 0,1-1 0 0 0,-1 0 1 0 0,-1 0-1 0 0,0-1 1 0 0,0-1-1 0 0,-1 0 0 0 0,0 0 1 0 0,0-1-1 0 0,-14 5 1 0 0,-25 6-416 0 0,0-3 0 0 0,-1-1 1 0 0,-1-3-1 0 0,-90 6 0 0 0,23-16-3649 0 0,2-11-3594 0 0,52 1 839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83 776 0 0,'-16'-2'15614'0'0,"10"3"-14552"0"0,9-2-394 0 0,19-3-140 0 0,20-4-292 0 0,175-50 136 0 0,-183 48-443 0 0,-30 9 511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157 162 804 0 0,'-2'-10'6293'0'0,"1"4"-4330"0"0,0 0 0 0 0,1-1-1 0 0,0 1 1 0 0,0-10-1 0 0,1 12-1811 0 0,0 0-1 0 0,0 0 0 0 0,0 1 0 0 0,0-1 1 0 0,0 1-1 0 0,1-1 0 0 0,0 1 0 0 0,0 0 1 0 0,0 0-1 0 0,0-1 0 0 0,0 1 0 0 0,0 1 1 0 0,1-1-1 0 0,-1 0 0 0 0,5-3 0 0 0,1-1-61 0 0,1 0 0 0 0,1 0-1 0 0,-1 1 1 0 0,1 0-1 0 0,14-6 1 0 0,-21 10-82 0 0,0 1-1 0 0,-1-1 1 0 0,2 1 0 0 0,-1 0 0 0 0,0 0 0 0 0,0 1 0 0 0,0-1-1 0 0,0 1 1 0 0,0-1 0 0 0,1 1 0 0 0,-1 0 0 0 0,0 0 0 0 0,0 1-1 0 0,0-1 1 0 0,1 1 0 0 0,-1-1 0 0 0,0 1 0 0 0,0 0 0 0 0,0 0-1 0 0,0 0 1 0 0,0 1 0 0 0,0-1 0 0 0,3 3 0 0 0,-3-1 2 0 0,0 0 0 0 0,-1 0 0 0 0,0 0-1 0 0,0 1 1 0 0,0-1 0 0 0,0 0 0 0 0,0 1 0 0 0,-1 0 0 0 0,1-1 0 0 0,-1 1 0 0 0,0 0 0 0 0,0 0 0 0 0,0 0-1 0 0,-1-1 1 0 0,1 1 0 0 0,-1 0 0 0 0,0 0 0 0 0,0 0 0 0 0,-1 0 0 0 0,1 0 0 0 0,-2 5 0 0 0,-1 7 18 0 0,0 0 0 0 0,-2 0 0 0 0,-10 26 1 0 0,-11 14 387 0 0,-3-1 0 0 0,-1-2 0 0 0,-4 0 0 0 0,-48 58 1 0 0,-42 53 488 0 0,123-164-901 0 0,1 1 1 0 0,0-1 0 0 0,-1 0 0 0 0,1 1-1 0 0,0-1 1 0 0,0 0 0 0 0,-1 1-1 0 0,1-1 1 0 0,0 0 0 0 0,0 1-1 0 0,0-1 1 0 0,0 1 0 0 0,-1-1-1 0 0,1 0 1 0 0,0 1 0 0 0,0-1-1 0 0,0 1 1 0 0,0-1 0 0 0,0 1-1 0 0,0-1 1 0 0,0 0 0 0 0,0 1 0 0 0,0-1-1 0 0,0 1 1 0 0,1-1 0 0 0,-1 1-1 0 0,0-1 1 0 0,0 0 0 0 0,0 1-1 0 0,0-1 1 0 0,1 0 0 0 0,-1 1-1 0 0,0-1 1 0 0,0 1 0 0 0,1-1-1 0 0,-1 0 1 0 0,0 0 0 0 0,0 1-1 0 0,1-1 1 0 0,-1 0 0 0 0,0 1 0 0 0,1-1-1 0 0,-1 0 1 0 0,1 0 0 0 0,-1 0-1 0 0,0 1 1 0 0,1-1 0 0 0,-1 0-1 0 0,1 0 1 0 0,-1 0 0 0 0,0 0-1 0 0,1 0 1 0 0,0 0 0 0 0,21 2 132 0 0,11-7-88 0 0,0-2 0 0 0,-1-1 0 0 0,57-24 0 0 0,-32 11-48 0 0,-37 15-165 0 0,85-30-321 0 0,-37 17-3055 0 0,-65 18 2601 0 0,3 0-276 0 0,-2-1-481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54 1456 0 0,'-9'-24'11359'0'0,"3"9"-6442"0"0,1 0-2403 0 0,11 28-5080 0 0,-1 18-6165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3:56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0 424 0 0,'-5'21'4785'0'0,"-7"20"9553"0"0,8-22-11273 0 0,1-10-5880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1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1348 0 0,'0'0'1068'0'0,"9"-7"888"0"0,3 3-1624 0 0,-2 9-2164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158 412 1088 0 0,'-6'-100'13169'0'0,"4"92"-12060"0"0,-2 10-187 0 0,-4 13-458 0 0,-72 486 882 0 0,73-376-1140 0 0,7-123-144 0 0,61-308-48 0 0,-12 49-38 0 0,-31 184-20 0 0,39-105 0 0 0,-55 175 41 0 0,3-12-14 0 0,0 0 1 0 0,2 1-1 0 0,-1 0 0 0 0,2 1 0 0 0,0-1 1 0 0,0 1-1 0 0,15-15 0 0 0,-23 27 16 0 0,1 1 0 0 0,0-1 0 0 0,-1 0 0 0 0,1 1 0 0 0,0 0 0 0 0,0-1 0 0 0,0 1 0 0 0,-1-1 0 0 0,1 1 0 0 0,0 0 0 0 0,0 0 0 0 0,0-1 0 0 0,0 1 0 0 0,0 0 0 0 0,0 0 0 0 0,0 0 0 0 0,-1 0 0 0 0,1 0 0 0 0,0 0 0 0 0,0 0 0 0 0,0 1 0 0 0,0-1 0 0 0,0 0 0 0 0,0 0 0 0 0,-1 1 0 0 0,1-1 0 0 0,0 0 0 0 0,0 1 1 0 0,0-1-1 0 0,-1 1 0 0 0,2 0 0 0 0,0 0 3 0 0,0 1 0 0 0,0-1 1 0 0,0 1-1 0 0,-1 0 1 0 0,1-1-1 0 0,0 1 1 0 0,-1 0-1 0 0,0 0 0 0 0,1 0 1 0 0,1 3-1 0 0,0 6 39 0 0,1 0 0 0 0,-1 1 0 0 0,-1 0 0 0 0,0-1 0 0 0,-1 1 0 0 0,0 0 0 0 0,-1 0 0 0 0,0 0 0 0 0,0-1 0 0 0,-2 1 0 0 0,-4 20 0 0 0,-2 1 95 0 0,-1 1 0 0 0,-25 54 0 0 0,16-49 11 0 0,0-1 0 0 0,-31 46 0 0 0,41-72-97 0 0,0-1 0 0 0,0 0 0 0 0,-1 0 0 0 0,-1-1-1 0 0,0 0 1 0 0,0-1 0 0 0,-1 0 0 0 0,0-1 0 0 0,0 0 0 0 0,-24 12 0 0 0,25-16 39 0 0,0-2 0 0 0,0 1-1 0 0,0-1 1 0 0,-13 1 0 0 0,19-3-17 0 0,2 1 13 0 0,-3 0-37 0 0,4-1-34 0 0,-1 0 1 0 0,1 0-1 0 0,-1 0 1 0 0,1 1 0 0 0,-1-1-1 0 0,1 1 1 0 0,-1-1 0 0 0,1 1-1 0 0,-1-1 1 0 0,1 1-1 0 0,0 0 1 0 0,-1 0 0 0 0,-1 1-1 0 0,4 1-14 0 0,-1 0 1 0 0,1 0-1 0 0,0-1 0 0 0,1 1 0 0 0,-1 0 0 0 0,0-1 0 0 0,1 1 0 0 0,-1-1 1 0 0,1 1-1 0 0,0-1 0 0 0,0 0 0 0 0,0 1 0 0 0,0-1 0 0 0,0 0 0 0 0,0 0 0 0 0,4 1 1 0 0,3 5-9 0 0,101 106 97 0 0,-11-9-3098 0 0,-30-39-5317 0 0,-50-47 1112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188 185 908 0 0,'-5'-50'9062'0'0,"5"42"-7935"0"0,1-1-1 0 0,-1 1 0 0 0,5-16 0 0 0,-4 19-957 0 0,0 1 0 0 0,1-1 0 0 0,-1 1 0 0 0,1-1 0 0 0,0 1 0 0 0,1 0 0 0 0,-1-1 0 0 0,1 1 0 0 0,0 0 0 0 0,0 1 0 0 0,0-1 0 0 0,0 0 1 0 0,1 1-1 0 0,-1 0 0 0 0,1 0 0 0 0,0 0 0 0 0,0 0 0 0 0,7-3 0 0 0,-9 5-133 0 0,0-1 1 0 0,1 1-1 0 0,-1 0 0 0 0,1 0 0 0 0,-1 0 1 0 0,1 1-1 0 0,0-1 0 0 0,-1 1 1 0 0,1-1-1 0 0,-1 1 0 0 0,1 0 1 0 0,0 0-1 0 0,-1 0 0 0 0,1 0 1 0 0,0 0-1 0 0,-1 1 0 0 0,1-1 0 0 0,0 1 1 0 0,-1 0-1 0 0,1 0 0 0 0,-1 0 1 0 0,1 0-1 0 0,-1 0 0 0 0,0 0 1 0 0,1 1-1 0 0,3 3 0 0 0,-4-3-21 0 0,1 1 1 0 0,-1 0-1 0 0,0 0 0 0 0,0 0 0 0 0,0 0 1 0 0,0 0-1 0 0,-1 0 0 0 0,1 1 0 0 0,-1-1 1 0 0,0 1-1 0 0,0-1 0 0 0,0 1 0 0 0,0-1 0 0 0,0 1 1 0 0,-1-1-1 0 0,0 1 0 0 0,0 0 0 0 0,0-1 1 0 0,-1 5-1 0 0,-1 8 10 0 0,-1 0 1 0 0,-1 0 0 0 0,0 0 0 0 0,-2 0 0 0 0,0-1-1 0 0,0 0 1 0 0,-1 0 0 0 0,-1 0 0 0 0,-12 16-1 0 0,-4 2 89 0 0,-1-1-1 0 0,-45 43 0 0 0,69-74-95 0 0,3-2-41 0 0,2-1 25 0 0,0 0 0 0 0,0 0 1 0 0,0 0-1 0 0,0 1 1 0 0,0-1-1 0 0,0 1 1 0 0,0 0-1 0 0,0 0 1 0 0,5 0-1 0 0,2-1 6 0 0,-1 1-5 0 0,1 0 1 0 0,-1 0-1 0 0,1 1 1 0 0,0 0-1 0 0,-1 1 1 0 0,16 2-1 0 0,-20-1 11 0 0,0 1 1 0 0,0-1-1 0 0,0 1 1 0 0,0 0-1 0 0,0 0 0 0 0,-1 0 1 0 0,10 8-1 0 0,-12-8 81 0 0,1 0 0 0 0,-1 0 0 0 0,1 1 1 0 0,-1-1-1 0 0,0 1 0 0 0,0 0 0 0 0,-1 0 0 0 0,1 0 0 0 0,-1 0 0 0 0,0 0 0 0 0,0 1 0 0 0,0-1 0 0 0,0 1 0 0 0,-1-1 0 0 0,0 1 1 0 0,0 0-1 0 0,0 0 0 0 0,-1-1 0 0 0,1 1 0 0 0,-1 0 0 0 0,0 0 0 0 0,-1 0 0 0 0,1-1 0 0 0,-1 1 0 0 0,0 0 0 0 0,0 0 1 0 0,0-1-1 0 0,-1 1 0 0 0,-3 6 0 0 0,2-3 83 0 0,-1 1-1 0 0,0-1 1 0 0,-1 0 0 0 0,0 0 0 0 0,0-1-1 0 0,-1 0 1 0 0,0 1 0 0 0,0-2 0 0 0,0 1-1 0 0,-1-1 1 0 0,0 0 0 0 0,0 0 0 0 0,-1-1 0 0 0,-14 8-1 0 0,8-7-64 0 0,0-1-1 0 0,-1-1 0 0 0,0 0 0 0 0,0 0 1 0 0,0-2-1 0 0,-25 2 0 0 0,29-3-180 0 0,-1-1 1 0 0,0-1-1 0 0,1 0 0 0 0,-1 0 1 0 0,1-1-1 0 0,-1-1 1 0 0,1 0-1 0 0,0 0 0 0 0,-15-8 1 0 0,24 10-154 0 0,0 0 0 0 0,0 0 1 0 0,0 0-1 0 0,0 0 0 0 0,0-1 0 0 0,0 1 1 0 0,0-1-1 0 0,0 0 0 0 0,1 1 1 0 0,-1-1-1 0 0,1 0 0 0 0,-1 0 1 0 0,1 0-1 0 0,0 0 0 0 0,0 0 0 0 0,0 0 1 0 0,0 0-1 0 0,0 0 0 0 0,-1-3 1 0 0,2 1-639 0 0,-1 1 1 0 0,1-1 0 0 0,0 1-1 0 0,0-1 1 0 0,1 1-1 0 0,-1-1 1 0 0,1 1 0 0 0,-1-1-1 0 0,1 1 1 0 0,0 0 0 0 0,1-1-1 0 0,1-4 1 0 0,6-10-6529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4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2920 0 0,'6'-8'8282'0'0,"-4"6"-7898"0"0,0 1 0 0 0,0-1 0 0 0,0 1 0 0 0,0 0 0 0 0,0-1 0 0 0,0 1 0 0 0,0 0 0 0 0,1 0 0 0 0,-1 1 0 0 0,0-1 0 0 0,1 0 0 0 0,-1 1 0 0 0,1 0 0 0 0,-1-1 0 0 0,1 1 1 0 0,-1 0-1 0 0,0 0 0 0 0,5 1 0 0 0,55 8-195 0 0,-43-5 396 0 0,179 23 62 0 0,-117-20-3577 0 0,-79-6 2593 0 0,0-1 1 0 0,0 0 0 0 0,0 0-1 0 0,0 0 1 0 0,0 0 0 0 0,0 0 0 0 0,0-1-1 0 0,0 1 1 0 0,0-1 0 0 0,0 1-1 0 0,0-1 1 0 0,0 0 0 0 0,0 1 0 0 0,0-1-1 0 0,0 0 1 0 0,-1 0 0 0 0,3-2-1 0 0,-3 2 87 0 0,0 0 1 0 0,0-1-1 0 0,0 1 0 0 0,0-1 0 0 0,0 1 0 0 0,0-1 0 0 0,-1 1 0 0 0,1-1 0 0 0,0 1 0 0 0,-1-1 1 0 0,1 0-1 0 0,-1 1 0 0 0,0-1 0 0 0,0 0 0 0 0,1 0 0 0 0,-1-1 0 0 0,-1-7-13 0 0,0 0 1 0 0,-1 0-1 0 0,1 0 0 0 0,-2 1 1 0 0,-5-15-1 0 0,4 10 1610 0 0,-45-119 8338 0 0,48 131-9356 0 0,1-4 1312 0 0,3 14-1269 0 0,-3-6-364 0 0,4 12 139 0 0,-1 0 0 0 0,-1 0-1 0 0,0 1 1 0 0,0-1-1 0 0,-2 0 1 0 0,0 1-1 0 0,0-1 1 0 0,-4 15 0 0 0,-26 121 151 0 0,18-99-177 0 0,-4 12-34 0 0,4-16-3130 0 0,5-15-4987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5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126 291 1724 0 0,'6'-12'2653'0'0,"-2"7"-1129"0"0,-1-1 0 0 0,0 0 0 0 0,0 0 0 0 0,-1 0 0 0 0,0 0 0 0 0,3-11 0 0 0,-6 84 2402 0 0,-61 548-1000 0 0,44-501-2569 0 0,13-103-578 0 0,-2-12-824 0 0,-3-17-415 0 0,3-12 473 0 0,2 0-1 0 0,1 0 1 0 0,0-49-1 0 0,12-91 21 0 0,-3 122 871 0 0,2 1-1 0 0,2 0 1 0 0,2 0 0 0 0,2 1 0 0 0,32-74 0 0 0,-34 96 100 0 0,1-1 1 0 0,2 2-1 0 0,0 0 0 0 0,1 1 1 0 0,1 0-1 0 0,1 1 0 0 0,1 1 1 0 0,0 0-1 0 0,2 2 0 0 0,0 0 1 0 0,35-22-1 0 0,-42 32 17 0 0,0 2-1 0 0,0-1 1 0 0,0 2-1 0 0,0 0 1 0 0,1 1-1 0 0,15-4 1 0 0,-25 8 2 0 0,0-1-1 0 0,0 1 1 0 0,-1-1-1 0 0,1 1 1 0 0,0 0 0 0 0,0 1-1 0 0,0-1 1 0 0,-1 1-1 0 0,1 0 1 0 0,0-1 0 0 0,0 2-1 0 0,4 1 1 0 0,-6-2 2 0 0,0 0-1 0 0,0 1 1 0 0,0-1-1 0 0,-1 1 1 0 0,1-1 0 0 0,0 1-1 0 0,-1 0 1 0 0,1 0 0 0 0,-1 0-1 0 0,1 0 1 0 0,-1 0 0 0 0,0 0-1 0 0,0 0 1 0 0,0 0 0 0 0,0 0-1 0 0,0 1 1 0 0,-1-1-1 0 0,1 0 1 0 0,-1 0 0 0 0,1 1-1 0 0,-1 3 1 0 0,0 3 5 0 0,0 0 1 0 0,0-1-1 0 0,-1 1 0 0 0,0 0 1 0 0,-1-1-1 0 0,0 1 1 0 0,0-1-1 0 0,-1 0 0 0 0,0 0 1 0 0,-7 13-1 0 0,-6 8 28 0 0,-26 36 1 0 0,41-63-56 0 0,-15 20 24 0 0,-1-1-1 0 0,-1-1 1 0 0,0 0-1 0 0,-1-2 1 0 0,-1 0-1 0 0,-1-1 1 0 0,-1-1-1 0 0,0-1 1 0 0,-1-2 0 0 0,0 0-1 0 0,-1-1 1 0 0,-1-1-1 0 0,0-1 1 0 0,0-1-1 0 0,-1-2 1 0 0,-40 7-1 0 0,28-9 537 0 0,35-4-481 0 0,0 0-17 0 0,-6 2 61 0 0,9-3-121 0 0,-1 0 1 0 0,1 0 0 0 0,0 1-1 0 0,0-1 1 0 0,0 0 0 0 0,0 0 0 0 0,0 1-1 0 0,0-1 1 0 0,0 0 0 0 0,0 1-1 0 0,0-1 1 0 0,0 0 0 0 0,0 0-1 0 0,0 1 1 0 0,0-1 0 0 0,0 0-1 0 0,0 1 1 0 0,0-1 0 0 0,0 0-1 0 0,0 0 1 0 0,0 1 0 0 0,0-1 0 0 0,1 0-1 0 0,-1 0 1 0 0,0 1 0 0 0,0-1-1 0 0,0 0 1 0 0,0 0 0 0 0,1 0-1 0 0,-1 1 1 0 0,0-1 0 0 0,0 0-1 0 0,0 0 1 0 0,1 0 0 0 0,-1 1-1 0 0,0-1 1 0 0,0 0 0 0 0,1 0-1 0 0,-1 0 1 0 0,0 0 0 0 0,1 0 0 0 0,22 21 214 0 0,-1 0 0 0 0,-1 2 0 0 0,19 26 0 0 0,51 81 421 0 0,-55-75-2447 0 0,64 75 0 0 0,-52-80-4636 0 0,-24-32 333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15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209 169 1384 0 0,'-4'-11'1946'0'0,"0"0"0"0"0,1-1 0 0 0,0 0-1 0 0,1 1 1 0 0,-1-16 0 0 0,3 24-1759 0 0,0-1-1 0 0,0 0 1 0 0,0 0 0 0 0,0 1 0 0 0,1-1-1 0 0,-1 0 1 0 0,1 1 0 0 0,0-1-1 0 0,0 0 1 0 0,0 1 0 0 0,1-1 0 0 0,-1 1-1 0 0,1 0 1 0 0,0-1 0 0 0,0 1 0 0 0,0 0-1 0 0,0 0 1 0 0,1 0 0 0 0,-1 0 0 0 0,5-3-1 0 0,-6 5-170 0 0,0 0 1 0 0,0 1-1 0 0,0-1 0 0 0,0 0 0 0 0,0 0 0 0 0,0 1 0 0 0,0-1 0 0 0,0 0 1 0 0,1 1-1 0 0,-1-1 0 0 0,0 1 0 0 0,0 0 0 0 0,1-1 0 0 0,-1 1 0 0 0,0 0 1 0 0,1 0-1 0 0,-1 0 0 0 0,0 0 0 0 0,1 0 0 0 0,-1 0 0 0 0,0 0 0 0 0,1 0 1 0 0,-1 1-1 0 0,0-1 0 0 0,1 0 0 0 0,-1 1 0 0 0,0-1 0 0 0,0 1 0 0 0,0 0 1 0 0,1-1-1 0 0,-1 1 0 0 0,0 0 0 0 0,0-1 0 0 0,0 1 0 0 0,0 0 0 0 0,0 0 1 0 0,0 0-1 0 0,1 1 0 0 0,0 2 2 0 0,0-1 1 0 0,0 1 0 0 0,0-1-1 0 0,0 1 1 0 0,-1 0-1 0 0,0-1 1 0 0,1 1 0 0 0,-1 0-1 0 0,0 0 1 0 0,-1 0-1 0 0,1 5 1 0 0,-1 3 9 0 0,0-1 0 0 0,-1 1-1 0 0,0-1 1 0 0,-1 1 0 0 0,-1-1 0 0 0,0 0 0 0 0,0 1-1 0 0,-6 10 1 0 0,-6 13 72 0 0,-24 36 1 0 0,23-42 8 0 0,3-12-14 0 0,11-12-20 0 0,12-7-22 0 0,4-2-41 0 0,-7 3-1 0 0,0 0 0 0 0,0 1 1 0 0,1 0-1 0 0,-1 0 0 0 0,0 0 0 0 0,0 1 1 0 0,0 0-1 0 0,0 0 0 0 0,0 1 0 0 0,0 0 1 0 0,0 0-1 0 0,0 0 0 0 0,-1 1 1 0 0,1 0-1 0 0,-1 1 0 0 0,11 6 0 0 0,-14-7 85 0 0,1-1 0 0 0,-1 1 0 0 0,1 0 0 0 0,-1 1 0 0 0,0-1 0 0 0,0 0 0 0 0,0 1 0 0 0,-1 0 0 0 0,1-1 0 0 0,-1 1 0 0 0,0 0 0 0 0,0 0 0 0 0,0 1 0 0 0,0-1 0 0 0,-1 0 0 0 0,0 0 0 0 0,0 1 0 0 0,0-1-1 0 0,0 1 1 0 0,-1-1 0 0 0,0 1 0 0 0,0-1 0 0 0,0 1 0 0 0,0-1 0 0 0,-1 1 0 0 0,0-1 0 0 0,1 1 0 0 0,-3 4 0 0 0,0 0 131 0 0,-1 0-1 0 0,0-1 1 0 0,0 1 0 0 0,-1-1-1 0 0,0 0 1 0 0,-1 0 0 0 0,0 0 0 0 0,0-1-1 0 0,0 0 1 0 0,-1 0 0 0 0,0-1-1 0 0,-1 0 1 0 0,1 0 0 0 0,-1 0-1 0 0,0-1 1 0 0,-1-1 0 0 0,1 1 0 0 0,-18 6-1 0 0,10-6-84 0 0,-1 0 0 0 0,0 0 0 0 0,0-2 0 0 0,0 0 0 0 0,0-1 0 0 0,-1 0 0 0 0,1-2 0 0 0,0 0 0 0 0,-25-4-1 0 0,40 4-144 0 0,0 0-1 0 0,0 0 0 0 0,0 0 1 0 0,1-1-1 0 0,-1 1 0 0 0,0-1 1 0 0,0 0-1 0 0,1 1 0 0 0,-1-1 0 0 0,0 0 1 0 0,1 0-1 0 0,-1 0 0 0 0,1 0 1 0 0,-1 0-1 0 0,1 0 0 0 0,0 0 1 0 0,-1-1-1 0 0,1 1 0 0 0,-2-3 0 0 0,2 2-77 0 0,1 1 0 0 0,-1-1-1 0 0,1 0 1 0 0,-1 0 0 0 0,1 1-1 0 0,0-1 1 0 0,-1 0-1 0 0,1 0 1 0 0,0 0 0 0 0,0 1-1 0 0,1-1 1 0 0,-1 0-1 0 0,0 0 1 0 0,1 0 0 0 0,-1 1-1 0 0,1-3 1 0 0,3-5-788 0 0,0 1 0 0 0,0-1 0 0 0,1 1 1 0 0,0 0-1 0 0,10-12 0 0 0,35-33-9281 0 0,-31 34 2046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56 106 1380 0 0,'0'0'2668'0'0,"-16"4"1730"0"0,-11 0 558 0 0,15-5-4517 0 0,28-7-424 0 0,0 0-1 0 0,0 1 1 0 0,1 1 0 0 0,1 1 0 0 0,21-4 0 0 0,-10 1-184 0 0,3 0-462 0 0,109-34-6854 0 0,-113 31 4244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1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33 283 2484 0 0,'-1'-49'13550'0'0,"11"84"-13133"0"0,0 1-1 0 0,-3 0 0 0 0,-1 0 1 0 0,3 53-1 0 0,-2-16-228 0 0,8 169 51 0 0,-16-188-29 0 0,-2 0 1 0 0,-15 79 0 0 0,18-132-199 0 0,0 0 0 0 0,0 0-1 0 0,0 0 1 0 0,0 0 0 0 0,-1 0 0 0 0,1 0 0 0 0,0 0-1 0 0,-1 0 1 0 0,1 0 0 0 0,-1 0 0 0 0,1 0 0 0 0,-1 0-1 0 0,0 0 1 0 0,1 0 0 0 0,-1 0 0 0 0,0 0 0 0 0,0 0-1 0 0,1-1 1 0 0,-2 2 0 0 0,1-2-6 0 0,0 0-1 0 0,1 0 1 0 0,-1 0 0 0 0,0 0-1 0 0,1 0 1 0 0,-1 0 0 0 0,1 0-1 0 0,-1 0 1 0 0,0 0-1 0 0,1 0 1 0 0,-1 0 0 0 0,0-1-1 0 0,1 1 1 0 0,-1 0 0 0 0,1 0-1 0 0,-1-1 1 0 0,1 1 0 0 0,-1 0-1 0 0,1-1 1 0 0,-1 1 0 0 0,1 0-1 0 0,-1-1 1 0 0,0 0-1 0 0,-2-2 4 0 0,0-1-1 0 0,0 1 0 0 0,1-1 0 0 0,-1 1 0 0 0,1-1 0 0 0,0 0 1 0 0,-3-6-1 0 0,0-7-2 0 0,0-1 0 0 0,1-1 0 0 0,0 1 0 0 0,0-22-1 0 0,1-76 4 0 0,3 104-7 0 0,1-40 10 0 0,2 0 1 0 0,2 0-1 0 0,3 1 1 0 0,1 0 0 0 0,25-73-1 0 0,-23 93-23 0 0,1-1 0 0 0,2 1 0 0 0,1 1 0 0 0,2 1 0 0 0,0 0 0 0 0,2 1 0 0 0,1 1 0 0 0,1 1 0 0 0,37-35 0 0 0,-51 55 5 0 0,0 0 0 0 0,0 0 0 0 0,1 1-1 0 0,0 0 1 0 0,0 0 0 0 0,1 1 0 0 0,-1 0 0 0 0,1 1 0 0 0,0-1 0 0 0,14-2-1 0 0,-19 6 7 0 0,-1-1-1 0 0,1 1 0 0 0,0-1 1 0 0,-1 1-1 0 0,1 0 0 0 0,0 0 1 0 0,-1 1-1 0 0,1-1 0 0 0,-1 1 1 0 0,1 0-1 0 0,-1 0 1 0 0,1 0-1 0 0,-1 0 0 0 0,1 1 1 0 0,-1-1-1 0 0,0 1 0 0 0,0 0 1 0 0,1 0-1 0 0,-2 0 0 0 0,1 1 1 0 0,0-1-1 0 0,0 1 0 0 0,-1-1 1 0 0,1 1-1 0 0,-1 0 0 0 0,0 0 1 0 0,0 0-1 0 0,0 0 0 0 0,3 6 1 0 0,-2-1 0 0 0,0 1 0 0 0,0 0 0 0 0,-1 0 0 0 0,0 0 0 0 0,-1 0 1 0 0,0 0-1 0 0,0 0 0 0 0,-1 0 0 0 0,0 0 0 0 0,-1 1 0 0 0,0-1 0 0 0,0 0 0 0 0,-1 0 1 0 0,-4 13-1 0 0,-2 3-9 0 0,-1-1 0 0 0,0-1 0 0 0,-27 45 0 0 0,24-48 13 0 0,-1-1 0 0 0,0-1 0 0 0,-27 28 0 0 0,32-39 6 0 0,0 1-1 0 0,-1-1 1 0 0,1 0-1 0 0,-1 0 1 0 0,-1-1-1 0 0,1-1 1 0 0,-1 1-1 0 0,0-2 1 0 0,-14 6-1 0 0,14-5-8 0 0,4-4-2 0 0,-19-2 30 0 0,-3-1 3 0 0,26 1-35 0 0,0 0 4 0 0,-7-2-13 0 0,3 2-152 0 0,18 9 117 0 0,15 10 32 0 0,124 132-21 0 0,-134-130 54 0 0,0 1 0 0 0,-2 1 0 0 0,0 1 0 0 0,-2 0 0 0 0,21 47 0 0 0,-34-67-70 0 0,26 58-425 0 0,-8-32-2323 0 0,3-6-4422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64 2388 0 0,'-2'-1'2472'0'0,"-29"-44"10498"0"0,30 43-12436 0 0,1-4 248 0 0,0 6-767 0 0,-1-1 0 0 0,1 1 0 0 0,0 0 0 0 0,0 0 0 0 0,0-1-1 0 0,0 1 1 0 0,0 0 0 0 0,0 0 0 0 0,0-1 0 0 0,0 1 0 0 0,0 0 0 0 0,0 0-1 0 0,0-1 1 0 0,0 1 0 0 0,0 0 0 0 0,0 0 0 0 0,0 0 0 0 0,0-1-1 0 0,0 1 1 0 0,0 0 0 0 0,1 0 0 0 0,-1-1 0 0 0,0 1 0 0 0,0 0-1 0 0,0 0 1 0 0,0 0 0 0 0,0-1 0 0 0,0 1 0 0 0,1 0 0 0 0,-1 0 0 0 0,0 0-1 0 0,0 0 1 0 0,0 0 0 0 0,1-1 0 0 0,-1 1 0 0 0,0 0 0 0 0,0 0-1 0 0,0 0 1 0 0,1 0 0 0 0,-1 0 0 0 0,0 0 0 0 0,2-1 111 0 0,2 1-104 0 0,-1 0 0 0 0,1 0-1 0 0,0 1 1 0 0,0-1 0 0 0,0 1-1 0 0,-1 0 1 0 0,1 0 0 0 0,0 1-1 0 0,-1-1 1 0 0,1 1 0 0 0,-1-1-1 0 0,0 1 1 0 0,0 0 0 0 0,1 1-1 0 0,-1-1 1 0 0,0 0-1 0 0,-1 1 1 0 0,1 0 0 0 0,0-1-1 0 0,-1 1 1 0 0,0 0 0 0 0,1 0-1 0 0,-1 1 1 0 0,3 5 0 0 0,-3-4-11 0 0,0 1 1 0 0,0 0 0 0 0,0 0 0 0 0,0 0 0 0 0,-1 0 0 0 0,0 1-1 0 0,0-1 1 0 0,-1 0 0 0 0,0 1 0 0 0,0-1 0 0 0,0 0 0 0 0,-1 0 0 0 0,0 1-1 0 0,-3 7 1 0 0,-2 5 44 0 0,-1 0 0 0 0,0 0-1 0 0,-2-1 1 0 0,0-1-1 0 0,-20 28 1 0 0,-67 75 700 0 0,20-28 18 0 0,75-91-769 0 0,1-1-1 0 0,-1 0 1 0 0,1 1 0 0 0,0-1 0 0 0,-1 1 0 0 0,1-1-1 0 0,0 1 1 0 0,-1-1 0 0 0,1 0 0 0 0,0 1 0 0 0,-1-1 0 0 0,1 1-1 0 0,0-1 1 0 0,0 1 0 0 0,0 0 0 0 0,0-1 0 0 0,0 1 0 0 0,0-1-1 0 0,-1 1 1 0 0,1-1 0 0 0,0 1 0 0 0,0-1 0 0 0,1 1-1 0 0,-1-1 1 0 0,0 1 0 0 0,0-1 0 0 0,0 1 0 0 0,0 0 0 0 0,0-1-1 0 0,1 1 1 0 0,-1 0 0 0 0,1-1 0 0 0,0 1 0 0 0,0-1 0 0 0,0 1-1 0 0,0-1 1 0 0,0 1 0 0 0,0-1 0 0 0,0 1 0 0 0,0-1 0 0 0,0 0 0 0 0,1 0-1 0 0,-1 0 1 0 0,0 0 0 0 0,0 0 0 0 0,2 0 0 0 0,43-5 36 0 0,-43 4-35 0 0,357-73 284 0 0,-302 59-3585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501 123 1812 0 0,'46'-89'15036'0'0,"-42"73"-11025"0"0,-3 15-3987 0 0,-1 1 1 0 0,0 0-1 0 0,0-1 1 0 0,1 1-1 0 0,-1 0 1 0 0,0 0-1 0 0,0-1 1 0 0,0 1-1 0 0,0 0 1 0 0,0-1-1 0 0,1 1 1 0 0,-1-1-1 0 0,0 1 1 0 0,0 0-1 0 0,0-1 1 0 0,0 1-1 0 0,0 0 1 0 0,0-1-1 0 0,0 1 1 0 0,0 0-1 0 0,0-1 1 0 0,0 1-1 0 0,0 0 1 0 0,-1-1-1 0 0,1 1 1 0 0,0-1-1 0 0,0 1 1 0 0,0 0-1 0 0,0 0 1 0 0,0-1-1 0 0,-1 1 1 0 0,1 0-1 0 0,0-1 1 0 0,0 1-1 0 0,-1 0 1 0 0,1 0-1 0 0,0-1 1 0 0,0 1-1 0 0,-1 0 1 0 0,1 0-1 0 0,0-1 1 0 0,-1 1-1 0 0,0 0 1 0 0,0-1 39 0 0,-2 1-17 0 0,-24-2 42 0 0,24 2-74 0 0,0 0-4 0 0,-1-1-6 0 0,-22 6 10 0 0,16-2-16 0 0,0 0 0 0 0,0 1 1 0 0,1 0-1 0 0,-1 0 0 0 0,1 1 1 0 0,0 1-1 0 0,0-1 0 0 0,0 1 1 0 0,1 1-1 0 0,0 0 0 0 0,0 0 1 0 0,0 1-1 0 0,1-1 0 0 0,1 2 1 0 0,-1-1-1 0 0,-7 14 0 0 0,5-5 5 0 0,0 1 0 0 0,1 0-1 0 0,1 0 1 0 0,0 1 0 0 0,2-1-1 0 0,0 1 1 0 0,1 1-1 0 0,-2 19 1 0 0,-3 101 251 0 0,10 150 0 0 0,-18 507 1970 0 0,-49-2-1149 0 0,-23-130 81 0 0,43-355-878 0 0,24-149-8 0 0,1 199 1 0 0,21-355-256 0 0,0 0-1 0 0,0 0 1 0 0,0 0 0 0 0,1 0 0 0 0,0 1-1 0 0,0-1 1 0 0,1 0 0 0 0,-1-1-1 0 0,1 1 1 0 0,0 0 0 0 0,5 8 0 0 0,-5-11-8 0 0,0 1 1 0 0,0-1-1 0 0,0 0 1 0 0,1 0 0 0 0,-1 0-1 0 0,1 0 1 0 0,-1 0-1 0 0,1 0 1 0 0,0-1 0 0 0,-1 1-1 0 0,1-1 1 0 0,0 1-1 0 0,0-1 1 0 0,0 0 0 0 0,0-1-1 0 0,0 1 1 0 0,0 0-1 0 0,1-1 1 0 0,-1 0 0 0 0,3 1-1 0 0,12-1-251 0 0,-1-1 0 0 0,0-1 0 0 0,0 0 1 0 0,0-1-1 0 0,24-7 0 0 0,82-35-3339 0 0,-99 35 2669 0 0,79-34-4298 0 0,-34 8-1176 0 0,-5-2-2022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63 2380 0 0,'36'-62'15896'0'0,"-36"62"-15835"0"0,1 0-1 0 0,-1 0 0 0 0,1 0 1 0 0,-1 1-1 0 0,1-1 1 0 0,-1 0-1 0 0,0 0 0 0 0,1 1 1 0 0,-1-1-1 0 0,1 0 1 0 0,-1 1-1 0 0,0-1 0 0 0,1 0 1 0 0,-1 1-1 0 0,0-1 0 0 0,1 1 1 0 0,-1-1-1 0 0,0 0 1 0 0,1 1-1 0 0,-1-1 0 0 0,0 1 1 0 0,0-1-1 0 0,0 1 1 0 0,0-1-1 0 0,1 1 0 0 0,-1-1 1 0 0,0 1-1 0 0,0-1 0 0 0,0 1 1 0 0,0 0-1 0 0,1 19 720 0 0,-1-18-689 0 0,-2 75 516 0 0,-4 0-1 0 0,-3-1 1 0 0,-3 0-1 0 0,-22 74 1 0 0,30-138-534 0 0,2-7-343 0 0,1-1 0 0 0,0 0 0 0 0,0 0 0 0 0,0 1 0 0 0,0 7 0 0 0,-3-16-1635 0 0,3 4 1844 0 0,1 0 0 0 0,0 0 0 0 0,0 0 0 0 0,0-1 0 0 0,-1 1 0 0 0,1 0 1 0 0,0 0-1 0 0,0 0 0 0 0,0 0 0 0 0,-1-1 0 0 0,1 1 0 0 0,0 0 0 0 0,0 0 0 0 0,0 0 0 0 0,0 0 1 0 0,0-1-1 0 0,0 1 0 0 0,-1 0 0 0 0,1 0 0 0 0,0-1 0 0 0,0 1 0 0 0,0 0 0 0 0,0 0 0 0 0,0-1 0 0 0,0 1 1 0 0,0 0-1 0 0,0 0 0 0 0,0 0 0 0 0,0-1 0 0 0,0 1 0 0 0,0 0 0 0 0,0 0 0 0 0,0-1 0 0 0,0 1 1 0 0,1 0-1 0 0,20-34-9035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33 178 288 0 0,'-2'-2'1891'0'0,"-1"-1"-917"0"0,0-1-1 0 0,0 1 1 0 0,0-1 0 0 0,0 0-1 0 0,1 0 1 0 0,0 0 0 0 0,-3-6 0 0 0,4 7-509 0 0,0-1 1 0 0,0 0-1 0 0,0 0 1 0 0,0 0-1 0 0,0 1 1 0 0,1-1-1 0 0,0 0 1 0 0,0-5-1 0 0,0 6-329 0 0,1-1-1 0 0,-1 1 0 0 0,1-1 1 0 0,0 1-1 0 0,0 0 1 0 0,0-1-1 0 0,0 1 1 0 0,1 0-1 0 0,0 0 0 0 0,-1 0 1 0 0,1 0-1 0 0,0 0 1 0 0,0 1-1 0 0,1-1 1 0 0,-1 0-1 0 0,0 1 0 0 0,1 0 1 0 0,0-1-1 0 0,-1 1 1 0 0,1 0-1 0 0,6-3 1 0 0,3-1 70 0 0,-1 1 0 0 0,1 0 0 0 0,1 0-1 0 0,-1 1 1 0 0,18-3 0 0 0,-23 6-159 0 0,1 0 0 0 0,-1 0 0 0 0,0 1 0 0 0,1 0 0 0 0,-1 1 0 0 0,0-1-1 0 0,1 1 1 0 0,-1 1 0 0 0,0 0 0 0 0,0 0 0 0 0,8 3 0 0 0,-12-4-2 0 0,-1 0 0 0 0,0 0 0 0 0,0 0 0 0 0,0 0 0 0 0,0 1 0 0 0,0-1 0 0 0,0 1 0 0 0,0-1 0 0 0,0 1 0 0 0,0 0 0 0 0,-1-1 0 0 0,1 1 0 0 0,-1 0 0 0 0,1 0 0 0 0,-1 1 0 0 0,0-1 1 0 0,0 0-1 0 0,0 0 0 0 0,1 3 0 0 0,-1-1 11 0 0,-1 0 1 0 0,1 0 0 0 0,-1 0-1 0 0,0 0 1 0 0,0 1 0 0 0,0-1-1 0 0,0 0 1 0 0,-1 0 0 0 0,0 0-1 0 0,-2 6 1 0 0,-3 7 79 0 0,-1 0 0 0 0,-1 0 0 0 0,0-1 0 0 0,-12 16 0 0 0,18-29-117 0 0,-101 135 724 0 0,42-63-442 0 0,53-64-275 0 0,-5 9 88 0 0,14-20-112 0 0,-1 1 1 0 0,0-1-1 0 0,0 1 0 0 0,0-1 0 0 0,1 0 0 0 0,-1 1 0 0 0,0-1 0 0 0,0 0 0 0 0,1 0 0 0 0,-1 1 0 0 0,0-1 1 0 0,1 0-1 0 0,-1 0 0 0 0,0 1 0 0 0,1-1 0 0 0,-1 0 0 0 0,0 0 0 0 0,1 0 0 0 0,-1 1 0 0 0,1-1 0 0 0,-1 0 1 0 0,0 0-1 0 0,1 0 0 0 0,-1 0 0 0 0,1 0 0 0 0,-1 0 0 0 0,0 0 0 0 0,1 0 0 0 0,-1 0 0 0 0,1 0 0 0 0,-1 0 1 0 0,0 0-1 0 0,1 0 0 0 0,0-1 0 0 0,14 1 34 0 0,-15 0-38 0 0,220-30 163 0 0,-68 9-1162 0 0,-107 20-3085 0 0,-4 1-4354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5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121 163 1272 0 0,'-4'-1'692'0'0,"0"-1"0"0"0,0 1 0 0 0,1-1-1 0 0,-1 0 1 0 0,1 0 0 0 0,-1 0 0 0 0,1 0 0 0 0,0-1-1 0 0,-1 1 1 0 0,1-1 0 0 0,1 0 0 0 0,-5-4 0 0 0,6 6-497 0 0,0-1 1 0 0,1 0 0 0 0,-1 0-1 0 0,0 1 1 0 0,0-1 0 0 0,1 0 0 0 0,-1 0-1 0 0,1 0 1 0 0,0 0 0 0 0,-1 0 0 0 0,1 0-1 0 0,0 0 1 0 0,0 0 0 0 0,0 0 0 0 0,1 0-1 0 0,-1 0 1 0 0,0 0 0 0 0,1 0 0 0 0,-1 0-1 0 0,1 0 1 0 0,0 0 0 0 0,-1 0-1 0 0,1 1 1 0 0,0-1 0 0 0,0 0 0 0 0,0 0-1 0 0,3-2 1 0 0,2-3-96 0 0,-1 1 0 0 0,1 0 0 0 0,0 0-1 0 0,1 0 1 0 0,-1 1 0 0 0,1 0 0 0 0,0 1 0 0 0,0-1-1 0 0,1 1 1 0 0,-1 0 0 0 0,1 1 0 0 0,0 0 0 0 0,0 0-1 0 0,0 1 1 0 0,0 0 0 0 0,1 1 0 0 0,-1-1 0 0 0,0 1-1 0 0,1 1 1 0 0,-1 0 0 0 0,1 0 0 0 0,15 3 0 0 0,-21-3-88 0 0,-1 1 1 0 0,1 0 0 0 0,0 0 0 0 0,0 0-1 0 0,-1 0 1 0 0,1 0 0 0 0,-1 1 0 0 0,1-1-1 0 0,-1 1 1 0 0,0 0 0 0 0,0-1 0 0 0,1 1-1 0 0,-1 0 1 0 0,0 0 0 0 0,-1 0 0 0 0,1 1-1 0 0,0-1 1 0 0,1 4 0 0 0,-1-3 5 0 0,-1 0 1 0 0,0 1-1 0 0,0-1 1 0 0,-1 1-1 0 0,1-1 0 0 0,-1 1 1 0 0,1 0-1 0 0,-1-1 1 0 0,0 1-1 0 0,0-1 0 0 0,-1 1 1 0 0,-1 5-1 0 0,-2 6 25 0 0,0-1 0 0 0,-1 0 0 0 0,-1-1 0 0 0,0 0 0 0 0,-15 22-1 0 0,-38 45 59 0 0,10-16 278 0 0,48-62-320 0 0,0-2-52 0 0,1 0-1 0 0,0 0 1 0 0,0 0-1 0 0,0 1 1 0 0,-1-1-1 0 0,1 0 1 0 0,0 0-1 0 0,0 0 1 0 0,0 0-1 0 0,0 0 1 0 0,0 1-1 0 0,-1-1 1 0 0,1 0-1 0 0,0 0 1 0 0,0 0-1 0 0,0 0 1 0 0,0 1-1 0 0,0-1 1 0 0,0 0-1 0 0,0 0 1 0 0,0 0-1 0 0,-1 1 1 0 0,1-1-1 0 0,0 0 1 0 0,0 0-1 0 0,0 0 1 0 0,0 1-1 0 0,0-1 1 0 0,0 0-1 0 0,0 0 1 0 0,0 0-1 0 0,0 1 1 0 0,1-1-1 0 0,-1 0 1 0 0,0 1-1 0 0,31-4 0 0 0,-24 4 0 0 0,1 0 0 0 0,-1 0-1 0 0,0 1 1 0 0,0 0 0 0 0,0 0-1 0 0,0 1 1 0 0,0 0 0 0 0,0 0-1 0 0,-1 1 1 0 0,1 0 0 0 0,-1 0-1 0 0,0 0 1 0 0,0 1 0 0 0,5 5 0 0 0,-1-1 11 0 0,-5-5 69 0 0,-1 0 0 0 0,1 0 0 0 0,-1 1 0 0 0,0-1-1 0 0,0 1 1 0 0,0 0 0 0 0,-1 0 0 0 0,1 1 0 0 0,-1-1 0 0 0,-1 1 0 0 0,1-1 0 0 0,-1 1 0 0 0,3 8 0 0 0,-5-11 7 0 0,0 0 1 0 0,1 0-1 0 0,-1 1 0 0 0,0-1 1 0 0,-1 0-1 0 0,1 0 0 0 0,0 1 1 0 0,-1-1-1 0 0,0 0 0 0 0,0 0 1 0 0,0 0-1 0 0,0 0 0 0 0,0 0 1 0 0,-1 0-1 0 0,1 0 0 0 0,-1 0 1 0 0,0-1-1 0 0,1 1 0 0 0,-2-1 1 0 0,1 1-1 0 0,0-1 0 0 0,0 0 0 0 0,-1 1 1 0 0,1-1-1 0 0,-1 0 0 0 0,-4 2 1 0 0,-4 2 8 0 0,1 0 0 0 0,-1-1 1 0 0,0 0-1 0 0,0-1 0 0 0,0 0 0 0 0,-1-1 1 0 0,1 0-1 0 0,-14 1 0 0 0,0-1-77 0 0,-1-2-1 0 0,-48-2 1 0 0,7-6-1422 0 0,65 6 1281 0 0,2 1-4 0 0,-1 0-1 0 0,1 0 1 0 0,-1 0 0 0 0,1 0 0 0 0,-1 0-1 0 0,1 0 1 0 0,0-1 0 0 0,-1 1-1 0 0,1 0 1 0 0,-1 0 0 0 0,1 0-1 0 0,0-1 1 0 0,-1 1 0 0 0,1 0-1 0 0,0 0 1 0 0,-1-1 0 0 0,1 1 0 0 0,0 0-1 0 0,0-1 1 0 0,-1 1 0 0 0,1 0-1 0 0,0-1 1 0 0,0 1 0 0 0,-1-1-1 0 0,1 1 1 0 0,0 0 0 0 0,0-1-1 0 0,0 1 1 0 0,0-1 0 0 0,0 1-1 0 0,0-1 1 0 0,0 1 0 0 0,0 0 0 0 0,0-1-1 0 0,0 1 1 0 0,0-1 0 0 0,0 1-1 0 0,0-1 1 0 0,0 1 0 0 0,0 0-1 0 0,0-1 1 0 0,0 1 0 0 0,0-1-1 0 0,0 1 1 0 0,1-1 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5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9 328 0 0,'-3'0'5875'0'0,"-5"-1"-4435"0"0,-10-2 5417 0 0,-6-1-90 0 0,22 3-5899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0 312 0 0,'-3'8'3446'0'0,"-5"8"3447"0"0,-3 2-3447 0 0,-4 7 2919 0 0,13-22-5955 0 0,2-3-425 0 0,0 0 1 0 0,0 1-1 0 0,0-1 1 0 0,0 0 0 0 0,-1 0-1 0 0,1 0 1 0 0,0 0 0 0 0,0 0-1 0 0,0 1 1 0 0,0-1 0 0 0,0 0-1 0 0,0 0 1 0 0,0 0-1 0 0,0 0 1 0 0,0 1 0 0 0,0-1-1 0 0,0 0 1 0 0,0 0 0 0 0,0 0-1 0 0,0 0 1 0 0,0 1-1 0 0,0-1 1 0 0,0 0 0 0 0,0 0-1 0 0,0 0 1 0 0,0 0 0 0 0,0 1-1 0 0,0-1 1 0 0,0 0 0 0 0,0 0-1 0 0,0 0 1 0 0,0 0-1 0 0,0 1 1 0 0,0-1 0 0 0,0 0-1 0 0,0 0 1 0 0,0 0 0 0 0,1 0-1 0 0,-1 0 1 0 0,0 1 0 0 0,15 5-2508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157 249 1404 0 0,'12'-51'19538'0'0,"-13"51"-19516"0"0,-1 0-1 0 0,0 1 1 0 0,1 0 0 0 0,-1-1 0 0 0,0 1 0 0 0,1 0-1 0 0,-1 0 1 0 0,1-1 0 0 0,-1 1 0 0 0,1 0-1 0 0,0 1 1 0 0,-1-1 0 0 0,1 0 0 0 0,0 0 0 0 0,0 1-1 0 0,0-1 1 0 0,-1 2 0 0 0,-19 30 196 0 0,15-24-169 0 0,-16 29 107 0 0,-30 66 1 0 0,43-83-122 0 0,1 1-1 0 0,2 0 1 0 0,0 0 0 0 0,-6 45 0 0 0,12-62-17 0 0,-1 1 0 0 0,1-1 0 0 0,0 1 0 0 0,1 0 0 0 0,-1-1 1 0 0,1 1-1 0 0,0-1 0 0 0,0 0 0 0 0,1 1 0 0 0,0-1 0 0 0,0 0 0 0 0,0 0 0 0 0,0 0 0 0 0,1 0 0 0 0,0 0 0 0 0,4 5 0 0 0,-2-4 12 0 0,0-1 0 0 0,0-1 0 0 0,1 1-1 0 0,-1-1 1 0 0,1 0 0 0 0,0 0-1 0 0,0 0 1 0 0,1-1 0 0 0,-1 0-1 0 0,1 0 1 0 0,8 2 0 0 0,4 0 119 0 0,0-1 0 0 0,1-1 1 0 0,0-1-1 0 0,-1-1 1 0 0,1 0-1 0 0,0-2 0 0 0,-1 0 1 0 0,25-5-1 0 0,-21 1-13 0 0,0-1 0 0 0,0-2 0 0 0,-1 0-1 0 0,0-1 1 0 0,-1-1 0 0 0,0-1 0 0 0,0-1 0 0 0,-1-1 0 0 0,-1 0-1 0 0,0-2 1 0 0,-1 0 0 0 0,-1-1 0 0 0,0-1 0 0 0,-1-1-1 0 0,-1 0 1 0 0,-1-1 0 0 0,0 0 0 0 0,-1-1 0 0 0,-2-1-1 0 0,0 0 1 0 0,-1 0 0 0 0,11-36 0 0 0,-18 48-117 0 0,-1 0 1 0 0,0-1-1 0 0,-1 1 1 0 0,0-1 0 0 0,0 0-1 0 0,-1 1 1 0 0,0-1-1 0 0,-1 0 1 0 0,0 1-1 0 0,0-1 1 0 0,-1 0-1 0 0,0 1 1 0 0,-6-14-1 0 0,3 13-3 0 0,0 0-1 0 0,0 0 1 0 0,-1 0-1 0 0,-1 1 1 0 0,1-1-1 0 0,-2 1 1 0 0,1 1-1 0 0,-1 0 1 0 0,0 0-1 0 0,-13-9 1 0 0,6 7-367 0 0,1 0 1 0 0,-1 1 0 0 0,-1 1-1 0 0,1 1 1 0 0,-1 0 0 0 0,-1 1 0 0 0,1 1-1 0 0,-1 0 1 0 0,0 1 0 0 0,0 1-1 0 0,0 1 1 0 0,-1 0 0 0 0,1 1 0 0 0,-34 3-1 0 0,22 3-1418 0 0,1 0-1 0 0,-49 18 0 0 0,-9 9-5330 0 0,36-11-496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165 166 1484 0 0,'15'-23'7173'0'0,"-13"21"-6479"0"0,-1-1 0 0 0,1 0 0 0 0,-1 1 1 0 0,0-1-1 0 0,0 0 0 0 0,0 0 0 0 0,1-5 1279 0 0,-2 7-1915 0 0,0 1 0 0 0,0-1 0 0 0,-1 1 0 0 0,1-1 0 0 0,0 1 1 0 0,0 0-1 0 0,0-1 0 0 0,0 1 0 0 0,-1-1 0 0 0,1 1 0 0 0,0-1 0 0 0,0 1 1 0 0,-1 0-1 0 0,1-1 0 0 0,0 1 0 0 0,-1 0 0 0 0,1-1 0 0 0,0 1 0 0 0,-1 0 1 0 0,1 0-1 0 0,-1-1 0 0 0,1 1 0 0 0,0 0 0 0 0,-1 0 0 0 0,-5 3 12 0 0,1 1 0 0 0,0 1 0 0 0,0-1 1 0 0,1 1-1 0 0,-1 0 0 0 0,1 0 0 0 0,0 0 0 0 0,1 0 0 0 0,-4 7 0 0 0,-29 58 95 0 0,29-55-115 0 0,6-14-48 0 0,-22 49 108 0 0,-27 77-1 0 0,46-112-96 0 0,0 1 0 0 0,0-1 0 0 0,1 1 0 0 0,1 0 1 0 0,1-1-1 0 0,0 1 0 0 0,1 0 0 0 0,1 0 0 0 0,0 0 0 0 0,4 16 1 0 0,-4-27 25 0 0,1 1 1 0 0,-1-1-1 0 0,1 0 1 0 0,1 0-1 0 0,-1 0 1 0 0,1 0-1 0 0,-1 0 1 0 0,1 0-1 0 0,1-1 0 0 0,-1 0 1 0 0,1 1-1 0 0,-1-1 1 0 0,1 0-1 0 0,1-1 1 0 0,-1 1-1 0 0,0-1 1 0 0,1 0-1 0 0,0 0 1 0 0,-1 0-1 0 0,1-1 1 0 0,0 1-1 0 0,1-1 1 0 0,-1 0-1 0 0,0-1 1 0 0,0 1-1 0 0,8 0 1 0 0,-5-1 70 0 0,0-1 0 0 0,1 1 0 0 0,-1-1 0 0 0,0-1 0 0 0,0 0 0 0 0,0 0 0 0 0,0 0 0 0 0,0-1-1 0 0,0-1 1 0 0,0 1 0 0 0,-1-1 0 0 0,1 0 0 0 0,-1-1 0 0 0,0 0 0 0 0,0 0 0 0 0,0 0 0 0 0,9-8 0 0 0,-4 0-49 0 0,-1 0 0 0 0,0-1-1 0 0,0 0 1 0 0,-1-1-1 0 0,-1 0 1 0 0,-1 0 0 0 0,0-1-1 0 0,-1 0 1 0 0,0-1-1 0 0,-1 0 1 0 0,-1 1 0 0 0,0-2-1 0 0,-2 1 1 0 0,1 0 0 0 0,0-23-1 0 0,-2 15-47 0 0,-1 0 1 0 0,-1 0-1 0 0,-2 0 0 0 0,0-1 0 0 0,-1 1 0 0 0,-2 1 0 0 0,0-1 1 0 0,-1 1-1 0 0,-2 0 0 0 0,-10-23 0 0 0,13 37-8 0 0,0-1 0 0 0,-1 1 0 0 0,0 0-1 0 0,-1 0 1 0 0,1 1 0 0 0,-2 0 0 0 0,1 0 0 0 0,-1 0 0 0 0,-1 1-1 0 0,1 0 1 0 0,-1 1 0 0 0,-18-10 0 0 0,23 14-63 0 0,-1 0 0 0 0,1 0-1 0 0,0 0 1 0 0,0 1 0 0 0,-1 0 0 0 0,1 0-1 0 0,-1 0 1 0 0,1 0 0 0 0,-1 1 0 0 0,0 0 0 0 0,1-1-1 0 0,-1 2 1 0 0,1-1 0 0 0,-1 1 0 0 0,1-1 0 0 0,-1 1-1 0 0,1 0 1 0 0,-1 1 0 0 0,1-1 0 0 0,0 1-1 0 0,-1 0 1 0 0,1 0 0 0 0,0 0 0 0 0,1 1 0 0 0,-1-1-1 0 0,0 1 1 0 0,1 0 0 0 0,-1 0 0 0 0,1 0 0 0 0,0 1-1 0 0,0-1 1 0 0,-4 7 0 0 0,2-4-366 0 0,1 1-1 0 0,1 0 1 0 0,-1 0 0 0 0,1 0 0 0 0,0 0-1 0 0,1 0 1 0 0,0 1 0 0 0,0-1 0 0 0,1 1 0 0 0,-1-1-1 0 0,2 1 1 0 0,-1 10 0 0 0,1-8-861 0 0,1 1 0 0 0,0-1 0 0 0,1 0 1 0 0,-1 0-1 0 0,5 12 0 0 0,4 2-3613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7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62 2284 0 0,'-17'9'11734'0'0,"7"-1"-9330"0"0,10-8-2354 0 0,1 1 0 0 0,-1-1 0 0 0,1 1 0 0 0,-1-1 0 0 0,1 1 1 0 0,-1-1-1 0 0,1 1 0 0 0,-1-1 0 0 0,1 1 0 0 0,-1-1 0 0 0,1 0 0 0 0,0 0 0 0 0,-1 1 0 0 0,1-1 0 0 0,-1 0 0 0 0,1 0 0 0 0,0 1 0 0 0,-1-1 0 0 0,1 0 0 0 0,0 0 0 0 0,-1 0 1 0 0,2 0-1 0 0,25-2 495 0 0,25-10-96 0 0,-1-1-334 0 0,46-13-1537 0 0,-80 20-3411 0 0,26-14 0 0 0,-30 13-358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20 2520 0 0,'1'-20'18532'0'0,"-7"54"-16997"0"0,-29 164 929 0 0,13-89-1849 0 0,11-35-3003 0 0,2 49-10122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56 1604 0 0,'0'0'12719'0'0,"-9"-2"-9830"0"0,149-18-2714 0 0,-46 0-6040 0 0,-71 14 2090 0 0,-1-1-1568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43 304 0 0,'-2'-2'2562'0'0,"-9"-5"1288"0"0,-7-4 1208 0 0,18 10-4980 0 0,-1 1-1 0 0,1 0 1 0 0,0 0-1 0 0,0 0 1 0 0,-1-1-1 0 0,1 1 1 0 0,0 0-1 0 0,0 0 1 0 0,0-1-1 0 0,-1 1 1 0 0,1 0-1 0 0,0-1 1 0 0,0 1-1 0 0,0 0 1 0 0,0-1-1 0 0,-1 1 1 0 0,1 0-1 0 0,0-1 1 0 0,0 1-1 0 0,0 0 1 0 0,0-1-1 0 0,0 1 1 0 0,0 0-1 0 0,0-1 1 0 0,0 1-1 0 0,0 0 1 0 0,0-1-1 0 0,0 1 1 0 0,0 0-1 0 0,1-1 1 0 0,-1 1-1 0 0,0 0 0 0 0,0-1 1 0 0,0 1-1 0 0,0 0 1 0 0,1-1-1 0 0,-1 1 1 0 0,0 0-1 0 0,0-1 1 0 0,1 1-1 0 0,2-2 24 0 0,1 1-1 0 0,-1-1 0 0 0,1 1 0 0 0,-1 0 1 0 0,1 0-1 0 0,-1 0 0 0 0,1 1 1 0 0,0 0-1 0 0,0-1 0 0 0,-1 1 0 0 0,1 0 1 0 0,0 1-1 0 0,4 0 0 0 0,-5-1-57 0 0,9 1 19 0 0,-1 0 0 0 0,1 1 1 0 0,0 0-1 0 0,-1 1 0 0 0,0 0 1 0 0,0 1-1 0 0,0 0 0 0 0,0 1 1 0 0,-1 0-1 0 0,17 12 0 0 0,-23-15-7 0 0,1 2-1 0 0,-1-1 0 0 0,0 0 1 0 0,0 1-1 0 0,-1 0 0 0 0,1 0 1 0 0,-1 0-1 0 0,0 0 1 0 0,0 1-1 0 0,0-1 0 0 0,-1 1 1 0 0,1 0-1 0 0,-1 0 1 0 0,0 0-1 0 0,-1 0 0 0 0,1 0 1 0 0,-1 0-1 0 0,0 0 0 0 0,0 0 1 0 0,-1 0-1 0 0,1 1 1 0 0,-1-1-1 0 0,-1 0 0 0 0,1 1 1 0 0,-2 7-1 0 0,-3 6 76 0 0,0-1 0 0 0,-1 0 0 0 0,-1-1 0 0 0,-1 1 0 0 0,-1-1 0 0 0,0-1 0 0 0,-21 29 0 0 0,-96 100 880 0 0,76-91-618 0 0,23-26-254 0 0,19-21-86 0 0,0 1-1 0 0,0 1 1 0 0,1 0-1 0 0,0 0 1 0 0,-7 11 0 0 0,14-20-49 0 0,0 1 1 0 0,0-1 0 0 0,0 1-1 0 0,0-1 1 0 0,0 1 0 0 0,0-1 0 0 0,0 0-1 0 0,0 1 1 0 0,1-1 0 0 0,-1 1-1 0 0,0-1 1 0 0,0 0 0 0 0,0 1-1 0 0,0-1 1 0 0,1 0 0 0 0,-1 1 0 0 0,0-1-1 0 0,0 0 1 0 0,1 1 0 0 0,-1-1-1 0 0,0 0 1 0 0,1 1 0 0 0,-1-1-1 0 0,0 0 1 0 0,1 0 0 0 0,-1 0 0 0 0,0 1-1 0 0,1-1 1 0 0,-1 0 0 0 0,0 0-1 0 0,1 0 1 0 0,-1 0 0 0 0,1 0 0 0 0,-1 1-1 0 0,0-1 1 0 0,1 0 0 0 0,-1 0-1 0 0,1 0 1 0 0,0 0 0 0 0,14 2 43 0 0,-15-2-46 0 0,23 2 56 0 0,1-2 0 0 0,-1-1 1 0 0,38-6-1 0 0,67-19-673 0 0,-32 0-3091 0 0,-35 2-4286 0 0,-35 12 901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8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3320 0 0,'2'-24'17031'0'0,"-3"21"-18019"0"0,1 12-865 0 0,-1 19-6278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2168 0 0,'-1'3'2540'0'0,"-13"44"11240"0"0,8-23-9955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29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83 792 0 0,'12'-29'11222'0'0,"-10"10"-7103"0"0,-2 17-3206 0 0,-2-1 101 0 0,2 2-979 0 0,0 1 0 0 0,0 0 0 0 0,0 0 0 0 0,0 0 0 0 0,0-1 0 0 0,0 1 0 0 0,0 0 1 0 0,-1 0-1 0 0,1 0 0 0 0,0-1 0 0 0,0 1 0 0 0,0 0 0 0 0,0 0 0 0 0,0 0 0 0 0,0-1 0 0 0,0 1 0 0 0,0 0 0 0 0,-1 0 1 0 0,1 0-1 0 0,0 0 0 0 0,0 0 0 0 0,0-1 0 0 0,0 1 0 0 0,0 0 0 0 0,-1 0 0 0 0,1 0 0 0 0,0 0 0 0 0,0 0 0 0 0,0 0 1 0 0,-1 0-1 0 0,1 0 0 0 0,0 0 0 0 0,0 0 0 0 0,0 0 0 0 0,-1 0 0 0 0,1-1 0 0 0,0 1 0 0 0,0 0 0 0 0,0 1 0 0 0,-1-1 1 0 0,1 0-1 0 0,0 0 0 0 0,-1 0 0 0 0,-3 1 79 0 0,-1 1 0 0 0,0 0 1 0 0,1 0-1 0 0,0 0 0 0 0,-1 0 0 0 0,1 1 1 0 0,0-1-1 0 0,0 1 0 0 0,0 0 1 0 0,-5 6-1 0 0,-38 44 491 0 0,33-38-472 0 0,-24 31 197 0 0,-48 73 0 0 0,74-101-291 0 0,2 1-1 0 0,0 0 0 0 0,1 0 0 0 0,1 1 1 0 0,1 0-1 0 0,0 1 0 0 0,-5 34 0 0 0,11-50-9 0 0,0 0 0 0 0,1 0 0 0 0,0 1 0 0 0,0-1 0 0 0,0 0 0 0 0,1 0 0 0 0,-1 0-1 0 0,1 0 1 0 0,0 0 0 0 0,1 0 0 0 0,-1-1 0 0 0,1 1 0 0 0,0 0 0 0 0,0-1 0 0 0,1 1 0 0 0,-1-1-1 0 0,1 1 1 0 0,5 5 0 0 0,-3-5 20 0 0,0-1 0 0 0,0 0 0 0 0,0 0 0 0 0,0-1 0 0 0,1 0 0 0 0,-1 0 0 0 0,1 0 0 0 0,0 0 0 0 0,0-1 0 0 0,0 0-1 0 0,0 0 1 0 0,0-1 0 0 0,0 0 0 0 0,10 1 0 0 0,0-1 117 0 0,0 0-1 0 0,0-2 0 0 0,0 0 1 0 0,0 0-1 0 0,0-2 0 0 0,-1 0 1 0 0,1-1-1 0 0,-1 0 0 0 0,1-1 1 0 0,-1-1-1 0 0,-1 0 0 0 0,1-2 1 0 0,-1 1-1 0 0,0-2 0 0 0,-1 1 1 0 0,0-2-1 0 0,15-14 0 0 0,-14 11-118 0 0,0 0-1 0 0,-2-2 1 0 0,1 1-1 0 0,-2-2 0 0 0,0 1 1 0 0,-1-2-1 0 0,0 1 0 0 0,-2-1 1 0 0,0-1-1 0 0,-1 1 0 0 0,0-1 1 0 0,-2 0-1 0 0,0-1 0 0 0,3-23 1 0 0,-7 32-31 0 0,0 1 0 0 0,-1 0 0 0 0,0 0 0 0 0,-1 0 0 0 0,1 0 0 0 0,-2-1 0 0 0,1 1 1 0 0,-1 0-1 0 0,-1 1 0 0 0,0-1 0 0 0,0 0 0 0 0,-1 1 0 0 0,0-1 0 0 0,0 1 0 0 0,-1 0 0 0 0,0 1 0 0 0,0-1 1 0 0,-8-8-1 0 0,4 8-163 0 0,1 0 1 0 0,-1 1-1 0 0,0 0 1 0 0,0 1-1 0 0,0 0 0 0 0,-1 0 1 0 0,0 1-1 0 0,-1 0 1 0 0,1 1-1 0 0,-1 0 1 0 0,0 1-1 0 0,1 0 1 0 0,-2 0-1 0 0,-15-1 1 0 0,6 3-724 0 0,0 0 0 0 0,0 2 0 0 0,0 0 0 0 0,0 1 0 0 0,-27 7 1 0 0,3 2-4374 0 0,-58 24 1 0 0,49-15-2278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190 153 276 0 0,'0'-2'1920'0'0,"0"-6"-437"0"0,1 5-1002 0 0,-1-1 1 0 0,0 1-1 0 0,0-1 0 0 0,0 1 0 0 0,0-1 0 0 0,-1 1 1 0 0,1-1-1 0 0,-1 1 0 0 0,0 0 0 0 0,0-1 0 0 0,0 1 0 0 0,-1 0 1 0 0,1 0-1 0 0,-3-4 0 0 0,3 6-294 0 0,-16 14 165 0 0,-11 37-240 0 0,3 2 0 0 0,2 0 0 0 0,2 2 0 0 0,2 0 0 0 0,-21 112 0 0 0,38-155-100 0 0,1 0 1 0 0,0 0 0 0 0,0 0-1 0 0,1 0 1 0 0,1 0-1 0 0,0 0 1 0 0,0 0-1 0 0,5 15 1 0 0,-6-23 28 0 0,2 1 0 0 0,-1 0 1 0 0,0-1-1 0 0,1 1 0 0 0,-1-1 0 0 0,1 1 0 0 0,0-1 0 0 0,0 0 1 0 0,1 0-1 0 0,-1 0 0 0 0,1 0 0 0 0,-1 0 0 0 0,1-1 0 0 0,0 1 1 0 0,0-1-1 0 0,0 1 0 0 0,0-1 0 0 0,1 0 0 0 0,-1 0 1 0 0,1-1-1 0 0,-1 1 0 0 0,1-1 0 0 0,-1 1 0 0 0,1-1 0 0 0,0 0 1 0 0,0-1-1 0 0,3 1 0 0 0,7 0 141 0 0,-1-2 0 0 0,0 1 0 0 0,0-2 0 0 0,0 1 0 0 0,0-2 0 0 0,0 0 0 0 0,0-1 0 0 0,-1 0 0 0 0,0 0 1 0 0,23-13-1 0 0,-16 7 115 0 0,-1-2-1 0 0,1 0 1 0 0,-2-1 0 0 0,0 0 0 0 0,28-30 0 0 0,-34 30-207 0 0,-1-1 0 0 0,0 0 0 0 0,-1-1 0 0 0,0 0 0 0 0,-1 0 0 0 0,-1-1 1 0 0,-1 0-1 0 0,0 0 0 0 0,-1-1 0 0 0,-1 1 0 0 0,0-1 0 0 0,-1 0 0 0 0,-1-1 0 0 0,-1 1 0 0 0,-1-26 0 0 0,0 29-27 0 0,-1 0 0 0 0,0 0 0 0 0,-1 0-1 0 0,-1 0 1 0 0,-1 0 0 0 0,1 1 0 0 0,-2 0 0 0 0,0-1 0 0 0,-1 2 0 0 0,0-1 0 0 0,-1 1-1 0 0,0 0 1 0 0,-1 0 0 0 0,0 0 0 0 0,-1 1 0 0 0,0 1 0 0 0,-1 0 0 0 0,0 0 0 0 0,-17-12-1 0 0,19 17-233 0 0,0 1 0 0 0,0 0 0 0 0,0 1 0 0 0,0 0 0 0 0,-1 0 0 0 0,1 0 0 0 0,-1 1 0 0 0,1 1 0 0 0,-1 0 0 0 0,0 0 0 0 0,0 0 0 0 0,0 1 0 0 0,1 1 0 0 0,-14 1 0 0 0,16-1 21 0 0,0-1-1 0 0,0 2 1 0 0,0-1-1 0 0,0 1 1 0 0,0 0-1 0 0,1 0 1 0 0,-1 1-1 0 0,0-1 1 0 0,1 1-1 0 0,0 1 1 0 0,0-1-1 0 0,0 1 1 0 0,0 0-1 0 0,0 0 1 0 0,1 0-1 0 0,-1 0 1 0 0,1 1-1 0 0,1 0 0 0 0,-1 0 1 0 0,0 0-1 0 0,-2 7 1 0 0,5-8-576 0 0,-1 0 0 0 0,1 0 0 0 0,1 0 0 0 0,-1 0 0 0 0,1 0 0 0 0,-1 0 0 0 0,1 0 0 0 0,1 0 1 0 0,0 8-1 0 0,2 3-3591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6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382 261 1184 0 0,'4'-7'1110'0'0,"-1"1"1"0"0,1-1-1 0 0,-1 1 0 0 0,0-1 0 0 0,2-10 1 0 0,2-2 341 0 0,-7 14-1195 0 0,1 1 0 0 0,0-1 1 0 0,-1 0-1 0 0,0 1 1 0 0,0-1-1 0 0,0 1 0 0 0,-1-1 1 0 0,0 1-1 0 0,0-1 1 0 0,0 1-1 0 0,0-1 0 0 0,-1 1 1 0 0,-3-8-1 0 0,3 8-188 0 0,0 1 0 0 0,-1-1 0 0 0,0 1 0 0 0,0 0 0 0 0,1 0 0 0 0,-2 0 0 0 0,1 0 0 0 0,0 1 0 0 0,-1-1 0 0 0,1 1 0 0 0,-1 0 0 0 0,1 0 0 0 0,-1 0 0 0 0,0 0 0 0 0,0 1 0 0 0,0 0 0 0 0,0-1 0 0 0,0 1 0 0 0,-8 0 0 0 0,7 0-55 0 0,-1 2 0 0 0,0-1 0 0 0,0 0-1 0 0,1 1 1 0 0,-1 0 0 0 0,0 0 0 0 0,1 1 0 0 0,-1 0-1 0 0,1 0 1 0 0,-1 0 0 0 0,1 0 0 0 0,0 1-1 0 0,0 0 1 0 0,-7 6 0 0 0,-5 4-13 0 0,1 2-1 0 0,1 0 1 0 0,0 0-1 0 0,1 2 1 0 0,1 0-1 0 0,-18 29 1 0 0,9-9-3 0 0,3 1-1 0 0,-21 55 1 0 0,33-75 5 0 0,1 0 1 0 0,0 1-1 0 0,1 0 1 0 0,1 0 0 0 0,1 0-1 0 0,1 1 1 0 0,1-1-1 0 0,0 1 1 0 0,4 30 0 0 0,-3-45 1 0 0,1 0 1 0 0,0 0 0 0 0,1 0-1 0 0,-1-1 1 0 0,1 1 0 0 0,0-1-1 0 0,0 1 1 0 0,0-1 0 0 0,0 0-1 0 0,1 0 1 0 0,0 0 0 0 0,0 0-1 0 0,0 0 1 0 0,0 0 0 0 0,0-1-1 0 0,5 4 1 0 0,-2-3 1 0 0,-1-1 0 0 0,1 0-1 0 0,0 0 1 0 0,0 0 0 0 0,0-1-1 0 0,0 0 1 0 0,0 0 0 0 0,0-1-1 0 0,1 1 1 0 0,11 0 0 0 0,3-2 24 0 0,0-1 0 0 0,1 0 0 0 0,-1-2 0 0 0,0 0-1 0 0,0-1 1 0 0,24-9 0 0 0,-19 5 121 0 0,0-1-1 0 0,-1-2 1 0 0,0 0-1 0 0,0-1 1 0 0,-2-2 0 0 0,37-26-1 0 0,-46 28-72 0 0,-1 0 0 0 0,0-1 0 0 0,0 0 0 0 0,-1-1 0 0 0,-1 0 0 0 0,0-1 0 0 0,-2 0 0 0 0,1-1 0 0 0,-2 0 0 0 0,13-33 0 0 0,-15 30-39 0 0,0 0-1 0 0,-2 0 1 0 0,0-1 0 0 0,-2 1 0 0 0,0-1-1 0 0,-1 0 1 0 0,0 1 0 0 0,-5-36 0 0 0,2 44-29 0 0,1 0 0 0 0,-2 1 0 0 0,1-1 0 0 0,-2 0 0 0 0,1 1 1 0 0,-1 0-1 0 0,-1 0 0 0 0,0 0 0 0 0,0 0 0 0 0,-1 1 0 0 0,0-1 1 0 0,-1 2-1 0 0,0-1 0 0 0,0 1 0 0 0,-1 0 0 0 0,0 0 0 0 0,-10-7 1 0 0,13 12-14 0 0,0 0 0 0 0,0 0 1 0 0,-1 1-1 0 0,0-1 0 0 0,1 1 1 0 0,-1 0-1 0 0,0 1 0 0 0,0-1 1 0 0,0 1-1 0 0,0 0 0 0 0,0 1 1 0 0,0-1-1 0 0,0 1 1 0 0,0 1-1 0 0,-12 1 0 0 0,14-1-149 0 0,0-1 1 0 0,1 2-1 0 0,-1-1 0 0 0,1 0 0 0 0,-1 1 0 0 0,1-1 0 0 0,0 1 1 0 0,0 0-1 0 0,-1 0 0 0 0,1 0 0 0 0,1 1 0 0 0,-1-1 0 0 0,0 1 0 0 0,0-1 1 0 0,1 1-1 0 0,0 0 0 0 0,-1 0 0 0 0,1 0 0 0 0,0 0 0 0 0,1 1 1 0 0,-1-1-1 0 0,0 0 0 0 0,1 1 0 0 0,0-1 0 0 0,0 1 0 0 0,-1 7 1 0 0,0-4-1109 0 0,2 0 1 0 0,-1 0 0 0 0,1 0 0 0 0,1 14 0 0 0,2-6-3344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66 203 1080 0 0,'2'-1'1866'0'0,"58"-17"15806"0"0,-52 16-17207 0 0,-22 18-460 0 0,0 1 0 0 0,1 1 0 0 0,0 0 1 0 0,2 1-1 0 0,0 0 0 0 0,1 0 0 0 0,1 1 1 0 0,1 1-1 0 0,0 0 0 0 0,2 0 0 0 0,1 0 1 0 0,0 1-1 0 0,1-1 0 0 0,-1 44 0 0 0,5-60 0 0 0,0 0 0 0 0,1 1 0 0 0,-1-1 0 0 0,1 0 0 0 0,0 0 0 0 0,0 0 0 0 0,1 0 0 0 0,-1 0 0 0 0,1 0 0 0 0,0 0 0 0 0,0-1 1 0 0,1 1-1 0 0,-1-1 0 0 0,1 1 0 0 0,6 6 0 0 0,-6-9 4 0 0,0 1 0 0 0,0-1 0 0 0,0 1 0 0 0,1-1 1 0 0,-1 0-1 0 0,1 0 0 0 0,0 0 0 0 0,-1-1 1 0 0,1 1-1 0 0,0-1 0 0 0,0 0 0 0 0,0 0 0 0 0,0-1 1 0 0,0 1-1 0 0,0-1 0 0 0,0 0 0 0 0,0 0 1 0 0,0 0-1 0 0,0 0 0 0 0,6-2 0 0 0,2 0 16 0 0,0 0-1 0 0,0-1 0 0 0,-1-1 0 0 0,1 0 1 0 0,-1 0-1 0 0,0-1 0 0 0,0-1 1 0 0,-1 0-1 0 0,1 0 0 0 0,-1-1 0 0 0,18-16 1 0 0,-17 12 2 0 0,-1-1 0 0 0,0 0 0 0 0,0 0 0 0 0,-1-1 0 0 0,-1 0 0 0 0,0-1 0 0 0,-1 1 0 0 0,9-27 0 0 0,-9 22-21 0 0,-2-1 0 0 0,0 0 0 0 0,-1 0 0 0 0,-1 0 0 0 0,-1 0 0 0 0,-1 0 0 0 0,-1-1 0 0 0,0 1 0 0 0,-1 0 0 0 0,-1-1 0 0 0,-1 1 0 0 0,-1 0 0 0 0,0 1 0 0 0,-2-1 0 0 0,-11-27 0 0 0,14 40-92 0 0,0 0 0 0 0,-1 0 0 0 0,0 0-1 0 0,0 0 1 0 0,0 1 0 0 0,-1 0 0 0 0,0 0 0 0 0,0 0 0 0 0,0 0-1 0 0,0 1 1 0 0,-1 0 0 0 0,0 0 0 0 0,0 0 0 0 0,0 1 0 0 0,0 0-1 0 0,-7-3 1 0 0,11 6-104 0 0,0-1 1 0 0,0 1-1 0 0,0 0 0 0 0,0 0 0 0 0,0 0 0 0 0,0 0 0 0 0,0 0 1 0 0,0 0-1 0 0,1 0 0 0 0,-1 0 0 0 0,0 1 0 0 0,0-1 0 0 0,0 1 0 0 0,0-1 1 0 0,0 1-1 0 0,1 0 0 0 0,-3 1 0 0 0,0 0-1070 0 0,0 0-1 0 0,1 1 1 0 0,-1-1 0 0 0,1 1-1 0 0,0 0 1 0 0,-4 4-1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19 452 0 0,'-16'-19'15437'0'0,"17"24"-16143"0"0,1 1 0 0 0,-1-1-1 0 0,0 0 1 0 0,-1 1 0 0 0,1-1-1 0 0,-1 0 1 0 0,0 1 0 0 0,0-1-1 0 0,-1 1 1 0 0,1-1 0 0 0,-4 11-1 0 0,4-13 79 0 0,-4 17-3753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7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1516 0 0,'0'2'1964'0'0,"-1"46"9601"0"0,-3-16-7234 0 0,6-31-4871 0 0,1-1 1 0 0,-1 1-1 0 0,1 0 1 0 0,0-1-1 0 0,-1 1 1 0 0,1-1-1 0 0,0 0 1 0 0,-1 0-1 0 0,1 0 1 0 0,0 0-1 0 0,-1 0 1 0 0,1-1-1 0 0,-1 1 0 0 0,1-1 1 0 0,3-1-1 0 0,4 0-2558 0 0,6-1-2143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85 111 272 0 0,'34'-51'12644'0'0,"-27"36"-8779"0"0,-8 23-2330 0 0,-10 24-921 0 0,-17 41 175 0 0,-30 91 421 0 0,51-138-1054 0 0,1 0 0 0 0,0 0 0 0 0,3 1 0 0 0,-2 39 0 0 0,5-62-86 0 0,0 0 1 0 0,0 0-1 0 0,0 0 1 0 0,1 0-1 0 0,0 0 1 0 0,0 0 0 0 0,0 0-1 0 0,0 0 1 0 0,0 0-1 0 0,1-1 1 0 0,0 1-1 0 0,-1 0 1 0 0,1-1 0 0 0,1 1-1 0 0,-1-1 1 0 0,0 0-1 0 0,4 4 1 0 0,-2-4 26 0 0,-1-1 0 0 0,1 1 0 0 0,0-1 0 0 0,-1 0 1 0 0,1 0-1 0 0,0 0 0 0 0,0-1 0 0 0,0 1 0 0 0,0-1 0 0 0,1 0 0 0 0,-1 0 1 0 0,0-1-1 0 0,0 1 0 0 0,1-1 0 0 0,-1 0 0 0 0,6-1 0 0 0,6 0 63 0 0,1-1-1 0 0,-2-2 0 0 0,1 1 1 0 0,0-2-1 0 0,-1 0 0 0 0,1-1 1 0 0,-2 0-1 0 0,1-1 0 0 0,-1-1 1 0 0,0 0-1 0 0,0-1 0 0 0,-1 0 1 0 0,0-1-1 0 0,14-15 0 0 0,-14 13-120 0 0,-1-1-1 0 0,0-1 1 0 0,-1 1 0 0 0,-1-2-1 0 0,0 0 1 0 0,-1 0 0 0 0,0-1-1 0 0,-1 1 1 0 0,-1-2 0 0 0,-1 1-1 0 0,0-1 1 0 0,6-33 0 0 0,-11 42-43 0 0,0 0 0 0 0,0 0 0 0 0,-1 0 0 0 0,0 0 0 0 0,-1 0 1 0 0,0 0-1 0 0,0 0 0 0 0,-1 0 0 0 0,0 0 0 0 0,0 0 1 0 0,0 1-1 0 0,-1-1 0 0 0,-1 1 0 0 0,1 0 0 0 0,-5-8 1 0 0,2 8-19 0 0,0-1 0 0 0,0 1 1 0 0,-1 0-1 0 0,0 0 0 0 0,0 1 1 0 0,-1-1-1 0 0,0 2 1 0 0,0-1-1 0 0,0 1 0 0 0,0 1 1 0 0,-1-1-1 0 0,-11-3 0 0 0,-1 0-836 0 0,0 1-1 0 0,-1 1 0 0 0,-37-6 0 0 0,47 11-1403 0 0,0 0 0 0 0,-1 1 1 0 0,1 0-1 0 0,-20 3 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38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959 109 444 0 0,'-14'-15'12155'0'0,"13"15"-11937"0"0,1-1 0 0 0,0 1-1 0 0,0-1 1 0 0,0 1 0 0 0,0-1 0 0 0,-1 1-1 0 0,1-1 1 0 0,0 0 0 0 0,0 1 0 0 0,0-1 0 0 0,0 1-1 0 0,1-1 1 0 0,-1 1 0 0 0,0-1 0 0 0,0 1-1 0 0,0-1 1 0 0,0 0 0 0 0,21-7 716 0 0,364-66 1239 0 0,-380 74-2153 0 0,0-1-1 0 0,0 1 0 0 0,0-1 0 0 0,0 2 1 0 0,0-1-1 0 0,0 0 0 0 0,0 1 1 0 0,0 0-1 0 0,0 0 0 0 0,0 1 0 0 0,7 2 1 0 0,-8-2 34 0 0,-1 1 1 0 0,1-1 0 0 0,-1 0 0 0 0,0 1-1 0 0,0 0 1 0 0,0 0 0 0 0,0 0 0 0 0,0 0 0 0 0,-1 1-1 0 0,1-1 1 0 0,-1 1 0 0 0,0-1 0 0 0,3 8 0 0 0,5 13 348 0 0,-1 0 1 0 0,-1 0 0 0 0,7 41-1 0 0,6 81 756 0 0,-14-85-749 0 0,12 135 1418 0 0,-13 377 0 0 0,-68 197-917 0 0,24-408-793 0 0,-37 413 146 0 0,52-510-216 0 0,-24 428-29 0 0,34-438 212 0 0,11-238-209 0 0,-1 33 30 0 0,3-48-40 0 0,0 0 0 0 0,-1 1-1 0 0,1-1 1 0 0,-1 0-1 0 0,0 0 1 0 0,1 0 0 0 0,-1 0-1 0 0,0 0 1 0 0,0 0-1 0 0,0 0 1 0 0,-1 0 0 0 0,1 0-1 0 0,0-1 1 0 0,-1 1-1 0 0,1 0 1 0 0,-1-1 0 0 0,0 1-1 0 0,0-1 1 0 0,1 1-1 0 0,-1-1 1 0 0,0 0 0 0 0,0 0-1 0 0,-2 1 1 0 0,-8 4 36 0 0,0-1 0 0 0,-23 6 0 0 0,23-7-42 0 0,-365 82-2077 0 0,179-46-1083 0 0,-188 37-7844 0 0,157-40 67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4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50 712 0 0,'-34'-43'11352'0'0,"33"43"-11287"0"0,1 0 0 0 0,0-1 0 0 0,0 1 1 0 0,-1-1-1 0 0,1 1 0 0 0,0 0 0 0 0,-1-1 0 0 0,1 1 1 0 0,0-1-1 0 0,-1 1 0 0 0,1 0 0 0 0,-1 0 0 0 0,1-1 1 0 0,0 1-1 0 0,-1 0 0 0 0,1 0 0 0 0,-1-1 0 0 0,1 1 1 0 0,-1 0-1 0 0,1 0 0 0 0,-1 0 0 0 0,1 0 1 0 0,-1 0-1 0 0,0 0 0 0 0,-3 5 23 0 0,0 1 0 0 0,0-1 0 0 0,1 1 0 0 0,0 0 1 0 0,0 1-1 0 0,1-1 0 0 0,-1 0 0 0 0,1 1 0 0 0,1-1 0 0 0,-2 12 0 0 0,-5 11 163 0 0,-26 86 294 0 0,5 2-1 0 0,5 1 1 0 0,-15 207-1 0 0,38-298-468 0 0,1 0-1 0 0,1-1 1 0 0,2 1-1 0 0,0 0 1 0 0,2 0-1 0 0,13 41 1 0 0,-14-58-94 0 0,0 0-1 0 0,0-1 1 0 0,1 1 0 0 0,0-1 0 0 0,1-1 0 0 0,0 1 0 0 0,0-1 0 0 0,14 14 0 0 0,-14-17-108 0 0,-1-1 0 0 0,1 1 0 0 0,0-2 1 0 0,0 1-1 0 0,0 0 0 0 0,0-1 0 0 0,1-1 0 0 0,-1 1 1 0 0,1-1-1 0 0,0 0 0 0 0,0 0 0 0 0,0-1 0 0 0,-1 0 1 0 0,11 1-1 0 0,-11-2-452 0 0,0 0-1 0 0,0 0 1 0 0,0-1 0 0 0,0 0-1 0 0,0 0 1 0 0,0 0 0 0 0,0 0 0 0 0,0-1-1 0 0,0 0 1 0 0,0-1 0 0 0,-1 1 0 0 0,1-1-1 0 0,-1 0 1 0 0,0 0 0 0 0,6-6 0 0 0,9-7-3337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4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1 174 284 0 0,'-1'-5'505'0'0,"1"0"-1"0"0,0 0 1 0 0,0 0 0 0 0,1-1-1 0 0,-1 1 1 0 0,1 0 0 0 0,0 0-1 0 0,0 0 1 0 0,1 0 0 0 0,0 1-1 0 0,-1-1 1 0 0,2 0 0 0 0,-1 1-1 0 0,5-9 1 0 0,-2 7-183 0 0,0 0 0 0 0,1 0 0 0 0,0 0-1 0 0,0 1 1 0 0,0-1 0 0 0,0 1 0 0 0,1 1 0 0 0,13-8 0 0 0,-8 6-149 0 0,1 0 0 0 0,0 1 0 0 0,0 1 1 0 0,0 0-1 0 0,1 1 0 0 0,0 0 0 0 0,-1 1 1 0 0,1 0-1 0 0,0 1 0 0 0,25 2 0 0 0,-32 0-96 0 0,1 0-1 0 0,-1 0 0 0 0,1 1 1 0 0,-1 0-1 0 0,0 0 0 0 0,0 1 1 0 0,0 0-1 0 0,0 0 0 0 0,0 1 1 0 0,-1 0-1 0 0,1 0 0 0 0,-1 0 1 0 0,0 1-1 0 0,0 0 0 0 0,8 10 1 0 0,-10-11-29 0 0,-1 1 0 0 0,1 0 0 0 0,-1 1 1 0 0,-1-1-1 0 0,1 0 0 0 0,-1 1 1 0 0,0 0-1 0 0,0-1 0 0 0,0 1 0 0 0,-1 0 1 0 0,0 0-1 0 0,0 0 0 0 0,0 0 0 0 0,-1 0 1 0 0,0 0-1 0 0,0 0 0 0 0,-1 0 1 0 0,0 0-1 0 0,0 0 0 0 0,-2 7 0 0 0,-3 8 21 0 0,-1-1 0 0 0,-1 0 0 0 0,-1 0 0 0 0,-1-1 0 0 0,0 0 0 0 0,-2 0 0 0 0,0-1 0 0 0,-1-1 0 0 0,0 0 0 0 0,-2-1 0 0 0,0-1 0 0 0,0 0 0 0 0,-2-1 0 0 0,-17 13 0 0 0,32-26-80 0 0,1 0 1 0 0,-1 0-1 0 0,1 0 1 0 0,-1 0-1 0 0,0 0 0 0 0,0 0 1 0 0,1-1-1 0 0,-1 1 0 0 0,0 0 1 0 0,0-1-1 0 0,0 0 1 0 0,1 1-1 0 0,-1-1 0 0 0,0 0 1 0 0,0 0-1 0 0,0 0 0 0 0,0 0 1 0 0,0 0-1 0 0,0 0 0 0 0,1-1 1 0 0,-1 1-1 0 0,0-1 1 0 0,0 1-1 0 0,0-1 0 0 0,1 0 1 0 0,-1 1-1 0 0,-1-2 0 0 0,1 0-175 0 0,0 0 0 0 0,1 0 0 0 0,0 1 0 0 0,-1-1 0 0 0,1 0 0 0 0,0 0 0 0 0,0-1 0 0 0,0 1 0 0 0,0 0 0 0 0,1 0 0 0 0,-1 0 0 0 0,0 0 0 0 0,1-1 0 0 0,0 1 0 0 0,-1 0 0 0 0,1-1 0 0 0,0 1 0 0 0,0 0 0 0 0,0-1 0 0 0,1 1 0 0 0,0-3 0 0 0,7-22-4661 0 0,-3 12 562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271 142 908 0 0,'4'-17'2402'0'0,"0"-1"1"0"0,-1 1-1 0 0,-1-1 0 0 0,-1 0 0 0 0,-1-27 0 0 0,0 44-2372 0 0,0 1-1 0 0,0 0 0 0 0,0-1 0 0 0,0 1 0 0 0,-1-1 0 0 0,1 1 0 0 0,0 0 0 0 0,0-1 1 0 0,0 1-1 0 0,-1 0 0 0 0,1-1 0 0 0,0 1 0 0 0,0 0 0 0 0,-1-1 0 0 0,1 1 1 0 0,0 0-1 0 0,0-1 0 0 0,-1 1 0 0 0,1 0 0 0 0,0 0 0 0 0,-1-1 0 0 0,1 1 1 0 0,-1 0-1 0 0,1 0 0 0 0,0 0 0 0 0,-1 0 0 0 0,1-1 0 0 0,-1 1 0 0 0,1 0 0 0 0,0 0 1 0 0,-1 0-1 0 0,1 0 0 0 0,-1 0 0 0 0,1 0 0 0 0,0 0 0 0 0,-1 0 0 0 0,1 0 1 0 0,-1 0-1 0 0,1 1 0 0 0,0-1 0 0 0,-1 0 0 0 0,1 0 0 0 0,-1 0 0 0 0,1 0 1 0 0,0 0-1 0 0,-1 1 0 0 0,-17 10 384 0 0,7 0-272 0 0,0 1 1 0 0,1 0 0 0 0,0 1 0 0 0,1 0 0 0 0,-7 15 0 0 0,-35 75 125 0 0,40-78-203 0 0,-18 41 131 0 0,-40 128-1 0 0,62-168-165 0 0,1 0 1 0 0,1 1 0 0 0,2-1-1 0 0,1 1 1 0 0,0 0-1 0 0,2 0 1 0 0,1 0-1 0 0,6 34 1 0 0,-4-50-198 0 0,-1 0 0 0 0,2 0-1 0 0,-1-1 1 0 0,2 1 0 0 0,-1-1 0 0 0,1 1-1 0 0,10 13 1 0 0,-10-17-420 0 0,0-1 0 0 0,0 0 0 0 0,1 0-1 0 0,9 8 1 0 0,-9-10-481 0 0,-1 0 0 0 0,1 0-1 0 0,1 0 1 0 0,-1-1-1 0 0,11 4 1 0 0,5-1-4765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193 142 108 0 0,'0'-82'14377'0'0,"-9"86"-12925"0"0,6 1-1232 0 0,0-1 0 0 0,0 1 0 0 0,1 0 0 0 0,0 0 0 0 0,0 1 0 0 0,0-1 0 0 0,-1 11 0 0 0,-1-2 41 0 0,-64 257 1431 0 0,32-117-1367 0 0,1-25 54 0 0,28-116-241 0 0,6-13-135 0 0,1 0-1 0 0,0 0 0 0 0,0 0 1 0 0,-1 0-1 0 0,1 0 0 0 0,0 0 1 0 0,0 0-1 0 0,0 0 0 0 0,-1 0 1 0 0,1 0-1 0 0,0 0 0 0 0,0 0 1 0 0,-1 0-1 0 0,1 0 0 0 0,0-1 1 0 0,0 1-1 0 0,0 0 0 0 0,-1 0 1 0 0,1 0-1 0 0,0 0 0 0 0,0 0 1 0 0,0 0-1 0 0,0 0 0 0 0,-1-1 1 0 0,1 1-1 0 0,0 0 0 0 0,0 0 1 0 0,0 0-1 0 0,0 0 0 0 0,0-1 1 0 0,0 1-1 0 0,-1 0 0 0 0,1-1 1 0 0,-6-22 26 0 0,5-14-39 0 0,2 1 0 0 0,2-1-1 0 0,9-44 1 0 0,36-103-59 0 0,-35 145 29 0 0,33-70 0 0 0,-38 94 28 0 0,0 1 0 0 0,0 0 0 0 0,1 1 0 0 0,1 0 0 0 0,1 0 0 0 0,-1 1 0 0 0,25-20 0 0 0,-33 30 12 0 0,1 0 1 0 0,-1 0-1 0 0,1 0 1 0 0,0 0 0 0 0,0 1-1 0 0,0-1 1 0 0,0 1 0 0 0,0 0-1 0 0,0 0 1 0 0,1 0-1 0 0,-1 0 1 0 0,0 0 0 0 0,0 1-1 0 0,1 0 1 0 0,-1-1-1 0 0,0 1 1 0 0,1 0 0 0 0,-1 1-1 0 0,0-1 1 0 0,1 0 0 0 0,-1 1-1 0 0,0 0 1 0 0,1 0-1 0 0,-1 0 1 0 0,0 0 0 0 0,5 3-1 0 0,-2 0 17 0 0,0 1-1 0 0,-1-1 0 0 0,1 1 0 0 0,-1 0 0 0 0,0 0 0 0 0,-1 0 0 0 0,1 1 1 0 0,-1 0-1 0 0,0 0 0 0 0,-1 0 0 0 0,6 11 0 0 0,2 11 122 0 0,0 0 1 0 0,-2 0-1 0 0,-1 1 0 0 0,7 53 0 0 0,0 121-209 0 0,-10-121-893 0 0,-5-78 423 0 0,1 25-2700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76 118 2512 0 0,'-75'3'11352'0'0,"78"-3"-10929"0"0,51-11-81 0 0,65-21-1 0 0,-5-10-5351 0 0,-82 26 1792 0 0,-1-3-1120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 2072 0 0,'-23'-15'11521'0'0,"23"16"-11464"0"0,8 12 1658 0 0,14 17-1157 0 0,-1 2-1 0 0,-1 0 1 0 0,-2 0 0 0 0,-1 2 0 0 0,-2 0 0 0 0,-1 1 0 0 0,-2 1 0 0 0,13 60 0 0 0,-20-64-511 0 0,-1-1 0 0 0,-1 1 1 0 0,-1 0-1 0 0,-2 0 0 0 0,-2 0 1 0 0,-1 0-1 0 0,-1 0 0 0 0,-1 0 1 0 0,-2-1-1 0 0,-16 45 1 0 0,7-35-43 0 0,-2-2 1 0 0,-1 0 0 0 0,-47 69-1 0 0,-2-21-3382 0 0,46-67 221 0 0,5-12-2745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1648 0 0,'2'-2'2260'0'0,"7"-4"518"0"0,19-12 6193 0 0,-2 11-8094 0 0,87-19 501 0 0,-21 4-3081 0 0,-28 13-6279 0 0,-47 8 2159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6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2600 0 0,'-90'76'10913'0'0,"90"-76"-10872"0"0,0 1-1 0 0,-1-1 0 0 0,1 0 1 0 0,0 1-1 0 0,0-1 1 0 0,-1 0-1 0 0,1 1 0 0 0,0-1 1 0 0,0 1-1 0 0,0-1 0 0 0,-1 0 1 0 0,1 1-1 0 0,0-1 1 0 0,0 1-1 0 0,0-1 0 0 0,0 0 1 0 0,0 1-1 0 0,0-1 0 0 0,0 1 1 0 0,0-1-1 0 0,0 1 1 0 0,0-1-1 0 0,0 0 0 0 0,0 1 1 0 0,0-1-1 0 0,0 1 0 0 0,1-1 1 0 0,-1 1-1 0 0,0-1 1 0 0,0 0-1 0 0,0 1 0 0 0,1-1 1 0 0,-1 0-1 0 0,0 1 0 0 0,0-1 1 0 0,1 0-1 0 0,-1 1 1 0 0,0-1-1 0 0,1 0 0 0 0,-1 0 1 0 0,0 1-1 0 0,1-1 1 0 0,-1 0-1 0 0,0 0 0 0 0,1 1 1 0 0,-1-1-1 0 0,0 0 0 0 0,1 0 1 0 0,-1 0-1 0 0,1 0 1 0 0,-1 0-1 0 0,1 0 0 0 0,-1 0 1 0 0,0 0-1 0 0,1 0 0 0 0,-1 0 1 0 0,1 0-1 0 0,-1 0 1 0 0,1 0-1 0 0,-1 0 0 0 0,0 0 1 0 0,1 0-1 0 0,0-1 0 0 0,54-4 139 0 0,96-22 0 0 0,-12-11-7619 0 0,-87 19 829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6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76 788 0 0,'0'-24'6577'0'0,"0"20"-6025"0"0,0 1-1 0 0,0 0 1 0 0,-1 0-1 0 0,1 0 1 0 0,-1 0-1 0 0,0-1 1 0 0,0 1-1 0 0,0 0 1 0 0,-1 0-1 0 0,1 1 1 0 0,0-1-1 0 0,-1 0 1 0 0,0 0-1 0 0,0 1 1 0 0,-2-3-1 0 0,3 3-344 0 0,0 3-180 0 0,-1-1 0 0 0,1 1 0 0 0,0-1 0 0 0,0 1-1 0 0,0-1 1 0 0,-1 1 0 0 0,1 0 0 0 0,0-1 0 0 0,0 1 0 0 0,0 0 0 0 0,0 0-1 0 0,1 0 1 0 0,-1 0 0 0 0,0 0 0 0 0,0 0 0 0 0,0 0 0 0 0,1 0-1 0 0,-1 0 1 0 0,-1 2 0 0 0,-11 27 221 0 0,10-24-152 0 0,-30 77 664 0 0,3 1-1 0 0,-23 111 1 0 0,-7 180 449 0 0,48-190-894 0 0,12-157-273 0 0,2-1-1 0 0,0 1 1 0 0,2-1 0 0 0,12 45 0 0 0,-15-67-45 0 0,1 0 0 0 0,0-1 0 0 0,-1 1 0 0 0,2-1 0 0 0,-1 1 0 0 0,0-1 1 0 0,1 0-1 0 0,0 0 0 0 0,0 0 0 0 0,0 0 0 0 0,1 0 0 0 0,-1-1 0 0 0,1 1 1 0 0,0-1-1 0 0,-1 0 0 0 0,8 4 0 0 0,-7-6-208 0 0,0 1-1 0 0,0-1 1 0 0,0 0 0 0 0,0 0-1 0 0,0 0 1 0 0,0 0 0 0 0,1-1-1 0 0,-1 1 1 0 0,0-1 0 0 0,0 0-1 0 0,1-1 1 0 0,-1 1 0 0 0,0-1-1 0 0,0 0 1 0 0,0 0 0 0 0,1 0 0 0 0,-1 0-1 0 0,0-1 1 0 0,6-3 0 0 0,-2 1-1011 0 0,0-1 0 0 0,0 0 0 0 0,0-1 0 0 0,0 1 0 0 0,-1-2 0 0 0,7-6 0 0 0,5-8-4834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21 267 2108 0 0,'-3'-6'347'0'0,"0"1"-1"0"0,1 0 1 0 0,-1-1-1 0 0,1 1 1 0 0,1-1-1 0 0,-1 0 1 0 0,1 0 0 0 0,0 1-1 0 0,0-1 1 0 0,0 0-1 0 0,1 0 1 0 0,0 0-1 0 0,0 0 1 0 0,1 0-1 0 0,-1 0 1 0 0,2 0-1 0 0,-1 0 1 0 0,0 1-1 0 0,1-1 1 0 0,0 0-1 0 0,0 1 1 0 0,1-1 0 0 0,0 1-1 0 0,3-5 1 0 0,0 1-109 0 0,1 0 1 0 0,1 1 0 0 0,-1 0 0 0 0,1 0 0 0 0,1 0 0 0 0,-1 1-1 0 0,1 1 1 0 0,0-1 0 0 0,1 1 0 0 0,17-8 0 0 0,-13 9-67 0 0,0-1 1 0 0,0 2 0 0 0,0 0 0 0 0,1 1 0 0 0,-1 0 0 0 0,1 1-1 0 0,28 0 1 0 0,-29 2-76 0 0,0 1-1 0 0,0 1 1 0 0,0 0-1 0 0,0 0 1 0 0,-1 2-1 0 0,1 0 0 0 0,-1 0 1 0 0,18 10-1 0 0,-21-10-5 0 0,-1 2-1 0 0,0-1 0 0 0,-1 1 1 0 0,1 1-1 0 0,-1-1 0 0 0,0 1 1 0 0,-1 1-1 0 0,0 0 1 0 0,0 0-1 0 0,0 0 0 0 0,8 16 1 0 0,-11-17 4 0 0,0 1 1 0 0,-1 0 0 0 0,0-1 0 0 0,-1 1 0 0 0,1 0 0 0 0,-2 0 0 0 0,1 0 0 0 0,-1 1 0 0 0,0-1 0 0 0,-1 0 0 0 0,0 12 0 0 0,-2-8 17 0 0,1 1 0 0 0,-2-1 0 0 0,0 0-1 0 0,0 0 1 0 0,-1 0 0 0 0,-11 22 0 0 0,4-14-19 0 0,0-1 0 0 0,-1-1 0 0 0,-1 0 0 0 0,-1-1 0 0 0,-1 0 0 0 0,0-1 1 0 0,-1 0-1 0 0,-22 15 0 0 0,25-21-63 0 0,0-2 1 0 0,-1 0 0 0 0,0 0-1 0 0,0-1 1 0 0,-1-1-1 0 0,1 0 1 0 0,-29 6-1 0 0,41-11-145 0 0,0-1-1 0 0,0 0 1 0 0,0 1-1 0 0,-1-1 1 0 0,1 0-1 0 0,0 0 0 0 0,0 0 1 0 0,0 0-1 0 0,0-1 1 0 0,0 1-1 0 0,0 0 1 0 0,-1-1-1 0 0,1 0 0 0 0,0 1 1 0 0,0-1-1 0 0,0 0 1 0 0,1 0-1 0 0,-1 0 0 0 0,0 0 1 0 0,-2-2-1 0 0,3 1-143 0 0,0 1 0 0 0,-1 0 0 0 0,1-1 1 0 0,0 1-1 0 0,0-1 0 0 0,1 1 0 0 0,-1-1 0 0 0,0 1 0 0 0,0-1 0 0 0,1 0 0 0 0,-1 0 0 0 0,1 1 0 0 0,0-1 0 0 0,-1 0 0 0 0,1 0 0 0 0,0 1 0 0 0,0-1 0 0 0,0 0 0 0 0,0 0 0 0 0,0 1 1 0 0,0-1-1 0 0,1 0 0 0 0,0-2 0 0 0,5-14-3369 0 0,3-2-1520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7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671 84 700 0 0,'-4'-6'1526'0'0,"0"0"1"0"0,-1 0-1 0 0,1 0 0 0 0,-1 0 0 0 0,-1 0 0 0 0,-7-6 1 0 0,1 4 29 0 0,1 0 0 0 0,-23-10 1 0 0,32 18-1536 0 0,1-1 1 0 0,-1 1 0 0 0,0 0-1 0 0,0-1 1 0 0,1 1 0 0 0,-1 0-1 0 0,0 0 1 0 0,0 1-1 0 0,0-1 1 0 0,1 0 0 0 0,-1 0-1 0 0,0 1 1 0 0,1-1 0 0 0,-1 1-1 0 0,0 0 1 0 0,1-1-1 0 0,-1 1 1 0 0,0 0 0 0 0,1 0-1 0 0,0 0 1 0 0,-1 0 0 0 0,-2 3-1 0 0,-31 30 179 0 0,31-30-174 0 0,-20 25 76 0 0,0 1 1 0 0,-28 47 0 0 0,-31 74 144 0 0,81-148-242 0 0,-62 122 167 0 0,5 3-1 0 0,5 3 0 0 0,-55 210 1 0 0,102-315-138 0 0,2 0 1 0 0,1 1 0 0 0,1-1 0 0 0,1 1-1 0 0,1 0 1 0 0,2-1 0 0 0,5 43 0 0 0,-4-58-18 0 0,1 1 1 0 0,0-1 0 0 0,0 1 0 0 0,1-1 0 0 0,1 0-1 0 0,0 0 1 0 0,0-1 0 0 0,1 1 0 0 0,1-1 0 0 0,-1-1-1 0 0,2 1 1 0 0,-1-1 0 0 0,1 0 0 0 0,1-1 0 0 0,-1 0-1 0 0,1 0 1 0 0,1-1 0 0 0,0 0 0 0 0,12 7 0 0 0,-3-5-144 0 0,1-1 0 0 0,0 0 1 0 0,0-1-1 0 0,1-1 1 0 0,0-1-1 0 0,0-1 0 0 0,0-1 1 0 0,24 0-1 0 0,-24-2-1548 0 0,30-4 0 0 0,-33 1-611 0 0,-1-1 0 0 0,17-5-1 0 0,-14 1-2631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70 940 0 0,'0'0'2686'0'0,"-12"-27"5364"0"0,4 11-5773 0 0,7 15-1814 0 0,-7-9 1009 0 0,6 8-1351 0 0,-1 0 1 0 0,1 0-1 0 0,-1 0 1 0 0,1 1-1 0 0,-1-1 0 0 0,0 1 1 0 0,-5-2-1 0 0,6 2-68 0 0,-1 1-9 0 0,-2 1-36 0 0,1 0 0 0 0,-1 0-1 0 0,0 0 1 0 0,0 1 0 0 0,1-1-1 0 0,-1 1 1 0 0,1 0 0 0 0,-1 1-1 0 0,1-1 1 0 0,0 1 0 0 0,0 0-1 0 0,0 0 1 0 0,0 0-1 0 0,-4 5 1 0 0,-12 12-1 0 0,-22 30 0 0 0,23-27-5 0 0,-3 1 8 0 0,2 1 0 0 0,1 1 0 0 0,0 1 0 0 0,3 0 1 0 0,-27 59-1 0 0,39-76-2 0 0,0 2 1 0 0,1-1 0 0 0,1 0 0 0 0,0 0-1 0 0,0 1 1 0 0,1-1 0 0 0,0 1 0 0 0,2 17-1 0 0,1-19 2 0 0,-1-1-1 0 0,1 0 0 0 0,1 0 1 0 0,0 0-1 0 0,0 0 0 0 0,1 0 1 0 0,0 0-1 0 0,0-1 0 0 0,1 0 1 0 0,0 0-1 0 0,11 13 0 0 0,-10-15 0 0 0,1 0-1 0 0,-1 0 1 0 0,1-1 0 0 0,0 0-1 0 0,1 0 1 0 0,-1 0-1 0 0,1-1 1 0 0,0 0 0 0 0,0-1-1 0 0,0 0 1 0 0,0 0-1 0 0,1-1 1 0 0,-1 0 0 0 0,1 0-1 0 0,0-1 1 0 0,-1 0-1 0 0,11 0 1 0 0,-13-1-4 0 0,26 1 13 0 0,-17-3 4 0 0,9-1 63 0 0,0 0 0 0 0,40-12 0 0 0,-62 14-72 0 0,15-9 260 0 0,-3 2-2857 0 0,-7 6 1800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4:5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93 764 0 0,'-19'-91'12497'0'0,"19"89"-11925"0"0,3 3-527 0 0,1-1 0 0 0,-1 1 0 0 0,0 0 0 0 0,1 0 0 0 0,-1 0 0 0 0,0 0 0 0 0,1 1 0 0 0,-1-1 0 0 0,0 1 0 0 0,0 0 0 0 0,0 0 0 0 0,-1 0 0 0 0,1 0 0 0 0,2 3 0 0 0,38 42 823 0 0,-33-36-703 0 0,17 23 41 0 0,-1 2 0 0 0,-1 1 0 0 0,-2 0 0 0 0,-2 2 0 0 0,-2 1 0 0 0,-1 0-1 0 0,-2 1 1 0 0,-2 1 0 0 0,-1 1 0 0 0,-3-1 0 0 0,-1 2 0 0 0,-3-1 0 0 0,-1 1-1 0 0,-2 0 1 0 0,-2 0 0 0 0,-2 1 0 0 0,-2-1 0 0 0,-2 0 0 0 0,-1-1-1 0 0,-3 0 1 0 0,-2 0 0 0 0,-1 0 0 0 0,-18 40 0 0 0,4-26-180 0 0,-2-1 0 0 0,-3-1 0 0 0,-2-2 1 0 0,-68 84-1 0 0,-21-6-6333 0 0,87-102 1513 0 0,2-2-2314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02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12 880 0 0,'-4'5'6670'0'0,"4"-3"-6107"0"0,-1-1-1 0 0,0 0 1 0 0,1 1-1 0 0,-1-1 1 0 0,0 0-1 0 0,0 3 1 0 0,7-3-535 0 0,-1 0 0 0 0,0 0 0 0 0,1-1 1 0 0,-1 0-1 0 0,0 0 0 0 0,1 0 0 0 0,-1 0 0 0 0,0-1 1 0 0,10-2-1 0 0,9-1 30 0 0,150-19-1095 0 0,-167 22-81 0 0,3 2 173 0 0,-3 1-1970 0 0,4 1-494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0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27 1736 0 0,'-18'17'5136'0'0,"15"-14"-4544"0"0,0 0 1 0 0,0 0 0 0 0,0 0 0 0 0,-1 0 0 0 0,1-1-1 0 0,-5 3 1 0 0,8-4-575 0 0,0 0 1 0 0,0-1-1 0 0,0 1 0 0 0,1 0 0 0 0,-1-1 1 0 0,0 1-1 0 0,0-1 0 0 0,1 1 0 0 0,-1 0 1 0 0,1-1-1 0 0,-1 1 0 0 0,0-1 0 0 0,1 1 1 0 0,-1-1-1 0 0,1 1 0 0 0,-1-1 0 0 0,1 1 1 0 0,-1-1-1 0 0,1 0 0 0 0,-1 1 0 0 0,1-1 1 0 0,0 0-1 0 0,-1 1 0 0 0,1-1 1 0 0,-1 0-1 0 0,1 0 0 0 0,0 1 0 0 0,-1-1 1 0 0,1 0-1 0 0,1 0 0 0 0,39-3-49 0 0,0-2 1 0 0,0-2-1 0 0,55-17 0 0 0,-49 13-1340 0 0,7-8-3023 0 0,-30 9 1099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0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84 134 2212 0 0,'-22'-22'11051'0'0,"-2"-2"-5928"0"0,23 23-4719 0 0,-7-9 594 0 0,8 10-979 0 0,-1-1-1 0 0,0 0 0 0 0,1 1 0 0 0,0-1 0 0 0,-1 0 0 0 0,1 0 0 0 0,-1 0 0 0 0,1 1 0 0 0,0-1 0 0 0,0 0 0 0 0,-1 0 0 0 0,1 0 0 0 0,0 0 0 0 0,0 0 0 0 0,0 0 0 0 0,0 1 0 0 0,0-1 0 0 0,0 0 0 0 0,0 0 0 0 0,0 0 0 0 0,0 0 0 0 0,1 0 0 0 0,-1 0 0 0 0,0 1 0 0 0,0-1 0 0 0,1 0 1 0 0,0-1-1 0 0,1-1-12 0 0,0 1 0 0 0,-1 0 1 0 0,1-1-1 0 0,1 1 1 0 0,-1 0-1 0 0,0 0 1 0 0,0 1-1 0 0,5-4 1 0 0,2 0-29 0 0,0 1 0 0 0,-1 0 1 0 0,1 0-1 0 0,19-5 1 0 0,-21 8 9 0 0,1-1 0 0 0,0 1 0 0 0,0 1 1 0 0,0-1-1 0 0,0 1 0 0 0,0 1 0 0 0,0-1 1 0 0,-1 2-1 0 0,1-1 0 0 0,0 1 0 0 0,0 0 0 0 0,9 4 1 0 0,-13-4 10 0 0,1 0 1 0 0,-1 1 0 0 0,0-1 0 0 0,-1 1 0 0 0,1 0-1 0 0,0 0 1 0 0,-1 0 0 0 0,1 0 0 0 0,-1 0-1 0 0,0 1 1 0 0,0 0 0 0 0,-1 0 0 0 0,1 0 0 0 0,-1 0-1 0 0,0 0 1 0 0,0 0 0 0 0,0 0 0 0 0,0 1-1 0 0,-1-1 1 0 0,0 1 0 0 0,2 7 0 0 0,-1 10 5 0 0,0 0 1 0 0,-2 0-1 0 0,0 0 1 0 0,-2 0-1 0 0,0 0 1 0 0,-1 0-1 0 0,-1 0 1 0 0,-2-1-1 0 0,0 0 1 0 0,-1 0-1 0 0,-1 0 1 0 0,-15 27-1 0 0,-12 14 115 0 0,-3-2 1 0 0,-68 82-1 0 0,90-121-59 0 0,-16 19 84 0 0,31-39-142 0 0,1 0-2 0 0,-1-1 0 0 0,1 0 1 0 0,0 1-1 0 0,0-1 0 0 0,-1 1 0 0 0,1-1 0 0 0,0 0 0 0 0,0 1 0 0 0,0-1 0 0 0,0 1 1 0 0,0-1-1 0 0,0 1 0 0 0,0-1 0 0 0,0 1 0 0 0,0-1 0 0 0,0 0 0 0 0,0 1 0 0 0,0-1 0 0 0,0 1 1 0 0,0-1-1 0 0,0 1 0 0 0,0-1 0 0 0,1 0 0 0 0,-1 1 0 0 0,7 0 5 0 0,1 0 0 0 0,0 0 0 0 0,-1-1 1 0 0,1-1-1 0 0,-1 1 0 0 0,11-3 0 0 0,50-12 45 0 0,-38 8-42 0 0,315-68 121 0 0,-261 61 2631 0 0,-84 14-2732 0 0,1 0 0 0 0,-1 0 0 0 0,1 1 0 0 0,-1-1 0 0 0,0 0 0 0 0,1 0 0 0 0,-1 0 0 0 0,0 0 0 0 0,1 0 0 0 0,-1 0 0 0 0,1 0 0 0 0,-1 0 0 0 0,0 0 0 0 0,1 0 0 0 0,-1 0 0 0 0,1-1 0 0 0,-1 1 0 0 0,0 0 0 0 0,1 0 0 0 0,-1 0 0 0 0,0 0 0 0 0,1-1 0 0 0,-1 1 0 0 0,0 0 0 0 0,1 0 0 0 0,-1-1 0 0 0,0 1 0 0 0,1 0 0 0 0,6-5-1985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0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1 376 0 0,'0'0'10202'0'0,"-2"0"-9569"0"0,-11 0 4888 0 0,-9 21-4275 0 0,-243 256-684 0 0,179-192-479 0 0,66-66-65 0 0,-14 16 50 0 0,-36 45 0 0 0,44-50 117 0 0,25-29-146 0 0,-2 4 17 0 0,2-5-55 0 0,1 1 0 0 0,-1-1 1 0 0,1 1-1 0 0,-1-1 0 0 0,1 1 0 0 0,-1 0 1 0 0,1-1-1 0 0,-1 1 0 0 0,1 0 0 0 0,0-1 0 0 0,-1 1 1 0 0,1 0-1 0 0,0-1 0 0 0,0 1 0 0 0,0 0 1 0 0,-1 1-1 0 0,5 1 6 0 0,-1 0 1 0 0,0 0-1 0 0,1-1 0 0 0,-1 1 1 0 0,1-1-1 0 0,0 0 1 0 0,0 0-1 0 0,0 0 0 0 0,8 3 1 0 0,48 12 52 0 0,-45-13-41 0 0,43 12 25 0 0,237 52 91 0 0,-236-54 78 0 0,-57-14-144 0 0,16 4 631 0 0,1-1 419 0 0,-6-2-2952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05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52 448 0 0,'-33'-27'10587'0'0,"6"4"-5619"0"0,22 23-4821 0 0,5-1-142 0 0,0 1 0 0 0,-1 0 0 0 0,1 0 0 0 0,0 0 0 0 0,-1 0 0 0 0,1 0 0 0 0,0 0 0 0 0,-1 0 0 0 0,1 0 0 0 0,-1 0 0 0 0,1 0 0 0 0,0 0 0 0 0,-1 0 0 0 0,1 0 0 0 0,0 0 0 0 0,-1 0 0 0 0,1 0-1 0 0,-1 0 1 0 0,1 0 0 0 0,0 0 0 0 0,-1 0 0 0 0,1 1 0 0 0,0-1 0 0 0,-1 0 0 0 0,1 0 0 0 0,0 0 0 0 0,0 1 0 0 0,-1-1 0 0 0,1 0 0 0 0,0 0 0 0 0,-1 1 0 0 0,1-1 0 0 0,0 0 0 0 0,0 1 0 0 0,0-1 0 0 0,-1 0 0 0 0,1 1 0 0 0,0-1 0 0 0,0 0 0 0 0,0 1 0 0 0,0-1 0 0 0,0 0 0 0 0,0 1-1 0 0,0-1 1 0 0,0 0 0 0 0,0 1 0 0 0,-1-1 0 0 0,2 1 0 0 0,-1-1 0 0 0,0 0 0 0 0,0 1 0 0 0,3 102 138 0 0,0-47 27 0 0,-7 87 0 0 0,1-86-64 0 0,2-36 994 0 0,-8 43 4224 0 0,5-72-4644 0 0,3-3-631 0 0,0 1 1 0 0,0 0-1 0 0,0 0 1 0 0,2 0-1 0 0,-1-1 1 0 0,1 1 0 0 0,1 0-1 0 0,-1 0 1 0 0,2 0-1 0 0,5-15 1 0 0,1 0-70 0 0,1 0 1 0 0,27-45 0 0 0,-22 46-33 0 0,1 1 0 0 0,26-30 0 0 0,-32 43 19 0 0,0-1 0 0 0,0 2 0 0 0,1-1 0 0 0,1 1 0 0 0,-1 1 0 0 0,19-10 1 0 0,-28 17 25 0 0,1 0 0 0 0,0 0 0 0 0,0 0 0 0 0,-1 0 0 0 0,1 1 0 0 0,0-1 0 0 0,0 1 0 0 0,0-1 0 0 0,0 1 0 0 0,0 0 0 0 0,0 0 0 0 0,0 1 0 0 0,0-1 0 0 0,0 0 0 0 0,0 1 0 0 0,-1 0 0 0 0,1 0 0 0 0,0 0 0 0 0,0 0 0 0 0,-1 0 0 0 0,1 0 1 0 0,0 1-1 0 0,-1-1 0 0 0,3 3 0 0 0,1 1 6 0 0,1 0 1 0 0,-2 1-1 0 0,1 0 1 0 0,-1 0-1 0 0,0 0 1 0 0,0 1 0 0 0,6 9-1 0 0,-5-3-1 0 0,0-1 0 0 0,-1 1 0 0 0,0 1 0 0 0,-1-1 0 0 0,0 1 0 0 0,-1 0 0 0 0,1 14 1 0 0,0 14-64 0 0,-1 44 1 0 0,-10 45 133 0 0,7-130-34 0 0,0-1-33 0 0,0 1 0 0 0,0-1 0 0 0,0 0 0 0 0,0 0-1 0 0,-1 0 1 0 0,1 1 0 0 0,0-1 0 0 0,0 0 0 0 0,0 0-1 0 0,0 1 1 0 0,0-1 0 0 0,0 0 0 0 0,0 0 0 0 0,0 1 0 0 0,0-1-1 0 0,0 0 1 0 0,0 0 0 0 0,0 1 0 0 0,0-1 0 0 0,0 0 0 0 0,0 1-1 0 0,0-1 1 0 0,0 0 0 0 0,0 0 0 0 0,0 1 0 0 0,0-1 0 0 0,0 0-1 0 0,0 0 1 0 0,0 1 0 0 0,0-1 0 0 0,1 0 0 0 0,-1 0-1 0 0,0 0 1 0 0,0 1 0 0 0,0-1 0 0 0,0 0 0 0 0,1 0 0 0 0,-1 0-1 0 0,0 0 1 0 0,0 1 0 0 0,1-1 0 0 0,-1 0 0 0 0,0 0 0 0 0,0 0-1 0 0,0 0 1 0 0,1 0 0 0 0,-1 0 0 0 0,0 0 0 0 0,0 1 0 0 0,1-1-1 0 0,-1 0 1 0 0,0 0 0 0 0,1 0 0 0 0,-1 0 0 0 0,0 0-1 0 0,0 0 1 0 0,1 0 0 0 0,-1-1 0 0 0,15-1-139 0 0,-4-3-513 0 0,-1 0 0 0 0,0-1 0 0 0,14-11 1 0 0,6-2-1534 0 0,36-19-6130 0 0,-33 19-143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26 716 0 0,'-7'-26'12993'0'0,"4"34"-12816"0"0,0 0 1 0 0,1 1 0 0 0,1-1 0 0 0,-1 0 0 0 0,1 1-1 0 0,1-1 1 0 0,0 1 0 0 0,0 8 0 0 0,0 6 101 0 0,-9 134 1064 0 0,-2 81-595 0 0,11-236-1199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99 1184 0 0,'-2'-20'3545'0'0,"-3"-27"4662"0"0,3 18-5909 0 0,2 27-1996 0 0,1 2-517 0 0,0 1-1 0 0,-1 0 1 0 0,1 0 0 0 0,0 0-1 0 0,-1 0 1 0 0,1 0 0 0 0,-1 0-1 0 0,0 0 1 0 0,1 0 0 0 0,-1 0-1 0 0,0 0 1 0 0,1 0 0 0 0,-1 0 0 0 0,0 1-1 0 0,0-1 1 0 0,0 1 0 0 0,2 16-3882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45 2032 0 0,'4'13'4924'0'0,"4"18"-1374"0"0,13 66 365 0 0,-19-83-3791 0 0,-1 0-1 0 0,0 0 1 0 0,-1 0 0 0 0,-1 0 0 0 0,-3 19-1 0 0,1-12-19 0 0,-10 42 2484 0 0,12-61-2257 0 0,1-2-319 0 0,0 0 0 0 0,0 0 0 0 0,0 0 0 0 0,0 1 0 0 0,0-1-1 0 0,0 0 1 0 0,0 0 0 0 0,0 0 0 0 0,0 0 0 0 0,0 1 0 0 0,0-1 0 0 0,0 0-1 0 0,0 0 1 0 0,0 0 0 0 0,-1 0 0 0 0,1 0 0 0 0,0 0 0 0 0,0 1 0 0 0,0-1-1 0 0,0 0 1 0 0,0 0 0 0 0,0 0 0 0 0,0 0 0 0 0,0 0 0 0 0,-1 0 0 0 0,1 0-1 0 0,0 0 1 0 0,0 0 0 0 0,0 1 0 0 0,0-1 0 0 0,0 0 0 0 0,-1 0 0 0 0,1 0-1 0 0,0 0 1 0 0,0 0 0 0 0,0 0 0 0 0,0 0 0 0 0,0 0 0 0 0,-1 0 0 0 0,1 0-1 0 0,0 0 1 0 0,0 0 0 0 0,0 0 0 0 0,0 0 0 0 0,0 0 0 0 0,-1 0 0 0 0,1 0-1 0 0,0-1 1 0 0,0 1 0 0 0,0 0 0 0 0,0 0 0 0 0,-1 0 0 0 0,-6-9 251 0 0,5-1-243 0 0,0-1 0 0 0,0 1 0 0 0,1-1-1 0 0,0 0 1 0 0,1 1 0 0 0,0-1 0 0 0,1 1 0 0 0,0-1 0 0 0,1 0 0 0 0,0 1 0 0 0,1 0 0 0 0,0 0 0 0 0,4-11 0 0 0,0 4-17 0 0,0 0 0 0 0,1 1 1 0 0,1 0-1 0 0,1 0 1 0 0,0 1-1 0 0,24-27 0 0 0,-27 34-4 0 0,1 1-1 0 0,0 0 0 0 0,1 0 1 0 0,0 0-1 0 0,0 1 0 0 0,0 1 1 0 0,1-1-1 0 0,18-6 0 0 0,-23 10 3 0 0,-1 1 0 0 0,1-1 0 0 0,-1 1 0 0 0,1 0-1 0 0,-1 1 1 0 0,1-1 0 0 0,0 1 0 0 0,0 0 0 0 0,-1 0 0 0 0,1 1-1 0 0,0-1 1 0 0,-1 1 0 0 0,1 0 0 0 0,-1 0 0 0 0,1 1 0 0 0,-1-1-1 0 0,0 1 1 0 0,1 0 0 0 0,-1 0 0 0 0,0 0 0 0 0,0 1-1 0 0,0 0 1 0 0,3 3 0 0 0,0-1 11 0 0,-1 1 0 0 0,-1 1-1 0 0,1-1 1 0 0,-1 1 0 0 0,0-1 0 0 0,-1 2-1 0 0,1-1 1 0 0,-1 0 0 0 0,-1 1-1 0 0,0 0 1 0 0,0 0 0 0 0,0 0 0 0 0,-1 0-1 0 0,2 11 1 0 0,-1 7-25 0 0,-2-1-1 0 0,-1 1 1 0 0,-3 33-1 0 0,0 16-1366 0 0,5-64 94 0 0,-2-10 1038 0 0,0-1-1 0 0,16 8-6454 0 0,-16-9 6455 0 0,1 1 0 0 0,0 0-1 0 0,-1 0 1 0 0,1 0 0 0 0,0-1-1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257 192 36 0 0,'3'-4'905'0'0,"9"-22"2420"0"0,10-26 0 0 0,-19 45-2654 0 0,-1 0 0 0 0,0 0 0 0 0,0 0 0 0 0,-1 0 0 0 0,0 0 1 0 0,0-1-1 0 0,-1 1 0 0 0,0 0 0 0 0,-1-11 0 0 0,1 16-561 0 0,0 1 0 0 0,-1 0 0 0 0,1-1 1 0 0,0 1-1 0 0,-1-1 0 0 0,1 1 0 0 0,-1 0 0 0 0,1-1 0 0 0,-1 1 1 0 0,0 0-1 0 0,1 0 0 0 0,-1-1 0 0 0,0 1 0 0 0,0 0 0 0 0,0 0 1 0 0,0 0-1 0 0,0 0 0 0 0,-2-2 0 0 0,2 3-58 0 0,0 0-1 0 0,0 0 1 0 0,0-1 0 0 0,0 1-1 0 0,0 0 1 0 0,0 0 0 0 0,0 0-1 0 0,0 0 1 0 0,0 0 0 0 0,0 0-1 0 0,0 0 1 0 0,0 0 0 0 0,0 0-1 0 0,0 1 1 0 0,0-1 0 0 0,0 0-1 0 0,0 1 1 0 0,0-1 0 0 0,-2 2-1 0 0,-2 1 42 0 0,0 0-1 0 0,1 1 1 0 0,-1 0 0 0 0,1 0-1 0 0,0 0 1 0 0,0 0-1 0 0,-7 9 1 0 0,-5 14 76 0 0,0 0 1 0 0,2 1-1 0 0,1 1 1 0 0,1 0-1 0 0,1 1 1 0 0,-10 46-1 0 0,8-12 235 0 0,3 2 0 0 0,-2 71 0 0 0,20 253 807 0 0,3-135-917 0 0,-12-177-113 0 0,-12 98-1 0 0,13-173-185 0 0,-13 65 278 0 0,12-63-327 0 0,-1 1 0 0 0,0-1 0 0 0,0 0 0 0 0,0 0 0 0 0,-1 0 1 0 0,0 0-1 0 0,0 0 0 0 0,0 0 0 0 0,-7 7 0 0 0,10-12-110 0 0,-1 1-1 0 0,0-1 1 0 0,0 1-1 0 0,0 0 1 0 0,1-1-1 0 0,-1 0 1 0 0,0 1 0 0 0,0-1-1 0 0,0 1 1 0 0,0-1-1 0 0,0 0 1 0 0,0 0-1 0 0,0 0 1 0 0,0 0 0 0 0,0 1-1 0 0,0-1 1 0 0,0 0-1 0 0,0-1 1 0 0,0 1-1 0 0,0 0 1 0 0,0 0 0 0 0,0 0-1 0 0,0-1 1 0 0,0 1-1 0 0,0 0 1 0 0,-1-1-1 0 0,-1-1-765 0 0,1 1 0 0 0,-1 0 1 0 0,0-1-1 0 0,1 0 0 0 0,-1 0 0 0 0,1 0 0 0 0,-3-3 0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1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1 284 1364 0 0,'0'-4'699'0'0,"-1"-1"0"0"0,1 1 0 0 0,0-1-1 0 0,0 1 1 0 0,1-1 0 0 0,-1 1 0 0 0,1-1 0 0 0,0 1-1 0 0,0-1 1 0 0,1 1 0 0 0,-1 0 0 0 0,4-7 0 0 0,-2 6-339 0 0,1-1 0 0 0,0 1 1 0 0,0-1-1 0 0,0 1 1 0 0,1 0-1 0 0,-1 1 1 0 0,10-8-1 0 0,5-1-268 0 0,0 1-1 0 0,1 1 1 0 0,39-16-1 0 0,-51 23 173 0 0,127-46-216 0 0,-11 4-7349 0 0,-104 38 2996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23 2652 0 0,'-14'-22'17010'0'0,"13"21"-16718"0"0,1 2-146 0 0,-1 0 1 0 0,0 0-1 0 0,1 0 1 0 0,-1 0-1 0 0,1 0 1 0 0,-1 0-1 0 0,1-1 1 0 0,-1 1-1 0 0,1 0 1 0 0,0 0-1 0 0,-1 0 1 0 0,1 1-1 0 0,0 1 1 0 0,-5 44-128 0 0,3-19 252 0 0,-2 96 483 0 0,5-103-686 0 0,0-1 0 0 0,1 0 0 0 0,1 0-1 0 0,6 19 1 0 0,-8-35-134 0 0,1 1 1 0 0,-1-1-1 0 0,1 0 0 0 0,0 0 1 0 0,3 5-1 0 0,-4-8-84 0 0,0 0-1 0 0,-1 0 1 0 0,1 0 0 0 0,0 0 0 0 0,0 0 0 0 0,0-1-1 0 0,-1 1 1 0 0,1 0 0 0 0,0 0 0 0 0,0-1-1 0 0,0 1 1 0 0,0-1 0 0 0,0 1 0 0 0,0-1 0 0 0,0 1-1 0 0,1-1 1 0 0,-1 0 0 0 0,0 1 0 0 0,0-1 0 0 0,0 0-1 0 0,0 0 1 0 0,0 0 0 0 0,1 0 0 0 0,-1 0 0 0 0,0 0-1 0 0,0 0 1 0 0,0 0 0 0 0,2-1 0 0 0,24-11-3370 0 0,-8-5-2215 0 0,-6-1-1244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64 2412 0 0,'-8'-12'2272'0'0,"-1"2"-255"0"0,1 1-305 0 0,3 3-352 0 0,-4-1 464 0 0,-3-5-612 0 0,2 5-156 0 0,-4 9-656 0 0,5 10-616 0 0,8-2-476 0 0,-3 0-616 0 0,4 7-2464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72 2452 0 0,'-14'4'7272'0'0,"13"-4"-7162"0"0,0 1 0 0 0,0-1 0 0 0,0 1 1 0 0,1-1-1 0 0,-1 1 0 0 0,0-1 0 0 0,0 1 1 0 0,0-1-1 0 0,1 1 0 0 0,-1 0 1 0 0,0-1-1 0 0,1 1 0 0 0,-1 0 0 0 0,1 0 1 0 0,-1-1-1 0 0,1 1 0 0 0,-1 0 0 0 0,1 0 1 0 0,-1 0-1 0 0,1 0 0 0 0,0 0 1 0 0,0 0-1 0 0,-1 0 0 0 0,1 0 0 0 0,0-1 1 0 0,0 1-1 0 0,0 0 0 0 0,0 0 0 0 0,0 2 1 0 0,1 1 6 0 0,0 0 1 0 0,1 0-1 0 0,-1-1 1 0 0,1 1-1 0 0,0 0 0 0 0,3 4 1 0 0,5 9 56 0 0,-1 1 0 0 0,-1 1 0 0 0,9 25 0 0 0,-14-34 45 0 0,-1 0 0 0 0,0 0 0 0 0,0 0 0 0 0,-1 0-1 0 0,0 0 1 0 0,0 0 0 0 0,-2 0 0 0 0,-1 15 0 0 0,2-23-182 0 0,0-1 1 0 0,0 0 0 0 0,0 0 0 0 0,-1 0-1 0 0,1 0 1 0 0,-1 0 0 0 0,1 1 0 0 0,-1-1 0 0 0,1 0-1 0 0,-1 0 1 0 0,0 0 0 0 0,1 0 0 0 0,-1 0-1 0 0,0-1 1 0 0,0 1 0 0 0,1 0 0 0 0,-3 1 0 0 0,2-1 70 0 0,-4-3-4 0 0,4 2-100 0 0,1 0-1 0 0,-1 0 1 0 0,1 0 0 0 0,-1 0 0 0 0,0 0 0 0 0,1-1 0 0 0,-1 1 0 0 0,1 0-1 0 0,-1 0 1 0 0,1 0 0 0 0,-1-1 0 0 0,1 1 0 0 0,-1 0 0 0 0,1 0-1 0 0,-1-1 1 0 0,1 1 0 0 0,-1 0 0 0 0,1-1 0 0 0,-1 1 0 0 0,1-1-1 0 0,-1 0 1 0 0,-3-7-1 0 0,0 0-1 0 0,1 0 0 0 0,0 0 0 0 0,0-1 1 0 0,1 1-1 0 0,0-1 0 0 0,0 0 0 0 0,1 1 1 0 0,0-1-1 0 0,1 0 0 0 0,0 0 0 0 0,0 0 0 0 0,1 0 1 0 0,0 0-1 0 0,1 1 0 0 0,0-1 0 0 0,0 0 1 0 0,0 1-1 0 0,2 0 0 0 0,-1-1 0 0 0,8-12 1 0 0,-4 10-7 0 0,0 0 0 0 0,0 0 0 0 0,1 1 0 0 0,0 1-1 0 0,1-1 1 0 0,0 1 0 0 0,1 1 0 0 0,0 0 0 0 0,0 0 0 0 0,0 1 0 0 0,1 0 0 0 0,0 1 0 0 0,1 0 0 0 0,21-8 0 0 0,-25 12 16 0 0,1-1-1 0 0,-1 2 1 0 0,1-1-1 0 0,0 1 1 0 0,-1 0-1 0 0,1 1 1 0 0,0 0-1 0 0,0 0 1 0 0,0 1 0 0 0,-1 0-1 0 0,1 0 1 0 0,0 1-1 0 0,-1 0 1 0 0,15 6-1 0 0,-18-5 49 0 0,0-1-1 0 0,0 1 0 0 0,-1 0 0 0 0,1 0 0 0 0,-1 0 0 0 0,1 1 0 0 0,-1 0 0 0 0,0 0 1 0 0,0 0-1 0 0,-1 0 0 0 0,1 0 0 0 0,-1 1 0 0 0,0 0 0 0 0,0-1 0 0 0,-1 1 0 0 0,1 0 0 0 0,-1 0 1 0 0,0 1-1 0 0,0-1 0 0 0,-1 0 0 0 0,0 1 0 0 0,0-1 0 0 0,0 1 0 0 0,0 7 0 0 0,-3 82 559 0 0,-1-30-1229 0 0,3-64 438 0 0,0 0 0 0 0,0 0 0 0 0,0 1 0 0 0,0-1 0 0 0,1 0 1 0 0,-1 0-1 0 0,0 0 0 0 0,0 0 0 0 0,1 0 0 0 0,-1 0 0 0 0,1 0 0 0 0,-1 0 0 0 0,1-1 0 0 0,0 3 0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2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1184 0 0,'6'-23'11302'0'0,"3"-36"1"0"0,-13 95-10550 0 0,2 0 0 0 0,2 47 0 0 0,2-64-677 0 0,0-1 0 0 0,1 0 0 0 0,0 1 0 0 0,2-1 0 0 0,0 0 0 0 0,11 24 0 0 0,-15-40-165 0 0,0 0 0 0 0,-1 1 0 0 0,2-1 0 0 0,-1 0 1 0 0,0 0-1 0 0,0 0 0 0 0,0 0 0 0 0,1 0 0 0 0,-1 0 0 0 0,1-1 1 0 0,0 1-1 0 0,-1 0 0 0 0,1-1 0 0 0,0 1 0 0 0,0-1 0 0 0,0 0 1 0 0,0 1-1 0 0,0-1 0 0 0,1 0 0 0 0,-1 0 0 0 0,0-1 0 0 0,0 1 0 0 0,1 0 1 0 0,-1-1-1 0 0,0 1 0 0 0,1-1 0 0 0,-1 0 0 0 0,0 0 0 0 0,1 0 1 0 0,-1 0-1 0 0,1 0 0 0 0,-1 0 0 0 0,0-1 0 0 0,1 1 0 0 0,-1-1 1 0 0,0 0-1 0 0,0 1 0 0 0,5-3 0 0 0,-2 0-775 0 0,0 0-1 0 0,-1 0 1 0 0,1 0-1 0 0,-1-1 1 0 0,1 0-1 0 0,-1 0 1 0 0,0 0-1 0 0,0 0 1 0 0,-1 0-1 0 0,1-1 1 0 0,-1 0-1 0 0,0 0 1 0 0,-1 0-1 0 0,1 0 1 0 0,3-9 0 0 0,2-12-6016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59 120 0 0,'-55'-46'13529'0'0,"39"34"-10786"0"0,15 15-2560 0 0,1-3-199 0 0,-1 1 0 0 0,1-1 0 0 0,0 0 1 0 0,0 0-1 0 0,0 0 0 0 0,0 0 0 0 0,-1 0 0 0 0,1 1 0 0 0,0-1 0 0 0,0 0 0 0 0,0 0 1 0 0,0 0-1 0 0,0 1 0 0 0,-1-1 0 0 0,1 0 0 0 0,0 0 0 0 0,0 1 0 0 0,0-1 0 0 0,0 0 1 0 0,0 0-1 0 0,0 0 0 0 0,0 1 0 0 0,0-1 0 0 0,0 0 0 0 0,0 0 0 0 0,0 1 1 0 0,0-1-1 0 0,0 0 0 0 0,0 0 0 0 0,0 1 0 0 0,0-1 0 0 0,0 0 0 0 0,0 0 0 0 0,1 0 1 0 0,-1 1-1 0 0,0-1 0 0 0,0 0 0 0 0,0 1 0 0 0,6 4-524 0 0,16 13-6011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36 2856 0 0,'-2'-2'2759'0'0,"-31"-31"11050"0"0,33 33-13783 0 0,0 0 0 0 0,0 0 0 0 0,-1 0 0 0 0,1 0 1 0 0,0 0-1 0 0,0 0 0 0 0,0 0 0 0 0,-1 0 0 0 0,1 0 0 0 0,0 0 1 0 0,0 0-1 0 0,-1 0 0 0 0,1 0 0 0 0,0 0 0 0 0,0 0 0 0 0,0 0 1 0 0,-1 0-1 0 0,1 0 0 0 0,0 0 0 0 0,0 0 0 0 0,-1 0 0 0 0,1 1 0 0 0,0-1 1 0 0,0 0-1 0 0,0 0 0 0 0,0 0 0 0 0,-1 0 0 0 0,1 0 0 0 0,0 0 1 0 0,0 1-1 0 0,0-1 0 0 0,0 0 0 0 0,-1 0 0 0 0,1 0 0 0 0,0 1 1 0 0,0-1-1 0 0,0 0 0 0 0,0 0 0 0 0,0 0 0 0 0,0 1 0 0 0,0-1 1 0 0,0 0-1 0 0,0 0 0 0 0,0 1 0 0 0,0-1 0 0 0,0 0 0 0 0,-4 12 557 0 0,4-12-550 0 0,-1 37 1100 0 0,1 0 0 0 0,8 44 1 0 0,-2-8-412 0 0,0 192 463 0 0,1 2-652 0 0,-7-255-515 0 0,1 0 15 0 0,-1 0-1 0 0,2 0 1 0 0,0 0-1 0 0,6 20 1 0 0,-8-30-30 0 0,1 1-1 0 0,0-1 1 0 0,0 0 0 0 0,0 0-1 0 0,0 0 1 0 0,1 0 0 0 0,-1 0 0 0 0,0 0-1 0 0,1 0 1 0 0,0 0 0 0 0,-1 0-1 0 0,1-1 1 0 0,0 1 0 0 0,0-1 0 0 0,0 1-1 0 0,0-1 1 0 0,0 0 0 0 0,0 0-1 0 0,0 0 1 0 0,0 0 0 0 0,1 0 0 0 0,-1 0-1 0 0,0 0 1 0 0,1-1 0 0 0,-1 1-1 0 0,0-1 1 0 0,1 0 0 0 0,-1 0-1 0 0,5 0 1 0 0,3-1-33 0 0,1-1-1 0 0,-1-1 0 0 0,1 0 1 0 0,-1 0-1 0 0,0-1 0 0 0,0 0 1 0 0,0 0-1 0 0,0-1 0 0 0,15-11 1 0 0,7-7-298 0 0,37-34 1 0 0,-46 38 210 0 0,-1-1 1 0 0,-1 0-1 0 0,-1-2 0 0 0,0-1 1 0 0,-2 0-1 0 0,21-35 1 0 0,-37 55 109 0 0,-1 0 0 0 0,1 0 1 0 0,-1-1-1 0 0,1 1 1 0 0,-1 0-1 0 0,0-1 0 0 0,0 1 1 0 0,-1 0-1 0 0,1-1 1 0 0,-1 1-1 0 0,1-1 0 0 0,-1 1 1 0 0,0-1-1 0 0,0 1 1 0 0,-1-1-1 0 0,1 1 0 0 0,-1-1 1 0 0,0 1-1 0 0,0 0 0 0 0,0-1 1 0 0,0 1-1 0 0,0 0 1 0 0,-4-5-1 0 0,4 7 6 0 0,0 0-1 0 0,0 0 1 0 0,0 0 0 0 0,0 1-1 0 0,-1-1 1 0 0,1 0 0 0 0,0 1 0 0 0,-1-1-1 0 0,1 1 1 0 0,-1 0 0 0 0,1-1-1 0 0,0 1 1 0 0,-1 0 0 0 0,1 0-1 0 0,-1 0 1 0 0,1 0 0 0 0,-1 0-1 0 0,-2 1 1 0 0,-25 5-19 0 0,17-1 22 0 0,1 1 0 0 0,0 1 0 0 0,0 0 0 0 0,0 0 1 0 0,1 1-1 0 0,0 0 0 0 0,1 1 0 0 0,0 0 1 0 0,0 1-1 0 0,1 0 0 0 0,0 0 0 0 0,0 0 0 0 0,1 1 1 0 0,1 1-1 0 0,0-1 0 0 0,1 1 0 0 0,0 0 0 0 0,-3 12 1 0 0,6-19 1 0 0,1 0 0 0 0,0 1 0 0 0,0-1 0 0 0,0 0 1 0 0,1 1-1 0 0,0-1 0 0 0,0 0 0 0 0,0 1 0 0 0,1-1 0 0 0,0 0 1 0 0,0 0-1 0 0,0 1 0 0 0,0-1 0 0 0,1 0 0 0 0,0 0 0 0 0,0 0 1 0 0,0-1-1 0 0,1 1 0 0 0,3 4 0 0 0,-2-3 14 0 0,0-1 0 0 0,1 0 0 0 0,0 0 0 0 0,0-1 0 0 0,0 0 0 0 0,1 1 0 0 0,-1-2 0 0 0,1 1 0 0 0,0-1 0 0 0,0 1 0 0 0,0-2 0 0 0,1 1 0 0 0,-1-1 0 0 0,10 3 0 0 0,10 0-108 0 0,0-1 1 0 0,0 0-1 0 0,0-2 1 0 0,0-1-1 0 0,0-1 1 0 0,37-5-1 0 0,-44 2-703 0 0,1-1-1 0 0,-1-1 1 0 0,31-11 0 0 0,-37 10-440 0 0,0 0 0 0 0,-1 0 0 0 0,0-2 0 0 0,0 1 0 0 0,18-16 0 0 0,-5-2-3711 0 0,-4-4-2295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3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80 3372 0 0,'-157'17'12059'0'0,"155"-17"-11651"0"0,4-2-335 0 0,0 1 0 0 0,0 0 0 0 0,0 0 0 0 0,0 0 0 0 0,0 0 0 0 0,1 0 0 0 0,-1 1 0 0 0,0-1 0 0 0,0 0 0 0 0,5 1 0 0 0,-5-1-11 0 0,163-29-119 0 0,-57 10-2625 0 0,-1-2-3410 0 0,-48 9 623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92 712 0 0,'-8'-9'2313'0'0,"1"-1"-1"0"0,0 1 1 0 0,0-2 0 0 0,-5-11-1 0 0,12 21-2276 0 0,0 0 0 0 0,-1 0 0 0 0,1 0 0 0 0,0 0 0 0 0,0 0 0 0 0,0 0-1 0 0,0 0 1 0 0,0 0 0 0 0,0 0 0 0 0,0 0 0 0 0,1 0 0 0 0,-1 0 0 0 0,0 0 0 0 0,1 0 0 0 0,-1 0 0 0 0,0 0 0 0 0,1 0-1 0 0,-1 0 1 0 0,1 0 0 0 0,-1 0 0 0 0,1 1 0 0 0,0-1 0 0 0,-1 0 0 0 0,1 0 0 0 0,0 1 0 0 0,0-1 0 0 0,-1 0 0 0 0,1 1-1 0 0,0-1 1 0 0,0 1 0 0 0,0-1 0 0 0,0 1 0 0 0,0-1 0 0 0,0 1 0 0 0,0 0 0 0 0,-1-1 0 0 0,1 1 0 0 0,0 0 0 0 0,0 0-1 0 0,0 0 1 0 0,1 0 0 0 0,-1-1 0 0 0,0 2 0 0 0,0-1 0 0 0,0 0 0 0 0,0 0 0 0 0,0 0 0 0 0,1 1 0 0 0,2 0-18 0 0,0 0 1 0 0,0 1 0 0 0,-1 0-1 0 0,1 0 1 0 0,0 0-1 0 0,-1 0 1 0 0,1 1 0 0 0,-1 0-1 0 0,0-1 1 0 0,0 1 0 0 0,0 0-1 0 0,5 6 1 0 0,1 4 47 0 0,17 27 1 0 0,-15-20-6 0 0,-1 0 1 0 0,-1 2-1 0 0,0-1 1 0 0,9 43-1 0 0,-15-50-6 0 0,0 0 0 0 0,-1 1 0 0 0,-1-1 0 0 0,0 1-1 0 0,-1-1 1 0 0,-1 1 0 0 0,0-1 0 0 0,-6 28 0 0 0,6-40-44 0 0,1-1 0 0 0,0 1 0 0 0,-1-1 0 0 0,1 0 0 0 0,-1 1 0 0 0,0-1 0 0 0,1 0 0 0 0,-1 0 0 0 0,0 1 0 0 0,0-1 0 0 0,1 0 0 0 0,-1 0 0 0 0,-1 1 0 0 0,1-2-11 0 0,0 0 0 0 0,1 0-1 0 0,-1-1 1 0 0,1 1-1 0 0,-1 0 1 0 0,1-1 0 0 0,-1 1-1 0 0,0 0 1 0 0,1-1-1 0 0,0 1 1 0 0,-1-1 0 0 0,1 1-1 0 0,-1 0 1 0 0,1-1-1 0 0,-1 1 1 0 0,1-1 0 0 0,0 1-1 0 0,-1-1 1 0 0,1 0-1 0 0,0 1 1 0 0,0-1 0 0 0,-1 1-1 0 0,1-1 1 0 0,0 0-1 0 0,0 1 1 0 0,0-1 0 0 0,0 1-1 0 0,0-1 1 0 0,0 0-1 0 0,0 1 1 0 0,0-1 0 0 0,0 1-1 0 0,0-1 1 0 0,0 0-1 0 0,0 1 1 0 0,0-2 0 0 0,1 2-2 0 0,-2-16-12 0 0,1 0 0 0 0,0-1 0 0 0,2 1 0 0 0,0 0 0 0 0,0 0-1 0 0,2 0 1 0 0,0 1 0 0 0,1-1 0 0 0,0 1 0 0 0,1 0 0 0 0,1 0 0 0 0,0 1 0 0 0,1 0 0 0 0,20-26 0 0 0,-26 37 10 0 0,0 0 0 0 0,1 0 1 0 0,0 1-1 0 0,0-1 0 0 0,0 0 0 0 0,0 1 0 0 0,0 0 0 0 0,0 0 1 0 0,1 0-1 0 0,-1 0 0 0 0,1 0 0 0 0,-1 1 0 0 0,1-1 0 0 0,0 1 1 0 0,-1 0-1 0 0,1 0 0 0 0,0 1 0 0 0,0-1 0 0 0,0 1 1 0 0,0-1-1 0 0,0 1 0 0 0,0 1 0 0 0,-1-1 0 0 0,1 0 0 0 0,0 1 1 0 0,0 0-1 0 0,0 0 0 0 0,-1 0 0 0 0,1 0 0 0 0,0 1 0 0 0,-1 0 1 0 0,1-1-1 0 0,-1 1 0 0 0,0 0 0 0 0,1 1 0 0 0,-1-1 0 0 0,0 0 1 0 0,0 1-1 0 0,-1 0 0 0 0,1 0 0 0 0,0 0 0 0 0,-1 0 1 0 0,0 0-1 0 0,0 0 0 0 0,4 7 0 0 0,-1 1 13 0 0,-1 0-1 0 0,1 0 1 0 0,-2 0-1 0 0,1 1 1 0 0,-2 0-1 0 0,1-1 1 0 0,0 20 0 0 0,-3 90 118 0 0,-2-60-65 0 0,2-56-56 0 0,0-3 5 0 0,0 0 0 0 0,-1 0 1 0 0,1 1-1 0 0,0-1 0 0 0,0 0 0 0 0,1 0 0 0 0,-1 0 1 0 0,0 0-1 0 0,1 0 0 0 0,-1 0 0 0 0,1 0 0 0 0,-1 0 0 0 0,1 0 1 0 0,0 0-1 0 0,0 0 0 0 0,0 0 0 0 0,0 0 0 0 0,0-1 0 0 0,1 1 1 0 0,1 2-1 0 0,-2-4-9 0 0,0 0 1 0 0,0 1-1 0 0,1-1 1 0 0,-1 0-1 0 0,0 0 1 0 0,1 0-1 0 0,-1 0 1 0 0,0 0-1 0 0,1 0 1 0 0,-1 0-1 0 0,0 0 1 0 0,0-1-1 0 0,1 1 1 0 0,-1 0-1 0 0,0-1 1 0 0,0 1-1 0 0,1-1 0 0 0,-1 1 1 0 0,0-1-1 0 0,0 0 1 0 0,0 0-1 0 0,1 0 1 0 0,23-19 40 0 0,-24 19-43 0 0,25-25 14 0 0,-1-2 0 0 0,-1-1-1 0 0,-2 0 1 0 0,-1-2 0 0 0,-1 0-1 0 0,-1-1 1 0 0,17-44 0 0 0,-14 14 2067 0 0,-21 61-1801 0 0,-3 20-122 0 0,-2-2-22 0 0,-3 14 62 0 0,0 0-1 0 0,-2 44 1 0 0,9-67-174 0 0,-1-1-1 0 0,1 1 1 0 0,1 0 0 0 0,-1 0-1 0 0,1-1 1 0 0,1 1 0 0 0,0 0 0 0 0,0-1-1 0 0,0 1 1 0 0,1-1 0 0 0,0 0 0 0 0,0 0-1 0 0,1 0 1 0 0,0 0 0 0 0,6 8-1 0 0,-5-10-6 0 0,0-1-1 0 0,0 0 0 0 0,0 0 1 0 0,1 0-1 0 0,-1 0 0 0 0,1-1 0 0 0,0 0 1 0 0,0 0-1 0 0,0-1 0 0 0,0 1 1 0 0,1-1-1 0 0,-1-1 0 0 0,1 1 1 0 0,-1-1-1 0 0,1 0 0 0 0,0-1 0 0 0,-1 1 1 0 0,1-1-1 0 0,0-1 0 0 0,-1 1 1 0 0,1-1-1 0 0,7-2 0 0 0,-4 1-41 0 0,-1-1 1 0 0,1 1-1 0 0,-1-1 0 0 0,0-1 0 0 0,0 0 0 0 0,0 0 1 0 0,-1-1-1 0 0,1 0 0 0 0,-1 0 0 0 0,0-1 0 0 0,-1 0 1 0 0,1-1-1 0 0,-1 1 0 0 0,10-14 0 0 0,-11 11-22 0 0,0 0 0 0 0,-1-1-1 0 0,0 0 1 0 0,0 0 0 0 0,-1 0-1 0 0,-1-1 1 0 0,1 0 0 0 0,-2 1 0 0 0,3-19-1 0 0,-3 11 191 0 0,-2 0 0 0 0,0 1 0 0 0,-1-1 0 0 0,0 0-1 0 0,-6-21 1 0 0,7 38-68 0 0,-2 2-70 0 0,1 1 0 0 0,-1 0-1 0 0,1 0 1 0 0,0 0 0 0 0,0 0 0 0 0,0 0 0 0 0,0 0 0 0 0,0 0 0 0 0,0 0-1 0 0,1 0 1 0 0,-1 0 0 0 0,1 0 0 0 0,-1 4 0 0 0,-4 31 150 0 0,-1 70 0 0 0,6-94-258 0 0,1 0 0 0 0,1 0 0 0 0,0 0 0 0 0,0 0 0 0 0,1-1 0 0 0,1 1 0 0 0,0-1 0 0 0,1 1 0 0 0,6 10 0 0 0,-10-20-187 0 0,1 0 0 0 0,0-1 0 0 0,0 1 0 0 0,0-1-1 0 0,0 1 1 0 0,0-1 0 0 0,0 0 0 0 0,1 0 0 0 0,-1 0-1 0 0,1 0 1 0 0,-1 0 0 0 0,1-1 0 0 0,0 1-1 0 0,4 1 1 0 0,-5-2-388 0 0,1-1 0 0 0,0 1 0 0 0,0 0 0 0 0,0-1 0 0 0,0 0 0 0 0,0 1-1 0 0,0-1 1 0 0,0 0 0 0 0,5-1 0 0 0,9-2-4892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37 158 240 0 0,'5'-96'15136'0'0,"7"121"-14245"0"0,-6 0-458 0 0,-1 0 1 0 0,0 0 0 0 0,-2 0-1 0 0,-1 43 1 0 0,1-6 61 0 0,-2-60-454 0 0,-1 1 0 0 0,0-1-1 0 0,0 1 1 0 0,0 0-1 0 0,0-1 1 0 0,-1 1-1 0 0,1 0 1 0 0,-1-1-1 0 0,1 1 1 0 0,-1-1 0 0 0,0 1-1 0 0,0-1 1 0 0,0 1-1 0 0,-1-1 1 0 0,1 0-1 0 0,0 1 1 0 0,-4 2-1 0 0,4-4 50 0 0,-2-2-25 0 0,0 0-55 0 0,0-1-1 0 0,0 0 0 0 0,0 0 1 0 0,0-1-1 0 0,0 1 0 0 0,1 0 1 0 0,-1-1-1 0 0,1 0 1 0 0,-1 0-1 0 0,1 0 0 0 0,0 0 1 0 0,0 0-1 0 0,0 0 0 0 0,1 0 1 0 0,-1-1-1 0 0,1 1 1 0 0,-2-7-1 0 0,-1-2-7 0 0,1 0 0 0 0,0 0-1 0 0,0-1 1 0 0,0-13 0 0 0,3 21-9 0 0,0 1 1 0 0,0 0-1 0 0,0 0 0 0 0,0 0 0 0 0,1 0 1 0 0,0-1-1 0 0,-1 1 0 0 0,1 0 0 0 0,1 0 1 0 0,-1 0-1 0 0,1 1 0 0 0,-1-1 0 0 0,1 0 1 0 0,0 0-1 0 0,1 1 0 0 0,-1-1 1 0 0,0 1-1 0 0,1 0 0 0 0,0 0 0 0 0,0 0 1 0 0,0 0-1 0 0,0 0 0 0 0,0 1 0 0 0,1-1 1 0 0,-1 1-1 0 0,1 0 0 0 0,0 0 0 0 0,-1 0 1 0 0,1 0-1 0 0,4 0 0 0 0,0-1-1 0 0,0 1 0 0 0,-1 1 0 0 0,1 0 1 0 0,0 0-1 0 0,0 0 0 0 0,0 1 0 0 0,0 0 0 0 0,-1 1 0 0 0,1-1 0 0 0,0 2 0 0 0,0-1 0 0 0,0 1 0 0 0,-1 0 1 0 0,1 1-1 0 0,6 3 0 0 0,-1 0 12 0 0,-1 1 1 0 0,0 0-1 0 0,0 1 0 0 0,-1 0 1 0 0,0 1-1 0 0,-1 0 1 0 0,1 1-1 0 0,-2 0 0 0 0,0 0 1 0 0,0 1-1 0 0,15 24 0 0 0,-23-33 14 0 0,0 1 0 0 0,1-1 0 0 0,-1 1-1 0 0,0-1 1 0 0,0 1 0 0 0,0 0-1 0 0,-1-1 1 0 0,1 1 0 0 0,-1 0 0 0 0,1-1-1 0 0,-1 1 1 0 0,0 0 0 0 0,0 0-1 0 0,0 0 1 0 0,-1-1 0 0 0,1 1 0 0 0,0 0-1 0 0,-1 0 1 0 0,0-1 0 0 0,0 1-1 0 0,0-1 1 0 0,0 1 0 0 0,0 0-1 0 0,0-1 1 0 0,-1 0 0 0 0,1 1 0 0 0,-1-1-1 0 0,0 0 1 0 0,1 0 0 0 0,-1 0-1 0 0,0 0 1 0 0,0 0 0 0 0,-3 2 0 0 0,4-4-13 0 0,0 0 0 0 0,0 0 0 0 0,0 1 0 0 0,0-1 1 0 0,0 0-1 0 0,0 0 0 0 0,0 0 0 0 0,-1 0 1 0 0,1 0-1 0 0,0 0 0 0 0,0 0 0 0 0,0-1 1 0 0,0 1-1 0 0,0 0 0 0 0,0-1 0 0 0,0 1 0 0 0,0-1 1 0 0,0 1-1 0 0,0-1 0 0 0,0 1 0 0 0,0-1 1 0 0,0 1-1 0 0,1-1 0 0 0,-1 0 0 0 0,-1-1 0 0 0,-1 0 3 0 0,1 0 0 0 0,-1-1 0 0 0,1 1-1 0 0,0-1 1 0 0,0 0 0 0 0,-3-5 0 0 0,2 0-10 0 0,0 0 0 0 0,0-1 0 0 0,1 1 0 0 0,0-1 0 0 0,1 0 0 0 0,0 1 0 0 0,0-1 0 0 0,1 0 0 0 0,0 0 0 0 0,1 1 0 0 0,0-1 0 0 0,0 0 0 0 0,1 1 0 0 0,0-1 0 0 0,0 1 0 0 0,1-1 0 0 0,0 1 0 0 0,1 0 0 0 0,-1 0 0 0 0,2 0 0 0 0,7-10 0 0 0,-5 7-3 0 0,1 1-1 0 0,0-1 0 0 0,0 2 1 0 0,1-1-1 0 0,1 2 0 0 0,-1-1 1 0 0,1 1-1 0 0,1 0 0 0 0,0 1 1 0 0,0 0-1 0 0,0 1 0 0 0,1 1 1 0 0,0-1-1 0 0,13-3 1 0 0,-19 7 5 0 0,0 1 0 0 0,0 0 0 0 0,0 0 1 0 0,1 0-1 0 0,-1 1 0 0 0,0 0 0 0 0,0 0 1 0 0,0 1-1 0 0,1-1 0 0 0,-1 1 0 0 0,0 1 1 0 0,0-1-1 0 0,0 1 0 0 0,0 0 0 0 0,-1 0 1 0 0,1 1-1 0 0,-1 0 0 0 0,1 0 0 0 0,-1 0 1 0 0,0 1-1 0 0,0-1 0 0 0,0 1 0 0 0,0 1 1 0 0,-1-1-1 0 0,0 0 0 0 0,0 1 0 0 0,0 0 1 0 0,0 0-1 0 0,-1 0 0 0 0,3 6 1 0 0,-1-3 12 0 0,-1 0 0 0 0,-1 0 0 0 0,1 1 0 0 0,-1-1 0 0 0,-1 1 0 0 0,0-1 0 0 0,2 11 0 0 0,-2 7 92 0 0,0 28 1 0 0,-2-35-126 0 0,1 0 1 0 0,0 0-1 0 0,8 33 0 0 0,-9-51-120 0 0,0 1-1 0 0,1-1 0 0 0,-1 1 1 0 0,1-1-1 0 0,-1 1 0 0 0,1-1 1 0 0,-1 0-1 0 0,1 1 0 0 0,0-1 1 0 0,0 0-1 0 0,0 1 0 0 0,0-1 1 0 0,0 0-1 0 0,0 0 0 0 0,0 0 1 0 0,0 0-1 0 0,0 0 0 0 0,1 0 1 0 0,-1 0-1 0 0,0 0 0 0 0,1-1 1 0 0,-1 1-1 0 0,0 0 0 0 0,1-1 1 0 0,-1 1-1 0 0,1-1 0 0 0,-1 1 1 0 0,1-1-1 0 0,-1 0 0 0 0,1 0 1 0 0,-1 0-1 0 0,4 0 0 0 0,-1 0-436 0 0,-1-1-1 0 0,1 0 1 0 0,0 0-1 0 0,-1 0 1 0 0,1-1-1 0 0,-1 1 1 0 0,0-1-1 0 0,1 0 1 0 0,-1 0-1 0 0,0 0 1 0 0,0 0-1 0 0,0 0 1 0 0,3-4-1 0 0,12-13-4910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5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156 192 260 0 0,'8'-48'8697'0'0,"2"-92"0"0"0,-10 137-7636 0 0,-1 6-858 0 0,-32 254 1453 0 0,17-107-1255 0 0,3-55-202 0 0,-12 116 340 0 0,22-186-224 0 0,5-41-136 0 0,1 2-191 0 0,0 1 1 0 0,1 0-1 0 0,1 0 0 0 0,0 1 0 0 0,0-1 0 0 0,1 1 0 0 0,1 0 0 0 0,15-20 0 0 0,-19 28 4 0 0,0 0-1 0 0,0 0 0 0 0,0 0 0 0 0,1 1 1 0 0,-1 0-1 0 0,1-1 0 0 0,0 2 1 0 0,0-1-1 0 0,0 0 0 0 0,0 1 0 0 0,1-1 1 0 0,-1 1-1 0 0,1 0 0 0 0,-1 1 0 0 0,1-1 1 0 0,0 1-1 0 0,0 0 0 0 0,-1 0 1 0 0,1 1-1 0 0,0-1 0 0 0,0 1 0 0 0,0 0 1 0 0,0 0-1 0 0,0 1 0 0 0,0-1 0 0 0,0 1 1 0 0,7 3-1 0 0,-6-2 6 0 0,-1 1 1 0 0,1 0-1 0 0,-1 0 0 0 0,0 0 0 0 0,1 1 1 0 0,-2 0-1 0 0,1 0 0 0 0,0 0 0 0 0,-1 0 1 0 0,0 1-1 0 0,0 0 0 0 0,0 0 1 0 0,6 10-1 0 0,-6-7 32 0 0,1 0 0 0 0,-1 1-1 0 0,-1-1 1 0 0,0 1 0 0 0,0 0 0 0 0,0 0 0 0 0,-1 0 0 0 0,1 15-1 0 0,-3-19 77 0 0,0 0 0 0 0,0 0 0 0 0,0 0 0 0 0,-1 0 0 0 0,1 0 0 0 0,-1-1 0 0 0,-1 1 0 0 0,1 0 1 0 0,-1 0-1 0 0,1-1 0 0 0,-1 1 0 0 0,-1-1 0 0 0,1 1 0 0 0,-1-1 0 0 0,-4 6 0 0 0,2-5 8 0 0,0 1 1 0 0,0-1 0 0 0,-1-1 0 0 0,0 1-1 0 0,0-1 1 0 0,0 0 0 0 0,-1 0 0 0 0,1-1-1 0 0,-11 5 1 0 0,0-3-6 0 0,1 0-1 0 0,-1 0 0 0 0,0-2 1 0 0,0 0-1 0 0,0-1 1 0 0,0-1-1 0 0,-1-1 0 0 0,-19-1 1 0 0,24-1-106 0 0,-36-4-267 0 0,45 5-67 0 0,1 1 1 0 0,0-1-1 0 0,-1 0 1 0 0,1-1-1 0 0,-1 1 1 0 0,1-1-1 0 0,0 1 1 0 0,0-1-1 0 0,0 0 1 0 0,-5-4-1 0 0,8 5 158 0 0,-1 1-1 0 0,1-1 1 0 0,-1 0-1 0 0,0 1 1 0 0,1-1-1 0 0,0 0 1 0 0,-1 0-1 0 0,1 0 1 0 0,-1 0-1 0 0,1 0 1 0 0,0 1-1 0 0,0-1 1 0 0,-1 0 0 0 0,1 0-1 0 0,0 0 1 0 0,0 0-1 0 0,0 0 1 0 0,0 0-1 0 0,0 0 1 0 0,0 0-1 0 0,0 0 1 0 0,1 0-1 0 0,-1 0 1 0 0,0 1 0 0 0,1-3-1 0 0,12-19-5631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67 105 224 0 0,'0'0'4022'0'0,"15"-2"364"0"0,6 16-233 0 0,-14-9-3517 0 0,-1-1 0 0 0,0 1 0 0 0,1-1 0 0 0,0-1 0 0 0,11 5 1 0 0,-11-6-505 0 0,1 0 1 0 0,0 0 0 0 0,0-1-1 0 0,-1 0 1 0 0,1 0 0 0 0,0-1 0 0 0,0 0-1 0 0,0-1 1 0 0,0 1 0 0 0,0-1-1 0 0,0-1 1 0 0,-1 0 0 0 0,1 0 0 0 0,0 0-1 0 0,-1-1 1 0 0,14-7 0 0 0,-19 8-121 0 0,1 0 1 0 0,-1 1-1 0 0,0-1 1 0 0,0 0-1 0 0,0-1 0 0 0,0 1 1 0 0,-1 0-1 0 0,1 0 1 0 0,-1-1-1 0 0,1 1 1 0 0,-1-1-1 0 0,0 1 1 0 0,0-1-1 0 0,0 0 0 0 0,0 1 1 0 0,0-1-1 0 0,-1 0 1 0 0,1 0-1 0 0,-1 0 1 0 0,0 1-1 0 0,0-6 1 0 0,0 5-10 0 0,0-1 0 0 0,0 0 0 0 0,-1 1 0 0 0,0-1-1 0 0,0 1 1 0 0,0-1 0 0 0,0 1 0 0 0,0 0 0 0 0,0-1 0 0 0,-1 1 0 0 0,0 0 0 0 0,0 0 0 0 0,0 0 0 0 0,0 0 0 0 0,0 0 0 0 0,-4-3 0 0 0,4 5-2 0 0,0-1-1 0 0,0 1 1 0 0,0-1-1 0 0,0 1 1 0 0,-1 0-1 0 0,1 0 0 0 0,-1 0 1 0 0,1 0-1 0 0,-1 0 1 0 0,1 1-1 0 0,-1-1 0 0 0,1 1 1 0 0,-1-1-1 0 0,1 1 1 0 0,-1 0-1 0 0,0 0 1 0 0,1 0-1 0 0,-1 0 0 0 0,1 1 1 0 0,-1-1-1 0 0,1 1 1 0 0,-1 0-1 0 0,1-1 0 0 0,-1 1 1 0 0,1 0-1 0 0,-3 2 1 0 0,3-2 0 0 0,-14 5 36 0 0,1 2 0 0 0,0 0 0 0 0,0 0 0 0 0,1 2 1 0 0,0 0-1 0 0,1 0 0 0 0,0 1 0 0 0,0 1 0 0 0,-15 19 0 0 0,19-21-7 0 0,1 0 0 0 0,1 1 0 0 0,-1 1 0 0 0,2-1 0 0 0,-1 1 1 0 0,2 0-1 0 0,0 0 0 0 0,0 1 0 0 0,1 0 0 0 0,0 0 0 0 0,2 0 0 0 0,-3 22 0 0 0,4-29-7 0 0,1 0 0 0 0,0-1 0 0 0,1 1 0 0 0,-1-1 1 0 0,1 1-1 0 0,0-1 0 0 0,0 1 0 0 0,1-1 0 0 0,0 0 0 0 0,0 1 0 0 0,0-1 0 0 0,1 0 0 0 0,-1 0 0 0 0,1-1 0 0 0,0 1 0 0 0,1 0 1 0 0,-1-1-1 0 0,7 7 0 0 0,-3-6-2 0 0,0 0 0 0 0,0 0 0 0 0,0 0 0 0 0,1-1 1 0 0,0 0-1 0 0,0 0 0 0 0,0-1 0 0 0,0 0 0 0 0,0-1 1 0 0,1 1-1 0 0,11 0 0 0 0,1 1-331 0 0,1-2 0 0 0,0 0 0 0 0,0-2 0 0 0,1 0 0 0 0,-1-2 0 0 0,0 0 0 0 0,-1-1 0 0 0,23-7 0 0 0,-31 6-473 0 0,-1 0-1 0 0,0 0 1 0 0,0-1 0 0 0,0-1-1 0 0,0 0 1 0 0,-1-1-1 0 0,0 0 1 0 0,0-1-1 0 0,-1 0 1 0 0,0-1-1 0 0,-1 1 1 0 0,0-2-1 0 0,0 0 1 0 0,13-19 0 0 0,-8 5-2922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28 141 3936 0 0,'15'-139'10526'0'0,"-15"137"-9982"0"0,11 8 166 0 0,-8-4-536 0 0,0 1-1 0 0,-1 0 1 0 0,1 0-1 0 0,-1 0 1 0 0,1 0-1 0 0,-1 1 0 0 0,0-1 1 0 0,0 0-1 0 0,-1 1 1 0 0,3 5-1 0 0,11 40 1052 0 0,-13-43-1016 0 0,3 13 146 0 0,-1 0-1 0 0,-1 0 1 0 0,-1 0 0 0 0,0 1 0 0 0,-2-1 0 0 0,-2 28-1 0 0,1-37-155 0 0,0 0 0 0 0,-1-1 0 0 0,0 1 0 0 0,0-1 0 0 0,-1 1 0 0 0,-1-1 0 0 0,0 0 0 0 0,0-1 0 0 0,0 1-1 0 0,-1-1 1 0 0,0 1 0 0 0,-1-1 0 0 0,0-1 0 0 0,-13 14 0 0 0,18-20-108 0 0,0 0 0 0 0,0 0 0 0 0,0 0 0 0 0,-1 0-1 0 0,1 0 1 0 0,-1 0 0 0 0,1 0 0 0 0,-1 0 0 0 0,1-1 0 0 0,-1 1 0 0 0,1 0 0 0 0,-1-1 0 0 0,1 1 0 0 0,-1-1-1 0 0,-2 0 1 0 0,3 0-71 0 0,1 0-1 0 0,-1 0 1 0 0,0 0-1 0 0,1 0 1 0 0,-1-1-1 0 0,0 1 1 0 0,1 0-1 0 0,-1-1 0 0 0,0 1 1 0 0,1 0-1 0 0,-1-1 1 0 0,1 1-1 0 0,-1-1 1 0 0,0 1-1 0 0,1-1 1 0 0,-1 1-1 0 0,1-1 0 0 0,0 1 1 0 0,-1-1-1 0 0,1 1 1 0 0,-1-1-1 0 0,1 0 1 0 0,0 1-1 0 0,-1-2 1 0 0,0-1-19 0 0,0-1 0 0 0,0 1 0 0 0,1-1 1 0 0,-1 0-1 0 0,1 1 0 0 0,0-1 1 0 0,0 0-1 0 0,0 1 0 0 0,0-1 1 0 0,1 1-1 0 0,1-7 0 0 0,3-6-343 0 0,1 1 0 0 0,0 0 0 0 0,2 1 0 0 0,-1-1 0 0 0,2 1 0 0 0,0 1 0 0 0,0 0 1 0 0,15-15-1 0 0,97-90-6511 0 0,-98 98 4947 0 0,8-9-2996 0 0,4-1-2437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7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297 459 1556 0 0,'1'-6'630'0'0,"0"0"0"0"0,-1 1 0 0 0,1-1 0 0 0,-1 1 0 0 0,-1-1 0 0 0,1 0 0 0 0,-1 1 0 0 0,0-1 0 0 0,0 1 0 0 0,0-1 0 0 0,-1 1 0 0 0,0 0 0 0 0,0-1 0 0 0,0 1 0 0 0,-1 0 0 0 0,1 0 0 0 0,-6-6 1 0 0,7 10-566 0 0,0 0 1 0 0,0 0-1 0 0,-1 0 1 0 0,1 0-1 0 0,0 0 1 0 0,-1 0-1 0 0,1 1 1 0 0,-1-1-1 0 0,1 0 1 0 0,-1 1 0 0 0,1-1-1 0 0,-1 1 1 0 0,1 0-1 0 0,-1-1 1 0 0,0 1-1 0 0,1 0 1 0 0,-1 0-1 0 0,1 0 1 0 0,-1 0 0 0 0,-1 0-1 0 0,-1 1-12 0 0,0-1 0 0 0,1 1-1 0 0,-1 0 1 0 0,1 0 0 0 0,-1 0 0 0 0,1 0 0 0 0,-7 4-1 0 0,0 1-3 0 0,1 1-1 0 0,-1 1 1 0 0,1 0-1 0 0,1 0 1 0 0,-1 1-1 0 0,2 0 1 0 0,-8 10-1 0 0,-4 8 15 0 0,-20 39-1 0 0,23-38-22 0 0,2 2 0 0 0,-15 41 0 0 0,26-63-32 0 0,1 0 1 0 0,0 1-1 0 0,0-1 0 0 0,0 1 0 0 0,1-1 0 0 0,1 1 0 0 0,-1 0 1 0 0,1-1-1 0 0,1 1 0 0 0,0-1 0 0 0,0 1 0 0 0,0-1 0 0 0,1 1 1 0 0,4 9-1 0 0,-4-14 3 0 0,-1-1-1 0 0,1 0 1 0 0,0 1 0 0 0,0-1 0 0 0,1 0 0 0 0,-1 0 0 0 0,0 0-1 0 0,1 0 1 0 0,0-1 0 0 0,0 1 0 0 0,0-1 0 0 0,0 1 0 0 0,0-1-1 0 0,0 0 1 0 0,6 2 0 0 0,-3-2 3 0 0,0 1 0 0 0,1-2-1 0 0,0 1 1 0 0,-1-1 0 0 0,1 0 0 0 0,0 0-1 0 0,-1 0 1 0 0,9-1 0 0 0,5-2 14 0 0,-1 0-1 0 0,0-2 1 0 0,0 0-1 0 0,0-1 1 0 0,21-8-1 0 0,-27 7 6 0 0,0 0 0 0 0,0-1 0 0 0,-1 0 0 0 0,0-1 0 0 0,-1 0 0 0 0,1-1 0 0 0,-2 0 0 0 0,1-1 0 0 0,-1 0 0 0 0,-1-1 0 0 0,0 0 0 0 0,0-1 0 0 0,-1 1 0 0 0,8-18 0 0 0,-11 20-8 0 0,-1 0 0 0 0,0-1 0 0 0,0 0 0 0 0,-1 0 0 0 0,-1 0 0 0 0,0 0 0 0 0,0 0 0 0 0,-1 0 0 0 0,0-11 0 0 0,-1 13-16 0 0,0 0 0 0 0,-1 0-1 0 0,-1 0 1 0 0,1 1 0 0 0,-1-1 0 0 0,0 1 0 0 0,-1-1 0 0 0,0 1 0 0 0,0 0 0 0 0,0 0 0 0 0,-1 0 0 0 0,-9-12 0 0 0,10 15-8 0 0,0 0 0 0 0,0 0 0 0 0,-1 1 0 0 0,1-1 0 0 0,-1 1 0 0 0,0-1 0 0 0,0 1 0 0 0,0 0 0 0 0,-1 1 0 0 0,1-1 0 0 0,-1 1 0 0 0,0 0 0 0 0,1 0 0 0 0,-1 0 0 0 0,0 1 0 0 0,0-1 0 0 0,-5 0 1 0 0,3 2-8 0 0,0 0 1 0 0,0 0-1 0 0,0 0 1 0 0,0 1 0 0 0,1 0-1 0 0,-1 0 1 0 0,0 1-1 0 0,1 0 1 0 0,-1 0 0 0 0,1 1-1 0 0,-10 4 1 0 0,4 0-8 0 0,1 0 0 0 0,0 0 0 0 0,0 1 0 0 0,1 1 0 0 0,-1 0 0 0 0,2 0 1 0 0,0 1-1 0 0,0 0 0 0 0,0 1 0 0 0,2 0 0 0 0,-1 0 0 0 0,-8 19 0 0 0,14-26 13 0 0,0 1 0 0 0,0 0-1 0 0,1-1 1 0 0,-1 1 0 0 0,1 0-1 0 0,0 0 1 0 0,1 0 0 0 0,-1 0-1 0 0,1-1 1 0 0,0 1 0 0 0,1 0-1 0 0,-1 0 1 0 0,1 0 0 0 0,0 0-1 0 0,0 0 1 0 0,2 7 0 0 0,-1-8 3 0 0,1 0 0 0 0,-1 0 0 0 0,0 0 0 0 0,1-1 0 0 0,0 1 0 0 0,0-1 0 0 0,0 1 1 0 0,0-1-1 0 0,0 0 0 0 0,1 0 0 0 0,-1 0 0 0 0,1-1 0 0 0,0 0 0 0 0,0 1 0 0 0,0-1 0 0 0,0 0 0 0 0,0-1 0 0 0,7 3 1 0 0,4 0-9 0 0,1-1 1 0 0,0-1 0 0 0,0 0 0 0 0,0-1 0 0 0,0 0 0 0 0,0-1 0 0 0,26-4 0 0 0,5-4 11 0 0,58-17 1 0 0,-70 16 11 0 0,-1-2 1 0 0,0-2-1 0 0,-1-1 0 0 0,0-2 1 0 0,-1-1-1 0 0,-1-1 0 0 0,0-2 1 0 0,45-39-1 0 0,-60 45-14 0 0,0-2 0 0 0,-1 0 0 0 0,-1 0 0 0 0,-1-1 0 0 0,0-1 0 0 0,-1-1 0 0 0,-1 1 0 0 0,-1-2 0 0 0,-1 1 0 0 0,0-1 0 0 0,-2-1 0 0 0,0 1 0 0 0,-1-1 0 0 0,-1-1 0 0 0,3-34 0 0 0,-6 29 27 0 0,-2-29-1 0 0,0 48 1 0 0,-1-1 0 0 0,0 0 0 0 0,0 1 0 0 0,-1-1 0 0 0,0 1 0 0 0,-1 0-1 0 0,-3-9 1 0 0,5 16-30 0 0,1 1-1 0 0,0-1 1 0 0,-1 1-1 0 0,1 0 1 0 0,0-1 0 0 0,-1 1-1 0 0,1 0 1 0 0,-1-1-1 0 0,1 1 1 0 0,-1 0-1 0 0,1-1 1 0 0,0 1-1 0 0,-1 0 1 0 0,1 0-1 0 0,-1-1 1 0 0,0 1 0 0 0,1 0-1 0 0,-1 0 1 0 0,1 0-1 0 0,-1 0 1 0 0,1 0-1 0 0,-1 0 1 0 0,1 0-1 0 0,-1 0 1 0 0,1 0 0 0 0,-1 0-1 0 0,1 0 1 0 0,-1 0-1 0 0,1 0 1 0 0,-1 0-1 0 0,0 1 1 0 0,1-1-1 0 0,-1 0 1 0 0,1 0-1 0 0,0 1 1 0 0,-1-1 0 0 0,1 0-1 0 0,-1 1 1 0 0,1-1-1 0 0,-1 1 1 0 0,-17 14 30 0 0,10-3-10 0 0,0 1-1 0 0,0 0 1 0 0,1 0 0 0 0,0 1 0 0 0,-6 20 0 0 0,-18 76 54 0 0,30-104-73 0 0,-96 547 437 0 0,45 7 959 0 0,22-200-531 0 0,29-355-863 0 0,-14 116 397 0 0,12-101-150 0 0,-2-1-1 0 0,0 0 0 0 0,-1 0 0 0 0,-10 21 1 0 0,15-35-191 0 0,-2-1 0 0 0,1 0 0 0 0,0 0 0 0 0,-1 0 0 0 0,0 0 0 0 0,0 0 0 0 0,0-1 0 0 0,0 1 0 0 0,-1-1 0 0 0,0 0 0 0 0,1 0 0 0 0,-1 0 0 0 0,0 0 0 0 0,0-1 0 0 0,0 1 0 0 0,-9 2 0 0 0,9-4-19 0 0,-1 0-1 0 0,0 0 1 0 0,0 0-1 0 0,0-1 0 0 0,0 0 1 0 0,0 0-1 0 0,0 0 1 0 0,0-1-1 0 0,0 1 0 0 0,1-1 1 0 0,-1 0-1 0 0,0-1 1 0 0,0 1-1 0 0,1-1 0 0 0,-1 0 1 0 0,-5-3-1 0 0,-3-3-13 0 0,1 0 1 0 0,0 0-1 0 0,1-1 0 0 0,0-1 0 0 0,0 0 0 0 0,1 0 1 0 0,0-1-1 0 0,1 0 0 0 0,0-1 0 0 0,1 0 0 0 0,-9-18 0 0 0,7 11 4 0 0,0-1-1 0 0,2 0 0 0 0,1 0 0 0 0,0-1 0 0 0,2 0 0 0 0,-7-42 0 0 0,11 47-23 0 0,1-1-1 0 0,0 0 0 0 0,1 1 1 0 0,0-1-1 0 0,2 1 0 0 0,0-1 1 0 0,7-22-1 0 0,-2 16 6 0 0,1 1-1 0 0,1 0 1 0 0,1 1-1 0 0,22-33 1 0 0,-5 17 18 0 0,1 2 1 0 0,2 1 0 0 0,1 1 0 0 0,69-54-1 0 0,-50 48-580 0 0,2 3-1 0 0,110-57 1 0 0,-67 51-3991 0 0,4 7-5437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8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368 125 180 0 0,'0'-3'2107'0'0,"4"-13"360"0"0,1-1 0 0 0,0 1 1 0 0,1 0-1 0 0,0 0 0 0 0,12-20 1 0 0,-17 36-2406 0 0,-2-1-39 0 0,1 1 1 0 0,-1 0-1 0 0,0-1 1 0 0,1 1-1 0 0,-1-1 1 0 0,0 1-1 0 0,1 0 1 0 0,-1 0-1 0 0,0-1 1 0 0,1 1-1 0 0,-1 0 1 0 0,0 0-1 0 0,1 0 0 0 0,-1 0 1 0 0,0 0-1 0 0,0 0 1 0 0,1 0-1 0 0,-1 0 1 0 0,0 0-1 0 0,1 0 1 0 0,-1 0-1 0 0,0 0 1 0 0,0 0-1 0 0,1 1 1 0 0,-1-1-1 0 0,0 0 1 0 0,1 0-1 0 0,-1 1 1 0 0,1-1-1 0 0,-1 0 0 0 0,0 1 1 0 0,1-1-1 0 0,-1 1 1 0 0,1-1-1 0 0,-1 2 1 0 0,-2-1-2 0 0,-71 43 155 0 0,3 3 1 0 0,-75 63-1 0 0,143-108-179 0 0,0 1 0 0 0,0 0 0 0 0,0-1-1 0 0,1 1 1 0 0,-1 0 0 0 0,1 1-1 0 0,-1-1 1 0 0,1 0 0 0 0,0 1-1 0 0,0-1 1 0 0,0 1 0 0 0,-1 6 0 0 0,2-8 2 0 0,1 0 0 0 0,0-1 0 0 0,0 1 0 0 0,0 0 1 0 0,0 0-1 0 0,0 0 0 0 0,0 0 0 0 0,1 0 0 0 0,-1 0 0 0 0,1 0 1 0 0,-1 0-1 0 0,1 0 0 0 0,0-1 0 0 0,0 1 0 0 0,-1 0 1 0 0,1-1-1 0 0,0 1 0 0 0,1 0 0 0 0,-1-1 0 0 0,0 1 0 0 0,0-1 1 0 0,1 0-1 0 0,-1 1 0 0 0,1-1 0 0 0,-1 0 0 0 0,1 0 1 0 0,2 2-1 0 0,75 42-8 0 0,2 2-33 0 0,-72-42 41 0 0,-1 2-1 0 0,-1-1 1 0 0,1 1-1 0 0,-1 0 1 0 0,0 0 0 0 0,-1 1-1 0 0,7 9 1 0 0,-11-14 21 0 0,-1-1-1 0 0,0 0 1 0 0,1 0 0 0 0,-1 1 0 0 0,0-1 0 0 0,-1 0 0 0 0,1 1 0 0 0,0-1 0 0 0,-1 1 0 0 0,1-1 0 0 0,-1 1 0 0 0,0-1-1 0 0,0 1 1 0 0,0-1 0 0 0,0 1 0 0 0,0 0 0 0 0,-1-1 0 0 0,0 5 0 0 0,-1-4 45 0 0,1 1 0 0 0,-1 0 0 0 0,0-1 0 0 0,0 0 1 0 0,0 1-1 0 0,0-1 0 0 0,-1 0 0 0 0,1 0 0 0 0,-1 0 0 0 0,0 0 1 0 0,-3 2-1 0 0,-3 1 78 0 0,1 0 0 0 0,-1-1 0 0 0,0 0 0 0 0,0 0 0 0 0,-1-1 1 0 0,1 0-1 0 0,-1 0 0 0 0,-13 2 0 0 0,8-4-16 0 0,1 0 1 0 0,-1-1-1 0 0,1 0 0 0 0,-25-3 1 0 0,33 2-180 0 0,0-1 0 0 0,0 1 1 0 0,1-2-1 0 0,-1 1 0 0 0,0-1 1 0 0,1 1-1 0 0,-1-2 0 0 0,1 1 0 0 0,0 0 1 0 0,0-1-1 0 0,0 0 0 0 0,0 0 1 0 0,0-1-1 0 0,-6-5 0 0 0,10 8-106 0 0,0 0 1 0 0,1 0-1 0 0,-1 0 0 0 0,0 0 0 0 0,0-1 0 0 0,1 1 0 0 0,-1 0 0 0 0,1 0 1 0 0,-1-1-1 0 0,1 1 0 0 0,0 0 0 0 0,-1-1 0 0 0,1 1 0 0 0,0 0 0 0 0,0-1 1 0 0,0 1-1 0 0,0 0 0 0 0,0-1 0 0 0,0 1 0 0 0,0 0 0 0 0,0-1 0 0 0,1 1 1 0 0,-1 0-1 0 0,1-1 0 0 0,-1 1 0 0 0,1 0 0 0 0,-1 0 0 0 0,1-1 0 0 0,0 1 1 0 0,-1 0-1 0 0,2-1 0 0 0,3-4-1106 0 0,-1 0 0 0 0,1 1 1 0 0,1 0-1 0 0,8-7 0 0 0,-9 8-405 0 0,12-10-3772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137 525 772 0 0,'3'-4'1427'0'0,"-1"1"-1"0"0,0-1 1 0 0,0 0-1 0 0,-1 0 1 0 0,1 0-1 0 0,-1 0 1 0 0,2-7 1068 0 0,-3 11-2392 0 0,0-1-1 0 0,0 1 1 0 0,0 0-1 0 0,0-1 0 0 0,0 1 1 0 0,0-1-1 0 0,0 1 1 0 0,0 0-1 0 0,0-1 1 0 0,0 1-1 0 0,0 0 0 0 0,0-1 1 0 0,0 1-1 0 0,0 0 1 0 0,0-1-1 0 0,0 1 1 0 0,0-1-1 0 0,0 1 0 0 0,-1 0 1 0 0,1-1-1 0 0,0 1 1 0 0,0 0-1 0 0,0 0 1 0 0,-1-1-1 0 0,1 1 0 0 0,0 0 1 0 0,0-1-1 0 0,-1 1 1 0 0,1 0-1 0 0,0 0 0 0 0,-1 0 1 0 0,1-1-1 0 0,0 1 1 0 0,-1 0-1 0 0,-4 2-59 0 0,1 0 1 0 0,0 0-1 0 0,0 0 0 0 0,0 1 0 0 0,0-1 0 0 0,0 1 0 0 0,0 0 0 0 0,1 0 1 0 0,-1 1-1 0 0,1-1 0 0 0,0 1 0 0 0,0-1 0 0 0,0 1 0 0 0,1 0 1 0 0,-3 6-1 0 0,-8 13 38 0 0,-14 37 1 0 0,21-45-48 0 0,-4 10 6 0 0,1 1 1 0 0,-8 34-1 0 0,15-49-24 0 0,0 0 1 0 0,0 0 0 0 0,2 0-1 0 0,-1 0 1 0 0,1 0-1 0 0,1 1 1 0 0,0-1 0 0 0,3 15-1 0 0,-3-22-3 0 0,0-1-1 0 0,0 0 1 0 0,0 0-1 0 0,0 0 0 0 0,1 1 1 0 0,-1-1-1 0 0,1-1 1 0 0,0 1-1 0 0,0 0 1 0 0,0 0-1 0 0,0-1 0 0 0,0 1 1 0 0,1-1-1 0 0,-1 0 1 0 0,1 1-1 0 0,0-1 0 0 0,4 2 1 0 0,-3-2 0 0 0,0 0 0 0 0,0-1 1 0 0,1 1-1 0 0,-1-1 0 0 0,0 0 1 0 0,1-1-1 0 0,-1 1 0 0 0,1-1 1 0 0,-1 0-1 0 0,1 0 0 0 0,8-1 1 0 0,-2-1 3 0 0,0 0 1 0 0,-1-1 0 0 0,1-1 0 0 0,0 0 0 0 0,-1 0 0 0 0,0-1 0 0 0,0 0 0 0 0,0 0-1 0 0,16-13 1 0 0,-13 6-3 0 0,0-1 0 0 0,0 0 0 0 0,-1-1 0 0 0,-1 0 0 0 0,0-1 0 0 0,-1 0-1 0 0,10-19 1 0 0,-14 22-11 0 0,0-1 0 0 0,-1 0 0 0 0,0-1 1 0 0,-1 1-1 0 0,0-1 0 0 0,-1 0 0 0 0,0 1 0 0 0,-2-2 0 0 0,1-24 0 0 0,-2 35-5 0 0,0-1 0 0 0,-1 1 0 0 0,1-1 0 0 0,-1 1 1 0 0,0-1-1 0 0,0 1 0 0 0,-1 0 0 0 0,1-1 0 0 0,-1 1 0 0 0,0 0 1 0 0,0 0-1 0 0,-1 0 0 0 0,1 0 0 0 0,-1 1 0 0 0,-6-7 1 0 0,6 7-3 0 0,0 1 1 0 0,0 0-1 0 0,0 0 1 0 0,0 0-1 0 0,-1 0 1 0 0,1 0-1 0 0,-1 1 1 0 0,1 0-1 0 0,-1-1 1 0 0,0 2-1 0 0,1-1 1 0 0,-1 0-1 0 0,0 1 1 0 0,0-1 0 0 0,1 1-1 0 0,-1 0 1 0 0,0 0-1 0 0,-4 1 1 0 0,2 0-1 0 0,0 1-1 0 0,0 0 1 0 0,0-1 0 0 0,0 2 0 0 0,1-1 0 0 0,-1 1 0 0 0,1 0 0 0 0,0 0 0 0 0,0 0-1 0 0,0 1 1 0 0,0 0 0 0 0,-6 7 0 0 0,3-4-5 0 0,1 1 0 0 0,0 1 0 0 0,0-1 0 0 0,1 1 0 0 0,-10 19 0 0 0,14-24 9 0 0,0 0-1 0 0,1 0 1 0 0,-1 0 0 0 0,1 1 0 0 0,0-1-1 0 0,0 0 1 0 0,0 1 0 0 0,0-1-1 0 0,1 1 1 0 0,0-1 0 0 0,0 1-1 0 0,0-1 1 0 0,1 1 0 0 0,-1-1 0 0 0,3 8-1 0 0,-2-8 1 0 0,1-1-1 0 0,0 1 1 0 0,0-1-1 0 0,0 0 1 0 0,0 1-1 0 0,0-1 1 0 0,1-1-1 0 0,-1 1 1 0 0,1 0 0 0 0,-1 0-1 0 0,1-1 1 0 0,0 0-1 0 0,0 1 1 0 0,1-1-1 0 0,-1 0 1 0 0,0-1-1 0 0,1 1 1 0 0,5 2-1 0 0,3-1 0 0 0,-1 0-1 0 0,1 0 1 0 0,0-1-1 0 0,0-1 1 0 0,0 0-1 0 0,0 0 1 0 0,21-3-1 0 0,-11 0-71 0 0,-1-1-1 0 0,1-2 1 0 0,29-9-1 0 0,-32 8-40 0 0,0-1-1 0 0,-1-2 0 0 0,0 1 1 0 0,0-2-1 0 0,0-1 0 0 0,-2 0 1 0 0,1-1-1 0 0,-1 0 0 0 0,-1-2 1 0 0,0 0-1 0 0,-1 0 0 0 0,-1-1 1 0 0,0-1-1 0 0,-1-1 0 0 0,13-23 1 0 0,-7 7-63 0 0,-2-1 1 0 0,-1-1 0 0 0,-2 0 0 0 0,13-52 0 0 0,16-151 1135 0 0,-42 236-937 0 0,2-21 255 0 0,-5 18-158 0 0,-4 13-95 0 0,-1 8 17 0 0,0 1 0 0 0,1-1 0 0 0,1 1 0 0 0,1 1 0 0 0,-5 24 0 0 0,7-26-16 0 0,-52 245 625 0 0,44-190-341 0 0,-2 124-1 0 0,13-182-273 0 0,0-1 0 0 0,1 0 1 0 0,1 1-1 0 0,0-1 1 0 0,0 0-1 0 0,1 0 1 0 0,1 0-1 0 0,0-1 0 0 0,7 14 1 0 0,-9-20-30 0 0,1-1 1 0 0,0 1-1 0 0,0-1 1 0 0,0 0-1 0 0,1 0 1 0 0,-1 0 0 0 0,1-1-1 0 0,0 1 1 0 0,0-1-1 0 0,0 0 1 0 0,1 0-1 0 0,-1 0 1 0 0,1 0-1 0 0,-1-1 1 0 0,1 0-1 0 0,0 0 1 0 0,0 0 0 0 0,0-1-1 0 0,0 0 1 0 0,0 1-1 0 0,0-2 1 0 0,0 1-1 0 0,1-1 1 0 0,4 0-1 0 0,-1 0-68 0 0,0-1 0 0 0,0-1 1 0 0,-1 0-1 0 0,1 0 0 0 0,-1-1 0 0 0,0 0 0 0 0,1 0 0 0 0,-1-1 0 0 0,-1 0 0 0 0,1 0 0 0 0,-1-1 0 0 0,1 0 0 0 0,-1 0 0 0 0,-1-1 0 0 0,1 0 0 0 0,-1 0 0 0 0,10-12 0 0 0,-1-2 5 0 0,0 1 0 0 0,-2-2 0 0 0,0 0-1 0 0,-1-1 1 0 0,10-25 0 0 0,-12 17 703 0 0,-2 1-1 0 0,0-1 0 0 0,5-53 0 0 0,-13 82-624 0 0,1-1 114 0 0,-4 4-128 0 0,1 0 1 0 0,0 1-1 0 0,0 0 0 0 0,0-1 1 0 0,1 1-1 0 0,-1 0 0 0 0,1 0 0 0 0,-1 0 1 0 0,1 0-1 0 0,-1 4 0 0 0,2-7-7 0 0,-5 14 16 0 0,0 1 0 0 0,1 0 0 0 0,1-1 0 0 0,0 1 0 0 0,1 1 0 0 0,1-1 0 0 0,0 0 0 0 0,1 0 0 0 0,1 1 0 0 0,1-1 0 0 0,0 0 0 0 0,0 0 0 0 0,9 25 0 0 0,-9-36-24 0 0,1 0 0 0 0,-1 1 0 0 0,1-2 0 0 0,0 1 0 0 0,0 0 0 0 0,0 0 0 0 0,0-1 0 0 0,1 0 0 0 0,0 0 0 0 0,-1 0 0 0 0,1 0 0 0 0,0 0 0 0 0,1-1 0 0 0,-1 0 0 0 0,0 1 0 0 0,1-2 0 0 0,-1 1 0 0 0,1 0 0 0 0,-1-1 1 0 0,1 0-1 0 0,7 1 0 0 0,-1-1-152 0 0,0 0 0 0 0,0 0 1 0 0,-1-1-1 0 0,1 0 1 0 0,0-1-1 0 0,0 0 1 0 0,0-1-1 0 0,16-4 0 0 0,-15 1 4 0 0,-1 0 0 0 0,1 0 0 0 0,-1-1 0 0 0,0-1 0 0 0,-1 0 0 0 0,1 0 0 0 0,-2-1 0 0 0,1 0 0 0 0,-1-1 0 0 0,0 0 0 0 0,-1 0 0 0 0,0-1 0 0 0,0 0 0 0 0,-1 0 0 0 0,0-1 0 0 0,-1 0 0 0 0,7-18 0 0 0,0-2 582 0 0,-2-2 1 0 0,-1 0-1 0 0,-2 0 0 0 0,-1-1 0 0 0,3-40 1 0 0,-9 73-419 0 0,-1 1 0 0 0,0 0 0 0 0,0 0-1 0 0,0-1 1 0 0,0 1 0 0 0,0 0 0 0 0,1-1 0 0 0,-1 1 0 0 0,0 0 0 0 0,0-1 0 0 0,0 1 0 0 0,0 0 0 0 0,0-1 0 0 0,0 1 0 0 0,0 0 0 0 0,0-1 0 0 0,0 1 0 0 0,0 0-1 0 0,0-1 1 0 0,0 1 0 0 0,-1 0 0 0 0,1 0 0 0 0,0-1 0 0 0,0 1 0 0 0,0 0 0 0 0,0-1 0 0 0,0 1 0 0 0,-1 0 0 0 0,1 0 0 0 0,0-1 0 0 0,0 1 0 0 0,0 0-1 0 0,-1-1 1 0 0,-6 12 86 0 0,-5 21-41 0 0,4-4-22 0 0,-21 100 55 0 0,27-114-65 0 0,1 0 0 0 0,0 0 0 0 0,1 0 0 0 0,0 0-1 0 0,1 0 1 0 0,1-1 0 0 0,4 20 0 0 0,-4-28-35 0 0,-1 0 1 0 0,1-1 0 0 0,0 1-1 0 0,0-1 1 0 0,0 0 0 0 0,1 1-1 0 0,-1-1 1 0 0,1 0 0 0 0,0-1-1 0 0,0 1 1 0 0,1 0 0 0 0,-1-1-1 0 0,1 0 1 0 0,-1 0 0 0 0,1 0-1 0 0,5 3 1 0 0,-3-3-172 0 0,1 0-1 0 0,0 0 1 0 0,0 0 0 0 0,0-1-1 0 0,0 0 1 0 0,0 0 0 0 0,1-1-1 0 0,-1 0 1 0 0,14 0 0 0 0,-8-1-621 0 0,-1-1 1 0 0,0 0-1 0 0,0-1 1 0 0,0 0 0 0 0,0-1-1 0 0,0 0 1 0 0,-1-1-1 0 0,0 0 1 0 0,1-1 0 0 0,-1-1-1 0 0,-1 1 1 0 0,18-13-1 0 0,-1-7-3966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19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120 300 920 0 0,'1'-84'8796'0'0,"-15"-129"0"0"0,13 211-8390 0 0,0 3-249 0 0,-1 3-122 0 0,0-1-1 0 0,0 1 1 0 0,0 0-1 0 0,0-1 1 0 0,1 1-1 0 0,0 0 1 0 0,0 0 0 0 0,0 0-1 0 0,-1 5 1 0 0,-3 46 110 0 0,3-30-77 0 0,-61 635 2059 0 0,56-603-2096 0 0,2-30-244 0 0,2 0 0 0 0,1 1 1 0 0,1-1-1 0 0,1 1 0 0 0,7 46 0 0 0,-6-69-142 0 0,0-1 0 0 0,0 0 0 0 0,0 1-1 0 0,1-1 1 0 0,0 0 0 0 0,0 0 0 0 0,0 0 0 0 0,0-1 0 0 0,1 1-1 0 0,0-1 1 0 0,-1 1 0 0 0,5 3 0 0 0,-5-5-209 0 0,0 0 0 0 0,1-1-1 0 0,-1 1 1 0 0,0-1 0 0 0,1 0 0 0 0,-1 1 0 0 0,1-1 0 0 0,-1 0 0 0 0,1-1 0 0 0,-1 1-1 0 0,1 0 1 0 0,0-1 0 0 0,4 1 0 0 0,8-1-5032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1244 0 0,'6'-24'8572'0'0,"14"-39"766"0"0,-20 65-9121 0 0,7 132 1125 0 0,-2-6-900 0 0,-4-126-437 0 0,0 20-145 0 0,2 0 0 0 0,1 0 0 0 0,13 42 0 0 0,-15-59-208 0 0,0 1 0 0 0,0-1 0 0 0,1 0 0 0 0,0 1 0 0 0,0-1 0 0 0,1-1 0 0 0,-1 1 1 0 0,9 8-1 0 0,-9-11-63 0 0,-1 0 0 0 0,1 0 1 0 0,0 0-1 0 0,0 0 1 0 0,0-1-1 0 0,0 1 0 0 0,1-1 1 0 0,-1 0-1 0 0,0 0 1 0 0,0 0-1 0 0,1 0 0 0 0,-1 0 1 0 0,1-1-1 0 0,-1 1 1 0 0,0-1-1 0 0,6 0 0 0 0,8-3-2970 0 0,-2-2-1322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40 286 1128 0 0,'17'-53'7390'0'0,"-3"7"479"0"0,-20 125-5776 0 0,3-59-1841 0 0,1 1 0 0 0,1-1 0 0 0,1 23 0 0 0,1-33-151 0 0,0 1 0 0 0,1-1 0 0 0,0 0 0 0 0,1 0 0 0 0,0 0-1 0 0,8 17 1 0 0,-9-22-60 0 0,0-2-1 0 0,1 1 0 0 0,0 0 1 0 0,-1 0-1 0 0,1-1 0 0 0,0 0 1 0 0,1 1-1 0 0,-1-1 0 0 0,1 0 0 0 0,-1-1 1 0 0,1 1-1 0 0,0-1 0 0 0,0 1 1 0 0,0-1-1 0 0,0 0 0 0 0,1-1 1 0 0,7 3-1 0 0,-9-3-14 0 0,1 0 1 0 0,0 0-1 0 0,0-1 1 0 0,0 1-1 0 0,0-1 1 0 0,0 0-1 0 0,0 0 1 0 0,0-1-1 0 0,0 1 1 0 0,0-1-1 0 0,-1 0 1 0 0,1 0-1 0 0,0 0 1 0 0,0 0-1 0 0,-1-1 1 0 0,7-3-1 0 0,-5 2-8 0 0,1-1 0 0 0,-1 0 0 0 0,0 0 0 0 0,-1-1 0 0 0,1 0-1 0 0,-1 0 1 0 0,0 0 0 0 0,0 0 0 0 0,4-8 0 0 0,1-3-13 0 0,-1-1-1 0 0,-1-1 1 0 0,0 1-1 0 0,-1-1 1 0 0,-2 0 0 0 0,4-20-1 0 0,-6 25-16 0 0,-1 1 0 0 0,0-1 0 0 0,-1 1-1 0 0,0 0 1 0 0,-1-1 0 0 0,0 1 0 0 0,-1-1 0 0 0,-1 1-1 0 0,0 0 1 0 0,0 0 0 0 0,-10-20 0 0 0,10 25 5 0 0,-1 0 1 0 0,0 0 0 0 0,0 0-1 0 0,-1 1 1 0 0,0 0 0 0 0,0 0-1 0 0,0 0 1 0 0,-1 0 0 0 0,0 1-1 0 0,0 0 1 0 0,0 0 0 0 0,-1 0-1 0 0,1 1 1 0 0,-1 0 0 0 0,0 0-1 0 0,-1 1 1 0 0,1 0 0 0 0,-1 0-1 0 0,-10-2 1 0 0,7 3-1 0 0,-1 0-1 0 0,0 1 1 0 0,0 0 0 0 0,0 1 0 0 0,-15 1-1 0 0,22-1 5 0 0,0 1 0 0 0,1 0 0 0 0,-1 0 0 0 0,0 0 0 0 0,1 0-1 0 0,-1 1 1 0 0,1 0 0 0 0,-1 0 0 0 0,1 0 0 0 0,0 0 0 0 0,0 1 0 0 0,0-1-1 0 0,0 1 1 0 0,0 0 0 0 0,-6 7 0 0 0,9-9 5 0 0,0 0 1 0 0,0 0-1 0 0,0 0 0 0 0,1 0 0 0 0,-1 1 1 0 0,0-1-1 0 0,1 0 0 0 0,-1 0 1 0 0,0 0-1 0 0,1 1 0 0 0,0-1 1 0 0,-1 0-1 0 0,1 1 0 0 0,0-1 1 0 0,0 1-1 0 0,-1-1 0 0 0,1 0 1 0 0,0 1-1 0 0,0-1 0 0 0,1 0 0 0 0,-1 1 1 0 0,0-1-1 0 0,0 0 0 0 0,1 1 1 0 0,-1-1-1 0 0,1 0 0 0 0,-1 1 1 0 0,1-1-1 0 0,-1 0 0 0 0,1 0 1 0 0,0 0-1 0 0,0 1 0 0 0,1 0 1 0 0,1 1 0 0 0,0 0 1 0 0,0 0 0 0 0,0-1-1 0 0,0 0 1 0 0,1 1 0 0 0,-1-1-1 0 0,7 2 1 0 0,2 1-15 0 0,1 0 0 0 0,0-2 0 0 0,0 0 0 0 0,25 3 1 0 0,58 0-90 0 0,-72-6 79 0 0,-24 0 21 0 0,22 0-42 0 0,0 2 0 0 0,-1 0-1 0 0,1 1 1 0 0,26 7-1 0 0,-43-8 38 0 0,1 0-1 0 0,-1 0 1 0 0,0 0-1 0 0,0 0 0 0 0,0 1 1 0 0,0 0-1 0 0,0 0 1 0 0,0 1-1 0 0,-1-1 0 0 0,1 1 1 0 0,-1 0-1 0 0,0 0 0 0 0,0 1 1 0 0,-1-1-1 0 0,1 1 1 0 0,-1 0-1 0 0,0-1 0 0 0,0 2 1 0 0,-1-1-1 0 0,1 0 1 0 0,1 7-1 0 0,-2-3 8 0 0,0 1 0 0 0,0 0 0 0 0,-1 0 0 0 0,0 0 0 0 0,0 0 0 0 0,-1 0 0 0 0,-1 1 1 0 0,-2 12-1 0 0,-3 10 174 0 0,-12 36 0 0 0,12-48 58 0 0,1-12 12 0 0,1-14-46 0 0,2-14-101 0 0,7-7-108 0 0,1 0 0 0 0,1 1-1 0 0,2 0 1 0 0,0 0 0 0 0,2 1 0 0 0,0 0-1 0 0,19-28 1 0 0,-9 17-35 0 0,2 2 0 0 0,31-35 0 0 0,-40 51-14 0 0,1 1 1 0 0,1 1 0 0 0,1 1 0 0 0,0 0 0 0 0,28-17 0 0 0,-43 30 54 0 0,-1 0 0 0 0,1 0 1 0 0,0 0-1 0 0,-1 0 1 0 0,1 1-1 0 0,-1-1 0 0 0,1 0 1 0 0,0 1-1 0 0,0 0 1 0 0,0-1-1 0 0,-1 1 0 0 0,1 0 1 0 0,0 0-1 0 0,0 0 1 0 0,0 0-1 0 0,-1 0 0 0 0,1 0 1 0 0,0 0-1 0 0,0 1 0 0 0,2 0 1 0 0,-2 0 2 0 0,-1 0-1 0 0,1 0 1 0 0,-1 0 0 0 0,1 1-1 0 0,-1-1 1 0 0,1 0 0 0 0,-1 1-1 0 0,0-1 1 0 0,0 1 0 0 0,0-1-1 0 0,0 1 1 0 0,0 0 0 0 0,0-1-1 0 0,-1 1 1 0 0,1 0 0 0 0,0 2-1 0 0,2 7 12 0 0,-1 0 0 0 0,0 0-1 0 0,-1 0 1 0 0,0 21-1 0 0,-1-30-8 0 0,-3 38 141 0 0,-2-1-1 0 0,-1 0 0 0 0,-19 63 0 0 0,7-31 125 0 0,18-69-252 0 0,-2 3 49 0 0,1 1 0 0 0,0-1 0 0 0,1 0 0 0 0,-1 11-1 0 0,1-15-51 0 0,0 0 1 0 0,0 0-1 0 0,0-1 0 0 0,0 1 0 0 0,1 0 0 0 0,-1 0 0 0 0,0 0 1 0 0,0 0-1 0 0,1 0 0 0 0,-1-1 0 0 0,0 1 0 0 0,1 0 0 0 0,-1 0 0 0 0,1 0 1 0 0,-1-1-1 0 0,1 1 0 0 0,-1 0 0 0 0,1-1 0 0 0,0 1 0 0 0,-1 0 1 0 0,1-1-1 0 0,0 1 0 0 0,-1-1 0 0 0,1 1 0 0 0,0-1 0 0 0,0 1 0 0 0,0-1 1 0 0,-1 0-1 0 0,1 1 0 0 0,0-1 0 0 0,0 0 0 0 0,0 0 0 0 0,0 1 1 0 0,0-1-1 0 0,0 0 0 0 0,-1 0 0 0 0,1 0 0 0 0,0 0 0 0 0,1-1 0 0 0,7 0-209 0 0,0 0-1 0 0,0-1 0 0 0,0-1 1 0 0,0 0-1 0 0,-1 0 0 0 0,0 0 0 0 0,1-1 1 0 0,-1 0-1 0 0,-1-1 0 0 0,1 0 1 0 0,0 0-1 0 0,7-8 0 0 0,-5 4-1136 0 0,0 0-1 0 0,-1-1 1 0 0,0 0 0 0 0,-1 0-1 0 0,0-1 1 0 0,-1 0-1 0 0,0 0 1 0 0,6-15-1 0 0,-2-2-4744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15 424 0 0,'-201'-6'15678'0'0,"121"-1"-13850"0"0,78 7-2525 0 0,-5-1-601 0 0,2 0-211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1352 0 0,'-58'17'4591'0'0,"35"-12"-2422"0"0,0 2-1 0 0,-31 14 0 0 0,54-21-2117 0 0,-1 0-1 0 0,1 0 1 0 0,0 1-1 0 0,0-1 0 0 0,0 0 1 0 0,-1 0-1 0 0,1 0 0 0 0,0 0 1 0 0,0 0-1 0 0,0 0 1 0 0,-1 0-1 0 0,1 0 0 0 0,0 0 1 0 0,0 0-1 0 0,0 1 1 0 0,0-1-1 0 0,0 0 0 0 0,-1 0 1 0 0,1 0-1 0 0,0 0 0 0 0,0 0 1 0 0,0 1-1 0 0,0-1 1 0 0,0 0-1 0 0,0 0 0 0 0,0 0 1 0 0,-1 1-1 0 0,1-1 0 0 0,0 0 1 0 0,0 0-1 0 0,0 0 1 0 0,0 0-1 0 0,0 1 0 0 0,0-1 1 0 0,0 0-1 0 0,0 0 0 0 0,0 1 1 0 0,0-1-1 0 0,0 0 1 0 0,0 0-1 0 0,0 1 0 0 0,9 3 568 0 0,16 0-247 0 0,217-12-290 0 0,-80-7-5204 0 0,-120 10 2785 0 0,34-3-3431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4620 0 0,'10'45'23605'0'0,"-4"-33"-20656"0"0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9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419 133 572 0 0,'10'-13'4539'0'0,"-8"11"-4157"0"0,2-4 685 0 0,1 0-1 0 0,-2-1 1 0 0,1 1-1 0 0,-1-1 1 0 0,0 0-1 0 0,0 0 1 0 0,-1 0 0 0 0,0 0-1 0 0,2-15 1 0 0,-4 21-1007 0 0,0 0 0 0 0,-1-1-1 0 0,1 1 1 0 0,-1-1 0 0 0,1 1 0 0 0,-1 0 0 0 0,1-1 0 0 0,-1 1 0 0 0,0 0 0 0 0,0 0-1 0 0,1 0 1 0 0,-1-1 0 0 0,0 1 0 0 0,0 0 0 0 0,0 0 0 0 0,0 0 0 0 0,0 0 0 0 0,-1 1-1 0 0,1-1 1 0 0,0 0 0 0 0,0 0 0 0 0,-1 1 0 0 0,-2-2 0 0 0,1 1-31 0 0,-1-1 1 0 0,1 1 0 0 0,-1 0-1 0 0,0 0 1 0 0,0 0-1 0 0,1 1 1 0 0,-1-1 0 0 0,-7 1-1 0 0,-5 1-13 0 0,0 2 0 0 0,0 0 0 0 0,0 0 0 0 0,1 1 0 0 0,-1 1 0 0 0,1 1 0 0 0,-23 11 0 0 0,29-12-11 0 0,0 0-1 0 0,1 1 1 0 0,0-1 0 0 0,0 2 0 0 0,0-1-1 0 0,0 1 1 0 0,1 0 0 0 0,0 0 0 0 0,1 1-1 0 0,0 0 1 0 0,0 1 0 0 0,0-1 0 0 0,-7 17-1 0 0,1 9 0 0 0,1 0-1 0 0,2 1 0 0 0,1 0 1 0 0,-4 52-1 0 0,0 148 20 0 0,12-204-19 0 0,7 465 242 0 0,23-1 926 0 0,-16-294-568 0 0,-10-78-55 0 0,-18 189-1 0 0,-39 118-3 0 0,-12 162 505 0 0,64-572-1001 0 0,0 120 198 0 0,2-127-223 0 0,0-1 0 0 0,1 0-1 0 0,0 0 1 0 0,1 0-1 0 0,1 0 1 0 0,-1 0 0 0 0,2 0-1 0 0,11 21 1 0 0,-13-29-14 0 0,0 0 0 0 0,0-1 0 0 0,0 1 0 0 0,0 0 0 0 0,1-1 0 0 0,0 0 0 0 0,-1 0 0 0 0,1 0 0 0 0,0 0 0 0 0,1-1 0 0 0,-1 1 1 0 0,6 1-1 0 0,-2-1-8 0 0,0 0 1 0 0,0-1 0 0 0,0 0 0 0 0,1-1 0 0 0,-1 0 0 0 0,13 1-1 0 0,7-3-310 0 0,0-1-1 0 0,0-2 0 0 0,32-8 0 0 0,-54 11 200 0 0,22-4-665 0 0,101-25-2815 0 0,-106 23-393 0 0,35-15 0 0 0,-28 6-3416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 1384 0 0,'-15'-19'10516'0'0,"10"15"-9464"0"0,4 7-1038 0 0,-1-1 0 0 0,0 0 1 0 0,1 0-1 0 0,-1 1 0 0 0,1-1 0 0 0,0 1 1 0 0,0 0-1 0 0,0-1 0 0 0,0 1 0 0 0,0 0 1 0 0,1-1-1 0 0,-1 1 0 0 0,0 4 0 0 0,-2 45 11 0 0,2-29-22 0 0,-8 79 38 0 0,-3 43-30 0 0,5-60 41 0 0,-1 20-313 0 0,20-115-2297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3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23 1508 0 0,'-7'-2'714'0'0,"0"0"0"0"0,0 1-1 0 0,-1-1 1 0 0,1 1 0 0 0,0 1-1 0 0,-1 0 1 0 0,1 0 0 0 0,-1 0-1 0 0,-14 3 1 0 0,17-1-581 0 0,0 0-1 0 0,0 0 1 0 0,0 0-1 0 0,1 0 1 0 0,-1 1-1 0 0,0 0 1 0 0,1 0-1 0 0,0 0 1 0 0,0 1-1 0 0,0-1 1 0 0,0 1-1 0 0,0 0 1 0 0,1 0-1 0 0,-6 9 1 0 0,-5 9 162 0 0,0 1 0 0 0,2-1 0 0 0,1 2-1 0 0,0 0 1 0 0,-8 32 0 0 0,14-38-215 0 0,1 1 0 0 0,0-1 0 0 0,2 1 0 0 0,0-1 0 0 0,1 1 0 0 0,1 0 0 0 0,0-1 0 0 0,5 22 0 0 0,-5-34-23 0 0,1 0 1 0 0,1 0 0 0 0,-1-1-1 0 0,1 1 1 0 0,0-1-1 0 0,0 1 1 0 0,0-1-1 0 0,1 0 1 0 0,0 0-1 0 0,0 0 1 0 0,0 0 0 0 0,0 0-1 0 0,1-1 1 0 0,0 1-1 0 0,0-1 1 0 0,0 0-1 0 0,1 0 1 0 0,-1-1 0 0 0,1 1-1 0 0,0-1 1 0 0,0 0-1 0 0,0-1 1 0 0,0 1-1 0 0,1-1 1 0 0,-1 0-1 0 0,1 0 1 0 0,-1 0 0 0 0,1-1-1 0 0,0 0 1 0 0,-1 0-1 0 0,1 0 1 0 0,0-1-1 0 0,0 0 1 0 0,0 0-1 0 0,7-2 1 0 0,-3 1 61 0 0,-1-1 0 0 0,1 0 0 0 0,-1-1-1 0 0,0 0 1 0 0,0 0 0 0 0,0-1 0 0 0,0 0 0 0 0,-1 0 0 0 0,1-1-1 0 0,-1 0 1 0 0,-1-1 0 0 0,1 0 0 0 0,-1 0 0 0 0,0-1 0 0 0,0 0-1 0 0,0 0 1 0 0,6-10 0 0 0,-7 7-44 0 0,0 0 0 0 0,0 0 0 0 0,-1-1-1 0 0,-1 1 1 0 0,1-1 0 0 0,-2 0 0 0 0,0-1 0 0 0,0 1 0 0 0,-1-1 0 0 0,0 1-1 0 0,-1-1 1 0 0,0 0 0 0 0,-1 1 0 0 0,-2-13 0 0 0,0-1-15 0 0,-2 1 1 0 0,0-1 0 0 0,-14-38 0 0 0,14 50-53 0 0,-1 0 1 0 0,-1 1 0 0 0,0 0-1 0 0,-1 0 1 0 0,0 0-1 0 0,-1 1 1 0 0,0 0 0 0 0,-12-13-1 0 0,18 22-5 0 0,-1 0 0 0 0,0-1 0 0 0,0 1 0 0 0,0 0 0 0 0,-1 0 0 0 0,1 1 0 0 0,0-1 0 0 0,-1 1 0 0 0,1 0 0 0 0,-1-1 0 0 0,1 1 0 0 0,-1 1 0 0 0,1-1 0 0 0,-1 1 0 0 0,-6-1 0 0 0,9 1-33 0 0,-1 0-1 0 0,0 0 1 0 0,1 1-1 0 0,-1-1 1 0 0,1 0-1 0 0,-1 1 1 0 0,1-1-1 0 0,-1 1 1 0 0,1-1-1 0 0,-1 1 1 0 0,1 0-1 0 0,-1 0 1 0 0,1-1 0 0 0,0 1-1 0 0,-1 0 1 0 0,1 0-1 0 0,0 1 1 0 0,0-1-1 0 0,0 0 1 0 0,0 0-1 0 0,0 0 1 0 0,0 1-1 0 0,0-1 1 0 0,0 1-1 0 0,0-1 1 0 0,1 0-1 0 0,-1 1 1 0 0,0-1-1 0 0,1 1 1 0 0,-1 0 0 0 0,1-1-1 0 0,0 1 1 0 0,0-1-1 0 0,-1 1 1 0 0,1 0-1 0 0,0-1 1 0 0,1 3-1 0 0,-1 0-229 0 0,0 0-1 0 0,1 0 1 0 0,-1-1-1 0 0,1 1 1 0 0,0 0-1 0 0,0-1 1 0 0,0 1-1 0 0,1-1 1 0 0,-1 1-1 0 0,1-1 1 0 0,0 0-1 0 0,0 0 1 0 0,0 1-1 0 0,4 3 1 0 0,-2-2-762 0 0,1 0 1 0 0,1 0-1 0 0,-1-1 1 0 0,1 0-1 0 0,-1 0 0 0 0,12 6 1 0 0,2-1-3183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88 1324 0 0,'-2'-11'3514'0'0,"2"9"-3246"0"0,0 1 0 0 0,0-1-1 0 0,0 1 1 0 0,0-1 0 0 0,-1 1 0 0 0,1-1 0 0 0,0 1-1 0 0,-1 0 1 0 0,1-1 0 0 0,-1 1 0 0 0,0 0 0 0 0,1-1 0 0 0,-1 1-1 0 0,0 0 1 0 0,0 0 0 0 0,0-1 0 0 0,0 1 0 0 0,0 0-1 0 0,-1-1 1 0 0,0 1 243 0 0,-12 8 326 0 0,8-1-560 0 0,0-1 0 0 0,0 1 0 0 0,0 0-1 0 0,1 0 1 0 0,0 0 0 0 0,0 1 0 0 0,-4 8 0 0 0,-25 51 772 0 0,31-59-946 0 0,-5 11 26 0 0,0 0 0 0 0,2 0 0 0 0,0 0 0 0 0,0 1 0 0 0,2 0 0 0 0,1 0 0 0 0,-2 22 0 0 0,5-35-100 0 0,0-1-1 0 0,0 1 0 0 0,1 0 0 0 0,0-1 1 0 0,0 1-1 0 0,0-1 0 0 0,1 1 0 0 0,0-1 1 0 0,0 0-1 0 0,0 0 0 0 0,0 0 0 0 0,5 7 1 0 0,-4-8 4 0 0,0 0 0 0 0,1-1 1 0 0,-1 1-1 0 0,1-1 0 0 0,0 0 1 0 0,0 0-1 0 0,0 0 1 0 0,0-1-1 0 0,1 1 0 0 0,-1-1 1 0 0,1 0-1 0 0,-1-1 1 0 0,1 1-1 0 0,0-1 0 0 0,0 1 1 0 0,6 0-1 0 0,4 0 75 0 0,0-1 0 0 0,1 0-1 0 0,-1-1 1 0 0,1 0-1 0 0,-1-2 1 0 0,0 0 0 0 0,1 0-1 0 0,-1-1 1 0 0,0-1 0 0 0,-1-1-1 0 0,1 0 1 0 0,-1-1 0 0 0,0 0-1 0 0,0-1 1 0 0,23-16 0 0 0,-29 17-51 0 0,0 0 0 0 0,0 0 1 0 0,-1-1-1 0 0,0 0 0 0 0,0 0 1 0 0,-1-1-1 0 0,1 1 0 0 0,-2-1 1 0 0,1-1-1 0 0,-1 1 0 0 0,-1-1 1 0 0,1 0-1 0 0,-2 0 1 0 0,1 0-1 0 0,-1-1 0 0 0,-1 1 1 0 0,1-1-1 0 0,-2 0 0 0 0,1 0 1 0 0,-1 1-1 0 0,-1-1 0 0 0,0 0 1 0 0,0 0-1 0 0,-1 0 0 0 0,-3-14 1 0 0,2 12-29 0 0,-2 1 0 0 0,1-1-1 0 0,-1 1 1 0 0,-1-1 0 0 0,0 1 0 0 0,-1 0 0 0 0,0 1 0 0 0,-1 0 0 0 0,0 0-1 0 0,-15-17 1 0 0,18 23-29 0 0,0 0 0 0 0,0 0 0 0 0,0 1 0 0 0,0 0 0 0 0,-1 0 0 0 0,0 0 0 0 0,1 0 0 0 0,-1 1 0 0 0,0 0 0 0 0,0 0 0 0 0,0 0 0 0 0,0 0 0 0 0,0 1 0 0 0,-1 0 0 0 0,1 0-1 0 0,0 1 1 0 0,-1-1 0 0 0,1 1 0 0 0,-1 0 0 0 0,1 0 0 0 0,0 1 0 0 0,-1 0 0 0 0,1 0 0 0 0,0 0 0 0 0,0 0 0 0 0,-10 5 0 0 0,9-3-42 0 0,0 1 0 0 0,0 0 0 0 0,0 0-1 0 0,1 0 1 0 0,0 1 0 0 0,0 0 0 0 0,0 0 0 0 0,0 0 0 0 0,1 0 0 0 0,0 1 0 0 0,0 0 0 0 0,1 0 0 0 0,-1 0-1 0 0,1 0 1 0 0,0 1 0 0 0,1-1 0 0 0,-3 9 0 0 0,2-6-337 0 0,1-1 1 0 0,0 1-1 0 0,1-1 0 0 0,0 1 1 0 0,0 0-1 0 0,0 0 0 0 0,1 0 1 0 0,1-1-1 0 0,-1 1 0 0 0,1 0 1 0 0,1 0-1 0 0,0-1 0 0 0,3 11 1 0 0,-2-13-351 0 0,0 0 0 0 0,0-1 1 0 0,0 1-1 0 0,1-1 0 0 0,-1 0 1 0 0,1 0-1 0 0,1 0 0 0 0,-1 0 1 0 0,7 5-1 0 0,9 5-3927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88 1420 0 0,'25'-88'8698'0'0,"-25"91"-8230"0"0,-8 51 1255 0 0,-25 82 0 0 0,15-67-1208 0 0,-61 206 547 0 0,-7 25-554 0 0,46-123-1065 0 0,46-202-4370 0 0,18-70 689 0 0,-16 56 2318 0 0,0-5-151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0 385 1128 0 0,'25'-84'1902'0'0,"18"-53"984"0"0,-33 111-2043 0 0,1 0 0 0 0,1 1-1 0 0,16-25 1 0 0,-25 46-634 0 0,0 0 0 0 0,0 0 0 0 0,0 0 1 0 0,1 0-1 0 0,3-3 0 0 0,-6 6-87 0 0,0 0 1 0 0,1 0-1 0 0,-1 0 0 0 0,0 1 1 0 0,1-1-1 0 0,-1 0 0 0 0,1 0 1 0 0,-1 1-1 0 0,1-1 0 0 0,-1 1 1 0 0,1-1-1 0 0,-1 1 0 0 0,1 0 1 0 0,-1-1-1 0 0,1 1 0 0 0,0 0 1 0 0,-1 0-1 0 0,1 0 1 0 0,-1 0-1 0 0,4 1 0 0 0,-1 1 130 0 0,0-1 0 0 0,1 1 0 0 0,-1 0 0 0 0,-1 1 0 0 0,1-1 0 0 0,0 1 0 0 0,-1-1 0 0 0,1 1 0 0 0,-1 0 0 0 0,0 0 0 0 0,6 8 1 0 0,-3-3 118 0 0,-1 0 0 0 0,1 1 0 0 0,-2 0 1 0 0,8 18-1 0 0,-3-1 122 0 0,-2 0 1 0 0,-1 0-1 0 0,3 34 0 0 0,-2 39 340 0 0,-5-1 0 0 0,-11 111 0 0 0,0 27-373 0 0,12-169-842 0 0,-2-60-110 0 0,0 0 1 0 0,0 0 0 0 0,1 0-1 0 0,0-1 1 0 0,0 1 0 0 0,1-1-1 0 0,3 8 1 0 0,3-5-1745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89 133 1704 0 0,'-84'-24'11073'0'0,"82"24"-10631"0"0,0-6 329 0 0,1 4-535 0 0,8-2-156 0 0,18-6-256 0 0,1 0-1 0 0,1 2 1 0 0,-1 2 0 0 0,36-6-1 0 0,-20 5-736 0 0,97-24-5276 0 0,-93 19 2271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 2140 0 0,'-10'-5'9490'0'0,"9"5"-9111"0"0,-3 2 165 0 0,4 0-625 0 0,0 0 410 0 0,0 0 0 0 0,1 0 0 0 0,-1 0 0 0 0,1 0 0 0 0,-1 0 0 0 0,1 0 0 0 0,0 0 0 0 0,0-1 0 0 0,1 4-1 0 0,9 13 722 0 0,1 1-1 0 0,1-2 0 0 0,1 0 0 0 0,16 17 0 0 0,68 58-126 0 0,-51-50-529 0 0,8 10-296 0 0,33 30-2107 0 0,-25-33-4969 0 0,-49-41 2554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7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30 1480 0 0,'-1'-2'581'0'0,"0"-1"0"0"0,-1 1 0 0 0,1 0 0 0 0,-1 0 0 0 0,1 0 0 0 0,-1 0 0 0 0,0 0 0 0 0,0 0-1 0 0,0 0 1 0 0,0 1 0 0 0,0-1 0 0 0,0 1 0 0 0,-4-3 0 0 0,4 4-395 0 0,0-1-1 0 0,1 1 1 0 0,-1 0 0 0 0,0 0 0 0 0,1 0-1 0 0,-1 0 1 0 0,1 0 0 0 0,-1 0-1 0 0,0 1 1 0 0,1-1 0 0 0,-1 1-1 0 0,1-1 1 0 0,-1 1 0 0 0,1-1-1 0 0,-1 1 1 0 0,1 0 0 0 0,-1 0-1 0 0,1 0 1 0 0,-1-1 0 0 0,1 1 0 0 0,0 1-1 0 0,0-1 1 0 0,0 0 0 0 0,-2 3-1 0 0,-30 32 1189 0 0,2 2 0 0 0,-39 64-1 0 0,45-64-1051 0 0,-85 136 541 0 0,95-145-1065 0 0,0 1-1 0 0,2 1 0 0 0,1-1 0 0 0,-9 41 0 0 0,19-63-496 0 0,1 1 0 0 0,0-1 0 0 0,-1 15-1 0 0,2-20 277 0 0,0-1-1 0 0,0 0 1 0 0,0 0-1 0 0,1 0 1 0 0,-1 0-1 0 0,0 1 1 0 0,1-1-1 0 0,0 0 1 0 0,-1 0-1 0 0,1 0 1 0 0,0 0-1 0 0,0 0 1 0 0,0 0-1 0 0,0-1 1 0 0,1 1-1 0 0,-1 0 1 0 0,0 0-1 0 0,1-1 1 0 0,2 4-1 0 0,8 0-4452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3132 0 0,'33'-31'15574'0'0,"-28"27"-15150"0"0,0-1 0 0 0,0 1 0 0 0,1 0 0 0 0,0 1 0 0 0,0 0 0 0 0,0-1 0 0 0,10-2 0 0 0,49-13-546 0 0,-33 10 323 0 0,9-2-1413 0 0,56-7 0 0 0,-50 12-2524 0 0,0 3-3376 0 0,-31 3 611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7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 2008 0 0,'-133'92'13467'0'0,"132"-92"-13444"0"0,1 0 0 0 0,0 0 0 0 0,-1 0 0 0 0,1 1 0 0 0,0-1 0 0 0,-1 0 0 0 0,1 0 0 0 0,0 1 0 0 0,0-1 0 0 0,-1 0 0 0 0,1 1 0 0 0,0-1 0 0 0,0 1-1 0 0,-1-1 1 0 0,1 0 0 0 0,0 1 0 0 0,0-1 0 0 0,0 0 0 0 0,0 1 0 0 0,0-1 0 0 0,-1 1 0 0 0,1-1 0 0 0,0 0 0 0 0,0 1 0 0 0,0-1 0 0 0,0 1 0 0 0,0-1 0 0 0,0 1 0 0 0,1-1 0 0 0,-1 0 0 0 0,0 1 0 0 0,0-1 0 0 0,0 1 0 0 0,0-1 0 0 0,0 0 0 0 0,0 1 0 0 0,1-1 0 0 0,-1 1 0 0 0,0-1 0 0 0,0 0 0 0 0,1 1 0 0 0,-1-1 0 0 0,0 0 0 0 0,1 0 0 0 0,-1 1 0 0 0,0-1 0 0 0,1 0 0 0 0,-1 0 0 0 0,0 1 0 0 0,1-1 0 0 0,-1 0 0 0 0,0 0 0 0 0,1 0 0 0 0,-1 0 0 0 0,1 1 0 0 0,-1-1 0 0 0,0 0 0 0 0,1 0 0 0 0,-1 0 0 0 0,1 0 0 0 0,0 0 0 0 0,31 0-8 0 0,0-2 0 0 0,48-7 0 0 0,-15 0-882 0 0,90-11-2292 0 0,-51 0-1963 0 0,-35 4-271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8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358 209 244 0 0,'-15'-8'8532'0'0,"9"7"-7465"0"0,0 3-461 0 0,0 1 1 0 0,1-1-1 0 0,-1 1 0 0 0,1 0 1 0 0,0 1-1 0 0,0-1 0 0 0,0 1 1 0 0,0 0-1 0 0,-5 7 1 0 0,2-2-68 0 0,0 0 1 0 0,1 1-1 0 0,1 0 1 0 0,-8 14-1 0 0,1 4 141 0 0,2 1-1 0 0,-16 57 1 0 0,22-65-526 0 0,0 0 0 0 0,2 0 0 0 0,0 0 0 0 0,1 27 0 0 0,2-41-129 0 0,0-1 0 0 0,0 0 0 0 0,1 1 0 0 0,0-1 0 0 0,0 0-1 0 0,1 0 1 0 0,-1 1 0 0 0,1-1 0 0 0,0 0 0 0 0,1-1 0 0 0,0 1 0 0 0,0 0 0 0 0,0-1 0 0 0,0 0-1 0 0,1 1 1 0 0,0-1 0 0 0,0-1 0 0 0,8 8 0 0 0,-5-7-7 0 0,0-1 0 0 0,0-1 0 0 0,1 1 0 0 0,-1-1 0 0 0,1-1 0 0 0,-1 1 0 0 0,1-1 0 0 0,0-1 1 0 0,0 1-1 0 0,0-1 0 0 0,0-1 0 0 0,11 0 0 0 0,2 0-6 0 0,1-2-1 0 0,-1 0 1 0 0,29-8 0 0 0,-32 6 1 0 0,-1-1 1 0 0,0-1-1 0 0,-1-1 1 0 0,1 0-1 0 0,-1-1 1 0 0,-1 0-1 0 0,0-2 1 0 0,0 0-1 0 0,0 0 1 0 0,-1-1-1 0 0,-1-1 0 0 0,0-1 1 0 0,-1 1-1 0 0,0-2 1 0 0,-1 0-1 0 0,16-26 1 0 0,-15 19-9 0 0,0-1 0 0 0,-2 0 0 0 0,0 0 0 0 0,-2-1 0 0 0,0-1 0 0 0,-2 0 0 0 0,5-27 1 0 0,-10 41-4 0 0,0-1 1 0 0,0 0 0 0 0,-1 0-1 0 0,0 0 1 0 0,-1 1 0 0 0,-1-1 0 0 0,1 0-1 0 0,-2 1 1 0 0,1-1 0 0 0,-2 1 0 0 0,1 0-1 0 0,-1 0 1 0 0,-1 0 0 0 0,0 0-1 0 0,0 1 1 0 0,-1-1 0 0 0,0 2 0 0 0,-11-14-1 0 0,7 12-3 0 0,1 1 0 0 0,-2 0 0 0 0,1 0-1 0 0,-1 1 1 0 0,0 1 0 0 0,0 0-1 0 0,-1 1 1 0 0,0 0 0 0 0,0 0-1 0 0,-24-6 1 0 0,19 8 29 0 0,-1 0 0 0 0,1 2 0 0 0,0 0 0 0 0,-1 1 0 0 0,1 1 0 0 0,-1 0 0 0 0,-27 5 0 0 0,18 0-296 0 0,1 1-1 0 0,0 1 1 0 0,1 1 0 0 0,-38 17-1 0 0,36-12-908 0 0,1 2-1 0 0,0 1 0 0 0,-38 29 1 0 0,-3 11-6124 0 0,38-31 359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2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2048 0 0,'24'8'3332'0'0,"-3"-1"-843"0"0,-4 0-533 0 0,-1-2-452 0 0,-2 0-292 0 0,-2-1-232 0 0,0-1 432 0 0,5 1-1020 0 0,-2-3-968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97 744 0 0,'0'0'2116'0'0,"0"-16"3405"0"0,-1 14-5354 0 0,1 0 0 0 0,0 0 0 0 0,0 0-1 0 0,0-1 1 0 0,0 1 0 0 0,0 0 0 0 0,1 0-1 0 0,-1 0 1 0 0,0-1 0 0 0,1 1 0 0 0,0 0-1 0 0,0 0 1 0 0,0 0 0 0 0,-1 0-1 0 0,2 0 1 0 0,-1 0 0 0 0,0 0 0 0 0,0 1-1 0 0,2-3 1 0 0,1 1-82 0 0,-1 0-1 0 0,0 0 1 0 0,1 1-1 0 0,0-1 1 0 0,-1 1-1 0 0,1 0 1 0 0,0 0-1 0 0,0 0 1 0 0,6-1-1 0 0,3-1-81 0 0,0 1-1 0 0,1 1 1 0 0,-1 0-1 0 0,1 1 1 0 0,23 0-1 0 0,-22 2 9 0 0,1 1 0 0 0,-1 0-1 0 0,0 1 1 0 0,0 0-1 0 0,0 2 1 0 0,0 0-1 0 0,0 0 1 0 0,-1 1 0 0 0,0 1-1 0 0,0 0 1 0 0,-1 1-1 0 0,0 1 1 0 0,21 18 0 0 0,-31-24-7 0 0,1 1 0 0 0,-1 0 1 0 0,0 0-1 0 0,-1 0 1 0 0,1 0-1 0 0,-1 0 1 0 0,1 1-1 0 0,-1-1 0 0 0,-1 1 1 0 0,1-1-1 0 0,-1 1 1 0 0,2 9-1 0 0,-2-6 5 0 0,-1 0-1 0 0,1 0 1 0 0,-2-1-1 0 0,1 1 0 0 0,-1 0 1 0 0,0 0-1 0 0,-4 10 1 0 0,-2 4 1 0 0,-1 0-1 0 0,-2-1 1 0 0,0 0 0 0 0,-17 26 0 0 0,10-22 19 0 0,-2-1 1 0 0,-36 39-1 0 0,-10 10-1 0 0,49-56-13 0 0,13-15 27 0 0,0 0-1 0 0,1 1 1 0 0,-1-1-1 0 0,1 1 1 0 0,0 0 0 0 0,0-1-1 0 0,0 1 1 0 0,0 0-1 0 0,0 0 1 0 0,-1 4-1 0 0,3-6-9 0 0,0-1 0 0 0,0 0 0 0 0,0 1 0 0 0,0-1 0 0 0,1 1 0 0 0,-1-1 0 0 0,0 0 0 0 0,0 0 0 0 0,1 1 0 0 0,-1-1 0 0 0,0 0 0 0 0,0 1 0 0 0,1-1 0 0 0,-1 0 0 0 0,0 0 0 0 0,1 1-1 0 0,-1-1 1 0 0,1 0 0 0 0,-1 0 0 0 0,0 0 0 0 0,1 0 0 0 0,-1 0 0 0 0,0 1 0 0 0,1-1 0 0 0,-1 0 0 0 0,1 0 0 0 0,-1 0 0 0 0,0 0 0 0 0,1 0 0 0 0,-1 0 0 0 0,1 0 0 0 0,-1 0 0 0 0,0-1 0 0 0,1 1 0 0 0,-1 0 0 0 0,1 0 0 0 0,18-7 65 0 0,-14 5 100 0 0,364-108 854 0 0,-344 104-1004 0 0,83-22 172 0 0,-105 28-229 0 0,8-2-123 0 0,-3 2-2998 0 0,1 1 1976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1556 0 0,'0'-2'2140'0'0,"0"-1"-1558"0"0,-1-6 1009 0 0,1-1-1 0 0,1 1 0 0 0,0-1 1 0 0,0 1-1 0 0,4-12 0 0 0,-4 18-1510 0 0,0 0-1 0 0,0 0 0 0 0,1 0 1 0 0,-1 0-1 0 0,1 0 0 0 0,0 0 0 0 0,0 1 1 0 0,0-1-1 0 0,0 1 0 0 0,0 0 1 0 0,1-1-1 0 0,-1 1 0 0 0,1 0 0 0 0,0 0 1 0 0,-1 0-1 0 0,1 1 0 0 0,0-1 1 0 0,0 1-1 0 0,0 0 0 0 0,3-2 0 0 0,1 1-45 0 0,1 0 0 0 0,-1 0 0 0 0,1 0-1 0 0,-1 1 1 0 0,1 0 0 0 0,-1 0 0 0 0,1 1-1 0 0,0 0 1 0 0,13 2 0 0 0,-18-2-23 0 0,0 1 0 0 0,0 0 0 0 0,0-1 0 0 0,0 2 0 0 0,0-1 0 0 0,-1 0 0 0 0,1 0 0 0 0,0 1 0 0 0,-1-1 0 0 0,1 1 0 0 0,-1 0 0 0 0,1 0 0 0 0,-1 0 0 0 0,0 0 0 0 0,0 0 0 0 0,0 1 0 0 0,0-1 0 0 0,0 1 0 0 0,-1-1 0 0 0,1 1 0 0 0,-1-1 0 0 0,0 1 0 0 0,1 0 0 0 0,-1 0 0 0 0,0 0 0 0 0,-1 0 0 0 0,2 4 0 0 0,-1 0 11 0 0,-1 1-1 0 0,1-1 0 0 0,-1 0 1 0 0,0 1-1 0 0,-1-1 0 0 0,0 0 1 0 0,0 1-1 0 0,0-1 0 0 0,-1 0 1 0 0,-4 10-1 0 0,-3 5 45 0 0,-23 39-1 0 0,-2 7 962 0 0,33-67-837 0 0,4 0-149 0 0,5 0-17 0 0,0 0 0 0 0,0-1 0 0 0,15-1 1 0 0,24 1-1 0 0,-33 2-4 0 0,0 0 1 0 0,0 1-1 0 0,0 1 1 0 0,0 0-1 0 0,-1 1 1 0 0,1 1 0 0 0,-1 0-1 0 0,0 1 1 0 0,-1 0-1 0 0,22 16 1 0 0,-30-19 105 0 0,1-1-1 0 0,-1 1 1 0 0,0 0-1 0 0,-1 0 1 0 0,1 0-1 0 0,-1 0 1 0 0,0 0-1 0 0,0 1 1 0 0,0 0 0 0 0,0-1-1 0 0,-1 1 1 0 0,0 0-1 0 0,0 1 1 0 0,0-1-1 0 0,-1 0 1 0 0,1 0 0 0 0,-1 1-1 0 0,-1-1 1 0 0,1 1-1 0 0,-1-1 1 0 0,0 0-1 0 0,0 1 1 0 0,0-1-1 0 0,-1 1 1 0 0,0-1 0 0 0,0 1-1 0 0,0-1 1 0 0,-1 0-1 0 0,0 0 1 0 0,0 0-1 0 0,-4 7 1 0 0,1-1 175 0 0,-2 0 0 0 0,1 0 0 0 0,-2-1 0 0 0,1 0 0 0 0,-1 0 0 0 0,-1-1 0 0 0,0 0 0 0 0,0-1 0 0 0,-1 0 0 0 0,-12 9 0 0 0,14-12-261 0 0,0-1 0 0 0,0 0 0 0 0,-1 0 0 0 0,1 0 0 0 0,-1-1 0 0 0,0 0 0 0 0,0-1 0 0 0,0 0 0 0 0,0 0 0 0 0,-1-1 0 0 0,1 0 1 0 0,0-1-1 0 0,0 0 0 0 0,-11-1 0 0 0,-36-10-3738 0 0,29 5-344 0 0,1 2-3676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1624 0 0,'1'23'9911'0'0,"0"-6"-5476"0"0,14-16-4053 0 0,-2-2-268 0 0,27-5-298 0 0,61-16 1 0 0,-47 8-4485 0 0,-43 11 1002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44 1080 0 0,'4'-16'6253'0'0,"-4"14"-5838"0"0,6-24 10357 0 0,-6 39-9454 0 0,-4 61 363 0 0,-25 131 0 0 0,16-126-1418 0 0,-6 29 134 0 0,2-17-5555 0 0,17-89 4353 0 0,0 0-1 0 0,-1 0 1 0 0,1 0 0 0 0,0 0-1 0 0,1 0 1 0 0,-1 0-1 0 0,0 1 1 0 0,1-1-1 0 0,-1 0 1 0 0,1 0-1 0 0,-1 0 1 0 0,2 2-1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61 1984 0 0,'-10'6'18680'0'0,"45"-19"-17607"0"0,11 4-1001 0 0,50-12-3493 0 0,-34 3-6062 0 0,-46 13 2982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107 100 76 0 0,'-1'-2'2804'0'0,"-5"-7"290"0"0,0 1 0 0 0,1-1 0 0 0,-7-15-1 0 0,12 23-3023 0 0,0 0-1 0 0,0 0 1 0 0,0 0 0 0 0,0 0-1 0 0,0 0 1 0 0,0 1-1 0 0,0-1 1 0 0,0 0-1 0 0,1 0 1 0 0,-1 0-1 0 0,0 0 1 0 0,1 0-1 0 0,-1 1 1 0 0,0-1-1 0 0,1 0 1 0 0,-1 0-1 0 0,1 1 1 0 0,-1-1-1 0 0,1 0 1 0 0,0 1-1 0 0,1-2 1 0 0,13-11 492 0 0,-11 11-505 0 0,1-1 0 0 0,-1 1 1 0 0,0 1-1 0 0,1-1 0 0 0,0 1 1 0 0,-1-1-1 0 0,1 1 0 0 0,0 1 0 0 0,0-1 1 0 0,0 1-1 0 0,-1 0 0 0 0,1 0 1 0 0,0 0-1 0 0,0 0 0 0 0,0 1 0 0 0,-1 0 1 0 0,1 0-1 0 0,0 0 0 0 0,-1 1 0 0 0,1 0 1 0 0,-1-1-1 0 0,1 2 0 0 0,-1-1 1 0 0,0 0-1 0 0,0 1 0 0 0,0 0 0 0 0,0 0 1 0 0,0 0-1 0 0,-1 0 0 0 0,1 1 1 0 0,-1-1-1 0 0,0 1 0 0 0,0 0 0 0 0,0 0 1 0 0,-1 0-1 0 0,1 0 0 0 0,-1 1 0 0 0,0-1 1 0 0,0 1-1 0 0,-1-1 0 0 0,1 1 1 0 0,0 7-1 0 0,-1 1 70 0 0,-1-1 0 0 0,-1 1 0 0 0,0-1 1 0 0,-1 0-1 0 0,-1 0 0 0 0,1 0 0 0 0,-2 0 0 0 0,0 0 0 0 0,0 0 1 0 0,-10 16-1 0 0,-5 8 450 0 0,-43 59 1 0 0,-5-9 289 0 0,-11 17-72 0 0,77-103-788 0 0,1 1-1 0 0,-1-1 0 0 0,1 1 1 0 0,0-1-1 0 0,-1 1 0 0 0,1-1 1 0 0,0 1-1 0 0,-1-1 0 0 0,1 1 1 0 0,0 0-1 0 0,0-1 0 0 0,-1 1 1 0 0,1 0-1 0 0,0-1 0 0 0,0 1 1 0 0,0 0-1 0 0,0-1 0 0 0,0 1 1 0 0,0-1-1 0 0,0 1 0 0 0,0 0 1 0 0,0-1-1 0 0,0 1 0 0 0,0 0 1 0 0,1-1-1 0 0,-1 1 0 0 0,0 0 1 0 0,0-1-1 0 0,1 1 0 0 0,-1-1 1 0 0,0 1-1 0 0,1-1 0 0 0,-1 1 1 0 0,0 0-1 0 0,1-1 0 0 0,-1 0 1 0 0,1 1-1 0 0,-1-1 0 0 0,1 1 1 0 0,-1-1-1 0 0,1 1 0 0 0,-1-1 1 0 0,1 0-1 0 0,0 1 0 0 0,-1-1 1 0 0,1 0-1 0 0,-1 0 0 0 0,1 0 1 0 0,0 1-1 0 0,-1-1 0 0 0,1 0 1 0 0,0 0-1 0 0,-1 0 0 0 0,1 0 1 0 0,0 0-1 0 0,-1 0 0 0 0,2 0 1 0 0,6 0 16 0 0,1 1 1 0 0,0-1 0 0 0,11-1 0 0 0,-15 0-18 0 0,87-9-140 0 0,101-27-1 0 0,-75 13-3614 0 0,-92 24-6874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12 108 1796 0 0,'60'-54'12148'0'0,"-58"53"-11553"0"0,-3 15 1286 0 0,-23 67 18 0 0,-8 35-952 0 0,29-98-867 0 0,0 0 1 0 0,1 0 0 0 0,1 0-1 0 0,2 32 1 0 0,-1-47-48 0 0,0 1-1 0 0,1 0 1 0 0,-1 0-1 0 0,1 0 1 0 0,0 0-1 0 0,0-1 1 0 0,1 1 0 0 0,-1 0-1 0 0,1-1 1 0 0,-1 1-1 0 0,1-1 1 0 0,0 0-1 0 0,0 0 1 0 0,1 1-1 0 0,-1-1 1 0 0,1 0 0 0 0,0-1-1 0 0,-1 1 1 0 0,1-1-1 0 0,0 1 1 0 0,1-1-1 0 0,-1 0 1 0 0,0 0-1 0 0,1 0 1 0 0,-1 0 0 0 0,1-1-1 0 0,-1 1 1 0 0,1-1-1 0 0,0 0 1 0 0,0 0-1 0 0,-1 0 1 0 0,1-1-1 0 0,0 0 1 0 0,8 1 0 0 0,0-2 57 0 0,1 0 0 0 0,0 0 0 0 0,-1-1 0 0 0,0 0 1 0 0,1-1-1 0 0,-1-1 0 0 0,0 0 0 0 0,0-1 0 0 0,17-9 1 0 0,-18 8 3 0 0,0-1 0 0 0,0-1 0 0 0,-1 0-1 0 0,-1 0 1 0 0,1-1 0 0 0,-1 0 0 0 0,0 0 0 0 0,-1-1 0 0 0,-1 0 0 0 0,1-1 0 0 0,-1 0 0 0 0,-1 0 0 0 0,6-13 0 0 0,-9 15-57 0 0,0 1 0 0 0,0-1 0 0 0,0 0 0 0 0,-1 0 0 0 0,-1 0 0 0 0,1 0-1 0 0,-1 0 1 0 0,-1-1 0 0 0,0 1 0 0 0,0 0 0 0 0,-1 0 0 0 0,0-1 0 0 0,-1 1 0 0 0,0 0 0 0 0,0 0 0 0 0,-1 1 0 0 0,0-1 0 0 0,-8-15 0 0 0,6 16-85 0 0,0 0 1 0 0,0 0-1 0 0,-1 1 1 0 0,0 0 0 0 0,0 0-1 0 0,0 1 1 0 0,-1-1 0 0 0,0 2-1 0 0,-1-1 1 0 0,1 1 0 0 0,-1 0-1 0 0,0 0 1 0 0,0 1 0 0 0,-1 0-1 0 0,1 1 1 0 0,-1 0-1 0 0,0 0 1 0 0,0 1 0 0 0,0 0-1 0 0,0 0 1 0 0,0 1 0 0 0,0 0-1 0 0,0 1 1 0 0,0 0 0 0 0,-1 0-1 0 0,1 1 1 0 0,0 0-1 0 0,0 1 1 0 0,0 0 0 0 0,0 0-1 0 0,-9 5 1 0 0,11-4-338 0 0,0 0 0 0 0,0 1 0 0 0,1 0 0 0 0,-1 0 0 0 0,1 0 0 0 0,0 1 0 0 0,0 0 0 0 0,0 1 1 0 0,-8 9-1 0 0,11-10-221 0 0,-1 0 1 0 0,1 0 0 0 0,0 0-1 0 0,0 1 1 0 0,-3 7 0 0 0,5-8-262 0 0,-1 0 0 0 0,1-1 1 0 0,0 1-1 0 0,0 0 0 0 0,1 0 1 0 0,-1 0-1 0 0,2 6 0 0 0,1 4-4526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6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184 160 1904 0 0,'1'-1'343'0'0,"0"0"-1"0"0,0 1 1 0 0,0-1-1 0 0,0 0 0 0 0,0 0 1 0 0,0 0-1 0 0,-1 0 1 0 0,1 0-1 0 0,0 0 1 0 0,-1 0-1 0 0,1-1 1 0 0,-1 1-1 0 0,1 0 0 0 0,-1 0 1 0 0,0 0-1 0 0,1 0 1 0 0,-1-1-1 0 0,0 1 1 0 0,0 0-1 0 0,0 0 1 0 0,0-1-1 0 0,0 1 1 0 0,0 0-1 0 0,0 0 0 0 0,0-1 1 0 0,-1 1-1 0 0,1 0 1 0 0,0 0-1 0 0,-1 0 1 0 0,1-1-1 0 0,-1 1 1 0 0,1 0-1 0 0,-1 0 0 0 0,-2-2 649 0 0,0 3-460 0 0,-2 0-436 0 0,1 1 0 0 0,-1 0 0 0 0,1 1 0 0 0,-1-1 0 0 0,1 1 0 0 0,0 0 0 0 0,0 0 0 0 0,-1 0 0 0 0,1 1 0 0 0,1-1 0 0 0,-1 1 0 0 0,0 0 0 0 0,1 0-1 0 0,-1 0 1 0 0,1 0 0 0 0,0 1 0 0 0,0-1 0 0 0,0 1 0 0 0,-2 4 0 0 0,-8 13 53 0 0,0 0 0 0 0,-12 30 0 0 0,14-28-97 0 0,1 2 1 0 0,2-1 0 0 0,0 1 0 0 0,-4 32 0 0 0,9-42 4 0 0,1-1 1 0 0,1 0 0 0 0,1 1 0 0 0,0-1 0 0 0,1 0 0 0 0,0 1 0 0 0,1-1 0 0 0,1 0 0 0 0,5 18 0 0 0,-7-28 6 0 0,1 0 0 0 0,-1 0 0 0 0,1 0 1 0 0,0-1-1 0 0,0 1 0 0 0,1 0 0 0 0,-1-1 0 0 0,1 0 1 0 0,-1 1-1 0 0,1-1 0 0 0,0 0 0 0 0,1 0 1 0 0,-1-1-1 0 0,0 1 0 0 0,1-1 0 0 0,3 3 0 0 0,-2-3 9 0 0,0 0-1 0 0,1 0 0 0 0,-1-1 0 0 0,0 1 1 0 0,1-1-1 0 0,-1-1 0 0 0,1 1 1 0 0,-1-1-1 0 0,1 1 0 0 0,10-3 0 0 0,0 0 42 0 0,-2-1 0 0 0,1-1-1 0 0,0 0 1 0 0,-1-1-1 0 0,1-1 1 0 0,-1 0 0 0 0,25-17-1 0 0,-26 14-63 0 0,-1-1-1 0 0,0 0 0 0 0,0-1 1 0 0,-1 0-1 0 0,-1-1 1 0 0,0 0-1 0 0,-1 0 1 0 0,0-1-1 0 0,-1-1 0 0 0,0 1 1 0 0,-1-1-1 0 0,-1-1 1 0 0,0 1-1 0 0,-1-1 0 0 0,0 0 1 0 0,-1 0-1 0 0,3-27 1 0 0,-5 28-22 0 0,-1-1 1 0 0,0 1-1 0 0,-1 0 1 0 0,0-1-1 0 0,-2 1 1 0 0,1 0-1 0 0,-1 0 1 0 0,-1 0-1 0 0,-1 0 1 0 0,0 0 0 0 0,-1 1-1 0 0,0-1 1 0 0,-1 1-1 0 0,0 0 1 0 0,-1 1-1 0 0,-1 0 1 0 0,0 0-1 0 0,-1 1 1 0 0,-15-18-1 0 0,16 23-251 0 0,1 0 0 0 0,-1 1 0 0 0,0 0 0 0 0,0 0 0 0 0,-1 0-1 0 0,-13-5 1 0 0,16 8-812 0 0,0 0-1 0 0,0 1 1 0 0,0-1 0 0 0,0 1-1 0 0,-12-1 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382 179 120 0 0,'-26'-50'12816'0'0,"22"34"-11298"0"0,5 14-1453 0 0,0 0 0 0 0,1 0 0 0 0,-1 1 0 0 0,1-1 0 0 0,-1 0 0 0 0,1 1 0 0 0,0-1 0 0 0,-1 1 0 0 0,1-1 0 0 0,0 1 0 0 0,0 0 1 0 0,0-1-1 0 0,4 0 0 0 0,30-12 306 0 0,-27 11-261 0 0,-8 2-98 0 0,170-54 1077 0 0,-149 50-990 0 0,1 1 0 0 0,-1 0 0 0 0,1 2-1 0 0,-1 0 1 0 0,45 4 0 0 0,-62-2-79 0 0,-1 1-1 0 0,1 0 1 0 0,-1 1-1 0 0,1-1 0 0 0,-1 1 1 0 0,0-1-1 0 0,0 1 1 0 0,0 1-1 0 0,0-1 0 0 0,0 0 1 0 0,0 1-1 0 0,0 0 1 0 0,-1 0-1 0 0,0 0 1 0 0,1 0-1 0 0,-1 1 0 0 0,0-1 1 0 0,0 1-1 0 0,-1 0 1 0 0,1 0-1 0 0,-1 0 0 0 0,0 0 1 0 0,0 0-1 0 0,0 0 1 0 0,-1 1-1 0 0,2 6 1 0 0,2 11 127 0 0,-1 0 0 0 0,0 0 0 0 0,-2 1 1 0 0,0 26-1 0 0,-2-23-20 0 0,-15 510 1672 0 0,15-532-1787 0 0,-59 533 1677 0 0,-28-3-264 0 0,75-465-1270 0 0,-70 558 431 0 0,74-36-624 0 0,9-455 314 0 0,-10-48 3493 0 0,9-85-3695 0 0,-1 0 0 0 0,0 0 0 0 0,0 0 0 0 0,0 0-1 0 0,-1 0 1 0 0,1 0 0 0 0,-1 0 0 0 0,1 0 0 0 0,-1 0 0 0 0,0-1 0 0 0,0 1 0 0 0,-1-1 0 0 0,1 1 0 0 0,0-1 0 0 0,-1 0 0 0 0,1 0 0 0 0,-1 0 0 0 0,0 0 0 0 0,1-1 0 0 0,-1 1 0 0 0,0-1 0 0 0,0 0 0 0 0,0 1 0 0 0,-7 0 0 0 0,-5 2 457 0 0,-1-1-1 0 0,0-1 1 0 0,-30 1 0 0 0,20-2-337 0 0,-101 10-1861 0 0,-155 6-5214 0 0,256-21 2253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829 173 200 0 0,'3'-9'1099'0'0,"0"0"-1"0"0,-1 0 1 0 0,0 0 0 0 0,-1 0-1 0 0,0 0 1 0 0,0 0 0 0 0,-1-1-1 0 0,-2-16 1 0 0,2 23-942 0 0,-1-1-1 0 0,0 1 1 0 0,0-1 0 0 0,0 1 0 0 0,0 0 0 0 0,0-1-1 0 0,-1 1 1 0 0,0 0 0 0 0,0 0 0 0 0,1 0-1 0 0,-2 0 1 0 0,1 0 0 0 0,0 1 0 0 0,-1-1-1 0 0,1 1 1 0 0,-1-1 0 0 0,1 1 0 0 0,-1 0 0 0 0,0 0-1 0 0,0 0 1 0 0,0 0 0 0 0,-1 1 0 0 0,1-1-1 0 0,0 1 1 0 0,-1 0 0 0 0,-3-1 0 0 0,-1 0-63 0 0,0 1 1 0 0,0 0-1 0 0,0 1 1 0 0,0 0 0 0 0,-1 0-1 0 0,1 1 1 0 0,0 0-1 0 0,0 0 1 0 0,0 1-1 0 0,0 0 1 0 0,0 0 0 0 0,-14 7-1 0 0,-3 3 105 0 0,1 1-1 0 0,-34 24 0 0 0,40-25-147 0 0,1 2-1 0 0,1 0 0 0 0,0 1 1 0 0,1 0-1 0 0,0 1 0 0 0,-22 33 1 0 0,20-22 34 0 0,2 1 0 0 0,0 0 0 0 0,2 1-1 0 0,-10 32 1 0 0,2 14 289 0 0,3 2 0 0 0,-16 151 0 0 0,-3 219 525 0 0,3-28 90 0 0,-70 555 465 0 0,83-776-1216 0 0,-23 233 351 0 0,24 1 541 0 0,19-384-1057 0 0,3 0 0 0 0,1-1 1 0 0,3 1-1 0 0,12 52 1 0 0,-17-94-61 0 0,1-1 0 0 0,0 1 0 0 0,0-1 0 0 0,0 0 1 0 0,1 1-1 0 0,-1-1 0 0 0,1 0 0 0 0,0 0 1 0 0,8 8-1 0 0,-9-11-25 0 0,1 0 0 0 0,0 0 0 0 0,-1 0 0 0 0,1-1 1 0 0,0 1-1 0 0,0-1 0 0 0,0 1 0 0 0,0-1 0 0 0,0 0 0 0 0,0 0 0 0 0,1 0 0 0 0,-1-1 0 0 0,0 1 0 0 0,0-1 1 0 0,0 0-1 0 0,1 0 0 0 0,-1 0 0 0 0,0 0 0 0 0,5-1 0 0 0,10-2-498 0 0,1-1-1 0 0,-1-1 0 0 0,0-1 1 0 0,0 0-1 0 0,-1-1 0 0 0,0-1 1 0 0,0-1-1 0 0,23-16 1 0 0,-12 6-1852 0 0,-1-2 0 0 0,-1-1 1 0 0,44-47-1 0 0,-15 2-4796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9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13 189 968 0 0,'-4'-16'1578'0'0,"1"0"-1"0"0,1 0 1 0 0,0 0-1 0 0,1-30 1 0 0,1 43-1442 0 0,0-1 0 0 0,1 1-1 0 0,-1-1 1 0 0,1 1 0 0 0,0 0 0 0 0,0-1 0 0 0,0 1 0 0 0,0 0-1 0 0,1-1 1 0 0,-1 1 0 0 0,1 0 0 0 0,0 0 0 0 0,0 0 0 0 0,0 1-1 0 0,0-1 1 0 0,0 0 0 0 0,1 1 0 0 0,-1-1 0 0 0,1 1 0 0 0,0 0-1 0 0,0 0 1 0 0,0 0 0 0 0,0 0 0 0 0,0 0 0 0 0,0 1-1 0 0,0 0 1 0 0,7-3 0 0 0,-7 4-75 0 0,0-1 1 0 0,0 1-1 0 0,0 0 0 0 0,1 0 0 0 0,-1 0 0 0 0,0 0 1 0 0,0 1-1 0 0,1-1 0 0 0,-1 1 0 0 0,0 0 1 0 0,0 0-1 0 0,0 0 0 0 0,0 0 0 0 0,0 1 0 0 0,0-1 1 0 0,-1 1-1 0 0,1-1 0 0 0,0 1 0 0 0,-1 0 1 0 0,4 3-1 0 0,0 1 39 0 0,-1-1 1 0 0,1 0 0 0 0,-1 1-1 0 0,0 0 1 0 0,-1 0 0 0 0,0 1-1 0 0,5 8 1 0 0,-5-6 26 0 0,-1 1-1 0 0,0 1 1 0 0,0-1 0 0 0,-1 0-1 0 0,0 0 1 0 0,-1 1 0 0 0,0-1-1 0 0,-1 1 1 0 0,0 0 0 0 0,0-1-1 0 0,-1 1 1 0 0,-1-1 0 0 0,0 0-1 0 0,-6 20 1 0 0,-5 7 300 0 0,-2 0 0 0 0,-30 55 0 0 0,41-85-371 0 0,-49 85 1893 0 0,52-90-1578 0 0,8-28-69 0 0,10-5-237 0 0,1 0 1 0 0,34-42-1 0 0,53-50-32 0 0,34-46 29 0 0,-128 147-48 0 0,-11 22-16 0 0,1-1 0 0 0,-1 0-1 0 0,1 1 1 0 0,-1-1 0 0 0,1 0 0 0 0,-1 0 0 0 0,0 1-1 0 0,0-1 1 0 0,1 0 0 0 0,-1 0 0 0 0,0 1 0 0 0,0-1-1 0 0,0 0 1 0 0,0 0 0 0 0,0 0 0 0 0,0 1 0 0 0,0-1 0 0 0,0 0-1 0 0,0 0 1 0 0,0 0 0 0 0,0 1 0 0 0,0-1 0 0 0,-1 0-1 0 0,1-1 1 0 0,-3 2-1 0 0,0 0-1 0 0,0 0 0 0 0,1 0 1 0 0,-1 0-1 0 0,0 0 0 0 0,0 0 0 0 0,1 1 1 0 0,-1 0-1 0 0,0-1 0 0 0,1 1 1 0 0,-1 0-1 0 0,0 0 0 0 0,1 1 1 0 0,-1-1-1 0 0,1 0 0 0 0,0 1 1 0 0,-4 2-1 0 0,-5 5-20 0 0,0 1-1 0 0,-11 11 1 0 0,14-12 19 0 0,-13 12 9 0 0,1 2-1 0 0,-25 37 1 0 0,37-49-2 0 0,1 1 0 0 0,0 0-1 0 0,1 1 1 0 0,0 0 0 0 0,1 0 0 0 0,0 0 0 0 0,-4 22 0 0 0,9-30 4 0 0,-1-1 1 0 0,1 0 0 0 0,0 1 0 0 0,0-1 0 0 0,0 1 0 0 0,0-1 0 0 0,1 1-1 0 0,0-1 1 0 0,0 0 0 0 0,0 1 0 0 0,0-1 0 0 0,1 0 0 0 0,0 0 0 0 0,4 8-1 0 0,-2-7-13 0 0,0 1-1 0 0,0-1 0 0 0,1 0 0 0 0,0-1 0 0 0,0 1 0 0 0,0-1 0 0 0,0 0 0 0 0,1 0 0 0 0,5 3 1 0 0,13 4-402 0 0,0 0 1 0 0,0-2-1 0 0,1-1 1 0 0,28 6-1 0 0,-31-8-341 0 0,71 16-2473 0 0,-31-9-2702 0 0,-30-7-495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3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1416 0 0,'-2'1'723'0'0,"-39"11"9131"0"0,15-3-6590 0 0,25-8-3129 0 0,0 0 0 0 0,0 1 0 0 0,0-1 0 0 0,1 1 0 0 0,-1-1 0 0 0,0 0 0 0 0,1 1 0 0 0,-1-1 0 0 0,1 1 0 0 0,-1-1 0 0 0,1 1 0 0 0,0-1 0 0 0,0 1 0 0 0,0 0 1 0 0,0 2-1 0 0,0 15 143 0 0,1 0-1 0 0,1 0 1 0 0,0-1 0 0 0,2 1 0 0 0,11 36 0 0 0,-13-49-259 0 0,1-1-1 0 0,-1 1 1 0 0,1-1-1 0 0,0 1 0 0 0,1-1 1 0 0,-1 0-1 0 0,1 0 1 0 0,0 0-1 0 0,1-1 1 0 0,4 5-1 0 0,-6-7-2 0 0,0 0 1 0 0,0 0-1 0 0,1 0 1 0 0,-1 0-1 0 0,1-1 1 0 0,-1 1-1 0 0,1-1 0 0 0,0 0 1 0 0,0 0-1 0 0,-1 0 1 0 0,1 0-1 0 0,0-1 1 0 0,0 0-1 0 0,0 0 0 0 0,0 0 1 0 0,0 0-1 0 0,5-1 1 0 0,4-2 4 0 0,0 0 1 0 0,0 0 0 0 0,0-1-1 0 0,0-1 1 0 0,-1 0-1 0 0,0-1 1 0 0,0-1 0 0 0,0 1-1 0 0,-1-2 1 0 0,0 1-1 0 0,0-2 1 0 0,-1 1 0 0 0,0-2-1 0 0,-1 1 1 0 0,0-1-1 0 0,0-1 1 0 0,8-14-1 0 0,-12 18 84 0 0,1 0 0 0 0,-1 0 0 0 0,1 1 0 0 0,8-7 0 0 0,-13 13-101 0 0,-1 1 0 0 0,1 0-1 0 0,-1 0 1 0 0,1 0 0 0 0,-1 0-1 0 0,0 0 1 0 0,0-1 0 0 0,1 1-1 0 0,-1 0 1 0 0,0 0 0 0 0,0 0-1 0 0,0 0 1 0 0,0 0 0 0 0,0 0 0 0 0,0 0-1 0 0,-1 2 1 0 0,-18 106 883 0 0,-38 116 0 0 0,47-189-728 0 0,-11 42 679 0 0,-3-1 1 0 0,-47 102-1 0 0,65-167-450 0 0,0-1 0 0 0,-1-1 1 0 0,-15 19-1 0 0,19-25-281 0 0,-1 0 0 0 0,0 0 0 0 0,0 0-1 0 0,0-1 1 0 0,-1 1 0 0 0,1-1 0 0 0,-1 0 0 0 0,0-1-1 0 0,0 1 1 0 0,-9 3 0 0 0,9-5-84 0 0,0-1 0 0 0,0 1 0 0 0,1-1 0 0 0,-1 0 0 0 0,0-1 0 0 0,0 1-1 0 0,0-1 1 0 0,1 0 0 0 0,-1 0 0 0 0,0 0 0 0 0,1-1 0 0 0,-1 1 0 0 0,1-1 0 0 0,-1 0 0 0 0,1-1 0 0 0,-5-2 0 0 0,6 3-375 0 0,-1 0 1 0 0,1-1 0 0 0,0 1-1 0 0,0-1 1 0 0,0 1-1 0 0,1-1 1 0 0,-1 0 0 0 0,1 0-1 0 0,-1 0 1 0 0,1-1-1 0 0,-3-5 1 0 0,4 8-233 0 0,1-1 1 0 0,-1 0-1 0 0,1 0 1 0 0,-1 0-1 0 0,1 0 0 0 0,0 0 1 0 0,-1 0-1 0 0,1 0 1 0 0,0 0-1 0 0,1 0 1 0 0,-1 0-1 0 0,0 1 0 0 0,0-1 1 0 0,1 0-1 0 0,-1 0 1 0 0,1 0-1 0 0,0 0 1 0 0,0 0-1 0 0,-1 1 0 0 0,1-1 1 0 0,0 0-1 0 0,0 1 1 0 0,1-1-1 0 0,0-1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2464 0 0,'-83'77'15200'0'0,"83"-76"-15141"0"0,1-1 0 0 0,-1 1-1 0 0,0 0 1 0 0,1-1 0 0 0,-1 1 0 0 0,0-1-1 0 0,1 1 1 0 0,-1-1 0 0 0,1 0 0 0 0,-1 1-1 0 0,1-1 1 0 0,-1 1 0 0 0,1-1-1 0 0,-1 0 1 0 0,1 1 0 0 0,-1-1 0 0 0,1 0-1 0 0,-1 0 1 0 0,1 1 0 0 0,0-1 0 0 0,-1 0-1 0 0,1 0 1 0 0,0 0 0 0 0,-1 0-1 0 0,1 0 1 0 0,-1 0 0 0 0,1 0 0 0 0,0 0-1 0 0,-1 0 1 0 0,1 0 0 0 0,0 0-1 0 0,-1 0 1 0 0,1 0 0 0 0,-1 0 0 0 0,1-1-1 0 0,1 1 1 0 0,0-1-13 0 0,118-18 1381 0 0,-82 12-1300 0 0,0 1-1 0 0,48-1 1 0 0,-85 7-124 0 0,0 0 0 0 0,0 0 0 0 0,1 0 0 0 0,-1 0 0 0 0,0 0 1 0 0,0 0-1 0 0,1 1 0 0 0,-1-1 0 0 0,0 0 0 0 0,0 1 0 0 0,0-1 0 0 0,1 1 0 0 0,-1-1 0 0 0,0 1 0 0 0,0 0 0 0 0,0 0 1 0 0,0-1-1 0 0,0 1 0 0 0,0 0 0 0 0,0 0 0 0 0,-1 0 0 0 0,1 0 0 0 0,0 0 0 0 0,0 0 0 0 0,-1 0 0 0 0,1 0 0 0 0,-1 0 1 0 0,1 0-1 0 0,-1 1 0 0 0,1-1 0 0 0,-1 0 0 0 0,0 0 0 0 0,1 1 0 0 0,-1-1 0 0 0,0 0 0 0 0,0 0 0 0 0,0 1 0 0 0,0-1 1 0 0,0 0-1 0 0,0 0 0 0 0,0 1 0 0 0,-1-1 0 0 0,0 2 0 0 0,0 5 33 0 0,-1-1 1 0 0,0 0-1 0 0,0 0 1 0 0,0 0-1 0 0,-7 11 1 0 0,-76 113 1614 0 0,55-88-732 0 0,-48 91-1 0 0,77-131-881 0 0,0-1-1 0 0,0 0 1 0 0,0 1 0 0 0,0 0-1 0 0,1-1 1 0 0,-1 1 0 0 0,1 3-1 0 0,0-5-26 0 0,0 0 0 0 0,0-1 0 0 0,0 1 0 0 0,0 0 0 0 0,0-1 0 0 0,0 1 0 0 0,0-1 0 0 0,1 1-1 0 0,-1 0 1 0 0,0-1 0 0 0,0 1 0 0 0,1-1 0 0 0,-1 1 0 0 0,0-1 0 0 0,1 1 0 0 0,-1 0 0 0 0,1-1 0 0 0,-1 0 0 0 0,0 1-1 0 0,1-1 1 0 0,-1 1 0 0 0,1-1 0 0 0,-1 0 0 0 0,1 1 0 0 0,0-1 0 0 0,-1 0 0 0 0,1 1 0 0 0,-1-1 0 0 0,1 0 0 0 0,0 0-1 0 0,-1 0 1 0 0,1 1 0 0 0,-1-1 0 0 0,1 0 0 0 0,0 0 0 0 0,-1 0 0 0 0,1 0 0 0 0,0 0 0 0 0,-1 0 0 0 0,1 0 0 0 0,0-1-1 0 0,18-1-41 0 0,0-1-1 0 0,-1-1 1 0 0,0-1 0 0 0,1 0-1 0 0,-2-2 1 0 0,27-12-1 0 0,1-5-1556 0 0,56-37 0 0 0,5-18-2684 0 0,-38 18-2449 0 0,-10 0-2716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0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235 162 2692 0 0,'-42'-113'16420'0'0,"42"112"-16389"0"0,0 0 0 0 0,0 0-1 0 0,0 0 1 0 0,0 0 0 0 0,0 0 0 0 0,0 0 0 0 0,0 0 0 0 0,1 0 0 0 0,-1 1 0 0 0,0-1 0 0 0,0 0 0 0 0,1 0 0 0 0,-1 0 0 0 0,1 0-1 0 0,-1 1 1 0 0,1-1 0 0 0,-1 0 0 0 0,1 0 0 0 0,-1 1 0 0 0,1-1 0 0 0,-1 0 0 0 0,1 1 0 0 0,0-1 0 0 0,0 1 0 0 0,-1-1-1 0 0,1 0 1 0 0,0 1 0 0 0,0 0 0 0 0,0-1 0 0 0,-1 1 0 0 0,1 0 0 0 0,2-1 0 0 0,12-5 31 0 0,1 2 1 0 0,0-1-1 0 0,0 2 0 0 0,1 0 1 0 0,23 0-1 0 0,90 2 26 0 0,-107 2-63 0 0,53 2 13 0 0,114 19 0 0 0,-179-20-40 0 0,0 1 0 0 0,-1-1 0 0 0,1 2 0 0 0,15 6-1 0 0,-22-8 6 0 0,0 0-1 0 0,0 1 0 0 0,0-1 0 0 0,-1 1 0 0 0,1 0 1 0 0,-1 0-1 0 0,0 0 0 0 0,1 0 0 0 0,-2 1 0 0 0,1-1 1 0 0,0 1-1 0 0,-1 0 0 0 0,5 7 0 0 0,-1 6 11 0 0,0 1 0 0 0,0 0-1 0 0,-2-1 1 0 0,0 2-1 0 0,-1-1 1 0 0,0 30 0 0 0,-7 116 80 0 0,1-122-67 0 0,-55 506 472 0 0,16-201-272 0 0,21 2-101 0 0,25-122 62 0 0,63 420 0 0 0,-31-434-48 0 0,23 153 254 0 0,-24 1 499 0 0,-33-306-308 0 0,-7 81 0 0 0,3-119-406 0 0,-2-1 1 0 0,0 1-1 0 0,-1-1 0 0 0,-1 0 1 0 0,-2 0-1 0 0,-16 36 0 0 0,17-46-121 0 0,-1 1-1 0 0,0-2 1 0 0,-1 1-1 0 0,0-1 0 0 0,0-1 1 0 0,-1 1-1 0 0,-1-2 1 0 0,-17 14-1 0 0,10-11-27 0 0,-1-1-1 0 0,0 0 1 0 0,0-2-1 0 0,-41 15 1 0 0,10-10-39 0 0,0-3 0 0 0,0-2 1 0 0,-100 6-1 0 0,-43-13-1811 0 0,65-16-4050 0 0,122 13 4776 0 0,0 0 1 0 0,0-1-1 0 0,0 1 1 0 0,1-1-1 0 0,-1-1 0 0 0,0 1 1 0 0,1-1-1 0 0,-10-7 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2620 0 0,'-2'0'5494'0'0,"-16"2"-1457"0"0,26 3-2920 0 0,34 5-972 0 0,69 0-858 0 0,-37-7-4873 0 0,-46-2 876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96 1648 0 0,'-97'73'7807'0'0,"50"-38"-5090"0"0,47-35-2664 0 0,0 0 0 0 0,-1 0 0 0 0,1 0 0 0 0,0 0 0 0 0,0 0 0 0 0,-1 1 0 0 0,1-1 0 0 0,0 0 0 0 0,-1 0 0 0 0,1 0 0 0 0,0 0 0 0 0,0 1 0 0 0,-1-1 0 0 0,1 0 0 0 0,0 0 0 0 0,0 1 0 0 0,-1-1 0 0 0,1 0 0 0 0,0 0 0 0 0,0 1 0 0 0,0-1 0 0 0,-1 0 0 0 0,1 1 0 0 0,0-1 0 0 0,0 0 0 0 0,0 1 0 0 0,0-1 0 0 0,0 0 0 0 0,0 1 0 0 0,0-1 0 0 0,0 0 0 0 0,0 1 0 0 0,0-1 0 0 0,0 0 0 0 0,0 1 0 0 0,0-1 0 0 0,14 1 544 0 0,22-9-317 0 0,213-82-1524 0 0,-89 13-5169 0 0,-91 38 1464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593 189 2388 0 0,'-8'-32'3864'0'0,"3"10"-17"0"0,-13-37 1 0 0,15 54-3466 0 0,1 0 1 0 0,0 0-1 0 0,-1 0 1 0 0,0 0 0 0 0,0 0-1 0 0,-1 1 1 0 0,1-1-1 0 0,-1 1 1 0 0,0 0 0 0 0,0 0-1 0 0,-9-7 1 0 0,9 9-329 0 0,1 0 1 0 0,0 1-1 0 0,-1-1 0 0 0,1 1 1 0 0,-1 0-1 0 0,1 0 1 0 0,-1 0-1 0 0,0 0 1 0 0,1 0-1 0 0,-1 1 1 0 0,0 0-1 0 0,0 0 0 0 0,0 0 1 0 0,-3 0-1 0 0,0 1-18 0 0,1 1 0 0 0,-1 0-1 0 0,1-1 1 0 0,0 2-1 0 0,0-1 1 0 0,0 1 0 0 0,-9 5-1 0 0,3 0-19 0 0,0 1 0 0 0,0 0 0 0 0,1 1 0 0 0,1 0 0 0 0,0 0 0 0 0,-15 20 0 0 0,3 4 7 0 0,1 0-1 0 0,2 1 0 0 0,2 1 1 0 0,1 1-1 0 0,1 0 0 0 0,2 1 1 0 0,-9 47-1 0 0,-31 281 254 0 0,20 243 82 0 0,34 3 156 0 0,-2 91 1482 0 0,-47 132 2022 0 0,43-786-3781 0 0,-6 41 388 0 0,2 118 0 0 0,9-191-595 0 0,2 1 1 0 0,0-1-1 0 0,0 0 1 0 0,2 0 0 0 0,0 0-1 0 0,2 0 1 0 0,-1-1 0 0 0,2 0-1 0 0,8 16 1 0 0,-10-24-46 0 0,0 0 0 0 0,0 0 0 0 0,1-1 0 0 0,0 0 0 0 0,0 0 0 0 0,0 0 0 0 0,1-1 0 0 0,0 0 0 0 0,0 0 0 0 0,1-1 0 0 0,0 0 0 0 0,0 0 0 0 0,0-1 0 0 0,0 0 0 0 0,1 0 1 0 0,-1-1-1 0 0,1 0 0 0 0,13 2 0 0 0,-7-3-529 0 0,0-1-1 0 0,0 0 1 0 0,0-1 0 0 0,0 0 0 0 0,1-1 0 0 0,-1-1 0 0 0,0-1 0 0 0,0 0 0 0 0,-1-1-1 0 0,26-10 1 0 0,-15 4-1364 0 0,-1-2 0 0 0,0-1 0 0 0,0-1-1 0 0,-2-1 1 0 0,24-20 0 0 0,15-18-6854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52 1264 0 0,'-9'-52'7990'0'0,"-6"59"-6493"0"0,10-3-1276 0 0,1 0 0 0 0,0 1 0 0 0,0 0 0 0 0,0 0 0 0 0,1 0 0 0 0,-1 1-1 0 0,1-1 1 0 0,1 1 0 0 0,-4 8 0 0 0,-3 5 256 0 0,2-6-221 0 0,-31 60 1097 0 0,-33 91-1 0 0,63-141-1236 0 0,1-1-1 0 0,1 1 1 0 0,1 0 0 0 0,1 0 0 0 0,1 1 0 0 0,1-1 0 0 0,0 1-1 0 0,5 46 1 0 0,-2-64-39 0 0,0 1 0 0 0,0-1 0 0 0,1 1 0 0 0,0-1 0 0 0,0 1 0 0 0,0-1-1 0 0,1 0 1 0 0,0 0 0 0 0,0 0 0 0 0,0 0 0 0 0,1-1 0 0 0,0 1 0 0 0,0-1 0 0 0,0 0 0 0 0,1 0-1 0 0,-1-1 1 0 0,1 1 0 0 0,1-1 0 0 0,-1 0 0 0 0,0 0 0 0 0,1-1 0 0 0,0 1 0 0 0,0-1-1 0 0,0-1 1 0 0,0 1 0 0 0,0-1 0 0 0,1 0 0 0 0,-1 0 0 0 0,1-1 0 0 0,-1 0 0 0 0,1 0 0 0 0,0-1-1 0 0,-1 0 1 0 0,1 0 0 0 0,-1 0 0 0 0,1-1 0 0 0,8-1 0 0 0,-2-1 46 0 0,0 0-1 0 0,0-1 1 0 0,0-1 0 0 0,0 0-1 0 0,-1-1 1 0 0,0 0 0 0 0,0 0-1 0 0,0-2 1 0 0,-1 1 0 0 0,0-1-1 0 0,-1-1 1 0 0,0 0 0 0 0,0-1-1 0 0,0 0 1 0 0,-2 0 0 0 0,1-1-1 0 0,-1 0 1 0 0,-1 0 0 0 0,0-1-1 0 0,7-16 1 0 0,-3 3-23 0 0,-1 0 0 0 0,-2-1 1 0 0,0-1-1 0 0,-2 1 0 0 0,-1-1 0 0 0,3-51 0 0 0,-7 65-85 0 0,-2 0 0 0 0,0 0 0 0 0,-1 0 0 0 0,0 0 0 0 0,0 0 0 0 0,-2 0 0 0 0,-4-13 0 0 0,4 18-21 0 0,0-1 0 0 0,0 1 1 0 0,-1 0-1 0 0,0 0 0 0 0,0 1 0 0 0,-1-1 0 0 0,0 1 0 0 0,-1 0 0 0 0,1 1 0 0 0,-15-11 0 0 0,17 14-130 0 0,0 0 0 0 0,-1 0 0 0 0,1 0 0 0 0,-1 1 0 0 0,0 0 0 0 0,1 0 0 0 0,-1 0 0 0 0,0 1 1 0 0,0-1-1 0 0,0 1 0 0 0,-1 1 0 0 0,1-1 0 0 0,0 1 0 0 0,0-1 0 0 0,0 1 0 0 0,0 1 0 0 0,-1-1 0 0 0,1 1 0 0 0,0 0 0 0 0,0 0 0 0 0,0 1 0 0 0,0-1 0 0 0,0 1 0 0 0,1 0 0 0 0,-1 0 0 0 0,0 1 0 0 0,1-1 0 0 0,0 1 0 0 0,-8 6 0 0 0,1 1-455 0 0,1-1 0 0 0,0 1 0 0 0,0 1-1 0 0,1 0 1 0 0,0 0 0 0 0,1 1 0 0 0,1 0 0 0 0,0 0-1 0 0,-10 25 1 0 0,8-16-2336 0 0,-7 37-1 0 0,8-16-2516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73 202 2608 0 0,'10'4'8381'0'0,"-9"-3"-8137"0"0,0 1 1 0 0,0-1-1 0 0,0 1 1 0 0,0-1-1 0 0,0 1 0 0 0,-1-1 1 0 0,1 1-1 0 0,0-1 0 0 0,-1 1 1 0 0,0 0-1 0 0,1-1 0 0 0,-1 1 1 0 0,0 0-1 0 0,0-1 1 0 0,0 1-1 0 0,0 0 0 0 0,0-1 1 0 0,0 1-1 0 0,0 0 0 0 0,0-1 1 0 0,-1 1-1 0 0,1 0 1 0 0,-1-1-1 0 0,0 3 0 0 0,-18 51 952 0 0,15-45-807 0 0,2-5-311 0 0,-42 125 1169 0 0,39-112-1145 0 0,1 0-1 0 0,1 0 1 0 0,0 0-1 0 0,2 1 1 0 0,0 25-1 0 0,1-43-83 0 0,0 1 1 0 0,0-1-1 0 0,0 1 0 0 0,0 0 0 0 0,1-1 0 0 0,-1 1 0 0 0,1 0 0 0 0,-1-1 1 0 0,1 1-1 0 0,-1-1 0 0 0,1 1 0 0 0,0-1 0 0 0,0 1 0 0 0,0-1 0 0 0,0 0 1 0 0,0 1-1 0 0,0-1 0 0 0,0 0 0 0 0,0 0 0 0 0,0 0 0 0 0,1 0 0 0 0,-1 0 1 0 0,2 2-1 0 0,0-2 2 0 0,0-1 0 0 0,0 1 0 0 0,-1 0 0 0 0,1-1 0 0 0,0 1 0 0 0,0-1 1 0 0,-1 0-1 0 0,1 0 0 0 0,0 0 0 0 0,0 0 0 0 0,0-1 0 0 0,4 0 0 0 0,4-3 7 0 0,0 1-1 0 0,0-1 0 0 0,0-1 1 0 0,-1 0-1 0 0,18-11 1 0 0,-7 0-6 0 0,-2 0-1 0 0,0-1 1 0 0,-1-1 0 0 0,0-1 0 0 0,-2 0 0 0 0,0-1 0 0 0,-2-1 0 0 0,0 0 0 0 0,-1-1 0 0 0,-1-1-1 0 0,-1 0 1 0 0,-1-1 0 0 0,-1 1 0 0 0,6-29 0 0 0,-12 41-1 0 0,-1 0 0 0 0,0-1 0 0 0,-1 1-1 0 0,0 0 1 0 0,0 0 0 0 0,-1-1 0 0 0,-1 1 0 0 0,0 0 0 0 0,0-1-1 0 0,-1 1 1 0 0,-1 0 0 0 0,-4-14 0 0 0,4 20-20 0 0,1-1 1 0 0,-1 1-1 0 0,0 0 0 0 0,0 0 0 0 0,0 0 0 0 0,-1 0 1 0 0,1 1-1 0 0,-1-1 0 0 0,0 1 0 0 0,-1 0 1 0 0,1 0-1 0 0,-1 0 0 0 0,0 1 0 0 0,0-1 1 0 0,0 1-1 0 0,0 1 0 0 0,0-1 0 0 0,-1 1 1 0 0,1-1-1 0 0,-1 2 0 0 0,0-1 0 0 0,1 1 1 0 0,-1-1-1 0 0,-11 1 0 0 0,8 0-217 0 0,0 1 0 0 0,0 0 0 0 0,0 1-1 0 0,0 0 1 0 0,1 1 0 0 0,-1 0 0 0 0,0 0 0 0 0,1 0 0 0 0,-1 1-1 0 0,1 1 1 0 0,0 0 0 0 0,-14 7 0 0 0,8-1-1524 0 0,0 0 1 0 0,1 1 0 0 0,0 0-1 0 0,1 1 1 0 0,-19 23-1 0 0,12-11-4639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3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59 114 1216 0 0,'-4'-11'6663'0'0,"4"11"-6574"0"0,0-1 0 0 0,-1 1 0 0 0,1 0 0 0 0,0 0 0 0 0,0-1 0 0 0,0 1 1 0 0,0 0-1 0 0,0 0 0 0 0,0-1 0 0 0,0 1 0 0 0,-2-2 713 0 0,2 2-713 0 0,0 0 0 0 0,0 0 1 0 0,-1 0-1 0 0,1 0 0 0 0,0-1 0 0 0,0 1 0 0 0,0 0 0 0 0,-1 0 0 0 0,1 0 0 0 0,0 0 1 0 0,-1 0-1 0 0,1 0 0 0 0,0 0 0 0 0,0 0 0 0 0,-1 0 0 0 0,1 0 0 0 0,0 0 0 0 0,0 0 0 0 0,-1 0 1 0 0,1 0-1 0 0,0 0 0 0 0,0 0 0 0 0,-1 0 0 0 0,1 0 0 0 0,0 0 0 0 0,0 1 0 0 0,-1-1 1 0 0,-9 15 1636 0 0,-5 27-354 0 0,9-12-842 0 0,0 0 0 0 0,3 0 0 0 0,-2 44 0 0 0,5-58-444 0 0,1-1-1 0 0,1 0 1 0 0,0 1-1 0 0,0-1 0 0 0,2 0 1 0 0,0 0-1 0 0,0 0 1 0 0,12 23-1 0 0,-14-33-6 0 0,1-1-1 0 0,-1 0 1 0 0,1 0-1 0 0,0 0 1 0 0,1 0-1 0 0,-1 0 1 0 0,0 0-1 0 0,1-1 1 0 0,0 0-1 0 0,0 0 1 0 0,0 0-1 0 0,0 0 1 0 0,0-1-1 0 0,1 1 1 0 0,-1-1-1 0 0,6 2 1 0 0,-2-2 20 0 0,-1-1 0 0 0,0 1 1 0 0,0-1-1 0 0,0-1 1 0 0,1 1-1 0 0,-1-1 1 0 0,0-1-1 0 0,1 1 0 0 0,-1-1 1 0 0,8-2-1 0 0,2-2 42 0 0,0 0 0 0 0,0-2-1 0 0,0 0 1 0 0,-1 0-1 0 0,-1-1 1 0 0,1-1 0 0 0,-1-1-1 0 0,19-16 1 0 0,-18 12-40 0 0,0-2 1 0 0,-1 0-1 0 0,0-1 0 0 0,-1 0 1 0 0,-1-1-1 0 0,18-34 0 0 0,-26 43-13 0 0,0-1 0 0 0,0 0 0 0 0,-1 0 0 0 0,-1 0-1 0 0,0-1 1 0 0,0 1 0 0 0,-1-1 0 0 0,0 0 0 0 0,-1 0-1 0 0,0 1 1 0 0,-1-1 0 0 0,0 0 0 0 0,-1 0 0 0 0,0 0-1 0 0,-4-17 1 0 0,3 21-64 0 0,-1 0 0 0 0,0 0-1 0 0,0 1 1 0 0,-1-1 0 0 0,0 1-1 0 0,0 0 1 0 0,-1 0 0 0 0,1 0-1 0 0,-1 1 1 0 0,0 0 0 0 0,-1 0 0 0 0,1 0-1 0 0,-1 0 1 0 0,0 1 0 0 0,0 0-1 0 0,0 0 1 0 0,-1 1 0 0 0,0-1-1 0 0,1 2 1 0 0,-1-1 0 0 0,0 1 0 0 0,-13-3-1 0 0,9 3-328 0 0,-1 0 0 0 0,1 1 0 0 0,0 0 0 0 0,-1 1 0 0 0,1 0 0 0 0,-14 2 0 0 0,15 0-663 0 0,0 0 0 0 0,-1 0 0 0 0,1 1 0 0 0,0 0 0 0 0,1 1 0 0 0,-16 8-1 0 0,1-1-6041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 117 1644 0 0,'-25'-34'10493'0'0,"18"26"-8940"0"0,7 8-1503 0 0,-1 0 0 0 0,1 0 1 0 0,0 0-1 0 0,0 0 0 0 0,0 0 0 0 0,-1 0 0 0 0,1-1 0 0 0,0 1 0 0 0,0 0 1 0 0,0 0-1 0 0,0 0 0 0 0,-1-1 0 0 0,1 1 0 0 0,0 0 0 0 0,0 0 1 0 0,0 0-1 0 0,0-1 0 0 0,0 1 0 0 0,0 0 0 0 0,0 0 0 0 0,0-1 0 0 0,0 1 1 0 0,-1 0-1 0 0,1 0 0 0 0,0-1 0 0 0,0 1 0 0 0,0 0 0 0 0,0 0 1 0 0,1-1-1 0 0,-1 1 0 0 0,0 0 0 0 0,0 0 0 0 0,0-1 0 0 0,0 1 0 0 0,0 0 1 0 0,0 0-1 0 0,0-1 0 0 0,0 1 0 0 0,138-15 1008 0 0,-18 3-509 0 0,123-23 1868 0 0,-208 31-2012 0 0,-32 4-391 0 0,13 0 70 0 0,-16 0-86 0 0,1 0 0 0 0,0 0 1 0 0,-1 0-1 0 0,1 1 0 0 0,-1-1 1 0 0,1 0-1 0 0,0 1 0 0 0,-1-1 1 0 0,1 1-1 0 0,-1-1 0 0 0,1 0 1 0 0,-1 1-1 0 0,1-1 1 0 0,-1 1-1 0 0,1 0 0 0 0,-1-1 1 0 0,1 1-1 0 0,-1-1 0 0 0,0 1 1 0 0,1 0-1 0 0,-1-1 0 0 0,0 1 1 0 0,1 0-1 0 0,-1-1 1 0 0,0 1-1 0 0,0 0 0 0 0,0-1 1 0 0,0 2-1 0 0,3 19-90 0 0,-5 4 121 0 0,0 0 1 0 0,-11 41 0 0 0,1-3 165 0 0,-32 387 1637 0 0,30 3-303 0 0,1-41-913 0 0,-2-34-374 0 0,-30 436 306 0 0,3-28 2906 0 0,-13 126 775 0 0,46-825-4229 0 0,-5-1 0 0 0,-33 120 0 0 0,42-191 0 0 0,0 0 0 0 0,-1-1 0 0 0,-1 0 0 0 0,-1 0 0 0 0,0 0 0 0 0,0-1 0 0 0,-1 0 0 0 0,-1-1 0 0 0,-21 22 0 0 0,14-19 0 0 0,0-1 0 0 0,-1-1 0 0 0,-1-1 0 0 0,0 0 0 0 0,-1-1 0 0 0,-29 11 0 0 0,-2-2 0 0 0,-1-3 0 0 0,-1-2 0 0 0,-72 11 0 0 0,-51-5 0 0 0,59-12 0 0 0,-201 0-2578 0 0,225-7-2399 0 0,-3-5-3761 0 0,-3-7-5332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72 1644 0 0,'-40'-28'8034'0'0,"40"28"-7966"0"0,-1 0-1 0 0,1-1 1 0 0,-1 1 0 0 0,1-1-1 0 0,-1 1 1 0 0,1-1-1 0 0,0 1 1 0 0,-1-1 0 0 0,1 1-1 0 0,0-1 1 0 0,-1 1-1 0 0,1-1 1 0 0,0 1 0 0 0,0-1-1 0 0,0 0 1 0 0,-1 1-1 0 0,1-1 1 0 0,0 1 0 0 0,0-1-1 0 0,0 0 1 0 0,0 1-1 0 0,0-1 1 0 0,0 1 0 0 0,0-1-1 0 0,0 0 1 0 0,1 1-1 0 0,-1-1 1 0 0,0 1 0 0 0,0-1-1 0 0,0 0 1 0 0,1 1-1 0 0,-1-1 1 0 0,0 1 0 0 0,0-1-1 0 0,1 1 1 0 0,-1-1-1 0 0,0 1 1 0 0,1-1 0 0 0,-1 1-1 0 0,1-1 1 0 0,-1 1-1 0 0,1 0 1 0 0,-1-1 0 0 0,1 1-1 0 0,0-1 1 0 0,24-13 859 0 0,-19 12-792 0 0,1 1 0 0 0,-1 0 1 0 0,1 0-1 0 0,-1 0 0 0 0,1 1 0 0 0,-1 0 0 0 0,1 1 0 0 0,-1-1 0 0 0,1 1 0 0 0,-1 0 0 0 0,0 1 0 0 0,1 0 0 0 0,-1 0 0 0 0,0 0 1 0 0,0 0-1 0 0,0 1 0 0 0,0 0 0 0 0,9 7 0 0 0,-5-3 4 0 0,0 0 0 0 0,0 1 0 0 0,-1 0 0 0 0,0 0 0 0 0,0 1 0 0 0,-1 0 0 0 0,0 1 0 0 0,-1 0 0 0 0,7 11 0 0 0,-9-10-51 0 0,0 0 0 0 0,0 0 0 0 0,-1 0 0 0 0,-1 0 0 0 0,1 1 0 0 0,-2 0 0 0 0,0 0 1 0 0,0 0-1 0 0,-1 0 0 0 0,-1 0 0 0 0,0 0 0 0 0,0 0 0 0 0,-1 0 0 0 0,-1-1 0 0 0,0 1 0 0 0,-1 0 1 0 0,-6 18-1 0 0,-7 9 462 0 0,-1-1-1 0 0,-2-1 1 0 0,-40 59 0 0 0,51-83-358 0 0,1-2 258 0 0,7-12-185 0 0,14-18-124 0 0,118-115-160 0 0,15-18-35 0 0,-111 115 36 0 0,-17 17 17 0 0,1-1 0 0 0,-2 0-1 0 0,30-48 1 0 0,-38 38-20 0 0,-9 29 6 0 0,-12 1-26 0 0,10 1 40 0 0,0 0-1 0 0,0 0 0 0 0,0 0 1 0 0,0 0-1 0 0,0 0 0 0 0,0 0 1 0 0,0 0-1 0 0,0 0 0 0 0,0 0 1 0 0,1 0-1 0 0,-1 0 0 0 0,0 1 1 0 0,0-1-1 0 0,0 0 0 0 0,0 1 1 0 0,-1 0-1 0 0,-8 7-7 0 0,0 0 1 0 0,1 1-1 0 0,0 0 1 0 0,0 0-1 0 0,1 1 0 0 0,1 0 1 0 0,-8 11-1 0 0,8-10 14 0 0,-11 14 15 0 0,1 2 0 0 0,1 0 0 0 0,-14 35 0 0 0,26-54-12 0 0,1 1 0 0 0,0-1 0 0 0,0 1 1 0 0,1-1-1 0 0,0 1 0 0 0,1 0 0 0 0,-1 0 1 0 0,2 0-1 0 0,-1 0 0 0 0,1 0 1 0 0,1 0-1 0 0,0 0 0 0 0,0 0 0 0 0,1-1 1 0 0,4 17-1 0 0,-3-20 2 0 0,-1-1 0 0 0,1 0 1 0 0,0 1-1 0 0,0-1 0 0 0,0-1 0 0 0,0 1 1 0 0,1 0-1 0 0,0-1 0 0 0,-1 0 0 0 0,1 1 0 0 0,0-2 1 0 0,1 1-1 0 0,-1 0 0 0 0,0-1 0 0 0,1 0 0 0 0,0 0 1 0 0,-1 0-1 0 0,1-1 0 0 0,0 1 0 0 0,0-1 1 0 0,0 0-1 0 0,7 0 0 0 0,11 1-210 0 0,0-1 0 0 0,0-1-1 0 0,34-5 1 0 0,11-3-2353 0 0,75-19 1 0 0,-104 16-1618 0 0,58-22 0 0 0,-50 12-1867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72 1564 0 0,'-21'-4'7554'0'0,"-40"-4"0"0"0,30 5-4183 0 0,72 8-2410 0 0,149-23-615 0 0,-67 0-3812 0 0,-91 13 1608 0 0,-24 4 180 0 0,0-1 0 0 0,-1 0 0 0 0,1 0 0 0 0,13-5-1 0 0,-9 0-3552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13 2876 0 0,'-6'-2'1279'0'0,"1"0"0"0"0,-1 0-1 0 0,0 0 1 0 0,0 1 0 0 0,1 0 0 0 0,-1 0-1 0 0,0 0 1 0 0,0 1 0 0 0,0 0-1 0 0,-11 1 1 0 0,15 0-1082 0 0,0 0-1 0 0,0 0 1 0 0,0 0-1 0 0,0 0 1 0 0,0 0-1 0 0,0 0 1 0 0,1 1-1 0 0,-1-1 1 0 0,0 0-1 0 0,1 1 1 0 0,-1 0-1 0 0,1-1 1 0 0,0 1-1 0 0,-1 0 1 0 0,1 0-1 0 0,0 0 1 0 0,0-1-1 0 0,0 1 1 0 0,-1 3-1 0 0,-10 38 2093 0 0,8-6-1602 0 0,1 0 0 0 0,2 1 0 0 0,2-1 0 0 0,8 56 0 0 0,-1 4-328 0 0,-7-80-517 0 0,12 137 82 0 0,-9-129-2792 0 0,0-1 0 0 0,10 25 0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36 196 536 0 0,'8'-35'6104'0'0,"-7"27"-5164"0"0,1 0 1 0 0,0 0-1 0 0,0 0 1 0 0,0 0 0 0 0,1 0-1 0 0,0 1 1 0 0,1-1-1 0 0,0 1 1 0 0,0 0 0 0 0,8-10-1 0 0,-7 11-632 0 0,1 0 0 0 0,0 0 1 0 0,1 0-1 0 0,0 1 0 0 0,0 0 0 0 0,0 0 0 0 0,0 1 0 0 0,0 0 0 0 0,1 0 0 0 0,0 1 0 0 0,0 0 0 0 0,16-4 1 0 0,-19 6-216 0 0,1 0 0 0 0,0 1 0 0 0,0-1 0 0 0,0 1 0 0 0,0 1 0 0 0,-1-1 1 0 0,1 1-1 0 0,0 0 0 0 0,0 0 0 0 0,-1 0 0 0 0,1 1 0 0 0,0 0 1 0 0,-1 0-1 0 0,0 0 0 0 0,1 1 0 0 0,-1 0 0 0 0,0 0 0 0 0,0 0 1 0 0,6 7-1 0 0,-7-6-12 0 0,0 0-1 0 0,0 0 1 0 0,0 0 0 0 0,-1 0 0 0 0,0 1 0 0 0,0-1 0 0 0,0 1-1 0 0,0 0 1 0 0,-1 0 0 0 0,0 0 0 0 0,0 0 0 0 0,0 0-1 0 0,-1 1 1 0 0,2 5 0 0 0,-2-2 29 0 0,-1 1 0 0 0,1-1 0 0 0,-1 0-1 0 0,-1 0 1 0 0,0 0 0 0 0,0 1 0 0 0,-5 15 0 0 0,-4 3 96 0 0,-2 1 1 0 0,0-1 0 0 0,-2-1-1 0 0,-17 26 1 0 0,0-7 277 0 0,-68 78-1 0 0,2-3 154 0 0,94-118-619 0 0,-2 4 76 0 0,0 0 0 0 0,0 0 0 0 0,1 1 0 0 0,0-1 0 0 0,-6 17 0 0 0,10-24-85 0 0,-1 1 0 0 0,1-1-1 0 0,0 1 1 0 0,0-1 0 0 0,0 1-1 0 0,0-1 1 0 0,0 1 0 0 0,0-1-1 0 0,0 1 1 0 0,0 0 0 0 0,1-1-1 0 0,-1 1 1 0 0,0-1 0 0 0,0 1-1 0 0,0-1 1 0 0,0 1 0 0 0,1-1-1 0 0,-1 1 1 0 0,0-1 0 0 0,1 1-1 0 0,-1-1 1 0 0,0 0 0 0 0,1 1-1 0 0,-1-1 1 0 0,0 1 0 0 0,1-1-1 0 0,-1 0 1 0 0,1 1 0 0 0,-1-1-1 0 0,1 0 1 0 0,-1 0 0 0 0,1 1-1 0 0,-1-1 1 0 0,1 0-1 0 0,-1 0 1 0 0,1 0 0 0 0,-1 1-1 0 0,2-1 1 0 0,25 1 148 0 0,33-10-1846 0 0,68-20 0 0 0,-32 0-4113 0 0,-6-9-3770 0 0,-54 21 2068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47 1560 0 0,'-37'-46'19376'0'0,"36"46"-19325"0"0,1 0 1 0 0,0 0-1 0 0,-1 0 0 0 0,1 0 0 0 0,0 0 0 0 0,0 0 0 0 0,-1 0 0 0 0,1 0 0 0 0,0 0 1 0 0,0 0-1 0 0,-1 0 0 0 0,1 1 0 0 0,0-1 0 0 0,0 0 0 0 0,0 0 0 0 0,-1 0 1 0 0,1 0-1 0 0,0 1 0 0 0,0-1 0 0 0,0 0 0 0 0,-1 0 0 0 0,1 0 0 0 0,0 1 0 0 0,0-1 1 0 0,0 0-1 0 0,0 0 0 0 0,0 1 0 0 0,0-1 0 0 0,0 0 0 0 0,-1 0 0 0 0,1 1 0 0 0,0-1 1 0 0,0 1-1 0 0,-2 17 1011 0 0,0 1 1 0 0,1 0-1 0 0,1-1 0 0 0,0 1 1 0 0,4 19-1 0 0,20 97 310 0 0,-23-131-1322 0 0,1 9 14 0 0,2 0 0 0 0,-1 0 1 0 0,1-1-1 0 0,1 1 0 0 0,1-1 0 0 0,0 0 1 0 0,13 20-1 0 0,-17-28-60 0 0,1-1 1 0 0,-1 0-1 0 0,1 0 1 0 0,0 0-1 0 0,0 0 1 0 0,0 0 0 0 0,1-1-1 0 0,-1 1 1 0 0,0-1-1 0 0,1 0 1 0 0,0 0-1 0 0,-1 0 1 0 0,1-1-1 0 0,0 1 1 0 0,0-1-1 0 0,0 0 1 0 0,0 0-1 0 0,0 0 1 0 0,0-1-1 0 0,1 0 1 0 0,-1 1-1 0 0,0-1 1 0 0,0-1-1 0 0,0 1 1 0 0,0-1-1 0 0,0 1 1 0 0,0-1-1 0 0,0 0 1 0 0,5-2-1 0 0,-2 0-94 0 0,0 0-1 0 0,0-1 1 0 0,0 1-1 0 0,0-2 1 0 0,-1 1-1 0 0,1-1 1 0 0,-1 1-1 0 0,0-2 1 0 0,-1 1-1 0 0,1-1 1 0 0,-1 0-1 0 0,0 0 1 0 0,0 0-1 0 0,-1-1 1 0 0,0 0-1 0 0,0 1 1 0 0,5-15-1 0 0,0-4-303 0 0,-1-1 0 0 0,-1 0 0 0 0,7-49 0 0 0,-12 58 160 0 0,-2 17 230 0 0,0 0 1 0 0,0 0-1 0 0,-1 0 0 0 0,1 0 0 0 0,0 0 1 0 0,0 0-1 0 0,0 1 0 0 0,0-1 0 0 0,0 0 1 0 0,0 0-1 0 0,0 0 0 0 0,0 0 0 0 0,0 0 1 0 0,0 0-1 0 0,0 0 0 0 0,0 0 1 0 0,0 0-1 0 0,0 0 0 0 0,0 0 0 0 0,0 0 1 0 0,0 0-1 0 0,0 0 0 0 0,0 0 0 0 0,0 0 1 0 0,-1 0-1 0 0,1 0 0 0 0,0 0 0 0 0,0 0 1 0 0,0 0-1 0 0,0 0 0 0 0,0 0 1 0 0,0 0-1 0 0,0 0 0 0 0,0 0 0 0 0,0 0 1 0 0,0 0-1 0 0,0 0 0 0 0,0 0 0 0 0,0 0 1 0 0,0 0-1 0 0,0 0 0 0 0,0 0 0 0 0,0-1 1 0 0,-7 29 43 0 0,-30 532 3343 0 0,24-246-2563 0 0,11-272-655 0 0,-2 1 0 0 0,-1-1 0 0 0,-3 0 0 0 0,-2-1 0 0 0,-19 55 0 0 0,25-86-163 0 0,-1 1-1 0 0,-1-2 0 0 0,1 1 1 0 0,-2-1-1 0 0,1 0 0 0 0,-1 0 0 0 0,-1 0 1 0 0,1-1-1 0 0,-1-1 0 0 0,-1 1 1 0 0,0-1-1 0 0,0 0 0 0 0,0-1 1 0 0,0 0-1 0 0,-20 8 0 0 0,22-11-1 0 0,0-1 0 0 0,-1 1 0 0 0,0-1-1 0 0,1-1 1 0 0,-1 1 0 0 0,0-1 0 0 0,0-1 0 0 0,0 1 0 0 0,0-1-1 0 0,0-1 1 0 0,0 0 0 0 0,1 0 0 0 0,-1 0 0 0 0,0-1-1 0 0,0 0 1 0 0,1 0 0 0 0,0-1 0 0 0,-1 0 0 0 0,1-1 0 0 0,0 1-1 0 0,0-1 1 0 0,-11-9 0 0 0,13 9 0 0 0,0 1 0 0 0,1-1 0 0 0,-1-1 0 0 0,1 1 0 0 0,0 0 0 0 0,0-1 0 0 0,1 0 0 0 0,-1 0 0 0 0,1 0 0 0 0,-3-7 0 0 0,5 8 0 0 0,-1-1 0 0 0,1 1 0 0 0,0-1 0 0 0,1 1 0 0 0,-1-1 0 0 0,1 0 0 0 0,0 1 0 0 0,0-1 0 0 0,0 1 0 0 0,1-1 0 0 0,0 0 0 0 0,-1 1 0 0 0,2-1 0 0 0,1-4 0 0 0,6-17-616 0 0,2 1 0 0 0,0 0 0 0 0,2 1 1 0 0,1 1-1 0 0,1 0 0 0 0,1 0 0 0 0,24-25 0 0 0,143-133-5764 0 0,-178 176 6303 0 0,59-51-9301 0 0,-34 28-223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7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15 211 2140 0 0,'-8'-15'9236'0'0,"7"14"-8871"0"0,0 0 0 0 0,1 0-1 0 0,-1 0 1 0 0,1 0 0 0 0,-1 0 0 0 0,1 0-1 0 0,-1 0 1 0 0,1 0 0 0 0,0 0 0 0 0,-1 0-1 0 0,1 0 1 0 0,0 0 0 0 0,0 0 0 0 0,0 0-1 0 0,0 0 1 0 0,0-2 0 0 0,1 1-149 0 0,-1 1-1 0 0,1 0 1 0 0,0 0 0 0 0,0 0 0 0 0,-1-1-1 0 0,1 1 1 0 0,0 0 0 0 0,0 0 0 0 0,0 0-1 0 0,0 0 1 0 0,0 1 0 0 0,1-1 0 0 0,-1 0-1 0 0,0 0 1 0 0,2 0 0 0 0,23-11 1091 0 0,-21 10-952 0 0,214-70 3011 0 0,-106 39-5050 0 0,-5-7-6506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8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20 1024 0 0,'-49'-19'17914'0'0,"31"22"-14726"0"0,18-3-3062 0 0,-1 1 0 0 0,1-1 0 0 0,-1 1 0 0 0,1-1 0 0 0,-1 0 0 0 0,1 1 0 0 0,0 0 0 0 0,-1-1 0 0 0,1 1 0 0 0,-1-1 0 0 0,1 1 0 0 0,0-1-1 0 0,0 1 1 0 0,-1 0 0 0 0,1-1 0 0 0,0 1 0 0 0,0 0 0 0 0,0-1 0 0 0,0 1 0 0 0,0 0 0 0 0,0-1 0 0 0,0 1 0 0 0,0 1 228 0 0,-2 10 456 0 0,1 0 1 0 0,0-1-1 0 0,1 1 0 0 0,0 0 1 0 0,1 0-1 0 0,1 0 0 0 0,5 22 1 0 0,0 5-152 0 0,34 236-341 0 0,-22-158-4863 0 0,-18-112 3726 0 0,9 38-4032 0 0,-1-24 434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49 213 432 0 0,'-4'-13'2370'0'0,"1"1"-1"0"0,0-1 0 0 0,1 0 1 0 0,1 0-1 0 0,-1-26 1 0 0,3 35-2149 0 0,-1-1-1 0 0,1 1 1 0 0,0-1 0 0 0,0 1 0 0 0,1 0-1 0 0,-1-1 1 0 0,1 1 0 0 0,0 0-1 0 0,0 0 1 0 0,0 0 0 0 0,1 0 0 0 0,-1 1-1 0 0,1-1 1 0 0,0 1 0 0 0,0-1 0 0 0,0 1-1 0 0,0 0 1 0 0,1 0 0 0 0,0 1 0 0 0,-1-1-1 0 0,5-2 1 0 0,0 1-84 0 0,0 0 1 0 0,0 1-1 0 0,1 0 1 0 0,-1 0-1 0 0,1 1 0 0 0,0 0 1 0 0,0 0-1 0 0,-1 1 0 0 0,1 0 1 0 0,0 0-1 0 0,0 1 1 0 0,0 1-1 0 0,0-1 0 0 0,0 2 1 0 0,14 2-1 0 0,-19-3-111 0 0,1 1 1 0 0,-1-1-1 0 0,0 1 1 0 0,1-1-1 0 0,-1 1 0 0 0,0 0 1 0 0,0 1-1 0 0,-1-1 1 0 0,1 1-1 0 0,0 0 0 0 0,-1-1 1 0 0,1 2-1 0 0,-1-1 1 0 0,0 0-1 0 0,0 1 0 0 0,-1-1 1 0 0,1 1-1 0 0,-1 0 1 0 0,1 0-1 0 0,-1 0 0 0 0,0 0 1 0 0,-1 0-1 0 0,1 0 1 0 0,-1 1-1 0 0,0-1 0 0 0,0 1 1 0 0,0-1-1 0 0,0 1 0 0 0,-1-1 1 0 0,0 1-1 0 0,0-1 1 0 0,-1 6-1 0 0,0 2-9 0 0,-1-1 0 0 0,-1 0 1 0 0,0 0-1 0 0,0 0 0 0 0,-1 0 0 0 0,-1 0 0 0 0,0-1 1 0 0,0 0-1 0 0,-1 0 0 0 0,-13 18 0 0 0,-8 4 34 0 0,-51 48-1 0 0,47-49 22 0 0,3-2 165 0 0,27-28-183 0 0,16 7 42 0 0,-1-5 18 0 0,0 0-1 0 0,0 2 1 0 0,-1 0-1 0 0,1 0 0 0 0,-1 1 1 0 0,0 1-1 0 0,0 0 0 0 0,-1 1 1 0 0,0 0-1 0 0,-1 1 0 0 0,1 0 1 0 0,11 13-1 0 0,-16-14 74 0 0,-1 0-1 0 0,1 0 1 0 0,-2 1 0 0 0,1 0-1 0 0,-1 0 1 0 0,0 0-1 0 0,-1 0 1 0 0,0 1 0 0 0,-1 0-1 0 0,0 0 1 0 0,0 0 0 0 0,1 15-1 0 0,-3-16-34 0 0,-1-1-1 0 0,0 0 0 0 0,-1 0 0 0 0,1 0 1 0 0,-2 0-1 0 0,1 0 0 0 0,-1 0 0 0 0,-1 0 1 0 0,1 0-1 0 0,-1-1 0 0 0,0 1 0 0 0,-1-1 1 0 0,0 0-1 0 0,0 0 0 0 0,-1 0 0 0 0,-7 9 1 0 0,4-7 3 0 0,0-1 0 0 0,-1 0 0 0 0,1-1 0 0 0,-1 0 1 0 0,-1-1-1 0 0,1 1 0 0 0,-1-2 0 0 0,0 1 0 0 0,-1-2 1 0 0,1 1-1 0 0,-1-1 0 0 0,-18 4 0 0 0,22-7-189 0 0,0 1 0 0 0,1-1 0 0 0,-1 0 0 0 0,0-1 0 0 0,1 0 0 0 0,-1 0 0 0 0,0 0 0 0 0,0-1 0 0 0,1 0 0 0 0,-1 0 0 0 0,0-1 1 0 0,1 1-1 0 0,-1-2 0 0 0,1 1 0 0 0,0-1 0 0 0,0 0 0 0 0,0 0 0 0 0,0 0 0 0 0,0-1 0 0 0,1 0 0 0 0,-1 0 0 0 0,-6-8 0 0 0,10 11-237 0 0,1-1 1 0 0,-1 0 0 0 0,1 0-1 0 0,-1 0 1 0 0,1 0-1 0 0,0 0 1 0 0,0 0 0 0 0,0-1-1 0 0,0 1 1 0 0,0 0-1 0 0,0-1 1 0 0,1 1-1 0 0,-1 0 1 0 0,1-1 0 0 0,-1 1-1 0 0,1-1 1 0 0,0 1-1 0 0,0-1 1 0 0,0 1 0 0 0,1 0-1 0 0,-1-1 1 0 0,0 1-1 0 0,1-1 1 0 0,0 1 0 0 0,-1 0-1 0 0,1-1 1 0 0,0 1-1 0 0,0 0 1 0 0,0 0-1 0 0,2-3 1 0 0,4-5-1916 0 0,0 1 0 0 0,1 0 0 0 0,0 1 1 0 0,0 0-1 0 0,11-8 0 0 0,1 0-4943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80 140 0 0,'-50'-31'16800'0'0,"31"17"-13257"0"0,18 13-2954 0 0,-4-2 111 0 0,5 3-680 0 0,0 0 1 0 0,0 0-1 0 0,0 0 1 0 0,-1 0-1 0 0,1 0 0 0 0,0 0 1 0 0,0 0-1 0 0,0 0 1 0 0,0-1-1 0 0,0 1 0 0 0,0 0 1 0 0,0 0-1 0 0,0 0 0 0 0,0 0 1 0 0,-1 0-1 0 0,1 0 1 0 0,0 0-1 0 0,0 0 0 0 0,0 0 1 0 0,0 0-1 0 0,0 0 0 0 0,0 0 1 0 0,0-1-1 0 0,0 1 1 0 0,0 0-1 0 0,0 0 0 0 0,0 0 1 0 0,0 0-1 0 0,0 0 0 0 0,0 0 1 0 0,0 0-1 0 0,0 0 1 0 0,0 0-1 0 0,0-1 0 0 0,0 1 1 0 0,0 0-1 0 0,0 0 0 0 0,0 0 1 0 0,0 0-1 0 0,0 0 1 0 0,0 0-1 0 0,0 0 0 0 0,0 0 1 0 0,0-1-1 0 0,0 1 0 0 0,0 0 1 0 0,0 0-1 0 0,0 0 1 0 0,0 0-1 0 0,0 0 0 0 0,0 0 1 0 0,0 0-1 0 0,0 0 0 0 0,0 0 1 0 0,1 0-1 0 0,-1-1 1 0 0,0 1-1 0 0,0 0 0 0 0,0 0 1 0 0,0 0-1 0 0,0 0 0 0 0,22-4 223 0 0,0 0 0 0 0,1 1 0 0 0,24 1 0 0 0,20-3-89 0 0,-38 1-144 0 0,0 2 0 0 0,1 1 0 0 0,32 3 0 0 0,-61-2-13 0 0,-1 0 0 0 0,1 0 0 0 0,0 0 0 0 0,-1 0 0 0 0,1 0 0 0 0,-1 0 0 0 0,1 0 0 0 0,-1 1 0 0 0,1-1 0 0 0,-1 0 0 0 0,1 0 0 0 0,-1 1 0 0 0,1-1 0 0 0,-1 0 0 0 0,1 1 0 0 0,-1-1 0 0 0,1 1 0 0 0,-1-1 0 0 0,1 0 0 0 0,-1 1 0 0 0,0-1 0 0 0,1 1 0 0 0,-1-1 0 0 0,0 1 0 0 0,0-1 0 0 0,1 1 0 0 0,-1-1 0 0 0,0 1 0 0 0,0-1 0 0 0,0 1 0 0 0,1 0 0 0 0,-1-1 0 0 0,0 1 0 0 0,0-1 0 0 0,0 1 0 0 0,0-1 0 0 0,0 1 0 0 0,0 0 0 0 0,-1 0 0 0 0,-5 21 11 0 0,5-20-11 0 0,-8 15-16 0 0,-1-1-1 0 0,0 1 1 0 0,-1-1-1 0 0,-17 18 1 0 0,2-2 128 0 0,-51 63 925 0 0,37-48 153 0 0,3 1 0 0 0,-49 81 0 0 0,85-127-1118 0 0,0 0 0 0 0,-1 0-1 0 0,1 0 1 0 0,0 0 0 0 0,0 0-1 0 0,0 0 1 0 0,0 0-1 0 0,1 0 1 0 0,-1 0 0 0 0,1 1-1 0 0,-1-1 1 0 0,1 0 0 0 0,0 0-1 0 0,-1 1 1 0 0,1-1 0 0 0,0 0-1 0 0,1 1 1 0 0,-1-1 0 0 0,0 0-1 0 0,1 0 1 0 0,-1 1-1 0 0,1-1 1 0 0,1 3 0 0 0,-1-4-45 0 0,0 0-1 0 0,0 0 1 0 0,1 0 0 0 0,-1-1 0 0 0,0 1-1 0 0,0 0 1 0 0,1-1 0 0 0,-1 1 0 0 0,0-1-1 0 0,1 0 1 0 0,-1 1 0 0 0,0-1 0 0 0,1 0 0 0 0,-1 0-1 0 0,0 0 1 0 0,1 0 0 0 0,-1 0 0 0 0,3 0-1 0 0,28-4 111 0 0,-29 3-118 0 0,178-43-1688 0 0,-90 20-856 0 0,82-21-3763 0 0,-58 10-2793 0 0,-55 15 121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60 2904 0 0,'-3'0'2677'0'0,"-21"-3"5122"0"0,12 1-4127 0 0,-4-2-44 0 0,15 3-3127 0 0,1 1-455 0 0,0 0-1 0 0,0-1 1 0 0,0 1-1 0 0,-1 0 1 0 0,1 0-1 0 0,0 0 1 0 0,0 0 0 0 0,0 0-1 0 0,0 0 1 0 0,0-1-1 0 0,0 1 1 0 0,0 0-1 0 0,0 0 1 0 0,0 0 0 0 0,0 0-1 0 0,0 0 1 0 0,0-1-1 0 0,0 1 1 0 0,0 0 0 0 0,0 0-1 0 0,0 0 1 0 0,0 0-1 0 0,0 0 1 0 0,0 0-1 0 0,1-2 457 0 0,0 2-457 0 0,1-1 62 0 0,0-1 0 0 0,0 1 0 0 0,1 0 1 0 0,-1 0-1 0 0,1 0 0 0 0,-1 0 0 0 0,1 0 0 0 0,2 0 0 0 0,126-22-3121 0 0,-59 11-8564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4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2464 0 0,'-21'12'2911'0'0,"-5"3"1919"0"0,0 1 0 0 0,-25 20-1 0 0,51-36-4773 0 0,0 0-1 0 0,0 0 1 0 0,-1 0-1 0 0,1 1 1 0 0,0-1-1 0 0,0 0 1 0 0,0 0-1 0 0,-1 0 1 0 0,1 1-1 0 0,0-1 1 0 0,0 0-1 0 0,0 0 1 0 0,0 0-1 0 0,-1 1 0 0 0,1-1 1 0 0,0 0-1 0 0,0 0 1 0 0,0 1-1 0 0,0-1 1 0 0,0 0-1 0 0,0 0 1 0 0,0 1-1 0 0,0-1 1 0 0,0 0-1 0 0,0 1 1 0 0,0-1-1 0 0,0 0 0 0 0,0 0 1 0 0,0 1-1 0 0,0-1 1 0 0,0 0-1 0 0,0 0 1 0 0,0 1-1 0 0,0-1 1 0 0,0 0-1 0 0,1 1 1 0 0,8 4 718 0 0,12-1-526 0 0,3-3-473 0 0,1-2 0 0 0,-1-1 0 0 0,0-1 0 0 0,31-7 0 0 0,-19 3-886 0 0,76-14-3105 0 0,-38 5-2050 0 0,-21 4-1551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0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92 1352 0 0,'-37'-69'19877'0'0,"23"73"-19000"0"0,8 1-705 0 0,1-1-1 0 0,0 1 1 0 0,1 0-1 0 0,-1 0 1 0 0,1 1-1 0 0,0-1 1 0 0,0 1-1 0 0,1 0 1 0 0,0 0 0 0 0,-5 10-1 0 0,1 0 120 0 0,-34 62 574 0 0,4 2 0 0 0,4 1 0 0 0,-41 151 1 0 0,70-217-799 0 0,1 1 0 0 0,0-1 1 0 0,2 1-1 0 0,0-1 0 0 0,0 1 0 0 0,1-1 1 0 0,3 17-1 0 0,-2-27-25 0 0,0 0-1 0 0,0 1 0 0 0,1-1 1 0 0,-1 0-1 0 0,1 0 1 0 0,0 0-1 0 0,1 0 1 0 0,-1-1-1 0 0,1 1 0 0 0,0 0 1 0 0,0-1-1 0 0,0 0 1 0 0,1 0-1 0 0,0 0 1 0 0,-1 0-1 0 0,1-1 0 0 0,1 1 1 0 0,-1-1-1 0 0,0 0 1 0 0,1 0-1 0 0,0-1 1 0 0,-1 1-1 0 0,10 2 0 0 0,2 0-3 0 0,0-1-1 0 0,0-1 0 0 0,1 0 0 0 0,-1-1 0 0 0,0-1 1 0 0,1-1-1 0 0,-1 0 0 0 0,1-1 0 0 0,-1-1 0 0 0,26-5 1 0 0,-16 0 46 0 0,1 0 1 0 0,-1-2-1 0 0,-1-1 0 0 0,1-1 1 0 0,35-22-1 0 0,-36 17-22 0 0,-2-1-1 0 0,0 0 0 0 0,-1-2 0 0 0,-1-1 0 0 0,-1 0 0 0 0,0-1 1 0 0,16-26-1 0 0,-24 31-12 0 0,0-2 0 0 0,-2 0 1 0 0,0 0-1 0 0,-1-1 0 0 0,-1 0 1 0 0,0 0-1 0 0,-2-1 0 0 0,0 0 1 0 0,-2 0-1 0 0,4-32 1 0 0,-7 40-27 0 0,-1-1 0 0 0,0 1 1 0 0,-1-1-1 0 0,-1 1 0 0 0,0 0 1 0 0,0-1-1 0 0,-1 1 1 0 0,-1 0-1 0 0,0 0 0 0 0,0 1 1 0 0,-2 0-1 0 0,1-1 0 0 0,-1 1 1 0 0,-1 1-1 0 0,0 0 1 0 0,0 0-1 0 0,-1 0 0 0 0,-11-11 1 0 0,6 10-255 0 0,0 0 1 0 0,-1 0 0 0 0,0 2 0 0 0,-1-1 0 0 0,0 2-1 0 0,0 0 1 0 0,0 1 0 0 0,-1 0 0 0 0,-1 1-1 0 0,1 1 1 0 0,-1 1 0 0 0,-29-5 0 0 0,21 7-849 0 0,-1 1 1 0 0,1 0-1 0 0,0 2 1 0 0,-39 6-1 0 0,-97 30-10334 0 0,98-20 1946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70 1484 0 0,'0'0'15308'0'0,"-4"-5"-13234"0"0,4 5-2044 0 0,40-2 291 0 0,-1-2 0 0 0,63-16 0 0 0,22-2-171 0 0,-58 12-66 0 0,-64 10-96 0 0,17-4-1012 0 0,3 1-3588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37 2484 0 0,'-1'-2'2472'0'0,"-13"-32"11070"0"0,15 50-13470 0 0,2 51 1172 0 0,3 32-586 0 0,-4-86-606 0 0,0-1 0 0 0,1 1-1 0 0,0-1 1 0 0,1 0 0 0 0,8 19 0 0 0,-10-27-32 0 0,0 0 1 0 0,0-1 0 0 0,1 1-1 0 0,-1 0 1 0 0,1-1 0 0 0,0 0 0 0 0,0 1-1 0 0,0-1 1 0 0,1 0 0 0 0,-1-1 0 0 0,1 1-1 0 0,-1 0 1 0 0,1-1 0 0 0,0 0-1 0 0,0 0 1 0 0,8 2 0 0 0,-6-2-2 0 0,1 0 0 0 0,0-1 1 0 0,0 0-1 0 0,0-1 0 0 0,0 1 0 0 0,0-1 1 0 0,0-1-1 0 0,0 1 0 0 0,13-4 0 0 0,-5 0-3 0 0,-1 0-1 0 0,1-1 1 0 0,-1-1-1 0 0,0 0 1 0 0,-1-1-1 0 0,1 0 1 0 0,-1-1-1 0 0,-1-1 0 0 0,16-13 1 0 0,-15 9 1 0 0,0 0 0 0 0,-1-2 1 0 0,-1 1-1 0 0,0-1 0 0 0,12-24 0 0 0,-8 10 77 0 0,-1-1-1 0 0,10-36 1 0 0,-23 64-97 0 0,-10 152-21 0 0,1-38 110 0 0,1 274 790 0 0,-14 226 384 0 0,21-611-1261 0 0,-15 118 441 0 0,12-105-232 0 0,0-1 0 0 0,-1 1 0 0 0,0-1 0 0 0,-1 0 0 0 0,-1 0 0 0 0,-10 17 0 0 0,13-26-170 0 0,1 0 1 0 0,-1-1 0 0 0,0 1 0 0 0,0-1-1 0 0,0 0 1 0 0,0 0 0 0 0,0 0 0 0 0,-1-1-1 0 0,1 1 1 0 0,-1-1 0 0 0,0 1 0 0 0,0-1-1 0 0,0-1 1 0 0,0 1 0 0 0,0 0 0 0 0,0-1-1 0 0,0 0 1 0 0,-1 0 0 0 0,1 0 0 0 0,0-1-1 0 0,-1 1 1 0 0,1-1 0 0 0,-1 0 0 0 0,1 0-1 0 0,0-1 1 0 0,-1 1 0 0 0,1-1 0 0 0,0 0-1 0 0,-7-2 1 0 0,3 0 0 0 0,1 0 0 0 0,0 0 0 0 0,-1 0 1 0 0,1-1-1 0 0,1 0 0 0 0,-1-1 0 0 0,1 0 0 0 0,-1 0 0 0 0,1 0 0 0 0,1-1 0 0 0,-1 1 0 0 0,1-1 1 0 0,0-1-1 0 0,0 1 0 0 0,-5-11 0 0 0,5 8-21 0 0,1 0-1 0 0,1-1 1 0 0,-1 1 0 0 0,2-1 0 0 0,-1 0 0 0 0,1 0-1 0 0,1 0 1 0 0,0 0 0 0 0,0-17 0 0 0,2 12 0 0 0,1 0 0 0 0,0 0 0 0 0,1-1 1 0 0,1 2-1 0 0,9-27 0 0 0,0 10-67 0 0,3 1 1 0 0,0 0-1 0 0,1 1 0 0 0,2 1 0 0 0,24-28 1 0 0,-3 10-994 0 0,2 1-1 0 0,85-70 1 0 0,-76 75-1571 0 0,3 2 0 0 0,85-45 0 0 0,-65 49-4578 0 0,-38 16 13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2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 2392 0 0,'-17'-27'16214'0'0,"16"26"-16099"0"0,1 0-1 0 0,0 0 1 0 0,0-1 0 0 0,0 1 0 0 0,0 0 0 0 0,0 0-1 0 0,1 0 1 0 0,-1 0 0 0 0,0 0 0 0 0,0-1 0 0 0,1 1 0 0 0,-1 0-1 0 0,1 0 1 0 0,-1 0 0 0 0,1 0 0 0 0,-1 0 0 0 0,1 0-1 0 0,0 0 1 0 0,-1 1 0 0 0,1-1 0 0 0,0 0 0 0 0,0 0-1 0 0,0 0 1 0 0,-1 1 0 0 0,1-1 0 0 0,0 0 0 0 0,0 1 0 0 0,0-1-1 0 0,0 1 1 0 0,0-1 0 0 0,0 1 0 0 0,1-1 0 0 0,0 1-1 0 0,46-18-95 0 0,-39 16 236 0 0,149-41-4466 0 0,-49 15-5913 0 0,-77 20 4080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71 131 2856 0 0,'-15'-6'5118'0'0,"-26"-16"-1"0"0,40 21-5007 0 0,0 1 0 0 0,0-1 0 0 0,0 0 0 0 0,0 1-1 0 0,0-1 1 0 0,1 0 0 0 0,-1 0 0 0 0,0 0 0 0 0,0 0 0 0 0,0 0 0 0 0,1 0-1 0 0,-1 0 1 0 0,0 0 0 0 0,1 0 0 0 0,-1 0 0 0 0,1 0 0 0 0,0 0 0 0 0,-1-1-1 0 0,1 1 1 0 0,0 0 0 0 0,0 0 0 0 0,-1 0 0 0 0,1-1 0 0 0,0 1-1 0 0,0 0 1 0 0,0 0 0 0 0,0-1 0 0 0,1 1 0 0 0,-1 0 0 0 0,0 0 0 0 0,1 0-1 0 0,-1 0 1 0 0,0-1 0 0 0,1 1 0 0 0,-1 0 0 0 0,1 0 0 0 0,0 0 0 0 0,-1 0-1 0 0,1 0 1 0 0,0 0 0 0 0,0 0 0 0 0,0-1 0 0 0,3-2-11 0 0,-1 0-1 0 0,1 1 1 0 0,-1-1 0 0 0,1 1 0 0 0,0-1 0 0 0,0 1 0 0 0,1 0 0 0 0,5-3-1 0 0,0 2-40 0 0,0 0 0 0 0,0 1 0 0 0,1 0 0 0 0,-1 0-1 0 0,1 1 1 0 0,0 1 0 0 0,0 0 0 0 0,0 0-1 0 0,-1 1 1 0 0,1 0 0 0 0,0 1 0 0 0,13 2 0 0 0,-18-1-41 0 0,0-1 1 0 0,0 1-1 0 0,-1 0 1 0 0,1 0-1 0 0,-1 0 1 0 0,1 1 0 0 0,-1 0-1 0 0,0 0 1 0 0,0 1-1 0 0,0-1 1 0 0,0 1-1 0 0,-1 0 1 0 0,1 0-1 0 0,-1 1 1 0 0,0-1 0 0 0,0 1-1 0 0,-1 0 1 0 0,1 0-1 0 0,-1 0 1 0 0,0 1-1 0 0,-1-1 1 0 0,1 1 0 0 0,1 6-1 0 0,-1 1 8 0 0,0 0 1 0 0,-1 1-1 0 0,-1-1 0 0 0,0 0 0 0 0,-1 1 1 0 0,-1-1-1 0 0,0 0 0 0 0,0 0 0 0 0,-2 1 0 0 0,1-1 1 0 0,-2 0-1 0 0,-6 17 0 0 0,-4 6 22 0 0,-2 0 0 0 0,-39 65 0 0 0,-89 97 478 0 0,141-194-422 0 0,0 0 0 0 0,1 1 0 0 0,-1-1 1 0 0,1 0-1 0 0,-4 10 0 0 0,6-13-82 0 0,1 0 0 0 0,-1-1-1 0 0,1 1 1 0 0,-1 0 0 0 0,1 0 0 0 0,-1 0-1 0 0,1 0 1 0 0,-1-1 0 0 0,1 1 0 0 0,0 0 0 0 0,0 0-1 0 0,-1-1 1 0 0,1 1 0 0 0,0-1 0 0 0,0 1 0 0 0,0-1-1 0 0,0 1 1 0 0,0-1 0 0 0,0 1 0 0 0,-1-1 0 0 0,1 0-1 0 0,0 0 1 0 0,0 1 0 0 0,0-1 0 0 0,0 0-1 0 0,0 0 1 0 0,2 0 0 0 0,74-5-861 0 0,1-3 0 0 0,80-19-1 0 0,-41 7-3979 0 0,-74 12-31 0 0,2-1-2625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3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82 2120 0 0,'-75'-31'15667'0'0,"73"31"-15126"0"0,-5-2 1382 0 0,15-3-1325 0 0,17-2-292 0 0,231-28 594 0 0,-255 34-903 0 0,0 1-1 0 0,0 0 1 0 0,0 0 0 0 0,0-1-1 0 0,0 1 1 0 0,0 0-1 0 0,1 0 1 0 0,-1 0-1 0 0,0 1 1 0 0,0-1 0 0 0,0 0-1 0 0,0 0 1 0 0,0 0-1 0 0,0 1 1 0 0,1-1-1 0 0,-1 1 1 0 0,0-1 0 0 0,0 1-1 0 0,0-1 1 0 0,1 2-1 0 0,-1-1 4 0 0,-1 0 0 0 0,1 0-1 0 0,-1 0 1 0 0,1 0 0 0 0,-1-1-1 0 0,1 1 1 0 0,-1 0 0 0 0,0 0-1 0 0,0 0 1 0 0,1 0 0 0 0,-1 0 0 0 0,0 0-1 0 0,0 0 1 0 0,0 1 0 0 0,0-1-1 0 0,0 0 1 0 0,0 0 0 0 0,-1 1-1 0 0,0 4 4 0 0,-1 0-1 0 0,0 0 1 0 0,0-1 0 0 0,0 1-1 0 0,-6 9 1 0 0,-33 50 120 0 0,-78 92 0 0 0,60-83 140 0 0,-2 19 201 0 0,56-83-293 0 0,4-10-146 0 0,1 1 1 0 0,-1 0 0 0 0,1-1 0 0 0,0 1-1 0 0,0 0 1 0 0,0 0 0 0 0,-1-1-1 0 0,1 1 1 0 0,0 0 0 0 0,0 0 0 0 0,0 0-1 0 0,0-1 1 0 0,0 1 0 0 0,0 0-1 0 0,0 0 1 0 0,1-1 0 0 0,-1 1 0 0 0,0 0-1 0 0,0 0 1 0 0,1-1 0 0 0,-1 1-1 0 0,0 0 1 0 0,1-1 0 0 0,-1 1-1 0 0,0 0 1 0 0,1-1 0 0 0,-1 1 0 0 0,1 0-1 0 0,-1-1 1 0 0,1 1 0 0 0,0-1-1 0 0,-1 1 1 0 0,1-1 0 0 0,-1 1 0 0 0,1-1-1 0 0,1 1 1 0 0,0 0 18 0 0,1 1 0 0 0,-1-1 0 0 0,1 0 0 0 0,0 1 0 0 0,0-1 1 0 0,0-1-1 0 0,-1 1 0 0 0,4 0 0 0 0,20 0-12 0 0,0-1 0 0 0,-1-2 0 0 0,1-1 0 0 0,39-9 1 0 0,-25 5-445 0 0,214-47-5503 0 0,-87 5-3725 0 0,-114 31 3365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55 784 0 0,'-91'4'13473'0'0,"55"-4"-8690"0"0,37-1-4737 0 0,1-1 1 0 0,-1 1-1 0 0,0 0 1 0 0,1 0-1 0 0,-1 0 1 0 0,1 0-1 0 0,-1 0 1 0 0,1 0-1 0 0,0 0 1 0 0,-1 1-1 0 0,1-1 1 0 0,0 0-1 0 0,-1 1 1 0 0,4-1-1 0 0,170-30-1143 0 0,-59 19-8766 0 0,-98 10 3490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38 2148 0 0,'-171'113'16029'0'0,"169"-112"-15892"0"0,2-1-71 0 0,-1 0-1 0 0,1 1 1 0 0,-1-1 0 0 0,1 0 0 0 0,-1 1 0 0 0,1-1 0 0 0,-1 1 0 0 0,1-1 0 0 0,-1 0 0 0 0,1 1 0 0 0,0-1-1 0 0,-1 1 1 0 0,1-1 0 0 0,0 1 0 0 0,-1 0 0 0 0,1-1 0 0 0,0 1 0 0 0,-1-1 0 0 0,1 1 0 0 0,0-1 0 0 0,0 1-1 0 0,0 0 1 0 0,0 0-40 0 0,0-1-1 0 0,1 1 0 0 0,-1-1 1 0 0,0 0-1 0 0,1 1 0 0 0,-1-1 1 0 0,0 1-1 0 0,1-1 0 0 0,-1 0 1 0 0,1 0-1 0 0,-1 1 1 0 0,1-1-1 0 0,-1 0 0 0 0,1 0 1 0 0,-1 1-1 0 0,1-1 0 0 0,-1 0 1 0 0,1 0-1 0 0,-1 0 0 0 0,1 0 1 0 0,-1 0-1 0 0,1 0 0 0 0,-1 0 1 0 0,1 0-1 0 0,-1 0 0 0 0,1 0 1 0 0,-1 0-1 0 0,1 0 1 0 0,-1 0-1 0 0,2 0 0 0 0,55-6-193 0 0,0-2 0 0 0,62-16 1 0 0,114-43-5343 0 0,-119 26-1061 0 0,-57 18 944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5:5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659 165 1128 0 0,'-3'-41'16464'0'0,"-13"47"-15096"0"0,9-2-1056 0 0,1 1 1 0 0,0-1 0 0 0,0 1 0 0 0,1 0 0 0 0,0 0-1 0 0,-9 11 1 0 0,-25 38 559 0 0,35-47-760 0 0,-20 30 349 0 0,2 1 0 0 0,2 0-1 0 0,-16 44 1 0 0,28-61-261 0 0,1 1 1 0 0,1-1-1 0 0,1 1 1 0 0,1 0 0 0 0,1 1-1 0 0,1-1 1 0 0,1 41-1 0 0,2-56-103 0 0,0 0 0 0 0,0 0 0 0 0,0 0 0 0 0,1-1 0 0 0,0 1 0 0 0,0 0 0 0 0,0-1 0 0 0,1 1 0 0 0,0-1 0 0 0,1 0 0 0 0,6 10 0 0 0,-7-13-34 0 0,0 1 1 0 0,0-1-1 0 0,1 1 0 0 0,0-1 1 0 0,-1 0-1 0 0,1 0 0 0 0,0-1 1 0 0,1 1-1 0 0,-1-1 1 0 0,0 0-1 0 0,1 0 0 0 0,-1-1 1 0 0,1 1-1 0 0,0-1 0 0 0,-1 0 1 0 0,1 0-1 0 0,8 0 1 0 0,0 0 6 0 0,0-2 1 0 0,1 0 0 0 0,-1-1-1 0 0,1 0 1 0 0,-1-1-1 0 0,0 0 1 0 0,0-1 0 0 0,-1 0-1 0 0,1-1 1 0 0,-1-1 0 0 0,0 0-1 0 0,0-1 1 0 0,15-11 0 0 0,-2 0 32 0 0,-1-2 0 0 0,0-1 1 0 0,-2-1-1 0 0,33-40 1 0 0,-32 33-62 0 0,-1-2 1 0 0,-2 0-1 0 0,19-41 1 0 0,-29 50 24 0 0,0 0-1 0 0,-2 0 1 0 0,-1-1 0 0 0,-1 1 0 0 0,0-2 0 0 0,1-26 0 0 0,-6 43-48 0 0,-1-1 1 0 0,0 1 0 0 0,0 0-1 0 0,0 0 1 0 0,-1-1-1 0 0,-1 1 1 0 0,1 0 0 0 0,-1 0-1 0 0,0 0 1 0 0,0 0-1 0 0,-1 1 1 0 0,0-1 0 0 0,-1 1-1 0 0,1-1 1 0 0,-1 1-1 0 0,-8-9 1 0 0,5 7-16 0 0,-1 0-1 0 0,0 1 1 0 0,0 0 0 0 0,-1 1 0 0 0,0 0 0 0 0,0 0-1 0 0,-1 1 1 0 0,1 0 0 0 0,-1 1 0 0 0,-17-6-1 0 0,0 3-335 0 0,-1 1 0 0 0,0 1-1 0 0,-1 1 1 0 0,1 1-1 0 0,0 2 1 0 0,-1 1-1 0 0,1 1 1 0 0,-1 2-1 0 0,-41 8 1 0 0,12 3-1750 0 0,1 1 1 0 0,1 4-1 0 0,-88 41 1 0 0,29-4-4299 0 0,-4 7-3589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135 489 1140 0 0,'-5'7'1665'0'0,"0"0"1"0"0,-1-1-1 0 0,-11 11 0 0 0,13-13-1309 0 0,0-1 0 0 0,-1 1 0 0 0,1-1 0 0 0,-1 0-1 0 0,0 0 1 0 0,0-1 0 0 0,0 1 0 0 0,0-1 0 0 0,0 0-1 0 0,-11 2 1 0 0,14-4-319 0 0,0-1 0 0 0,1 1 1 0 0,-1-1-1 0 0,1 1 0 0 0,-1-1 0 0 0,1 1 0 0 0,-1-1 0 0 0,1 0 0 0 0,-1 0 0 0 0,1 0 1 0 0,-1 0-1 0 0,1 0 0 0 0,0 0 0 0 0,0 0 0 0 0,0-1 0 0 0,-1 1 0 0 0,1 0 1 0 0,0-1-1 0 0,1 1 0 0 0,-1 0 0 0 0,0-1 0 0 0,0 1 0 0 0,0-3 0 0 0,-1-2-5 0 0,0 0-1 0 0,1 0 0 0 0,0 0 1 0 0,0-1-1 0 0,1 1 0 0 0,0 0 0 0 0,0-1 1 0 0,0 1-1 0 0,1-1 0 0 0,-1 1 0 0 0,3-8 1 0 0,4-9 24 0 0,13-36 0 0 0,-15 46-41 0 0,6-13-18 0 0,1 1 0 0 0,1 1 0 0 0,1 0 0 0 0,1 1 1 0 0,1 0-1 0 0,1 1 0 0 0,1 1 0 0 0,1 1 1 0 0,0 0-1 0 0,28-20 0 0 0,-32 28-9 0 0,1 2 0 0 0,0 0-1 0 0,0 1 1 0 0,1 0 0 0 0,0 2-1 0 0,36-12 1 0 0,-40 16 19 0 0,0 0 0 0 0,0 1 0 0 0,1 0 0 0 0,-1 2 0 0 0,1-1-1 0 0,-1 1 1 0 0,1 1 0 0 0,-1 1 0 0 0,0 0 0 0 0,19 5 0 0 0,-21-4-31 0 0,0 1 0 0 0,-1 0 0 0 0,1 1 0 0 0,-1 0 0 0 0,0 0 0 0 0,0 1 0 0 0,-1 0 0 0 0,11 10 0 0 0,-14-11-504 0 0,-1 1 0 0 0,1 0 0 0 0,-1 0 0 0 0,0 1 0 0 0,0-1 0 0 0,-1 1 0 0 0,0 0 0 0 0,0 0 0 0 0,0 1-1 0 0,-1-1 1 0 0,0 1 0 0 0,1 8 0 0 0,0 2-3055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09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16 1264 0 0,'-2'-2'1845'0'0,"-20"-12"2773"0"0,11 25-1719 0 0,6 7-1840 0 0,2-1 1 0 0,0 1-1 0 0,1 0 0 0 0,1 23 0 0 0,-3 24 239 0 0,-58 267 1056 0 0,-3 26-2431 0 0,64-347-98 0 0,-1 2-370 0 0,0-1 0 0 0,1 0 0 0 0,1 1-1 0 0,0-1 1 0 0,1 1 0 0 0,0-1 0 0 0,1 1 0 0 0,3 13 0 0 0,-4-25 191 0 0,7 13-759 0 0,26-13-9432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365 484 1188 0 0,'-1'-1'261'0'0,"0"0"-1"0"0,0 0 1 0 0,0 0-1 0 0,0 0 1 0 0,-1 0 0 0 0,1 0-1 0 0,0 0 1 0 0,0 1-1 0 0,-1-1 1 0 0,1 0 0 0 0,-1 1-1 0 0,1-1 1 0 0,-1 1-1 0 0,1-1 1 0 0,-1 1 0 0 0,1 0-1 0 0,-1 0 1 0 0,1 0-1 0 0,-1 0 1 0 0,1 0-1 0 0,-1 0 1 0 0,1 0 0 0 0,-1 0-1 0 0,1 0 1 0 0,-1 1-1 0 0,1-1 1 0 0,-2 1 0 0 0,-4 2 135 0 0,1-1 1 0 0,-1 1-1 0 0,1 1 1 0 0,0-1 0 0 0,-5 5-1 0 0,-9 7 330 0 0,0 2-1 0 0,1 0 1 0 0,2 0-1 0 0,-1 2 1 0 0,-25 36-1 0 0,16-14-127 0 0,2 0 0 0 0,-21 49-1 0 0,37-71-474 0 0,1 0 1 0 0,0 1-1 0 0,2 1 0 0 0,-6 31 1 0 0,11-46-106 0 0,0 1 0 0 0,0 0 0 0 0,1 0 0 0 0,-1 0 1 0 0,1 0-1 0 0,1 0 0 0 0,0 0 0 0 0,0-1 0 0 0,0 1 1 0 0,1 0-1 0 0,-1 0 0 0 0,2-1 0 0 0,-1 1 0 0 0,1-1 1 0 0,0 0-1 0 0,0 0 0 0 0,6 9 0 0 0,-6-13-10 0 0,0 1-1 0 0,0-1 1 0 0,-1 1-1 0 0,1-1 1 0 0,1 0-1 0 0,-1 0 1 0 0,0-1-1 0 0,0 1 1 0 0,1-1-1 0 0,-1 1 1 0 0,1-1-1 0 0,-1 0 1 0 0,1 0-1 0 0,-1-1 1 0 0,1 1-1 0 0,0-1 0 0 0,-1 0 1 0 0,1 0-1 0 0,0 0 1 0 0,-1 0-1 0 0,1 0 1 0 0,0-1-1 0 0,-1 0 1 0 0,1 0-1 0 0,-1 0 1 0 0,1 0-1 0 0,6-3 1 0 0,-1 0-6 0 0,0-1 0 0 0,1 0 0 0 0,-2 0 0 0 0,1-1 0 0 0,-1 0 1 0 0,1 0-1 0 0,-2-1 0 0 0,14-14 0 0 0,-12 9-21 0 0,-1 0 1 0 0,0-1-1 0 0,-1 0 0 0 0,0 0 0 0 0,-1 0 1 0 0,-1-1-1 0 0,0 0 0 0 0,-1 0 1 0 0,0 0-1 0 0,2-19 0 0 0,-1-16-104 0 0,-1-83 0 0 0,-4 109 56 0 0,0 21 40 0 0,-2 13-36 0 0,-4 39 280 0 0,1 1-1 0 0,3 0 1 0 0,3-1-1 0 0,8 70 1 0 0,-8-110-199 0 0,1 0-1 0 0,0 0 1 0 0,0 0 0 0 0,1 0 0 0 0,1 0-1 0 0,0-1 1 0 0,6 11 0 0 0,-9-17-17 0 0,1 0 0 0 0,0 0 0 0 0,0 0 0 0 0,0-1 0 0 0,1 1 0 0 0,-1-1 0 0 0,0 0 0 0 0,1 0 0 0 0,0 0 1 0 0,-1 0-1 0 0,1 0 0 0 0,0 0 0 0 0,0-1 0 0 0,0 1 0 0 0,0-1 0 0 0,0 0 0 0 0,1 0 0 0 0,-1 0 0 0 0,0 0 1 0 0,1 0-1 0 0,-1-1 0 0 0,0 0 0 0 0,1 0 0 0 0,-1 0 0 0 0,5 0 0 0 0,3-2-136 0 0,0 0 0 0 0,0-1 0 0 0,0 0 0 0 0,-1-1 0 0 0,1 0 0 0 0,-1 0 0 0 0,0-2 0 0 0,0 1 0 0 0,0-1 0 0 0,-1 0 0 0 0,0-1 0 0 0,0 0 0 0 0,-1-1 0 0 0,15-16 0 0 0,-5 3-336 0 0,-1 0 1 0 0,-1-2-1 0 0,-1 0 0 0 0,23-50 1 0 0,-20 30 110 0 0,-1-2 0 0 0,-3 0 0 0 0,10-51-1 0 0,16-144-131 0 0,-39 232 488 0 0,11-106 335 0 0,-2-145-1 0 0,-11 250 3 0 0,-3 14 142 0 0,-2 13 190 0 0,-25 180 2359 0 0,-9 320-1 0 0,35 38-1475 0 0,5-544-1522 0 0,0-1 45 0 0,1 0 1 0 0,0 0-1 0 0,0 0 1 0 0,4 11-1 0 0,-4-23-67 0 0,0 0-1 0 0,-1 1 1 0 0,1-1-1 0 0,0 0 1 0 0,0 0 0 0 0,0 0-1 0 0,-1 1 1 0 0,1-1 0 0 0,0 0-1 0 0,-1 0 1 0 0,1 0-1 0 0,-1 0 1 0 0,1 0 0 0 0,-1 0-1 0 0,1 0 1 0 0,-1-2-1 0 0,52-267-301 0 0,-37 170 54 0 0,29-99 0 0 0,-44 199 243 0 0,63-190-216 0 0,-53 166 190 0 0,0 2-1 0 0,2-1 0 0 0,0 1 1 0 0,2 1-1 0 0,30-37 0 0 0,-39 52 16 0 0,0 1-1 0 0,0 0 0 0 0,1 1 0 0 0,0 0 0 0 0,0 0 1 0 0,0 0-1 0 0,0 0 0 0 0,0 1 0 0 0,1 0 0 0 0,11-4 1 0 0,-17 7 9 0 0,1 0 0 0 0,0 0 1 0 0,0 0-1 0 0,-1-1 0 0 0,1 2 1 0 0,0-1-1 0 0,0 0 0 0 0,-1 0 0 0 0,1 0 1 0 0,0 1-1 0 0,0-1 0 0 0,-1 1 1 0 0,1 0-1 0 0,0-1 0 0 0,-1 1 1 0 0,1 0-1 0 0,-1 0 0 0 0,1 0 1 0 0,-1 0-1 0 0,1 0 0 0 0,-1 0 1 0 0,0 0-1 0 0,0 1 0 0 0,1-1 1 0 0,-1 0-1 0 0,0 1 0 0 0,0-1 0 0 0,1 3 1 0 0,0 0-5 0 0,1 0 0 0 0,-1 0 0 0 0,0 1 0 0 0,0-1 0 0 0,0 1 0 0 0,-1 0 0 0 0,0-1 0 0 0,2 10 0 0 0,-3 0 1 0 0,0 0 0 0 0,-1 0 0 0 0,-1 0 0 0 0,0 1 0 0 0,-1-2 0 0 0,0 1-1 0 0,-1 0 1 0 0,-1-1 0 0 0,0 1 0 0 0,-1-1 0 0 0,-10 16 0 0 0,1-3-9 0 0,-2 0 0 0 0,-1-2 0 0 0,0 0-1 0 0,-29 27 1 0 0,39-42-1 0 0,-1-1-1 0 0,0 0 0 0 0,0 0 1 0 0,0-1-1 0 0,-1 0 1 0 0,0-1-1 0 0,-1 0 0 0 0,1-1 1 0 0,-17 7-1 0 0,24-12 0 0 0,0 1 0 0 0,0-1-1 0 0,0 1 1 0 0,-1-1 0 0 0,1 0-1 0 0,0 0 1 0 0,0 0 0 0 0,0-1-1 0 0,0 1 1 0 0,0-1 0 0 0,0 1-1 0 0,-1-1 1 0 0,1 0 0 0 0,1 0 0 0 0,-1-1-1 0 0,0 1 1 0 0,0-1 0 0 0,-3-1-1 0 0,1-2-19 0 0,0 1-1 0 0,0-1 1 0 0,0 1 0 0 0,0-2-1 0 0,1 1 1 0 0,-7-10 0 0 0,10 14-12 0 0,2-3 5 0 0,-1 4 43 0 0,0 0-1 0 0,0 0 1 0 0,-1-1-1 0 0,1 1 0 0 0,0 0 1 0 0,0 0-1 0 0,0 0 0 0 0,0-1 1 0 0,0 1-1 0 0,0 0 1 0 0,0 0-1 0 0,0 0 0 0 0,0-1 1 0 0,0 1-1 0 0,1 0 1 0 0,-1 0-1 0 0,0 0 0 0 0,0 0 1 0 0,0-1-1 0 0,0 1 0 0 0,0 0 1 0 0,0 0-1 0 0,0 0 1 0 0,0-1-1 0 0,0 1 0 0 0,1 0 1 0 0,-1 0-1 0 0,0 0 0 0 0,0 0 1 0 0,0 0-1 0 0,0 0 1 0 0,0-1-1 0 0,1 1 0 0 0,-1 0 1 0 0,0 0-1 0 0,0 0 1 0 0,0 0-1 0 0,1 0 0 0 0,-1 0 1 0 0,0 0-1 0 0,0 0 0 0 0,0 0 1 0 0,1 0-1 0 0,8 3 6 0 0,-1 0-1 0 0,1 0 0 0 0,0 1 1 0 0,-1 0-1 0 0,0 1 0 0 0,0 0 1 0 0,0 0-1 0 0,-1 1 1 0 0,0 0-1 0 0,11 12 0 0 0,7 8 170 0 0,30 42 1 0 0,-42-51-123 0 0,159 199 264 0 0,-162-205-359 0 0,0 0 1 0 0,1-1-1 0 0,0 0 0 0 0,0-1 0 0 0,1 0 0 0 0,0 0 0 0 0,0-2 0 0 0,1 1 0 0 0,22 8 1 0 0,-32-15-211 0 0,-1 0 1 0 0,0-1 0 0 0,0 1 0 0 0,1-1 0 0 0,-1 0 0 0 0,0 1-1 0 0,1-1 1 0 0,-1 0 0 0 0,0 0 0 0 0,1-1 0 0 0,-1 1 0 0 0,0 0-1 0 0,1-1 1 0 0,-1 0 0 0 0,0 1 0 0 0,0-1 0 0 0,0 0-1 0 0,1 0 1 0 0,-1 0 0 0 0,4-3 0 0 0,-4 2-331 0 0,-1 1 1 0 0,1-1-1 0 0,0 0 1 0 0,0 0-1 0 0,-1 0 0 0 0,1-1 1 0 0,-1 1-1 0 0,0 0 1 0 0,0-1-1 0 0,0 1 1 0 0,0 0-1 0 0,1-5 0 0 0,2-9-4585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106 149 2140 0 0,'0'0'7703'0'0,"4"23"-3041"0"0,-2-20-4536 0 0,0 0 1 0 0,0 0 0 0 0,0 0 0 0 0,0 0 0 0 0,0-1 0 0 0,1 1-1 0 0,-1 0 1 0 0,1-1 0 0 0,0 0 0 0 0,0 0 0 0 0,0 0-1 0 0,0 0 1 0 0,0 0 0 0 0,0 0 0 0 0,1-1 0 0 0,-1 1 0 0 0,0-1-1 0 0,1 0 1 0 0,-1 0 0 0 0,1-1 0 0 0,-1 1 0 0 0,1-1-1 0 0,0 1 1 0 0,-1-1 0 0 0,1 0 0 0 0,-1-1 0 0 0,1 1 0 0 0,0 0-1 0 0,-1-1 1 0 0,1 0 0 0 0,-1 0 0 0 0,0 0 0 0 0,6-3-1 0 0,-6 3-114 0 0,-1 0 0 0 0,0 0 0 0 0,1 0 0 0 0,-1 0 0 0 0,0 0 0 0 0,0-1 0 0 0,0 1 1 0 0,0-1-1 0 0,0 0 0 0 0,-1 0 0 0 0,1 1 0 0 0,0-1 0 0 0,-1 0 0 0 0,1 0 0 0 0,-1 0 0 0 0,0-1 0 0 0,0 1 0 0 0,0 0 0 0 0,0 0 0 0 0,1-4 0 0 0,-1 2-5 0 0,-1 0 1 0 0,1-1-1 0 0,-1 1 1 0 0,0 0-1 0 0,0-1 1 0 0,0 1-1 0 0,-1-1 0 0 0,1 1 1 0 0,-1 0-1 0 0,-3-9 1 0 0,1 5-14 0 0,0-1 1 0 0,-1 1-1 0 0,0-1 0 0 0,-1 1 0 0 0,0 0 1 0 0,0 1-1 0 0,0-1 0 0 0,-1 1 1 0 0,0 0-1 0 0,-14-11 0 0 0,18 16 2 0 0,0 0 0 0 0,-1 1 0 0 0,1-1 0 0 0,-1 1 0 0 0,1 0 0 0 0,-1-1 0 0 0,1 1 0 0 0,-1 1 0 0 0,1-1 0 0 0,-1 0 0 0 0,0 1 0 0 0,0-1 0 0 0,1 1 0 0 0,-1 0-1 0 0,0-1 1 0 0,0 2 0 0 0,1-1 0 0 0,-1 0 0 0 0,-5 1 0 0 0,4 1-1 0 0,0 0 0 0 0,0-1 0 0 0,1 1 0 0 0,-1 1 0 0 0,0-1 0 0 0,1 0 0 0 0,-1 1 0 0 0,1 0 0 0 0,0 0-1 0 0,0 0 1 0 0,-4 5 0 0 0,-3 6 19 0 0,0 0-1 0 0,2 0 0 0 0,0 1 1 0 0,0 0-1 0 0,-7 23 0 0 0,10-22 28 0 0,0 1 0 0 0,1 0 0 0 0,0-1 0 0 0,1 1 0 0 0,2 0 0 0 0,-1 1 0 0 0,2-1 0 0 0,0 0 0 0 0,1 0 0 0 0,5 25 0 0 0,-5-35-36 0 0,1 0 0 0 0,0 0 0 0 0,0 0 0 0 0,1 0 0 0 0,-1 0-1 0 0,1-1 1 0 0,1 1 0 0 0,-1-1 0 0 0,1 0 0 0 0,1 0 0 0 0,-1 0 0 0 0,1-1 0 0 0,0 1 0 0 0,0-1 0 0 0,0 0 0 0 0,1-1-1 0 0,-1 1 1 0 0,1-1 0 0 0,1 0 0 0 0,-1-1 0 0 0,0 1 0 0 0,1-1 0 0 0,0-1 0 0 0,-1 1 0 0 0,1-1 0 0 0,0 0 0 0 0,8 1-1 0 0,9-1-476 0 0,0 0-1 0 0,0-1 0 0 0,0-2 0 0 0,0 0 0 0 0,28-6 0 0 0,117-32-4722 0 0,-101 19 1400 0 0,12-6-1588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1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442 246 16 0 0,'-7'4'1951'0'0,"-1"-1"0"0"0,1 0 0 0 0,-1 0 0 0 0,-15 3 0 0 0,-9-3 1475 0 0,25-4-3011 0 0,0 0 0 0 0,0-1 1 0 0,1-1-1 0 0,-1 1 0 0 0,1-1 1 0 0,-1 0-1 0 0,-9-6 1 0 0,-40-26 455 0 0,-169-93-170 0 0,223 126-707 0 0,5 2-4 0 0,1 0 11 0 0,0 0 1 0 0,-1 1-1 0 0,1-1 1 0 0,-1 1-1 0 0,1 0 1 0 0,6 2-1 0 0,10 2 4 0 0,44 1-7 0 0,-1-2 0 0 0,67-4 1 0 0,-88-3-1 0 0,-1-1 0 0 0,1-3 0 0 0,-1-1 0 0 0,45-15 0 0 0,-78 21-5 0 0,0-1 0 0 0,0 0 0 0 0,-1 0 1 0 0,1 0-1 0 0,-1-1 0 0 0,0 0 0 0 0,0-1 0 0 0,-1 0 0 0 0,1 0 0 0 0,-1 0 0 0 0,6-6 0 0 0,-11 9-16 0 0,-3 3-21 0 0,0-1 40 0 0,0 1 1 0 0,0 0-1 0 0,0-1 1 0 0,0 1-1 0 0,0 0 1 0 0,0 0-1 0 0,1 0 1 0 0,-1 0 0 0 0,0 1-1 0 0,1-1 1 0 0,-1 0-1 0 0,0 1 1 0 0,-1 2-1 0 0,-22 26-26 0 0,19-23 25 0 0,-361 420 997 0 0,219-259-532 0 0,139-158-423 0 0,-14 16 126 0 0,-36 52 0 0 0,58-77-86 0 0,15-8-37 0 0,-5 1-23 0 0,-1 0 0 0 0,15-15-1 0 0,11-8-3 0 0,-26 23-21 0 0,1 1 1 0 0,-1 0-1 0 0,1 0 0 0 0,1 0 0 0 0,14-4 1 0 0,-17 8-1 0 0,0 0 1 0 0,1 0 0 0 0,-1 0 0 0 0,1 1 0 0 0,-1 0-1 0 0,1 0 1 0 0,-1 1 0 0 0,12 3 0 0 0,6 2 26 0 0,43 16 0 0 0,-48-14-206 0 0,0-2-1 0 0,0 0 1 0 0,36 6 0 0 0,-41-11-891 0 0,0 0 0 0 0,0-2 0 0 0,26-3 0 0 0,15-9-5951 0 0,-31 5 1759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1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81 2756 0 0,'-14'-6'6874'0'0,"-8"2"1078"0"0,25 3-7477 0 0,141-40 1182 0 0,-69 21-3979 0 0,-39 13-4011 0 0,-29 6 3542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71 102 2084 0 0,'-13'12'2008'0'0,"2"-3"164"0"0,0 0 1 0 0,1 1 0 0 0,-15 19 928 0 0,25-28-3028 0 0,0-1 1 0 0,0 1 0 0 0,0 0 0 0 0,1-1-1 0 0,-1 1 1 0 0,0-1 0 0 0,0 1-1 0 0,1-1 1 0 0,-1 1 0 0 0,1 0 0 0 0,-1-1-1 0 0,0 1 1 0 0,1-1 0 0 0,-1 1 0 0 0,1-1-1 0 0,-1 0 1 0 0,1 1 0 0 0,-1-1 0 0 0,1 0-1 0 0,-1 1 1 0 0,1-1 0 0 0,0 0 0 0 0,-1 1-1 0 0,1-1 1 0 0,-1 0 0 0 0,1 0-1 0 0,0 0 1 0 0,-1 0 0 0 0,1 1 0 0 0,0-1-1 0 0,-1 0 1 0 0,1 0 0 0 0,0 0 0 0 0,-1-1-1 0 0,1 1 1 0 0,0 0 0 0 0,-1 0 0 0 0,2 0-1 0 0,32-7 150 0 0,-25 5 70 0 0,209-50-474 0 0,0-16-5048 0 0,-146 42 1426 0 0,3-1-1682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167 433 1892 0 0,'-81'2'8702'0'0,"11"-2"-1200"0"0,93-28-5948 0 0,4 3-1290 0 0,0-1 0 0 0,42-54-1 0 0,-60 67-246 0 0,0 0 0 0 0,-2-1 0 0 0,1 1 0 0 0,-2-2 0 0 0,0 1 0 0 0,0-1 0 0 0,-1 0 0 0 0,-1 0 0 0 0,3-24 0 0 0,-3 13 11 0 0,0 0-76 0 0,0-29-1 0 0,-4 52 2 0 0,-1 3-14 0 0,-1 1 57 0 0,1-1 1 0 0,0 1-1 0 0,-1 0 1 0 0,1-1 0 0 0,0 1-1 0 0,0 0 1 0 0,0 0-1 0 0,0 0 1 0 0,0 0-1 0 0,0 0 1 0 0,0 0 0 0 0,0 0-1 0 0,0 0 1 0 0,0 0-1 0 0,0 0 1 0 0,1 0-1 0 0,-1 1 1 0 0,0-1 0 0 0,1 0-1 0 0,-1 0 1 0 0,0 3-1 0 0,-12 36-5 0 0,11-32 14 0 0,-28 116 143 0 0,-23 215 0 0 0,46-278-71 0 0,-26 253 348 0 0,19-161 228 0 0,4-85 4084 0 0,10-67-4706 0 0,0-1 1 0 0,0 0-1 0 0,0 1 0 0 0,0-1 1 0 0,0 0-1 0 0,0 0 0 0 0,0 1 1 0 0,0-1-1 0 0,0 0 1 0 0,0 1-1 0 0,0-1 0 0 0,0 0 1 0 0,-1 1-1 0 0,1-1 0 0 0,0 0 1 0 0,0 0-1 0 0,0 1 1 0 0,0-1-1 0 0,-1 0 0 0 0,1 0 1 0 0,0 0-1 0 0,0 1 0 0 0,0-1 1 0 0,-1 0-1 0 0,1 0 1 0 0,0 0-1 0 0,0 1 0 0 0,-1-1 1 0 0,1 0-1 0 0,0 0 0 0 0,-1 0 1 0 0,1 0-1 0 0,0 0 1 0 0,0 0-1 0 0,-1 0 0 0 0,1 0 1 0 0,0 1-1 0 0,-1-1 1 0 0,1 0-1 0 0,0 0 0 0 0,-1 0 1 0 0,1-1-1 0 0,0 1 0 0 0,0 0 1 0 0,-1 0-1 0 0,1 0 1 0 0,0 0-1 0 0,-1 0 0 0 0,1 0 1 0 0,0 0-1 0 0,0 0 0 0 0,-1-1 1 0 0,1 1-1 0 0,0 0 1 0 0,0 0-1 0 0,-1 0 0 0 0,1-1 1 0 0,0 1-1 0 0,0 0 0 0 0,0 0 1 0 0,-1 0-1 0 0,1-1 1 0 0,-12-15 492 0 0,7 4-491 0 0,-1 0 0 0 0,2-1 0 0 0,0 1 0 0 0,1-1 0 0 0,0 0 1 0 0,0 0-1 0 0,2 0 0 0 0,0 0 0 0 0,0-14 0 0 0,2 8-107 0 0,1 0 0 0 0,0 0 0 0 0,2 1 0 0 0,0-1-1 0 0,11-30 1 0 0,-2 19-104 0 0,1 0-1 0 0,1 1 1 0 0,1 1 0 0 0,2 0-1 0 0,0 2 1 0 0,2 0-1 0 0,24-24 1 0 0,-22 27 24 0 0,0 2 0 0 0,2 1 0 0 0,43-29 1 0 0,-51 39 104 0 0,-1 1 1 0 0,2 1-1 0 0,-1 1 1 0 0,1 0 0 0 0,0 1-1 0 0,1 0 1 0 0,28-4 0 0 0,-42 10 18 0 0,1-1 1 0 0,-1 1-1 0 0,1 0 1 0 0,-1 0-1 0 0,1 0 1 0 0,-1 1-1 0 0,1 0 0 0 0,-1 0 1 0 0,1 0-1 0 0,-1 0 1 0 0,0 0-1 0 0,6 4 1 0 0,-8-4 20 0 0,-1 0 0 0 0,1 0 0 0 0,0 0 0 0 0,0 1 0 0 0,-1-1-1 0 0,1 0 1 0 0,-1 1 0 0 0,0 0 0 0 0,1-1 0 0 0,-1 1 0 0 0,0 0 0 0 0,0-1 0 0 0,0 1 0 0 0,0 0 0 0 0,0 0 0 0 0,0 0 0 0 0,0 0 0 0 0,-1 0 0 0 0,1 0 0 0 0,-1 0 0 0 0,0 0-1 0 0,1 0 1 0 0,-1 0 0 0 0,0 1 0 0 0,0-1 0 0 0,0 0 0 0 0,-1 0 0 0 0,1 2 0 0 0,-3 6 2 0 0,0 0 0 0 0,0 0 0 0 0,0 0 0 0 0,-1-1 0 0 0,-1 0 0 0 0,0 0 0 0 0,0 0 0 0 0,0 0 1 0 0,-1-1-1 0 0,-12 13 0 0 0,-4 3 18 0 0,-51 40 0 0 0,48-43 34 0 0,-2-2-1 0 0,0 0 1 0 0,-1-2-1 0 0,-1-1 1 0 0,0-2-1 0 0,-1 0 1 0 0,-46 12-1 0 0,72-24-42 0 0,0-1 1 0 0,0 0-1 0 0,0 0 0 0 0,0-1 0 0 0,0 1 1 0 0,0-1-1 0 0,0 0 0 0 0,0 0 0 0 0,0 0 1 0 0,0-1-1 0 0,0 1 0 0 0,0-1 0 0 0,0 0 1 0 0,0 0-1 0 0,0-1 0 0 0,0 1 0 0 0,-7-4 1 0 0,11 4-7 0 0,-1 1 1 0 0,1 0 0 0 0,-1-1 0 0 0,1 1-1 0 0,-1 0 1 0 0,1-1 0 0 0,0 1-1 0 0,-1-1 1 0 0,1 1 0 0 0,0 0 0 0 0,-1-1-1 0 0,1 1 1 0 0,0-1 0 0 0,0 1-1 0 0,-1-1 1 0 0,1 1 0 0 0,0-1 0 0 0,0 1-1 0 0,0-1 1 0 0,0 1 0 0 0,0-1 0 0 0,0 0-1 0 0,-1 1 1 0 0,1-1 0 0 0,1 1-1 0 0,-1-1 1 0 0,0 1 0 0 0,0-1 0 0 0,0 1-1 0 0,0-1 1 0 0,0 1 0 0 0,0-1-1 0 0,1 1 1 0 0,-1-1 0 0 0,0 1 0 0 0,0-1-1 0 0,1 1 1 0 0,-1-1 0 0 0,0 1-1 0 0,1-1 1 0 0,-1 1 0 0 0,0 0 0 0 0,1-1-1 0 0,-1 1 1 0 0,1 0 0 0 0,-1-1-1 0 0,0 1 1 0 0,1 0 0 0 0,-1-1 0 0 0,1 1-1 0 0,0 0 1 0 0,2-2-9 0 0,-1 1 1 0 0,1-1-1 0 0,-1 1 0 0 0,1 0 0 0 0,0 0 0 0 0,0 0 1 0 0,0 0-1 0 0,4-1 0 0 0,4 2-12 0 0,0 0 1 0 0,0 0-1 0 0,0 2 0 0 0,0-1 1 0 0,0 1-1 0 0,-1 1 0 0 0,1-1 1 0 0,16 8-1 0 0,-10-2 75 0 0,-1 0-1 0 0,0 1 1 0 0,-1 1-1 0 0,24 19 1 0 0,-7 0-587 0 0,-1 2 1 0 0,-1 0-1 0 0,41 59 0 0 0,-67-83-182 0 0,28 33-3679 0 0,-9-18-4616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1 720 0 0,'12'-1'1321'0'0,"-1"2"0"0"0,1 0 0 0 0,-1 0 0 0 0,0 1 1 0 0,1 0-1 0 0,-1 1 0 0 0,0 0 0 0 0,13 6 0 0 0,-20-7-1124 0 0,-1 0 0 0 0,1 0 1 0 0,-1 0-1 0 0,0 0 0 0 0,0 1 0 0 0,0 0 0 0 0,0-1 0 0 0,0 1 1 0 0,0 0-1 0 0,-1 0 0 0 0,1 0 0 0 0,-1 1 0 0 0,0-1 1 0 0,0 0-1 0 0,0 1 0 0 0,-1 0 0 0 0,1-1 0 0 0,-1 1 0 0 0,0 0 1 0 0,0 0-1 0 0,0 0 0 0 0,0 0 0 0 0,-1-1 0 0 0,1 1 0 0 0,-1 0 1 0 0,0 0-1 0 0,-1 6 0 0 0,-1 5-108 0 0,-1 0 0 0 0,0 0 0 0 0,-1 0 0 0 0,-1 0 0 0 0,0-1 0 0 0,-1 0 0 0 0,-1 0 0 0 0,0-1 0 0 0,-1 1 0 0 0,-9 11 0 0 0,-13 14-2076 0 0,-62 64 0 0 0,78-89-245 0 0,-1 0 1 0 0,-21 15-1 0 0,3-8-3805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163 105 392 0 0,'13'-103'10419'0'0,"-12"101"-9656"0"0,9 19 510 0 0,2 35-208 0 0,-3 1 1 0 0,4 65-1 0 0,5 27-366 0 0,-14-111-536 0 0,3 0 0 0 0,0-1 1 0 0,3 0-1 0 0,0-1 1 0 0,17 35-1 0 0,-8-39 562 0 0,-18-27-675 0 0,0 0 0 0 0,0 0 0 0 0,1 1 0 0 0,-1-1 0 0 0,0 0 0 0 0,0-1 0 0 0,1 1 0 0 0,-1 0 0 0 0,1 0 0 0 0,-1 0 0 0 0,1-1 0 0 0,-1 1 0 0 0,1-1 0 0 0,0 1 1 0 0,-1-1-1 0 0,1 0 0 0 0,0 0 0 0 0,-1 1 0 0 0,1-1 0 0 0,2-1 0 0 0,3 0 2 0 0,0-1 1 0 0,-1 0-1 0 0,1-1 1 0 0,-1 0-1 0 0,1 0 1 0 0,-1 0 0 0 0,0-1-1 0 0,0 0 1 0 0,0 0-1 0 0,-1 0 1 0 0,1-1-1 0 0,-1 0 1 0 0,0 0-1 0 0,-1 0 1 0 0,1-1-1 0 0,-1 1 1 0 0,0-1-1 0 0,6-11 1 0 0,5-13-19 0 0,0-1 0 0 0,17-55 0 0 0,-23 58-9 0 0,3-4-27 0 0,-1 3-67 0 0,10-42 0 0 0,-21 70 66 0 0,0 1 0 0 0,0-1 1 0 0,1 1-1 0 0,-1 0 0 0 0,0-1 1 0 0,0 1-1 0 0,0 0 1 0 0,0-1-1 0 0,0 1 0 0 0,0 0 1 0 0,0-1-1 0 0,1 1 1 0 0,-1 0-1 0 0,0-1 0 0 0,0 1 1 0 0,1 0-1 0 0,-1 0 1 0 0,0-1-1 0 0,0 1 0 0 0,1 0 1 0 0,-1 0-1 0 0,0-1 0 0 0,0 1 1 0 0,1 0-1 0 0,-1 0 1 0 0,1-1-1 0 0,-1 2 2 0 0,1-1 0 0 0,-1 0 1 0 0,0 1-1 0 0,1-1 0 0 0,-1 1 0 0 0,0-1 0 0 0,0 0 1 0 0,1 1-1 0 0,-1-1 0 0 0,0 1 0 0 0,0-1 1 0 0,0 1-1 0 0,0-1 0 0 0,1 1 0 0 0,-1-1 0 0 0,0 0 1 0 0,0 1-1 0 0,0-1 0 0 0,0 1 0 0 0,0-1 0 0 0,0 1 1 0 0,0-1-1 0 0,0 1 0 0 0,0-1 0 0 0,-1 1 0 0 0,1 0 1 0 0,-59 474 1736 0 0,43-363-1140 0 0,2-17 31 0 0,-49 303 1407 0 0,39-277-1107 0 0,-50 146 0 0 0,63-233-566 0 0,-21 54 1266 0 0,28-79-1317 0 0,0-1 0 0 0,0 1 0 0 0,-1-1 0 0 0,0 0 0 0 0,-1 0 0 0 0,0-1 0 0 0,-9 9 0 0 0,-7-3 441 0 0,6-9-490 0 0,9-4-258 0 0,1-1 0 0 0,0 0 0 0 0,-1 0 1 0 0,1 0-1 0 0,0-1 0 0 0,0 0 0 0 0,0 0 1 0 0,0 0-1 0 0,0-1 0 0 0,0 0 0 0 0,1 0 1 0 0,-1-1-1 0 0,1 0 0 0 0,0 1 0 0 0,0-2 1 0 0,0 1-1 0 0,1 0 0 0 0,-5-7 0 0 0,-4-3-5 0 0,1-1 0 0 0,1 0 0 0 0,1 0 0 0 0,0-2 0 0 0,-9-18 0 0 0,14 21 3 0 0,1 1 1 0 0,0-1-1 0 0,0 0 0 0 0,1 0 1 0 0,1 0-1 0 0,1-1 0 0 0,0 1 1 0 0,1-1-1 0 0,0 1 0 0 0,1 0 1 0 0,0-1-1 0 0,2 1 0 0 0,0 0 1 0 0,0 0-1 0 0,6-15 0 0 0,6-12-27 0 0,2 2-1 0 0,1 1 0 0 0,43-67 1 0 0,-33 64-804 0 0,1 2 0 0 0,2 0 0 0 0,2 2 0 0 0,51-44 0 0 0,38-17-3871 0 0,9 10-4627 0 0,-94 64 2890 0 0,-15 11 777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31 137 272 0 0,'0'-2'2852'0'0,"-22"-47"11805"0"0,19 43-13568 0 0,3 6-1013 0 0,-1 0 0 0 0,1-1 1 0 0,-1 1-1 0 0,1-1 0 0 0,0 1 0 0 0,-1 0 0 0 0,1-1 0 0 0,0 1 0 0 0,-1-1 0 0 0,1 1 0 0 0,0-1 0 0 0,0 1 0 0 0,0-1 0 0 0,-1 0 0 0 0,1 1 0 0 0,0-1 0 0 0,0 1 0 0 0,0-1 1 0 0,0 1-1 0 0,0-1 0 0 0,0 1 0 0 0,0-1 0 0 0,0 1 0 0 0,0-2 0 0 0,2 1-57 0 0,-1 0 1 0 0,0 0-1 0 0,1 0 1 0 0,-1 0-1 0 0,1 0 1 0 0,-1 0-1 0 0,1 0 1 0 0,0 0-1 0 0,-1 0 1 0 0,1 1-1 0 0,0-1 1 0 0,-1 1-1 0 0,4-1 1 0 0,34-6 85 0 0,-9 2-60 0 0,-24 3-53 0 0,103-25-1124 0 0,-37 15-3736 0 0,-57 11 2383 0 0,-1 2-2516 0 0,2-1-296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30 1476 0 0,'-106'74'11866'0'0,"105"-74"-11769"0"0,0 1 1 0 0,0-1-1 0 0,0 1 0 0 0,0-1 1 0 0,0 1-1 0 0,0 0 0 0 0,0-1 1 0 0,1 1-1 0 0,-1 0 0 0 0,0 0 1 0 0,1 0-1 0 0,-1-1 0 0 0,0 1 1 0 0,1 0-1 0 0,-1 0 1 0 0,1 0-1 0 0,-1 0 0 0 0,1 0 1 0 0,0 0-1 0 0,-1 0 0 0 0,1 2 1 0 0,0-2-51 0 0,0-1 1 0 0,1 1 0 0 0,-1-1-1 0 0,1 1 1 0 0,-1 0-1 0 0,1-1 1 0 0,-1 1 0 0 0,1-1-1 0 0,0 0 1 0 0,-1 1 0 0 0,1-1-1 0 0,-1 1 1 0 0,1-1-1 0 0,0 0 1 0 0,-1 1 0 0 0,1-1-1 0 0,0 0 1 0 0,-1 0 0 0 0,1 0-1 0 0,0 1 1 0 0,0-1-1 0 0,0 0 1 0 0,8 1 125 0 0,0-1 0 0 0,-1 1 0 0 0,15-2 0 0 0,31-8 22 0 0,0-2 0 0 0,80-26 0 0 0,-60 15-161 0 0,-62 19-93 0 0,0-1 0 0 0,0-1 0 0 0,13-6 1 0 0,-6 2-434 0 0,16-12-4168 0 0,-34 21 4156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52 0 0,'-7'20'22570'0'0,"6"-15"-21328"0"0,3-4-1240 0 0,0 0-1 0 0,-1 1 1 0 0,1-1 0 0 0,0 0-1 0 0,0 0 1 0 0,0-1-1 0 0,0 1 1 0 0,0 0-1 0 0,0-1 1 0 0,0 1 0 0 0,0-1-1 0 0,0 1 1 0 0,0-1-1 0 0,0 0 1 0 0,2 0 0 0 0,42 0 119 0 0,-26 0-97 0 0,72 3 84 0 0,391 7 279 0 0,-481-10-321 0 0,1 1 12 0 0,3-1-784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99 1100 0 0,'-12'-10'5059'0'0,"5"-1"-2177"0"0,-2 1 1 0 0,-11-12-1 0 0,18 20-2351 0 0,-1-5 375 0 0,2 7-886 0 0,1-1 1 0 0,0 1-1 0 0,-1 0 0 0 0,1 0 1 0 0,0-1-1 0 0,-1 1 0 0 0,1-1 1 0 0,0 1-1 0 0,0 0 0 0 0,-1-1 1 0 0,1 1-1 0 0,0 0 0 0 0,0-1 1 0 0,0 1-1 0 0,0-1 0 0 0,0 1 1 0 0,-1-1-1 0 0,1 1 0 0 0,0 0 1 0 0,0-1-1 0 0,0 1 0 0 0,0-1 1 0 0,0 1-1 0 0,0-1 0 0 0,0 1 1 0 0,0 0-1 0 0,1-1 0 0 0,-1 1 1 0 0,0-1-1 0 0,0 1 0 0 0,0-1 1 0 0,0 1-1 0 0,1 0 0 0 0,-1-1 1 0 0,0 1-1 0 0,0 0 0 0 0,1-1 1 0 0,-1 1-1 0 0,0-1 0 0 0,0 1 1 0 0,1 0-1 0 0,-1 0 0 0 0,0-1 1 0 0,1 1-1 0 0,-1 0 0 0 0,1 0 1 0 0,-1-1-1 0 0,0 1 0 0 0,1 0 1 0 0,8-4 0 0 0,1 1 1 0 0,-1 0-1 0 0,1 0 0 0 0,0 1 1 0 0,-1 1-1 0 0,1-1 1 0 0,0 1-1 0 0,0 1 1 0 0,0 0-1 0 0,0 1 1 0 0,0-1-1 0 0,0 2 1 0 0,0 0-1 0 0,10 3 0 0 0,-14-4-19 0 0,-1 1 0 0 0,0 0-1 0 0,0 0 1 0 0,-1 1-1 0 0,1 0 1 0 0,0-1 0 0 0,-1 1-1 0 0,1 1 1 0 0,-1-1-1 0 0,0 1 1 0 0,0 0-1 0 0,-1 0 1 0 0,1 0 0 0 0,-1 0-1 0 0,0 0 1 0 0,0 1-1 0 0,0-1 1 0 0,0 1-1 0 0,-1 0 1 0 0,0 0 0 0 0,0 0-1 0 0,0 0 1 0 0,-1 1-1 0 0,1-1 1 0 0,-1 0-1 0 0,-1 1 1 0 0,1 8 0 0 0,-1 3 14 0 0,-1 0 0 0 0,-1-1 0 0 0,0 1 0 0 0,-1 0 0 0 0,-1-1 0 0 0,-1 0 1 0 0,-11 27-1 0 0,-60 105 32 0 0,67-131-37 0 0,-157 233 464 0 0,159-241-430 0 0,-54 80 1187 0 0,61-88-1207 0 0,0 0 0 0 0,0 0 0 0 0,0-1 0 0 0,0 1 0 0 0,0 0-1 0 0,0-1 1 0 0,0 1 0 0 0,1 0 0 0 0,-1-1 0 0 0,0 1-1 0 0,0 0 1 0 0,1-1 0 0 0,-1 1 0 0 0,0-1 0 0 0,1 1-1 0 0,-1 0 1 0 0,0-1 0 0 0,1 1 0 0 0,-1-1 0 0 0,1 1 0 0 0,-1-1-1 0 0,1 1 1 0 0,-1-1 0 0 0,1 0 0 0 0,0 1 0 0 0,-1-1-1 0 0,1 1 1 0 0,-1-1 0 0 0,1 0 0 0 0,0 0 0 0 0,-1 1 0 0 0,1-1-1 0 0,0 0 1 0 0,-1 0 0 0 0,1 0 0 0 0,0 0 0 0 0,27 2 177 0 0,-1-2 1 0 0,0-1-1 0 0,44-7 1 0 0,83-26 81 0 0,-144 31-527 0 0,-1 0 1 0 0,1 0-1 0 0,-1-1 0 0 0,14-7 1 0 0,-19 8-1006 0 0,1 0-1 0 0,0-1 1 0 0,-1 1 0 0 0,0-1 0 0 0,6-6 0 0 0,-1-1-2990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7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151 472 240 0 0,'-36'-52'14715'0'0,"32"43"-12408"0"0,4 9-2166 0 0,-1-1 1 0 0,0 0-1 0 0,1 0 0 0 0,-1 1 1 0 0,1-1-1 0 0,0 0 0 0 0,-1 0 1 0 0,1 0-1 0 0,-1 1 0 0 0,1-1 1 0 0,0 0-1 0 0,0 0 1 0 0,0 0-1 0 0,0 0 0 0 0,-1 0 1 0 0,1 0-1 0 0,0 0 0 0 0,0 0 1 0 0,1 0-1 0 0,-1-1 1 0 0,4-5-71 0 0,0 0 0 0 0,1 0 0 0 0,0 0 1 0 0,0 1-1 0 0,1 0 0 0 0,-1 0 0 0 0,9-6 1 0 0,16-20 18 0 0,-19 17-68 0 0,0 0-1 0 0,-2 0 1 0 0,0-1 0 0 0,-1-1-1 0 0,0 1 1 0 0,8-28 0 0 0,-8 13-8 0 0,0 0 0 0 0,5-57 0 0 0,-13 88-18 0 0,1-1 1 0 0,-1 1-1 0 0,0-1 0 0 0,0 1 1 0 0,0-1-1 0 0,0 1 1 0 0,0-1-1 0 0,0 1 1 0 0,0-1-1 0 0,0 1 1 0 0,0-1-1 0 0,0 1 1 0 0,0-1-1 0 0,0 1 1 0 0,0-1-1 0 0,0 1 0 0 0,-1-1 1 0 0,1 1-1 0 0,0-1 1 0 0,0 1-1 0 0,0 0 1 0 0,-1-1-1 0 0,1 1 1 0 0,0-1-1 0 0,-1 1 1 0 0,1-1-1 0 0,-10 7-19 0 0,-8 20 4 0 0,2 7 17 0 0,2 1 0 0 0,1 1 0 0 0,-14 61 0 0 0,-12 112 562 0 0,32-163-308 0 0,-70 564 2945 0 0,69-538-2821 0 0,-1 4 444 0 0,1-6 4444 0 0,7-65-4498 0 0,-4 0-266 0 0,-7-10-407 0 0,9 3-93 0 0,1 0 0 0 0,0 0 0 0 0,0 0 0 0 0,1-1 0 0 0,-1 1 0 0 0,1-1 0 0 0,-1 1 0 0 0,1-1 0 0 0,0 1 0 0 0,1-1 0 0 0,-1 0 0 0 0,1 1 0 0 0,-1-6 0 0 0,2-50 0 0 0,3 30 0 0 0,1 0 0 0 0,2 0 0 0 0,1 1 0 0 0,1 0 0 0 0,1 1 0 0 0,1-1 0 0 0,2 2 0 0 0,21-34 0 0 0,-13 27 0 0 0,2 1 0 0 0,1 1 0 0 0,1 0 0 0 0,2 2 0 0 0,52-43 0 0 0,-71 65-124 0 0,0 1 0 0 0,1 1 0 0 0,-1-1-1 0 0,1 1 1 0 0,1 1 0 0 0,10-5 0 0 0,-17 8 95 0 0,-1 0-1 0 0,0 0 1 0 0,1 1 0 0 0,-1-1-1 0 0,0 1 1 0 0,1-1-1 0 0,-1 1 1 0 0,1 0 0 0 0,-1 0-1 0 0,0 0 1 0 0,1 0 0 0 0,-1 1-1 0 0,1-1 1 0 0,-1 0 0 0 0,1 1-1 0 0,-1 0 1 0 0,0-1 0 0 0,0 1-1 0 0,1 0 1 0 0,-1 0 0 0 0,0 1-1 0 0,0-1 1 0 0,0 0 0 0 0,0 1-1 0 0,0-1 1 0 0,0 1 0 0 0,0 0-1 0 0,-1-1 1 0 0,1 1 0 0 0,-1 0-1 0 0,3 3 1 0 0,-3-2 7 0 0,0 0 0 0 0,0 0 0 0 0,0 1 1 0 0,0-1-1 0 0,0 0 0 0 0,0 1 0 0 0,-1-1 0 0 0,0 0 0 0 0,0 1 1 0 0,0-1-1 0 0,0 1 0 0 0,0-1 0 0 0,-1 0 0 0 0,1 1 1 0 0,-1-1-1 0 0,0 0 0 0 0,0 0 0 0 0,0 1 0 0 0,-1-1 0 0 0,-1 3 1 0 0,-3 5 20 0 0,0 1 0 0 0,-1-1 1 0 0,-15 18-1 0 0,-4 0 90 0 0,-1-2 0 0 0,-1-2 0 0 0,-2 0-1 0 0,-50 31 1 0 0,36-25 608 0 0,35-25-325 0 0,8-5-331 0 0,0-1 0 0 0,0 1 0 0 0,0 0 0 0 0,0-1 0 0 0,0 1 0 0 0,0 0 0 0 0,0 0 0 0 0,0 0 0 0 0,0 0 0 0 0,0 0 0 0 0,1 0 1 0 0,-1 0-1 0 0,-1 1 0 0 0,3-1-35 0 0,-1 0 0 0 0,0 0 1 0 0,0 0-1 0 0,1 0 1 0 0,-1 0-1 0 0,1 0 0 0 0,-1 0 1 0 0,1 0-1 0 0,-1 0 1 0 0,1 0-1 0 0,0 0 0 0 0,-1 0 1 0 0,1-1-1 0 0,0 1 0 0 0,0 0 1 0 0,0 0-1 0 0,-1-1 1 0 0,2 2-1 0 0,256 197 54 0 0,-217-170-60 0 0,2-2 0 0 0,1-1 0 0 0,59 24 0 0 0,-85-42 0 0 0,1-1 0 0 0,0-1 0 0 0,1-1 0 0 0,0 0 0 0 0,0-2 0 0 0,0 0 0 0 0,0-1 0 0 0,0-2 0 0 0,0 1 0 0 0,0-2 0 0 0,23-4 0 0 0,-3-6 0 0 0,-35 10 0 0 0,19-10 0 0 0,-7 0-1913 0 0,-14 8 817 0 0,0 1 1 0 0,0-1-1 0 0,-1 0 0 0 0,1 0 0 0 0,-1 0 1 0 0,4-5-1 0 0,-5 6 650 0 0,-1 0 0 0 0,1 1 0 0 0,0-1 0 0 0,0 0 0 0 0,-1 0 0 0 0,1 1 0 0 0,-1-1 0 0 0,0 0 0 0 0,1 0 0 0 0,-1 0 0 0 0,0 0 0 0 0,0 0 0 0 0,0 1 0 0 0,0-1 0 0 0,0 0 0 0 0,-1 0 0 0 0,1 0 0 0 0,-1 0 0 0 0,1 1 0 0 0,-1-1 0 0 0,0 0 0 0 0,1 1 0 0 0,-1-1 0 0 0,0 0 0 0 0,0 1 0 0 0,0-1 0 0 0,0 1 0 0 0,-2-2 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9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39 100 140 0 0,'-10'-8'4480'0'0,"-18"-20"1739"0"0,30 28-6103 0 0,3 2-63 0 0,0 0-1 0 0,0 0 1 0 0,0 0 0 0 0,-1 0-1 0 0,1 1 1 0 0,-1-1 0 0 0,1 1 0 0 0,-1 1-1 0 0,0-1 1 0 0,0 0 0 0 0,0 1-1 0 0,6 7 1 0 0,-2-2 49 0 0,7 8 6 0 0,-1 0 1 0 0,-1 1 0 0 0,0 0 0 0 0,-1 1-1 0 0,-1 0 1 0 0,-1 1 0 0 0,-1 0 0 0 0,0 0-1 0 0,8 35 1 0 0,-13-40 52 0 0,-1 0 1 0 0,-1-1-1 0 0,0 1 1 0 0,-1 0-1 0 0,0 0 1 0 0,-2 1-1 0 0,1-1 1 0 0,-2 0-1 0 0,0-1 1 0 0,-1 1-1 0 0,0 0 1 0 0,-1-1-1 0 0,-1 1 1 0 0,-13 26-1 0 0,13-32-62 0 0,3-4 28 0 0,0 0-1 0 0,-1 0 1 0 0,0-1-1 0 0,0 1 0 0 0,0-1 1 0 0,0 0-1 0 0,-8 7 0 0 0,10-10-5 0 0,0-1-116 0 0,1 0 1 0 0,-1-1 0 0 0,0 1 0 0 0,1 0 0 0 0,-1 0 0 0 0,1-1-1 0 0,-1 1 1 0 0,1-1 0 0 0,-1 1 0 0 0,1 0 0 0 0,-1-1 0 0 0,1 1-1 0 0,0-1 1 0 0,-1 1 0 0 0,1-1 0 0 0,0 1 0 0 0,-1-1 0 0 0,1 1 0 0 0,0-1-1 0 0,0 0 1 0 0,-1 1 0 0 0,1-1 0 0 0,0 1 0 0 0,0-1 0 0 0,0 0-1 0 0,0 1 1 0 0,0-1 0 0 0,0 1 0 0 0,0-1 0 0 0,0 0 0 0 0,0 0-1 0 0,1-22-12 0 0,5-4-32 0 0,1 1 1 0 0,0 0-1 0 0,2 1 1 0 0,16-32-1 0 0,1 7 32 0 0,32-46 0 0 0,47-45 63 0 0,-17 25 16 0 0,-86 113-76 0 0,1-1 1 0 0,-1 1 0 0 0,0-1 0 0 0,0 0 0 0 0,0 0 0 0 0,-1 0-1 0 0,3-6 1 0 0,-4 8-1 0 0,-2 3 2 0 0,0-1 0 0 0,0 0 0 0 0,0 1 1 0 0,0 0-1 0 0,0-1 0 0 0,0 1 1 0 0,1 0-1 0 0,-1 0 0 0 0,0 0 1 0 0,0 0-1 0 0,1 0 0 0 0,-1 0 0 0 0,1 1 1 0 0,-1-1-1 0 0,1 1 0 0 0,-3 2 1 0 0,-21 31-43 0 0,18-24 23 0 0,-10 17 69 0 0,2 1 0 0 0,0 0 0 0 0,2 1-1 0 0,2 1 1 0 0,-12 44 0 0 0,19-60 43 0 0,1 0 0 0 0,0 1 0 0 0,1-1 0 0 0,1 0 0 0 0,0 30 0 0 0,2-41-84 0 0,-1 0 0 0 0,1 0 0 0 0,-1 0 0 0 0,1 1 0 0 0,0-1 0 0 0,0 0 0 0 0,1 0 0 0 0,-1 0 0 0 0,1 0 0 0 0,0-1-1 0 0,0 1 1 0 0,1 0 0 0 0,-1-1 0 0 0,1 1 0 0 0,-1-1 0 0 0,1 0 0 0 0,0 0 0 0 0,0 0 0 0 0,0 0 0 0 0,1-1 0 0 0,-1 1 0 0 0,1-1 0 0 0,0 0-1 0 0,-1 0 1 0 0,1 0 0 0 0,4 2 0 0 0,5-1 3 0 0,-1-1-1 0 0,0 0 0 0 0,1 0 0 0 0,-1-1 1 0 0,1-1-1 0 0,-1 0 0 0 0,1 0 1 0 0,16-4-1 0 0,13-4-847 0 0,44-13 1 0 0,-43 7-2002 0 0,0-1 0 0 0,53-26 1 0 0,-49 18-2129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9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88 136 0 0,'-10'-4'1628'0'0,"-22"-6"7604"0"0,22 7-6308 0 0,16 1-2745 0 0,0 0-1 0 0,-1 0 1 0 0,1 0 0 0 0,9 0-1 0 0,90-24 472 0 0,-11 3-2369 0 0,-32 12-5149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19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 1760 0 0,'-22'22'2691'0'0,"0"0"828"0"0,-28 33 0 0 0,50-54-3435 0 0,-1-1 0 0 0,1 1 0 0 0,-1 0 0 0 0,0-1 0 0 0,1 1 0 0 0,-1 0 0 0 0,1 0 0 0 0,0 0 0 0 0,-1 0 1 0 0,1 0-1 0 0,0 0 0 0 0,-1-1 0 0 0,1 1 0 0 0,0 0 0 0 0,0 0 0 0 0,0 0 0 0 0,0 0 0 0 0,0 0 0 0 0,0 0 0 0 0,0 2 0 0 0,0-3-35 0 0,1 1 0 0 0,-1 0 0 0 0,1-1 1 0 0,-1 1-1 0 0,1-1 0 0 0,-1 1 0 0 0,1-1 0 0 0,-1 1 0 0 0,1-1 1 0 0,-1 1-1 0 0,1-1 0 0 0,0 0 0 0 0,-1 1 0 0 0,1-1 0 0 0,0 0 1 0 0,-1 0-1 0 0,1 1 0 0 0,0-1 0 0 0,1 0 0 0 0,3 1 50 0 0,0-1 0 0 0,0 1-1 0 0,0-1 1 0 0,0 0 0 0 0,6-1-1 0 0,30-8-294 0 0,-1-1-1 0 0,0-1 1 0 0,57-26-1 0 0,-44 16-1335 0 0,26-9-3706 0 0,-39 13 369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4 182 168 0 0,'-4'-16'3387'0'0,"4"7"-2654"0"0,1 0 0 0 0,0 0 0 0 0,0 0 1 0 0,3-10-1 0 0,-2 12-612 0 0,0 1 1 0 0,1-1-1 0 0,0 1 0 0 0,0 0 1 0 0,0 0-1 0 0,1 1 1 0 0,0-1-1 0 0,0 1 0 0 0,0-1 1 0 0,8-5-1 0 0,-8 7-83 0 0,0 0 0 0 0,1 0 0 0 0,0 1 0 0 0,0-1 0 0 0,0 1 0 0 0,0 0-1 0 0,0 1 1 0 0,1-1 0 0 0,-1 1 0 0 0,1 0 0 0 0,0 1 0 0 0,0-1 0 0 0,-1 1 0 0 0,1 0 0 0 0,0 1-1 0 0,0-1 1 0 0,7 1 0 0 0,-9 1 11 0 0,0-1-1 0 0,0 1 0 0 0,0-1 0 0 0,-1 1 1 0 0,1 0-1 0 0,0 1 0 0 0,0-1 1 0 0,-1 1-1 0 0,1 0 0 0 0,0 0 1 0 0,-1 0-1 0 0,0 0 0 0 0,0 0 0 0 0,1 1 1 0 0,-1-1-1 0 0,-1 1 0 0 0,1 0 1 0 0,0 0-1 0 0,-1 0 0 0 0,1 0 1 0 0,-1 1-1 0 0,0-1 0 0 0,0 1 0 0 0,0-1 1 0 0,-1 1-1 0 0,2 5 0 0 0,1 5 10 0 0,-1 0 0 0 0,-1 1 0 0 0,0-1 0 0 0,-1 1 0 0 0,-1-1 0 0 0,0 1 0 0 0,-1 0 0 0 0,0-1 0 0 0,-1 1 0 0 0,-1-1 0 0 0,-1 0 0 0 0,-5 17 0 0 0,-5 7 138 0 0,-1-2 0 0 0,-1 0 0 0 0,-28 44 0 0 0,-72 87 2161 0 0,96-138-1438 0 0,20-28-917 0 0,0-1-1 0 0,0 1 0 0 0,0-1 1 0 0,0 1-1 0 0,0-1 1 0 0,0 0-1 0 0,0 1 1 0 0,1-1-1 0 0,-1 1 0 0 0,0-1 1 0 0,0 0-1 0 0,0 1 1 0 0,1-1-1 0 0,-1 0 1 0 0,0 1-1 0 0,0-1 0 0 0,1 0 1 0 0,-1 1-1 0 0,0-1 1 0 0,1 0-1 0 0,-1 1 1 0 0,0-1-1 0 0,1 0 0 0 0,-1 0 1 0 0,1 0-1 0 0,-1 1 1 0 0,0-1-1 0 0,1 0 1 0 0,-1 0-1 0 0,1 0 0 0 0,-1 0 1 0 0,0 0-1 0 0,2 0 1 0 0,44-6-15 0 0,1-2 1 0 0,68-21 0 0 0,-44 11-285 0 0,44-13-2586 0 0,-39 8-2689 0 0,-42 10 1360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2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53 1380 0 0,'-2'-3'551'0'0,"0"-3"174"0"0,-1 0-1 0 0,0 1 0 0 0,0 0 1 0 0,-5-7-1 0 0,7 11-570 0 0,0 0 0 0 0,0-1 0 0 0,0 1 0 0 0,0 0-1 0 0,0 0 1 0 0,0 0 0 0 0,-1 0 0 0 0,1 0-1 0 0,0 0 1 0 0,-1 1 0 0 0,1-1 0 0 0,0 0 0 0 0,-1 1-1 0 0,1-1 1 0 0,-1 1 0 0 0,0-1 0 0 0,1 1-1 0 0,-1 0 1 0 0,1-1 0 0 0,-1 1 0 0 0,1 0 0 0 0,-1 0-1 0 0,-3 1 1 0 0,-5 2 186 0 0,0 0-1 0 0,1 1 1 0 0,-1 0-1 0 0,0 1 1 0 0,1 0-1 0 0,0 0 1 0 0,0 1-1 0 0,1 0 1 0 0,0 1-1 0 0,0 0 1 0 0,-12 13-1 0 0,-10 14 717 0 0,-35 49-1 0 0,62-78-996 0 0,-23 35 207 0 0,1 1 0 0 0,2 1-1 0 0,2 1 1 0 0,2 1 0 0 0,2 0 0 0 0,1 2 0 0 0,3 0-1 0 0,2 0 1 0 0,2 1 0 0 0,-5 68 0 0 0,12-83-218 0 0,1 0 0 0 0,2-1 1 0 0,2 1-1 0 0,6 34 0 0 0,-6-52-64 0 0,0 0 0 0 0,1 0 1 0 0,0 0-1 0 0,1-1 0 0 0,1 0 0 0 0,0 0 0 0 0,1 0 0 0 0,1-1 1 0 0,0 0-1 0 0,0 0 0 0 0,14 14 0 0 0,-17-21-290 0 0,1 0-1 0 0,0 0 1 0 0,1-1 0 0 0,-1 0-1 0 0,1 0 1 0 0,-1 0 0 0 0,1-1-1 0 0,0 0 1 0 0,1 0 0 0 0,-1-1-1 0 0,0 0 1 0 0,15 2 0 0 0,-14-3-661 0 0,0 0 1 0 0,1-1-1 0 0,-1 0 1 0 0,0-1-1 0 0,1 1 1 0 0,-1-2-1 0 0,10-2 1 0 0,8-5-3379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51 150 196 0 0,'-7'-8'2527'0'0,"-1"1"0"0"0,0 1 0 0 0,-11-9 0 0 0,18 15-1935 0 0,-7-8 2721 0 0,85-16-2599 0 0,43-15-1075 0 0,-43 6-7948 0 0,-60 23 4460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84 1576 0 0,'-10'-11'4097'0'0,"7"7"-3284"0"0,0 1 0 0 0,1 0-1 0 0,-1-1 1 0 0,1 1 0 0 0,-1-1 0 0 0,-2-8-1 0 0,4 11-758 0 0,1 0 1 0 0,0 0-1 0 0,0 0 0 0 0,0 0 0 0 0,0 0 1 0 0,0 0-1 0 0,0 0 0 0 0,0 0 0 0 0,0 0 1 0 0,0 0-1 0 0,1 0 0 0 0,-1 0 0 0 0,0 0 0 0 0,1 0 1 0 0,-1 0-1 0 0,1 0 0 0 0,-1 0 0 0 0,1 0 1 0 0,-1 0-1 0 0,1 1 0 0 0,-1-1 0 0 0,1 0 1 0 0,0 0-1 0 0,0 1 0 0 0,-1-1 0 0 0,1 0 0 0 0,0 1 1 0 0,0-1-1 0 0,0 1 0 0 0,0-1 0 0 0,0 1 1 0 0,0-1-1 0 0,0 1 0 0 0,-1 0 0 0 0,3-1 1 0 0,3-1-4 0 0,-1 0 1 0 0,1 0 0 0 0,0 1-1 0 0,0 0 1 0 0,0 0 0 0 0,0 0-1 0 0,0 1 1 0 0,0 0 0 0 0,0 0-1 0 0,0 0 1 0 0,0 1 0 0 0,0 0 0 0 0,0 0-1 0 0,0 0 1 0 0,0 1 0 0 0,-1 0-1 0 0,1 0 1 0 0,-1 1 0 0 0,1-1-1 0 0,-1 1 1 0 0,0 0 0 0 0,0 1-1 0 0,6 4 1 0 0,-5-3 28 0 0,0 0 0 0 0,-1 0-1 0 0,1 1 1 0 0,-1 0 0 0 0,-1 0 0 0 0,1 0-1 0 0,-1 0 1 0 0,0 1 0 0 0,0-1 0 0 0,-1 1-1 0 0,0 0 1 0 0,0 1 0 0 0,0-1-1 0 0,-1 0 1 0 0,0 1 0 0 0,-1-1 0 0 0,0 1-1 0 0,1 10 1 0 0,-3 1 42 0 0,-1 0-1 0 0,-1 0 1 0 0,-1 0 0 0 0,0 0-1 0 0,-2 0 1 0 0,0-1 0 0 0,-1 0-1 0 0,-11 21 1 0 0,-12 17 487 0 0,-42 59 0 0 0,42-73-168 0 0,18-26-243 0 0,0 0 1 0 0,1 1 0 0 0,-14 30-1 0 0,25-47-190 0 0,0 1-1 0 0,0-1 1 0 0,0 0-1 0 0,0 1 1 0 0,0-1-1 0 0,0 1 1 0 0,0-1-1 0 0,0 0 0 0 0,0 1 1 0 0,0-1-1 0 0,0 0 1 0 0,0 1-1 0 0,0-1 1 0 0,0 0-1 0 0,1 1 1 0 0,-1-1-1 0 0,0 0 0 0 0,0 1 1 0 0,0-1-1 0 0,1 0 1 0 0,-1 1-1 0 0,0-1 1 0 0,0 0-1 0 0,1 0 1 0 0,-1 1-1 0 0,0-1 0 0 0,1 0 1 0 0,-1 0-1 0 0,0 0 1 0 0,1 1-1 0 0,-1-1 1 0 0,0 0-1 0 0,1 0 1 0 0,-1 0-1 0 0,0 0 0 0 0,1 0 1 0 0,18 3-24 0 0,8-6-19 0 0,-1-1 0 0 0,0-1-1 0 0,0-2 1 0 0,34-13-1 0 0,102-49-3761 0 0,-57 14-3966 0 0,-71 33 2026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3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71 373 1724 0 0,'-3'0'1817'0'0,"-51"-10"8122"0"0,50 9-9222 0 0,4 1-660 0 0,0 0 1 0 0,-1 0 0 0 0,1 0-1 0 0,0 0 1 0 0,-1 0 0 0 0,1 0-1 0 0,-1 0 1 0 0,1 0-1 0 0,0 0 1 0 0,-1 0 0 0 0,1 0-1 0 0,0 0 1 0 0,-1 0-1 0 0,1 0 1 0 0,0 0 0 0 0,-1 0-1 0 0,1-1 1 0 0,0 1 0 0 0,-1 0-1 0 0,1 0 1 0 0,0 0-1 0 0,-1-1 1 0 0,1 1 0 0 0,0 0-1 0 0,0 0 1 0 0,-1-1 0 0 0,1 1-1 0 0,1-3 0 0 0,0 0-1 0 0,1 0 1 0 0,-1 1-1 0 0,1-1 1 0 0,-1 1 0 0 0,1-1-1 0 0,0 1 1 0 0,0 0-1 0 0,0 0 1 0 0,3-3 0 0 0,31-24 145 0 0,-13 11-81 0 0,-12 8-103 0 0,0 0 0 0 0,-2-1 0 0 0,1 0 0 0 0,-1 0 0 0 0,-1-1 0 0 0,0 0-1 0 0,0-1 1 0 0,-1 1 0 0 0,-1-2 0 0 0,0 1 0 0 0,-1 0 0 0 0,-1-1 0 0 0,0 0 0 0 0,0 0 0 0 0,-2-1 0 0 0,0 1-1 0 0,0-1 1 0 0,-1-17 0 0 0,-1 31-21 0 0,0 0 0 0 0,0 0 0 0 0,0 0 0 0 0,0 0 0 0 0,0 0 0 0 0,0 0 0 0 0,0 0 0 0 0,0 0-1 0 0,-1 0 1 0 0,1 0 0 0 0,0 0 0 0 0,0 0 0 0 0,-1 0 0 0 0,1 0 0 0 0,-1 1 0 0 0,1-1 0 0 0,-1 0 0 0 0,1 0 0 0 0,-1 0 0 0 0,-1 0-1 0 0,2 0 2 0 0,-1 1 0 0 0,1 0 0 0 0,-1 0 0 0 0,0 0 0 0 0,1 0-1 0 0,-1 0 1 0 0,1 0 0 0 0,-1 0 0 0 0,0 0 0 0 0,1 0-1 0 0,-1 0 1 0 0,1 0 0 0 0,-1 0 0 0 0,0 0 0 0 0,1 1-1 0 0,-1-1 1 0 0,1 0 0 0 0,-1 0 0 0 0,1 1 0 0 0,-1-1 0 0 0,0 0-1 0 0,1 1 1 0 0,-1 0 0 0 0,-2 1-3 0 0,-1 1-1 0 0,2 0 1 0 0,-1-1 0 0 0,0 2-1 0 0,0-1 1 0 0,1 0 0 0 0,0 0-1 0 0,-3 6 1 0 0,-7 20 25 0 0,2 0 0 0 0,1 1 0 0 0,1 1 0 0 0,-5 45 0 0 0,-2 127 909 0 0,13-170-685 0 0,-2 122 682 0 0,-12 137 885 0 0,14-279-1325 0 0,-2 35 3349 0 0,4-48-3811 0 0,0 1 0 0 0,0-1 0 0 0,-1 1 0 0 0,1-1 0 0 0,0 0 0 0 0,0 1 0 0 0,-1-1-1 0 0,1 0 1 0 0,0 1 0 0 0,-1-1 0 0 0,1 0 0 0 0,0 1 0 0 0,-1-1 0 0 0,1 0 0 0 0,0 0 0 0 0,-1 0 0 0 0,1 1-1 0 0,-1-1 1 0 0,1 0 0 0 0,-1 0 0 0 0,1 0 0 0 0,0 0 0 0 0,-1 0 0 0 0,1 0 0 0 0,-1 0 0 0 0,1 1-1 0 0,-1-2 1 0 0,1 1 0 0 0,-1 0 0 0 0,1 0 0 0 0,-1 0 0 0 0,1 0 0 0 0,0 0 0 0 0,-1 0 0 0 0,1 0 0 0 0,-1 0-1 0 0,1-1 1 0 0,-1 1 0 0 0,1 0 0 0 0,0 0 0 0 0,-1-1 0 0 0,1 1 0 0 0,0 0 0 0 0,-1 0 0 0 0,1-1 0 0 0,0 1-1 0 0,-1 0 1 0 0,1-1 0 0 0,0 0 0 0 0,-4-5-15 0 0,1-1 0 0 0,0 0 0 0 0,0 0 0 0 0,1 0 0 0 0,0 0-1 0 0,0-1 1 0 0,0 1 0 0 0,1 0 0 0 0,1-1 0 0 0,-1 1 0 0 0,1-1 0 0 0,1-13 0 0 0,2-5-123 0 0,0 1 0 0 0,11-38 1 0 0,-7 39 97 0 0,1 0 0 0 0,2 1 0 0 0,0 0 0 0 0,1 1 0 0 0,2 0 0 0 0,15-21 0 0 0,-7 14 11 0 0,1 2 0 0 0,1 1 0 0 0,46-41 0 0 0,-66 65-7 0 0,0 0 0 0 0,-1-1-1 0 0,1 1 1 0 0,0 0-1 0 0,0 1 1 0 0,0-1 0 0 0,0 1-1 0 0,1-1 1 0 0,-1 1-1 0 0,0 0 1 0 0,0 0-1 0 0,1 0 1 0 0,-1 0 0 0 0,1 1-1 0 0,-1 0 1 0 0,1-1-1 0 0,4 2 1 0 0,-7-1 6 0 0,0 0-1 0 0,-1 0 1 0 0,1 1 0 0 0,-1-1-1 0 0,1 0 1 0 0,0 1-1 0 0,-1-1 1 0 0,1 0 0 0 0,-1 1-1 0 0,1-1 1 0 0,-1 1 0 0 0,1-1-1 0 0,-1 1 1 0 0,1-1-1 0 0,-1 1 1 0 0,0 0 0 0 0,1-1-1 0 0,-1 1 1 0 0,0-1 0 0 0,1 1-1 0 0,-1 0 1 0 0,0-1 0 0 0,0 1-1 0 0,0 0 1 0 0,0-1-1 0 0,1 1 1 0 0,-1 0 0 0 0,0-1-1 0 0,0 1 1 0 0,0 0 0 0 0,-1 0-1 0 0,-1 20-127 0 0,-2-11 47 0 0,-1-1 0 0 0,1 0 1 0 0,-2 0-1 0 0,1 0 0 0 0,-1-1 0 0 0,-11 13 0 0 0,-46 39-297 0 0,18-20 257 0 0,18-23 52 0 0,19-13 62 0 0,6-3-7 0 0,-9 4-220 0 0,11-4 237 0 0,0 0 1 0 0,0 0-1 0 0,0 0 1 0 0,0 0-1 0 0,0 0 1 0 0,0 0-1 0 0,0 0 1 0 0,0 0-1 0 0,1 0 1 0 0,-1 0-1 0 0,0 0 1 0 0,1 0 0 0 0,-1 0-1 0 0,1 0 1 0 0,-1 0-1 0 0,1 0 1 0 0,0 0-1 0 0,-1-1 1 0 0,1 1-1 0 0,0 0 1 0 0,-1 0-1 0 0,1-1 1 0 0,0 1-1 0 0,0-1 1 0 0,1 2 0 0 0,44 55 145 0 0,29 35 54 0 0,-61-77-157 0 0,0-2-1 0 0,0 1 0 0 0,32 20 1 0 0,-41-30-304 0 0,1-1 1 0 0,0 0 0 0 0,0 0-1 0 0,0-1 1 0 0,0 1 0 0 0,0-1-1 0 0,1-1 1 0 0,-1 1 0 0 0,1-1-1 0 0,-1 0 1 0 0,1-1 0 0 0,-1 0-1 0 0,1 0 1 0 0,-1 0 0 0 0,11-2 0 0 0,-8 0-1256 0 0,0 0 0 0 0,0-1 0 0 0,-1 0 0 0 0,1 0 0 0 0,-1-1 1 0 0,13-8-1 0 0,0-4-5738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4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65 640 0 0,'-31'-60'10088'0'0,"31"59"-9994"0"0,0 1 0 0 0,1 0 1 0 0,-1-1-1 0 0,0 1 0 0 0,1 0 0 0 0,-1-1 1 0 0,0 1-1 0 0,1 0 0 0 0,-1 0 1 0 0,0 0-1 0 0,1-1 0 0 0,-1 1 1 0 0,1 0-1 0 0,-1 0 0 0 0,1 0 1 0 0,-1 0-1 0 0,0 0 0 0 0,1 0 0 0 0,-1 0 1 0 0,1 0-1 0 0,-1 0 0 0 0,1 0 1 0 0,-1 0-1 0 0,0 0 0 0 0,1 0 1 0 0,0 0-1 0 0,33 24 1378 0 0,-1 1 0 0 0,-2 2 0 0 0,0 0 0 0 0,38 47 0 0 0,-44-43-741 0 0,-1 2 0 0 0,-1 1-1 0 0,-2 0 1 0 0,26 57 0 0 0,-34-59-537 0 0,0 0-1 0 0,-2 1 0 0 0,-2 1 0 0 0,-1-1 1 0 0,-2 1-1 0 0,-1 0 0 0 0,-1 1 1 0 0,-2-1-1 0 0,-2 1 0 0 0,-1-1 1 0 0,-1 1-1 0 0,-2-1 0 0 0,-12 47 0 0 0,7-49-84 0 0,-1-1-1 0 0,-2-1 0 0 0,0 0 0 0 0,-2 0 1 0 0,-2-1-1 0 0,-27 38 0 0 0,28-46-562 0 0,-1-1 0 0 0,-2-1 0 0 0,-25 23 1 0 0,27-29-1049 0 0,-1 0 1 0 0,0-1-1 0 0,-1-1 1 0 0,-29 14-1 0 0,17-16-6790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98 876 0 0,'-2'1'1597'0'0,"-48"10"4426"0"0,48-11-5589 0 0,-16 7 1007 0 0,13-2-416 0 0,17-3-313 0 0,23-6-316 0 0,-1-2-1 0 0,-1-1 0 0 0,61-21 0 0 0,-61 16-2528 0 0,57-32-1 0 0,-72 33-872 0 0,-3-1-1006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5 640 0 0,'-3'0'2113'0'0,"3"0"-2074"0"0,-3-1 394 0 0,1 0-1 0 0,-1 0 1 0 0,0 1 0 0 0,0-1-1 0 0,0 1 1 0 0,0 0-1 0 0,1 0 1 0 0,-1 0 0 0 0,0 0-1 0 0,0 0 1 0 0,0 1-1 0 0,0-1 1 0 0,1 1 0 0 0,-1 0-1 0 0,0 0 1 0 0,0 0-1 0 0,1 0 1 0 0,-5 2 0 0 0,5 0-175 0 0,0 0 0 0 0,1 0 0 0 0,-1 0 0 0 0,1 1 0 0 0,-1-1 1 0 0,1 0-1 0 0,0 1 0 0 0,0-1 0 0 0,0 0 0 0 0,0 6 0 0 0,1-6-63 0 0,-48 422 3560 0 0,48-424-3816 0 0,0 48-1378 0 0,5-25-1136 0 0,5-6-3506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16 127 1308 0 0,'5'-14'1494'0'0,"1"0"1"0"0,1 0-1 0 0,0 0 0 0 0,18-24 1 0 0,-24 36-1369 0 0,1-1 1 0 0,0 1 0 0 0,1-1 0 0 0,-1 1-1 0 0,0 0 1 0 0,1 0 0 0 0,-1 0 0 0 0,1 0-1 0 0,0 0 1 0 0,0 1 0 0 0,-1-1 0 0 0,1 1-1 0 0,0 0 1 0 0,0 0 0 0 0,0 0-1 0 0,1 0 1 0 0,-1 0 0 0 0,0 1 0 0 0,0-1-1 0 0,0 1 1 0 0,0 0 0 0 0,1 0 0 0 0,-1 0-1 0 0,0 0 1 0 0,0 1 0 0 0,0-1 0 0 0,1 1-1 0 0,-1 0 1 0 0,0 0 0 0 0,0 0-1 0 0,3 2 1 0 0,-2-1-39 0 0,0-1 0 0 0,0 1 0 0 0,-1 1 0 0 0,1-1-1 0 0,-1 1 1 0 0,0-1 0 0 0,0 1 0 0 0,0 0 0 0 0,0 0 0 0 0,0 0-1 0 0,0 0 1 0 0,-1 1 0 0 0,1-1 0 0 0,-1 1 0 0 0,0 0 0 0 0,0-1 0 0 0,-1 1-1 0 0,1 0 1 0 0,-1 0 0 0 0,0 0 0 0 0,0 0 0 0 0,1 5 0 0 0,-2-1 13 0 0,1-1 1 0 0,-2 1 0 0 0,1-1 0 0 0,-1 0-1 0 0,0 1 1 0 0,0-1 0 0 0,-1 0 0 0 0,0 0 0 0 0,0 0-1 0 0,-1 0 1 0 0,-6 13 0 0 0,-18 25 211 0 0,-50 67-1 0 0,76-111-239 0 0,1-1-73 0 0,0 1 1 0 0,0-1 0 0 0,0 0-1 0 0,0 1 1 0 0,0-1-1 0 0,0 0 1 0 0,0 1-1 0 0,0-1 1 0 0,0 0 0 0 0,1 1-1 0 0,-1-1 1 0 0,0 0-1 0 0,0 1 1 0 0,0-1-1 0 0,0 0 1 0 0,1 1 0 0 0,-1-1-1 0 0,0 0 1 0 0,0 0-1 0 0,1 1 1 0 0,-1-1-1 0 0,0 0 1 0 0,0 0 0 0 0,1 1-1 0 0,-1-1 1 0 0,0 0-1 0 0,1 0 1 0 0,-1 0-1 0 0,0 0 1 0 0,1 0 0 0 0,-1 1-1 0 0,1-1 1 0 0,14 0 25 0 0,0 0-14 0 0,-4 2 25 0 0,-1 1 0 0 0,1 0 0 0 0,-1 0 0 0 0,0 1 0 0 0,0 1 0 0 0,0-1-1 0 0,-1 2 1 0 0,17 11 0 0 0,-14-7 56 0 0,0 1 0 0 0,-1 0 0 0 0,-1 1-1 0 0,14 19 1 0 0,-21-27 99 0 0,0 1 0 0 0,0 0-1 0 0,0 0 1 0 0,0 0-1 0 0,-1 1 1 0 0,0-1 0 0 0,0 1-1 0 0,0-1 1 0 0,-1 1 0 0 0,0-1-1 0 0,0 1 1 0 0,0 0 0 0 0,-1 0-1 0 0,0 10 1 0 0,-1-9 5 0 0,0 1 0 0 0,-1-1-1 0 0,0 0 1 0 0,0 1 0 0 0,-1-1 0 0 0,0 0 0 0 0,0-1-1 0 0,0 1 1 0 0,-1 0 0 0 0,-6 7 0 0 0,2-3-25 0 0,-1-1 0 0 0,1-1-1 0 0,-2 0 1 0 0,1 0 0 0 0,-1-1 0 0 0,-1 0 0 0 0,0 0 0 0 0,0-1-1 0 0,0-1 1 0 0,0 0 0 0 0,-1-1 0 0 0,-23 8 0 0 0,19-9-192 0 0,1-1 1 0 0,-1 0-1 0 0,0-1 1 0 0,0 0-1 0 0,-28-2 1 0 0,44 0-103 0 0,-1 0 1 0 0,0 0 0 0 0,0 0-1 0 0,0 0 1 0 0,0 0-1 0 0,1-1 1 0 0,-1 1-1 0 0,0 0 1 0 0,0 0 0 0 0,0 0-1 0 0,1-1 1 0 0,-1 1-1 0 0,0-1 1 0 0,0 1-1 0 0,1 0 1 0 0,-1-1-1 0 0,0 1 1 0 0,1-1 0 0 0,-1 1-1 0 0,0-1 1 0 0,1 0-1 0 0,-1 1 1 0 0,1-1-1 0 0,-1 0 1 0 0,1 1-1 0 0,-1-2 1 0 0,1 0-101 0 0,0 1 1 0 0,0 0-1 0 0,0 0 1 0 0,0-1-1 0 0,0 1 0 0 0,0 0 1 0 0,0 0-1 0 0,1-1 1 0 0,-1 1-1 0 0,0 0 0 0 0,1 0 1 0 0,-1 0-1 0 0,1 0 1 0 0,-1-1-1 0 0,2 0 0 0 0,2-4-969 0 0,1 0-1 0 0,-1 0 0 0 0,1 1 0 0 0,8-8 1 0 0,7-4-2743 0 0,2 0-1730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47 266 1956 0 0,'12'-29'8982'0'0,"-11"27"-8727"0"0,-1 0 1 0 0,1 0-1 0 0,0 1 1 0 0,-1-1-1 0 0,1 0 1 0 0,0 0-1 0 0,0 1 1 0 0,0-1-1 0 0,0 1 1 0 0,0-1-1 0 0,1 1 1 0 0,-1-1-1 0 0,0 1 1 0 0,1 0-1 0 0,-1 0 1 0 0,1-1-1 0 0,2 0 1 0 0,36-17 584 0 0,-32 16-706 0 0,0 0 0 0 0,-1 0-1 0 0,11-7 1 0 0,-12 5-57 0 0,0 1 0 0 0,0-1 1 0 0,-1-1-1 0 0,1 1 0 0 0,-1-1 0 0 0,-1 0 0 0 0,1 0 0 0 0,-1 0 0 0 0,0-1 0 0 0,4-8 0 0 0,-6 11-53 0 0,0-1 0 0 0,-1 0-1 0 0,0 1 1 0 0,0-1-1 0 0,0 0 1 0 0,0 1-1 0 0,-1-1 1 0 0,0 0-1 0 0,0 0 1 0 0,0 1-1 0 0,0-1 1 0 0,-1 0 0 0 0,0 0-1 0 0,0 1 1 0 0,0-1-1 0 0,0 0 1 0 0,-3-4-1 0 0,4 9-24 0 0,0-1 0 0 0,0 1 0 0 0,-1-1-1 0 0,1 1 1 0 0,0-1 0 0 0,-1 0 0 0 0,1 1 0 0 0,0-1-1 0 0,-1 1 1 0 0,1 0 0 0 0,-1-1 0 0 0,1 1-1 0 0,0-1 1 0 0,-1 1 0 0 0,1-1 0 0 0,-1 1-1 0 0,0 0 1 0 0,1 0 0 0 0,-1-1 0 0 0,1 1 0 0 0,-1 0-1 0 0,1 0 1 0 0,-1-1 0 0 0,0 1 0 0 0,1 0-1 0 0,-1 0 1 0 0,1 0 0 0 0,-1 0 0 0 0,0 0 0 0 0,1 0-1 0 0,-1 0 1 0 0,0 0 0 0 0,1 0 0 0 0,-1 0-1 0 0,1 1 1 0 0,-1-1 0 0 0,0 0 0 0 0,1 0-1 0 0,-1 0 1 0 0,1 1 0 0 0,-1-1 0 0 0,1 0 0 0 0,-1 1-1 0 0,1-1 1 0 0,-1 1 0 0 0,1-1 0 0 0,-1 0-1 0 0,1 1 1 0 0,-1-1 0 0 0,1 1 0 0 0,0-1 0 0 0,-1 2-1 0 0,-20 25-183 0 0,13-10 193 0 0,2 0 0 0 0,-1 1 0 0 0,2 0 0 0 0,1 0 0 0 0,0 1 0 0 0,-2 21 1 0 0,2-11 107 0 0,-12 127 1398 0 0,9-81-890 0 0,-3 32 261 0 0,-19 179 501 0 0,25-254-1293 0 0,3-14 1455 0 0,-2 0 0 0 0,-8 32-1 0 0,11-48-1177 0 0,-1-2-348 0 0,1 1 1 0 0,0-1-1 0 0,0 0 0 0 0,0 0 1 0 0,-1 1-1 0 0,1-1 0 0 0,0 0 1 0 0,0 0-1 0 0,-1 0 0 0 0,1 0 1 0 0,0 1-1 0 0,0-1 0 0 0,-1 0 1 0 0,1 0-1 0 0,0 0 1 0 0,-1 0-1 0 0,1 0 0 0 0,0 0 1 0 0,-1 0-1 0 0,1 0 0 0 0,0 0 1 0 0,-1 0-1 0 0,1 0 0 0 0,0 0 1 0 0,-1 0-1 0 0,1 0 0 0 0,0 0 1 0 0,0 0-1 0 0,-1 0 1 0 0,1 0-1 0 0,0 0 0 0 0,-1 0 1 0 0,1 0-1 0 0,0-1 0 0 0,-1 1 1 0 0,1 0-1 0 0,0 0 0 0 0,-1-1 1 0 0,-13-7 290 0 0,11 3-314 0 0,0 0 0 0 0,1 0-1 0 0,-1-1 1 0 0,1 0 0 0 0,0 1 0 0 0,0-1 0 0 0,1 0 0 0 0,-1 0 0 0 0,1 0 0 0 0,1 0 0 0 0,-1 0 0 0 0,1 0 0 0 0,0 0 0 0 0,0 0 0 0 0,1 0 0 0 0,2-11 0 0 0,2-7-150 0 0,1 1 0 0 0,17-43 1 0 0,-11 37 26 0 0,2 0 0 0 0,1 0 0 0 0,1 1 0 0 0,33-42 0 0 0,-36 54 69 0 0,0 1 0 0 0,1 0 0 0 0,1 1 0 0 0,0 0 0 0 0,1 1 0 0 0,1 1 0 0 0,0 0 0 0 0,26-12 0 0 0,-38 21 30 0 0,0 1-1 0 0,0 0 0 0 0,0 1 0 0 0,0-1 1 0 0,8 0-1 0 0,-11 1 19 0 0,0 1 0 0 0,0 0 1 0 0,0 0-1 0 0,0 0 0 0 0,-1 0 0 0 0,1 0 1 0 0,0 1-1 0 0,0-1 0 0 0,0 1 1 0 0,0-1-1 0 0,-1 1 0 0 0,1-1 0 0 0,0 1 1 0 0,-1 0-1 0 0,1 0 0 0 0,0 0 0 0 0,-1 0 1 0 0,1 0-1 0 0,-1 0 0 0 0,1 0 1 0 0,0 2-1 0 0,0-1 3 0 0,-1 0 1 0 0,0 0-1 0 0,0-1 1 0 0,0 1-1 0 0,0 0 1 0 0,0 0-1 0 0,0 0 1 0 0,-1 0-1 0 0,1 0 1 0 0,0 0 0 0 0,-1 0-1 0 0,0 1 1 0 0,0-1-1 0 0,1 0 1 0 0,-1 0-1 0 0,0 0 1 0 0,-1 3-1 0 0,0 1-1 0 0,0 0 1 0 0,-1-1-1 0 0,1 1 0 0 0,-1-1 0 0 0,0 0 0 0 0,-5 8 1 0 0,-2 2 45 0 0,-1 0 1 0 0,0-1 0 0 0,-19 20 0 0 0,-55 44 136 0 0,70-67-153 0 0,12-10-29 0 0,1 0 0 0 0,-1 0 0 0 0,0 0 0 0 0,1 1 0 0 0,0-1 0 0 0,-1 0 0 0 0,1 1-1 0 0,0-1 1 0 0,-1 1 0 0 0,0 2 0 0 0,2-3-47 0 0,10 8-15 0 0,14 9 30 0 0,23 22 0 0 0,-23-19 63 0 0,29 21 1 0 0,-45-37-68 0 0,0 0 1 0 0,1 0-1 0 0,-1-1 0 0 0,1 0 0 0 0,0-1 0 0 0,0 0 1 0 0,0 0-1 0 0,11 2 0 0 0,-7-3-785 0 0,0-1-1 0 0,0 0 1 0 0,0-1-1 0 0,1-1 1 0 0,12-1-1 0 0,-19 1-261 0 0,0-1 0 0 0,0 1 0 0 0,0-1-1 0 0,0-1 1 0 0,-1 1 0 0 0,1-1 0 0 0,-1-1-1 0 0,0 1 1 0 0,0-1 0 0 0,0 0 0 0 0,6-5-1 0 0,3-4-5165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2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66 1428 0 0,'-31'-66'12284'0'0,"50"79"-10593"0"0,-4 2-948 0 0,-1 0 0 0 0,0 2 0 0 0,22 34-1 0 0,28 60 1256 0 0,-55-93-1823 0 0,-1 0 1 0 0,0 1-1 0 0,-2 0 1 0 0,0 0-1 0 0,-1 0 0 0 0,-1 1 1 0 0,0-1-1 0 0,-2 1 1 0 0,0 0-1 0 0,-2 0 0 0 0,0 0 1 0 0,-1 0-1 0 0,-1 0 1 0 0,-1 0-1 0 0,0-1 1 0 0,-2 1-1 0 0,0-1 0 0 0,-15 36 1 0 0,1-15-280 0 0,-2-1 0 0 0,-1 0 1 0 0,-2-2-1 0 0,-2 0 0 0 0,-1-2 1 0 0,-1-1-1 0 0,-37 32 0 0 0,11-16-2468 0 0,-2-3 0 0 0,-2-2 0 0 0,-95 56 0 0 0,100-72-1567 0 0,1-1-1905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58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74 104 0 0,'-1'-8'13281'0'0,"7"8"-13132"0"0,0 0-1 0 0,1 0 0 0 0,-1 0 0 0 0,1 0 1 0 0,-1-1-1 0 0,0 0 0 0 0,0-1 1 0 0,1 1-1 0 0,-1-1 0 0 0,7-4 1 0 0,20-3-47 0 0,92-16 15 0 0,-122 25-111 0 0,38-5 144 0 0,-28 2-50 0 0,-25 2-55 0 0,-6 2-46 0 0,0 2-1 0 0,1-1 1 0 0,-28 9-1 0 0,18-4-1 0 0,-101 25-19 0 0,126-31 13 0 0,-3 0 6 0 0,7-1-2 0 0,17-4-10 0 0,33-9-7 0 0,55-15 67 0 0,-105 27-25 0 0,0 0-4 0 0,-2 1-13 0 0,15-6 52 0 0,-11 2-28 0 0,-12-1-16 0 0,1 3-1053 0 0,-5-1-3318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6:59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9 404 0 0,'0'0'1072'0'0,"-15"-5"2288"0"0,13 4-3248 0 0,-1 0 0 0 0,0 1 0 0 0,1-1 1 0 0,-1 1-1 0 0,0 0 0 0 0,1 0 0 0 0,-1 0 1 0 0,0 0-1 0 0,1 0 0 0 0,-1 1 0 0 0,0-1 0 0 0,1 1 1 0 0,-1 0-1 0 0,1 0 0 0 0,-1 0 0 0 0,1 0 1 0 0,-1 0-1 0 0,1 0 0 0 0,0 1 0 0 0,-1-1 0 0 0,1 1 1 0 0,0 0-1 0 0,0-1 0 0 0,0 1 0 0 0,0 0 1 0 0,0 0-1 0 0,-1 3 0 0 0,0-1-65 0 0,-5 14 32 0 0,7-13-65 0 0,1 1 1 0 0,0 0 0 0 0,0-1 0 0 0,3 11-1 0 0,-3-15 8 0 0,0 1 0 0 0,0-1 0 0 0,1 1 0 0 0,-1-1 0 0 0,0 0 0 0 0,1 1-1 0 0,0-1 1 0 0,-1 0 0 0 0,1 1 0 0 0,0-1 0 0 0,0 0 0 0 0,-1 0 0 0 0,1 1 0 0 0,0-1-1 0 0,0 0 1 0 0,0 0 0 0 0,1 0 0 0 0,-1 0 0 0 0,0 0 0 0 0,0-1 0 0 0,0 1 0 0 0,1 0-1 0 0,-1-1 1 0 0,2 2 0 0 0,-1-2 30 0 0,-1 0-18 0 0,0 0 0 0 0,0-1 0 0 0,0 1 0 0 0,-1-1 0 0 0,1 1 0 0 0,0-1 0 0 0,0 0 0 0 0,0 1 0 0 0,-1-1 1 0 0,1 0-1 0 0,0 0 0 0 0,-1 1 0 0 0,1-1 0 0 0,0 0 0 0 0,-1 0 0 0 0,1 0 0 0 0,-1 0 0 0 0,1 0 0 0 0,-1-2-12 0 0,1 0 1 0 0,-1 1 0 0 0,0-1-1 0 0,0 0 1 0 0,-1 1 0 0 0,1-1-1 0 0,0 0 1 0 0,-1 1-1 0 0,0-1 1 0 0,1 1 0 0 0,-1-1-1 0 0,0 1 1 0 0,0-1-1 0 0,-1 1 1 0 0,1 0 0 0 0,0 0-1 0 0,-1-1 1 0 0,1 1 0 0 0,-1 0-1 0 0,0 0 1 0 0,0 0-1 0 0,0 1 1 0 0,0-1 0 0 0,0 0-1 0 0,0 1 1 0 0,0-1-1 0 0,0 1 1 0 0,-1 0 0 0 0,1 0-1 0 0,0 0 1 0 0,-1 0-1 0 0,1 0 1 0 0,-1 0 0 0 0,-3 0-1 0 0,0-1-18 0 0,0 1 0 0 0,0 0 0 0 0,-1 0 0 0 0,1 0 1 0 0,-1 1-1 0 0,1 0 0 0 0,-1 0 0 0 0,1 1 0 0 0,0 0 0 0 0,-1 0 0 0 0,1 0 0 0 0,0 1 0 0 0,-8 3 0 0 0,3 0 2 0 0,1 2-1 0 0,0 0 1 0 0,0 0 0 0 0,1 0-1 0 0,0 1 1 0 0,0 1 0 0 0,1 0-1 0 0,0 0 1 0 0,0 0 0 0 0,1 1-1 0 0,1 0 1 0 0,-1 0 0 0 0,-7 20-1 0 0,7-15 13 0 0,1 1 0 0 0,0 0-1 0 0,2 0 1 0 0,0 1 0 0 0,0-1-1 0 0,2 1 1 0 0,0 0 0 0 0,1-1-1 0 0,1 24 1 0 0,0-33-10 0 0,1-1 1 0 0,0 0-1 0 0,0 0 1 0 0,1 0-1 0 0,0 0 0 0 0,0 0 1 0 0,0 0-1 0 0,1 0 1 0 0,-1 0-1 0 0,1-1 1 0 0,1 1-1 0 0,-1-1 0 0 0,1 0 1 0 0,0 0-1 0 0,0-1 1 0 0,1 1-1 0 0,6 5 1 0 0,-8-7 6 0 0,1-1 0 0 0,0 0 1 0 0,0 0-1 0 0,1 0 0 0 0,-1 0 1 0 0,0 0-1 0 0,0-1 1 0 0,1 0-1 0 0,-1 0 0 0 0,1 0 1 0 0,-1 0-1 0 0,1-1 0 0 0,0 0 1 0 0,-1 0-1 0 0,1 0 1 0 0,-1 0-1 0 0,1-1 0 0 0,-1 0 1 0 0,1 0-1 0 0,-1 0 1 0 0,1 0-1 0 0,-1-1 0 0 0,0 0 1 0 0,6-3-1 0 0,-5 2 3 0 0,0 0 0 0 0,-1 0 0 0 0,1-1 0 0 0,-1 0 0 0 0,0 0 0 0 0,0 0 0 0 0,0 0 0 0 0,0-1 1 0 0,-1 0-1 0 0,1 1 0 0 0,-1-1 0 0 0,-1 0 0 0 0,1-1 0 0 0,-1 1 0 0 0,0 0 0 0 0,0-1 0 0 0,0 1 0 0 0,-1-1 0 0 0,2-9 0 0 0,-2 5 14 0 0,0-1-1 0 0,0 1 1 0 0,-1 0 0 0 0,0-1-1 0 0,-1 1 1 0 0,0 0-1 0 0,-1-1 1 0 0,0 1 0 0 0,0 0-1 0 0,-6-13 1 0 0,8 22-34 0 0,-1-1 0 0 0,1 1 1 0 0,0 0-1 0 0,-1 0 0 0 0,1 0 1 0 0,-1 0-1 0 0,1 0 0 0 0,-1 0 1 0 0,1 0-1 0 0,-1 0 0 0 0,0 0 1 0 0,0 0-1 0 0,1 0 1 0 0,-1 0-1 0 0,0 0 0 0 0,0 1 1 0 0,0-1-1 0 0,0 0 0 0 0,0 1 1 0 0,0-1-1 0 0,0 0 0 0 0,0 1 1 0 0,0-1-1 0 0,0 1 0 0 0,0 0 1 0 0,0-1-1 0 0,0 1 0 0 0,-1 0 1 0 0,1 0-1 0 0,0 0 0 0 0,0 0 1 0 0,0 0-1 0 0,0 0 0 0 0,-1 0 1 0 0,1 0-1 0 0,0 0 0 0 0,0 0 1 0 0,0 1-1 0 0,0-1 0 0 0,-1 0 1 0 0,1 1-1 0 0,0-1 0 0 0,0 1 1 0 0,0-1-1 0 0,0 1 0 0 0,0 0 1 0 0,0-1-1 0 0,0 1 0 0 0,-1 1 1 0 0,-2 2-17 0 0,0 0 0 0 0,-1 0 0 0 0,1 1 0 0 0,1-1 0 0 0,-1 1 0 0 0,1 0 1 0 0,0 0-1 0 0,-4 9 0 0 0,2-2 7 0 0,1-1 1 0 0,1 1-1 0 0,0 0 0 0 0,1 0 1 0 0,-1 16-1 0 0,3-22 9 0 0,-1-1 0 0 0,1 1-1 0 0,0 0 1 0 0,1 0 0 0 0,0 0-1 0 0,0 0 1 0 0,0 0 0 0 0,0-1 0 0 0,1 1-1 0 0,0 0 1 0 0,1-1 0 0 0,4 10-1 0 0,-5-13 6 0 0,-1 0 0 0 0,1 0-1 0 0,0 0 1 0 0,0 0 0 0 0,0 0 0 0 0,-1-1-1 0 0,1 1 1 0 0,1-1 0 0 0,-1 0-1 0 0,0 1 1 0 0,0-1 0 0 0,0 0-1 0 0,1 0 1 0 0,-1-1 0 0 0,1 1 0 0 0,-1 0-1 0 0,0-1 1 0 0,1 1 0 0 0,-1-1-1 0 0,1 0 1 0 0,-1 0 0 0 0,4 0-1 0 0,-4-1-1 0 0,0 1-1 0 0,1-1 1 0 0,-1 0 0 0 0,1 0-1 0 0,-1-1 1 0 0,0 1-1 0 0,0 0 1 0 0,0-1-1 0 0,1 1 1 0 0,-1-1-1 0 0,-1 0 1 0 0,1 0-1 0 0,0 0 1 0 0,0 0-1 0 0,-1 0 1 0 0,1 0 0 0 0,-1 0-1 0 0,0 0 1 0 0,1 0-1 0 0,0-5 1 0 0,2-5 24 0 0,-2 1 0 0 0,0-1 0 0 0,0 0 0 0 0,-1 0 0 0 0,0 1 0 0 0,-1-1 0 0 0,0 0 0 0 0,-1 0 0 0 0,-1 0 0 0 0,0 0 0 0 0,0 1 1 0 0,-1-1-1 0 0,-1 1 0 0 0,-7-18 0 0 0,11 28-23 0 0,-1-1 1 0 0,1 1-1 0 0,0 0 1 0 0,-1-1 0 0 0,0 1-1 0 0,1 0 1 0 0,-1 0-1 0 0,0 0 1 0 0,1 0-1 0 0,-1 0 1 0 0,0-1-1 0 0,0 1 1 0 0,0 1 0 0 0,0-1-1 0 0,0 0 1 0 0,0 0-1 0 0,0 0 1 0 0,-1 0-1 0 0,1 1 1 0 0,0-1-1 0 0,0 1 1 0 0,-1-1 0 0 0,1 1-1 0 0,0-1 1 0 0,-1 1-1 0 0,1 0 1 0 0,0-1-1 0 0,-1 1 1 0 0,1 0 0 0 0,0 0-1 0 0,-1 0 1 0 0,1 0-1 0 0,0 0 1 0 0,-1 0-1 0 0,1 1 1 0 0,0-1-1 0 0,-1 0 1 0 0,1 1 0 0 0,0-1-1 0 0,-1 1 1 0 0,1-1-1 0 0,0 1 1 0 0,0 0-1 0 0,0 0 1 0 0,-1-1-1 0 0,1 1 1 0 0,0 0 0 0 0,0 0-1 0 0,-1 1 1 0 0,-4 4-704 0 0,1-1 1 0 0,-1 1-1 0 0,1 0 1 0 0,1 0 0 0 0,-1 1-1 0 0,-6 11 1 0 0,3-7-4005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34 154 120 0 0,'-14'2'9379'0'0,"-5"-3"-2043"0"0,31-5-8066 0 0,190-75 851 0 0,-31 15-54 0 0,-169 65-35 0 0,-15 2-26 0 0,1 1 0 0 0,0 0 0 0 0,0 1 0 0 0,0 0 0 0 0,-17 7 1 0 0,-15 5-1 0 0,27-11-8 0 0,-168 54-25 0 0,174-54 17 0 0,9-3-1 0 0,1 0 3 0 0,-5 2 2 0 0,4-2-2 0 0,26-3 17 0 0,0-1 0 0 0,-1-1-1 0 0,0-1 1 0 0,0-1 0 0 0,0-2 0 0 0,41-18-1 0 0,-58 24 4 0 0,-6 2-11 0 0,1 0-1 0 0,-1 0 1 0 0,1 0-1 0 0,-1-1 1 0 0,0 1-1 0 0,1 0 0 0 0,-1-1 1 0 0,1 1-1 0 0,-1 0 1 0 0,1-1-1 0 0,-1 1 1 0 0,0 0-1 0 0,1-1 0 0 0,-1 1 1 0 0,0-1-1 0 0,0 1 1 0 0,1-1-1 0 0,-1 1 1 0 0,0 0-1 0 0,0-1 0 0 0,1 1 1 0 0,-1-1-1 0 0,0 1 1 0 0,0-2-1 0 0,1 1-6 0 0,-7 1-116 0 0,-19 2-1198 0 0,24-1 1134 0 0,0-1 1 0 0,1 1 0 0 0,-1-1 0 0 0,0 1 0 0 0,1-1-1 0 0,-1 1 1 0 0,0-1 0 0 0,1 1 0 0 0,-1-1-1 0 0,1 1 1 0 0,-1 0 0 0 0,1-1 0 0 0,0 1 0 0 0,-1 0-1 0 0,1 0 1 0 0,-1-1 0 0 0,1 1 0 0 0,0 0 0 0 0,0 0-1 0 0,0 0 1 0 0,-1-1 0 0 0,1 1 0 0 0,0 0-1 0 0,0 0 1 0 0,0 0 0 0 0,0-1 0 0 0,0 2 0 0 0,6 7-3563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1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85 1964 0 0,'-12'-13'8058'0'0,"7"7"-7001"0"0,7 4-1006 0 0,-1 0 0 0 0,0 0-1 0 0,1 0 1 0 0,0 0 0 0 0,-1 0 0 0 0,1 0-1 0 0,0 1 1 0 0,0-1 0 0 0,0 1 0 0 0,0-1-1 0 0,0 1 1 0 0,0 0 0 0 0,0-1 0 0 0,1 1-1 0 0,-1 0 1 0 0,3 0 0 0 0,48-15 122 0 0,-36 11-281 0 0,-13 4-50 0 0,48-12-889 0 0,-14 10-4637 0 0,-19 3 2970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37 100 580 0 0,'-13'14'1892'0'0,"11"-13"-1621"0"0,0 1 0 0 0,0-1 0 0 0,0 1 0 0 0,1 0 0 0 0,-1-1 0 0 0,1 1 1 0 0,-1 0-1 0 0,1 0 0 0 0,0 0 0 0 0,-1 0 0 0 0,1 1 0 0 0,0-1 0 0 0,0 0 0 0 0,1 0 0 0 0,-1 1 1 0 0,0 2-1 0 0,1-4-232 0 0,1-1 0 0 0,0 0 0 0 0,-1 1 0 0 0,1-1 0 0 0,0 1 0 0 0,0-1 1 0 0,-1 0-1 0 0,1 0 0 0 0,0 0 0 0 0,0 1 0 0 0,0-1 0 0 0,-1 0 0 0 0,1 0 1 0 0,0 0-1 0 0,0 0 0 0 0,0 0 0 0 0,-1 0 0 0 0,1 0 0 0 0,0-1 0 0 0,0 1 1 0 0,0 0-1 0 0,1-1 0 0 0,18-3 159 0 0,-20 4-196 0 0,53-16-68 0 0,0-2 0 0 0,63-33 0 0 0,-77 34-872 0 0,9-5-1172 0 0,-1-1-421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1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54 572 0 0,'-56'-49'11814'0'0,"56"49"-11752"0"0,-1-1 0 0 0,0 1-1 0 0,1-1 1 0 0,-1 1 0 0 0,0-1 0 0 0,1 1 0 0 0,-1 0 0 0 0,0-1 0 0 0,0 1 0 0 0,0 0-1 0 0,1 0 1 0 0,-1 0 0 0 0,0-1 0 0 0,0 1 0 0 0,0 0 0 0 0,0 0 0 0 0,1 0 0 0 0,-1 0-1 0 0,0 0 1 0 0,0 1 0 0 0,0-1 0 0 0,0 0 0 0 0,1 0 0 0 0,-1 0 0 0 0,0 1 0 0 0,0-1-1 0 0,0 0 1 0 0,1 1 0 0 0,-1-1 0 0 0,0 1 0 0 0,1-1 0 0 0,-1 1 0 0 0,0-1 0 0 0,1 1-1 0 0,-1 0 1 0 0,0 0 0 0 0,-18 22 862 0 0,11-9-839 0 0,1 0 0 0 0,0 0 0 0 0,1 0 0 0 0,1 1 0 0 0,0 0 0 0 0,1 0 0 0 0,1 0 1 0 0,0 1-1 0 0,1-1 0 0 0,1 1 0 0 0,0 0 0 0 0,1-1 0 0 0,1 1 0 0 0,0-1 0 0 0,2 1 0 0 0,-1-1 0 0 0,2 0 0 0 0,8 25 1 0 0,-10-35-82 0 0,0 0 1 0 0,1 0 0 0 0,0-1 0 0 0,0 1-1 0 0,0-1 1 0 0,0 1 0 0 0,0-1 0 0 0,1 0-1 0 0,0 0 1 0 0,0-1 0 0 0,0 1 0 0 0,0-1 0 0 0,1 0-1 0 0,-1 0 1 0 0,10 4 0 0 0,-7-5 0 0 0,-1 1 0 0 0,1-2 0 0 0,0 1 0 0 0,0-1 0 0 0,0 0 0 0 0,0 0 0 0 0,-1-1 0 0 0,1 0 0 0 0,0 0 0 0 0,0-1 0 0 0,8-2 0 0 0,-2 1 0 0 0,-1-2 0 0 0,1 1 0 0 0,-1-2-1 0 0,-1 0 1 0 0,1 0 0 0 0,-1-1 0 0 0,1 0 0 0 0,-2-1 0 0 0,1-1 0 0 0,-1 1 0 0 0,0-2-1 0 0,-1 1 1 0 0,9-11 0 0 0,-3-1-6 0 0,-2-2 1 0 0,-1 1-1 0 0,0-2 0 0 0,-2 1 0 0 0,0-1 0 0 0,6-26 1 0 0,-10 32-4 0 0,11-35-148 0 0,-16 51 132 0 0,-1 3 11 0 0,1 0 13 0 0,-1 0 0 0 0,1 0 0 0 0,-1 0 0 0 0,0 0 0 0 0,0 0 0 0 0,0 0 0 0 0,0 0 0 0 0,0 2 0 0 0,-34 302 3252 0 0,-6 115-5474 0 0,40-416 1789 0 0,0 47-2433 0 0,1-48 1710 0 0,-1 0 0 0 0,1 0 0 0 0,0 0 0 0 0,0 0 0 0 0,3 7 0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2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19 134 216 0 0,'5'-85'10918'0'0,"-11"37"-1903"0"0,7 55-9414 0 0,5 51 1249 0 0,-2 1 0 0 0,-8 111 0 0 0,-1-65-583 0 0,-10 228 219 0 0,12-313-373 0 0,2-29-20 0 0,1-36-61 0 0,6-30-176 0 0,21-96-1 0 0,-20 141 103 0 0,1 0 0 0 0,2 0 0 0 0,0 1 1 0 0,2 1-1 0 0,1 0 0 0 0,19-28 0 0 0,-27 46 28 0 0,1 1-1 0 0,1 1 1 0 0,-1-1 0 0 0,1 1 0 0 0,1 0 0 0 0,-1 1-1 0 0,1 0 1 0 0,1 0 0 0 0,-1 1 0 0 0,16-9 0 0 0,-22 14 6 0 0,-1 0-1 0 0,1 0 1 0 0,0 1 0 0 0,-1-1 0 0 0,1 1 0 0 0,0-1 0 0 0,-1 1 0 0 0,1 0-1 0 0,0 0 1 0 0,-1 0 0 0 0,1-1 0 0 0,0 2 0 0 0,-1-1 0 0 0,1 0 0 0 0,0 0-1 0 0,0 0 1 0 0,-1 1 0 0 0,3 0 0 0 0,-2 0 6 0 0,-1 0 0 0 0,0 0 0 0 0,0 0-1 0 0,0 0 1 0 0,0 0 0 0 0,0 0 0 0 0,0 0 0 0 0,0 0 0 0 0,0 0-1 0 0,-1 0 1 0 0,1 1 0 0 0,0-1 0 0 0,-1 0 0 0 0,1 0 0 0 0,-1 1-1 0 0,1-1 1 0 0,0 3 0 0 0,-1 1 2 0 0,1-1 1 0 0,-1 1-1 0 0,1 0 0 0 0,-1 0 1 0 0,-1 0-1 0 0,1 0 0 0 0,-1 0 1 0 0,0 0-1 0 0,0-1 0 0 0,0 1 0 0 0,-3 5 1 0 0,-3 2-5 0 0,0 0 1 0 0,-1 0 0 0 0,0-1-1 0 0,-1 0 1 0 0,-1 0 0 0 0,0-1-1 0 0,0 0 1 0 0,-1-1 0 0 0,0 0-1 0 0,0-1 1 0 0,-1 0 0 0 0,0-1-1 0 0,-23 10 1 0 0,0-8-51 0 0,32-9 15 0 0,-12 1-305 0 0,24 2 338 0 0,-1 0 0 0 0,0 0 0 0 0,0 1 0 0 0,0 0-1 0 0,0 1 1 0 0,12 8 0 0 0,44 42 237 0 0,-27-22-45 0 0,6 1-936 0 0,86 55 0 0 0,-102-74-1313 0 0,40 15 1 0 0,-42-21-683 0 0,1 0 1 0 0,27 4-1 0 0,-18-8-3245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44 129 2072 0 0,'-5'-1'1025'0'0,"0"-1"0"0"0,1 0 0 0 0,-1 0 0 0 0,1 0-1 0 0,-1 0 1 0 0,1-1 0 0 0,-6-4 0 0 0,9 6-402 0 0,5-2-399 0 0,0 0 1 0 0,0 0-1 0 0,0 1 1 0 0,0-1-1 0 0,1 1 1 0 0,-1 0-1 0 0,10-2 1 0 0,103-33 548 0 0,-52 18-2214 0 0,0-3-4616 0 0,-46 15 2496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99 424 0 0,'-5'-3'1147'0'0,"0"1"0"0"0,1-2 0 0 0,0 1 0 0 0,-1 0 0 0 0,1-1 0 0 0,1 0 0 0 0,-1 0 0 0 0,-6-8 0 0 0,10 11-1093 0 0,-1 0 0 0 0,1 0 0 0 0,0 1 0 0 0,0-1 0 0 0,-1 0 0 0 0,1 0-1 0 0,0 0 1 0 0,0 1 0 0 0,0-1 0 0 0,0 0 0 0 0,0 0 0 0 0,0 0 0 0 0,0 0 0 0 0,0 1 0 0 0,0-1 0 0 0,0 0 0 0 0,1 0 0 0 0,-1 0 0 0 0,0 1 0 0 0,1-1-1 0 0,-1 0 1 0 0,0 0 0 0 0,1 1 0 0 0,-1-1 0 0 0,1 0 0 0 0,-1 1 0 0 0,1-1 0 0 0,-1 0 0 0 0,2 0 0 0 0,18-15 487 0 0,-11 12-476 0 0,0 1 0 0 0,0 0 1 0 0,1 0-1 0 0,-1 1 0 0 0,0 0 1 0 0,1 1-1 0 0,0 0 0 0 0,-1 1 0 0 0,1-1 1 0 0,15 3-1 0 0,-20-1-57 0 0,-1 0 0 0 0,1 0 0 0 0,0 0 0 0 0,-1 0-1 0 0,0 1 1 0 0,1 0 0 0 0,-1 0 0 0 0,0 0 0 0 0,0 0 0 0 0,6 5 0 0 0,-7-5-2 0 0,-1 0 1 0 0,0 1-1 0 0,0-1 1 0 0,0 0-1 0 0,0 1 0 0 0,0 0 1 0 0,-1-1-1 0 0,1 1 0 0 0,-1 0 1 0 0,0 0-1 0 0,1 0 1 0 0,-1 0-1 0 0,-1 0 0 0 0,1 0 1 0 0,0 0-1 0 0,-1 0 1 0 0,1 4-1 0 0,-1-1 15 0 0,-1 0 0 0 0,0 1 0 0 0,0-1 0 0 0,0 0 0 0 0,0 0 1 0 0,-1 0-1 0 0,0-1 0 0 0,0 1 0 0 0,-1 0 0 0 0,0-1 0 0 0,0 1 0 0 0,0-1 0 0 0,-6 8 0 0 0,-8 7 278 0 0,-35 35 0 0 0,36-39-177 0 0,12-13-34 0 0,-10 12 98 0 0,14-14-181 0 0,0-1 0 0 0,0 0 0 0 0,0 0 0 0 0,-1 1 0 0 0,1-1 0 0 0,0 0 0 0 0,0 1 0 0 0,0-1 0 0 0,0 0 0 0 0,0 0 0 0 0,0 1 0 0 0,0-1 1 0 0,0 0-1 0 0,0 1 0 0 0,0-1 0 0 0,0 0 0 0 0,0 1 0 0 0,0-1 0 0 0,0 0 0 0 0,0 1 0 0 0,0-1 0 0 0,0 0 0 0 0,0 0 0 0 0,0 1 0 0 0,0-1 0 0 0,1 0 0 0 0,-1 1 0 0 0,0-1 0 0 0,0 0 0 0 0,0 0 0 0 0,1 1 0 0 0,-1-1 0 0 0,0 0 0 0 0,0 0 0 0 0,0 1 0 0 0,1-1 0 0 0,-1 0 0 0 0,0 0 0 0 0,0 0 0 0 0,1 0 0 0 0,-1 0 0 0 0,0 1 0 0 0,1-1 0 0 0,-1 0 0 0 0,0 0 0 0 0,1 0 0 0 0,-1 0 0 0 0,0 0 0 0 0,1 0 0 0 0,-1 0 0 0 0,0 0 0 0 0,0 0 0 0 0,1 0 0 0 0,13 3 69 0 0,-1 0-1 0 0,0 1 1 0 0,0 0 0 0 0,-1 1 0 0 0,1 1-1 0 0,-1 0 1 0 0,0 1 0 0 0,0 0-1 0 0,-1 0 1 0 0,0 1 0 0 0,-1 1-1 0 0,1 0 1 0 0,-2 0 0 0 0,11 14 0 0 0,-13-15 165 0 0,0 0 0 0 0,-1 1 0 0 0,0 0 1 0 0,-1 0-1 0 0,0 0 0 0 0,-1 1 1 0 0,0 0-1 0 0,0 0 0 0 0,2 11 1 0 0,-5-16-97 0 0,0-1 0 0 0,-1 1-1 0 0,1 0 1 0 0,-1-1 0 0 0,0 1 0 0 0,-1-1 0 0 0,1 1 0 0 0,-1 0 0 0 0,0-1 0 0 0,0 1 0 0 0,0-1 0 0 0,-1 1 0 0 0,1-1 0 0 0,-1 0-1 0 0,0 0 1 0 0,-1 0 0 0 0,1 0 0 0 0,-1 0 0 0 0,1 0 0 0 0,-1 0 0 0 0,0-1 0 0 0,-1 0 0 0 0,-4 5 0 0 0,0-2-42 0 0,-1 0 0 0 0,0 0-1 0 0,0-1 1 0 0,-1-1 0 0 0,1 1 0 0 0,-1-1 0 0 0,0-1 0 0 0,0 0 0 0 0,0 0 0 0 0,0-1 0 0 0,-1-1 0 0 0,1 0 0 0 0,0 0 0 0 0,-1 0 0 0 0,1-2 0 0 0,-11 0 0 0 0,-3-2-200 0 0,1 0 0 0 0,0-2 0 0 0,0 0 1 0 0,1-1-1 0 0,0-2 0 0 0,-26-11 0 0 0,47 18-100 0 0,-1 1-1 0 0,1-1 0 0 0,-1 1 0 0 0,1-1 1 0 0,-1 0-1 0 0,1 0 0 0 0,0 0 0 0 0,-1 0 0 0 0,1 0 1 0 0,0 0-1 0 0,0 0 0 0 0,0 0 0 0 0,-1 0 1 0 0,1 0-1 0 0,0-1 0 0 0,1 1 0 0 0,-1 0 0 0 0,0-1 1 0 0,0 1-1 0 0,1-1 0 0 0,-1 1 0 0 0,0-1 1 0 0,1 1-1 0 0,-1-3 0 0 0,2 2-346 0 0,-1 0 0 0 0,1-1 0 0 0,0 1 1 0 0,-1 0-1 0 0,1 0 0 0 0,0 0 0 0 0,0 0 0 0 0,1 0 1 0 0,-1 0-1 0 0,0 0 0 0 0,1 0 0 0 0,-1 1 0 0 0,1-1 0 0 0,0 1 1 0 0,-1-1-1 0 0,1 1 0 0 0,3-3 0 0 0,14-9-5570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4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6 412 2180 0 0,'-2'-10'5231'0'0,"1"9"-5027"0"0,1 0 1 0 0,-1-1-1 0 0,1 1 1 0 0,-1-1-1 0 0,1 1 1 0 0,0 0-1 0 0,-1-1 1 0 0,1 1-1 0 0,0-1 0 0 0,0 1 1 0 0,0-1-1 0 0,0 1 1 0 0,0-1-1 0 0,1 1 1 0 0,-1 0-1 0 0,0-1 1 0 0,1 1-1 0 0,-1-1 1 0 0,1 1-1 0 0,0-2 1 0 0,20-31 453 0 0,-4 6-222 0 0,-5-3-209 0 0,-2 0 1 0 0,-1 0-1 0 0,-2-1 0 0 0,-1 0 1 0 0,-1-1-1 0 0,-2 1 0 0 0,-1-44 0 0 0,-5 66-104 0 0,-3 12-44 0 0,-5 13-32 0 0,6-1 218 0 0,1 0 0 0 0,0 0 0 0 0,1 1 0 0 0,0-1 0 0 0,1 1 0 0 0,0 20 0 0 0,0 0 226 0 0,-2 25 798 0 0,6 94 1 0 0,17 60 435 0 0,-10-136-1430 0 0,22 140 1017 0 0,-29-190 232 0 0,-2-28-1529 0 0,0 0 1 0 0,0 1 0 0 0,-1-1-1 0 0,1 0 1 0 0,0 1 0 0 0,0-1-1 0 0,0 1 1 0 0,-1-1 0 0 0,1 0-1 0 0,0 0 1 0 0,-1 1-1 0 0,1-1 1 0 0,0 0 0 0 0,-1 1-1 0 0,1-1 1 0 0,0 0 0 0 0,-1 0-1 0 0,1 0 1 0 0,-1 0 0 0 0,1 1-1 0 0,0-1 1 0 0,-1 0-1 0 0,1 0 1 0 0,-1 0 0 0 0,1 0-1 0 0,0 0 1 0 0,-1 0 0 0 0,1 0-1 0 0,-1 0 1 0 0,1 0 0 0 0,-1 0-1 0 0,1 0 1 0 0,0 0 0 0 0,-1 0-1 0 0,1 0 1 0 0,-1 0-1 0 0,1-1 1 0 0,0 1 0 0 0,-1 0-1 0 0,1 0 1 0 0,-1-1 0 0 0,0 0-9 0 0,0 0 1 0 0,-1 0 0 0 0,1 0 0 0 0,0 0 0 0 0,0 0 0 0 0,0 0-1 0 0,0-1 1 0 0,0 1 0 0 0,0 0 0 0 0,1-1 0 0 0,-1 1 0 0 0,0-1-1 0 0,1 1 1 0 0,-1-1 0 0 0,1 1 0 0 0,-1-3 0 0 0,-1 0 8 0 0,-3-13-36 0 0,0 1 0 0 0,0-1 0 0 0,2 0 0 0 0,0 0 0 0 0,1 0-1 0 0,0-1 1 0 0,2 1 0 0 0,0 0 0 0 0,1-1 0 0 0,1 1 0 0 0,0 0 0 0 0,1 0 0 0 0,1 0 0 0 0,1 0 0 0 0,9-23-1 0 0,-4 17 11 0 0,1-1-1 0 0,2 2 1 0 0,0-1-1 0 0,1 2 1 0 0,1 0-1 0 0,1 1 1 0 0,1 0-1 0 0,0 1 1 0 0,37-29-1 0 0,-51 45 1 0 0,0 0 0 0 0,0 1-1 0 0,0 0 1 0 0,1 0-1 0 0,-1 0 1 0 0,1 0 0 0 0,-1 0-1 0 0,1 1 1 0 0,0-1 0 0 0,0 1-1 0 0,0 0 1 0 0,0 0-1 0 0,0 1 1 0 0,0-1 0 0 0,7 1-1 0 0,-11 0 8 0 0,1 0 0 0 0,0 0 0 0 0,-1 0 0 0 0,1 1 0 0 0,-1-1 0 0 0,1 0 0 0 0,-1 0 0 0 0,1 1 0 0 0,-1-1 0 0 0,1 0 0 0 0,-1 1 0 0 0,1-1 0 0 0,-1 1 0 0 0,1-1 0 0 0,-1 1 0 0 0,1-1 0 0 0,-1 0-1 0 0,0 1 1 0 0,1 0 0 0 0,-1-1 0 0 0,0 1 0 0 0,1-1 0 0 0,-1 1 0 0 0,0-1 0 0 0,0 1 0 0 0,0 0 0 0 0,0-1 0 0 0,1 1 0 0 0,-1-1 0 0 0,0 1 0 0 0,0 0 0 0 0,0-1 0 0 0,0 1 0 0 0,-1 1 0 0 0,-2 19-136 0 0,2-21 136 0 0,-1 8-22 0 0,-2 0 1 0 0,1 0 0 0 0,-1 0 0 0 0,-1 0-1 0 0,1-1 1 0 0,-1 0 0 0 0,-1 0-1 0 0,1 0 1 0 0,-10 8 0 0 0,-7 6 166 0 0,-33 22 0 0 0,36-29-48 0 0,11-8-124 0 0,-1 0 1 0 0,1-1-1 0 0,-1-1 1 0 0,0 0-1 0 0,0 0 0 0 0,-1 0 1 0 0,-14 3-1 0 0,22-7 12 0 0,2 0 14 0 0,0 0 0 0 0,0 0 0 0 0,-1 1 0 0 0,1-1 0 0 0,0 0 0 0 0,0 0 0 0 0,0 0 0 0 0,-1 0 0 0 0,1 1 0 0 0,0-1 0 0 0,0 0 0 0 0,-1 0 0 0 0,1 0 0 0 0,0 0 0 0 0,0 0 0 0 0,-1 0 0 0 0,1 0 0 0 0,0 0 0 0 0,-1 0 0 0 0,1 0 0 0 0,0 0 0 0 0,0 0 0 0 0,-1 0 0 0 0,1 0 0 0 0,0 0 0 0 0,0 0 0 0 0,-1 0 0 0 0,1 0 0 0 0,0 0 0 0 0,0 0 0 0 0,-1 0 0 0 0,1 0 0 0 0,0-1 0 0 0,0 1 0 0 0,-1 0 0 0 0,1 0 0 0 0,0 0 0 0 0,-1-1 0 0 0,5 0-74 0 0,19 6 67 0 0,-10-1 54 0 0,0 2-1 0 0,0-1 1 0 0,0 2 0 0 0,-1-1-1 0 0,1 2 1 0 0,-2 0-1 0 0,15 12 1 0 0,74 74 164 0 0,-77-71-177 0 0,2 2-193 0 0,47 36 0 0 0,-62-53-827 0 0,1-1 0 0 0,24 11 0 0 0,-28-15-116 0 0,0-1 1 0 0,1 1-1 0 0,-1-1 1 0 0,0-1-1 0 0,1 1 0 0 0,9 0 1 0 0,2-4-3535 0 0,1-2-2126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79 2268 0 0,'-13'-16'11300'0'0,"8"7"-9041"0"0,7 7-2165 0 0,0 0 0 0 0,0 0 0 0 0,0 1-1 0 0,0-1 1 0 0,0 0 0 0 0,0 1-1 0 0,0 0 1 0 0,0 0 0 0 0,1 0-1 0 0,-1 0 1 0 0,1 0 0 0 0,-1 0 0 0 0,0 0-1 0 0,1 1 1 0 0,2-1 0 0 0,49-8 200 0 0,-40 7-185 0 0,34-7-156 0 0,33-4-2335 0 0,-24 13-6257 0 0,-40 1 4381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35 1848 0 0,'-25'14'4968'0'0,"-31"21"0"0"0,56-35-4921 0 0,0 0 0 0 0,0 0 0 0 0,-1 0 0 0 0,1 0 0 0 0,0 0 0 0 0,0 1 0 0 0,-1-1 0 0 0,1 0 0 0 0,0 0 0 0 0,0 0 0 0 0,0 1 0 0 0,-1-1 0 0 0,1 0 0 0 0,0 0 0 0 0,0 1 0 0 0,0-1 1 0 0,0 0-1 0 0,0 0 0 0 0,-1 1 0 0 0,1-1 0 0 0,0 0 0 0 0,0 1 0 0 0,0-1 0 0 0,0 0 0 0 0,0 0 0 0 0,0 1 0 0 0,0-1 0 0 0,0 0 0 0 0,0 1 0 0 0,0-1 0 0 0,0 0 0 0 0,0 0 0 0 0,0 1 0 0 0,0-1 0 0 0,0 0 0 0 0,1 1 0 0 0,-1-1 1 0 0,0 0-1 0 0,0 0 0 0 0,0 1 0 0 0,0-1 0 0 0,1 0 0 0 0,-1 1 2 0 0,1-1-1 0 0,0 1 1 0 0,-1-1 0 0 0,1 1 0 0 0,0-1 0 0 0,0 0 0 0 0,-1 1 0 0 0,1-1 0 0 0,0 0-1 0 0,0 0 1 0 0,0 0 0 0 0,-1 0 0 0 0,1 1 0 0 0,0-1 0 0 0,0 0 0 0 0,0 0 0 0 0,-1 0-1 0 0,2-1 1 0 0,42-5 187 0 0,-1-2 0 0 0,48-16 0 0 0,-58 12-4285 0 0,49-23 0 0 0,-56 23-892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0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38 512 1336 0 0,'-16'-12'11685'0'0,"17"10"-11493"0"0,0 0 0 0 0,0-1 1 0 0,0 1-1 0 0,0 0 0 0 0,0 0 1 0 0,0 0-1 0 0,0 0 1 0 0,1 0-1 0 0,-1 0 0 0 0,1 0 1 0 0,0 0-1 0 0,0 1 0 0 0,-1-1 1 0 0,1 1-1 0 0,3-3 1 0 0,6-6 239 0 0,1-3-314 0 0,-2-1 1 0 0,0-1 0 0 0,0 0-1 0 0,-2 0 1 0 0,0 0-1 0 0,0-1 1 0 0,-2-1 0 0 0,0 1-1 0 0,7-35 1 0 0,-7 18-122 0 0,-1 0 0 0 0,-2-1 0 0 0,-1 1 1 0 0,-4-45-1 0 0,-4 22-121 0 0,5 53 99 0 0,0 4-7 0 0,0-1 31 0 0,1 0 0 0 0,-1 1 0 0 0,0-1 0 0 0,0 0 0 0 0,0 1-1 0 0,0-1 1 0 0,1 1 0 0 0,-1-1 0 0 0,0 1 0 0 0,1-1 0 0 0,-1 1 0 0 0,0 0-1 0 0,1-1 1 0 0,-1 1 0 0 0,1 0 0 0 0,-1 0 0 0 0,1-1 0 0 0,-1 1-1 0 0,1 0 1 0 0,-1 0 0 0 0,1 0 0 0 0,0 0 0 0 0,-1-1 0 0 0,1 1-1 0 0,0 0 1 0 0,0 1 0 0 0,-6 31 142 0 0,6-26-4 0 0,-10 97 2500 0 0,6 167 1 0 0,6-148-1677 0 0,10 65 4 0 0,0 7 797 0 0,-12-193-1727 0 0,0-1 0 0 0,0 1 0 0 0,0 0-1 0 0,0-1 1 0 0,0 1 0 0 0,0 0 0 0 0,-1-1-1 0 0,1 1 1 0 0,0-1 0 0 0,-1 1 0 0 0,0 0-1 0 0,1-1 1 0 0,-1 1 0 0 0,0-1 0 0 0,0 0-1 0 0,0 1 1 0 0,0-1 0 0 0,0 0 0 0 0,0 1-1 0 0,0-1 1 0 0,0 0 0 0 0,0 0 0 0 0,-1 0-1 0 0,1 0 1 0 0,0 0 0 0 0,-2 1 0 0 0,1-2-30 0 0,0 0 0 0 0,1 0 1 0 0,-1 0-1 0 0,0 0 1 0 0,1 0-1 0 0,-1-1 1 0 0,1 1-1 0 0,-1 0 1 0 0,0-1-1 0 0,1 0 1 0 0,-1 1-1 0 0,1-1 1 0 0,-1 0-1 0 0,1 1 1 0 0,0-1-1 0 0,-1 0 1 0 0,1 0-1 0 0,0 0 1 0 0,0-1-1 0 0,-1 1 0 0 0,1 0 1 0 0,0 0-1 0 0,-1-2 1 0 0,-2-2-18 0 0,-3-1-4 0 0,2 0 0 0 0,-1-1 0 0 0,1 0 0 0 0,0 0 0 0 0,1-1 0 0 0,0 1 0 0 0,0-1 0 0 0,0 0 0 0 0,1 0 0 0 0,0 0 0 0 0,1 0 0 0 0,0-1 0 0 0,0 1 0 0 0,1-1 0 0 0,0 0 0 0 0,0 1 0 0 0,1-1 0 0 0,0-10 0 0 0,2 3 37 0 0,-1 0-1 0 0,2-1 1 0 0,0 1-1 0 0,1 0 1 0 0,1 1-1 0 0,0-1 1 0 0,1 1 0 0 0,14-26-1 0 0,-3 14-35 0 0,0 1 0 0 0,2 0 0 0 0,1 1 0 0 0,37-36 1 0 0,-42 47-4 0 0,0 1 1 0 0,1 1 0 0 0,0 0 0 0 0,1 1 0 0 0,0 1-1 0 0,1 1 1 0 0,0 0 0 0 0,30-10 0 0 0,-45 18 13 0 0,1 1 1 0 0,-1-1-1 0 0,0 0 1 0 0,1 1-1 0 0,-1 0 1 0 0,0 0-1 0 0,1 0 0 0 0,-1 0 1 0 0,0 0-1 0 0,1 1 1 0 0,-1-1-1 0 0,0 1 1 0 0,4 1-1 0 0,-6-1 0 0 0,0-1 0 0 0,0 1 0 0 0,-1-1 0 0 0,1 0 1 0 0,0 1-1 0 0,-1-1 0 0 0,1 1 0 0 0,0 0 0 0 0,-1-1 0 0 0,1 1 0 0 0,-1 0 0 0 0,1-1 1 0 0,-1 1-1 0 0,1 0 0 0 0,-1-1 0 0 0,1 1 0 0 0,-1 0 0 0 0,0 0 0 0 0,1 0 0 0 0,-1-1 0 0 0,0 2 1 0 0,0 0 0 0 0,0 0 0 0 0,0 0 0 0 0,0-1 0 0 0,0 1 0 0 0,-1 0 0 0 0,1 0 0 0 0,-1-1 0 0 0,1 1 0 0 0,-1 0 0 0 0,0-1 0 0 0,0 1 0 0 0,1-1 0 0 0,-1 1 0 0 0,-2 2 0 0 0,-4 4-11 0 0,0 0 0 0 0,0 0 0 0 0,0 0 0 0 0,-1-1 1 0 0,0 0-1 0 0,-15 9 0 0 0,-61 32-149 0 0,50-30 92 0 0,-114 54-58 0 0,52-26 49 0 0,96-46 81 0 0,-1 0-1 0 0,1 0 0 0 0,-1 0 0 0 0,1 0 0 0 0,0 0 0 0 0,-1 0 0 0 0,1 0 0 0 0,-1 1 0 0 0,1-1 1 0 0,0 0-1 0 0,-1 0 0 0 0,1 0 0 0 0,0 1 0 0 0,-1-1 0 0 0,1 0 0 0 0,0 1 0 0 0,-1-1 1 0 0,1 0-1 0 0,0 0 0 0 0,0 1 0 0 0,-1-1 0 0 0,1 1 0 0 0,0-1 0 0 0,0 0 0 0 0,-1 1 0 0 0,1-1 1 0 0,0 1-1 0 0,0-1 0 0 0,0 0 0 0 0,0 1 0 0 0,0-1 0 0 0,0 1 0 0 0,0-1 0 0 0,0 1 0 0 0,0-1 1 0 0,0 0-1 0 0,0 1 0 0 0,0-1 0 0 0,0 1 0 0 0,1 0 0 0 0,0 0 1 0 0,0 0-1 0 0,1 0 0 0 0,-1 0 1 0 0,0 0-1 0 0,0-1 0 0 0,1 1 1 0 0,-1 0-1 0 0,0-1 0 0 0,1 1 1 0 0,1 0-1 0 0,44 8 89 0 0,40 2-127 0 0,91 13 145 0 0,-145-17-52 0 0,0 1 1 0 0,0 1 0 0 0,37 17-1 0 0,-52-18-1341 0 0,-1 1-1 0 0,24 17 1 0 0,5 8-6276 0 0,-33-24 4033 0 0,11 7-6228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8:31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13 304 0 0,'0'0'1251'0'0,"26"-5"4083"0"0,-7 0-3321 0 0,-17 5-1277 0 0,11-2-1607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4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23 2048 0 0,'-9'-1'1735'0'0,"0"1"1"0"0,0-1-1 0 0,0 0 0 0 0,0-1 0 0 0,-11-3 0 0 0,18 4-1368 0 0,3 1-348 0 0,-1 0 0 0 0,0 0 0 0 0,0 0 0 0 0,1 0-1 0 0,-1 0 1 0 0,0-1 0 0 0,0 1 0 0 0,0 0 0 0 0,1 0 0 0 0,-1 0 0 0 0,0 0 0 0 0,0-1 0 0 0,0 1 0 0 0,1 0 0 0 0,-1 0 0 0 0,0-1 0 0 0,0 1 0 0 0,0 0 0 0 0,0 0-1 0 0,0-1 1 0 0,0 1 0 0 0,1 0 0 0 0,-1 0 0 0 0,0-1 0 0 0,0 1 0 0 0,0 0 0 0 0,0 0 0 0 0,0-1 0 0 0,0 1 0 0 0,0 0 0 0 0,0 0 0 0 0,0-1 0 0 0,0 1-1 0 0,0 0 1 0 0,0-1 0 0 0,-1 1 0 0 0,1 0 0 0 0,0 0 0 0 0,0-1 0 0 0,0 1 0 0 0,0 0 0 0 0,0 0 0 0 0,0-1 0 0 0,-1 1 0 0 0,1 0 0 0 0,0 0 0 0 0,0 0-1 0 0,0-1 1 0 0,-1 1 0 0 0,1 0 0 0 0,0 0 0 0 0,0 0 0 0 0,0 0 0 0 0,-1 0 0 0 0,1-1 0 0 0,13 2-101 0 0,0 0 1 0 0,0 1-1 0 0,0 0 0 0 0,0 1 0 0 0,-1 0 1 0 0,1 1-1 0 0,-1 1 0 0 0,0 0 1 0 0,0 1-1 0 0,0 0 0 0 0,-1 0 1 0 0,16 12-1 0 0,-15-8 62 0 0,0 0-1 0 0,0 1 1 0 0,-1 0 0 0 0,0 0 0 0 0,-1 1-1 0 0,-1 1 1 0 0,0 0 0 0 0,0 0 0 0 0,-1 1-1 0 0,7 17 1 0 0,-4-2 795 0 0,-2 0 1 0 0,-1 1-1 0 0,7 56 0 0 0,-14-84-508 0 0,-4 8 302 0 0,2-19-632 0 0,0 1 1 0 0,0-1-1 0 0,0 1 0 0 0,1-1 1 0 0,0 1-1 0 0,1-1 0 0 0,0 0 1 0 0,0 1-1 0 0,5-15 0 0 0,2-4-101 0 0,20-43 0 0 0,20-27-76 0 0,-47 96 172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5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51 420 0 0,'1'-1'550'0'0,"0"-1"-1"0"0,0 0 1 0 0,0 0 0 0 0,0 0 0 0 0,0 0-1 0 0,-1 0 1 0 0,1 0 0 0 0,0 0-1 0 0,-1 0 1 0 0,0 0 0 0 0,1 0 0 0 0,-1 0-1 0 0,0 0 1 0 0,0 0 0 0 0,0-1 0 0 0,0 1-1 0 0,-1 0 1 0 0,1 0 0 0 0,0 0-1 0 0,-1 0 1 0 0,-1-4 522 0 0,0 6-980 0 0,1-1 0 0 0,-1 1 0 0 0,1-1 0 0 0,-1 1 1 0 0,0 0-1 0 0,1 0 0 0 0,-1 0 0 0 0,1 0 0 0 0,-1 0 0 0 0,0 0 1 0 0,1 0-1 0 0,-1 1 0 0 0,-1 0 0 0 0,-1 0-38 0 0,0 1-1 0 0,0 0 1 0 0,1 0-1 0 0,-1 0 1 0 0,1 0-1 0 0,-1 1 1 0 0,1 0-1 0 0,0-1 1 0 0,-4 6 0 0 0,-23 29 128 0 0,6-3-50 0 0,-33 63 0 0 0,47-75-108 0 0,0-1 1 0 0,1 2-1 0 0,2-1 1 0 0,-8 35-1 0 0,14-51-18 0 0,0-1-1 0 0,1 1 0 0 0,0 0 1 0 0,0 0-1 0 0,0 0 1 0 0,0 0-1 0 0,1-1 1 0 0,0 1-1 0 0,1 0 1 0 0,-1 0-1 0 0,1-1 1 0 0,0 1-1 0 0,4 6 1 0 0,-4-8 4 0 0,0 0 1 0 0,1 0-1 0 0,-1-1 1 0 0,1 1 0 0 0,0-1-1 0 0,0 0 1 0 0,1 0-1 0 0,-1 0 1 0 0,0 0 0 0 0,1 0-1 0 0,0-1 1 0 0,0 1-1 0 0,0-1 1 0 0,0 0 0 0 0,0-1-1 0 0,0 1 1 0 0,8 1-1 0 0,6 1 23 0 0,0-2-1 0 0,0 0 0 0 0,0-1 0 0 0,1-1 0 0 0,-1 0 0 0 0,33-6 0 0 0,108-30 147 0 0,-102 21 19 0 0,-47 13-138 0 0,15-7 33 0 0,-16 6-121 0 0,-7 2-116 0 0,12-5-2976 0 0,-12 5 2584 0 0,2 0-162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5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31 680 0 0,'-28'-2'18746'0'0,"41"-2"-18596"0"0,21-3-394 0 0,35-7-1590 0 0,-18 10-7694 0 0,-35 4 3962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5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19 312 0 0,'-50'59'10126'0'0,"50"-59"-10085"0"0,-1 0 0 0 0,1 1 0 0 0,0-1 0 0 0,-1 0 0 0 0,1 0 0 0 0,0 1 0 0 0,-1-1-1 0 0,1 0 1 0 0,0 1 0 0 0,0-1 0 0 0,-1 0 0 0 0,1 1 0 0 0,0-1 0 0 0,0 1 0 0 0,0-1 0 0 0,0 0-1 0 0,0 1 1 0 0,-1-1 0 0 0,1 1 0 0 0,0-1 0 0 0,0 0 0 0 0,0 1 0 0 0,0-1 0 0 0,0 1 0 0 0,0-1-1 0 0,0 1 1 0 0,0-1 0 0 0,1 0 0 0 0,-1 1 0 0 0,0-1 0 0 0,0 1 0 0 0,0-1 0 0 0,0 0 0 0 0,0 1-1 0 0,1-1 1 0 0,-1 0 0 0 0,0 1 0 0 0,0-1 0 0 0,1 0 0 0 0,-1 1 0 0 0,0-1 0 0 0,1 0 0 0 0,-1 1-1 0 0,0-1 1 0 0,1 0 0 0 0,0 1 0 0 0,0-1 38 0 0,1 1 0 0 0,0 0 1 0 0,0-1-1 0 0,0 1 0 0 0,0-1 0 0 0,0 0 0 0 0,0 0 1 0 0,0 0-1 0 0,4 0 0 0 0,30-4 43 0 0,0-1 0 0 0,0-3 1 0 0,42-13-1 0 0,44-22-6342 0 0,-83 27 1203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107 399 2360 0 0,'-3'1'1995'0'0,"-24"4"2254"0"0,24-4-3246 0 0,1-1-138 0 0,-9 3-49 0 0,9-3-74 0 0,-14 4 1892 0 0,11-2-2523 0 0,3-1 172 0 0,-1 0 0 0 0,1 0 1 0 0,0-1-1 0 0,0 1 0 0 0,-1-1 0 0 0,1 1 0 0 0,0-1 0 0 0,-1 0 0 0 0,1 0 0 0 0,0 0 0 0 0,-1 0 0 0 0,1 0 0 0 0,0 0 0 0 0,-4-1 0 0 0,22-31-256 0 0,-6 13-15 0 0,-1 0 0 0 0,0-1-1 0 0,-1 0 1 0 0,8-37 0 0 0,-6 14-5 0 0,3-58-1 0 0,-11 88-33 0 0,-1-1 0 0 0,-1 1 0 0 0,0-1 0 0 0,-1 1 0 0 0,-5-26 0 0 0,5 37-9 0 0,-11 24-42 0 0,5 12 71 0 0,1 0-1 0 0,2 0 1 0 0,2 1-1 0 0,2 57 1 0 0,0-46 8 0 0,36 462 280 0 0,-22-370-180 0 0,-13-124-44 0 0,6 45 374 0 0,-4 0 0 0 0,-3 65-1 0 0,0-123-405 0 0,0 0-1 0 0,0 0 1 0 0,0 0-1 0 0,0 0 1 0 0,0-1-1 0 0,0 1 1 0 0,-1 0-1 0 0,1 0 1 0 0,0 0-1 0 0,0-1 1 0 0,-1 1-1 0 0,1 0 1 0 0,0 0-1 0 0,-1-1 1 0 0,1 1-1 0 0,-1 0 1 0 0,1 0-1 0 0,-1-1 1 0 0,1 1-1 0 0,-1-1 1 0 0,1 1-1 0 0,-1 0 1 0 0,0-1-1 0 0,1 1 1 0 0,-1-1-1 0 0,0 0 1 0 0,0 1-1 0 0,1-1 1 0 0,-1 0-1 0 0,0 1 1 0 0,0-1-1 0 0,1 0 1 0 0,-1 0-1 0 0,0 1 1 0 0,-1-1-1 0 0,0 0-9 0 0,0-1 0 0 0,1 1 0 0 0,-1-1-1 0 0,0 1 1 0 0,1-1 0 0 0,-1 1 0 0 0,1-1 0 0 0,-1 0 0 0 0,1 0-1 0 0,-1 0 1 0 0,1 0 0 0 0,0 0 0 0 0,-1 0 0 0 0,1 0-1 0 0,0 0 1 0 0,0 0 0 0 0,0-1 0 0 0,-2-1 0 0 0,-5-9-4 0 0,1-1 1 0 0,0 0 0 0 0,1 0 0 0 0,0-1-1 0 0,1 0 1 0 0,1 0 0 0 0,0 0-1 0 0,1 0 1 0 0,0-1 0 0 0,0-16 0 0 0,1-2-31 0 0,1 1 1 0 0,2 0-1 0 0,8-51 1 0 0,-2 45-7 0 0,1 1-1 0 0,2 0 1 0 0,2 0-1 0 0,29-63 1 0 0,-27 71 0 0 0,2 1 1 0 0,1 1-1 0 0,1 1 0 0 0,1 0 1 0 0,1 1-1 0 0,27-25 1 0 0,-40 44 11 0 0,0 0 1 0 0,0 0 0 0 0,1 0 0 0 0,11-5 0 0 0,-16 9 9 0 0,1 0 1 0 0,-1 1-1 0 0,0 0 1 0 0,0 0-1 0 0,1 0 1 0 0,-1 0-1 0 0,0 0 1 0 0,1 1 0 0 0,-1-1-1 0 0,1 1 1 0 0,-1 0-1 0 0,1 0 1 0 0,-1 0-1 0 0,6 1 1 0 0,-8 0 2 0 0,0-1 1 0 0,0 1 0 0 0,0 0 0 0 0,1-1-1 0 0,-1 1 1 0 0,0 0 0 0 0,0 0 0 0 0,0-1-1 0 0,0 1 1 0 0,0 0 0 0 0,0 0-1 0 0,-1 0 1 0 0,1 0 0 0 0,0 0 0 0 0,0 1-1 0 0,-1-1 1 0 0,1 0 0 0 0,0 0 0 0 0,-1 0-1 0 0,0 1 1 0 0,1-1 0 0 0,-1 0 0 0 0,0 0-1 0 0,1 1 1 0 0,-1-1 0 0 0,0 0-1 0 0,0 1 1 0 0,0-1 0 0 0,0 0 0 0 0,0 1-1 0 0,0-1 1 0 0,-1 0 0 0 0,1 1 0 0 0,-1 0-1 0 0,0 6 2 0 0,-1 0 0 0 0,0 0-1 0 0,-1-1 1 0 0,-3 9 0 0 0,-1-2 5 0 0,0 0 1 0 0,-1 0-1 0 0,-1-1 1 0 0,-18 22-1 0 0,-48 42 33 0 0,15-16 30 0 0,33-40 12 0 0,24-19-76 0 0,17-11-172 0 0,-3 8 159 0 0,0 2 0 0 0,0-1 0 0 0,1 2 0 0 0,-1-1 0 0 0,0 2 0 0 0,0-1 0 0 0,-1 1 0 0 0,1 1 1 0 0,0 0-1 0 0,-1 1 0 0 0,0 0 0 0 0,13 9 0 0 0,7 5 19 0 0,-1 1 0 0 0,44 43 1 0 0,8 20-1443 0 0,-16-14-2099 0 0,-47-52-647 0 0,36 26 1 0 0,-31-27-1522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21 388 0 0,'19'-8'4708'0'0,"-15"6"-3254"0"0,0 0 0 0 0,0 0 1 0 0,0 1-1 0 0,0-1 0 0 0,1 1 1 0 0,-1 0-1 0 0,0 0 1 0 0,7 0-1 0 0,-11 2-1310 0 0,1 0-1 0 0,0 0 1 0 0,0 0 0 0 0,0 0-1 0 0,-1 0 1 0 0,1 0 0 0 0,0 0-1 0 0,-1 0 1 0 0,1 0 0 0 0,-1 0-1 0 0,0 1 1 0 0,1-1 0 0 0,-1 0 0 0 0,0 0-1 0 0,0 0 1 0 0,1 1 0 0 0,-1-1-1 0 0,0 0 1 0 0,-1 2 0 0 0,-1 37 1022 0 0,-2-1-1 0 0,-19 75 1 0 0,7-36-1231 0 0,2 7-1591 0 0,6-32-1336 0 0,-1 0-4755 0 0,2-22-1945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52 140 0 0,'-4'-16'5587'0'0,"-10"-20"1614"0"0,23 61-6798 0 0,2 0-235 0 0,50 106 297 0 0,-53-117-418 0 0,1 1 0 0 0,0-1 0 0 0,1-1-1 0 0,1 0 1 0 0,0 0 0 0 0,19 16 0 0 0,-27-26-29 0 0,1 0 0 0 0,-1-1 1 0 0,1 1-1 0 0,0-1 0 0 0,0 0 0 0 0,0 0 1 0 0,0 0-1 0 0,1 0 0 0 0,-1-1 0 0 0,1 1 1 0 0,-1-1-1 0 0,1 0 0 0 0,-1-1 0 0 0,1 1 1 0 0,-1-1-1 0 0,1 0 0 0 0,-1 0 0 0 0,1 0 1 0 0,0-1-1 0 0,-1 0 0 0 0,1 0 0 0 0,-1 0 1 0 0,0 0-1 0 0,7-3 0 0 0,-5 1-10 0 0,0 0-1 0 0,-1-1 1 0 0,1 1-1 0 0,0-1 1 0 0,-1-1-1 0 0,0 1 1 0 0,0-1-1 0 0,-1 0 1 0 0,1 0-1 0 0,-1 0 1 0 0,0-1 0 0 0,0 1-1 0 0,-1-1 1 0 0,0 0-1 0 0,5-11 1 0 0,19-67-95 0 0,-26 82 80 0 0,4 62 65 0 0,-8 48 189 0 0,-15 380 1836 0 0,-32-2-444 0 0,48-471-1614 0 0,-26 129 739 0 0,24-129-566 0 0,-1 0 0 0 0,0-1 0 0 0,-1 1-1 0 0,-1-1 1 0 0,0 0 0 0 0,-1-1 0 0 0,-11 16-1 0 0,18-27-162 0 0,-1 0 0 0 0,0 0 0 0 0,0 1 0 0 0,0-1 1 0 0,0-1-1 0 0,0 1 0 0 0,0 0 0 0 0,-1 0 0 0 0,1-1 0 0 0,-1 1 0 0 0,1-1 0 0 0,-1 0 0 0 0,1 0 0 0 0,-1 0 0 0 0,0 0 0 0 0,0 0 0 0 0,1-1 0 0 0,-1 1 0 0 0,0-1 0 0 0,-3 1 0 0 0,2-2-8 0 0,0 1 0 0 0,0-1 0 0 0,0 0 0 0 0,1 0 0 0 0,-1-1-1 0 0,0 1 1 0 0,0-1 0 0 0,1 1 0 0 0,-1-1 0 0 0,1 0 0 0 0,0-1-1 0 0,-6-3 1 0 0,-3-5-6 0 0,1-1 1 0 0,0 0-1 0 0,1 0 0 0 0,0-1 0 0 0,-15-27 0 0 0,16 23-20 0 0,1 0 0 0 0,0-1 0 0 0,1 0 0 0 0,1 0 0 0 0,1-1 0 0 0,1 0-1 0 0,0 1 1 0 0,1-2 0 0 0,1 1 0 0 0,1 0 0 0 0,2-26 0 0 0,1 22-10 0 0,1 1 1 0 0,1-1-1 0 0,1 1 1 0 0,1 1 0 0 0,1-1-1 0 0,1 1 1 0 0,1 0-1 0 0,1 0 1 0 0,17-26-1 0 0,-8 19-126 0 0,1 1-1 0 0,1 1 0 0 0,1 1 1 0 0,1 0-1 0 0,30-23 0 0 0,43-25-3089 0 0,6 6-5322 0 0,-67 46 1226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7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64 360 0 0,'-20'-9'18146'0'0,"20"8"-17916"0"0,10-5-180 0 0,0 1 0 0 0,0 0 0 0 0,1 1 0 0 0,-1 0 0 0 0,1 0 0 0 0,0 1 0 0 0,14-2 0 0 0,3-2-1152 0 0,15-1-2527 0 0,-24 6-579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7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 1452 0 0,'-2'2'683'0'0,"-8"8"2981"0"0,1 0 0 0 0,0 0-1 0 0,-16 23 737 0 0,26-32-4293 0 0,0 0 0 0 0,0-1 0 0 0,1 1 0 0 0,-1 0 0 0 0,0-1 0 0 0,0 1 0 0 0,0-1 0 0 0,1 0 0 0 0,-1 1 0 0 0,0-1 0 0 0,0 0 0 0 0,1 0 0 0 0,-1 0 0 0 0,0 0 0 0 0,1 0 0 0 0,-1 0 0 0 0,0 0 0 0 0,3-1 0 0 0,27-7 48 0 0,-18 4 70 0 0,58-14-576 0 0,69-18-2423 0 0,-48 8-4010 0 0,-39 9-842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59 2672 0 0,'-9'14'19166'0'0,"33"-18"-18955"0"0,0 0 0 0 0,26-9 0 0 0,13-2-1711 0 0,13 1-1390 0 0,-3 1-4698 0 0,-32 4-501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72 1436 0 0,'-22'-15'12872'0'0,"22"14"-12639"0"0,-1 0 0 0 0,0 1-1 0 0,1-1 1 0 0,-1 0 0 0 0,1 0 0 0 0,-1 0 0 0 0,1 0 0 0 0,-1 1 0 0 0,1-1-1 0 0,0 0 1 0 0,-1 0 0 0 0,1 0 0 0 0,0 0 0 0 0,0 0 0 0 0,0 0-1 0 0,0 0 1 0 0,0 0 0 0 0,0 0 0 0 0,0 0 0 0 0,0 0 0 0 0,0 0-1 0 0,0 0 1 0 0,1-1 0 0 0,0 0-132 0 0,0 0 1 0 0,0 1-1 0 0,0-1 1 0 0,1 1-1 0 0,-1 0 0 0 0,1-1 1 0 0,-1 1-1 0 0,1 0 0 0 0,-1 0 1 0 0,1 0-1 0 0,0 0 1 0 0,-1 0-1 0 0,3-1 0 0 0,2-1-59 0 0,-1 1-1 0 0,1 0 0 0 0,0 0 1 0 0,0 1-1 0 0,0-1 0 0 0,0 1 1 0 0,0 0-1 0 0,0 1 0 0 0,0-1 0 0 0,0 1 1 0 0,0 1-1 0 0,1-1 0 0 0,-1 1 1 0 0,0 0-1 0 0,0 0 0 0 0,0 1 1 0 0,-1 0-1 0 0,1 0 0 0 0,0 0 1 0 0,-1 1-1 0 0,1-1 0 0 0,-1 1 1 0 0,0 1-1 0 0,0-1 0 0 0,0 1 1 0 0,0 0-1 0 0,0 0 0 0 0,-1 0 1 0 0,0 1-1 0 0,0-1 0 0 0,0 1 1 0 0,-1 0-1 0 0,1 0 0 0 0,-1 1 1 0 0,0-1-1 0 0,-1 1 0 0 0,1-1 0 0 0,-1 1 1 0 0,0 0-1 0 0,-1 0 0 0 0,1 0 1 0 0,0 10-1 0 0,-2-2-12 0 0,-1-1 0 0 0,0 1 1 0 0,-1-1-1 0 0,0 1 0 0 0,-1-1 0 0 0,-1 0 0 0 0,0 0 0 0 0,-1 0 1 0 0,0-1-1 0 0,-1 1 0 0 0,0-1 0 0 0,-12 17 0 0 0,-9 8-8 0 0,-1-1 1 0 0,-44 44-1 0 0,-110 91 55 0 0,129-123-19 0 0,36-28 46 0 0,16-20-92 0 0,1 1 1 0 0,-1-1-1 0 0,1 1 1 0 0,0-1 0 0 0,0 0-1 0 0,-1 1 1 0 0,1-1-1 0 0,0 1 1 0 0,0-1-1 0 0,-1 1 1 0 0,1-1 0 0 0,0 0-1 0 0,0 1 1 0 0,0-1-1 0 0,0 1 1 0 0,0-1-1 0 0,0 1 1 0 0,0-1 0 0 0,0 1-1 0 0,0-1 1 0 0,0 1-1 0 0,0-1 1 0 0,0 1-1 0 0,0-1 1 0 0,0 1 0 0 0,0-1-1 0 0,1 1 1 0 0,-1-1-1 0 0,0 1 1 0 0,0-1-1 0 0,0 1 1 0 0,1-1 0 0 0,-1 0-1 0 0,0 1 1 0 0,1-1-1 0 0,-1 0 1 0 0,0 1-1 0 0,1-1 1 0 0,-1 0 0 0 0,0 1-1 0 0,1-1 1 0 0,-1 0-1 0 0,1 1 1 0 0,-1-1-1 0 0,1 0 1 0 0,-1 0 0 0 0,0 0-1 0 0,1 0 1 0 0,-1 1-1 0 0,1-1 1 0 0,-1 0-1 0 0,1 0 1 0 0,0 0 0 0 0,13 2 63 0 0,0-1 1 0 0,0-1 0 0 0,0 0 0 0 0,-1-1 0 0 0,19-3 0 0 0,74-17-443 0 0,-70 12-169 0 0,141-38-4281 0 0,-64 1-3946 0 0,-63 21 799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18 589 2648 0 0,'-12'-5'16942'0'0,"11"5"-16816"0"0,1-1 0 0 0,-1 1 0 0 0,1-1 0 0 0,-1 1 1 0 0,1-1-1 0 0,0 1 0 0 0,-1-1 0 0 0,1 0 0 0 0,0 1 0 0 0,-1-1 0 0 0,1 1 1 0 0,0-1-1 0 0,0 0 0 0 0,0 1 0 0 0,-1-1 0 0 0,1 0 0 0 0,0 1 0 0 0,0-1 1 0 0,0 0-1 0 0,0 0 0 0 0,0 1 0 0 0,0-1 0 0 0,1 0 0 0 0,-1 1 0 0 0,0-1 1 0 0,0 1-1 0 0,0-1 0 0 0,1 0 0 0 0,-1 1 0 0 0,0-1 0 0 0,1 0 0 0 0,-1 1 1 0 0,0-1-1 0 0,1 0 0 0 0,20-26 913 0 0,-16 20-821 0 0,24-27 290 0 0,-2 2-334 0 0,-1 0 0 0 0,-2-1 0 0 0,31-56 0 0 0,-37 46-349 0 0,-2 0 0 0 0,-2-1 0 0 0,-1-1 0 0 0,11-85 1 0 0,-24 128-328 0 0,-2 5 199 0 0,-5 16 115 0 0,-7 28 227 0 0,-51 360 20 0 0,58-306-56 0 0,3 0 0 0 0,12 109 0 0 0,20 104 343 0 0,-28-313-338 0 0,1 0-1 0 0,-1 0 0 0 0,0 0 0 0 0,0 0 0 0 0,0 0 1 0 0,0 0-1 0 0,0-1 0 0 0,0 1 0 0 0,0 0 0 0 0,0 0 1 0 0,0 0-1 0 0,-1 0 0 0 0,1 0 0 0 0,0 0 1 0 0,-1 0-1 0 0,1 0 0 0 0,0 0 0 0 0,-2 1 0 0 0,2-2-4 0 0,-1 0 0 0 0,1 0 0 0 0,-1-1 0 0 0,1 1-1 0 0,-1 0 1 0 0,1 0 0 0 0,-1-1 0 0 0,1 1-1 0 0,-1 0 1 0 0,1 0 0 0 0,-1-1 0 0 0,1 1-1 0 0,-1-1 1 0 0,1 1 0 0 0,0 0 0 0 0,-1-1 0 0 0,1 1-1 0 0,0-1 1 0 0,-1 1 0 0 0,1-1 0 0 0,-1 0-1 0 0,-18-38-83 0 0,8 14 49 0 0,2 0 0 0 0,2-1 0 0 0,0-1-1 0 0,1 1 1 0 0,2-1 0 0 0,0 0 0 0 0,2 0 0 0 0,1 0 0 0 0,2 0 0 0 0,0 0-1 0 0,6-29 1 0 0,-3 37 12 0 0,0 0-1 0 0,1 1 0 0 0,1 0 1 0 0,0 0-1 0 0,2 0 1 0 0,0 1-1 0 0,1 0 0 0 0,1 0 1 0 0,0 1-1 0 0,1 1 1 0 0,1 0-1 0 0,0 0 0 0 0,1 1 1 0 0,1 0-1 0 0,0 2 1 0 0,24-18-1 0 0,-26 22 8 0 0,0 2 0 0 0,0-1 0 0 0,0 1 1 0 0,1 1-1 0 0,0 0 0 0 0,18-4 0 0 0,-22 7 10 0 0,0 0-1 0 0,1 1 1 0 0,-1 0 0 0 0,0 1-1 0 0,0 0 1 0 0,0 0-1 0 0,1 1 1 0 0,-1 0-1 0 0,0 1 1 0 0,12 3 0 0 0,-19-5 6 0 0,0 1 1 0 0,0 0 0 0 0,0-1 0 0 0,-1 1 0 0 0,1 0 0 0 0,0 0 0 0 0,-1 0 0 0 0,1 0-1 0 0,-1 0 1 0 0,1 0 0 0 0,-1 0 0 0 0,1 1 0 0 0,-1-1 0 0 0,0 1 0 0 0,0-1 0 0 0,2 3-1 0 0,-2-2-1 0 0,-1-1 0 0 0,1 1 0 0 0,-1-1 1 0 0,0 0-1 0 0,0 1 0 0 0,0-1 0 0 0,1 1 0 0 0,-1-1 0 0 0,0 1 0 0 0,-1-1 0 0 0,1 1 0 0 0,0-1 0 0 0,0 0 0 0 0,-1 1 0 0 0,1-1 0 0 0,0 1 0 0 0,-2 1 0 0 0,0 2 3 0 0,-1 0-1 0 0,-1 0 1 0 0,1-1 0 0 0,0 1 0 0 0,-1-1 0 0 0,0 1 0 0 0,0-1 0 0 0,-1 0-1 0 0,-6 5 1 0 0,-5 1 6 0 0,0 0 0 0 0,-1-1-1 0 0,0-1 1 0 0,0 0 0 0 0,-1-2-1 0 0,0 0 1 0 0,-1 0 0 0 0,-20 2-1 0 0,-4-2-20 0 0,-1-1-1 0 0,-56-2 1 0 0,61-1-159 0 0,36-2 86 0 0,1 9 24 0 0,2-9 58 0 0,-1 0 0 0 0,1 1 0 0 0,0-1 1 0 0,0 0-1 0 0,0 1 0 0 0,0-1 0 0 0,0 1 0 0 0,0-1 0 0 0,0 0 0 0 0,0 1 0 0 0,0-1 0 0 0,0 0 1 0 0,0 1-1 0 0,0-1 0 0 0,0 1 0 0 0,0-1 0 0 0,0 0 0 0 0,0 1 0 0 0,0-1 0 0 0,0 0 0 0 0,0 1 1 0 0,0-1-1 0 0,1 0 0 0 0,-1 1 0 0 0,0-1 0 0 0,0 0 0 0 0,0 1 0 0 0,1-1 0 0 0,-1 0 1 0 0,0 0-1 0 0,1 1 0 0 0,-1-1 0 0 0,36 43 84 0 0,57 54-1 0 0,-9-11-4 0 0,9 25-102 0 0,-14-17-1976 0 0,6-6-4575 0 0,-55-64 1273 0 0,-1-1-2817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2320 0 0,'14'-1'10893'0'0,"-12"7"-10192"0"0,-1 0-1 0 0,0-1 1 0 0,0 1 0 0 0,-1 0-1 0 0,1 0 1 0 0,-1 0 0 0 0,-1 0-1 0 0,1 0 1 0 0,-1 0-1 0 0,-1 6 1 0 0,-20 66 891 0 0,12-45-878 0 0,-45 164-1490 0 0,37-131-2580 0 0,0-1-3308 0 0,3-14-3362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1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 1944 0 0,'-3'0'3171'0'0,"-10"0"565"0"0,2 3-1383 0 0,38-2-2030 0 0,1 0 0 0 0,0-2-1 0 0,28-4 1 0 0,-12 1-177 0 0,-16 2-91 0 0,218-6 212 0 0,-244 8-265 0 0,0 0 1 0 0,-1 0-1 0 0,1 0 1 0 0,-1 1-1 0 0,1-1 1 0 0,-1 0 0 0 0,1 1-1 0 0,-1-1 1 0 0,1 1-1 0 0,-1-1 1 0 0,1 1 0 0 0,-1 0-1 0 0,0-1 1 0 0,1 1-1 0 0,-1 0 1 0 0,0 0 0 0 0,0 0-1 0 0,1 0 1 0 0,1 2-1 0 0,-3-1 5 0 0,1-1 0 0 0,-1 0-1 0 0,1 1 1 0 0,-1-1 0 0 0,1 1-1 0 0,-1-1 1 0 0,0 0 0 0 0,0 1-1 0 0,1-1 1 0 0,-1 1-1 0 0,0-1 1 0 0,-1 1 0 0 0,1-1-1 0 0,0 1 1 0 0,0-1 0 0 0,-1 0-1 0 0,0 2 1 0 0,-1 5 50 0 0,-1-1 1 0 0,-1 0-1 0 0,1 0 0 0 0,-1 0 0 0 0,-1-1 0 0 0,-7 11 1 0 0,-118 122 1665 0 0,-14 20 311 0 0,117-119-1743 0 0,25-37-233 0 0,1 0 0 0 0,-1-1 0 0 0,1 1 0 0 0,0 0 0 0 0,0 0 0 0 0,0 0 0 0 0,1 0 0 0 0,-1 0 0 0 0,1 0 0 0 0,0 0-1 0 0,0 0 1 0 0,0 6 0 0 0,1-7-29 0 0,-1-1 0 0 0,1 1-1 0 0,0-1 1 0 0,0 1-1 0 0,0-1 1 0 0,0 0 0 0 0,0 0-1 0 0,0 1 1 0 0,0-1-1 0 0,0 0 1 0 0,0 0 0 0 0,0 0-1 0 0,1 0 1 0 0,-1 0-1 0 0,1 0 1 0 0,-1-1 0 0 0,0 1-1 0 0,1 0 1 0 0,-1-1 0 0 0,1 1-1 0 0,-1-1 1 0 0,1 0-1 0 0,0 1 1 0 0,-1-1 0 0 0,1 0-1 0 0,2 0 1 0 0,44 0 221 0 0,-48 0-247 0 0,67-8-319 0 0,0-3 0 0 0,95-29-1 0 0,29-25-5529 0 0,-130 39 1690 0 0,3-6-1851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0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80 416 0 0,'-40'-21'21469'0'0,"40"20"-21400"0"0,17-5 485 0 0,136-22-943 0 0,-50 12-7899 0 0,-75 12 3611 0 0,-12 1-2073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0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42 448 0 0,'-7'7'1525'0'0,"-14"11"4789"0"0,-26 29 0 0 0,46-46-6221 0 0,1-1 0 0 0,0 0-1 0 0,-1 0 1 0 0,1 1 0 0 0,0-1-1 0 0,0 0 1 0 0,-1 0 0 0 0,1 1 0 0 0,0-1-1 0 0,0 0 1 0 0,0 1 0 0 0,0-1-1 0 0,-1 0 1 0 0,1 1 0 0 0,0-1-1 0 0,0 0 1 0 0,0 1 0 0 0,0-1-1 0 0,0 0 1 0 0,0 1 0 0 0,0-1 0 0 0,0 1-1 0 0,0-1 1 0 0,0 0 0 0 0,0 1-1 0 0,0-1 1 0 0,0 0 0 0 0,0 1-1 0 0,0-1 1 0 0,1 0 0 0 0,-1 1-1 0 0,0-1 1 0 0,0 0 0 0 0,1 1-1 0 0,13 4 1235 0 0,23-4-827 0 0,-34-1-312 0 0,61-6-165 0 0,106-23-1 0 0,-129 20-709 0 0,100-25-3394 0 0,-49 4-2088 0 0,-32 7-395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38 625 476 0 0,'-38'10'21700'0'0,"57"-15"-21475"0"0,-1-1-1 0 0,0 0 1 0 0,0-2 0 0 0,-1 0 0 0 0,0-1-1 0 0,0 0 1 0 0,-1-1 0 0 0,0-1 0 0 0,-1-1-1 0 0,0-1 1 0 0,13-13 0 0 0,-14 9-302 0 0,1 0 1 0 0,-2-1 0 0 0,0 0-1 0 0,-2-1 1 0 0,0-1-1 0 0,-1 0 1 0 0,0 0 0 0 0,-2-1-1 0 0,8-28 1 0 0,-2-11-158 0 0,-3-1 1 0 0,5-80-1 0 0,-13 112-99 0 0,-3 27 268 0 0,0 4-8 0 0,-5 14 41 0 0,0-1 0 0 0,2 1 0 0 0,0 0-1 0 0,-1 21 1 0 0,1 71 95 0 0,3-56-40 0 0,-3 509 101 0 0,4-349 471 0 0,-1-209-405 0 0,-3-9-160 0 0,1 0 1 0 0,1 0-1 0 0,-1 0 1 0 0,1 0-1 0 0,0 0 1 0 0,0-1-1 0 0,0 1 1 0 0,1 0-1 0 0,0 0 1 0 0,2-10-1 0 0,1-11-20 0 0,9-29 0 0 0,-6 31 2 0 0,5-23-24 0 0,2 0 1 0 0,2 1-1 0 0,3 1 0 0 0,23-45 0 0 0,-28 66-29 0 0,1 0 1 0 0,2 1-1 0 0,0 0 0 0 0,1 1 0 0 0,1 2 0 0 0,2-1 0 0 0,0 2 0 0 0,32-25 0 0 0,-42 38 17 0 0,0 0 1 0 0,0 1-1 0 0,1 0 0 0 0,-1 1 1 0 0,21-7-1 0 0,-26 10 26 0 0,-1 1 1 0 0,1 0-1 0 0,0 0 0 0 0,-1 0 0 0 0,1 1 0 0 0,0 0 1 0 0,0 0-1 0 0,0 0 0 0 0,0 0 0 0 0,-1 1 0 0 0,1-1 1 0 0,0 1-1 0 0,0 1 0 0 0,-1-1 0 0 0,1 1 0 0 0,-1-1 1 0 0,5 4-1 0 0,-6-4 2 0 0,0 1-1 0 0,0 0 1 0 0,0 0 0 0 0,0 0-1 0 0,-1 0 1 0 0,1 1 0 0 0,-1-1 0 0 0,0 1-1 0 0,0-1 1 0 0,0 1 0 0 0,0 0 0 0 0,0-1-1 0 0,0 1 1 0 0,-1 0 0 0 0,0 0 0 0 0,1 1-1 0 0,-1-1 1 0 0,1 4 0 0 0,-2-3 3 0 0,1 1 1 0 0,-1 0 0 0 0,0 0 0 0 0,0 0-1 0 0,-1 0 1 0 0,1-1 0 0 0,-1 1 0 0 0,0 0-1 0 0,-1 0 1 0 0,1-1 0 0 0,-3 7 0 0 0,-3 3 12 0 0,-1 0 1 0 0,0-1-1 0 0,0 0 1 0 0,-2 0-1 0 0,1-1 1 0 0,-21 19-1 0 0,9-12-4 0 0,-1-1 0 0 0,-2 0-1 0 0,1-2 1 0 0,-2-1 0 0 0,0-1 0 0 0,-1 0-1 0 0,0-3 1 0 0,-33 11 0 0 0,37-14 15 0 0,-1-2 0 0 0,0-1 0 0 0,-1 0 0 0 0,1-2 0 0 0,-1-1 0 0 0,0-1 0 0 0,0-1 0 0 0,0 0 0 0 0,1-2 0 0 0,-32-7 0 0 0,50 8 11 0 0,-1 0 0 0 0,1 0 0 0 0,0-1 0 0 0,0 0 0 0 0,0 0 0 0 0,0 0 0 0 0,0-1 0 0 0,0 1 0 0 0,1-1 0 0 0,-1 0 0 0 0,1-1 0 0 0,0 1 0 0 0,0-1 0 0 0,0 0 0 0 0,-5-7 0 0 0,8 11-40 0 0,0-1 0 0 0,1 0 0 0 0,-1 0 0 0 0,1 0 1 0 0,-1 0-1 0 0,1 0 0 0 0,-1 0 0 0 0,1 0 0 0 0,-1-1 0 0 0,1 1 0 0 0,0 0 0 0 0,0 0 1 0 0,-1 0-1 0 0,1 0 0 0 0,0 0 0 0 0,0 0 0 0 0,0-2 0 0 0,1 3-1 0 0,-1 0-1 0 0,0-1 0 0 0,1 1 1 0 0,-1 0-1 0 0,0-1 0 0 0,1 1 1 0 0,-1 0-1 0 0,0 0 0 0 0,1 0 1 0 0,-1-1-1 0 0,0 1 0 0 0,1 0 1 0 0,-1 0-1 0 0,1 0 0 0 0,-1 0 1 0 0,0 0-1 0 0,1 0 0 0 0,-1 0 1 0 0,1 0-1 0 0,-1 0 1 0 0,0 0-1 0 0,1 0 0 0 0,-1 0 1 0 0,1 0-1 0 0,-1 0 0 0 0,1 0 1 0 0,0 0-1 0 0,24 11 14 0 0,-7 2 33 0 0,0 2 1 0 0,-1 0-1 0 0,-1 1 1 0 0,-1 0-1 0 0,0 2 1 0 0,16 24-1 0 0,-3-4 20 0 0,24 31-206 0 0,48 57 568 0 0,-85-109-879 0 0,0-1-1 0 0,2-1 0 0 0,0-1 1 0 0,0 0-1 0 0,23 13 0 0 0,-34-24-164 0 0,0 0 0 0 0,0-1 0 0 0,0 1 0 0 0,0-1-1 0 0,0 0 1 0 0,9 1 0 0 0,-12-2-219 0 0,0-1-1 0 0,-1 0 0 0 0,1 0 1 0 0,0 0-1 0 0,0 0 1 0 0,0 0-1 0 0,0-1 0 0 0,-1 1 1 0 0,1-1-1 0 0,4-1 1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544 174 152 0 0,'3'-5'835'0'0,"-1"0"1"0"0,0-1-1 0 0,-1 1 0 0 0,1 0 0 0 0,-1-1 1 0 0,0 1-1 0 0,0-1 0 0 0,-1 1 0 0 0,0-9 1 0 0,0 9-549 0 0,0-1-1 0 0,-1 1 1 0 0,0-1 0 0 0,0 1 0 0 0,-1 0-1 0 0,0 0 1 0 0,0-1 0 0 0,0 1 0 0 0,-3-5-1 0 0,3 6-247 0 0,-1 0-1 0 0,0 0 1 0 0,1 1 0 0 0,-1-1-1 0 0,-1 1 1 0 0,1 0-1 0 0,0 0 1 0 0,-1 0-1 0 0,0 0 1 0 0,1 1 0 0 0,-1-1-1 0 0,0 1 1 0 0,0 0-1 0 0,0 0 1 0 0,-1 0-1 0 0,1 1 1 0 0,0 0 0 0 0,-1-1-1 0 0,1 2 1 0 0,-1-1-1 0 0,1 0 1 0 0,-1 1-1 0 0,1 0 1 0 0,-1 0 0 0 0,-8 1-1 0 0,1 1-23 0 0,-1 1-1 0 0,1 1 1 0 0,0 0-1 0 0,0 0 1 0 0,1 1-1 0 0,-1 1 1 0 0,1 0-1 0 0,0 0 1 0 0,-18 15 0 0 0,5-1 26 0 0,0 1 0 0 0,-37 43 0 0 0,43-42 23 0 0,1 0 1 0 0,1 1 0 0 0,-24 46-1 0 0,34-57-40 0 0,1 0-1 0 0,0 0 1 0 0,1 1-1 0 0,0 0 1 0 0,1-1-1 0 0,0 2 1 0 0,1-1 0 0 0,1 0-1 0 0,0 0 1 0 0,1 16-1 0 0,0-25-16 0 0,0-1 1 0 0,1 1-1 0 0,0 0 0 0 0,-1 0 0 0 0,1-1 0 0 0,1 1 1 0 0,-1-1-1 0 0,0 1 0 0 0,1-1 0 0 0,0 0 0 0 0,0 1 1 0 0,0-1-1 0 0,0 0 0 0 0,0 0 0 0 0,1 0 0 0 0,-1-1 1 0 0,1 1-1 0 0,0 0 0 0 0,-1-1 0 0 0,1 0 0 0 0,1 0 1 0 0,-1 0-1 0 0,0 0 0 0 0,6 2 0 0 0,-3-2-7 0 0,-1 0 1 0 0,1-1-1 0 0,0 0 0 0 0,-1 0 0 0 0,1 0 1 0 0,0-1-1 0 0,-1 0 0 0 0,1 0 0 0 0,0 0 1 0 0,0-1-1 0 0,-1 0 0 0 0,1 0 0 0 0,0-1 1 0 0,-1 1-1 0 0,8-4 0 0 0,-1 0-12 0 0,-1-1-1 0 0,0 0 0 0 0,0-1 1 0 0,0 0-1 0 0,-1 0 0 0 0,0-1 1 0 0,-1-1-1 0 0,0 0 1 0 0,0 0-1 0 0,0 0 0 0 0,9-17 1 0 0,2-5-38 0 0,-2-2 0 0 0,21-54 0 0 0,-15 34 8 0 0,-24 53 40 0 0,0-1 0 0 0,0 1 0 0 0,0 0 0 0 0,0-1 0 0 0,0 1 0 0 0,0 0 0 0 0,0 0 0 0 0,0-1 0 0 0,0 1 1 0 0,1 0-1 0 0,-1-1 0 0 0,0 1 0 0 0,0 0 0 0 0,0 0 0 0 0,0-1 0 0 0,1 1 0 0 0,-1 0 0 0 0,0 0 0 0 0,0 0 0 0 0,1-1 0 0 0,-1 1 0 0 0,0 0 0 0 0,0 0 0 0 0,1 0 1 0 0,-1 0-1 0 0,0-1 0 0 0,1 1 0 0 0,-1 0 0 0 0,0 0 0 0 0,1 0 0 0 0,-1 0 0 0 0,0 0 0 0 0,1 0 0 0 0,-1 0 0 0 0,0 0 0 0 0,1 0 0 0 0,-1 0 0 0 0,0 0 0 0 0,8 12-16 0 0,1 21 36 0 0,4 341 352 0 0,-30 0-58 0 0,12-293-171 0 0,-20 197 388 0 0,18-226-257 0 0,-3 0 0 0 0,-3-1 1 0 0,-23 63-1 0 0,29-97-84 0 0,0 0-1 0 0,-2 0 1 0 0,0-1 0 0 0,0 0 0 0 0,-1-1-1 0 0,-1 0 1 0 0,-23 24 0 0 0,29-35-127 0 0,0 0 1 0 0,0 0-1 0 0,-1 0 1 0 0,1 0 0 0 0,-1-1-1 0 0,1 0 1 0 0,-1 0-1 0 0,0 0 1 0 0,0-1-1 0 0,-13 3 1 0 0,14-4-36 0 0,0-1 0 0 0,-1 1-1 0 0,1-1 1 0 0,0 0 0 0 0,-1-1 0 0 0,1 0 0 0 0,0 1 0 0 0,0-2 0 0 0,0 1-1 0 0,-1 0 1 0 0,1-1 0 0 0,1 0 0 0 0,-1 0 0 0 0,0-1 0 0 0,-5-3 0 0 0,2 1-5 0 0,1 0 0 0 0,-1-1 0 0 0,1 0 1 0 0,0 0-1 0 0,0-1 0 0 0,1 0 0 0 0,-1 0 0 0 0,2-1 1 0 0,-1 0-1 0 0,-5-11 0 0 0,5 6-15 0 0,0 1 0 0 0,1-1 0 0 0,1 0 0 0 0,0 0-1 0 0,1 0 1 0 0,-3-22 0 0 0,5 8-18 0 0,0 0 0 0 0,2 0 1 0 0,0 0-1 0 0,2 0 0 0 0,1 1 0 0 0,14-47 0 0 0,-1 21 1 0 0,3 0 0 0 0,2 1-1 0 0,3 2 1 0 0,1 0 0 0 0,3 2 0 0 0,41-52-1 0 0,229-247-122 0 0,-230 271 74 0 0,1 1-115 0 0,-3-4 0 0 0,67-102 1 0 0,-127 167 150 0 0,0 1 1 0 0,0-1-1 0 0,-1 0 1 0 0,5-18-1 0 0,-9 26 9 0 0,-1-1-1 0 0,0 1 1 0 0,0-1 0 0 0,0 1-1 0 0,-1-1 1 0 0,1 0 0 0 0,-1 1 0 0 0,-1-1-1 0 0,1 0 1 0 0,-1 1 0 0 0,0-1-1 0 0,0 1 1 0 0,-3-7 0 0 0,4 11 12 0 0,0 1 0 0 0,-1-1 0 0 0,1 1 1 0 0,0-1-1 0 0,-1 1 0 0 0,1-1 0 0 0,-1 1 1 0 0,1 0-1 0 0,-1-1 0 0 0,1 1 0 0 0,-1-1 1 0 0,1 1-1 0 0,-1 0 0 0 0,1 0 0 0 0,-1-1 1 0 0,0 1-1 0 0,1 0 0 0 0,-1 0 0 0 0,1 0 0 0 0,-1-1 1 0 0,0 1-1 0 0,1 0 0 0 0,-1 0 0 0 0,0 0 1 0 0,1 0-1 0 0,-1 0 0 0 0,1 0 0 0 0,-1 0 1 0 0,0 1-1 0 0,1-1 0 0 0,-1 0 0 0 0,0 0 1 0 0,1 0-1 0 0,-1 1 0 0 0,0-1 0 0 0,-21 12-27 0 0,15-4 26 0 0,0-1 0 0 0,0 1 0 0 0,0 0 0 0 0,1 1 1 0 0,1 0-1 0 0,-1 0 0 0 0,1 0 0 0 0,-6 16 0 0 0,3-4 18 0 0,1 0 0 0 0,1 1-1 0 0,-3 23 1 0 0,6-28 9 0 0,2 0-1 0 0,0 1 1 0 0,1-1 0 0 0,1 0-1 0 0,0 0 1 0 0,1 1-1 0 0,1-1 1 0 0,1 0 0 0 0,0-1-1 0 0,9 21 1 0 0,-10-29-27 0 0,0-1 1 0 0,1 0 0 0 0,0 0-1 0 0,0-1 1 0 0,1 1-1 0 0,0-1 1 0 0,0 0 0 0 0,1 0-1 0 0,-1 0 1 0 0,11 7 0 0 0,-10-9-42 0 0,-1-1 0 0 0,0 0 1 0 0,1-1-1 0 0,0 1 0 0 0,-1-1 1 0 0,1 0-1 0 0,0 0 0 0 0,0-1 1 0 0,0 0-1 0 0,0 0 0 0 0,0-1 1 0 0,0 1-1 0 0,1-1 0 0 0,-1 0 1 0 0,8-2-1 0 0,-4 1-56 0 0,0-1 1 0 0,0-1-1 0 0,0 1 0 0 0,-1-2 1 0 0,1 1-1 0 0,-1-1 1 0 0,0-1-1 0 0,0 1 0 0 0,0-2 1 0 0,-1 1-1 0 0,0-1 1 0 0,0 0-1 0 0,0-1 0 0 0,-1 0 1 0 0,0 0-1 0 0,0-1 0 0 0,10-15 1 0 0,2-7-78 0 0,-2-2 0 0 0,0 0 0 0 0,19-58 0 0 0,9-18-15 0 0,-45 108 193 0 0,1-1 0 0 0,-1 0 0 0 0,0 0-1 0 0,0 1 1 0 0,1-1 0 0 0,-1 0 0 0 0,0 1-1 0 0,1-1 1 0 0,-1 0 0 0 0,1 1 0 0 0,-1-1-1 0 0,0 1 1 0 0,1-1 0 0 0,-1 1 0 0 0,1-1 0 0 0,0 1-1 0 0,-1-1 1 0 0,1 1 0 0 0,-1-1 0 0 0,1 1-1 0 0,0 0 1 0 0,-1 0 0 0 0,1-1 0 0 0,0 1-1 0 0,0 0 1 0 0,-1 0 0 0 0,1-1 0 0 0,0 1-1 0 0,-1 0 1 0 0,1 0 0 0 0,0 0 0 0 0,0 0 0 0 0,-1 0-1 0 0,1 0 1 0 0,0 0 0 0 0,0 1 0 0 0,-1-1-1 0 0,1 0 1 0 0,0 0 0 0 0,-1 0 0 0 0,1 1-1 0 0,0-1 1 0 0,-1 0 0 0 0,1 1 0 0 0,0-1-1 0 0,-1 1 1 0 0,1-1 0 0 0,-1 1 0 0 0,1-1 0 0 0,-1 1-1 0 0,1-1 1 0 0,-1 1 0 0 0,1-1 0 0 0,-1 1-1 0 0,1 0 1 0 0,-1-1 0 0 0,0 1 0 0 0,1 1-1 0 0,3 4 5 0 0,0 0 0 0 0,0 0-1 0 0,-1 1 1 0 0,3 9-1 0 0,7 25 97 0 0,-3 0 1 0 0,-1 1-1 0 0,3 51 0 0 0,1 2 620 0 0,-13-94-602 0 0,1-3-77 0 0,7-14-48 0 0,-1-1-1 0 0,-1 0 1 0 0,5-21 0 0 0,6-14-42 0 0,-17 51 47 0 0,9-25-31 0 0,2 0-1 0 0,17-32 1 0 0,-24 53 25 0 0,-1-1 1 0 0,1 0-1 0 0,0 1 1 0 0,0 0-1 0 0,0-1 1 0 0,1 2-1 0 0,0-1 1 0 0,0 0-1 0 0,0 1 1 0 0,0 0-1 0 0,1 0 1 0 0,0 1-1 0 0,-1 0 1 0 0,1 0-1 0 0,9-3 1 0 0,-13 6 5 0 0,0-1 1 0 0,1 1-1 0 0,-1 0 0 0 0,1 0 1 0 0,-1 1-1 0 0,0-1 1 0 0,1 0-1 0 0,-1 1 1 0 0,1 0-1 0 0,-1-1 1 0 0,0 1-1 0 0,0 0 0 0 0,1 0 1 0 0,-1 0-1 0 0,0 0 1 0 0,0 1-1 0 0,0-1 1 0 0,0 1-1 0 0,-1-1 1 0 0,1 1-1 0 0,0 0 0 0 0,1 2 1 0 0,4 3 6 0 0,-1 0 0 0 0,0 1 0 0 0,9 15 0 0 0,-5-2 43 0 0,-1 1 0 0 0,-1-1 0 0 0,-1 2 0 0 0,0-1 0 0 0,-2 1 0 0 0,4 45-1 0 0,8 29 60 0 0,-17-95-101 0 0,0 0 0 0 0,1 0 0 0 0,-1-1 1 0 0,1 1-1 0 0,-1 0 0 0 0,1 0 0 0 0,0-1 1 0 0,0 1-1 0 0,0-1 0 0 0,0 1 0 0 0,0-1 1 0 0,0 1-1 0 0,0-1 0 0 0,1 0 0 0 0,-1 1 1 0 0,1-1-1 0 0,-1 0 0 0 0,0 0 0 0 0,1 0 1 0 0,0 0-1 0 0,-1 0 0 0 0,3 1 0 0 0,-1-2 0 0 0,0 1-1 0 0,0 0 0 0 0,0-1 0 0 0,0 0 0 0 0,1 0 0 0 0,-1 0 0 0 0,0 0 0 0 0,0 0 0 0 0,0 0 0 0 0,0-1 1 0 0,6-1-1 0 0,4-3 2 0 0,-1 1 1 0 0,0-2 0 0 0,0 0 0 0 0,-1 0-1 0 0,14-10 1 0 0,-6 0-24 0 0,0 0-1 0 0,-1-1 1 0 0,-1-1-1 0 0,-1-1 1 0 0,0 0-1 0 0,-2-1 1 0 0,0-1-1 0 0,-1 0 1 0 0,-1-1-1 0 0,-1 0 1 0 0,-1-1-1 0 0,-1 0 1 0 0,-1-1-1 0 0,-1 0 1 0 0,6-42-1 0 0,-11 58 6 0 0,-1-1 0 0 0,-1 0 0 0 0,1 0 0 0 0,-2 1 0 0 0,1-1 0 0 0,-1 0-1 0 0,-3-15 1 0 0,3 21-11 0 0,-1 4 21 0 0,0-1-1 0 0,0 1 1 0 0,0-1 0 0 0,0 1 0 0 0,0 0 0 0 0,1-1 0 0 0,-1 1 0 0 0,0 0-1 0 0,0 0 1 0 0,1 0 0 0 0,-1 1 0 0 0,1-1 0 0 0,-1 0 0 0 0,1 0 0 0 0,-1 1 0 0 0,1-1-1 0 0,0 1 1 0 0,-1 0 0 0 0,1-1 0 0 0,-1 3 0 0 0,-20 38 14 0 0,7-4 36 0 0,1 0 0 0 0,-11 48 0 0 0,21-68-25 0 0,1 1 0 0 0,1-1 0 0 0,0 0 0 0 0,1 1 0 0 0,1 0 0 0 0,1-1 0 0 0,4 25 0 0 0,-3-36-7 0 0,-1 0 1 0 0,1 0 0 0 0,1-1-1 0 0,-1 1 1 0 0,1-1 0 0 0,0 1-1 0 0,1-1 1 0 0,-1 0 0 0 0,1 0-1 0 0,1 0 1 0 0,-1-1-1 0 0,1 1 1 0 0,0-1 0 0 0,0 0-1 0 0,0 0 1 0 0,8 4 0 0 0,-4-3 0 0 0,0-1 1 0 0,0-1-1 0 0,0 1 1 0 0,1-2-1 0 0,-1 1 1 0 0,1-1 0 0 0,0-1-1 0 0,0 0 1 0 0,0 0-1 0 0,18 0 1 0 0,-14-1-5 0 0,-1-2 0 0 0,1 0 1 0 0,0 0-1 0 0,0-1 0 0 0,-1-1 0 0 0,0 0 0 0 0,25-10 1 0 0,-29 10-13 0 0,0-2 0 0 0,0 1 1 0 0,-1-1-1 0 0,1 0 0 0 0,-1-1 1 0 0,-1 0-1 0 0,1 0 0 0 0,-1-1 1 0 0,0 0-1 0 0,0 0 0 0 0,6-9 1 0 0,-7 7-12 0 0,-1-1 0 0 0,0 0 1 0 0,0-1-1 0 0,-1 1 0 0 0,0-1 0 0 0,-1 0 1 0 0,0 0-1 0 0,0 0 0 0 0,-2 0 0 0 0,1 0 1 0 0,-1-1-1 0 0,-1 1 0 0 0,0-1 0 0 0,-1 1 1 0 0,-2-13-1 0 0,1 9-1 0 0,-1 1 1 0 0,-1 0-1 0 0,0 0 0 0 0,-1 0 1 0 0,0 0-1 0 0,-1 1 1 0 0,-1 0-1 0 0,0 0 0 0 0,-1 0 1 0 0,0 1-1 0 0,-14-15 0 0 0,21 26 2 0 0,-1-1-1 0 0,1 0 0 0 0,-1 1 0 0 0,1-1 0 0 0,-1 1 1 0 0,0 0-1 0 0,0-1 0 0 0,1 1 0 0 0,-1 0 0 0 0,0 0 1 0 0,0 0-1 0 0,0 0 0 0 0,0 1 0 0 0,-1-1 1 0 0,1 1-1 0 0,0-1 0 0 0,0 1 0 0 0,0 0 0 0 0,0-1 1 0 0,-5 1-1 0 0,7 1 9 0 0,0-1-1 0 0,-1 0 1 0 0,1 0 0 0 0,0 1 0 0 0,-1-1-1 0 0,1 0 1 0 0,0 1 0 0 0,-1-1 0 0 0,1 0-1 0 0,0 1 1 0 0,0-1 0 0 0,-1 0 0 0 0,1 1-1 0 0,0-1 1 0 0,0 1 0 0 0,0-1 0 0 0,-1 1-1 0 0,1-1 1 0 0,0 0 0 0 0,0 1 0 0 0,0-1 0 0 0,0 1-1 0 0,0-1 1 0 0,0 1 0 0 0,0-1 0 0 0,0 0-1 0 0,0 1 1 0 0,0-1 0 0 0,0 1 0 0 0,0-1-1 0 0,1 1 1 0 0,-1-1 0 0 0,0 0 0 0 0,0 1-1 0 0,0-1 1 0 0,0 1 0 0 0,1-1 0 0 0,-1 0-1 0 0,1 1 1 0 0,8 15-4 0 0,-1-9 10 0 0,0-1 1 0 0,0 0-1 0 0,1 0 0 0 0,0-1 1 0 0,0 0-1 0 0,0 0 1 0 0,0-1-1 0 0,1-1 1 0 0,0 1-1 0 0,0-2 1 0 0,0 1-1 0 0,11 0 0 0 0,16 2 35 0 0,72-1 0 0 0,-68-4-35 0 0,64-9 0 0 0,-90 6-4 0 0,0 0 0 0 0,0 0 0 0 0,0-1 0 0 0,-1-1-1 0 0,1-1 1 0 0,-1 0 0 0 0,18-11 0 0 0,-30 16-4 0 0,0-1-1 0 0,0 1 1 0 0,0 0 0 0 0,0-1 0 0 0,0 1 0 0 0,0-1-1 0 0,-1 1 1 0 0,1-1 0 0 0,-1 0 0 0 0,1 0 0 0 0,-1 0 0 0 0,0 0-1 0 0,1 0 1 0 0,-1 0 0 0 0,0 0 0 0 0,0 0 0 0 0,-1 0-1 0 0,1 0 1 0 0,0-1 0 0 0,-1 1 0 0 0,1-3 0 0 0,-1 4 0 0 0,0 1 1 0 0,0 0-1 0 0,-1-1 1 0 0,1 1-1 0 0,0-1 1 0 0,0 1 0 0 0,0 0-1 0 0,0-1 1 0 0,-1 1-1 0 0,1 0 1 0 0,0-1-1 0 0,-1 1 1 0 0,1 0-1 0 0,0-1 1 0 0,0 1-1 0 0,-1 0 1 0 0,1 0 0 0 0,-1-1-1 0 0,1 1 1 0 0,0 0-1 0 0,-1 0 1 0 0,1 0-1 0 0,0 0 1 0 0,-1-1-1 0 0,1 1 1 0 0,-1 0-1 0 0,1 0 1 0 0,-1 0 0 0 0,1 0-1 0 0,0 0 1 0 0,-1 0-1 0 0,1 0 1 0 0,-1 0-1 0 0,1 0 1 0 0,0 0-1 0 0,-1 0 1 0 0,1 0-1 0 0,-1 1 1 0 0,0-1 0 0 0,-14 4-20 0 0,15-4 22 0 0,-5 2-3 0 0,-1 0 0 0 0,1 1 0 0 0,0-1-1 0 0,0 1 1 0 0,0 1 0 0 0,0-1 0 0 0,1 1-1 0 0,-1 0 1 0 0,-6 7 0 0 0,-32 45 15 0 0,28-35-6 0 0,0 0 42 0 0,2 0 0 0 0,0 1 0 0 0,-13 32-1 0 0,21-43-22 0 0,1 1 0 0 0,0 0 0 0 0,1-1-1 0 0,0 1 1 0 0,0 0 0 0 0,2 1-1 0 0,0-1 1 0 0,0 0 0 0 0,1 14-1 0 0,1-22-13 0 0,-1 1 0 0 0,1 0 0 0 0,0 0-1 0 0,1-1 1 0 0,-1 1 0 0 0,1 0 0 0 0,0-1 0 0 0,0 1-1 0 0,0-1 1 0 0,0 0 0 0 0,1 0 0 0 0,0 0-1 0 0,0 0 1 0 0,0 0 0 0 0,5 4 0 0 0,-2-3-88 0 0,0-1 1 0 0,0 0 0 0 0,0 0 0 0 0,0-1 0 0 0,1 1 0 0 0,0-2 0 0 0,-1 1 0 0 0,1-1 0 0 0,10 3-1 0 0,5-1-665 0 0,1-2 0 0 0,-1 0-1 0 0,0-1 1 0 0,1-2 0 0 0,39-4-1 0 0,34-13-4154 0 0,-42 5 1192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7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328 782 2316 0 0,'1'-5'611'0'0,"-2"0"-1"0"0,1 0 0 0 0,0 0 1 0 0,-1 0-1 0 0,0 0 1 0 0,0 1-1 0 0,-1-1 1 0 0,1 0-1 0 0,-1 1 0 0 0,0-1 1 0 0,0 1-1 0 0,-1 0 1 0 0,-3-7-1 0 0,3 9-398 0 0,1-1-1 0 0,-1 0 1 0 0,0 1-1 0 0,1 0 1 0 0,-1 0-1 0 0,0 0 1 0 0,0 0-1 0 0,-1 0 1 0 0,1 1-1 0 0,0-1 1 0 0,-1 1-1 0 0,1 0 1 0 0,0 0 0 0 0,-1 0-1 0 0,0 0 1 0 0,1 0-1 0 0,-1 1 1 0 0,1 0-1 0 0,-5 0 1 0 0,-1 1-97 0 0,1 0 0 0 0,0 0 1 0 0,-1 1-1 0 0,1 0 1 0 0,0 1-1 0 0,0 0 0 0 0,0 0 1 0 0,1 1-1 0 0,-1-1 0 0 0,1 2 1 0 0,0-1-1 0 0,0 1 0 0 0,0 0 1 0 0,-11 12-1 0 0,5-5-42 0 0,2 1 0 0 0,-1 0 1 0 0,2 1-1 0 0,-1 0 0 0 0,2 0 0 0 0,-10 21 0 0 0,14-25-33 0 0,1 0 1 0 0,0 0-1 0 0,1 0 1 0 0,0 1-1 0 0,1-1 0 0 0,0 1 1 0 0,0 0-1 0 0,1 19 1 0 0,1-27-31 0 0,0 0 0 0 0,0 0-1 0 0,0 0 1 0 0,1 0 0 0 0,-1 0 0 0 0,1-1 0 0 0,0 1 0 0 0,0 0 0 0 0,0 0 0 0 0,0 0-1 0 0,1-1 1 0 0,-1 1 0 0 0,1 0 0 0 0,-1-1 0 0 0,1 1 0 0 0,0-1 0 0 0,0 0 0 0 0,0 0-1 0 0,1 0 1 0 0,-1 0 0 0 0,0 0 0 0 0,1 0 0 0 0,-1 0 0 0 0,1-1 0 0 0,-1 1 0 0 0,1-1-1 0 0,0 0 1 0 0,0 0 0 0 0,0 0 0 0 0,0 0 0 0 0,0 0 0 0 0,0-1 0 0 0,-1 1 0 0 0,2-1-1 0 0,4 0 1 0 0,-2 0-11 0 0,0 0 0 0 0,0 0 0 0 0,0 0 0 0 0,0-1 0 0 0,-1 0 0 0 0,1 0 0 0 0,0-1 0 0 0,0 0 0 0 0,-1 0-1 0 0,1 0 1 0 0,-1 0 0 0 0,10-7 0 0 0,-7 4-5 0 0,-1-1 0 0 0,0 0 0 0 0,0 0-1 0 0,-1-1 1 0 0,0 1 0 0 0,0-1 0 0 0,8-13 0 0 0,-1-4-23 0 0,-1-1 0 0 0,0 0 0 0 0,-2-1 1 0 0,10-39-1 0 0,-20 63 5 0 0,-2 29 16 0 0,-2 4 172 0 0,-1 3 12 0 0,0 44-1 0 0,5-69-124 0 0,0 0 0 0 0,0 0-1 0 0,1 0 1 0 0,1 0 0 0 0,0-1-1 0 0,0 1 1 0 0,0-1 0 0 0,1 1-1 0 0,0-1 1 0 0,6 9 0 0 0,-8-14-11 0 0,1-1 0 0 0,-1 1-1 0 0,1-1 1 0 0,0 0 0 0 0,0 0 0 0 0,0 0 0 0 0,0 0 0 0 0,0 0 0 0 0,0-1 0 0 0,1 1 0 0 0,-1-1 0 0 0,0 1 0 0 0,1-1 0 0 0,0 0-1 0 0,-1 0 1 0 0,1 0 0 0 0,3 1 0 0 0,-1-1-2 0 0,0-1 0 0 0,0 1 0 0 0,0-1 0 0 0,0 0 0 0 0,0-1 0 0 0,-1 1 0 0 0,1-1 0 0 0,0 0 0 0 0,6-2 0 0 0,3-2 5 0 0,-1 0-1 0 0,0-1 1 0 0,-1 0 0 0 0,0-1-1 0 0,1-1 1 0 0,10-9 0 0 0,-2-1-21 0 0,0-1 1 0 0,-1-2 0 0 0,-1 0 0 0 0,-1-1 0 0 0,-1-1 0 0 0,-1 0 0 0 0,-1-1 0 0 0,21-48 0 0 0,-11 13-38 0 0,-2-2 1 0 0,25-111 0 0 0,-37 120 121 0 0,-1-1-1 0 0,-3 0 1 0 0,-3 0 0 0 0,-1 0-1 0 0,-3-1 1 0 0,-8-62 0 0 0,7 111-76 0 0,0 0 0 0 0,0 0 0 0 0,0 0 0 0 0,-1 0 0 0 0,1 0 0 0 0,-1 0 0 0 0,0 0 0 0 0,-4-5 0 0 0,5 9-28 0 0,0 0 1 0 0,1 0 0 0 0,-1 0-1 0 0,0 0 1 0 0,0 0 0 0 0,0 0-1 0 0,0 0 1 0 0,0 0 0 0 0,-1 0-1 0 0,1 0 1 0 0,0 1-1 0 0,0-1 1 0 0,0 0 0 0 0,-1 1-1 0 0,1-1 1 0 0,0 1 0 0 0,-1 0-1 0 0,1-1 1 0 0,0 1 0 0 0,-1 0-1 0 0,1 0 1 0 0,0 0 0 0 0,-1 0-1 0 0,1 0 1 0 0,0 0 0 0 0,-1 0-1 0 0,1 0 1 0 0,0 1-1 0 0,-1-1 1 0 0,1 0 0 0 0,0 1-1 0 0,-1-1 1 0 0,1 1 0 0 0,0 0-1 0 0,0-1 1 0 0,-2 2 0 0 0,-4 3 5 0 0,0 0 1 0 0,-1 1-1 0 0,2-1 1 0 0,-1 2-1 0 0,1-1 1 0 0,0 1-1 0 0,0 0 1 0 0,1 0-1 0 0,-8 13 1 0 0,-1 6 48 0 0,-18 42 0 0 0,18-33-18 0 0,2 2 0 0 0,1-1 0 0 0,2 1 0 0 0,2 1-1 0 0,1 0 1 0 0,-1 62 0 0 0,7-68-80 0 0,1-1-1 0 0,1 0 1 0 0,2 0 0 0 0,2 0-1 0 0,0-1 1 0 0,2 1-1 0 0,2-1 1 0 0,19 43-1 0 0,-23-60-312 0 0,1 0 0 0 0,0-1-1 0 0,1 1 1 0 0,1-1-1 0 0,0-1 1 0 0,1 0 0 0 0,0 0-1 0 0,14 12 1 0 0,-15-16-895 0 0,1-1-1 0 0,-1 0 1 0 0,1 0 0 0 0,0-1-1 0 0,1 0 1 0 0,18 6 0 0 0,9 0-6165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8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0 194 32 0 0,'0'-11'605'0'0,"1"-1"0"0"0,0 0-1 0 0,1 1 1 0 0,0-1 0 0 0,0 1 0 0 0,1-1-1 0 0,1 1 1 0 0,0 0 0 0 0,1 1 0 0 0,0-1-1 0 0,0 1 1 0 0,1 0 0 0 0,1 0 0 0 0,8-10 0 0 0,-13 18-543 0 0,-1 0 1 0 0,1 0-1 0 0,0 1 1 0 0,0-1-1 0 0,0 1 1 0 0,0 0-1 0 0,1-1 1 0 0,-1 1-1 0 0,0 0 1 0 0,0 0 0 0 0,1 0-1 0 0,-1 1 1 0 0,0-1-1 0 0,1 1 1 0 0,-1-1-1 0 0,1 1 1 0 0,-1 0-1 0 0,1 0 1 0 0,4 0 0 0 0,-3 1 3 0 0,0 0 0 0 0,1 0 0 0 0,-1 1 0 0 0,0-1 1 0 0,0 1-1 0 0,0 0 0 0 0,-1 0 0 0 0,1 0 1 0 0,0 1-1 0 0,5 4 0 0 0,0 1 21 0 0,-1 1 0 0 0,1-1 0 0 0,-2 2 0 0 0,1-1 0 0 0,-1 1 0 0 0,0 0-1 0 0,6 14 1 0 0,-7-9-14 0 0,-1-1-1 0 0,0 1 0 0 0,-1-1 1 0 0,-1 1-1 0 0,0 0 0 0 0,-1 0 0 0 0,1 24 1 0 0,-4-2 218 0 0,-1-1 1 0 0,-8 36-1 0 0,8-47 525 0 0,2-22-324 0 0,1-4-478 0 0,0-1-1 0 0,0 1 1 0 0,0-1-1 0 0,0 1 0 0 0,-1-1 1 0 0,1 1-1 0 0,0-1 1 0 0,-1 0-1 0 0,1 1 0 0 0,-1-3 1 0 0,1 1 4 0 0,14-39-20 0 0,35-70 0 0 0,-38 90-12 0 0,1 0 1 0 0,1 1 0 0 0,0 1-1 0 0,31-32 1 0 0,-43 50 11 0 0,0 0 0 0 0,1-1-1 0 0,-1 1 1 0 0,0 0 0 0 0,1 0 0 0 0,0 1-1 0 0,-1-1 1 0 0,1 1 0 0 0,0-1 0 0 0,0 1-1 0 0,0 0 1 0 0,0 0 0 0 0,0 0 0 0 0,0 0-1 0 0,0 1 1 0 0,1-1 0 0 0,-1 1 0 0 0,0 0-1 0 0,0 0 1 0 0,0 0 0 0 0,5 1 0 0 0,-5 0 5 0 0,1 0 0 0 0,-1 0 0 0 0,1 1 0 0 0,-1 0 0 0 0,1-1 0 0 0,-1 1 0 0 0,0 1 0 0 0,0-1 0 0 0,0 0 0 0 0,0 1 0 0 0,0-1 1 0 0,-1 1-1 0 0,1 0 0 0 0,-1 0 0 0 0,0 0 0 0 0,1 0 0 0 0,2 7 0 0 0,4 11 42 0 0,0 1-1 0 0,-1 0 1 0 0,-2 0 0 0 0,0 1-1 0 0,5 44 1 0 0,-9-43-18 0 0,2-1 0 0 0,1 0-1 0 0,1 0 1 0 0,1 0 0 0 0,15 34 0 0 0,-21-54-91 0 0,1 0 0 0 0,0 0 0 0 0,0 0 1 0 0,-1-1-1 0 0,2 1 0 0 0,-1 0 0 0 0,0-1 1 0 0,0 0-1 0 0,1 1 0 0 0,-1-1 0 0 0,1 0 1 0 0,0 0-1 0 0,0 0 0 0 0,0-1 0 0 0,0 1 1 0 0,0-1-1 0 0,0 1 0 0 0,0-1 0 0 0,0 0 1 0 0,0 0-1 0 0,1-1 0 0 0,-1 1 0 0 0,0-1 1 0 0,1 1-1 0 0,-1-1 0 0 0,1 0 0 0 0,-1 0 0 0 0,0-1 1 0 0,1 1-1 0 0,-1-1 0 0 0,0 1 0 0 0,1-1 1 0 0,-1 0-1 0 0,0 0 0 0 0,4-2 0 0 0,2-2-74 0 0,1 0-1 0 0,-1 0 0 0 0,0 0 1 0 0,0-1-1 0 0,-1-1 0 0 0,1 1 1 0 0,-2-1-1 0 0,1-1 0 0 0,-1 1 0 0 0,8-11 1 0 0,-4 2 268 0 0,0-1 1 0 0,-1 1-1 0 0,-1-2 1 0 0,-1 1 0 0 0,0-1-1 0 0,-2-1 1 0 0,0 1-1 0 0,0-1 1 0 0,-2 0-1 0 0,-1 0 1 0 0,0-1 0 0 0,0-20-1 0 0,-3 40-121 0 0,0-1-1 0 0,0 1 0 0 0,0 0 1 0 0,0-1-1 0 0,0 1 0 0 0,0 0 1 0 0,0-1-1 0 0,-1 1 1 0 0,1 0-1 0 0,0 0 0 0 0,0-1 1 0 0,0 1-1 0 0,0 0 0 0 0,0-1 1 0 0,-1 1-1 0 0,1 0 0 0 0,0 0 1 0 0,0-1-1 0 0,0 1 1 0 0,-1 0-1 0 0,1 0 0 0 0,0 0 1 0 0,0 0-1 0 0,-1-1 0 0 0,1 1 1 0 0,0 0-1 0 0,0 0 1 0 0,-1 0-1 0 0,-4 6 26 0 0,0 0-1 0 0,1 0 1 0 0,0 1 0 0 0,0 0-1 0 0,1 0 1 0 0,-1 0 0 0 0,-3 13-1 0 0,-13 57 229 0 0,18-65-215 0 0,0 0 0 0 0,1 0 1 0 0,0 0-1 0 0,0 0 1 0 0,1 0-1 0 0,1 0 1 0 0,4 19-1 0 0,-5-27-17 0 0,1 0-1 0 0,0 0 0 0 0,1-1 1 0 0,-1 1-1 0 0,1 0 1 0 0,-1-1-1 0 0,1 0 1 0 0,0 1-1 0 0,0-1 0 0 0,1 0 1 0 0,-1 0-1 0 0,1 0 1 0 0,-1 0-1 0 0,1 0 1 0 0,0-1-1 0 0,0 1 0 0 0,0-1 1 0 0,1 0-1 0 0,-1 0 1 0 0,0 0-1 0 0,1 0 0 0 0,-1-1 1 0 0,1 0-1 0 0,0 1 1 0 0,-1-1-1 0 0,1 0 1 0 0,6 0-1 0 0,-2 0-13 0 0,1 0 0 0 0,-1 0 0 0 0,1-1 0 0 0,0-1 1 0 0,-1 0-1 0 0,1 0 0 0 0,0 0 0 0 0,-1-1 0 0 0,0 0 0 0 0,1-1 0 0 0,-1 0 0 0 0,0 0 0 0 0,0-1 0 0 0,-1 0 1 0 0,1 0-1 0 0,-1-1 0 0 0,0 0 0 0 0,0 0 0 0 0,0 0 0 0 0,-1-1 0 0 0,0 0 0 0 0,0-1 0 0 0,0 1 0 0 0,-1-1 1 0 0,0 0-1 0 0,0-1 0 0 0,-1 1 0 0 0,0-1 0 0 0,0 0 0 0 0,-1 0 0 0 0,0 0 0 0 0,0 0 0 0 0,2-16 0 0 0,-2 6-19 0 0,0 0-1 0 0,-2 0 1 0 0,0 0-1 0 0,-1 1 1 0 0,-1-1 0 0 0,0 0-1 0 0,-6-27 1 0 0,5 36 17 0 0,0 1 0 0 0,0 0 0 0 0,-1-1 1 0 0,0 1-1 0 0,-1 0 0 0 0,0 0 1 0 0,0 1-1 0 0,0-1 0 0 0,-1 1 0 0 0,0 0 1 0 0,-1 0-1 0 0,1 1 0 0 0,-1-1 1 0 0,-1 1-1 0 0,1 1 0 0 0,-1-1 0 0 0,-10-6 1 0 0,12 10-9 0 0,-1 0 0 0 0,0 0 0 0 0,0 0 0 0 0,1 1 0 0 0,-1 0 0 0 0,0 0 0 0 0,0 0 0 0 0,0 1 0 0 0,-1-1 0 0 0,1 2 0 0 0,0-1 1 0 0,0 1-1 0 0,0 0 0 0 0,0 0 0 0 0,0 0 0 0 0,1 1 0 0 0,-1 0 0 0 0,0 0 0 0 0,-7 4 0 0 0,-3 3 5 0 0,0-1 1 0 0,1 2-1 0 0,0 0 0 0 0,0 1 1 0 0,-16 16-1 0 0,19-16 4 0 0,1 1 0 0 0,1 0 0 0 0,0 0 0 0 0,1 1 0 0 0,0 0 0 0 0,1 0 0 0 0,1 1 0 0 0,0 0 0 0 0,-8 22 1 0 0,14-32-7 0 0,-1 1 0 0 0,1 0 0 0 0,0 0 0 0 0,0 0 0 0 0,0-1 0 0 0,1 1 0 0 0,-1 0 0 0 0,1 0 0 0 0,1 0 0 0 0,-1 0 0 0 0,1 0 0 0 0,-1 0 0 0 0,1 0 0 0 0,1 0 0 0 0,-1-1 0 0 0,1 1 0 0 0,0 0 0 0 0,0-1 0 0 0,0 1 0 0 0,1-1 1 0 0,-1 0-1 0 0,1 0 0 0 0,0 0 0 0 0,0 0 0 0 0,1 0 0 0 0,-1-1 0 0 0,1 1 0 0 0,-1-1 0 0 0,1 0 0 0 0,0 0 0 0 0,1-1 0 0 0,-1 1 0 0 0,7 2 0 0 0,-1 0 0 0 0,1-1-1 0 0,0-1 1 0 0,-1 0-1 0 0,1-1 1 0 0,0 0-1 0 0,0 0 1 0 0,0-1 0 0 0,0-1-1 0 0,12 0 1 0 0,8-2-42 0 0,0-2 1 0 0,31-6 0 0 0,-33 3-98 0 0,0-1 1 0 0,0-1-1 0 0,0-2 1 0 0,-1-1-1 0 0,-1-1 1 0 0,33-20-1 0 0,-41 20 16 0 0,0 0 0 0 0,-1-1 0 0 0,-1-1 0 0 0,0-1 0 0 0,-1 0 0 0 0,-1-1 0 0 0,0-1-1 0 0,23-38 1 0 0,-37 54 110 0 0,12-21-79 0 0,23-30 0 0 0,-34 52 81 0 0,9 16 0 0 0,-7 20 79 0 0,-1 0 1 0 0,-4 68 0 0 0,-1-32 45 0 0,0 9 1258 0 0,2-77-1019 0 0,1 5 513 0 0,4-36-799 0 0,2-1 1 0 0,1 1-1 0 0,1 0 0 0 0,22-43 1 0 0,-22 53-89 0 0,0 1 0 0 0,2 0 0 0 0,0 0 1 0 0,1 1-1 0 0,1 1 0 0 0,0 0 0 0 0,27-24 0 0 0,-38 37 8 0 0,1-1 0 0 0,0 1-1 0 0,0 0 1 0 0,1 0-1 0 0,-1 0 1 0 0,0 1 0 0 0,1-1-1 0 0,-1 1 1 0 0,1 0 0 0 0,-1 0-1 0 0,1 0 1 0 0,0 0-1 0 0,-1 0 1 0 0,1 1 0 0 0,0 0-1 0 0,0 0 1 0 0,-1 0 0 0 0,1 0-1 0 0,5 1 1 0 0,-5 1 4 0 0,0-1 0 0 0,0 1 1 0 0,-1-1-1 0 0,1 1 0 0 0,-1 0 1 0 0,0 0-1 0 0,1 1 0 0 0,-1-1 0 0 0,0 1 1 0 0,-1 0-1 0 0,1-1 0 0 0,0 1 1 0 0,-1 1-1 0 0,1-1 0 0 0,-1 0 0 0 0,0 0 1 0 0,0 1-1 0 0,2 5 0 0 0,3 9 34 0 0,-1 0-1 0 0,-1 1 1 0 0,0 0-1 0 0,-1 0 0 0 0,-2 1 1 0 0,0-1-1 0 0,0 25 1 0 0,3 32-2385 0 0,0-51-4023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8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 2768 0 0,'-7'-5'14637'0'0,"20"10"-14959"0"0,1-1 1 0 0,0 0-1 0 0,17 1 0 0 0,17 0-8089 0 0,-32-5 3108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2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1005 400 0 0,'-2'16'6327'0'0,"-3"37"4380"0"0,5-53-10647 0 0,1 1 0 0 0,-1-1 1 0 0,0 0-1 0 0,1 0 1 0 0,-1 1-1 0 0,0-1 1 0 0,1 0-1 0 0,-1 0 1 0 0,0 0-1 0 0,1 1 0 0 0,-1-1 1 0 0,1 0-1 0 0,-1 0 1 0 0,0 0-1 0 0,1 0 1 0 0,-1 0-1 0 0,1 0 0 0 0,-1 0 1 0 0,1 0-1 0 0,-1 0 1 0 0,0 0-1 0 0,1 0 1 0 0,-1 0-1 0 0,1 0 0 0 0,-1 0 1 0 0,0 0-1 0 0,2-1 1 0 0,13-2 920 0 0,-6-2-851 0 0,0-1 0 0 0,0 0-1 0 0,-1 0 1 0 0,1 0 0 0 0,-1-1 0 0 0,-1 0-1 0 0,0-1 1 0 0,0 0 0 0 0,0 0 0 0 0,10-18 0 0 0,4-10-38 0 0,23-55 0 0 0,-37 76-56 0 0,15-37-150 0 0,-2-1-1 0 0,21-96 0 0 0,-24 62-123 0 0,6-92-1 0 0,-18 111 72 0 0,-2 0 0 0 0,-10-95 0 0 0,1 147 17 0 0,6 16 145 0 0,0-1 0 0 0,0 1 0 0 0,0 0-1 0 0,-1 0 1 0 0,1 0 0 0 0,0 0 0 0 0,0-1 0 0 0,-1 1 0 0 0,1 0 0 0 0,0 0-1 0 0,0 0 1 0 0,-1 0 0 0 0,1 0 0 0 0,0 0 0 0 0,0 0 0 0 0,-1 0-1 0 0,1 0 1 0 0,0 0 0 0 0,0 0 0 0 0,-1 0 0 0 0,1 0 0 0 0,0 0-1 0 0,0 0 1 0 0,-1 0 0 0 0,1 0 0 0 0,0 0 0 0 0,0 0 0 0 0,-1 0-1 0 0,1 0 1 0 0,0 1 0 0 0,0-1 0 0 0,-1 0 0 0 0,1 0 0 0 0,-2 2-5 0 0,0 0 0 0 0,1 0 1 0 0,-1 0-1 0 0,1 0 1 0 0,-1 0-1 0 0,1 0 0 0 0,0 0 1 0 0,0 0-1 0 0,0 0 1 0 0,0 1-1 0 0,-1 3 1 0 0,-8 33 18 0 0,2-1 1 0 0,1 1 0 0 0,-1 47 0 0 0,5 122 71 0 0,5-110-16 0 0,19 121-1 0 0,-13-175-6 0 0,1 1-1 0 0,2-1 1 0 0,2-1-1 0 0,2 0 1 0 0,21 41-1 0 0,-27-67 56 0 0,20 31 1 0 0,-26-44-75 0 0,1 1 1 0 0,-1-1-1 0 0,1 0 1 0 0,0 0-1 0 0,0 0 1 0 0,0-1-1 0 0,1 1 1 0 0,-1-1 0 0 0,1 0-1 0 0,9 4 1 0 0,-11-6-27 0 0,-1-1 0 0 0,1 1 0 0 0,0-1 0 0 0,-1 0 0 0 0,1 1 0 0 0,0-1 0 0 0,-1 0 0 0 0,1-1 0 0 0,0 1 0 0 0,-1 0 0 0 0,1-1 0 0 0,0 0 0 0 0,-1 0 0 0 0,1 1 0 0 0,-1-1 1 0 0,1-1-1 0 0,-1 1 0 0 0,1 0 0 0 0,-1-1 0 0 0,0 1 0 0 0,0-1 0 0 0,0 0 0 0 0,3-2 0 0 0,2-3 12 0 0,0 0 1 0 0,-1 0-1 0 0,0 0 0 0 0,0-1 1 0 0,5-9-1 0 0,4-11-21 0 0,0-1 0 0 0,-1 0 0 0 0,-2-1 0 0 0,-2-1 0 0 0,0 1 0 0 0,-2-2 0 0 0,-1 1 0 0 0,4-55 0 0 0,-11 74-37 0 0,0-1 0 0 0,-1 1 0 0 0,0-1 0 0 0,-5-18 0 0 0,5 27 14 0 0,0 0-1 0 0,0-1 0 0 0,-1 1 1 0 0,1 0-1 0 0,-1 0 1 0 0,0 0-1 0 0,0 0 0 0 0,-1 0 1 0 0,1 1-1 0 0,-1-1 0 0 0,0 1 1 0 0,0-1-1 0 0,0 1 1 0 0,0 0-1 0 0,-7-4 0 0 0,8 6 14 0 0,1 1 0 0 0,-1-1 0 0 0,0 1 0 0 0,0-1 0 0 0,0 1 0 0 0,0 0 0 0 0,0 0 0 0 0,0 0 0 0 0,0 0 0 0 0,0 0 0 0 0,0 0 0 0 0,0 1 0 0 0,1-1 0 0 0,-1 1 0 0 0,0-1-1 0 0,0 1 1 0 0,0 0 0 0 0,0-1 0 0 0,1 1 0 0 0,-1 0 0 0 0,-2 2 0 0 0,-2 1-2 0 0,0-1 0 0 0,1 1 0 0 0,0 1 1 0 0,-8 6-1 0 0,11-8 4 0 0,-1 1 0 0 0,0-1 1 0 0,1 0-1 0 0,0 1 0 0 0,0-1 1 0 0,0 1-1 0 0,0 0 0 0 0,0 0 1 0 0,1 0-1 0 0,-1 0 0 0 0,1 0 1 0 0,0 0-1 0 0,1 0 0 0 0,-1 0 1 0 0,1 0-1 0 0,0 6 0 0 0,0-7 4 0 0,0 0 0 0 0,1 0 0 0 0,-1 0 0 0 0,1 0 0 0 0,0-1 0 0 0,0 1 0 0 0,0 0 0 0 0,0-1 0 0 0,1 1 0 0 0,-1 0 0 0 0,1-1 0 0 0,0 0 0 0 0,-1 1 0 0 0,1-1 0 0 0,0 0 0 0 0,0 0 0 0 0,0 0 0 0 0,1 0 0 0 0,-1 0 0 0 0,0-1 0 0 0,1 1 0 0 0,-1-1 0 0 0,6 3 0 0 0,4 1-85 0 0,0-1 0 0 0,1 0-1 0 0,0-1 1 0 0,0-1 0 0 0,0 0 0 0 0,0 0-1 0 0,0-1 1 0 0,1-1 0 0 0,-1 0 0 0 0,0-1 0 0 0,0 0-1 0 0,0-1 1 0 0,0-1 0 0 0,25-8 0 0 0,-24 6 3 0 0,0 0 1 0 0,0-1 0 0 0,-1-1-1 0 0,0 0 1 0 0,0-1 0 0 0,-1 0-1 0 0,0-1 1 0 0,0-1 0 0 0,-1 0-1 0 0,0 0 1 0 0,-1-1 0 0 0,17-22-1 0 0,-17 13-44 0 0,-11 17 12 0 0,-8 9 82 0 0,4-1 29 0 0,1 0 0 0 0,-1 1 0 0 0,1-1-1 0 0,1 1 1 0 0,-1 0 0 0 0,1 1 0 0 0,0-1 0 0 0,-3 10 0 0 0,-1-1 7 0 0,-8 18 27 0 0,1 2-1 0 0,-11 43 1 0 0,21-62-2 0 0,1 1 1 0 0,1-1 0 0 0,0 1 0 0 0,1 0 0 0 0,0-1 0 0 0,1 1 0 0 0,4 22-1 0 0,-4-36-14 0 0,1 0-1 0 0,0 0 0 0 0,0 1 1 0 0,0-1-1 0 0,0 0 1 0 0,0 0-1 0 0,1 0 0 0 0,-1 0 1 0 0,1 0-1 0 0,0 0 0 0 0,0-1 1 0 0,0 1-1 0 0,0 0 0 0 0,0-1 1 0 0,1 0-1 0 0,-1 1 1 0 0,4 1-1 0 0,-2-2-17 0 0,0 1 1 0 0,0-1 0 0 0,0-1-1 0 0,1 1 1 0 0,-1-1-1 0 0,0 1 1 0 0,1-1-1 0 0,0 0 1 0 0,-1-1-1 0 0,1 1 1 0 0,5-1 0 0 0,1 0-138 0 0,-1-1 0 0 0,1 0 1 0 0,-1-1-1 0 0,1 0 0 0 0,-1-1 1 0 0,0 0-1 0 0,0 0 1 0 0,0-1-1 0 0,0 0 0 0 0,9-7 1 0 0,-6 2-122 0 0,0 0 0 0 0,-1-1 0 0 0,0 0 0 0 0,-1-1 0 0 0,0-1 0 0 0,-1 1 0 0 0,0-2 0 0 0,-1 1 0 0 0,9-17 0 0 0,-8 11 305 0 0,0-1 0 0 0,-2-1 0 0 0,0 0 0 0 0,-1 0 0 0 0,-1 0 0 0 0,4-27-1 0 0,-2 3 1161 0 0,-8 42-998 0 0,-4 21-75 0 0,-2 42 31 0 0,-3 53 77 0 0,9-102-207 0 0,0 1 0 0 0,1-1 0 0 0,1 0 1 0 0,0 0-1 0 0,0 0 0 0 0,9 23 0 0 0,-9-31-156 0 0,0 1-1 0 0,0-1 1 0 0,1 0-1 0 0,0 0 1 0 0,0 0-1 0 0,0 0 1 0 0,0 0-1 0 0,1-1 1 0 0,-1 0-1 0 0,1 1 1 0 0,0-1-1 0 0,0-1 1 0 0,0 1-1 0 0,0 0 1 0 0,1-1-1 0 0,5 2 1 0 0,-5-2-582 0 0,0 0 1 0 0,0-1-1 0 0,0 0 0 0 0,0 0 1 0 0,0 0-1 0 0,0 0 0 0 0,0-1 1 0 0,1 0-1 0 0,6-1 0 0 0,9-3-5009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0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2056 0 0,'0'-112'17583'0'0,"20"197"-16927"0"0,-13-48-459 0 0,15 46-1 0 0,-18-73-156 0 0,0 0 0 0 0,0 0 0 0 0,1-1-1 0 0,0 0 1 0 0,0 0 0 0 0,1 0 0 0 0,0 0 0 0 0,1-1 0 0 0,9 10 0 0 0,-14-16-28 0 0,0 0 0 0 0,1 0 0 0 0,-1-1 0 0 0,0 1 0 0 0,1 0 1 0 0,-1-1-1 0 0,1 0 0 0 0,-1 1 0 0 0,1-1 0 0 0,0 0 0 0 0,0 0 1 0 0,-1-1-1 0 0,1 1 0 0 0,0-1 0 0 0,0 1 0 0 0,0-1 0 0 0,0 0 1 0 0,0 0-1 0 0,0 0 0 0 0,0 0 0 0 0,-1-1 0 0 0,1 1 0 0 0,0-1 1 0 0,0 0-1 0 0,0 1 0 0 0,-1-1 0 0 0,1-1 0 0 0,0 1 1 0 0,4-3-1 0 0,1-1-3 0 0,-1-1 0 0 0,0 0 0 0 0,0 0 0 0 0,0 0 0 0 0,-1-1 0 0 0,0 0 0 0 0,0 0 0 0 0,5-9 0 0 0,8-18-18 0 0,-1-1 0 0 0,-1 0 0 0 0,16-50 1 0 0,1-4-147 0 0,-34 88 110 0 0,1 0 0 0 0,-1 0 1 0 0,1 0-1 0 0,-1 0 0 0 0,1 0 1 0 0,0 0-1 0 0,0 1 0 0 0,-1-1 0 0 0,1 0 1 0 0,0 0-1 0 0,0 0 0 0 0,0 1 1 0 0,0-1-1 0 0,0 1 0 0 0,0-1 1 0 0,0 0-1 0 0,0 1 0 0 0,0 0 1 0 0,0-1-1 0 0,0 1 0 0 0,0 0 1 0 0,0-1-1 0 0,0 1 0 0 0,1 0 0 0 0,-1 0 1 0 0,0 0-1 0 0,2 0 0 0 0,3 1-373 0 0,0 0-1 0 0,0 0 0 0 0,0 0 0 0 0,7 4 0 0 0,7 0-1382 0 0,15 1-3234 0 0,51 2 0 0 0,-60-8 1313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52 1552 0 0,'0'-21'7128'0'0,"-2"17"-5866"0"0,-1-1 1 0 0,0 1-1 0 0,0 0 0 0 0,-1 0 1 0 0,-4-4-1 0 0,6 7-859 0 0,0 2 14 0 0,-2 3-249 0 0,0 1 0 0 0,0 0 0 0 0,0-1 1 0 0,0 1-1 0 0,1 0 0 0 0,0 1 0 0 0,0-1 1 0 0,0 1-1 0 0,0-1 0 0 0,1 1 1 0 0,0 0-1 0 0,1 0 0 0 0,-3 11 0 0 0,0 8 84 0 0,0 0 0 0 0,0 26 0 0 0,4-39-185 0 0,-2 19 119 0 0,4 36 0 0 0,-1-59-134 0 0,-1-1 0 0 0,1 0 0 0 0,1 0 0 0 0,-1 0 0 0 0,1 0 0 0 0,1 0 0 0 0,-1 0 0 0 0,1 0 0 0 0,0-1 1 0 0,8 13-1 0 0,-10-18-58 0 0,1 0 1 0 0,-1 1 0 0 0,0-1-1 0 0,0 0 1 0 0,1 0-1 0 0,-1 1 1 0 0,1-1 0 0 0,-1 0-1 0 0,1-1 1 0 0,0 1 0 0 0,-1 0-1 0 0,1 0 1 0 0,0-1 0 0 0,-1 1-1 0 0,1-1 1 0 0,0 1 0 0 0,0-1-1 0 0,-1 0 1 0 0,5 0 0 0 0,-3 0-166 0 0,1 0 0 0 0,0-1 0 0 0,-1 0 1 0 0,1 0-1 0 0,-1 0 0 0 0,1 0 1 0 0,-1-1-1 0 0,1 1 0 0 0,4-4 1 0 0,-1 0-661 0 0,1 0 0 0 0,-1 0 1 0 0,0-1-1 0 0,0 0 1 0 0,-1-1-1 0 0,0 0 0 0 0,8-10 1 0 0,1-10-3384 0 0,2-4-1906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83 126 188 0 0,'-43'-89'17565'0'0,"23"54"-14660"0"0,19 34-3215 0 0,-17 5-6494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0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0 3204 0 0,'-105'8'6237'0'0,"-42"3"2101"0"0,52-8-5908 0 0,81 2-3734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281 606 640 0 0,'13'-9'5169'0'0,"-11"7"-4351"0"0,1-1 0 0 0,0 0 0 0 0,0 0 0 0 0,-1 0 0 0 0,0 0 0 0 0,1-1 0 0 0,-1 1 0 0 0,-1-1 0 0 0,1 1 0 0 0,0-1 0 0 0,0-4 0 0 0,-1 5-424 0 0,0 0 1 0 0,0-1-1 0 0,0 0 0 0 0,-1 1 1 0 0,0-1-1 0 0,0 1 0 0 0,0-7 1 0 0,-1 9-351 0 0,1-1-1 0 0,-1 1 1 0 0,1-1 0 0 0,-1 1 0 0 0,0 0 0 0 0,1-1 0 0 0,-1 1 0 0 0,0 0 0 0 0,0-1-1 0 0,0 1 1 0 0,0 0 0 0 0,0 0 0 0 0,0 0 0 0 0,-1 0 0 0 0,1 0 0 0 0,0 0 0 0 0,0 0-1 0 0,-1 0 1 0 0,1 1 0 0 0,-1-1 0 0 0,1 0 0 0 0,0 1 0 0 0,-1-1 0 0 0,-1 1 0 0 0,-32-7 309 0 0,30 7-335 0 0,0 1 0 0 0,0-1 0 0 0,-1 1 0 0 0,1 0 0 0 0,-7 2 0 0 0,2 0-1 0 0,1 0 0 0 0,0 1 0 0 0,0 0 0 0 0,-12 9 0 0 0,-29 26 24 0 0,23-13-12 0 0,25-24-29 0 0,-13 14 19 0 0,0 1-1 0 0,-15 22 0 0 0,26-34-19 0 0,1 0 0 0 0,0 1 0 0 0,0-1-1 0 0,0 1 1 0 0,1 0 0 0 0,0 0-1 0 0,0 0 1 0 0,1 0 0 0 0,-1 0 0 0 0,1 0-1 0 0,1 0 1 0 0,-1 12 0 0 0,1-15 2 0 0,0 0 0 0 0,1 0 0 0 0,-1-1 0 0 0,1 1 1 0 0,0 0-1 0 0,-1-1 0 0 0,1 1 0 0 0,0-1 0 0 0,1 1 0 0 0,-1-1 0 0 0,0 1 0 0 0,1-1 1 0 0,-1 0-1 0 0,1 0 0 0 0,0 1 0 0 0,0-1 0 0 0,0 0 0 0 0,0-1 0 0 0,0 1 1 0 0,0 0-1 0 0,0-1 0 0 0,1 1 0 0 0,-1-1 0 0 0,0 1 0 0 0,1-1 0 0 0,-1 0 0 0 0,1 0 1 0 0,0-1-1 0 0,-1 1 0 0 0,1 0 0 0 0,0-1 0 0 0,-1 1 0 0 0,1-1 0 0 0,5 0 1 0 0,2 0-6 0 0,-1-1 0 0 0,1 1 0 0 0,-1-2 0 0 0,0 1 0 0 0,1-1 0 0 0,-1-1 0 0 0,0 1 0 0 0,0-2 0 0 0,8-3 1 0 0,2-4 3 0 0,-2 0 1 0 0,1-1 0 0 0,20-19 0 0 0,18-13-44 0 0,-55 43 17 0 0,1 0 0 0 0,-1 0 0 0 0,1 0 0 0 0,-1 0 0 0 0,1 0 0 0 0,0 0-1 0 0,-1 0 1 0 0,1 0 0 0 0,0 1 0 0 0,0-1 0 0 0,0 1 0 0 0,-1-1 0 0 0,1 1 0 0 0,0 0-1 0 0,0 0 1 0 0,0-1 0 0 0,3 2 0 0 0,-3 0 15 0 0,0 0 1 0 0,0 0-1 0 0,-1 0 0 0 0,1 1 0 0 0,0-1 1 0 0,-1 1-1 0 0,1-1 0 0 0,-1 1 0 0 0,0 0 1 0 0,0 0-1 0 0,1-1 0 0 0,-1 1 0 0 0,0 0 1 0 0,-1 0-1 0 0,2 2 0 0 0,12 25-20 0 0,-8-14 39 0 0,2 0 0 0 0,0 0 0 0 0,0-1 0 0 0,19 24 0 0 0,-24-34 3 0 0,0-1 1 0 0,0 0-1 0 0,1 0 0 0 0,-1-1 0 0 0,0 1 1 0 0,1-1-1 0 0,0 1 0 0 0,0-1 0 0 0,0 0 1 0 0,0-1-1 0 0,0 1 0 0 0,0-1 1 0 0,0 1-1 0 0,0-1 0 0 0,0 0 0 0 0,1-1 1 0 0,-1 1-1 0 0,0-1 0 0 0,1 0 0 0 0,-1 0 1 0 0,0 0-1 0 0,1-1 0 0 0,5-1 1 0 0,7-2 19 0 0,0-2 0 0 0,-1 1 1 0 0,1-2-1 0 0,-2-1 1 0 0,1 0-1 0 0,-1 0 1 0 0,0-2-1 0 0,-1 0 1 0 0,25-22-1 0 0,-11 5-39 0 0,-1-1-1 0 0,-1-1 0 0 0,29-44 1 0 0,-22 24-91 0 0,-2-2 1 0 0,33-72-1 0 0,-50 89 113 0 0,-1 0 0 0 0,-1-1 0 0 0,-2 0 0 0 0,-2-1 0 0 0,5-37 0 0 0,-11 47 123 0 0,-3-27 0 0 0,1 21-101 0 0,0 32-41 0 0,0 0-1 0 0,0-1 1 0 0,0 1-1 0 0,1-1 1 0 0,-1 1-1 0 0,0-1 1 0 0,0 1-1 0 0,0-1 1 0 0,0 1-1 0 0,0-1 1 0 0,0 1-1 0 0,0-1 1 0 0,0 1-1 0 0,-1-1 1 0 0,1 1 0 0 0,0-1-1 0 0,0 1 1 0 0,0 0-1 0 0,0-1 1 0 0,-1 1-1 0 0,1-1 1 0 0,0 1-1 0 0,0-1 1 0 0,-1 1-1 0 0,1 0 1 0 0,0-1-1 0 0,-1 1 1 0 0,1 0-1 0 0,0-1 1 0 0,-1 1-1 0 0,1 0 1 0 0,-1-1-1 0 0,1 1 1 0 0,0 0-1 0 0,-1 0 1 0 0,1 0-1 0 0,-1-1 1 0 0,1 1-1 0 0,-1 0 1 0 0,1 0-1 0 0,-1 0 1 0 0,1 0-1 0 0,-1 0 1 0 0,1 0 0 0 0,-1 0-1 0 0,1 0 1 0 0,0 0-1 0 0,-1 0 1 0 0,1 0-1 0 0,-1 0 1 0 0,1 0-1 0 0,-1 0 1 0 0,1 1-1 0 0,-1-1 1 0 0,1 0-1 0 0,-1 0 1 0 0,1 0-1 0 0,0 1 1 0 0,-1-1-1 0 0,1 0 1 0 0,-1 1-1 0 0,1-1 1 0 0,0 0-1 0 0,-1 1 1 0 0,1 0-1 0 0,-24 22-74 0 0,14-7 76 0 0,2 0 1 0 0,-1 1 0 0 0,2 0 0 0 0,1 1 0 0 0,0-1-1 0 0,-4 21 1 0 0,-14 110 382 0 0,23-145-374 0 0,-3 26 0 0 0,2 1 0 0 0,0 0 0 0 0,2 0 0 0 0,1 0 0 0 0,2 0 0 0 0,0 0 0 0 0,10 36 1 0 0,-10-59-30 0 0,-1-1 1 0 0,1 1-1 0 0,0-1 1 0 0,0 1 0 0 0,1-1-1 0 0,0 0 1 0 0,0 0-1 0 0,0 0 1 0 0,1-1 0 0 0,9 10-1 0 0,-10-12-287 0 0,0 0 0 0 0,-1-1 0 0 0,1 1-1 0 0,0-1 1 0 0,0 0 0 0 0,0 0 0 0 0,0 0 0 0 0,5 1-1 0 0,-5-2-443 0 0,-1-1 1 0 0,1 1-1 0 0,0-1 0 0 0,0 1 0 0 0,-1-1 0 0 0,1 0 0 0 0,0-1 0 0 0,0 1 1 0 0,-1-1-1 0 0,7-1 0 0 0,9-5-5948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1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436 166 2408 0 0,'-63'-1'3077'0'0,"-294"-15"11138"0"0,343 12-13722 0 0,14 4-485 0 0,0 0-1 0 0,0 0 1 0 0,-1 0-1 0 0,1-1 0 0 0,0 1 1 0 0,0 0-1 0 0,0 0 1 0 0,0 0-1 0 0,0 0 1 0 0,0 0-1 0 0,0 0 0 0 0,0-1 1 0 0,0 1-1 0 0,-1 0 1 0 0,1 0-1 0 0,0 0 1 0 0,0 0-1 0 0,0-1 0 0 0,0 1 1 0 0,0 0-1 0 0,0 0 1 0 0,0 0-1 0 0,0 0 1 0 0,0-1-1 0 0,0 1 0 0 0,0 0 1 0 0,0 0-1 0 0,0 0 1 0 0,1 0-1 0 0,-1-1 1 0 0,0 1-1 0 0,0 0 0 0 0,0 0 1 0 0,0 0-1 0 0,0 0 1 0 0,0 0-1 0 0,0-1 1 0 0,0 1-1 0 0,1 0 0 0 0,0-2 17 0 0,1 1 0 0 0,0-1 0 0 0,0 1 0 0 0,1 0-1 0 0,-1 0 1 0 0,0-1 0 0 0,0 1 0 0 0,4-1 0 0 0,57-16-625 0 0,0 3 0 0 0,124-14 0 0 0,-103 18-551 0 0,215-29-7839 0 0,-202 28 2636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1350 760 0 0,'-26'-15'394'0'0,"1"-1"-1"0"0,0-1 1 0 0,1-1 0 0 0,1-1 0 0 0,1-1-1 0 0,1-1 1 0 0,0 0 0 0 0,2-2-1 0 0,-17-26 1 0 0,-2-7-236 0 0,3-3-1 0 0,-52-116 1 0 0,61 108-101 0 0,3 0-1 0 0,3-2 1 0 0,3 0 0 0 0,3-1 0 0 0,3 0-1 0 0,-2-84 1 0 0,3-53 141 0 0,10 201-269 0 0,1-1 0 0 0,-1 1 1 0 0,1-1-1 0 0,0 1 1 0 0,1 0-1 0 0,3-11 0 0 0,-5 16 33 0 0,1 1 0 0 0,-1-1-1 0 0,1 0 1 0 0,-1 0-1 0 0,1 0 1 0 0,0 1-1 0 0,-1-1 1 0 0,1 0-1 0 0,0 1 1 0 0,-1-1-1 0 0,1 1 1 0 0,0-1-1 0 0,0 1 1 0 0,0-1-1 0 0,0 1 1 0 0,-1-1-1 0 0,1 1 1 0 0,0 0-1 0 0,0-1 1 0 0,0 1 0 0 0,0 0-1 0 0,0 0 1 0 0,0 0-1 0 0,0 0 1 0 0,0 0-1 0 0,0 0 1 0 0,0 0-1 0 0,0 0 1 0 0,0 0-1 0 0,0 0 1 0 0,1 1-1 0 0,30 8-291 0 0,-29-8 307 0 0,38 11-71 0 0,-32-9-80 0 0,-1-1-1 0 0,1 0 1 0 0,-1-1-1 0 0,1 1 1 0 0,0-2-1 0 0,17 0 1 0 0,-23 0-613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4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68 500 1000 0 0,'-1'2'1638'0'0,"-23"43"4894"0"0,23-42-5926 0 0,0 0 0 0 0,-1 0 0 0 0,1-1-1 0 0,-1 1 1 0 0,1-1 0 0 0,-1 1 0 0 0,-3 2 0 0 0,5-5-499 0 0,-1 1 0 0 0,1-1 0 0 0,-1 1 0 0 0,0-1 0 0 0,1 1 1 0 0,-1-1-1 0 0,1 0 0 0 0,-1 1 0 0 0,0-1 0 0 0,1 0 1 0 0,-1 1-1 0 0,0-1 0 0 0,1 0 0 0 0,-1 0 0 0 0,0 0 1 0 0,1 0-1 0 0,-1 0 0 0 0,0 0 0 0 0,1 0 0 0 0,-1 0 1 0 0,0 0-1 0 0,1 0 0 0 0,-1 0 0 0 0,0 0 0 0 0,1 0 0 0 0,-1 0 1 0 0,0-1-1 0 0,1 1 0 0 0,-2-1 0 0 0,1-1-68 0 0,0 0-1 0 0,0 0 0 0 0,0 0 1 0 0,0 0-1 0 0,1 0 0 0 0,-1 0 1 0 0,1-1-1 0 0,-1 1 0 0 0,1 0 1 0 0,0 0-1 0 0,0-1 1 0 0,0 1-1 0 0,0 0 0 0 0,1-5 1 0 0,2-7-14 0 0,0 1 0 0 0,1-1 0 0 0,0 1 0 0 0,2-1 0 0 0,-1 1 1 0 0,15-22-1 0 0,52-70-65 0 0,-62 93 42 0 0,31-41-44 0 0,2 2-1 0 0,3 1 0 0 0,2 3 1 0 0,68-52-1 0 0,-111 96-8 0 0,-4 4 20 0 0,-9 11 11 0 0,-15 15 18 0 0,-83 67 10 0 0,1-1-26 0 0,103-90 14 0 0,-1-1 0 0 0,1 1 0 0 0,-1 0 0 0 0,1 0 0 0 0,0 0 0 0 0,0 0-1 0 0,0 0 1 0 0,-1 5 0 0 0,2-6 4 0 0,1-1 0 0 0,0 0 0 0 0,-1 0 0 0 0,1 0 0 0 0,0 1 0 0 0,0-1 0 0 0,0 0 0 0 0,0 0 0 0 0,0 0 0 0 0,0 1 0 0 0,1-1 0 0 0,-1 0 0 0 0,0 0 0 0 0,1 0 0 0 0,-1 0 0 0 0,0 1-1 0 0,1-1 1 0 0,-1 0 0 0 0,1 0 0 0 0,0 0 0 0 0,-1 0 0 0 0,1 0 0 0 0,0 0 0 0 0,0 0 0 0 0,0-1 0 0 0,-1 1 0 0 0,3 1 0 0 0,10 7-1 0 0,1-1 0 0 0,0 0 1 0 0,1-1-1 0 0,0 0 0 0 0,0-1 0 0 0,28 7 1 0 0,-2 0-12 0 0,-32-10 15 0 0,76 30 9 0 0,-76-29-9 0 0,0 1 0 0 0,-1 0 1 0 0,0 0-1 0 0,0 1 1 0 0,0 0-1 0 0,-1 0 0 0 0,8 9 1 0 0,-13-14 4 0 0,-1 1 1 0 0,0-1 0 0 0,0 1 0 0 0,0-1-1 0 0,0 1 1 0 0,0 0 0 0 0,0-1-1 0 0,0 1 1 0 0,0 0 0 0 0,-1 0 0 0 0,1 0-1 0 0,-1 0 1 0 0,1 0 0 0 0,-1-1 0 0 0,0 1-1 0 0,0 0 1 0 0,0 0 0 0 0,0 0 0 0 0,0 0-1 0 0,-1 2 1 0 0,1-1 46 0 0,-1 0 0 0 0,-1 0 1 0 0,1 0-1 0 0,0 0 0 0 0,-1 0 0 0 0,1-1 0 0 0,-1 1 1 0 0,0-1-1 0 0,0 1 0 0 0,0-1 0 0 0,-3 4 0 0 0,-1-1 90 0 0,0 0 1 0 0,0-1-1 0 0,-1 1 0 0 0,1-1 0 0 0,-1 0 0 0 0,0-1 0 0 0,0 0 0 0 0,0 0 0 0 0,-10 3 0 0 0,3-4-114 0 0,0-1-1 0 0,0 0 1 0 0,-1 0-1 0 0,1-2 1 0 0,0 0-1 0 0,-1 0 1 0 0,1-2-1 0 0,0 1 1 0 0,0-2-1 0 0,0 0 1 0 0,1 0-1 0 0,-1-2 1 0 0,1 1-1 0 0,1-2 1 0 0,-1 0-1 0 0,-21-16 1 0 0,33 23-81 0 0,0-1 1 0 0,0 1 0 0 0,0-1 0 0 0,0 1-1 0 0,1-1 1 0 0,-1 0 0 0 0,0 1 0 0 0,1-1 0 0 0,-1 0-1 0 0,1 0 1 0 0,-1 0 0 0 0,0 1 0 0 0,1-1-1 0 0,0 0 1 0 0,-1 0 0 0 0,0-2 0 0 0,1 3-46 0 0,0-1 1 0 0,0 1-1 0 0,0 0 1 0 0,1-1 0 0 0,-1 1-1 0 0,0-1 1 0 0,0 1-1 0 0,0-1 1 0 0,0 1-1 0 0,0-1 1 0 0,1 1-1 0 0,-1 0 1 0 0,0-1-1 0 0,0 1 1 0 0,1-1 0 0 0,-1 1-1 0 0,0 0 1 0 0,1-1-1 0 0,-1 1 1 0 0,0 0-1 0 0,1-1 1 0 0,0 1-1 0 0,21-9-3963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5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1095 1096 0 0,'2'-15'5287'0'0,"-3"8"-4053"0"0,1 1-1 0 0,-1 0 1 0 0,0 0-1 0 0,-1-1 1 0 0,1 1 0 0 0,-5-10-1 0 0,6 15-733 0 0,-2-3 52 0 0,2 4-527 0 0,0-1-1 0 0,0 1 0 0 0,0 0 0 0 0,0-1 0 0 0,0 1 0 0 0,0 0 0 0 0,0 0 0 0 0,0-1 0 0 0,-1 1 0 0 0,1 0 1 0 0,0 0-1 0 0,0 0 0 0 0,0-1 0 0 0,0 1 0 0 0,0 0 0 0 0,0 0 0 0 0,0-1 0 0 0,-1 1 0 0 0,1 0 0 0 0,0 0 0 0 0,0 0 1 0 0,0-1-1 0 0,0 1 0 0 0,-1 0 0 0 0,1 0 0 0 0,0 0 0 0 0,0 0 0 0 0,0 0 0 0 0,-1-1 0 0 0,1 1 0 0 0,0 0 1 0 0,0 0-1 0 0,-1 0 0 0 0,1 0 0 0 0,0 0 0 0 0,0 0 0 0 0,-1 0 0 0 0,1 0 0 0 0,-3 2 2 0 0,0-1 1 0 0,0 1-1 0 0,0 1 0 0 0,1-1 0 0 0,-1 0 0 0 0,1 1 0 0 0,-1-1 0 0 0,1 1 1 0 0,0-1-1 0 0,0 1 0 0 0,0 0 0 0 0,0 0 0 0 0,1 0 0 0 0,-1 0 1 0 0,1 1-1 0 0,0-1 0 0 0,-1 5 0 0 0,-5 13 49 0 0,-5 31 0 0 0,11-44-60 0 0,-2 8 7 0 0,1-1-1 0 0,0 1 0 0 0,1 0 1 0 0,3 25-1 0 0,-2-36-15 0 0,0 1 0 0 0,1-1 0 0 0,0 0 0 0 0,0 0 0 0 0,0 0 0 0 0,1 0 0 0 0,0 0 0 0 0,0 0 0 0 0,0 0 0 0 0,0-1 0 0 0,1 1-1 0 0,0-1 1 0 0,0 1 0 0 0,0-1 0 0 0,0 0 0 0 0,1 0 0 0 0,5 4 0 0 0,-6-6 3 0 0,1 0 0 0 0,0 0 0 0 0,0-1 0 0 0,0 0 0 0 0,-1 0 0 0 0,1 0-1 0 0,0 0 1 0 0,0-1 0 0 0,0 1 0 0 0,1-1 0 0 0,-1 0 0 0 0,0 0 0 0 0,0 0 0 0 0,0-1-1 0 0,0 0 1 0 0,0 1 0 0 0,0-1 0 0 0,0-1 0 0 0,3-1 0 0 0,4 0 6 0 0,-1-2 0 0 0,1 0 0 0 0,-1 0 1 0 0,-1-1-1 0 0,15-10 0 0 0,-16 9-13 0 0,-1 0 0 0 0,0 0 0 0 0,-1 0-1 0 0,1-1 1 0 0,-1 0 0 0 0,-1 0 0 0 0,0 0 0 0 0,0-1 0 0 0,-1 0 0 0 0,0 0-1 0 0,0 0 1 0 0,-1 0 0 0 0,0-1 0 0 0,-1 1 0 0 0,0-1 0 0 0,0 0 0 0 0,-1 0-1 0 0,0-15 1 0 0,-1 13-8 0 0,-1 1 0 0 0,0 0 0 0 0,0-1 1 0 0,-1 1-1 0 0,-1 0 0 0 0,0 0 0 0 0,0 0 0 0 0,-1 0 0 0 0,-1 1 0 0 0,0-1 0 0 0,0 1 0 0 0,-1 0 0 0 0,0 1 0 0 0,0-1 1 0 0,-15-15-1 0 0,18 23 1 0 0,1 0 1 0 0,-1-1 0 0 0,1 1-1 0 0,-1 0 1 0 0,0 0-1 0 0,0 1 1 0 0,1-1 0 0 0,-1 0-1 0 0,-1 1 1 0 0,1 0 0 0 0,0 0-1 0 0,0 0 1 0 0,0 0-1 0 0,-1 0 1 0 0,1 1 0 0 0,0-1-1 0 0,-7 1 1 0 0,6 0-1 0 0,0 1-1 0 0,0 0 1 0 0,-1 0 0 0 0,1 0-1 0 0,0 0 1 0 0,0 1-1 0 0,0 0 1 0 0,0 0 0 0 0,1 0-1 0 0,-1 0 1 0 0,0 0 0 0 0,-4 5-1 0 0,1-1 5 0 0,1 0 0 0 0,-1 1 0 0 0,1 0 0 0 0,1 0-1 0 0,-1 1 1 0 0,1-1 0 0 0,0 1 0 0 0,1 0-1 0 0,0 1 1 0 0,0-1 0 0 0,1 1 0 0 0,-3 10 0 0 0,5-13 2 0 0,0-1 1 0 0,0 1 0 0 0,1-1 0 0 0,-1 1 0 0 0,1 0 0 0 0,1-1-1 0 0,-1 1 1 0 0,1 0 0 0 0,0-1 0 0 0,0 1 0 0 0,0-1-1 0 0,1 1 1 0 0,0-1 0 0 0,4 7 0 0 0,-4-8 1 0 0,0-1 1 0 0,0 0-1 0 0,0 0 1 0 0,1 0-1 0 0,0 0 1 0 0,-1-1-1 0 0,1 1 1 0 0,0-1 0 0 0,0 0-1 0 0,1 0 1 0 0,-1 0-1 0 0,0 0 1 0 0,1 0-1 0 0,-1 0 1 0 0,1-1-1 0 0,-1 0 1 0 0,1 0-1 0 0,0 0 1 0 0,0 0-1 0 0,-1-1 1 0 0,1 1-1 0 0,5-1 1 0 0,11 0-5 0 0,-1-1 1 0 0,1-1-1 0 0,0-1 1 0 0,-1-1-1 0 0,1-1 1 0 0,-1 0-1 0 0,0-2 1 0 0,19-8-1 0 0,-3-1-25 0 0,-1-2-1 0 0,-1-1 0 0 0,39-30 0 0 0,-54 35 6 0 0,0 0 0 0 0,-1-2 0 0 0,-1 0 0 0 0,-1-1 0 0 0,0 0 0 0 0,-1-1 0 0 0,-1-1 0 0 0,-1 0 0 0 0,0-1 1 0 0,-2 0-1 0 0,0-1 0 0 0,-1 0 0 0 0,-1 0 0 0 0,8-37 0 0 0,-9 24 15 0 0,-2 0 1 0 0,-2 0 0 0 0,0-41 0 0 0,-12-103-7 0 0,4 156-67 0 0,1 23 44 0 0,-1 13 34 0 0,-30 197 223 0 0,-9 219-1 0 0,40-369-144 0 0,2 0 0 0 0,3 0 0 0 0,13 95 0 0 0,-13-147-61 0 0,1 0 1 0 0,1 0-1 0 0,-1 0 1 0 0,1 0-1 0 0,1-1 0 0 0,0 1 1 0 0,0-1-1 0 0,6 9 0 0 0,-8-15-10 0 0,0 1 0 0 0,0-1-1 0 0,0 0 1 0 0,0 0 0 0 0,0 0-1 0 0,1 0 1 0 0,-1 0 0 0 0,1 0-1 0 0,-1 0 1 0 0,1-1 0 0 0,0 0-1 0 0,0 1 1 0 0,-1-1 0 0 0,1 0-1 0 0,0 0 1 0 0,0 0 0 0 0,0-1-1 0 0,0 1 1 0 0,0-1 0 0 0,0 0-1 0 0,1 0 1 0 0,-1 0 0 0 0,0 0-1 0 0,0 0 1 0 0,0-1 0 0 0,0 1-1 0 0,4-2 1 0 0,1-1-2 0 0,0 0-1 0 0,0-1 1 0 0,0 1 0 0 0,-1-2 0 0 0,0 1-1 0 0,0-1 1 0 0,0 0 0 0 0,0 0-1 0 0,-1-1 1 0 0,0 0 0 0 0,0 0-1 0 0,-1 0 1 0 0,8-11 0 0 0,4-8-14 0 0,-1-1 0 0 0,16-38 0 0 0,-21 37-15 0 0,-1 0 1 0 0,-1-1-1 0 0,-2-1 1 0 0,-1 1-1 0 0,-1-1 1 0 0,-1 0-1 0 0,-1-53 0 0 0,-3 80 6 0 0,0 3-15 0 0,-4 10 53 0 0,1 0 1 0 0,0 0-1 0 0,1 0 0 0 0,0 0 1 0 0,0 1-1 0 0,2-1 0 0 0,-1 12 1 0 0,1 0 23 0 0,-1-2-10 0 0,0-1 0 0 0,2 0 0 0 0,1 1 0 0 0,0-1 0 0 0,7 26 0 0 0,-8-41-25 0 0,0-1 0 0 0,0 1 0 0 0,1 0 0 0 0,0 0 0 0 0,0-1 0 0 0,1 1 0 0 0,-1-1 0 0 0,1 0 0 0 0,0 1 0 0 0,0-1 0 0 0,0 0 0 0 0,0-1 0 0 0,1 1-1 0 0,0-1 1 0 0,-1 1 0 0 0,1-1 0 0 0,1 0 0 0 0,-1-1 0 0 0,0 1 0 0 0,1-1 0 0 0,-1 0 0 0 0,1 0 0 0 0,0 0 0 0 0,0 0 0 0 0,-1-1 0 0 0,9 1 0 0 0,1 0-21 0 0,0-2-1 0 0,-1 0 0 0 0,1-1 1 0 0,0 0-1 0 0,-1-1 0 0 0,1 0 0 0 0,-1-1 1 0 0,1-1-1 0 0,-1 0 0 0 0,0-1 1 0 0,-1 0-1 0 0,1-1 0 0 0,-1 0 0 0 0,12-9 1 0 0,-15 9-21 0 0,1-1 0 0 0,-1 0 0 0 0,0-1 0 0 0,-1 0 0 0 0,0 0 0 0 0,0-1 0 0 0,-1 0 0 0 0,0 0 0 0 0,0-1 0 0 0,-1 0 0 0 0,-1 0 0 0 0,0 0 0 0 0,0-1 0 0 0,-1 1 0 0 0,0-1 1 0 0,0-1-1 0 0,1-10 0 0 0,-3 4 6 0 0,3-10 124 0 0,2-48 0 0 0,-7 74 2 0 0,-1 3-87 0 0,0 1 1 0 0,0-1-1 0 0,0 1 0 0 0,0 0 1 0 0,0-1-1 0 0,1 1 1 0 0,-1 0-1 0 0,0 0 0 0 0,1 0 1 0 0,0-1-1 0 0,-1 4 1 0 0,1-4 3 0 0,-8 36 152 0 0,2 1 1 0 0,1 0 0 0 0,3 1 0 0 0,0-1 0 0 0,6 54-1 0 0,-3-83-143 0 0,1 0 0 0 0,-1-1 0 0 0,2 1-1 0 0,-1 0 1 0 0,1-1 0 0 0,0 1-1 0 0,1-1 1 0 0,8 16 0 0 0,-9-21-24 0 0,-1 0 1 0 0,1 0 0 0 0,-1 0 0 0 0,1-1-1 0 0,0 1 1 0 0,0-1 0 0 0,0 1-1 0 0,0-1 1 0 0,0 0 0 0 0,1 0 0 0 0,-1-1-1 0 0,1 1 1 0 0,-1-1 0 0 0,1 1 0 0 0,0-1-1 0 0,-1 0 1 0 0,1-1 0 0 0,0 1-1 0 0,0-1 1 0 0,0 1 0 0 0,-1-1 0 0 0,1 0-1 0 0,6-1 1 0 0,-1 0-163 0 0,-1-1-1 0 0,1 1 0 0 0,-1-1 1 0 0,0-1-1 0 0,0 1 1 0 0,0-1-1 0 0,0-1 0 0 0,0 0 1 0 0,-1 0-1 0 0,1 0 1 0 0,12-11-1 0 0,-11 7-154 0 0,0-1-1 0 0,-1 0 1 0 0,0 0-1 0 0,0-1 1 0 0,-1 0 0 0 0,0 0-1 0 0,7-17 1 0 0,0-6-291 0 0,-1-1 0 0 0,-2 0 0 0 0,-1-1 0 0 0,8-56-1 0 0,8-75 443 0 0,-7-1-1 0 0,-7-1 1 0 0,-12-198-1 0 0,-18 185 3428 0 0,14 162-2924 0 0,0 30-49 0 0,-2 34 271 0 0,17 301 3388 0 0,-1-165-2330 0 0,3 71 190 0 0,3 61-505 0 0,-15-244-1131 0 0,0 6 69 0 0,13 104-1 0 0,-13-175-191 0 0,0 0 0 0 0,0 0 0 0 0,0 1 0 0 0,1-1 0 0 0,-1 0 0 0 0,1 0-1 0 0,0-1 1 0 0,3 6 0 0 0,-4-8-36 0 0,0 0 0 0 0,0 0 0 0 0,-1 0-1 0 0,1 0 1 0 0,0 0 0 0 0,0 0 0 0 0,0-1 0 0 0,0 1-1 0 0,0 0 1 0 0,0-1 0 0 0,0 1 0 0 0,0 0 0 0 0,1-1 0 0 0,-1 0-1 0 0,0 1 1 0 0,0-1 0 0 0,0 0 0 0 0,1 1 0 0 0,-1-1-1 0 0,0 0 1 0 0,0 0 0 0 0,1 0 0 0 0,-1 0 0 0 0,0 0-1 0 0,0-1 1 0 0,0 1 0 0 0,1 0 0 0 0,-1 0 0 0 0,0-1 0 0 0,0 1-1 0 0,0-1 1 0 0,0 1 0 0 0,1-1 0 0 0,-1 1 0 0 0,1-2-1 0 0,13-8-132 0 0,1-2-1 0 0,-1 1 0 0 0,-1-2 0 0 0,0 0 0 0 0,14-17 0 0 0,27-27-6034 0 0,-21 29-4838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70 122 932 0 0,'-31'-64'16960'0'0,"31"64"-16826"0"0,0-1 1 0 0,0 1-1 0 0,0-1 0 0 0,-1 1 0 0 0,1 0 0 0 0,0-1 1 0 0,0 1-1 0 0,0-1 0 0 0,0 1 0 0 0,-1 0 0 0 0,1-1 0 0 0,0 1 1 0 0,0-1-1 0 0,-1 1 0 0 0,1 0 0 0 0,0-1 0 0 0,-1 1 0 0 0,1 0 1 0 0,0 0-1 0 0,-1-1 0 0 0,1 1 0 0 0,-1 0 0 0 0,1 0 0 0 0,-1-1 1 0 0,-1 3-73 0 0,1 0 1 0 0,-1 0 0 0 0,1 0 0 0 0,0 0-1 0 0,0 0 1 0 0,-1 0 0 0 0,1 1 0 0 0,1-1-1 0 0,-1 0 1 0 0,0 1 0 0 0,1-1 0 0 0,-1 0-1 0 0,0 4 1 0 0,-3 39 629 0 0,3-21-374 0 0,-7 53 143 0 0,4 0 1 0 0,12 154-1 0 0,-7-221-439 0 0,1 0 0 0 0,0 0 0 0 0,0-1 0 0 0,6 16 0 0 0,-7-21-5 0 0,1-1 1 0 0,0 1-1 0 0,0-1 0 0 0,0 1 0 0 0,1-1 0 0 0,-1 0 0 0 0,1 0 1 0 0,0 0-1 0 0,0 0 0 0 0,0-1 0 0 0,0 1 0 0 0,0-1 0 0 0,5 3 1 0 0,-7-4-14 0 0,0-1 0 0 0,0 1 0 0 0,1-1 0 0 0,-1 1 0 0 0,0-1 0 0 0,0 0 0 0 0,1 0 0 0 0,-1 0 0 0 0,0 0 0 0 0,1 0 0 0 0,-1 0 0 0 0,0 0 0 0 0,1 0 0 0 0,-1 0 0 0 0,0-1 0 0 0,2 0 0 0 0,1 1 8 0 0,4-2-13 0 0,-1 0 1 0 0,1 0 0 0 0,-1 0 0 0 0,0-1 0 0 0,0 0 0 0 0,0 0 0 0 0,0-1 0 0 0,0 0 0 0 0,-1 0-1 0 0,1-1 1 0 0,-1 1 0 0 0,0-1 0 0 0,-1-1 0 0 0,1 1 0 0 0,-1-1 0 0 0,5-6 0 0 0,1-4-118 0 0,-1 1 0 0 0,0-1 0 0 0,-1-1 0 0 0,-1 1 0 0 0,9-26 0 0 0,-11 23 48 0 0,-1 1 1 0 0,-1-1 0 0 0,0-1 0 0 0,-1 1-1 0 0,-2 0 1 0 0,0-39 0 0 0,-1 49 59 0 0,-1-1 1 0 0,0 0-1 0 0,-1 0 1 0 0,0 0-1 0 0,0 1 1 0 0,-1-1-1 0 0,0 1 1 0 0,-1 0-1 0 0,0 0 1 0 0,-1 0-1 0 0,0 0 1 0 0,0 1-1 0 0,0 0 1 0 0,-1 0-1 0 0,-10-10 1 0 0,13 15 0 0 0,0 0 1 0 0,-1 0 0 0 0,1 1-1 0 0,-1-1 1 0 0,0 1 0 0 0,1 0-1 0 0,-1 0 1 0 0,0 0 0 0 0,-1 0-1 0 0,1 1 1 0 0,0 0 0 0 0,0 0-1 0 0,-1 0 1 0 0,1 0-1 0 0,0 1 1 0 0,-1-1 0 0 0,1 1-1 0 0,-1 0 1 0 0,1 1 0 0 0,-9 1-1 0 0,10-1 3 0 0,-1 0 0 0 0,1 0 0 0 0,0 1-1 0 0,-1 0 1 0 0,1-1 0 0 0,0 1 0 0 0,0 0-1 0 0,0 1 1 0 0,0-1 0 0 0,0 0 0 0 0,1 1-1 0 0,-1 0 1 0 0,1-1 0 0 0,0 1 0 0 0,-1 0-1 0 0,1 0 1 0 0,1 1 0 0 0,-1-1 0 0 0,0 0-1 0 0,1 1 1 0 0,0-1 0 0 0,-1 1 0 0 0,1-1-1 0 0,1 1 1 0 0,-2 5 0 0 0,2-7 2 0 0,-1 0-1 0 0,1 1 1 0 0,-1-1 0 0 0,1 1 0 0 0,0-1 0 0 0,0 0 0 0 0,0 1 0 0 0,0-1-1 0 0,1 1 1 0 0,-1-1 0 0 0,0 0 0 0 0,1 1 0 0 0,0-1 0 0 0,0 0-1 0 0,0 1 1 0 0,0-1 0 0 0,0 0 0 0 0,0 0 0 0 0,0 0 0 0 0,1 0 0 0 0,-1 0-1 0 0,1 0 1 0 0,-1 0 0 0 0,1 0 0 0 0,0-1 0 0 0,0 1 0 0 0,0-1-1 0 0,0 1 1 0 0,0-1 0 0 0,0 0 0 0 0,0 1 0 0 0,4 0 0 0 0,0 0-12 0 0,1 0 1 0 0,-1-1-1 0 0,1 0 1 0 0,-1 0-1 0 0,1-1 1 0 0,-1 0-1 0 0,1 0 1 0 0,-1 0-1 0 0,1-1 0 0 0,-1 0 1 0 0,8-2-1 0 0,33-10-157 0 0,-1-3-1 0 0,0-1 1 0 0,-2-2-1 0 0,0-2 0 0 0,-1-2 1 0 0,-1-2-1 0 0,41-33 1 0 0,-72 51 126 0 0,0 0 1 0 0,18-8 0 0 0,-27 14 19 0 0,0 2 29 0 0,-1-1 0 0 0,0 0 0 0 0,0 0 0 0 0,0 1 1 0 0,0-1-1 0 0,0 1 0 0 0,0-1 0 0 0,0 1 1 0 0,0-1-1 0 0,0 1 0 0 0,0 0 0 0 0,0 0 0 0 0,0-1 1 0 0,0 1-1 0 0,0 0 0 0 0,-1 0 0 0 0,1 0 1 0 0,0 0-1 0 0,-1 0 0 0 0,1 0 0 0 0,-1 0 0 0 0,1 0 1 0 0,-1 0-1 0 0,1 0 0 0 0,-1 0 0 0 0,1 0 0 0 0,-1 0 1 0 0,0 2-1 0 0,6 37 280 0 0,-5-33-204 0 0,-1 22 159 0 0,0 0 0 0 0,-2 0 0 0 0,-6 38 0 0 0,0-6 71 0 0,-21 138 555 0 0,29-197-517 0 0,0-5-344 0 0,0 1 0 0 0,-1-1 0 0 0,1 0 0 0 0,0 1 0 0 0,1-1 0 0 0,-1 1 0 0 0,0-1 0 0 0,1 1 0 0 0,0-1 0 0 0,-1 1 0 0 0,1 0 0 0 0,0-1 0 0 0,2-2 0 0 0,-1-1-24 0 0,10-28-42 0 0,1 0 0 0 0,2 1 0 0 0,2 1 0 0 0,0 0 1 0 0,3 1-1 0 0,0 2 0 0 0,2 0 0 0 0,1 1 0 0 0,35-33 0 0 0,-55 58 56 0 0,1-1-1 0 0,-1 1 1 0 0,1 0 0 0 0,0 0 0 0 0,1 1 0 0 0,-1-1-1 0 0,0 1 1 0 0,1 0 0 0 0,-1 0 0 0 0,1 1 0 0 0,8-3-1 0 0,-10 4 6 0 0,0 0-1 0 0,0 0 0 0 0,0 0 0 0 0,-1 0 0 0 0,1 0 1 0 0,0 1-1 0 0,0-1 0 0 0,-1 1 0 0 0,1 0 0 0 0,0 0 1 0 0,-1 0-1 0 0,1 0 0 0 0,-1 0 0 0 0,1 1 0 0 0,-1-1 1 0 0,1 1-1 0 0,-1 0 0 0 0,0-1 0 0 0,0 1 0 0 0,0 0 1 0 0,4 4-1 0 0,-1 2 12 0 0,1 0 0 0 0,-1 0 0 0 0,0 0 1 0 0,0 1-1 0 0,-1-1 0 0 0,-1 1 0 0 0,1 0 1 0 0,-1 0-1 0 0,-1 0 0 0 0,0 1 0 0 0,0-1 0 0 0,1 15 1 0 0,-2 11 49 0 0,-1 0-1 0 0,-5 39 1 0 0,-1 13-13 0 0,6-86-64 0 0,0 1 0 0 0,0-1 0 0 0,0 0 0 0 0,0 1 0 0 0,0-1 0 0 0,0 0 0 0 0,0 1 0 0 0,1-1 0 0 0,-1 0 0 0 0,0 0 0 0 0,1 1 0 0 0,-1-1 0 0 0,1 0 0 0 0,-1 0 0 0 0,1 0 0 0 0,0 0 0 0 0,-1 0 0 0 0,1 1 0 0 0,0-1 0 0 0,0-1 1 0 0,0 1-1 0 0,0 0 0 0 0,0 0 0 0 0,0 0 0 0 0,2 1 0 0 0,-1-1-23 0 0,0-1 0 0 0,0 1 0 0 0,0-1 0 0 0,0 0 0 0 0,1 0 0 0 0,-1 0 0 0 0,0 0 0 0 0,0 0 0 0 0,0 0 0 0 0,0-1 0 0 0,0 1 0 0 0,0-1 0 0 0,0 1 0 0 0,3-2 1 0 0,6-2-223 0 0,0-1 1 0 0,0-1 0 0 0,-1 0 0 0 0,13-10-1 0 0,-4 2-4 0 0,-2-2-1 0 0,0 0 0 0 0,-1-1 0 0 0,0-1 1 0 0,25-39-1 0 0,51-108-290 0 0,-84 152 682 0 0,-2 0-1 0 0,0 0 0 0 0,0-1 0 0 0,-1 0 1 0 0,-1 0-1 0 0,0 0 0 0 0,2-26 1 0 0,-6 39-102 0 0,0 0 0 0 0,1 0 0 0 0,-1 0 0 0 0,0 0 0 0 0,-1 0 0 0 0,1 0 0 0 0,0 0 0 0 0,0 0 0 0 0,0 0 0 0 0,-1 0 0 0 0,1 1 0 0 0,0-1 0 0 0,-1 0 1 0 0,1 0-1 0 0,0 0 0 0 0,-1 0 0 0 0,0 1 0 0 0,1-1 0 0 0,-1 0 0 0 0,1 0 0 0 0,-1 1 0 0 0,0-1 0 0 0,1 1 0 0 0,-1-1 0 0 0,0 0 0 0 0,0 1 0 0 0,1-1 1 0 0,-1 1-1 0 0,0 0 0 0 0,0-1 0 0 0,0 1 0 0 0,0 0 0 0 0,0-1 0 0 0,0 1 0 0 0,1 0 0 0 0,-1 0 0 0 0,0 0 0 0 0,0 0 0 0 0,0 0 0 0 0,0 0 0 0 0,0 0 1 0 0,0 0-1 0 0,0 0 0 0 0,0 0 0 0 0,0 1 0 0 0,0-1 0 0 0,1 0 0 0 0,-2 1 0 0 0,-3 1 43 0 0,-1-1-1 0 0,1 1 1 0 0,1 0-1 0 0,-1 1 1 0 0,0 0-1 0 0,0-1 1 0 0,-5 6-1 0 0,5-4-10 0 0,1 0 0 0 0,0 0 0 0 0,0 0 0 0 0,0 0 0 0 0,0 1 0 0 0,1 0 0 0 0,0-1 0 0 0,0 1 0 0 0,0 1 0 0 0,1-1 0 0 0,-1 0 0 0 0,1 1 0 0 0,0-1 0 0 0,1 1 0 0 0,-1-1 0 0 0,1 1 0 0 0,1 0 0 0 0,-1 0 0 0 0,1-1 0 0 0,0 1 0 0 0,0 0 0 0 0,0 0 0 0 0,1 0 0 0 0,1 5 0 0 0,1 1 113 0 0,1 0 0 0 0,0 0 0 0 0,1-1 0 0 0,0 0 0 0 0,1 0 0 0 0,0 0 0 0 0,0-1 0 0 0,1 0 0 0 0,1 0 0 0 0,12 13 0 0 0,47 37 523 0 0,-43-39-193 0 0,26 28 1 0 0,-48-48-425 0 0,-1 0 1 0 0,0 1 0 0 0,0-1 0 0 0,1 1-1 0 0,-1-1 1 0 0,-1 1 0 0 0,1 0 0 0 0,0-1-1 0 0,0 1 1 0 0,0 0 0 0 0,-1 0 0 0 0,1-1-1 0 0,-1 1 1 0 0,0 0 0 0 0,1 0 0 0 0,-1 0-1 0 0,0-1 1 0 0,0 1 0 0 0,0 0-1 0 0,-1 4 1 0 0,0-4-22 0 0,0 1 1 0 0,0-1-1 0 0,0 1 0 0 0,0-1 0 0 0,-1 1 0 0 0,1-1 1 0 0,-1 0-1 0 0,0 1 0 0 0,0-1 0 0 0,1 0 0 0 0,-1 0 1 0 0,-4 2-1 0 0,-4 3 10 0 0,0 0 0 0 0,0-1 0 0 0,0-1 1 0 0,-1 0-1 0 0,-15 6 0 0 0,0-3-476 0 0,-1-2 0 0 0,0 0 0 0 0,0-1 0 0 0,0-2 0 0 0,-53-1-1 0 0,-31-7-4287 0 0,4-6-4520 0 0,99 11 8314 0 0,-39-6-8449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 1184 0 0,'21'-17'21483'0'0,"-24"80"-19594"0"0,-14 79 0 0 0,8-80-1466 0 0,-1 79 0 0 0,9-140-428 0 0,1 1-1 0 0,0-1 1 0 0,0 0-1 0 0,0 0 1 0 0,0 0 0 0 0,1 0-1 0 0,-1 1 1 0 0,0-1-1 0 0,0 0 1 0 0,1 0 0 0 0,-1 0-1 0 0,1 0 1 0 0,-1 0-1 0 0,1 0 1 0 0,-1 0-1 0 0,1 0 1 0 0,0 0 0 0 0,-1 0-1 0 0,1 0 1 0 0,0 0-1 0 0,0 0 1 0 0,0-1-1 0 0,0 1 1 0 0,0 0 0 0 0,0 0-1 0 0,0-1 1 0 0,0 1-1 0 0,0-1 1 0 0,0 1 0 0 0,0-1-1 0 0,0 1 1 0 0,0-1-1 0 0,0 0 1 0 0,0 0-1 0 0,0 1 1 0 0,1-1 0 0 0,-1 0-1 0 0,0 0 1 0 0,0 0-1 0 0,2 0 1 0 0,3-1-306 0 0,-1 0-1 0 0,0 0 1 0 0,1 0 0 0 0,-1 0 0 0 0,0-1 0 0 0,10-4-1 0 0,-8 2-455 0 0,0 0 1 0 0,0 0-1 0 0,-1-1 0 0 0,1 0 0 0 0,-1 0 0 0 0,0 0 1 0 0,-1-1-1 0 0,8-9 0 0 0,-6 7-1403 0 0,-1-1 0 0 0,0-1 0 0 0,4-10 0 0 0,0-3-4735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8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70 1204 0 0,'-11'-14'7336'0'0,"-20"-25"562"0"0,17 23-7050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8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253 110 2236 0 0,'-89'36'8304'0'0,"-72"26"3913"0"0,159-62-12047 0 0,4 0 10 0 0,100-38-337 0 0,1 6-1 0 0,109-21 1 0 0,-171 44-307 0 0,145-30-3666 0 0,-66 15-4061 0 0,-63 11 745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3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161 597 1392 0 0,'7'-13'1682'0'0,"-1"0"0"0"0,0-1 0 0 0,-1 1 0 0 0,-1-1 0 0 0,6-27 0 0 0,-6 14-127 0 0,-1 0 1 0 0,0-31 0 0 0,-3 57-1528 0 0,0 0-1 0 0,0 1 1 0 0,1-1 0 0 0,-1 0-1 0 0,0 0 1 0 0,-1 1 0 0 0,1-1 0 0 0,0 0-1 0 0,0 1 1 0 0,0-1 0 0 0,0 0 0 0 0,-1 1-1 0 0,1-1 1 0 0,0 0 0 0 0,0 1-1 0 0,-1-1 1 0 0,1 1 0 0 0,0-1 0 0 0,-1 0-1 0 0,1 1 1 0 0,-1-1 0 0 0,1 1 0 0 0,-1-1-1 0 0,0 1-19 0 0,0 0 0 0 0,1-1 0 0 0,-1 1 0 0 0,0 0-1 0 0,1 0 1 0 0,-1 0 0 0 0,0 0 0 0 0,1 0 0 0 0,-1 1-1 0 0,1-1 1 0 0,-1 0 0 0 0,0 0 0 0 0,1 0 0 0 0,-1 0 0 0 0,0 1-1 0 0,1-1 1 0 0,-1 0 0 0 0,1 1 0 0 0,-2-1 0 0 0,-22 23 82 0 0,4 1-43 0 0,1 0 0 0 0,1 2 1 0 0,1 1-1 0 0,1 0 0 0 0,2 1 0 0 0,1 0 0 0 0,1 1 1 0 0,1 0-1 0 0,-11 55 0 0 0,21-79-38 0 0,0 0-1 0 0,0 1 1 0 0,1-1-1 0 0,-1 0 1 0 0,2 0 0 0 0,-1 1-1 0 0,0-1 1 0 0,3 8 0 0 0,-3-11-4 0 0,1-1 0 0 0,-1 1 1 0 0,1-1-1 0 0,0 1 0 0 0,0-1 1 0 0,-1 1-1 0 0,1-1 0 0 0,0 0 1 0 0,0 1-1 0 0,1-1 1 0 0,-1 0-1 0 0,0 0 0 0 0,0 0 1 0 0,1 0-1 0 0,-1 0 0 0 0,0 0 1 0 0,1 0-1 0 0,-1 0 1 0 0,1-1-1 0 0,-1 1 0 0 0,1 0 1 0 0,-1-1-1 0 0,1 1 0 0 0,0-1 1 0 0,-1 0-1 0 0,1 0 0 0 0,-1 1 1 0 0,1-1-1 0 0,0 0 1 0 0,1-1-1 0 0,7 1 13 0 0,-1-1 0 0 0,0-1 0 0 0,0 0 0 0 0,0 0 0 0 0,0-1 0 0 0,0 0 0 0 0,16-8 0 0 0,-2-1 2 0 0,33-23 0 0 0,-39 23-19 0 0,0-1 0 0 0,-1 0 1 0 0,-1-1-1 0 0,0 0 0 0 0,-1-1 0 0 0,20-29 0 0 0,-27 34-6 0 0,-1-1-1 0 0,0 0 1 0 0,-1 0-1 0 0,0 0 1 0 0,-1-1-1 0 0,0 0 1 0 0,-1 0-1 0 0,-1 0 1 0 0,1 0-1 0 0,-2 0 1 0 0,0 0-1 0 0,0-19 1 0 0,-2 22-1 0 0,0-1 0 0 0,0 1 0 0 0,-1 0 0 0 0,0-1 0 0 0,0 1 0 0 0,-1 0 0 0 0,0 0 0 0 0,-9-16 0 0 0,11 23 3 0 0,0 0 0 0 0,-1-1 0 0 0,1 1 0 0 0,-1 0-1 0 0,0 0 1 0 0,1 0 0 0 0,-1 0 0 0 0,0 0 0 0 0,0 1 0 0 0,0-1 0 0 0,0 0 0 0 0,-1 1 0 0 0,1 0 0 0 0,0-1 0 0 0,-1 1 0 0 0,1 0 0 0 0,0 0 0 0 0,-1 0 0 0 0,0 1 0 0 0,1-1 0 0 0,-1 1 0 0 0,1-1 0 0 0,-1 1 0 0 0,0 0 0 0 0,1 0 0 0 0,-1 0 0 0 0,0 0 0 0 0,1 0 0 0 0,-1 1 0 0 0,1-1 0 0 0,-1 1 0 0 0,1 0 0 0 0,-1 0 0 0 0,1 0 0 0 0,-1 0 0 0 0,-2 1 0 0 0,-7 5 3 0 0,0 0 0 0 0,1 1 1 0 0,0 1-1 0 0,0 0 0 0 0,0 0 0 0 0,1 1 1 0 0,1 0-1 0 0,0 0 0 0 0,-15 23 1 0 0,15-19 13 0 0,0 0 0 0 0,1 1 0 0 0,1 0 0 0 0,0 1 0 0 0,1 0 0 0 0,1 0 1 0 0,-7 32-1 0 0,11-41-10 0 0,0 1 1 0 0,1-1 0 0 0,0 1 0 0 0,0-1-1 0 0,0 1 1 0 0,1-1 0 0 0,0 1 0 0 0,1-1-1 0 0,0 0 1 0 0,2 8 0 0 0,-2-11 0 0 0,0 0 0 0 0,0 0 0 0 0,1 0 0 0 0,-1 0 0 0 0,1-1 0 0 0,0 1 0 0 0,0-1 0 0 0,0 1 0 0 0,0-1 0 0 0,0 0 0 0 0,1 0 0 0 0,0 0 0 0 0,-1-1 0 0 0,1 1 0 0 0,0-1 0 0 0,0 0 0 0 0,8 3 0 0 0,2-1 5 0 0,1 0 0 0 0,0-1-1 0 0,0-1 1 0 0,0 0 0 0 0,0-1 0 0 0,0-1 0 0 0,0 0 0 0 0,25-4 0 0 0,-3-2 13 0 0,-1-1 0 0 0,48-17 0 0 0,-54 15-26 0 0,-1-2 0 0 0,0-2 1 0 0,-1 0-1 0 0,-1-2 1 0 0,0-1-1 0 0,-1-1 0 0 0,35-31 1 0 0,-47 36 0 0 0,0-2 0 0 0,-1 0 0 0 0,0-1 0 0 0,-1 0 0 0 0,-1 0 0 0 0,-1-2 0 0 0,0 1 0 0 0,-1-1 0 0 0,0-1 0 0 0,-2 1 0 0 0,0-1 0 0 0,-1-1 0 0 0,4-22 0 0 0,-5 12-6 0 0,-2 1 0 0 0,0-1 1 0 0,-3-31-1 0 0,-1 41-2 0 0,-1 0 0 0 0,0 0 0 0 0,-2 0 0 0 0,0 1 0 0 0,-10-30 0 0 0,13 47 9 0 0,1 0 0 0 0,0 1 0 0 0,0-1 0 0 0,0 0 1 0 0,0 1-1 0 0,-1-1 0 0 0,1 0 0 0 0,0 1 0 0 0,-1-1 0 0 0,1 0 1 0 0,-1 1-1 0 0,1-1 0 0 0,0 1 0 0 0,-1-1 0 0 0,1 1 0 0 0,-1-1 1 0 0,0 1-1 0 0,1-1 0 0 0,-1 1 0 0 0,1-1 0 0 0,-1 1 0 0 0,0 0 1 0 0,1-1-1 0 0,-1 1 0 0 0,0 0 0 0 0,1-1 0 0 0,-1 1 1 0 0,0 0-1 0 0,-1 0 0 0 0,1 0-1 0 0,0 1-1 0 0,0-1 1 0 0,0 1 0 0 0,0 0 0 0 0,0-1-1 0 0,0 1 1 0 0,0 0 0 0 0,0 0 0 0 0,1 0-1 0 0,-1-1 1 0 0,0 1 0 0 0,0 0-1 0 0,1 0 1 0 0,-1 0 0 0 0,0 2 0 0 0,-4 6-10 0 0,1 0 0 0 0,0 0 0 0 0,-3 11 1 0 0,-6 39 291 0 0,2 0 0 0 0,-5 116 0 0 0,13-123-112 0 0,-19 378 2178 0 0,-1 5-124 0 0,16-332-1744 0 0,-53 504 1400 0 0,20-424-752 0 0,32-159-776 0 0,0 0 1 0 0,-1-1-1 0 0,-2 0 0 0 0,0 0 0 0 0,-18 25 0 0 0,25-43-257 0 0,1-1 0 0 0,-1 1 1 0 0,0-1-1 0 0,0 1 0 0 0,0-1 1 0 0,-1-1-1 0 0,1 1 0 0 0,-1 0 1 0 0,0-1-1 0 0,0 0 0 0 0,-10 4 1 0 0,12-6-66 0 0,0 0 1 0 0,-1 0-1 0 0,1 0 1 0 0,0-1 0 0 0,0 0-1 0 0,-1 1 1 0 0,1-1 0 0 0,0 0-1 0 0,-1-1 1 0 0,1 1-1 0 0,0 0 1 0 0,0-1 0 0 0,-1 0-1 0 0,1 0 1 0 0,0 0 0 0 0,0 0-1 0 0,0 0 1 0 0,0-1-1 0 0,0 0 1 0 0,0 1 0 0 0,1-1-1 0 0,-4-2 1 0 0,-5-5 4 0 0,1-1 0 0 0,1 0 0 0 0,-1 0 0 0 0,2 0 0 0 0,-1-1 0 0 0,2-1 0 0 0,-13-22 0 0 0,5 3-11 0 0,-20-64 1 0 0,27 68-28 0 0,1-1 0 0 0,1 0 0 0 0,1 0 0 0 0,2-1 0 0 0,1 1 0 0 0,2-1 0 0 0,0 0 0 0 0,6-36-1 0 0,0 29-14 0 0,2-1-1 0 0,1 2 0 0 0,2-1 0 0 0,1 1 0 0 0,33-64 0 0 0,-21 56-352 0 0,1 1-1 0 0,3 2 1 0 0,1 0-1 0 0,38-38 0 0 0,-31 41-944 0 0,1 1-1 0 0,2 2 1 0 0,70-47 0 0 0,-80 63-1023 0 0,49-22 0 0 0,-5 12-6963 0 0,-49 20 1858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1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59 856 860 0 0,'-5'2'718'0'0,"1"1"0"0"0,0 0 0 0 0,0-1 0 0 0,0 2 0 0 0,1-1 0 0 0,-1 0 0 0 0,1 1 0 0 0,-4 5 0 0 0,4-4-315 0 0,0 0 1 0 0,0 1-1 0 0,1-1 0 0 0,0 1 1 0 0,0-1-1 0 0,1 1 0 0 0,-1-1 1 0 0,1 1-1 0 0,0 0 0 0 0,0 11 0 0 0,1-9-118 0 0,0 0 0 0 0,0 0 0 0 0,1 0 0 0 0,0-1 0 0 0,0 1 0 0 0,1 0 0 0 0,0 0 0 0 0,0-1 0 0 0,1 1 0 0 0,5 10 0 0 0,-6-15-186 0 0,0 0 0 0 0,-1 0 0 0 0,1-1 0 0 0,0 1 0 0 0,1-1 0 0 0,-1 1 0 0 0,0-1 0 0 0,1 0 0 0 0,-1 1 0 0 0,1-1 1 0 0,0-1-1 0 0,0 1 0 0 0,0 0 0 0 0,0-1 0 0 0,0 1 0 0 0,0-1 0 0 0,0 0 0 0 0,0 0 0 0 0,0 0 0 0 0,1 0 0 0 0,-1-1 0 0 0,0 1 1 0 0,1-1-1 0 0,-1 0 0 0 0,0 0 0 0 0,1 0 0 0 0,3-1 0 0 0,5-1-9 0 0,0-1-1 0 0,0 0 1 0 0,0 0 0 0 0,-1-1-1 0 0,1-1 1 0 0,-1 0 0 0 0,0-1-1 0 0,0 0 1 0 0,16-12-1 0 0,-13 7-40 0 0,0-2-1 0 0,0 1 0 0 0,-1-2 1 0 0,-1 0-1 0 0,19-28 0 0 0,-12 11-39 0 0,-2-1-1 0 0,-1 0 0 0 0,-2-1 1 0 0,-1 0-1 0 0,-1-2 0 0 0,7-38 1 0 0,-4-6-30 0 0,-4-1 0 0 0,-3 0 0 0 0,-3 0-1 0 0,-12-151 1 0 0,6 214-3 0 0,1 12 0 0 0,0 0 1 0 0,0 0-1 0 0,-1 0 1 0 0,0 0-1 0 0,0 0 1 0 0,-2-4-1 0 0,3 7 8 0 0,-1 3 14 0 0,0-1-1 0 0,0 0 1 0 0,0 1 0 0 0,0-1 0 0 0,0 0-1 0 0,0 1 1 0 0,0 0 0 0 0,0-1 0 0 0,0 1-1 0 0,0-1 1 0 0,1 1 0 0 0,-1 0-1 0 0,0 0 1 0 0,1-1 0 0 0,-1 1 0 0 0,0 0-1 0 0,1 0 1 0 0,-1 0 0 0 0,1 0 0 0 0,-1 0-1 0 0,1 0 1 0 0,-1 0 0 0 0,1 0-1 0 0,-1 1 1 0 0,-8 30-4 0 0,8-25-1 0 0,-24 113 63 0 0,6 1 0 0 0,-8 232 1 0 0,31-216 42 0 0,-2-117-85 0 0,1 0 0 0 0,1 0 0 0 0,1 0 0 0 0,11 32-1 0 0,-14-49-20 0 0,-1 1-1 0 0,1-1 0 0 0,0 1 1 0 0,0-1-1 0 0,0 0 0 0 0,0 0 1 0 0,0 1-1 0 0,1-2 0 0 0,-1 1 0 0 0,1 0 1 0 0,0 0-1 0 0,0-1 0 0 0,0 0 1 0 0,0 1-1 0 0,0-1 0 0 0,1 0 1 0 0,-1-1-1 0 0,1 1 0 0 0,-1 0 1 0 0,1-1-1 0 0,4 1 0 0 0,-2-1-49 0 0,0 0-1 0 0,1-1 0 0 0,-1 0 1 0 0,0 0-1 0 0,0-1 0 0 0,0 0 1 0 0,0 0-1 0 0,0 0 0 0 0,0-1 1 0 0,0 0-1 0 0,0 0 0 0 0,9-4 1 0 0,0-3-85 0 0,1 0 0 0 0,-1-1 0 0 0,0-1 1 0 0,-1 0-1 0 0,-1-1 0 0 0,0 0 0 0 0,0-1 1 0 0,-1-1-1 0 0,-1 0 0 0 0,0 0 0 0 0,16-30 1 0 0,-4 0-204 0 0,-1-1 1 0 0,-3-1 0 0 0,14-50-1 0 0,-1-16 101 0 0,-4-1-1 0 0,21-197 1 0 0,-47 225 757 0 0,-14 94-313 0 0,8-2-130 0 0,0 1-1 0 0,0 0 1 0 0,0 1 0 0 0,1-1 0 0 0,0 0 0 0 0,1 1-1 0 0,0 0 1 0 0,-1 10 0 0 0,-1-1 43 0 0,-35 193 1214 0 0,-13 223 0 0 0,45-301-803 0 0,7-133-520 0 0,0 1 1 0 0,0-1-1 0 0,0 1 1 0 0,0-1 0 0 0,0 1-1 0 0,-1-1 1 0 0,1 1-1 0 0,1-1 1 0 0,-1 1-1 0 0,0-1 1 0 0,0 1-1 0 0,0-1 1 0 0,0 1 0 0 0,0-1-1 0 0,0 1 1 0 0,0-1-1 0 0,1 1 1 0 0,-1-1-1 0 0,0 1 1 0 0,0-1 0 0 0,1 0-1 0 0,-1 1 1 0 0,0-1-1 0 0,1 1 1 0 0,-1-1-1 0 0,0 0 1 0 0,1 1 0 0 0,-1-1-1 0 0,0 0 1 0 0,1 0-1 0 0,-1 1 1 0 0,1-1-1 0 0,0 0 1 0 0,0 0-2 0 0,0 0 1 0 0,0 0-1 0 0,0-1 1 0 0,0 1-1 0 0,0 0 1 0 0,0-1-1 0 0,0 1 1 0 0,0-1-1 0 0,0 0 0 0 0,0 1 1 0 0,0-1-1 0 0,0 0 1 0 0,1-1-1 0 0,24-28 6 0 0,29-60-72 0 0,-35 55-6 0 0,2 1 1 0 0,25-31-1 0 0,-26 45-20 0 0,-20 20 86 0 0,0-1 0 0 0,-1 0 0 0 0,1 1 0 0 0,0-1 0 0 0,0 1 0 0 0,0-1 0 0 0,-1 1 0 0 0,1 0 0 0 0,0-1 0 0 0,0 1 0 0 0,0 0-1 0 0,0-1 1 0 0,0 1 0 0 0,0 0 0 0 0,0 0 0 0 0,0 0 0 0 0,0 0 0 0 0,0 0 0 0 0,0 0 0 0 0,0 0 0 0 0,0 0 0 0 0,0 1 0 0 0,0-1 0 0 0,0 0 0 0 0,-1 0-1 0 0,1 1 1 0 0,2 0 0 0 0,1 3 18 0 0,0 0 0 0 0,-1 0-1 0 0,1 0 1 0 0,-1 1-1 0 0,0-1 1 0 0,0 1 0 0 0,-1 0-1 0 0,1 0 1 0 0,-1 0 0 0 0,0 0-1 0 0,0 0 1 0 0,-1 1-1 0 0,2 7 1 0 0,1 13 139 0 0,3 41 1 0 0,-6-47-109 0 0,0-9-6 0 0,-1 4 10 0 0,1 0 0 0 0,1 0 0 0 0,0 0 0 0 0,1 0 0 0 0,1-1 0 0 0,0 1 0 0 0,7 14 0 0 0,-10-27-40 0 0,0 0 0 0 0,0 0-1 0 0,1-1 1 0 0,-1 1 0 0 0,0 0 0 0 0,1-1 0 0 0,0 1 0 0 0,-1-1 0 0 0,1 1 0 0 0,0-1 0 0 0,0 0 0 0 0,0 1-1 0 0,-1-1 1 0 0,1 0 0 0 0,0-1 0 0 0,1 1 0 0 0,-1 0 0 0 0,3 0 0 0 0,-1 0 1 0 0,1 0 1 0 0,0-1 0 0 0,-1 0-1 0 0,1 0 1 0 0,0 0-1 0 0,0-1 1 0 0,-1 1 0 0 0,7-3-1 0 0,2-1-2 0 0,0 0-1 0 0,0-1 1 0 0,-1-1-1 0 0,0 0 1 0 0,14-9-1 0 0,-9 4-14 0 0,-1-2 1 0 0,-1 1-1 0 0,0-2 0 0 0,-1 0 1 0 0,-1-1-1 0 0,0 0 0 0 0,0-1 1 0 0,-2 0-1 0 0,0-1 0 0 0,-1 0 0 0 0,-1-1 1 0 0,0 0-1 0 0,-2 0 0 0 0,0-1 1 0 0,-1 0-1 0 0,0 0 0 0 0,4-34 0 0 0,-10 48 2 0 0,1 0-1 0 0,-1 0 1 0 0,0 0-1 0 0,0 0 1 0 0,-1 0-1 0 0,1 0 1 0 0,-1 0-1 0 0,0 0 1 0 0,0 0-1 0 0,-1 0 0 0 0,0 0 1 0 0,1 0-1 0 0,-2 1 1 0 0,1-1-1 0 0,0 1 1 0 0,-5-6-1 0 0,3 8-8 0 0,-19 0 8 0 0,17 6 4 0 0,3-2 1 0 0,-2 2 33 0 0,0-1 0 0 0,1 1-1 0 0,-1 0 1 0 0,1 0 0 0 0,0 0 0 0 0,0 1 0 0 0,0 0 0 0 0,0-1 0 0 0,1 1 0 0 0,0 1-1 0 0,0-1 1 0 0,1 0 0 0 0,-4 8 0 0 0,-1 6 159 0 0,1 1-1 0 0,-6 28 1 0 0,8-28-27 0 0,1 0-1 0 0,1 0 0 0 0,1 0 1 0 0,2 26-1 0 0,-1-37-107 0 0,1-1 0 0 0,0 1 1 0 0,1-1-1 0 0,0 1 0 0 0,0-1 0 0 0,1 1 0 0 0,0-1 1 0 0,0 0-1 0 0,1 0 0 0 0,0-1 0 0 0,1 1 0 0 0,6 9 1 0 0,-8-15-37 0 0,0 1 0 0 0,0-1-1 0 0,0 0 1 0 0,0 0 0 0 0,0 0 0 0 0,1 0 0 0 0,-1-1 0 0 0,1 1 0 0 0,-1-1 0 0 0,1 0 0 0 0,-1 0 0 0 0,1 0 0 0 0,0 0 0 0 0,-1-1 0 0 0,1 0-1 0 0,0 1 1 0 0,0-1 0 0 0,4-1 0 0 0,3 0-77 0 0,0 0-1 0 0,-1-1 1 0 0,0 0-1 0 0,1-1 1 0 0,13-4-1 0 0,-11 1-415 0 0,-1 0-1 0 0,0-1 0 0 0,1 0 1 0 0,-2-1-1 0 0,1 0 0 0 0,-1-1 0 0 0,13-13 1 0 0,-14 11-1689 0 0,0 0 0 0 0,-1 0 0 0 0,15-25 0 0 0,-11 8-5351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1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230 103 256 0 0,'-227'46'14393'0'0,"224"-45"-13904"0"0,21-8 226 0 0,58-20-684 0 0,142-30-1 0 0,-180 49-551 0 0,104-23-5655 0 0,-62 11-637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2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737 212 152 0 0,'10'-21'2928'0'0,"0"-1"0"0"0,8-28 0 0 0,-16 42-2568 0 0,0 0 0 0 0,0 0 0 0 0,-1 0 0 0 0,0 0 0 0 0,0 0 0 0 0,-1 0 0 0 0,0 0 0 0 0,-1 0 0 0 0,0 0 0 0 0,-2-12 0 0 0,3 19-334 0 0,-1 0 1 0 0,1 1-1 0 0,0-1 1 0 0,-1 0-1 0 0,1 0 1 0 0,0 0-1 0 0,-1 0 1 0 0,1 0-1 0 0,-1 0 0 0 0,1 0 1 0 0,-1 1-1 0 0,0-1 1 0 0,1 0-1 0 0,-1 1 1 0 0,0-1-1 0 0,1 0 1 0 0,-1 1-1 0 0,0-1 1 0 0,0 0-1 0 0,0 1 1 0 0,1 0-1 0 0,-1-1 0 0 0,0 1 1 0 0,0-1-1 0 0,0 1 1 0 0,-1 0-1 0 0,0-1-3 0 0,-1 1-1 0 0,1 1 0 0 0,0-1 0 0 0,0 0 0 0 0,0 0 1 0 0,0 1-1 0 0,0-1 0 0 0,0 1 0 0 0,-1 0 1 0 0,1 0-1 0 0,-2 1 0 0 0,-6 3 12 0 0,1 1-1 0 0,0 0 1 0 0,-14 13 0 0 0,-13 16 14 0 0,1 3 1 0 0,2 1-1 0 0,1 1 0 0 0,2 2 0 0 0,2 1 1 0 0,-24 49-1 0 0,46-80-30 0 0,0 1 1 0 0,1-1-1 0 0,1 1 1 0 0,0 0-1 0 0,0 0 0 0 0,-2 17 1 0 0,6-27-16 0 0,0 0 1 0 0,0 0 0 0 0,0 0-1 0 0,0 0 1 0 0,0-1-1 0 0,1 1 1 0 0,-1 0 0 0 0,1 0-1 0 0,-1 0 1 0 0,1 0-1 0 0,0-1 1 0 0,0 1 0 0 0,1 0-1 0 0,-1-1 1 0 0,2 3 0 0 0,-1-3-2 0 0,0 0 0 0 0,0 0 1 0 0,0-1-1 0 0,0 1 1 0 0,0-1-1 0 0,0 0 1 0 0,1 0-1 0 0,-1 1 1 0 0,0-1-1 0 0,1-1 0 0 0,-1 1 1 0 0,1 0-1 0 0,-1-1 1 0 0,1 1-1 0 0,-1-1 1 0 0,1 0-1 0 0,-1 1 1 0 0,1-1-1 0 0,0-1 1 0 0,2 1-1 0 0,6-1-8 0 0,0-1 0 0 0,0 0 0 0 0,0 0 0 0 0,0-1 0 0 0,-1 0 0 0 0,1-1 0 0 0,-1 0 0 0 0,0-1-1 0 0,0 0 1 0 0,-1-1 0 0 0,1 1 0 0 0,-1-2 0 0 0,-1 0 0 0 0,1 0 0 0 0,-1 0 0 0 0,0-1 0 0 0,11-15 0 0 0,-4 3-9 0 0,-1 0-1 0 0,-1-1 1 0 0,-1-1 0 0 0,-1 0 0 0 0,-1-1-1 0 0,13-43 1 0 0,-15 38 5 0 0,-4 13-4 0 0,1 0-1 0 0,9-20 0 0 0,-13 33 7 0 0,12 24 26 0 0,-7 16 374 0 0,-1 1 0 0 0,-2 0 0 0 0,-3 50 0 0 0,-1-48-38 0 0,-6 383 2415 0 0,0 2-991 0 0,0-71-906 0 0,0-253-581 0 0,-28 148 0 0 0,26-209 16 0 0,-2 0 1 0 0,-27 71-1 0 0,32-99-195 0 0,0 1 0 0 0,-1-1 0 0 0,-1 0 0 0 0,0 0 0 0 0,-1-1-1 0 0,0 0 1 0 0,-1 0 0 0 0,0-1 0 0 0,-1-1 0 0 0,0 0 0 0 0,-16 11 0 0 0,22-17-78 0 0,0-1 0 0 0,-1 0 1 0 0,0-1-1 0 0,0 1 1 0 0,1-1-1 0 0,-1 0 1 0 0,-1-1-1 0 0,1 0 0 0 0,0 0 1 0 0,0 0-1 0 0,0 0 1 0 0,-9-1-1 0 0,5-1-7 0 0,1 0 0 0 0,-1-1 0 0 0,1 0-1 0 0,0-1 1 0 0,0 1 0 0 0,0-2 0 0 0,-12-5 0 0 0,-1-3-1 0 0,2-1 0 0 0,0-1 0 0 0,0 0 0 0 0,1-2 0 0 0,-25-26 0 0 0,18 14-24 0 0,1-1 0 0 0,1 0 0 0 0,2-2 0 0 0,1-1 0 0 0,1-1 0 0 0,2-1 0 0 0,1 0 0 0 0,2-1 0 0 0,-20-70 0 0 0,28 76-37 0 0,1 0-1 0 0,1 0 0 0 0,2-1 1 0 0,1 1-1 0 0,1-1 1 0 0,2 0-1 0 0,1 1 1 0 0,1-1-1 0 0,2 1 1 0 0,0 0-1 0 0,2 0 0 0 0,1 1 1 0 0,17-38-1 0 0,-3 21-115 0 0,1 1 0 0 0,3 2 1 0 0,1 0-1 0 0,2 2 0 0 0,2 1 0 0 0,2 1 0 0 0,1 2 0 0 0,1 1 0 0 0,52-37 0 0 0,-7 14-1719 0 0,2 3 1 0 0,3 4-1 0 0,154-68 1 0 0,-172 91-188 0 0,-22 10-846 0 0,-1-3 1 0 0,81-49-1 0 0,-100 51 203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3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40 212 2840 0 0,'3'-12'686'0'0,"0"0"0"0"0,-1 1 0 0 0,0-1 0 0 0,-1 0 0 0 0,0 0 0 0 0,-1 0 0 0 0,-1 0 0 0 0,0 0 0 0 0,0 0 0 0 0,-1 0-1 0 0,-1 0 1 0 0,0 1 0 0 0,0-1 0 0 0,-6-12 0 0 0,4 11 71 0 0,2 4 272 0 0,-3 18-493 0 0,4-2-317 0 0,1 1-1 0 0,-1-1 1 0 0,1 1-1 0 0,1-1 1 0 0,0 12-1 0 0,-1 12 247 0 0,-4 31-104 0 0,2 1 0 0 0,4 0-1 0 0,2-1 1 0 0,12 69 0 0 0,-13-123-344 0 0,-1 0 1 0 0,2-1-1 0 0,5 16 0 0 0,-7-21-19 0 0,0 1-1 0 0,0-1 1 0 0,0 0 0 0 0,1 0 0 0 0,-1 0-1 0 0,1 0 1 0 0,-1 0 0 0 0,1 0 0 0 0,0 0-1 0 0,0 0 1 0 0,0-1 0 0 0,0 1 0 0 0,0-1-1 0 0,0 1 1 0 0,4 1 0 0 0,-4-3-18 0 0,0 1 0 0 0,0-1 0 0 0,0 0 0 0 0,0 0 1 0 0,0 0-1 0 0,0 0 0 0 0,0 0 0 0 0,0 0 0 0 0,0 0 0 0 0,0-1 1 0 0,0 1-1 0 0,0-1 0 0 0,0 1 0 0 0,0-1 0 0 0,0 0 0 0 0,0 0 1 0 0,-1 0-1 0 0,1 0 0 0 0,0 0 0 0 0,-1 0 0 0 0,4-3 1 0 0,1-1-65 0 0,-1 0 0 0 0,0 0 0 0 0,0-1 0 0 0,7-9 0 0 0,0-6-107 0 0,0 0 0 0 0,-2 0 0 0 0,-1-1-1 0 0,13-44 1 0 0,-11 33 42 0 0,23-52 0 0 0,-34 85 151 0 0,0-1-1 0 0,0 0 0 0 0,0 0 1 0 0,1 1-1 0 0,-1-1 1 0 0,0 0-1 0 0,1 1 1 0 0,-1-1-1 0 0,0 0 0 0 0,1 1 1 0 0,-1-1-1 0 0,1 0 1 0 0,-1 1-1 0 0,1-1 1 0 0,0 1-1 0 0,-1-1 0 0 0,1 1 1 0 0,-1-1-1 0 0,1 1 1 0 0,0-1-1 0 0,-1 1 1 0 0,1 0-1 0 0,0-1 0 0 0,0 1 1 0 0,-1 0-1 0 0,1 0 1 0 0,0 0-1 0 0,0-1 1 0 0,-1 1-1 0 0,1 0 0 0 0,1 0 1 0 0,-1 1 7 0 0,0-1 1 0 0,0 1-1 0 0,0 0 1 0 0,0-1-1 0 0,0 1 1 0 0,0 0-1 0 0,0 0 1 0 0,0 0-1 0 0,-1 0 1 0 0,1 0-1 0 0,0 0 0 0 0,0 1 1 0 0,1 0 13 0 0,5 9 92 0 0,0 1 1 0 0,-1 0 0 0 0,0 0 0 0 0,-1 1 0 0 0,6 20 0 0 0,-5-15 6 0 0,15 33 0 0 0,-18-46-95 0 0,0 0 1 0 0,0 0 0 0 0,0-1 0 0 0,0 1-1 0 0,1-1 1 0 0,0 0 0 0 0,0 0-1 0 0,0 0 1 0 0,0 0 0 0 0,8 4 0 0 0,-10-7-21 0 0,1 0 0 0 0,-1 0 0 0 0,0-1 1 0 0,0 1-1 0 0,1-1 0 0 0,-1 1 0 0 0,0-1 1 0 0,1 0-1 0 0,-1 0 0 0 0,0 0 0 0 0,1 0 0 0 0,-1 0 1 0 0,0 0-1 0 0,0-1 0 0 0,5-1 0 0 0,-2 1-4 0 0,-1-1 1 0 0,1 0-1 0 0,0 0 0 0 0,-1 0 0 0 0,0 0 0 0 0,7-5 0 0 0,-1-2-12 0 0,-1-1 0 0 0,0 0-1 0 0,-1-1 1 0 0,0 0 0 0 0,0 0 0 0 0,-2-1-1 0 0,8-14 1 0 0,7-11-15 0 0,-9 16 10 0 0,-9 13 5 0 0,1 1-1 0 0,0 0 0 0 0,1 1 1 0 0,0-1-1 0 0,0 1 0 0 0,0 0 1 0 0,0 0-1 0 0,11-8 0 0 0,-15 13 10 0 0,0 0 0 0 0,1 0 0 0 0,-1 0-1 0 0,1 0 1 0 0,-1 0 0 0 0,1 0 0 0 0,-1 1-1 0 0,1-1 1 0 0,-1 0 0 0 0,1 1 0 0 0,0 0-1 0 0,-1-1 1 0 0,1 1 0 0 0,0 0 0 0 0,0 0-1 0 0,-1 0 1 0 0,1 0 0 0 0,0 0 0 0 0,-1 0-1 0 0,1 0 1 0 0,0 0 0 0 0,0 1 0 0 0,-1-1-1 0 0,1 1 1 0 0,-1-1 0 0 0,1 1-1 0 0,0 0 1 0 0,-1 0 0 0 0,1 0 0 0 0,1 1-1 0 0,3 1 25 0 0,30 17 5 0 0,-23-12-8 0 0,0-1 0 0 0,24 10 0 0 0,-33-15-22 0 0,1-1-1 0 0,0 0 1 0 0,-1 0-1 0 0,1 0 0 0 0,0-1 1 0 0,0 1-1 0 0,-1-1 1 0 0,1 0-1 0 0,0 0 0 0 0,0-1 1 0 0,0 1-1 0 0,7-3 1 0 0,-10 2-2 0 0,0 0 0 0 0,-1 0 0 0 0,1 0 0 0 0,0 0 0 0 0,-1 0 0 0 0,1 0 1 0 0,-1-1-1 0 0,1 1 0 0 0,-1-1 0 0 0,0 1 0 0 0,1-1 0 0 0,-1 1 0 0 0,0-1 0 0 0,0 0 0 0 0,0 1 1 0 0,0-1-1 0 0,0 0 0 0 0,-1 0 0 0 0,1 0 0 0 0,0 0 0 0 0,-1 1 0 0 0,0-1 0 0 0,1 0 0 0 0,-1 0 1 0 0,0-4-1 0 0,1 0-10 0 0,-1 0 1 0 0,0 0-1 0 0,-1 0 1 0 0,1-1-1 0 0,-1 1 1 0 0,-3-9-1 0 0,2 6 3 0 0,-1 0-1 0 0,0 0 1 0 0,0 0-1 0 0,-1 0 1 0 0,-1 1-1 0 0,1-1 1 0 0,-1 1-1 0 0,-1 0 1 0 0,1 1-1 0 0,-8-8 1 0 0,12 14 9 0 0,0 0 0 0 0,-1 0 0 0 0,1 0 0 0 0,0 0 0 0 0,0 0 0 0 0,-1 0 0 0 0,1 1 0 0 0,-1-1 0 0 0,1 1 0 0 0,-1-1 0 0 0,1 1 0 0 0,-1-1 0 0 0,1 1 0 0 0,-1 0 0 0 0,1 0 0 0 0,-1 0 0 0 0,1 0 0 0 0,-1 0 1 0 0,1 0-1 0 0,-1 0 0 0 0,1 1 0 0 0,-1-1 0 0 0,1 0 0 0 0,-1 1 0 0 0,1-1 0 0 0,-1 1 0 0 0,1 0 0 0 0,0-1 0 0 0,-1 1 0 0 0,1 0 0 0 0,0 0 0 0 0,-1 0 0 0 0,1 0 0 0 0,-1 1 0 0 0,2-2 1 0 0,-7 6 44 0 0,-1 1-1 0 0,2 0 1 0 0,-1 0-1 0 0,1 1 1 0 0,0 0-1 0 0,1 0 0 0 0,0 0 1 0 0,0 1-1 0 0,-7 17 1 0 0,-1 9 318 0 0,-10 45 0 0 0,20-69-279 0 0,-4 18 253 0 0,-7 52 0 0 0,13-66-256 0 0,0-1 1 0 0,1 1-1 0 0,1 0 1 0 0,0 0-1 0 0,4 22 1 0 0,-4-34-72 0 0,0 1 1 0 0,0-1-1 0 0,0 0 1 0 0,1 0 0 0 0,-1 0-1 0 0,1 0 1 0 0,0 0-1 0 0,-1 0 1 0 0,1 0 0 0 0,0 0-1 0 0,1-1 1 0 0,-1 1-1 0 0,0-1 1 0 0,1 0 0 0 0,0 1-1 0 0,-1-1 1 0 0,1 0-1 0 0,0-1 1 0 0,0 1 0 0 0,0 0-1 0 0,0-1 1 0 0,0 0-1 0 0,0 0 1 0 0,1 0 0 0 0,-1 0-1 0 0,0 0 1 0 0,1 0-1 0 0,-1-1 1 0 0,1 0 0 0 0,-1 0-1 0 0,0 0 1 0 0,7-1-1 0 0,-2 1-47 0 0,0-1 0 0 0,0-1-1 0 0,0 0 1 0 0,0 0-1 0 0,0 0 1 0 0,-1-1 0 0 0,1 0-1 0 0,-1-1 1 0 0,0 1-1 0 0,0-2 1 0 0,0 1 0 0 0,0-1-1 0 0,6-5 1 0 0,-3 0-76 0 0,-1-1 0 0 0,0 0-1 0 0,-1 0 1 0 0,0 0 0 0 0,-1-1 0 0 0,0 0 0 0 0,9-24 0 0 0,-1-6-90 0 0,10-48-1 0 0,1-2 111 0 0,-16 72 218 0 0,-5 22 37 0 0,0 14 0 0 0,1 24 142 0 0,-1 1 0 0 0,-2 0 0 0 0,-2 0 0 0 0,-5 53 0 0 0,0-7 275 0 0,3-85-511 0 0,10-35-37 0 0,8-17-142 0 0,45-92-1 0 0,-51 123 79 0 0,0 1-1 0 0,0 0 1 0 0,2 0-1 0 0,0 2 0 0 0,1-1 1 0 0,1 2-1 0 0,27-23 1 0 0,-40 36 33 0 0,-1 1 1 0 0,1 0 0 0 0,-1-1 0 0 0,1 1-1 0 0,0 0 1 0 0,-1 0 0 0 0,1 0 0 0 0,0 1-1 0 0,0-1 1 0 0,-1 0 0 0 0,1 1 0 0 0,0-1-1 0 0,0 1 1 0 0,0-1 0 0 0,0 1 0 0 0,0 0-1 0 0,0 0 1 0 0,0 0 0 0 0,0 0 0 0 0,0 0 0 0 0,0 0-1 0 0,0 1 1 0 0,0-1 0 0 0,0 1 0 0 0,0-1-1 0 0,-1 1 1 0 0,1 0 0 0 0,0-1 0 0 0,0 1-1 0 0,-1 0 1 0 0,1 0 0 0 0,0 1 0 0 0,-1-1-1 0 0,1 0 1 0 0,-1 0 0 0 0,3 3 0 0 0,0 1 33 0 0,-1 0 0 0 0,0 0 0 0 0,0 0 0 0 0,0 0 0 0 0,-1 0 0 0 0,0 1 1 0 0,0-1-1 0 0,0 1 0 0 0,-1-1 0 0 0,1 1 0 0 0,0 9 0 0 0,-1 17 310 0 0,-1 0 0 0 0,-8 58-1 0 0,-1 19 227 0 0,9-108-561 0 0,0 1 0 0 0,1-1 0 0 0,-1 0-1 0 0,0 0 1 0 0,0 0 0 0 0,1 1 0 0 0,-1-1 0 0 0,0 0 0 0 0,1 0 0 0 0,0 0-1 0 0,-1 0 1 0 0,1 0 0 0 0,-1 0 0 0 0,1 0 0 0 0,0 0 0 0 0,0 0-1 0 0,0 0 1 0 0,-1 0 0 0 0,1 0 0 0 0,0 0 0 0 0,0-1 0 0 0,0 1-1 0 0,0 0 1 0 0,1-1 0 0 0,-1 1 0 0 0,0-1 0 0 0,0 1 0 0 0,0-1 0 0 0,0 1-1 0 0,0-1 1 0 0,1 0 0 0 0,-1 0 0 0 0,0 0 0 0 0,0 0 0 0 0,1 1-1 0 0,-1-2 1 0 0,0 1 0 0 0,0 0 0 0 0,3 0 0 0 0,3-1-14 0 0,0 0 0 0 0,0 0 0 0 0,0-1 0 0 0,0 1 0 0 0,9-5-1 0 0,3-2-515 0 0,-1-1 0 0 0,0-1-1 0 0,-1-1 1 0 0,0 0 0 0 0,0-1-1 0 0,-1-1 1 0 0,-1 0 0 0 0,21-24-1 0 0,-21 19-1539 0 0,0 0-1 0 0,-2-1 0 0 0,-1 0 0 0 0,14-27 0 0 0,-9 11-3779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3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1 984 0 0,'-36'1'2648'0'0,"1"1"-403"0"0,8 0-329 0 0,1 0-372 0 0,4-2-392 0 0,1 1-224 0 0,4-1-184 0 0,1 0-152 0 0,1 2 236 0 0,-6 0-316 0 0,11 1-488 0 0,19 8-2736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330 244 1264 0 0,'-66'11'4759'0'0,"-62"12"1607"0"0,126-22-5768 0 0,4-3-543 0 0,-1 1 0 0 0,1 0-1 0 0,0 0 1 0 0,0 0 0 0 0,-1 0 0 0 0,1 0-1 0 0,0 1 1 0 0,0-1 0 0 0,3 0-1 0 0,-1 0 33 0 0,110-46 459 0 0,-95 38-455 0 0,-1-1 0 0 0,0-1 0 0 0,32-24 0 0 0,-47 33-88 0 0,-1-1 0 0 0,1 0 0 0 0,-1 0 0 0 0,1 0 0 0 0,-1 0 0 0 0,0 0 0 0 0,0-1 0 0 0,0 1 0 0 0,-1-1-1 0 0,1 1 1 0 0,-1-1 0 0 0,0 0 0 0 0,0 1 0 0 0,0-1 0 0 0,0 0 0 0 0,-1 0 0 0 0,1 0 0 0 0,-1 0 0 0 0,0 0 0 0 0,0 1 0 0 0,-1-1-1 0 0,1 0 1 0 0,-1 0 0 0 0,0 0 0 0 0,0 1 0 0 0,0-1 0 0 0,0 0 0 0 0,-1 1 0 0 0,1-1 0 0 0,-1 1 0 0 0,0-1 0 0 0,0 1-1 0 0,-1 0 1 0 0,1 0 0 0 0,0 0 0 0 0,-1 0 0 0 0,0 0 0 0 0,0 1 0 0 0,0-1 0 0 0,0 1 0 0 0,0 0 0 0 0,0 0 0 0 0,-1 0 0 0 0,1 0-1 0 0,-1 0 1 0 0,1 1 0 0 0,-1-1 0 0 0,1 1 0 0 0,-1 0 0 0 0,0 0 0 0 0,0 1 0 0 0,0-1 0 0 0,-6 1 0 0 0,1 1-7 0 0,0 0 0 0 0,0 0 0 0 0,0 1 0 0 0,0 1 0 0 0,0-1 0 0 0,1 2 0 0 0,-1-1 0 0 0,1 1 0 0 0,0 0 0 0 0,0 1 0 0 0,0-1 0 0 0,1 2 0 0 0,-1-1 0 0 0,1 1 0 0 0,-6 7 0 0 0,-5 5 1 0 0,1 1 0 0 0,2 0 0 0 0,-1 1 0 0 0,-15 29-1 0 0,16-25 20 0 0,2 2 0 0 0,1 0 0 0 0,-17 52 0 0 0,25-68-9 0 0,2 0-1 0 0,-1 1 1 0 0,1-1-1 0 0,1 1 1 0 0,0 0-1 0 0,1 0 1 0 0,0-1-1 0 0,0 1 1 0 0,1 0 0 0 0,1 0-1 0 0,0-1 1 0 0,0 1-1 0 0,6 16 1 0 0,-6-23 2 0 0,1 1 0 0 0,0 0 0 0 0,-1 0 0 0 0,2-1 0 0 0,-1 0 0 0 0,0 1 0 0 0,1-1 0 0 0,0-1 0 0 0,0 1 0 0 0,0 0 0 0 0,0-1 0 0 0,5 3 0 0 0,-1-2-22 0 0,0 0 0 0 0,0 0-1 0 0,0-1 1 0 0,0 0 0 0 0,0 0-1 0 0,17 2 1 0 0,-2-2-355 0 0,-1-2 0 0 0,1 0 1 0 0,0-1-1 0 0,43-7 0 0 0,-8-3-2604 0 0,64-18 0 0 0,-59 8-1630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4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78 636 0 0,'3'-4'523'0'0,"0"1"0"0"0,-1-1 0 0 0,0 0 0 0 0,0 0 0 0 0,0 0 0 0 0,0-1 0 0 0,0 1 0 0 0,-1 0 0 0 0,0-1 0 0 0,0 1 0 0 0,0 0 0 0 0,-1-1 0 0 0,1-6 0 0 0,-1 11-472 0 0,0-1-1 0 0,0 0 1 0 0,-1 1-1 0 0,1-1 1 0 0,0 1-1 0 0,0-1 0 0 0,-1 0 1 0 0,1 1-1 0 0,0-1 1 0 0,-1 1-1 0 0,1-1 1 0 0,0 1-1 0 0,-1-1 1 0 0,1 1-1 0 0,-1-1 1 0 0,1 1-1 0 0,-1 0 1 0 0,1-1-1 0 0,-1 1 1 0 0,1-1-1 0 0,-1 1 1 0 0,1 0-1 0 0,-1 0 1 0 0,0-1-1 0 0,1 1 1 0 0,-1 0-1 0 0,1 0 1 0 0,-1 0-1 0 0,0-1 1 0 0,1 1-1 0 0,-1 0 1 0 0,0 0-1 0 0,1 0 1 0 0,-1 0-1 0 0,-1 1 1 0 0,-20 4 658 0 0,10 1-455 0 0,0 1-1 0 0,1 0 1 0 0,0 1 0 0 0,0 0-1 0 0,-10 11 1 0 0,-46 51 430 0 0,39-39-394 0 0,5-7-22 0 0,-32 48 0 0 0,48-63-225 0 0,1 2-1 0 0,0-1 1 0 0,0 1-1 0 0,1 0 0 0 0,1 0 1 0 0,0 0-1 0 0,1 0 1 0 0,-3 16-1 0 0,5-26-39 0 0,1 1 0 0 0,0 0 0 0 0,0 0 1 0 0,0 0-1 0 0,0 0 0 0 0,0 0 0 0 0,0 0 0 0 0,0 0 0 0 0,1 0 0 0 0,-1 0 0 0 0,0 0 0 0 0,1-1 0 0 0,0 1 0 0 0,0 0 0 0 0,-1 0 0 0 0,1-1 0 0 0,0 1 0 0 0,0 0 0 0 0,0-1 0 0 0,1 1 1 0 0,-1-1-1 0 0,2 3 0 0 0,0-3 6 0 0,0 1 0 0 0,0 0 0 0 0,-1-1 0 0 0,1 0 0 0 0,0 1 0 0 0,0-1 0 0 0,1 0 0 0 0,-1-1 0 0 0,0 1 0 0 0,0 0 0 0 0,0-1 0 0 0,5 0 0 0 0,4 0 13 0 0,0 0 1 0 0,0-2 0 0 0,0 1-1 0 0,0-1 1 0 0,0-1 0 0 0,13-5-1 0 0,-13 3-7 0 0,1 0-1 0 0,-2-1 1 0 0,1-1-1 0 0,-1 0 1 0 0,0 0-1 0 0,0-1 1 0 0,-1-1-1 0 0,0 0 1 0 0,-1 0 0 0 0,1-1-1 0 0,-2 0 1 0 0,0-1-1 0 0,0 1 1 0 0,7-15-1 0 0,5-14 74 0 0,-1 0-1 0 0,25-82 1 0 0,-36 101 207 0 0,-5 18-26 0 0,-3 11-51 0 0,-9 64 1052 0 0,-3-1 0 0 0,-23 78 0 0 0,27-117-977 0 0,-49 199 1197 0 0,-60 231-158 0 0,91-369-1215 0 0,-85 344 103 0 0,108-423-1216 0 0,1 1 0 0 0,0 17 0 0 0,2-32 789 0 0,0-1-1 0 0,0 1 1 0 0,0-1 0 0 0,0 1-1 0 0,0-1 1 0 0,0 1 0 0 0,0-1 0 0 0,0 1-1 0 0,0-1 1 0 0,1 1 0 0 0,-1-1-1 0 0,0 1 1 0 0,0-1 0 0 0,0 1 0 0 0,16 5-6427 0 0,-16-7 6427 0 0,1 1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5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0 215 400 0 0,'47'-188'14795'0'0,"-43"169"-13611"0"0,-2 11 314 0 0,-7 28-1015 0 0,-5 25-334 0 0,2 1 0 0 0,3 0 0 0 0,1 1-1 0 0,4 89 1 0 0,1-121-129 0 0,1 1 0 0 0,0 0 0 0 0,1-1 0 0 0,9 28 0 0 0,-10-39-17 0 0,-1 0 1 0 0,1 0-1 0 0,1 0 1 0 0,-1 0 0 0 0,0 0-1 0 0,1-1 1 0 0,0 1 0 0 0,0-1-1 0 0,6 6 1 0 0,-7-7-4 0 0,1 0 0 0 0,-1-1 1 0 0,1 1-1 0 0,0-1 0 0 0,-1 0 0 0 0,1 0 1 0 0,0 0-1 0 0,0 0 0 0 0,0 0 1 0 0,0-1-1 0 0,0 1 0 0 0,-1-1 0 0 0,1 0 1 0 0,0 0-1 0 0,0 0 0 0 0,5-1 0 0 0,-2 0-5 0 0,1 0-1 0 0,-1 0 1 0 0,0-1-1 0 0,0 0 1 0 0,0 0-1 0 0,0-1 1 0 0,-1 0-1 0 0,1 0 0 0 0,-1 0 1 0 0,0 0-1 0 0,9-7 1 0 0,-7 3-2 0 0,0-1 1 0 0,0 0 0 0 0,0 0 0 0 0,-1 0-1 0 0,0 0 1 0 0,7-15 0 0 0,2-10-7 0 0,-1-1 0 0 0,-2-1 0 0 0,9-41 0 0 0,-11 36 2 0 0,0 2 44 0 0,4-47 1 0 0,-13 82-8 0 0,-1 6-8 0 0,0 14 4 0 0,-1 0 0 0 0,0 0 0 0 0,-2 0 0 0 0,-5 22 0 0 0,2-4 4 0 0,-8 37-26 0 0,5-27-153 0 0,1 0 1 0 0,3 1-1 0 0,0 56 0 0 0,5-97-57 0 0,0 0 1 0 0,1 0-1 0 0,0 0 0 0 0,0 0 1 0 0,0 0-1 0 0,0-1 1 0 0,1 1-1 0 0,0 0 0 0 0,0-1 1 0 0,0 1-1 0 0,0-1 0 0 0,1 1 1 0 0,0-1-1 0 0,0 0 0 0 0,0 0 1 0 0,0-1-1 0 0,1 1 1 0 0,7 5-1 0 0,-4-4-493 0 0,0-1-1 0 0,0 1 1 0 0,1-2 0 0 0,-1 1 0 0 0,1-1-1 0 0,0 0 1 0 0,0-1 0 0 0,0 0 0 0 0,1 0-1 0 0,12 0 1 0 0,12 1-3881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319 166 808 0 0,'5'-15'1859'0'0,"1"0"-304"0"0,-1 0 0 0 0,0 0 0 0 0,3-19 1 0 0,-8 31-1345 0 0,1 0 1 0 0,-1 0-1 0 0,0 0 1 0 0,0 0-1 0 0,1 1 1 0 0,-2-1-1 0 0,1 0 1 0 0,0 0-1 0 0,-1 0 1 0 0,1 0 0 0 0,-1 0-1 0 0,0 1 1 0 0,0-1-1 0 0,0 0 1 0 0,0 1-1 0 0,-1-1 1 0 0,1 0-1 0 0,-1 1 1 0 0,1 0-1 0 0,-1-1 1 0 0,0 1 0 0 0,0 0-1 0 0,-4-4 1 0 0,3 5-105 0 0,1 0 0 0 0,-1 1 0 0 0,1-1 0 0 0,-1 1 0 0 0,0-1 0 0 0,1 1 0 0 0,-1 0 0 0 0,0 0 0 0 0,1 0 0 0 0,-1 1 1 0 0,0-1-1 0 0,-2 1 0 0 0,-5 2 28 0 0,0 1 0 0 0,1 0 0 0 0,0 0-1 0 0,-1 1 1 0 0,2 0 0 0 0,-1 0 0 0 0,1 1 0 0 0,-1 0 0 0 0,2 1 0 0 0,-15 14 0 0 0,-7 7 78 0 0,1 2-1 0 0,-26 36 1 0 0,45-55-179 0 0,2 1-1 0 0,-1 0 1 0 0,1 0-1 0 0,1 1 0 0 0,0 0 1 0 0,1 0-1 0 0,1 0 1 0 0,0 0-1 0 0,-5 27 1 0 0,9-36-26 0 0,0-1 0 0 0,-1 0 0 0 0,1 0 1 0 0,1 0-1 0 0,-1 1 0 0 0,0-1 0 0 0,1 0 1 0 0,-1 0-1 0 0,1 0 0 0 0,0 0 0 0 0,0 0 1 0 0,0 0-1 0 0,1 0 0 0 0,-1 0 0 0 0,1 0 1 0 0,-1 0-1 0 0,1-1 0 0 0,0 1 0 0 0,0-1 1 0 0,0 1-1 0 0,3 2 0 0 0,-1-3-4 0 0,0 1 0 0 0,0-1-1 0 0,0 0 1 0 0,0 0 0 0 0,0 0 0 0 0,0-1-1 0 0,0 1 1 0 0,0-1 0 0 0,1 0 0 0 0,-1 0-1 0 0,0-1 1 0 0,1 1 0 0 0,-1-1 0 0 0,1 0-1 0 0,4 0 1 0 0,-2-1-25 0 0,1 1-1 0 0,-1-2 1 0 0,0 1-1 0 0,1-1 1 0 0,-1 0-1 0 0,0 0 1 0 0,0-1 0 0 0,0 0-1 0 0,-1 0 1 0 0,1-1-1 0 0,-1 1 1 0 0,1-1-1 0 0,6-7 1 0 0,-5 3-8 0 0,0 0 0 0 0,0 0 0 0 0,-1 0 1 0 0,0-1-1 0 0,-1-1 0 0 0,0 1 0 0 0,0-1 0 0 0,4-11 0 0 0,0-6 7 0 0,-1 0-1 0 0,-1 0 0 0 0,-1-1 0 0 0,-2 0 1 0 0,-1 0-1 0 0,1-32 0 0 0,-2 22-35 0 0,-1 23 51 0 0,-2 13 76 0 0,0 5 73 0 0,-8 127 1225 0 0,4-98-1223 0 0,1-1 0 0 0,2 1 1 0 0,1 0-1 0 0,1 0 0 0 0,9 48 0 0 0,-9-76-137 0 0,0 0-1 0 0,0 0 0 0 0,0 0 0 0 0,1 0 1 0 0,0 0-1 0 0,0 0 0 0 0,0-1 0 0 0,0 1 0 0 0,0-1 1 0 0,1 0-1 0 0,0 1 0 0 0,-1-1 0 0 0,1 0 0 0 0,0-1 1 0 0,1 1-1 0 0,-1 0 0 0 0,7 3 0 0 0,-4-3-61 0 0,0 0-1 0 0,0-1 0 0 0,1 0 0 0 0,-1 0 0 0 0,1-1 1 0 0,0 0-1 0 0,-1 0 0 0 0,1 0 0 0 0,0-1 1 0 0,7 0-1 0 0,7-2-407 0 0,0-1-1 0 0,-1 0 1 0 0,1-2 0 0 0,-1 0 0 0 0,0-2-1 0 0,22-10 1 0 0,-20 6-421 0 0,0-1 1 0 0,-1-1-1 0 0,0-1 0 0 0,-1-1 1 0 0,0-1-1 0 0,-2 0 0 0 0,0-2 0 0 0,-1 0 1 0 0,0-1-1 0 0,25-38 0 0 0,-11 6-2961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177 339 1980 0 0,'13'-81'5773'0'0,"5"-165"-1"0"0,-20 235-4980 0 0,-4 16-59 0 0,-4 21 221 0 0,-97 524 4735 0 0,85-401-4879 0 0,-31 238 218 0 0,51-368-1017 0 0,-4 64 105 0 0,6-73-216 0 0,1 0-1 0 0,-1-1 1 0 0,2 1 0 0 0,-1-1 0 0 0,1 1 0 0 0,5 11 0 0 0,-7-18-7 0 0,1-1 0 0 0,0 0 0 0 0,0 0 0 0 0,0 1 0 0 0,0-1 0 0 0,0 0 0 0 0,1 0 1 0 0,-1 0-1 0 0,1 0 0 0 0,-1 0 0 0 0,1-1 0 0 0,0 1 0 0 0,0 0 0 0 0,0-1 0 0 0,0 1 0 0 0,0-1 0 0 0,0 0 1 0 0,0 0-1 0 0,0 0 0 0 0,0 0 0 0 0,3 1 0 0 0,-1-1-104 0 0,-1-1 0 0 0,0 0-1 0 0,1 0 1 0 0,-1 0 0 0 0,0 0 0 0 0,1-1-1 0 0,-1 1 1 0 0,0-1 0 0 0,0 0 0 0 0,1 0 0 0 0,-1 0-1 0 0,0 0 1 0 0,5-3 0 0 0,4-4-417 0 0,0 1 0 0 0,0-2 0 0 0,-1 0 0 0 0,0 0 0 0 0,-1-1 0 0 0,10-11 0 0 0,6-10-201 0 0,-2-1 1 0 0,-2-1 0 0 0,-1-1-1 0 0,18-39 1 0 0,52-153 970 0 0,-69 156 1504 0 0,7-23 3023 0 0,-31 128-500 0 0,-8 28-3130 0 0,-19 100 325 0 0,26-136-1297 0 0,1 0 1 0 0,1 0-1 0 0,2 0 1 0 0,3 30-1 0 0,-3-53-198 0 0,0 0-1 0 0,-1 0 1 0 0,1 1-1 0 0,1-1 1 0 0,-1 0-1 0 0,1 0 1 0 0,-1 0-1 0 0,1 0 1 0 0,0-1-1 0 0,1 1 1 0 0,-1 0-1 0 0,0-1 1 0 0,1 0-1 0 0,0 1 1 0 0,0-1-1 0 0,0 0 1 0 0,0 0 0 0 0,1-1-1 0 0,-1 1 1 0 0,1-1-1 0 0,-1 0 1 0 0,1 1-1 0 0,0-2 1 0 0,8 4-1 0 0,-5-3-212 0 0,0-1-1 0 0,0 0 1 0 0,0 0 0 0 0,0-1-1 0 0,0 1 1 0 0,0-1-1 0 0,0-1 1 0 0,0 0 0 0 0,0 0-1 0 0,-1 0 1 0 0,1-1-1 0 0,0 0 1 0 0,0 0 0 0 0,10-5-1 0 0,-2-1 57 0 0,0-1 1 0 0,0 0-1 0 0,-1-1 0 0 0,0-1 0 0 0,-1 0 0 0 0,0-1 0 0 0,-1 0 1 0 0,0-1-1 0 0,11-15 0 0 0,31-54 936 0 0,-9-3 3520 0 0,-36 70-2716 0 0,-8 19 97 0 0,-9 29 370 0 0,6-25-2020 0 0,1-3 176 0 0,-26 118 1118 0 0,25-110-1124 0 0,1-1 1 0 0,0 0-1 0 0,1 1 0 0 0,1-1 0 0 0,0 0 0 0 0,0 1 0 0 0,1-1 1 0 0,5 14-1 0 0,-7-23-50 0 0,1 0 0 0 0,0 0 0 0 0,0 0 0 0 0,1 0 0 0 0,-1-1 0 0 0,1 1 0 0 0,-1-1 0 0 0,1 1 0 0 0,0-1 0 0 0,0 1 0 0 0,0-1 0 0 0,0 0 0 0 0,0 0 0 0 0,0 0 0 0 0,1 0 0 0 0,-1 0 0 0 0,1-1 0 0 0,-1 1 0 0 0,1-1 0 0 0,0 0 0 0 0,-1 0 0 0 0,1 1 0 0 0,0-2 0 0 0,0 1 0 0 0,0 0 0 0 0,0-1 0 0 0,0 1 0 0 0,0-1 0 0 0,0 0 0 0 0,0 0 0 0 0,0 0 0 0 0,0 0 0 0 0,0-1 0 0 0,0 1 0 0 0,0-1 0 0 0,0 1 0 0 0,3-3 0 0 0,1 1-6 0 0,0-1-1 0 0,0 0 1 0 0,-1 0-1 0 0,1 0 0 0 0,-1-1 1 0 0,0 0-1 0 0,0 0 1 0 0,0-1-1 0 0,-1 0 0 0 0,1 0 1 0 0,-1 0-1 0 0,0 0 1 0 0,-1-1-1 0 0,8-11 0 0 0,-6 2-47 0 0,1 0 0 0 0,-2-1 0 0 0,0 0 0 0 0,-1 0 0 0 0,0 0 0 0 0,-2-1 0 0 0,0 0 0 0 0,-1 1 0 0 0,0-1-1 0 0,-1 1 1 0 0,-1-1 0 0 0,-1 0 0 0 0,0 1 0 0 0,-1-1 0 0 0,-1 1 0 0 0,-1 0 0 0 0,0 0 0 0 0,-1 1 0 0 0,0-1-1 0 0,-1 1 1 0 0,-1 1 0 0 0,-12-17 0 0 0,17 27 30 0 0,0 0 1 0 0,0 0-1 0 0,-1 1 0 0 0,1-1 0 0 0,-1 1 1 0 0,0 0-1 0 0,0 0 0 0 0,0 0 0 0 0,0 1 1 0 0,-1 0-1 0 0,1-1 0 0 0,-1 2 0 0 0,0-1 0 0 0,1 0 1 0 0,-10-1-1 0 0,7 2-7 0 0,0 1 0 0 0,0 0 0 0 0,0 0 0 0 0,0 1 0 0 0,1-1 0 0 0,-1 1 0 0 0,0 1 0 0 0,0 0 0 0 0,1 0 0 0 0,-10 4 0 0 0,3 0-5 0 0,1 0 1 0 0,0 1-1 0 0,0 1 1 0 0,0 0-1 0 0,1 0 1 0 0,1 1-1 0 0,-1 1 1 0 0,2 0-1 0 0,-1 0 1 0 0,-13 20-1 0 0,21-27 12 0 0,0 0 0 0 0,0 0 0 0 0,0 0 0 0 0,0 1 0 0 0,1-1 0 0 0,0 0 0 0 0,0 1 0 0 0,0-1 0 0 0,0 1 0 0 0,0-1 0 0 0,0 1 0 0 0,1-1 0 0 0,0 1 0 0 0,0 0 0 0 0,0-1 0 0 0,0 1 0 0 0,1-1 0 0 0,-1 1 0 0 0,2 4 0 0 0,0-4-15 0 0,-1 0-1 0 0,1-1 1 0 0,0 0 0 0 0,1 1 0 0 0,-1-1 0 0 0,0 0 0 0 0,1 0 0 0 0,0 0 0 0 0,0-1 0 0 0,0 1 0 0 0,0-1 0 0 0,0 1 0 0 0,0-1 0 0 0,1 0 0 0 0,-1 0 0 0 0,1 0 0 0 0,4 1 0 0 0,7 2-51 0 0,1 0 1 0 0,0-1 0 0 0,-1-1 0 0 0,1 0 0 0 0,0-1-1 0 0,1-1 1 0 0,17-1 0 0 0,-5-1-46 0 0,1-1 0 0 0,-1-2 0 0 0,30-8 0 0 0,3-6-56 0 0,108-48 0 0 0,-101 36 112 0 0,-66 29 48 0 0,0 0 1 0 0,0-1 0 0 0,0 1 0 0 0,0 0-1 0 0,1 1 1 0 0,-1-1 0 0 0,0 0 0 0 0,0 1-1 0 0,1 0 1 0 0,-1 0 0 0 0,0 0-1 0 0,1 0 1 0 0,-1 0 0 0 0,0 1 0 0 0,0-1-1 0 0,1 1 1 0 0,3 2 0 0 0,-3-1 18 0 0,-1 0-1 0 0,-1 0 1 0 0,1 0 0 0 0,0 0-1 0 0,-1 1 1 0 0,1-1 0 0 0,-1 1-1 0 0,1 0 1 0 0,-1 0 0 0 0,0 0-1 0 0,-1 0 1 0 0,1 0 0 0 0,0 0-1 0 0,-1 0 1 0 0,3 7 0 0 0,1 7 51 0 0,-1-1 0 0 0,0 1 0 0 0,-1 0 0 0 0,-1-1 0 0 0,-1 1 1 0 0,-1 28-1 0 0,-1-15 78 0 0,-3 0 0 0 0,-12 54 1 0 0,14-72-62 0 0,-2-1-1 0 0,1 1 1 0 0,-2-1 0 0 0,1 0 0 0 0,-2 0 0 0 0,1 0 0 0 0,-13 15 0 0 0,18-25-68 0 0,-1 0 0 0 0,0-1 0 0 0,0 1 0 0 0,0-1-1 0 0,1 1 1 0 0,-1-1 0 0 0,0 1 0 0 0,0-1 0 0 0,0 1 0 0 0,0-1 0 0 0,0 0 0 0 0,0 1 0 0 0,0-1 0 0 0,0 0-1 0 0,0 0 1 0 0,0 0 0 0 0,0 0 0 0 0,0 0 0 0 0,0 0 0 0 0,0 0 0 0 0,0 0 0 0 0,0 0 0 0 0,0-1 0 0 0,0 1-1 0 0,0 0 1 0 0,-2-1 0 0 0,2 0-16 0 0,0 0 11 0 0,-1 0 0 0 0,2 0 0 0 0,-1 0 1 0 0,0 0-1 0 0,0-1 0 0 0,0 1 0 0 0,0 0 1 0 0,1 0-1 0 0,-1-1 0 0 0,1 1 1 0 0,-1-1-1 0 0,1 1 0 0 0,-1 0 0 0 0,1-1 1 0 0,0 1-1 0 0,0-1 0 0 0,0-2 0 0 0,-1 3 2 0 0,1-11-2 0 0,0 0 0 0 0,0 0 0 0 0,1 0 1 0 0,0 0-1 0 0,1 0 0 0 0,1 0 0 0 0,7-21 1 0 0,-1 7-23 0 0,1 1 1 0 0,20-33 0 0 0,-14 29-13 0 0,2 1 1 0 0,1 1 0 0 0,26-29-1 0 0,-32 43 16 0 0,0 0 0 0 0,0 1 1 0 0,1 0-1 0 0,1 1 0 0 0,0 0 0 0 0,0 2 0 0 0,23-12 0 0 0,-35 20 14 0 0,0 0 0 0 0,0-1 0 0 0,0 1-1 0 0,0 0 1 0 0,0 0 0 0 0,0 1 0 0 0,0-1 0 0 0,0 1 0 0 0,0-1 0 0 0,0 1 0 0 0,0 0 0 0 0,0 0-1 0 0,1 1 1 0 0,-1-1 0 0 0,0 0 0 0 0,0 1 0 0 0,0 0 0 0 0,0 0 0 0 0,0 0 0 0 0,0 0-1 0 0,0 0 1 0 0,-1 1 0 0 0,1-1 0 0 0,0 1 0 0 0,-1 0 0 0 0,1-1 0 0 0,-1 1 0 0 0,0 1-1 0 0,1-1 1 0 0,2 4 0 0 0,-1 0 10 0 0,-1-1 0 0 0,1 0 0 0 0,-1 1 0 0 0,-1 0 0 0 0,1 0 0 0 0,-1-1-1 0 0,0 1 1 0 0,-1 1 0 0 0,1-1 0 0 0,-1 0 0 0 0,0 0 0 0 0,-1 1 0 0 0,1-1 0 0 0,-2 9 0 0 0,-2 9 25 0 0,0 1 0 0 0,-2-1 0 0 0,-1 0 0 0 0,-11 29-1 0 0,-44 88 66 0 0,59-137-146 0 0,0 0 0 0 0,1 1 0 0 0,-1-1 0 0 0,1 1 0 0 0,-1-1 0 0 0,2 1 0 0 0,-1 0 0 0 0,0-1 0 0 0,1 10-1 0 0,0-13 13 0 0,0 1-1 0 0,0-1 0 0 0,1 1 1 0 0,-1-1-1 0 0,1 1 0 0 0,-1-1 0 0 0,1 1 1 0 0,0-1-1 0 0,-1 0 0 0 0,1 1 0 0 0,0-1 1 0 0,0 0-1 0 0,0 1 0 0 0,0-1 0 0 0,0 0 1 0 0,0 0-1 0 0,0 0 0 0 0,1 0 0 0 0,-1 0 1 0 0,0 0-1 0 0,0-1 0 0 0,1 1 0 0 0,-1 0 1 0 0,1 0-1 0 0,-1-1 0 0 0,0 1 0 0 0,1-1 1 0 0,-1 0-1 0 0,1 1 0 0 0,0-1 0 0 0,-1 0 1 0 0,3 0-1 0 0,8 1-129 0 0,0-1 1 0 0,0-1-1 0 0,0 0 0 0 0,0 0 1 0 0,0-1-1 0 0,0-1 0 0 0,-1 0 1 0 0,1 0-1 0 0,-1-1 0 0 0,0-1 1 0 0,19-10-1 0 0,4-5-78 0 0,-1-2-1 0 0,38-31 1 0 0,-38 25 244 0 0,-1-1 0 0 0,-1-2 0 0 0,-2-1 1 0 0,-1-2-1 0 0,-1 0 0 0 0,-2-2 0 0 0,32-61 0 0 0,-53 91 111 0 0,-1 0-1 0 0,-1 0 0 0 0,1 0 1 0 0,-1-1-1 0 0,0 1 1 0 0,2-12-1 0 0,-4 17-99 0 0,0 0 1 0 0,0 1-1 0 0,0-1 1 0 0,-1 0-1 0 0,1 0 0 0 0,0 0 1 0 0,0 1-1 0 0,0-1 1 0 0,-1 0-1 0 0,1 0 0 0 0,0 1 1 0 0,0-1-1 0 0,-1 0 1 0 0,1 0-1 0 0,-1 1 1 0 0,1-1-1 0 0,-1 0 0 0 0,1 1 1 0 0,-1-1-1 0 0,1 1 1 0 0,-1-1-1 0 0,0 1 0 0 0,1-1 1 0 0,-1 1-1 0 0,0-1 1 0 0,1 1-1 0 0,-1 0 0 0 0,0-1 1 0 0,0 1-1 0 0,1 0 1 0 0,-1-1-1 0 0,0 1 0 0 0,0 0 1 0 0,0 0-1 0 0,-1 0 1 0 0,-26 3 174 0 0,20-1-159 0 0,0 1 1 0 0,0 0-1 0 0,1 0 0 0 0,-1 1 1 0 0,1 0-1 0 0,0 1 1 0 0,0-1-1 0 0,0 1 1 0 0,1 1-1 0 0,-11 10 1 0 0,10-8 3 0 0,0 0 0 0 0,0 0 1 0 0,1 1-1 0 0,0 0 0 0 0,1 0 1 0 0,0 0-1 0 0,-7 19 0 0 0,10-21 24 0 0,0 1 0 0 0,1-1 0 0 0,0 0 0 0 0,0 1 0 0 0,1-1 0 0 0,0 1 0 0 0,1-1 0 0 0,-1 0 0 0 0,1 1-1 0 0,1-1 1 0 0,-1 0 0 0 0,5 12 0 0 0,4 7 310 0 0,26 49 0 0 0,-20-44-100 0 0,-9-17 263 0 0,-1-1 0 0 0,-1 1 0 0 0,6 20 0 0 0,-11-31-411 0 0,-1-1 0 0 0,1 0 0 0 0,-1 1 0 0 0,1-1 0 0 0,-1 0 0 0 0,0 0 0 0 0,1 1 0 0 0,-1-1 0 0 0,-1 0 0 0 0,1 0 0 0 0,0 0 0 0 0,0 0 0 0 0,-1 0 0 0 0,1-1 0 0 0,-1 1 0 0 0,1 0 0 0 0,-1-1 0 0 0,0 1 0 0 0,0-1 0 0 0,0 1 0 0 0,0-1 0 0 0,-3 2 0 0 0,-4 1-28 0 0,-1-1 0 0 0,1 0 0 0 0,-1-1 0 0 0,1 0 0 0 0,-1 0 0 0 0,0-1 0 0 0,0-1 0 0 0,0 1 0 0 0,0-1 0 0 0,1-1 0 0 0,-1 0 0 0 0,0 0 0 0 0,0-1 0 0 0,-15-5 0 0 0,3 0-643 0 0,0-1 0 0 0,0-1 1 0 0,1-1-1 0 0,0-1 0 0 0,-21-14 0 0 0,19 8-1807 0 0,-27-22-1 0 0,6-5-5395 0 0,15 9-1445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90 596 0 0,'-26'-35'11245'0'0,"3"4"-5098"0"0,22 30-5727 0 0,1 0-434 0 0,0 1-1 0 0,0-1 0 0 0,0 1 1 0 0,0 0-1 0 0,0-1 1 0 0,0 1-1 0 0,0-1 0 0 0,0 1 1 0 0,0 0-1 0 0,0-1 0 0 0,0 1 1 0 0,0-1-1 0 0,0 1 0 0 0,0 0 1 0 0,-1-1-1 0 0,1 1 0 0 0,0 0 1 0 0,0-1-1 0 0,0 1 1 0 0,-1 0-1 0 0,1-1 0 0 0,0 1 1 0 0,0 0-1 0 0,-1-1 0 0 0,1 1 1 0 0,0 0-1 0 0,-1 0 0 0 0,1-1 1 0 0,0 1-1 0 0,-1 0 1 0 0,1 0-1 0 0,0 0 0 0 0,-1-1 1 0 0,1 1-1 0 0,0 0 0 0 0,-1 0 1 0 0,0 0-1 0 0,-15-8-4481 0 0,-13 5-6456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1824 0 0,'-23'14'2501'0'0,"14"-9"-1266"0"0,0 0 0 0 0,1 1-1 0 0,0 0 1 0 0,0 0 0 0 0,-8 9 0 0 0,16-15-1160 0 0,-1 0 0 0 0,1 1 1 0 0,0-1-1 0 0,0 0 1 0 0,-1 1-1 0 0,1-1 0 0 0,0 0 1 0 0,0 1-1 0 0,0-1 0 0 0,0 0 1 0 0,0 1-1 0 0,-1-1 1 0 0,1 0-1 0 0,0 1 0 0 0,0-1 1 0 0,0 1-1 0 0,0-1 0 0 0,0 0 1 0 0,0 1-1 0 0,0-1 1 0 0,0 0-1 0 0,0 1 0 0 0,0-1 1 0 0,1 0-1 0 0,-1 1 0 0 0,0-1 1 0 0,0 0-1 0 0,0 1 0 0 0,0-1 1 0 0,0 0-1 0 0,1 1 1 0 0,-1-1-1 0 0,0 0 0 0 0,0 1 1 0 0,1-1-1 0 0,-1 0 0 0 0,0 0 1 0 0,0 1-1 0 0,1-1 1 0 0,-1 0-1 0 0,0 0 0 0 0,1 1 1 0 0,-1-1-1 0 0,0 0 0 0 0,1 0 1 0 0,15 5 697 0 0,-16-5-758 0 0,16 2 266 0 0,0 0 1 0 0,0-2-1 0 0,0 0 1 0 0,0-1 0 0 0,17-3-1 0 0,-4 1-101 0 0,67-5-21 0 0,86-9-1868 0 0,0-6-5381 0 0,-90 8 276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7:48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3856 0 0,'23'44'15431'0'0,"-10"-16"-11490"0"0,-13-26-3651 0 0,3 3 108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19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465 189 1232 0 0,'7'7'5903'0'0,"-6"4"-4962"0"0,-1-10-747 0 0,1-1-1 0 0,-1 1 1 0 0,0 0-1 0 0,0-1 1 0 0,0 1-1 0 0,0 0 1 0 0,0-1 0 0 0,0 1-1 0 0,0 0 1 0 0,0-1-1 0 0,0 1 1 0 0,0 0 0 0 0,0-1-1 0 0,-1 1 1 0 0,1 0-1 0 0,0-1 1 0 0,0 1-1 0 0,0-1 1 0 0,-1 2 0 0 0,-1-2-99 0 0,1 0 0 0 0,0 0 1 0 0,-1 0-1 0 0,1 0 1 0 0,0 0-1 0 0,-1-1 1 0 0,1 1-1 0 0,0 0 1 0 0,-1-1-1 0 0,1 1 1 0 0,0-1-1 0 0,0 1 1 0 0,0-1-1 0 0,-1 0 1 0 0,1 1-1 0 0,0-1 0 0 0,-1-1 1 0 0,-7-3-65 0 0,0 0 0 0 0,1-1 0 0 0,-1 0 0 0 0,1-1 1 0 0,1 0-1 0 0,-1 0 0 0 0,1 0 0 0 0,0-1 0 0 0,-10-16 0 0 0,16 23-37 0 0,1-1 0 0 0,-1 1 0 0 0,1 0 0 0 0,-1 0 0 0 0,1-1 0 0 0,0 1 0 0 0,-1 0 0 0 0,1 0 0 0 0,0-1 0 0 0,0 1 0 0 0,0 0 0 0 0,0-1-1 0 0,0 1 1 0 0,0 0 0 0 0,0 0 0 0 0,0-1 0 0 0,1 1 0 0 0,-1 0 0 0 0,1-1 0 0 0,-1 1 0 0 0,1-1 0 0 0,1 0 0 0 0,-1 0 1 0 0,0 0-1 0 0,1 0 0 0 0,0 0 0 0 0,-1 1 1 0 0,1-1-1 0 0,0 1 0 0 0,0-1 1 0 0,0 1-1 0 0,0 0 0 0 0,2-1 1 0 0,6-3-12 0 0,0 1 0 0 0,0 1 0 0 0,22-5 1 0 0,-31 7 13 0 0,159-22-117 0 0,28-5-415 0 0,-186 27 524 0 0,5-1 16 0 0,-7 2-7 0 0,0 0 0 0 0,0 0 0 0 0,0 0 0 0 0,0-1 1 0 0,0 1-1 0 0,0 0 0 0 0,1 0 0 0 0,-1 0 0 0 0,0 0 0 0 0,0 0 0 0 0,0-1 0 0 0,0 1 1 0 0,0 0-1 0 0,0 0 0 0 0,0 0 0 0 0,0 0 0 0 0,0 0 0 0 0,0-1 0 0 0,0 1 1 0 0,0 0-1 0 0,0 0 0 0 0,0 0 0 0 0,0 0 0 0 0,-1 0 0 0 0,1-1 0 0 0,0 1 0 0 0,0 0 1 0 0,0 0-1 0 0,0 0 0 0 0,0 0 0 0 0,0 0 0 0 0,0 0 0 0 0,0 0 0 0 0,0-1 0 0 0,0 1 1 0 0,-1 0-1 0 0,1 0 0 0 0,0 0 0 0 0,0 0 0 0 0,0 0 0 0 0,0 0 0 0 0,0 0 1 0 0,0 0-1 0 0,-1 0 0 0 0,1 0 0 0 0,0 0 0 0 0,0 0 0 0 0,-2-1 4 0 0,1 1 0 0 0,0 0 0 0 0,-1-1 1 0 0,1 1-1 0 0,0 0 0 0 0,-1 0 0 0 0,1 0 0 0 0,-1 0 0 0 0,1 1 0 0 0,0-1 0 0 0,-1 0 0 0 0,1 0 0 0 0,0 1 0 0 0,-1-1 1 0 0,1 1-1 0 0,0-1 0 0 0,0 1 0 0 0,0 0 0 0 0,-1 0 0 0 0,1-1 0 0 0,0 1 0 0 0,-2 2 0 0 0,-24 20 74 0 0,20-13-10 0 0,0 1 1 0 0,0-1 0 0 0,1 1-1 0 0,1 0 1 0 0,0 0 0 0 0,-6 21 0 0 0,-15 77 630 0 0,20-84-516 0 0,-21 154 1179 0 0,-8 38-777 0 0,29-192-299 0 0,-1-1 0 0 0,-1 0-1 0 0,-1-1 1 0 0,-1 1 0 0 0,-1-2-1 0 0,-22 34 1 0 0,29-51-168 0 0,0 1 0 0 0,0-1 0 0 0,-1 0 0 0 0,0-1-1 0 0,1 1 1 0 0,-2-1 0 0 0,1 0 0 0 0,0 0 0 0 0,-1 0 0 0 0,0-1 0 0 0,0 0 0 0 0,0 0 0 0 0,0-1-1 0 0,0 1 1 0 0,-1-1 0 0 0,1-1 0 0 0,-1 1 0 0 0,-8 0 0 0 0,-1-1-23 0 0,0-1 0 0 0,0-1 0 0 0,0 0 1 0 0,0-1-1 0 0,1-1 0 0 0,-26-7 0 0 0,-109-41 93 0 0,58 17-137 0 0,91 34-85 0 0,-1 0-1 0 0,1 0 1 0 0,0-1-1 0 0,0 1 1 0 0,-1-1-1 0 0,1 0 1 0 0,0 1 0 0 0,0-1-1 0 0,0 0 1 0 0,0 1-1 0 0,0-1 1 0 0,0 0 0 0 0,0 0-1 0 0,0 0 1 0 0,0 0-1 0 0,1 0 1 0 0,-1 0-1 0 0,0 0 1 0 0,0 0 0 0 0,0-2-1 0 0,1 2-98 0 0,0 0-1 0 0,0 0 1 0 0,0 0-1 0 0,0 0 1 0 0,0-1 0 0 0,0 1-1 0 0,0 0 1 0 0,0 0-1 0 0,0 0 1 0 0,1 0-1 0 0,-1 0 1 0 0,0 0 0 0 0,1-1-1 0 0,-1 1 1 0 0,1 0-1 0 0,0 0 1 0 0,0-1-1 0 0,4-4-1111 0 0,0 0 0 0 0,1 0-1 0 0,-1 0 1 0 0,13-8 0 0 0,-18 13 1102 0 0,19-14-3739 0 0,4 0-1686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19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14 104 0 0,'-9'2'1262'0'0,"-8"1"4515"0"0,0 0-1892 0 0,14-3-2953 0 0,-5 3 2425 0 0,34-2-3176 0 0,0 0-1 0 0,0-1 0 0 0,49-8 1 0 0,-3 1-1818 0 0,-34 5 364 0 0,61-5-5378 0 0,-74 4 2577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19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 0 0,'0'0'14045'0'0,"0"215"-13141"0"0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1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25 4468 0 0,'-11'-10'1129'0'0,"3"4"-121"0"0,-1 1 4 0 0,-2 2-884 0 0,4 8-3065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2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5 756 0 0,'6'-4'10152'0'0,"-40"130"-6086"0"0,-24 83-2309 0 0,51-191-1794 0 0,-3 13-616 0 0,-11 47 1 0 0,21-70-2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74 1160 0 0,'2'-18'15235'0'0,"7"56"-14503"0"0,9 74 1 0 0,-17-98-657 0 0,0 0 1 0 0,-1 0-1 0 0,-1 0 0 0 0,0 0 1 0 0,-1 0-1 0 0,-1-1 0 0 0,0 1 1 0 0,-9 24-1 0 0,11-36-33 0 0,1-1-48 0 0,0-1 1 0 0,-1 0-1 0 0,1 1 1 0 0,0-1-1 0 0,0 0 1 0 0,-1 0-1 0 0,1 1 1 0 0,0-1 0 0 0,-1 0-1 0 0,1 0 1 0 0,0 0-1 0 0,-1 1 1 0 0,1-1-1 0 0,0 0 1 0 0,-1 0-1 0 0,1 0 1 0 0,0 0-1 0 0,-1 0 1 0 0,1 0-1 0 0,0 0 1 0 0,-1 0 0 0 0,1 0-1 0 0,-1 0 1 0 0,1 0-1 0 0,0 0 1 0 0,-1 0-1 0 0,1 0 1 0 0,0 0-1 0 0,-1 0 1 0 0,1 0-1 0 0,-1 0 1 0 0,1-1-1 0 0,0 1 1 0 0,-1 0 0 0 0,1 0-1 0 0,0 0 1 0 0,-1-1-1 0 0,1 1 1 0 0,0 0-1 0 0,0 0 1 0 0,-1-1-1 0 0,1 1 1 0 0,0 0-1 0 0,0 0 1 0 0,-1-1-1 0 0,1 1 1 0 0,0 0-1 0 0,0-1 1 0 0,0 1 0 0 0,0-1-1 0 0,-1 1 1 0 0,0-10-53 0 0,1 0 1 0 0,-1 1 0 0 0,1-1-1 0 0,1 1 1 0 0,0-1 0 0 0,0 0 0 0 0,1 1-1 0 0,0 0 1 0 0,1-1 0 0 0,0 1-1 0 0,0 0 1 0 0,1 0 0 0 0,0 1-1 0 0,6-10 1 0 0,2 0 23 0 0,0-1 1 0 0,1 1-1 0 0,1 1 0 0 0,1 0 0 0 0,18-16 0 0 0,-20 22 11 0 0,0 1 0 0 0,0 0 0 0 0,1 0 0 0 0,0 2 0 0 0,26-12 0 0 0,-35 18 26 0 0,0-1 0 0 0,0 1 0 0 0,0 1 1 0 0,0-1-1 0 0,0 1 0 0 0,1 0 0 0 0,-1 0 0 0 0,1 0 0 0 0,-1 1 0 0 0,1-1 0 0 0,-1 2 0 0 0,0-1 0 0 0,1 0 0 0 0,-1 1 0 0 0,1 0 0 0 0,-1 1 0 0 0,0-1 0 0 0,0 1 0 0 0,1 0 0 0 0,-1 0 1 0 0,4 3-1 0 0,-5-2 19 0 0,0 1-1 0 0,0 0 1 0 0,0-1 0 0 0,-1 1 0 0 0,1 1 0 0 0,-1-1 0 0 0,0 0 0 0 0,-1 1 0 0 0,1 0 0 0 0,-1-1 0 0 0,0 1 0 0 0,0 0 0 0 0,0 0 0 0 0,-1 1-1 0 0,0-1 1 0 0,0 0 0 0 0,0 0 0 0 0,-1 0 0 0 0,1 1 0 0 0,-1-1 0 0 0,0 0 0 0 0,-1 6 0 0 0,-2 14 48 0 0,-1 0 0 0 0,-1-1 0 0 0,-10 32 0 0 0,11-42-46 0 0,-12 49-1131 0 0,14-24-3245 0 0,2-38 4218 0 0,0 0 0 0 0,0-1-1 0 0,0 1 1 0 0,1-1 0 0 0,-1 1-1 0 0,0 0 1 0 0,0-1 0 0 0,1 1-1 0 0,-1-1 1 0 0,0 1 0 0 0,1 0-1 0 0,-1-1 1 0 0,0 1 0 0 0,1-1-1 0 0,-1 1 1 0 0,1-1 0 0 0,-1 0-1 0 0,1 1 1 0 0,-1-1 0 0 0,1 1-1 0 0,21 4-7315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2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244 514 2100 0 0,'5'-5'1270'0'0,"-1"0"-1"0"0,1 0 1 0 0,-1 0-1 0 0,6-11 1 0 0,-9 14-889 0 0,0 0 0 0 0,0 0-1 0 0,0-1 1 0 0,0 1 0 0 0,0 0 0 0 0,-1-1 0 0 0,1 1 0 0 0,-1-1 0 0 0,0 1 0 0 0,1-1 0 0 0,-1 1 0 0 0,0 0 0 0 0,0-1 0 0 0,-1-4 0 0 0,0 7-331 0 0,1-1 0 0 0,0 0 0 0 0,-1 1 1 0 0,1-1-1 0 0,0 0 0 0 0,-1 1 0 0 0,1-1 0 0 0,-1 1 0 0 0,1-1 0 0 0,-1 1 1 0 0,1-1-1 0 0,-1 1 0 0 0,1-1 0 0 0,-1 1 0 0 0,0-1 0 0 0,1 1 0 0 0,-1 0 1 0 0,0-1-1 0 0,1 1 0 0 0,-1 0 0 0 0,0 0 0 0 0,1-1 0 0 0,-1 1 1 0 0,0 0-1 0 0,0 0 0 0 0,1 0 0 0 0,-1 0 0 0 0,0 0 0 0 0,0 0 0 0 0,0 0 1 0 0,-21 4 421 0 0,10 1-340 0 0,0 0-1 0 0,1 1 1 0 0,-1 1 0 0 0,1 0 0 0 0,1 0 0 0 0,-1 1 0 0 0,-17 17-1 0 0,9-6-28 0 0,2 1-1 0 0,-29 40 1 0 0,38-47-61 0 0,0 1 0 0 0,0-1 0 0 0,-8 24 0 0 0,14-33-29 0 0,1 0 0 0 0,0 0 0 0 0,-1 0-1 0 0,1 0 1 0 0,1 0 0 0 0,-1 0-1 0 0,1 0 1 0 0,0 0 0 0 0,-1 1 0 0 0,2-1-1 0 0,-1 0 1 0 0,0 0 0 0 0,1 0-1 0 0,0 0 1 0 0,0 0 0 0 0,0 0 0 0 0,1 0-1 0 0,2 6 1 0 0,-2-8-11 0 0,0 0 1 0 0,0 0-1 0 0,0 1 0 0 0,0-1 0 0 0,1 0 1 0 0,-1-1-1 0 0,1 1 0 0 0,-1 0 1 0 0,1-1-1 0 0,0 1 0 0 0,-1-1 1 0 0,1 0-1 0 0,0 0 0 0 0,0 0 0 0 0,0 0 1 0 0,0-1-1 0 0,0 1 0 0 0,0-1 1 0 0,0 0-1 0 0,0 0 0 0 0,0 0 1 0 0,0 0-1 0 0,0 0 0 0 0,6-2 0 0 0,1 0-20 0 0,0 0-1 0 0,0 0 1 0 0,0-1-1 0 0,0-1 1 0 0,18-8-1 0 0,-8 0-59 0 0,-1-1 0 0 0,-1-1-1 0 0,-1 0 1 0 0,0-1 0 0 0,0-1 0 0 0,-2 0-1 0 0,0-2 1 0 0,0 1 0 0 0,-2-2 0 0 0,-1 0 0 0 0,13-24-1 0 0,5-17-194 0 0,-3-2 0 0 0,28-92 0 0 0,-43 118 289 0 0,-2 0-1 0 0,-2-1 0 0 0,-1 0 0 0 0,4-71 0 0 0,-11 108-13 0 0,0-1 1 0 0,0 1-1 0 0,0-1 1 0 0,1 1-1 0 0,-1-1 1 0 0,0 1-1 0 0,-1-1 1 0 0,1 0-1 0 0,0 1 1 0 0,0-1-1 0 0,0 1 1 0 0,0-1-1 0 0,0 1 1 0 0,0-1-1 0 0,-1 1 0 0 0,1-1 1 0 0,0 1-1 0 0,0-1 1 0 0,-1 1-1 0 0,1-1 1 0 0,0 1-1 0 0,-1-1 1 0 0,1 1-1 0 0,-1 0 1 0 0,0-1-1 0 0,1 1 0 0 0,-1 0 0 0 0,0 0-1 0 0,1 0 1 0 0,-1 0 0 0 0,0 0-1 0 0,1 0 1 0 0,-1 0 0 0 0,1 1-1 0 0,-1-1 1 0 0,1 0-1 0 0,-1 0 1 0 0,0 1 0 0 0,1-1-1 0 0,-1 0 1 0 0,1 1 0 0 0,0-1-1 0 0,-1 1 1 0 0,0 0 0 0 0,-20 24 34 0 0,3 8 8 0 0,2 1-1 0 0,0 0 1 0 0,-13 47-1 0 0,-18 111 170 0 0,40-152-38 0 0,-4 69 0 0 0,10-92-772 0 0,1 0-1 0 0,1 0 1 0 0,1 0 0 0 0,0 0 0 0 0,2 0 0 0 0,7 27 0 0 0,-8-38-237 0 0,-1-1 0 0 0,0 0 1 0 0,1 0-1 0 0,0 0 0 0 0,1 0 1 0 0,4 6-1 0 0,8 3-3840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2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43 808 992 0 0,'-3'2'680'0'0,"-1"0"1"0"0,1 0-1 0 0,-1 0 1 0 0,1 1-1 0 0,0-1 1 0 0,-1 1-1 0 0,1 0 0 0 0,1 0 1 0 0,-4 5-1 0 0,5-7-522 0 0,0 0-1 0 0,0 0 1 0 0,0 1-1 0 0,1-1 0 0 0,-1 0 1 0 0,0 1-1 0 0,1-1 1 0 0,-1 1-1 0 0,1-1 1 0 0,0 1-1 0 0,0-1 1 0 0,-1 1-1 0 0,1-1 1 0 0,0 1-1 0 0,0-1 1 0 0,0 1-1 0 0,1 0 0 0 0,-1-1 1 0 0,0 1-1 0 0,0-1 1 0 0,1 1-1 0 0,-1-1 1 0 0,1 0-1 0 0,0 1 1 0 0,-1-1-1 0 0,1 1 1 0 0,1 0-1 0 0,-1-1-98 0 0,-1 0-1 0 0,1 0 1 0 0,0 0-1 0 0,0-1 1 0 0,1 1-1 0 0,-1 0 1 0 0,0 0-1 0 0,0-1 1 0 0,0 1-1 0 0,0-1 1 0 0,0 1-1 0 0,1-1 1 0 0,-1 0-1 0 0,0 1 1 0 0,0-1-1 0 0,1 0 1 0 0,-1 0-1 0 0,2 0 1 0 0,23-1 291 0 0,-23 1-319 0 0,14-3 45 0 0,0 0-1 0 0,-1-1 1 0 0,1-1-1 0 0,-1 0 1 0 0,26-14 0 0 0,-3 0-40 0 0,37-27 0 0 0,-43 23-89 0 0,-1 0 1 0 0,-2-3-1 0 0,-1 0 1 0 0,-1-2-1 0 0,-1-1 0 0 0,-1-1 1 0 0,-2-1-1 0 0,28-47 1 0 0,-28 37-51 0 0,-2-2 1 0 0,-2-1-1 0 0,-2 0 1 0 0,-2-1-1 0 0,-1-1 1 0 0,12-73-1 0 0,-23 93 129 0 0,0-48-1 0 0,-4 74-25 0 0,0-1 0 0 0,0 1 0 0 0,0 0 1 0 0,0 0-1 0 0,0-1 0 0 0,0 1 0 0 0,0 0 0 0 0,0 0 0 0 0,0-1 0 0 0,0 1 1 0 0,0 0-1 0 0,0 0 0 0 0,0-1 0 0 0,0 1 0 0 0,0 0 0 0 0,0 0 1 0 0,0 0-1 0 0,0-1 0 0 0,-1 1 0 0 0,1 0 0 0 0,0 0 0 0 0,0 0 1 0 0,0-1-1 0 0,0 1 0 0 0,-1 0 0 0 0,1 0 0 0 0,0 0 0 0 0,0 0 1 0 0,0-1-1 0 0,0 1 0 0 0,-1 0 0 0 0,1 0 0 0 0,0 0 0 0 0,0 0 1 0 0,-1 0-1 0 0,1 0 0 0 0,0 0 0 0 0,0 0 0 0 0,-1 0 0 0 0,1 0 1 0 0,-12 5 63 0 0,-9 14 1 0 0,-2 16-13 0 0,0 1 0 0 0,2 2 0 0 0,-30 78-1 0 0,32-73 57 0 0,-71 190 582 0 0,76-186-538 0 0,1-1-1 0 0,3 2 1 0 0,-5 55 0 0 0,15-94-123 0 0,-1 0 1 0 0,1-1-1 0 0,0 1 0 0 0,1 0 1 0 0,0 0-1 0 0,1 0 0 0 0,0-1 1 0 0,0 1-1 0 0,1-1 0 0 0,0 1 0 0 0,0-1 1 0 0,7 11-1 0 0,-8-15-79 0 0,1-1-1 0 0,-1 1 1 0 0,1-1-1 0 0,0 0 1 0 0,0 0-1 0 0,0 0 1 0 0,0 0 0 0 0,1-1-1 0 0,-1 1 1 0 0,1-1-1 0 0,0 0 1 0 0,-1 0-1 0 0,1 0 1 0 0,0 0-1 0 0,0-1 1 0 0,0 1 0 0 0,0-1-1 0 0,1 0 1 0 0,-1-1-1 0 0,0 1 1 0 0,0-1-1 0 0,1 0 1 0 0,-1 0-1 0 0,0 0 1 0 0,1 0-1 0 0,-1-1 1 0 0,5-1 0 0 0,4 0-327 0 0,0-2 1 0 0,0 0 0 0 0,-1 0-1 0 0,0-1 1 0 0,0-1 0 0 0,0 0-1 0 0,18-13 1 0 0,-13 6 16 0 0,-1 0 1 0 0,0-1-1 0 0,0-1 1 0 0,15-20 0 0 0,-2-3-32 0 0,-2-2 1 0 0,-2-1-1 0 0,30-62 1 0 0,49-147 1153 0 0,-45 79 2826 0 0,-54 156-3111 0 0,-9 23-275 0 0,-10 27-119 0 0,-50 164 1518 0 0,-42 221 0 0 0,104-409-1553 0 0,-2 4 171 0 0,2 1 0 0 0,-2 24 0 0 0,23-53-144 0 0,38-70-113 0 0,39-52-65 0 0,-83 120 68 0 0,1 0 1 0 0,0 1 0 0 0,1 1 0 0 0,0 0 0 0 0,1 1 0 0 0,22-12-1 0 0,-36 22 26 0 0,1 1 0 0 0,-1-1 0 0 0,1 1 0 0 0,0 0 0 0 0,0 0-1 0 0,-1 0 1 0 0,1 0 0 0 0,0 1 0 0 0,0-1 0 0 0,0 1-1 0 0,0 0 1 0 0,0-1 0 0 0,0 1 0 0 0,0 1 0 0 0,0-1-1 0 0,0 0 1 0 0,-1 1 0 0 0,1 0 0 0 0,0-1 0 0 0,0 1-1 0 0,3 2 1 0 0,-3-2 11 0 0,-1 1-1 0 0,1 0 1 0 0,-1 0-1 0 0,1 0 1 0 0,-1 0 0 0 0,0 1-1 0 0,0-1 1 0 0,0 0-1 0 0,0 1 1 0 0,-1-1-1 0 0,1 1 1 0 0,-1 0-1 0 0,1 0 1 0 0,-1 0 0 0 0,0-1-1 0 0,0 1 1 0 0,0 0-1 0 0,-1 0 1 0 0,1 0-1 0 0,0 5 1 0 0,0 17 85 0 0,-1 1 0 0 0,-1-1 0 0 0,-1 0 0 0 0,-5 27 1 0 0,1-18 17 0 0,0 47 1 0 0,10-54 29 0 0,-4-26-126 0 0,0 0-1 0 0,1 0 1 0 0,-1 0-1 0 0,0 0 1 0 0,1 0-1 0 0,-1 0 1 0 0,1 0-1 0 0,-1 0 0 0 0,1 0 1 0 0,-1 0-1 0 0,1 0 1 0 0,0-1-1 0 0,-1 1 1 0 0,1 0-1 0 0,0 0 0 0 0,0-1 1 0 0,0 1-1 0 0,0 0 1 0 0,-1-1-1 0 0,1 1 1 0 0,0-1-1 0 0,0 1 1 0 0,0-1-1 0 0,0 1 0 0 0,0-1 1 0 0,2 0-1 0 0,7 0 5 0 0,-1 0-1 0 0,1-1 1 0 0,0 0-1 0 0,0-1 1 0 0,-1 0-1 0 0,1 0 1 0 0,-1-1 0 0 0,0-1-1 0 0,1 0 1 0 0,-1 0-1 0 0,-1 0 1 0 0,9-6-1 0 0,17-12-20 0 0,48-42 0 0 0,-60 46 14 0 0,0-2 0 0 0,-1 0 0 0 0,-1-1 0 0 0,-1-2 1 0 0,-1 0-1 0 0,-1 0 0 0 0,-1-2 0 0 0,15-31 0 0 0,-29 52 56 0 0,0-1 0 0 0,-1 1 0 0 0,1-1 0 0 0,-1 0 0 0 0,0 0 0 0 0,0 1 0 0 0,0-1 0 0 0,-1 0 0 0 0,0 0 0 0 0,0 0 0 0 0,0 0 0 0 0,-2-9 0 0 0,2 13-58 0 0,0 1-1 0 0,-1-1 1 0 0,1 0-1 0 0,-1 1 1 0 0,1-1-1 0 0,0 1 1 0 0,-1-1-1 0 0,1 1 1 0 0,-1-1 0 0 0,0 1-1 0 0,1 0 1 0 0,-1-1-1 0 0,1 1 1 0 0,-1 0-1 0 0,0-1 1 0 0,1 1-1 0 0,-1 0 1 0 0,0 0 0 0 0,1-1-1 0 0,-1 1 1 0 0,0 0-1 0 0,1 0 1 0 0,-1 0-1 0 0,0 0 1 0 0,0 0-1 0 0,1 0 1 0 0,-1 0 0 0 0,0 0-1 0 0,1 0 1 0 0,-1 0-1 0 0,0 1 1 0 0,1-1-1 0 0,-1 0 1 0 0,-1 1-1 0 0,-22 8 47 0 0,10-1-19 0 0,1 1 0 0 0,1 0-1 0 0,-1 0 1 0 0,1 2 0 0 0,1-1 0 0 0,0 2 0 0 0,1-1-1 0 0,-12 17 1 0 0,9-9 78 0 0,1 1 1 0 0,0 0-1 0 0,1 1 1 0 0,-14 42-1 0 0,22-57-64 0 0,1 1-1 0 0,1 0 1 0 0,-1 0-1 0 0,1 0 1 0 0,0 1 0 0 0,1-1-1 0 0,-1 0 1 0 0,1 0-1 0 0,1 0 1 0 0,0 0-1 0 0,2 12 1 0 0,-2-16-28 0 0,0 0 1 0 0,0 0-1 0 0,0-1 1 0 0,1 1-1 0 0,-1 0 0 0 0,1-1 1 0 0,0 1-1 0 0,0-1 1 0 0,0 1-1 0 0,0-1 1 0 0,0 0-1 0 0,0 0 0 0 0,1 0 1 0 0,-1 0-1 0 0,1 0 1 0 0,-1 0-1 0 0,1-1 0 0 0,0 1 1 0 0,-1-1-1 0 0,1 0 1 0 0,0 0-1 0 0,0 0 0 0 0,0 0 1 0 0,0 0-1 0 0,0-1 1 0 0,0 1-1 0 0,0-1 0 0 0,5 0 1 0 0,14 0-605 0 0,0 0 0 0 0,0-2 1 0 0,-1 0-1 0 0,1-2 0 0 0,28-8 0 0 0,-28 5-2326 0 0,-1 0 0 0 0,35-19 0 0 0,-32 12-2691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2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1276 0 0,'-39'0'2465'0'0,"-33"1"3660"0"0,-90-12 0 0 0,154 8-5309 0 0,10-2-395 0 0,11-2-189 0 0,10 0-338 0 0,1 2 1 0 0,-1 0 0 0 0,1 1 0 0 0,-1 2 0 0 0,28 0 0 0 0,-12 0-541 0 0,230-12-8094 0 0,-201 9 3701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1252 0 0,'0'0'5647'0'0,"0"-1"-5595"0"0,0 1-1 0 0,0 0 0 0 0,0-1 0 0 0,-1 1 1 0 0,1 0-1 0 0,0-1 0 0 0,0 1 1 0 0,0 0-1 0 0,0-1 0 0 0,0 1 0 0 0,0 0 1 0 0,0-1-1 0 0,0 1 0 0 0,0 0 1 0 0,1-1-1 0 0,-1 1 0 0 0,0 0 1 0 0,0-1-1 0 0,0 1 0 0 0,0 0 0 0 0,0-1 1 0 0,1 1-1 0 0,-1 0 0 0 0,0-1 1 0 0,0 1-1 0 0,0 0 0 0 0,1-1 0 0 0,5 5 41 0 0,1-1-1 0 0,-1 1 0 0 0,0 0 0 0 0,0 0 1 0 0,-1 1-1 0 0,1 0 0 0 0,8 10 0 0 0,33 47 267 0 0,-20-25-193 0 0,57 91 165 0 0,-9-12 54 0 0,-59-92 2164 0 0,-1-29-2083 0 0,-13 2-430 0 0,1 0 0 0 0,-1-1-1 0 0,0 1 1 0 0,1 0 0 0 0,-2-1 0 0 0,1 1 0 0 0,0-1-1 0 0,-1 0 1 0 0,1 1 0 0 0,0-8 0 0 0,0 7-4 0 0,15-53-39 0 0,4 0 0 0 0,2 2 0 0 0,2 1 1 0 0,40-63-1 0 0,-64 115-6 0 0,0 0 1 0 0,1 0-1 0 0,0 0 1 0 0,-1 0-1 0 0,1 0 1 0 0,0 0-1 0 0,0 1 0 0 0,3-3 1 0 0,-4 3 1 0 0,0 1 0 0 0,-1 0 0 0 0,1-1 1 0 0,0 1-1 0 0,-1 0 0 0 0,1 0 0 0 0,0 0 0 0 0,-1-1 1 0 0,1 1-1 0 0,0 0 0 0 0,0 0 0 0 0,-1 0 0 0 0,1 0 0 0 0,0 0 1 0 0,-1 0-1 0 0,1 1 0 0 0,0-1 0 0 0,-1 0 0 0 0,1 0 1 0 0,0 0-1 0 0,0 1 0 0 0,2 1-103 0 0,-1 0-1 0 0,0 0 1 0 0,0 0 0 0 0,0 1-1 0 0,0-1 1 0 0,0 1 0 0 0,0-1 0 0 0,0 1-1 0 0,-1-1 1 0 0,0 1 0 0 0,1 0-1 0 0,0 4 1 0 0,7 15-1208 0 0,-6-13-111 0 0,0-1 0 0 0,1 1 0 0 0,9 15 0 0 0,-6-13-912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287 454 1868 0 0,'0'-5'503'0'0,"0"0"1"0"0,0 0-1 0 0,0 0 0 0 0,0 0 0 0 0,-1 1 1 0 0,0-1-1 0 0,0 0 0 0 0,-1 0 1 0 0,1 1-1 0 0,-1-1 0 0 0,0 1 0 0 0,0 0 1 0 0,0-1-1 0 0,-1 1 0 0 0,1 0 0 0 0,-4-4 1 0 0,4 7-472 0 0,1 1 0 0 0,0-1 0 0 0,0 0 0 0 0,0 0 1 0 0,-1 1-1 0 0,1-1 0 0 0,0 1 0 0 0,-1-1 0 0 0,1 1 1 0 0,-1-1-1 0 0,1 1 0 0 0,0 0 0 0 0,-1 0 0 0 0,1 0 1 0 0,-1 0-1 0 0,1 0 0 0 0,-1 0 0 0 0,1 0 0 0 0,-1 0 0 0 0,1 1 1 0 0,-3 0-1 0 0,0 0-3 0 0,1 0 1 0 0,-1 0-1 0 0,0 1 0 0 0,1 0 1 0 0,-1 0-1 0 0,-5 4 1 0 0,-12 12 53 0 0,0 1 0 0 0,2 1 1 0 0,0 1-1 0 0,2 1 0 0 0,0 0 1 0 0,1 1-1 0 0,2 1 0 0 0,-22 45 1 0 0,33-62-66 0 0,0 0 0 0 0,1 0 1 0 0,-1 0-1 0 0,1 1 0 0 0,1-1 1 0 0,0 1-1 0 0,0 0 0 0 0,0-1 1 0 0,1 1-1 0 0,0 0 0 0 0,0-1 1 0 0,3 15-1 0 0,-2-19-11 0 0,0 0 0 0 0,0 1 0 0 0,0-1 0 0 0,1 0 0 0 0,-1 0 0 0 0,1 0-1 0 0,-1 0 1 0 0,1-1 0 0 0,0 1 0 0 0,1 0 0 0 0,-1-1 0 0 0,0 1 0 0 0,1-1 0 0 0,-1 0 0 0 0,1 0 0 0 0,0 0 0 0 0,-1 0 0 0 0,1 0 0 0 0,0-1 0 0 0,0 1 0 0 0,0-1-1 0 0,1 0 1 0 0,-1 0 0 0 0,0 0 0 0 0,0 0 0 0 0,1 0 0 0 0,-1-1 0 0 0,0 1 0 0 0,1-1 0 0 0,-1 0 0 0 0,4-1 0 0 0,1 1-19 0 0,0 0 1 0 0,0-1 0 0 0,-1 0-1 0 0,1-1 1 0 0,0 0 0 0 0,-1 0-1 0 0,1-1 1 0 0,-1 0 0 0 0,0 0-1 0 0,0 0 1 0 0,0-1 0 0 0,-1 0-1 0 0,1 0 1 0 0,-1-1 0 0 0,0 0-1 0 0,0 0 1 0 0,0-1 0 0 0,-1 1-1 0 0,0-1 1 0 0,0 0 0 0 0,5-9 0 0 0,2-5 178 0 0,0-1 1 0 0,-2 0 0 0 0,0-1-1 0 0,-2 0 1 0 0,10-39 0 0 0,-18 60-154 0 0,9-34 779 0 0,-8 28-545 0 0,-6 22-181 0 0,-2 4-24 0 0,2 1-1 0 0,1 0 1 0 0,-4 30 0 0 0,8-42-30 0 0,-1 0 0 0 0,1 0 0 0 0,0 0 0 0 0,1 0 0 0 0,0 0 0 0 0,0 0 0 0 0,1-1 0 0 0,0 1 0 0 0,0 0 0 0 0,1-1 1 0 0,6 14-1 0 0,-6-17-71 0 0,0 0 0 0 0,0-1 0 0 0,0 1 0 0 0,0-1 0 0 0,1 0 0 0 0,-1 0 1 0 0,1 0-1 0 0,0-1 0 0 0,0 1 0 0 0,0-1 0 0 0,0 0 0 0 0,1 0 0 0 0,-1 0 1 0 0,0-1-1 0 0,1 0 0 0 0,-1 1 0 0 0,1-1 0 0 0,0-1 0 0 0,-1 1 0 0 0,1-1 0 0 0,0 0 1 0 0,-1 0-1 0 0,6-1 0 0 0,7 0-213 0 0,-1-1 0 0 0,1-1 0 0 0,0 0 1 0 0,-1-2-1 0 0,17-6 0 0 0,-13 4 31 0 0,-1-2 0 0 0,0 0 1 0 0,0-2-1 0 0,-1 0 0 0 0,-1-1 0 0 0,33-28 0 0 0,-29 20 51 0 0,-1-1 0 0 0,-1-1 0 0 0,-1-1 0 0 0,23-38 0 0 0,-14 11 290 0 0,-2 0-1 0 0,-2-2 1 0 0,-3 0 0 0 0,25-99-1 0 0,-29 64 1128 0 0,-10 44-465 0 0,-6 29-244 0 0,-6 27-390 0 0,-9 31-76 0 0,-7 42 65 0 0,3 1 0 0 0,4 0 0 0 0,-5 115 1 0 0,19-183-65 0 0,1-1 1 0 0,2 1 0 0 0,-1 0 0 0 0,2-1 0 0 0,0 1 0 0 0,2-1 0 0 0,11 32 0 0 0,-14-45-70 0 0,0 0 0 0 0,1 0 1 0 0,-1 0-1 0 0,1 0 1 0 0,0 0-1 0 0,0-1 0 0 0,1 0 1 0 0,-1 1-1 0 0,1-1 0 0 0,0-1 1 0 0,0 1-1 0 0,1 0 0 0 0,-1-1 1 0 0,1 0-1 0 0,0 0 0 0 0,-1 0 1 0 0,1-1-1 0 0,0 0 1 0 0,1 0-1 0 0,-1 0 0 0 0,0 0 1 0 0,0-1-1 0 0,1 0 0 0 0,-1 0 1 0 0,1 0-1 0 0,-1-1 0 0 0,1 0 1 0 0,-1 0-1 0 0,1 0 0 0 0,8-2 1 0 0,-3 0-49 0 0,1-1 0 0 0,-1-1 0 0 0,0 0-1 0 0,0 0 1 0 0,0-1 0 0 0,-1 0 0 0 0,1-1 0 0 0,-1 0 0 0 0,-1-1 0 0 0,1 0 0 0 0,-1-1 0 0 0,0 0 0 0 0,-1 0 0 0 0,0 0 0 0 0,14-20-1 0 0,1-5 118 0 0,-1-2 0 0 0,-1-1 0 0 0,17-44 0 0 0,-25 51 1256 0 0,-1-2-1 0 0,9-31 0 0 0,-21 59-987 0 0,-5 21-190 0 0,0-2-80 0 0,-32 119 205 0 0,34-119-231 0 0,1-1 1 0 0,0 0-1 0 0,2 0 0 0 0,-1 0 0 0 0,2 1 0 0 0,0-1 1 0 0,3 16-1 0 0,-3-27-26 0 0,-1-1 0 0 0,1 1 0 0 0,0 0 0 0 0,0-1 0 0 0,1 1 1 0 0,-1 0-1 0 0,1-1 0 0 0,0 0 0 0 0,0 1 0 0 0,0-1 0 0 0,0 0 0 0 0,0 0 0 0 0,1 0 0 0 0,-1 0 1 0 0,1-1-1 0 0,0 1 0 0 0,0-1 0 0 0,0 1 0 0 0,0-1 0 0 0,0 0 0 0 0,0 0 0 0 0,1-1 0 0 0,-1 1 0 0 0,1-1 1 0 0,-1 1-1 0 0,1-1 0 0 0,0 0 0 0 0,-1 0 0 0 0,1-1 0 0 0,0 1 0 0 0,0-1 0 0 0,-1 0 0 0 0,1 0 1 0 0,4-1-1 0 0,3 0-80 0 0,-1 0 0 0 0,1-2 0 0 0,-1 1 0 0 0,0-1 0 0 0,0-1 0 0 0,0 0 1 0 0,0 0-1 0 0,-1-1 0 0 0,1 0 0 0 0,-1 0 0 0 0,9-9 0 0 0,-3 2-51 0 0,-1-1 0 0 0,0-1 0 0 0,-1 0 0 0 0,-1-1-1 0 0,21-31 1 0 0,-8 2 314 0 0,21-48 0 0 0,-30 53 451 0 0,-15 37-514 0 0,-7 23 57 0 0,-7 17 120 0 0,-11 52 0 0 0,21-76-262 0 0,1-1 0 0 0,0 1 0 0 0,1 0 0 0 0,1 0 0 0 0,0 0 0 0 0,1 0 0 0 0,4 21 0 0 0,-5-32-24 0 0,1 1 1 0 0,0-1 0 0 0,0 0-1 0 0,1 0 1 0 0,-1 0 0 0 0,1-1-1 0 0,-1 1 1 0 0,1 0 0 0 0,0-1-1 0 0,0 1 1 0 0,0-1 0 0 0,0 1-1 0 0,1-1 1 0 0,-1 0 0 0 0,1 0-1 0 0,4 4 1 0 0,-2-4 1 0 0,1 1 0 0 0,-1-1 1 0 0,0 0-1 0 0,1 0 0 0 0,-1-1 0 0 0,1 1 1 0 0,0-1-1 0 0,10 0 0 0 0,-1-1-8 0 0,0 0-1 0 0,0-1 1 0 0,-1-1 0 0 0,1 0-1 0 0,-1-1 1 0 0,24-8 0 0 0,-18 3-47 0 0,1-1 0 0 0,-1 0 1 0 0,-1-2-1 0 0,1 0 0 0 0,-2-1 1 0 0,0-1-1 0 0,0-1 1 0 0,-2 0-1 0 0,1-1 0 0 0,-2-1 1 0 0,0-1-1 0 0,-1 0 0 0 0,-1-1 1 0 0,0 0-1 0 0,-1-1 0 0 0,-2 0 1 0 0,10-21-1 0 0,-15 28 124 0 0,-1-1 0 0 0,5-22-1 0 0,-8 30-17 0 0,0 1 0 0 0,-1 0-1 0 0,0 0 1 0 0,1 0-1 0 0,-2 0 1 0 0,1 0 0 0 0,0 0-1 0 0,-1 0 1 0 0,1 0 0 0 0,-1 0-1 0 0,-1 0 1 0 0,-1-5-1 0 0,3 8-48 0 0,-1 0-1 0 0,1 1 0 0 0,-1-1 1 0 0,0 0-1 0 0,1 1 1 0 0,-1-1-1 0 0,0 0 0 0 0,1 1 1 0 0,-1-1-1 0 0,0 1 1 0 0,0-1-1 0 0,1 1 0 0 0,-1-1 1 0 0,0 1-1 0 0,0 0 0 0 0,0-1 1 0 0,0 1-1 0 0,0 0 1 0 0,0 0-1 0 0,1 0 0 0 0,-1 0 1 0 0,0 0-1 0 0,0 0 1 0 0,0 0-1 0 0,0 0 0 0 0,0 0 1 0 0,-1 0-1 0 0,-1 1 11 0 0,0-1-1 0 0,1 1 1 0 0,-1 0 0 0 0,0 0-1 0 0,0 0 1 0 0,1 0 0 0 0,-5 2-1 0 0,-3 4 52 0 0,1 0 0 0 0,-1 1-1 0 0,1 0 1 0 0,0 1 0 0 0,1 0-1 0 0,0 0 1 0 0,0 1 0 0 0,1-1-1 0 0,-8 16 1 0 0,8-11 10 0 0,-1 1 1 0 0,2 0 0 0 0,0 0-1 0 0,1 0 1 0 0,1 0 0 0 0,-5 28-1 0 0,8-38-57 0 0,1 0 0 0 0,-1 1-1 0 0,1-1 1 0 0,0 0 0 0 0,1 0-1 0 0,-1 0 1 0 0,1 1 0 0 0,0-1-1 0 0,0 0 1 0 0,1 0 0 0 0,-1 0-1 0 0,1 0 1 0 0,0 0 0 0 0,1-1-1 0 0,-1 1 1 0 0,1-1 0 0 0,0 1-1 0 0,0-1 1 0 0,0 0 0 0 0,1 0-1 0 0,-1 0 1 0 0,9 6 0 0 0,-4-5-146 0 0,-1 0 1 0 0,1 0-1 0 0,1-1 0 0 0,-1 0 1 0 0,1-1-1 0 0,-1 0 1 0 0,1 0-1 0 0,0-1 0 0 0,0 0 1 0 0,0 0-1 0 0,0-1 1 0 0,12 0-1 0 0,5-1-2180 0 0,44-5 0 0 0,-6-8-4114 0 0,-28 2 735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296 396 200 0 0,'-5'-22'7476'0'0,"-11"-32"0"0"0,15 53-7370 0 0,1 0 0 0 0,-1 0-1 0 0,1 0 1 0 0,-1-1 0 0 0,1 1 0 0 0,-1 0 0 0 0,0 0-1 0 0,0 0 1 0 0,0 0 0 0 0,1 0 0 0 0,-1 0-1 0 0,0 1 1 0 0,0-1 0 0 0,0 0 0 0 0,0 0 0 0 0,-1 1-1 0 0,1-1 1 0 0,0 0 0 0 0,0 1 0 0 0,0-1-1 0 0,0 1 1 0 0,-1 0 0 0 0,1-1 0 0 0,0 1 0 0 0,-1 0-1 0 0,1 0 1 0 0,0 0 0 0 0,0 0 0 0 0,-1 0-1 0 0,1 0 1 0 0,0 0 0 0 0,-1 0 0 0 0,-1 1 0 0 0,-2 0-58 0 0,1 0 0 0 0,0 1 0 0 0,0 0 0 0 0,0-1 0 0 0,0 2 0 0 0,0-1 1 0 0,-6 4-1 0 0,-9 9 22 0 0,0 1 0 0 0,0 1 0 0 0,2 1 0 0 0,0 1 0 0 0,1 0 0 0 0,1 1 0 0 0,1 0 0 0 0,1 1 0 0 0,0 1 0 0 0,-17 45 0 0 0,28-64-65 0 0,1 1 1 0 0,0-1-1 0 0,0 1 1 0 0,1-1-1 0 0,-1 1 1 0 0,1-1-1 0 0,-1 1 1 0 0,1 0-1 0 0,0 0 1 0 0,0-1-1 0 0,1 1 1 0 0,-1-1-1 0 0,1 1 1 0 0,0 0-1 0 0,0-1 0 0 0,0 1 1 0 0,0-1-1 0 0,1 1 1 0 0,-1-1-1 0 0,1 0 1 0 0,0 0-1 0 0,0 0 1 0 0,0 0-1 0 0,4 4 1 0 0,-1-2 2 0 0,0-1 1 0 0,0 0 0 0 0,1 0-1 0 0,-1-1 1 0 0,1 0-1 0 0,0 0 1 0 0,0 0 0 0 0,0 0-1 0 0,0-1 1 0 0,0 0-1 0 0,0-1 1 0 0,1 1 0 0 0,7 0-1 0 0,-1-1-33 0 0,-1 0 0 0 0,1-1 0 0 0,0 0 0 0 0,0-1 0 0 0,0-1 0 0 0,-1 0 0 0 0,1 0 0 0 0,-1-1 0 0 0,0-1 0 0 0,1 0 0 0 0,-2-1 0 0 0,1 0 0 0 0,0-1 0 0 0,-1 0 0 0 0,0-1 0 0 0,-1 0 0 0 0,1-1 0 0 0,-2 0 0 0 0,1-1 1 0 0,-1 0-1 0 0,0 0 0 0 0,-1-1 0 0 0,0 0 0 0 0,0 0 0 0 0,-1-1 0 0 0,-1 0 0 0 0,1 0 0 0 0,-2-1 0 0 0,0 1 0 0 0,0-1 0 0 0,-1 0 0 0 0,-1-1 0 0 0,3-14 0 0 0,-4 12-15 0 0,0 1 0 0 0,0-1 0 0 0,-2 0 1 0 0,0 0-1 0 0,-2-16 0 0 0,1 27 27 0 0,1-1 1 0 0,-1 1-1 0 0,0-1 0 0 0,0 1 0 0 0,0-1 0 0 0,-1 1 1 0 0,1 0-1 0 0,-1-1 0 0 0,0 1 0 0 0,-1 0 0 0 0,1 0 1 0 0,-1 1-1 0 0,0-1 0 0 0,1 0 0 0 0,-1 1 0 0 0,-1 0 1 0 0,1 0-1 0 0,-1 0 0 0 0,1 0 0 0 0,-7-4 0 0 0,7 6 6 0 0,-1 0-1 0 0,1 0 1 0 0,-1 0-1 0 0,0 0 1 0 0,0 1-1 0 0,1 0 1 0 0,-1-1-1 0 0,0 1 1 0 0,0 1-1 0 0,0-1 1 0 0,1 0-1 0 0,-1 1 0 0 0,0 0 1 0 0,1 0-1 0 0,-1 0 1 0 0,0 0-1 0 0,1 1 1 0 0,-6 2-1 0 0,0 1-6 0 0,0 0 0 0 0,1 0-1 0 0,0 1 1 0 0,0 0 0 0 0,-14 14 0 0 0,13-11 15 0 0,0 1 0 0 0,1 0 0 0 0,0 1 1 0 0,1-1-1 0 0,1 2 0 0 0,-1-1 0 0 0,2 1 1 0 0,-8 20-1 0 0,12-28 3 0 0,0 0-1 0 0,0 0 1 0 0,0 0 0 0 0,0 0-1 0 0,1 0 1 0 0,0 0 0 0 0,0 0 0 0 0,0 0-1 0 0,0 0 1 0 0,0 0 0 0 0,1-1-1 0 0,0 1 1 0 0,0 0 0 0 0,0 0-1 0 0,0 0 1 0 0,1 0 0 0 0,-1-1 0 0 0,1 1-1 0 0,0-1 1 0 0,0 1 0 0 0,0-1-1 0 0,1 0 1 0 0,-1 0 0 0 0,1 0-1 0 0,0 0 1 0 0,0 0 0 0 0,0 0 0 0 0,0-1-1 0 0,0 0 1 0 0,0 1 0 0 0,1-1-1 0 0,3 1 1 0 0,7 4 0 0 0,0-2-1 0 0,0 0 1 0 0,0 0 0 0 0,0-1-1 0 0,1-1 1 0 0,0-1-1 0 0,0 0 1 0 0,0-1 0 0 0,0 0-1 0 0,0-1 1 0 0,19-3 0 0 0,-5 0-8 0 0,1-2 0 0 0,-1-2 0 0 0,0 0 0 0 0,47-20 1 0 0,-43 13-9 0 0,-2-2 0 0 0,0-2 1 0 0,0 0-1 0 0,-2-2 1 0 0,-1-2-1 0 0,0 0 0 0 0,-1-2 1 0 0,30-35-1 0 0,-28 24 30 0 0,0-1-1 0 0,-3-1 1 0 0,-1-2-1 0 0,-2-1 1 0 0,36-83-1 0 0,-55 110-32 0 0,-11 22 34 0 0,-10 21 28 0 0,-220 546 1929 0 0,97-74-461 0 0,43 10-840 0 0,92-486-663 0 0,1-1-10 0 0,-39 171 172 0 0,37-178-137 0 0,0 0 0 0 0,-1 0-1 0 0,-1-1 1 0 0,0 0 0 0 0,-1 0-1 0 0,-1-1 1 0 0,-1 0 0 0 0,-17 19-1 0 0,24-30-19 0 0,0-1 0 0 0,-1 0-1 0 0,1-1 1 0 0,-1 1 0 0 0,0-1-1 0 0,0 0 1 0 0,0 0 0 0 0,-1 0-1 0 0,1-1 1 0 0,0 1 0 0 0,-1-1-1 0 0,0-1 1 0 0,1 1-1 0 0,-1-1 1 0 0,-9 1 0 0 0,11-2-6 0 0,0 0 0 0 0,1-1 0 0 0,-1 1 0 0 0,0-1 1 0 0,0 1-1 0 0,1-1 0 0 0,-1-1 0 0 0,1 1 0 0 0,-1 0 0 0 0,1-1 1 0 0,-1 1-1 0 0,1-1 0 0 0,0 0 0 0 0,0 0 0 0 0,0-1 0 0 0,0 1 1 0 0,0-1-1 0 0,0 1 0 0 0,1-1 0 0 0,-1 0 0 0 0,1 0 1 0 0,0 0-1 0 0,0 0 0 0 0,0 0 0 0 0,-2-4 0 0 0,0-3 4 0 0,0-1 0 0 0,0 1-1 0 0,1-1 1 0 0,0 0 0 0 0,1 0-1 0 0,1 0 1 0 0,-1 0 0 0 0,2 0-1 0 0,-1 0 1 0 0,2 0 0 0 0,-1-1-1 0 0,2 1 1 0 0,-1 0 0 0 0,2 0-1 0 0,5-19 1 0 0,5-5-23 0 0,0 1 0 0 0,2 1-1 0 0,30-48 1 0 0,-5 17-46 0 0,2 3-1 0 0,3 1 0 0 0,3 3 1 0 0,2 1-1 0 0,2 3 1 0 0,3 2-1 0 0,2 3 0 0 0,86-57 1 0 0,74-25-5022 0 0,-144 87-1825 0 0,-57 32 1619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63 212 0 0,'20'-54'10520'0'0,"-20"52"-9943"0"0,3-4 1477 0 0,-15 39-1211 0 0,-13 61 0 0 0,10-36-524 0 0,-29 101-65 0 0,-31 116 573 0 0,34-92-5377 0 0,35-152-647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4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335 107 1556 0 0,'98'-105'9757'0'0,"-96"103"-9034"0"0,-4 5-634 0 0,0 0 0 0 0,0-1 0 0 0,1 1 0 0 0,-2-1 0 0 0,1 0 0 0 0,0 1-1 0 0,0-1 1 0 0,-1 0 0 0 0,-2 2 0 0 0,1-1 13 0 0,-57 45 198 0 0,-1-3-1 0 0,-2-3 1 0 0,-127 63-1 0 0,190-104-285 0 0,0-1 0 0 0,0 1 0 0 0,0-1 0 0 0,-1 1 0 0 0,1-1 0 0 0,0 0 0 0 0,0 1 0 0 0,-1-1 0 0 0,1 0 0 0 0,0 0 0 0 0,-1 0 0 0 0,1 0 0 0 0,0 0 0 0 0,-3 0 0 0 0,4 0-11 0 0,0 0 0 0 0,-1-1 1 0 0,1 1-1 0 0,-1 0 0 0 0,1 0 0 0 0,-1 0 1 0 0,1-1-1 0 0,0 1 0 0 0,-1 0 0 0 0,1-1 1 0 0,0 1-1 0 0,-1 0 0 0 0,1-1 0 0 0,0 1 0 0 0,-1 0 1 0 0,1-1-1 0 0,0 1 0 0 0,0-1 0 0 0,-1 1 1 0 0,1 0-1 0 0,0-1 0 0 0,0 1 0 0 0,0-1 1 0 0,0 1-1 0 0,0-1 0 0 0,0 1 0 0 0,0-1 1 0 0,-1 1-1 0 0,2-1 0 0 0,-1-1 6 0 0,1 1-1 0 0,-1 0 1 0 0,1 1-1 0 0,-1-1 1 0 0,1 0-1 0 0,0 0 1 0 0,0 0 0 0 0,-1 0-1 0 0,1 0 1 0 0,0 1-1 0 0,0-1 1 0 0,0 0-1 0 0,0 1 1 0 0,0-1 0 0 0,0 1-1 0 0,0-1 1 0 0,0 1-1 0 0,2-1 1 0 0,24-7 221 0 0,-20 8-136 0 0,1 1 0 0 0,-1 0 0 0 0,0 0 0 0 0,1 0 0 0 0,-1 1 1 0 0,0 0-1 0 0,0 1 0 0 0,0 0 0 0 0,0 0 0 0 0,12 7 0 0 0,-9-3 13 0 0,1 1 0 0 0,-1 0 0 0 0,-1 1 1 0 0,1 0-1 0 0,13 18 0 0 0,-1 4 36 0 0,-1 1 1 0 0,-2 1-1 0 0,20 46 1 0 0,-13-22-87 0 0,-15-29-228 0 0,2-1 0 0 0,0 0 0 0 0,2-1 0 0 0,25 34 0 0 0,-37-57-247 0 0,0 1 0 0 0,0-1 1 0 0,0 0-1 0 0,1 0 0 0 0,0 0 1 0 0,-1 0-1 0 0,9 3 0 0 0,-10-5-75 0 0,0 0-1 0 0,0 0 1 0 0,0 0-1 0 0,0-1 1 0 0,0 1-1 0 0,1-1 0 0 0,-1 0 1 0 0,0 1-1 0 0,0-1 1 0 0,0 0-1 0 0,5-1 1 0 0,9-3-4218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5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12 481 2288 0 0,'0'0'10023'0'0,"0"0"-9923"0"0,-1 0-1 0 0,0 0 0 0 0,1 0 1 0 0,-1-1-1 0 0,0 1 1 0 0,1 0-1 0 0,-1 0 1 0 0,1 0-1 0 0,-1-1 1 0 0,0 1-1 0 0,1 0 1 0 0,-1-1-1 0 0,1 1 0 0 0,-1 0 1 0 0,1-1-1 0 0,-1 1 1 0 0,0-1-1 0 0,5-10 78 0 0,1 0 0 0 0,1 0 0 0 0,-1 1 0 0 0,2-1 0 0 0,13-16-1 0 0,48-48-226 0 0,-37 42 120 0 0,58-59-132 0 0,103-80-1 0 0,-173 154-125 0 0,-16 13 56 0 0,-13 9 116 0 0,-21 12-12 0 0,2 1 1 0 0,0 1-1 0 0,1 1 0 0 0,1 2 1 0 0,-49 48-1 0 0,74-67 28 0 0,-1 1 0 0 0,1-1 0 0 0,0 1 0 0 0,0 0 0 0 0,0 0 0 0 0,0 0 0 0 0,1 0 0 0 0,-1 0 0 0 0,1 1 0 0 0,0-1 0 0 0,0 0 0 0 0,0 1 0 0 0,0-1 0 0 0,1 1 0 0 0,-1-1 0 0 0,1 1 0 0 0,0-1 0 0 0,0 1 0 0 0,0-1 0 0 0,1 5 0 0 0,1-2 3 0 0,0-1 1 0 0,0 0 0 0 0,0 0 0 0 0,0 0 0 0 0,1-1-1 0 0,0 1 1 0 0,0-1 0 0 0,0 1 0 0 0,0-1 0 0 0,1 0-1 0 0,0 0 1 0 0,5 4 0 0 0,49 38 12 0 0,-37-30-7 0 0,0 1 0 0 0,25 27 0 0 0,-45-43 2 0 0,0 0 1 0 0,0 0-1 0 0,-1 0 0 0 0,1 0 0 0 0,0 0 0 0 0,0 0 0 0 0,0 1 0 0 0,-1-1 0 0 0,1 0 1 0 0,-1 0-1 0 0,1 1 0 0 0,-1-1 0 0 0,1 0 0 0 0,-1 1 0 0 0,0-1 0 0 0,0 1 0 0 0,0-1 1 0 0,0 0-1 0 0,0 1 0 0 0,0-1 0 0 0,0 1 0 0 0,0 1 0 0 0,-1-1 10 0 0,0-1-1 0 0,0 1 1 0 0,0 0-1 0 0,0 0 1 0 0,0-1-1 0 0,0 1 1 0 0,-1 0-1 0 0,1-1 1 0 0,-1 0-1 0 0,1 1 1 0 0,-1-1-1 0 0,1 0 1 0 0,-4 2-1 0 0,-1 1 31 0 0,-1-1-1 0 0,1 0 0 0 0,-1 0 0 0 0,0 0 0 0 0,0-1 1 0 0,0 0-1 0 0,-11 1 0 0 0,-4-2-32 0 0,0 0 0 0 0,0-2 0 0 0,0 0 0 0 0,0-2 0 0 0,0 0 0 0 0,-27-9-1 0 0,48 12-90 0 0,0 0 0 0 0,1 0-1 0 0,-1 0 1 0 0,0 0 0 0 0,1-1-1 0 0,-1 1 1 0 0,0 0-1 0 0,1 0 1 0 0,-1-1 0 0 0,1 1-1 0 0,-1 0 1 0 0,0-1 0 0 0,1 1-1 0 0,-1-1 1 0 0,1 1-1 0 0,-1-1 1 0 0,1 1 0 0 0,-1-1-1 0 0,1 1 1 0 0,0-1-1 0 0,-1 0 1 0 0,1 1 0 0 0,0-1-1 0 0,-1 1 1 0 0,1-1 0 0 0,0 0-1 0 0,0 1 1 0 0,-1-2-1 0 0,1 1-55 0 0,1 0-1 0 0,-1-1 0 0 0,0 1 0 0 0,0 0 0 0 0,1 0 0 0 0,-1-1 0 0 0,1 1 0 0 0,-1 0 0 0 0,1 0 0 0 0,0 0 0 0 0,-1 0 0 0 0,1 0 0 0 0,1-2 0 0 0,30-26-4760 0 0,-12 14 414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5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33 2452 0 0,'30'-32'10920'0'0,"-23"31"-8713"0"0,-7 7-1950 0 0,0-5-272 0 0,-3 16 659 0 0,0 0 1 0 0,-9 28-1 0 0,-3 9-230 0 0,11-32-280 0 0,0 0-1 0 0,1 0 1 0 0,2 0-1 0 0,0 0 0 0 0,3 33 1 0 0,-1-49-149 0 0,0 0 0 0 0,0-1 0 0 0,1 1 1 0 0,-1-1-1 0 0,1 1 0 0 0,1-1 0 0 0,-1 0 0 0 0,1 1 0 0 0,0-1 1 0 0,0-1-1 0 0,5 7 0 0 0,-5-8-105 0 0,1 1 0 0 0,0-1 0 0 0,0 0 0 0 0,-1 0 0 0 0,2-1 0 0 0,-1 1 0 0 0,0-1 0 0 0,0 0 0 0 0,1 0 0 0 0,-1-1 0 0 0,1 1 0 0 0,0-1 0 0 0,-1 0 0 0 0,1 0 0 0 0,8 0 0 0 0,-4-1-253 0 0,0 0 1 0 0,0 0-1 0 0,-1-1 0 0 0,1 0 1 0 0,0-1-1 0 0,0 0 1 0 0,0-1-1 0 0,-1 1 0 0 0,1-2 1 0 0,-1 1-1 0 0,11-7 1 0 0,-5 2 28 0 0,0-1 0 0 0,-1-1 1 0 0,0 0-1 0 0,0-1 1 0 0,14-15-1 0 0,-16 13 264 0 0,0-1 0 0 0,-1 0-1 0 0,-1 0 1 0 0,10-21 0 0 0,24-62 2966 0 0,-23 46 346 0 0,-19 49-2739 0 0,-8 23 119 0 0,-20 50-9 0 0,13-37-824 0 0,1 1 1 0 0,2 0-1 0 0,-13 71 0 0 0,26-75-2740 0 0,6-14-2741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6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53 2032 0 0,'0'-4'806'0'0,"0"1"-1"0"0,0-1 1 0 0,0 0-1 0 0,-1 1 1 0 0,1-1-1 0 0,-1 0 1 0 0,-1-5-1 0 0,1 8-619 0 0,0 0 1 0 0,0 0-1 0 0,0 0 0 0 0,0-1 0 0 0,0 1 0 0 0,0 0 0 0 0,0 0 1 0 0,0 0-1 0 0,0 0 0 0 0,0 1 0 0 0,0-1 0 0 0,-1 0 0 0 0,1 0 1 0 0,0 1-1 0 0,0-1 0 0 0,-1 1 0 0 0,1-1 0 0 0,-1 1 0 0 0,1 0 1 0 0,-3-1-1 0 0,1 1-102 0 0,0 0 0 0 0,1 0 0 0 0,-1 1 0 0 0,0-1 1 0 0,0 1-1 0 0,0-1 0 0 0,1 1 0 0 0,-1 0 0 0 0,0 0 0 0 0,1 0 1 0 0,-1 0-1 0 0,-4 4 0 0 0,3-3 62 0 0,-11 7 58 0 0,1 0 0 0 0,0 1 0 0 0,0 1 0 0 0,1 0-1 0 0,-23 25 1 0 0,11-6 19 0 0,-33 50 0 0 0,48-64-169 0 0,1-1 1 0 0,0 2-1 0 0,-9 25 0 0 0,15-34-30 0 0,1-1 1 0 0,0 1-1 0 0,0 0 1 0 0,1 0-1 0 0,0 0 0 0 0,0 0 1 0 0,0 0-1 0 0,1 0 1 0 0,1 0-1 0 0,1 13 1 0 0,-1-19-27 0 0,0 1 1 0 0,-1-1-1 0 0,1 1 1 0 0,0 0-1 0 0,0-1 1 0 0,1 0-1 0 0,-1 1 1 0 0,1-1-1 0 0,-1 0 1 0 0,1 1-1 0 0,0-1 1 0 0,-1 0-1 0 0,1 0 1 0 0,0-1-1 0 0,0 1 1 0 0,1 0-1 0 0,2 1 1 0 0,0 0-139 0 0,-1-1 0 0 0,1 0 1 0 0,0 0-1 0 0,0-1 0 0 0,0 0 1 0 0,0 0-1 0 0,0 0 1 0 0,9 1-1 0 0,1-2-473 0 0,-1-1-1 0 0,1 0 1 0 0,-1-1 0 0 0,0-1-1 0 0,24-6 1 0 0,-22 3-305 0 0,-1 1-1 0 0,0-2 1 0 0,-1 0-1 0 0,0-1 1 0 0,20-14-1 0 0,4-8-1983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194 115 1604 0 0,'0'-103'7256'0'0,"0"102"-7230"0"0,0 1 1 0 0,1 0-1 0 0,-1-1 1 0 0,0 1-1 0 0,0 0 0 0 0,0-1 1 0 0,0 1-1 0 0,0 0 0 0 0,0-1 1 0 0,0 1-1 0 0,0 0 0 0 0,0-1 1 0 0,0 1-1 0 0,0 0 0 0 0,0-1 1 0 0,0 1-1 0 0,-1 0 1 0 0,1-1-1 0 0,0 1 0 0 0,0 0 1 0 0,0-1-1 0 0,0 1 0 0 0,0 0 1 0 0,-1 0-1 0 0,1-1 0 0 0,0 1 1 0 0,0 0-1 0 0,-1-1 0 0 0,1 1 1 0 0,0 0-1 0 0,0 0 0 0 0,-1 0 1 0 0,1-1-1 0 0,0 1 1 0 0,-1 0-1 0 0,1 0 0 0 0,0 0 1 0 0,-1 0-1 0 0,1 0 0 0 0,0 0 1 0 0,-1-1-1 0 0,1 1 0 0 0,0 0 1 0 0,-1 0-1 0 0,1 0 0 0 0,0 0 1 0 0,-1 0-1 0 0,1 0 0 0 0,0 0 1 0 0,-1 0-1 0 0,1 1 1 0 0,0-1-1 0 0,-1 0 0 0 0,1 0 1 0 0,0 0-1 0 0,-1 0 0 0 0,1 0 1 0 0,0 1-1 0 0,0-1 0 0 0,-1 0 1 0 0,-1 1 25 0 0,0 0 0 0 0,1 1 0 0 0,-1-1 0 0 0,1 0 0 0 0,-1 1 0 0 0,1 0 0 0 0,-1-1 0 0 0,1 1 0 0 0,-2 3 0 0 0,-10 24 343 0 0,2 1-1 0 0,1 1 0 0 0,1 0 0 0 0,-5 35 0 0 0,7-36-218 0 0,-32 170 499 0 0,-12 47-76 0 0,48-220-479 0 0,3-22-75 0 0,0-1 1 0 0,-1 1 0 0 0,1-1-1 0 0,-1 1 1 0 0,0-1 0 0 0,-3 9 0 0 0,38-58 2 0 0,-12 9-77 0 0,2 0 0 0 0,38-44 0 0 0,-47 63 18 0 0,1 1-1 0 0,1 0 1 0 0,0 1-1 0 0,0 1 0 0 0,2 1 1 0 0,24-14-1 0 0,-39 25 63 0 0,0 0 0 0 0,-1 0 0 0 0,1 1 0 0 0,0-1 0 0 0,1 1 0 0 0,-1 0 0 0 0,0 0 0 0 0,0 1 1 0 0,0-1-1 0 0,0 1 0 0 0,1 0 0 0 0,7 0 0 0 0,-10 1-23 0 0,0 0 1 0 0,0-1-1 0 0,0 1 1 0 0,0 0-1 0 0,0 0 1 0 0,0 0-1 0 0,0 0 1 0 0,-1 0 0 0 0,1 0-1 0 0,0 0 1 0 0,-1 1-1 0 0,1-1 1 0 0,-1 1-1 0 0,1-1 1 0 0,-1 1 0 0 0,0-1-1 0 0,1 1 1 0 0,-1 0-1 0 0,0 0 1 0 0,0 0-1 0 0,0-1 1 0 0,-1 1-1 0 0,1 0 1 0 0,0 0 0 0 0,-1 0-1 0 0,1 1 1 0 0,-1-1-1 0 0,1 2 1 0 0,0 7 185 0 0,0 0 1 0 0,-1 1-1 0 0,0-1 0 0 0,-1 0 1 0 0,-3 22-1 0 0,-20 57 300 0 0,5-19-231 0 0,16-60-234 0 0,3-10-39 0 0,-1 0-1 0 0,1 0 1 0 0,0 1-1 0 0,-1-1 1 0 0,1 0-1 0 0,0 0 1 0 0,-1 1-1 0 0,1-1 1 0 0,0 0-1 0 0,0 1 1 0 0,0-1-1 0 0,0 0 1 0 0,1 1-1 0 0,-1-1 1 0 0,0 0-1 0 0,0 0 1 0 0,1 1-1 0 0,-1-1 1 0 0,1 0-1 0 0,-1 0 1 0 0,1 0-1 0 0,0 2 1 0 0,1-1 17 0 0,1-3-16 0 0,3 0-121 0 0,1 0 0 0 0,-1-1 0 0 0,0 0 0 0 0,0 0 0 0 0,0 0 0 0 0,0-1 0 0 0,0 0 0 0 0,9-7 0 0 0,49-38-3004 0 0,-33 23 1012 0 0,10-8-3169 0 0,-22 17 542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96 781 584 0 0,'-26'8'3936'0'0,"-30"12"-1"0"0,55-20-3896 0 0,1 0-1 0 0,-1 0 1 0 0,0 0-1 0 0,1 0 1 0 0,-1 1-1 0 0,1-1 0 0 0,-1 0 1 0 0,0 0-1 0 0,1 1 1 0 0,-1-1-1 0 0,1 1 1 0 0,-1-1-1 0 0,1 0 1 0 0,-1 1-1 0 0,1-1 0 0 0,-1 1 1 0 0,1-1-1 0 0,0 1 1 0 0,-1-1-1 0 0,1 1 1 0 0,-1-1-1 0 0,1 1 0 0 0,0 0 1 0 0,0-1-1 0 0,-1 1 1 0 0,1-1-1 0 0,0 1 1 0 0,0 0-1 0 0,0-1 0 0 0,0 1 1 0 0,0 0-1 0 0,0-1 1 0 0,0 1-1 0 0,0 0 1 0 0,0-1-1 0 0,0 2 0 0 0,1-1-11 0 0,0 0-1 0 0,-1 0 1 0 0,1-1-1 0 0,0 1 0 0 0,0 0 1 0 0,0 0-1 0 0,0-1 0 0 0,0 1 1 0 0,0-1-1 0 0,0 1 1 0 0,1-1-1 0 0,-1 1 0 0 0,0-1 1 0 0,0 0-1 0 0,0 1 0 0 0,0-1 1 0 0,1 0-1 0 0,-1 0 1 0 0,0 0-1 0 0,0 0 0 0 0,2 0 1 0 0,12 0 13 0 0,-1-1 1 0 0,0-1 0 0 0,1 0-1 0 0,-1-1 1 0 0,0 0 0 0 0,-1-1-1 0 0,1-1 1 0 0,-1 0 0 0 0,23-12-1 0 0,-19 6-23 0 0,0 0 0 0 0,0-1-1 0 0,-1-1 1 0 0,-1 0-1 0 0,0-2 1 0 0,16-18 0 0 0,-5-1-44 0 0,-2-1-1 0 0,-1-1 1 0 0,-1-1 0 0 0,-2-1 0 0 0,-2 0 0 0 0,13-43-1 0 0,-5-3-51 0 0,-4 0-1 0 0,12-100 1 0 0,-33 154 33 0 0,-1 30 46 0 0,0-1 1 0 0,0 1-1 0 0,1 0 1 0 0,-1 0-1 0 0,0 0 1 0 0,0 0-1 0 0,0-1 1 0 0,0 1-1 0 0,0 0 1 0 0,0 0-1 0 0,0 0 1 0 0,-1 0-1 0 0,1-1 1 0 0,0 1-1 0 0,0 0 1 0 0,0 0-1 0 0,0 0 1 0 0,0 0-1 0 0,0-1 1 0 0,0 1-1 0 0,0 0 1 0 0,0 0-1 0 0,0 0 1 0 0,0 0 0 0 0,-1 0-1 0 0,1 0 1 0 0,0-1-1 0 0,0 1 1 0 0,0 0-1 0 0,0 0 1 0 0,0 0-1 0 0,-1 0 1 0 0,1 0-1 0 0,0 0 1 0 0,0 0-1 0 0,0 0 1 0 0,0 0-1 0 0,0 0 1 0 0,-1 0-1 0 0,1 0 1 0 0,-8 13 81 0 0,-10 37-67 0 0,-21 96 1 0 0,4 55 20 0 0,30-167-10 0 0,-2 51 0 0 0,7-77-11 0 0,0 1 1 0 0,1 0-1 0 0,0 0 1 0 0,0-1-1 0 0,1 1 1 0 0,0-1 0 0 0,0 1-1 0 0,1-1 1 0 0,0 0-1 0 0,1 0 1 0 0,5 11-1 0 0,-6-16-71 0 0,0 1-1 0 0,0-1 1 0 0,0 0-1 0 0,0 0 1 0 0,0 0-1 0 0,1 0 1 0 0,-1 0-1 0 0,1-1 1 0 0,0 1-1 0 0,0-1 1 0 0,0 0 0 0 0,0-1-1 0 0,0 1 1 0 0,0-1-1 0 0,1 1 1 0 0,-1-1-1 0 0,0 0 1 0 0,1-1-1 0 0,-1 1 1 0 0,1-1-1 0 0,6 0 1 0 0,-1-1-436 0 0,0 0 1 0 0,0-1-1 0 0,-1 1 1 0 0,1-2-1 0 0,-1 0 1 0 0,0 0-1 0 0,0 0 1 0 0,0-1 0 0 0,8-6-1 0 0,14-9-1861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94 148 1028 0 0,'15'-58'3899'0'0,"-9"32"-1527"0"0,11-29 1 0 0,-14 46-1760 0 0,-5 11-134 0 0,-6 14-28 0 0,-34 144 506 0 0,-37 306 0 0 0,76-426-585 0 0,3-37-182 0 0,1-3-183 0 0,1-1-1 0 0,0 1 0 0 0,0-1 1 0 0,0 0-1 0 0,-1 1 0 0 0,1-1 0 0 0,0 0 1 0 0,-1 0-1 0 0,1 0 0 0 0,-1 0 1 0 0,1-1-1 0 0,-1 1 0 0 0,1 0 1 0 0,-1-1-1 0 0,0 1 0 0 0,0 0 1 0 0,2-4-1 0 0,20-33-29 0 0,-18 29 30 0 0,12-20-16 0 0,35-45 0 0 0,-44 64-1 0 0,-1 1-1 0 0,2 0 0 0 0,0 1 1 0 0,0 0-1 0 0,0 0 0 0 0,1 1 1 0 0,0 0-1 0 0,13-6 0 0 0,-21 12 11 0 0,0 0 0 0 0,0 0 0 0 0,0 0 0 0 0,0 0 0 0 0,0 0 0 0 0,0 1 0 0 0,1-1 0 0 0,-1 1 0 0 0,0 0 0 0 0,0 0 0 0 0,1 0 0 0 0,-1 0 0 0 0,0 0 0 0 0,1 0 0 0 0,-1 0 0 0 0,0 1 0 0 0,0-1 0 0 0,1 1 0 0 0,-1 0 0 0 0,0-1 0 0 0,0 1 0 0 0,0 0 0 0 0,0 0 0 0 0,0 1 0 0 0,0-1 0 0 0,0 0 0 0 0,0 1 0 0 0,-1-1 0 0 0,1 1 0 0 0,0-1 0 0 0,-1 1 0 0 0,1 0 0 0 0,-1 0 0 0 0,0-1 0 0 0,0 1 0 0 0,0 0 0 0 0,1 0 0 0 0,0 4 0 0 0,1 2 11 0 0,0-1 0 0 0,0 1 0 0 0,-1 0 0 0 0,0 0 0 0 0,-1 0-1 0 0,0 0 1 0 0,0 0 0 0 0,0 9 0 0 0,-3 7 220 0 0,-4 33 0 0 0,3-40-634 0 0,0 1 0 0 0,2-1 0 0 0,0 0-1 0 0,2 26 1 0 0,0-42 109 0 0,-1 1 0 0 0,0 0 0 0 0,1-1 0 0 0,-1 1-1 0 0,1-1 1 0 0,-1 1 0 0 0,1-1 0 0 0,0 1 0 0 0,0-1 0 0 0,0 1 0 0 0,0-1 0 0 0,0 0-1 0 0,0 1 1 0 0,0-1 0 0 0,0 0 0 0 0,0 0 0 0 0,1 0 0 0 0,-1 0 0 0 0,2 2 0 0 0,8 2-3639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8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281 462 2000 0 0,'1'-3'301'0'0,"-1"0"0"0"0,1 0-1 0 0,-1 0 1 0 0,0 0 0 0 0,0 0-1 0 0,0-1 1 0 0,0 1 0 0 0,-1 0-1 0 0,1 0 1 0 0,-1 0 0 0 0,0 0 0 0 0,0 0-1 0 0,0 0 1 0 0,0 0 0 0 0,-1 0-1 0 0,1 0 1 0 0,-1 1 0 0 0,1-1-1 0 0,-1 0 1 0 0,0 1 0 0 0,0-1-1 0 0,0 1 1 0 0,-1 0 0 0 0,1 0 0 0 0,0 0-1 0 0,-1 0 1 0 0,1 0 0 0 0,-1 0-1 0 0,-3-1 1 0 0,4 3-247 0 0,-1-1-1 0 0,1 1 1 0 0,0-1-1 0 0,-1 1 1 0 0,1 0-1 0 0,-1 0 1 0 0,1 0-1 0 0,-1 0 1 0 0,1 0-1 0 0,0 1 1 0 0,-1-1-1 0 0,1 1 1 0 0,-1-1-1 0 0,1 1 1 0 0,0 0-1 0 0,0 0 1 0 0,-3 2-1 0 0,-34 21 239 0 0,21-9-217 0 0,1 0 1 0 0,0 1 0 0 0,2 1-1 0 0,-19 24 1 0 0,27-31-51 0 0,0 0 0 0 0,1 1 0 0 0,0 0 0 0 0,0 0-1 0 0,1 1 1 0 0,1-1 0 0 0,0 1 0 0 0,0 0 0 0 0,-2 19 0 0 0,5-27-11 0 0,1-1-1 0 0,0 1 1 0 0,0-1 0 0 0,0 0-1 0 0,0 1 1 0 0,1-1 0 0 0,-1 0-1 0 0,1 1 1 0 0,0-1 0 0 0,0 0-1 0 0,0 0 1 0 0,0 0 0 0 0,1 0-1 0 0,2 6 1 0 0,-2-7-11 0 0,0 0-1 0 0,0 0 1 0 0,0 0 0 0 0,1 0 0 0 0,-1-1-1 0 0,0 1 1 0 0,1-1 0 0 0,-1 1 0 0 0,1-1-1 0 0,0 0 1 0 0,-1 0 0 0 0,1 0 0 0 0,0 0-1 0 0,0 0 1 0 0,-1-1 0 0 0,1 1 0 0 0,0-1-1 0 0,0 0 1 0 0,0 0 0 0 0,0 0 0 0 0,4 0 0 0 0,-1-1-85 0 0,0 0 1 0 0,0 0-1 0 0,0-1 0 0 0,-1 0 1 0 0,1 0-1 0 0,0 0 1 0 0,-1 0-1 0 0,1-1 1 0 0,-1 0-1 0 0,0 0 1 0 0,0-1-1 0 0,6-4 1 0 0,6-7-188 0 0,27-30 0 0 0,-38 38 220 0 0,18-20 15 0 0,-1-1 0 0 0,26-45 0 0 0,-49 72 37 0 0,0 1 0 0 0,0 0 0 0 0,0-1 0 0 0,1 1 0 0 0,-1 0 0 0 0,0-1 0 0 0,0 1 0 0 0,0 0 1 0 0,0-1-1 0 0,0 1 0 0 0,0 0 0 0 0,1-1 0 0 0,-1 1 0 0 0,0 0 0 0 0,0 0 0 0 0,1-1 0 0 0,-1 1 0 0 0,0 0 0 0 0,0 0 0 0 0,1-1 1 0 0,-1 1-1 0 0,0 0 0 0 0,0 0 0 0 0,1 0 0 0 0,-1 0 0 0 0,0-1 0 0 0,1 1 0 0 0,-1 0 0 0 0,0 0 0 0 0,1 0 0 0 0,-1 0 1 0 0,0 0-1 0 0,1 0 0 0 0,-1 0 0 0 0,1 0 0 0 0,-1 0 0 0 0,0 0 0 0 0,1 0 0 0 0,-1 0 0 0 0,0 0 0 0 0,1 0 0 0 0,-1 0 0 0 0,0 0 1 0 0,1 1-1 0 0,-1-1 0 0 0,0 0 0 0 0,1 0 0 0 0,-1 0 0 0 0,0 0 0 0 0,0 1 0 0 0,1-1 0 0 0,-1 0 0 0 0,0 0 0 0 0,0 1 1 0 0,1-1-1 0 0,-1 1 0 0 0,1 0 8 0 0,-1 0 0 0 0,0-1 0 0 0,1 1 1 0 0,-1 0-1 0 0,0 0 0 0 0,0 0 0 0 0,0 0 1 0 0,0 0-1 0 0,0 0 0 0 0,0 0 0 0 0,0-1 0 0 0,0 1 1 0 0,0 0-1 0 0,0 0 0 0 0,0 0 0 0 0,-1 0 1 0 0,1 0-1 0 0,-1 1 0 0 0,1-2 10 0 0,-12 55 561 0 0,8-40-494 0 0,0 0 0 0 0,1 0 0 0 0,0 1 1 0 0,2-1-1 0 0,0 1 0 0 0,0-1 0 0 0,4 30 0 0 0,-3-43-71 0 0,1 1 1 0 0,0-1-1 0 0,-1 1 0 0 0,1-1 0 0 0,0 0 0 0 0,0 1 0 0 0,1-1 1 0 0,-1 0-1 0 0,0 0 0 0 0,1 0 0 0 0,-1 0 0 0 0,1 0 0 0 0,0 0 1 0 0,-1 0-1 0 0,1-1 0 0 0,0 1 0 0 0,0-1 0 0 0,4 3 1 0 0,-3-2-5 0 0,1-1 1 0 0,0 0-1 0 0,-1 1 1 0 0,1-2-1 0 0,0 1 1 0 0,0 0-1 0 0,0-1 1 0 0,-1 1-1 0 0,1-1 1 0 0,0 0-1 0 0,4-1 1 0 0,2 0-6 0 0,0-1 0 0 0,0 0 1 0 0,0-1-1 0 0,-1 0 0 0 0,1 0 0 0 0,-1-1 0 0 0,0 0 1 0 0,13-8-1 0 0,-5-1-132 0 0,0 0-1 0 0,-2-1 1 0 0,1-1 0 0 0,-2 0 0 0 0,0-1 0 0 0,0-1-1 0 0,-2 0 1 0 0,0-1 0 0 0,16-33 0 0 0,-2-5-74 0 0,-3-1 0 0 0,18-64 0 0 0,-20 39 1946 0 0,16-128 0 0 0,-37 210-1732 0 0,0-1-1 0 0,0 1 1 0 0,1-1 0 0 0,-1 1 0 0 0,0-1-1 0 0,0 1 1 0 0,0-1 0 0 0,0 1-1 0 0,0-1 1 0 0,0 1 0 0 0,0-1-1 0 0,0 1 1 0 0,0-1 0 0 0,0 1 0 0 0,0-1-1 0 0,0 0 1 0 0,0 1 0 0 0,-1-1-1 0 0,1 1 1 0 0,0-1 0 0 0,0 1-1 0 0,0 0 1 0 0,-1-1 0 0 0,1 1-1 0 0,0-1 1 0 0,-1 1 0 0 0,1-1 0 0 0,-1 0-1 0 0,-11 9 98 0 0,-11 23-56 0 0,7 10 55 0 0,1 0-1 0 0,2 1 0 0 0,2 0 0 0 0,2 1 0 0 0,1 0 0 0 0,3 0 0 0 0,1 0 0 0 0,3 66 0 0 0,2-95-44 0 0,0 0-1 0 0,1-1 1 0 0,1 0 0 0 0,0 1 0 0 0,1-1-1 0 0,0 0 1 0 0,1-1 0 0 0,0 1 0 0 0,1-1 0 0 0,15 23-1 0 0,-16-29-100 0 0,0 1-1 0 0,0-1 1 0 0,1-1-1 0 0,0 1 1 0 0,0-1-1 0 0,1 0 1 0 0,-1 0-1 0 0,1 0 1 0 0,0-1-1 0 0,0 0 1 0 0,1-1-1 0 0,-1 0 1 0 0,1 0-1 0 0,0 0 1 0 0,-1-1-1 0 0,1 0 0 0 0,0-1 1 0 0,1 1-1 0 0,10-1 1 0 0,-9-1-664 0 0,-1 0 0 0 0,1-1-1 0 0,-1 0 1 0 0,17-4 0 0 0,14-10-4535 0 0,-16 0-648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8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80 268 0 0,'-7'-2'1267'0'0,"-77"-22"10087"0"0,82 23-10648 0 0,5-3 308 0 0,-3 4-987 0 0,0-1-1 0 0,1 1 0 0 0,-1-1 1 0 0,1 0-1 0 0,-1 1 0 0 0,1-1 1 0 0,-1 1-1 0 0,1-1 0 0 0,-1 1 1 0 0,1-1-1 0 0,0 1 0 0 0,-1-1 1 0 0,1 1-1 0 0,0 0 0 0 0,1-1 1 0 0,47-9 190 0 0,1 3 0 0 0,63-1 0 0 0,20-3-7979 0 0,-103 6 2246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0 1316 0 0,'-53'12'3340'0'0,"12"-3"-731"0"0,6-3-301 0 0,8-1-492 0 0,1 0-372 0 0,6 1-288 0 0,5-5 532 0 0,8 4-611 0 0,27-1-721 0 0,6-4-332 0 0,9-2-492 0 0,13 2-637 0 0,6-2-587 0 0,14 4-2640 0 0,6-7-2801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8 723 1144 0 0,'-6'12'4020'0'0,"5"-8"-3808"0"0,1-1 0 0 0,-1 1 0 0 0,1-1 1 0 0,0 1-1 0 0,0 0 0 0 0,0-1 0 0 0,1 1 0 0 0,-1 0 0 0 0,1-1 1 0 0,0 1-1 0 0,0-1 0 0 0,0 1 0 0 0,0-1 0 0 0,1 1 0 0 0,0-1 1 0 0,1 4-1 0 0,-2-6-166 0 0,1 0-1 0 0,-1 1 1 0 0,0-1 0 0 0,1 0 0 0 0,-1 0-1 0 0,0 0 1 0 0,1 0 0 0 0,0 0-1 0 0,-1 0 1 0 0,1 0 0 0 0,-1-1 0 0 0,1 1-1 0 0,0 0 1 0 0,0-1 0 0 0,-1 1 0 0 0,1-1-1 0 0,0 0 1 0 0,0 0 0 0 0,-1 0 0 0 0,1 0-1 0 0,0 0 1 0 0,0 0 0 0 0,0 0 0 0 0,-1 0-1 0 0,1-1 1 0 0,0 1 0 0 0,0-1 0 0 0,2 0-1 0 0,7-3 11 0 0,0 0-1 0 0,-1 0 0 0 0,11-6 0 0 0,-21 9-49 0 0,23-12 18 0 0,-1-1 0 0 0,-1-1 0 0 0,-1-1 0 0 0,0-1 0 0 0,-1-1 0 0 0,-1 0 0 0 0,0-2 0 0 0,23-34-1 0 0,-4-1-23 0 0,-2-2 1 0 0,30-71-1 0 0,-33 56 77 0 0,-3-2 1 0 0,31-118 0 0 0,-57 169-45 0 0,-3 23-31 0 0,-1-1 0 0 0,1 1 0 0 0,0 0 0 0 0,0 0 0 0 0,0 0-1 0 0,0 0 1 0 0,0 0 0 0 0,0 0 0 0 0,0 0 0 0 0,-1 0 0 0 0,1 0-1 0 0,0-1 1 0 0,0 1 0 0 0,0 0 0 0 0,0 0 0 0 0,0 0 0 0 0,-1 0-1 0 0,1 0 1 0 0,0 0 0 0 0,0 0 0 0 0,0 0 0 0 0,0 0 0 0 0,-1 0 0 0 0,1 0-1 0 0,0 0 1 0 0,0 0 0 0 0,0 0 0 0 0,0 0 0 0 0,0 0 0 0 0,-1 0-1 0 0,1 1 1 0 0,0-1 0 0 0,0 0 0 0 0,0 0 0 0 0,0 0 0 0 0,0 0 0 0 0,0 0-1 0 0,-1 0 1 0 0,1 0 0 0 0,0 0 0 0 0,0 0 0 0 0,0 1 0 0 0,0-1-1 0 0,0 0 1 0 0,0 0 0 0 0,0 0 0 0 0,0 0 0 0 0,0 0 0 0 0,-1 0 0 0 0,1 1-1 0 0,0-1 1 0 0,0 0 0 0 0,-15 24 112 0 0,-30 84-72 0 0,4 2 0 0 0,-30 135 0 0 0,62-211 17 0 0,-5 46 1 0 0,13-67-25 0 0,0-1 1 0 0,1 0 0 0 0,0 1 0 0 0,1-1 0 0 0,0 0-1 0 0,1 1 1 0 0,4 15 0 0 0,-5-25-92 0 0,0 1 0 0 0,1-1 0 0 0,-1 0-1 0 0,1 1 1 0 0,0-1 0 0 0,0 0 0 0 0,0 0 0 0 0,0 0 0 0 0,0 0-1 0 0,1 0 1 0 0,-1-1 0 0 0,1 1 0 0 0,0-1 0 0 0,0 1 0 0 0,0-1-1 0 0,0 0 1 0 0,0 0 0 0 0,0-1 0 0 0,1 1 0 0 0,-1-1-1 0 0,1 1 1 0 0,-1-1 0 0 0,1 0 0 0 0,-1 0 0 0 0,1-1 0 0 0,0 1-1 0 0,-1-1 1 0 0,1 1 0 0 0,0-1 0 0 0,-1-1 0 0 0,1 1 0 0 0,7-2-1 0 0,0 0-374 0 0,0 0-1 0 0,0-1 1 0 0,0 0-1 0 0,0-1 1 0 0,-1-1-1 0 0,1 1 1 0 0,-1-2-1 0 0,0 1 0 0 0,14-12 1 0 0,7-10-1117 0 0,3-6 120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41 366 1644 0 0,'29'-80'2994'0'0,"21"-96"-1"0"0,-21 68 77 0 0,-28 106-2964 0 0,-9 27 261 0 0,2-8-314 0 0,-16 74 40 0 0,-71 350 157 0 0,85-394-210 0 0,3-17 165 0 0,-3 53 0 0 0,8-81-125 0 0,2-3-77 0 0,1-1 0 0 0,-1 1-1 0 0,-1 0 1 0 0,1-1 0 0 0,0 0 0 0 0,0 1 0 0 0,-1-1 0 0 0,1 0 0 0 0,-1 0 0 0 0,1 0 0 0 0,-1 0-1 0 0,0 0 1 0 0,1 0 0 0 0,-1 0 0 0 0,0-3 0 0 0,3 0-8 0 0,10-21-20 0 0,78-118-109 0 0,-78 125 89 0 0,1 0 1 0 0,2 1-1 0 0,-1 0 1 0 0,2 1-1 0 0,20-14 1 0 0,-36 29 39 0 0,-1 1 0 0 0,1 0-1 0 0,-1 0 1 0 0,1 0 0 0 0,0 0-1 0 0,-1 0 1 0 0,1 0 0 0 0,0 0 0 0 0,-1 0-1 0 0,1 1 1 0 0,0-1 0 0 0,0 1-1 0 0,0-1 1 0 0,0 1 0 0 0,0 0 0 0 0,0-1-1 0 0,0 1 1 0 0,0 0 0 0 0,-1 0 0 0 0,1 1-1 0 0,0-1 1 0 0,0 0 0 0 0,0 1-1 0 0,0-1 1 0 0,0 1 0 0 0,0-1 0 0 0,-1 1-1 0 0,1 0 1 0 0,0 0 0 0 0,0 0 0 0 0,-1 0-1 0 0,3 2 1 0 0,-1 1 8 0 0,0-1 1 0 0,0 1-1 0 0,-1 0 1 0 0,1-1-1 0 0,-1 1 1 0 0,0 0-1 0 0,0 0 1 0 0,0 1-1 0 0,-1-1 1 0 0,0 0-1 0 0,0 1 1 0 0,0-1-1 0 0,1 6 1 0 0,0 24 95 0 0,-1 0 0 0 0,-4 49 0 0 0,0 36 78 0 0,3-115-147 0 0,0 0 1 0 0,0 0 0 0 0,1 0-1 0 0,0-1 1 0 0,0 1 0 0 0,0 0-1 0 0,0-1 1 0 0,0 1 0 0 0,1 0-1 0 0,0-1 1 0 0,-1 0 0 0 0,1 1-1 0 0,4 4 1 0 0,-4-7-21 0 0,0 1 0 0 0,0 0 1 0 0,0-1-1 0 0,0 1 0 0 0,0-1 1 0 0,0 0-1 0 0,1 0 0 0 0,-1 0 0 0 0,0 0 1 0 0,1 0-1 0 0,-1 0 0 0 0,1 0 1 0 0,-1-1-1 0 0,1 0 0 0 0,-1 1 0 0 0,1-1 1 0 0,-1 0-1 0 0,1 0 0 0 0,0 0 1 0 0,-1-1-1 0 0,4 0 0 0 0,5-1 2 0 0,-1-1 0 0 0,0 0 0 0 0,1-1-1 0 0,-1 0 1 0 0,0-1 0 0 0,-1 0 0 0 0,1 0 0 0 0,-1-1-1 0 0,0 0 1 0 0,-1-1 0 0 0,0 0 0 0 0,0 0-1 0 0,0-1 1 0 0,12-16 0 0 0,-5 4 19 0 0,-1 0 0 0 0,-1-1 0 0 0,-1 0-1 0 0,-1-1 1 0 0,13-35 0 0 0,-21 50 143 0 0,-1 0 0 0 0,0 1 0 0 0,0-1-1 0 0,0 0 1 0 0,-1-1 0 0 0,0 1 0 0 0,-1 0-1 0 0,1 0 1 0 0,-1 0 0 0 0,-2-14 0 0 0,1 19-78 0 0,-3 2-80 0 0,0 1 1 0 0,1 0-1 0 0,-1 0 1 0 0,0 1-1 0 0,1-1 1 0 0,-1 1-1 0 0,0-1 1 0 0,1 1 0 0 0,0 0-1 0 0,0 0 1 0 0,-1 1-1 0 0,1-1 1 0 0,1 1-1 0 0,-1 0 1 0 0,0-1-1 0 0,0 1 1 0 0,1 0-1 0 0,0 1 1 0 0,-4 5-1 0 0,-4 8 28 0 0,1 0 0 0 0,-12 27-1 0 0,17-35-24 0 0,1 0 0 0 0,0 0 0 0 0,1 1 1 0 0,0-1-1 0 0,0 0 0 0 0,1 1 0 0 0,0 0 0 0 0,0-1 0 0 0,2 17 0 0 0,0-22-6 0 0,-1 0 1 0 0,1 1-1 0 0,0-1 0 0 0,1 0 0 0 0,-1 1 0 0 0,1-1 1 0 0,0 0-1 0 0,0 0 0 0 0,0 0 0 0 0,0 0 0 0 0,1-1 1 0 0,-1 1-1 0 0,1-1 0 0 0,0 1 0 0 0,0-1 0 0 0,0 0 1 0 0,1 0-1 0 0,-1 0 0 0 0,1-1 0 0 0,0 1 0 0 0,-1-1 1 0 0,9 4-1 0 0,4 0-297 0 0,-1-2 1 0 0,1 1-1 0 0,-1-2 1 0 0,1 0-1 0 0,0-1 1 0 0,0 0-1 0 0,22-1 1 0 0,-14-2-1819 0 0,-1-1 1 0 0,29-5-1 0 0,-8-4-2966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1172 0 0,'-65'3'3260'0'0,"14"2"-843"0"0,7-3-345 0 0,9-1-496 0 0,3 3-348 0 0,8-1-260 0 0,3 1-176 0 0,10 1 376 0 0,12 3-752 0 0,18-3-84 0 0,10-1-96 0 0,15-1-328 0 0,17 0-632 0 0,12 1-460 0 0,8-2-748 0 0,19-2-1740 0 0,2-2-1957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70 396 872 0 0,'-55'16'7107'0'0,"53"-15"-6614"0"0,-10 1 1446 0 0,21-8-1751 0 0,1 1 0 0 0,0-1 0 0 0,0 2 0 0 0,13-5 0 0 0,12-6-20 0 0,195-110 196 0 0,-191 100-305 0 0,-2-2-1 0 0,0-2 0 0 0,53-54 0 0 0,-85 78-60 0 0,-1 1-1 0 0,0-1 0 0 0,0 1 0 0 0,-1-1 0 0 0,0 0 0 0 0,1-1 0 0 0,-2 1 0 0 0,1 0 0 0 0,2-9 0 0 0,-5 10-27 0 0,-1 3 28 0 0,0 0 0 0 0,1-1 1 0 0,-1 1-1 0 0,0 0 0 0 0,0 0 0 0 0,0 0 0 0 0,0 0 0 0 0,0 0 1 0 0,0 0-1 0 0,-1 0 0 0 0,1 0 0 0 0,0 0 0 0 0,-1 0 0 0 0,1 1 1 0 0,0-1-1 0 0,-1 0 0 0 0,1 1 0 0 0,0-1 0 0 0,-1 1 0 0 0,1 0 0 0 0,-1-1 1 0 0,1 1-1 0 0,-1 0 0 0 0,1 0 0 0 0,-1 0 0 0 0,1 0 0 0 0,-1 0 1 0 0,1 0-1 0 0,-1 1 0 0 0,1-1 0 0 0,-1 0 0 0 0,1 1 0 0 0,-1-1 1 0 0,1 1-1 0 0,-2 0 0 0 0,1 0-3 0 0,-3 0 1 0 0,1 1 0 0 0,0-1 0 0 0,-1 1 0 0 0,1 0 0 0 0,0 0 0 0 0,0 0 0 0 0,0 0 0 0 0,1 1 0 0 0,-1 0 0 0 0,0-1 0 0 0,1 1 0 0 0,0 1 0 0 0,0-1 1 0 0,0 0-1 0 0,0 1 0 0 0,0 0 0 0 0,1-1 0 0 0,0 1 0 0 0,-1 0 0 0 0,1 0 0 0 0,-2 8 0 0 0,2-6 7 0 0,1 0 0 0 0,0 1 0 0 0,0-1 0 0 0,0 0 0 0 0,1 0 0 0 0,0 1 0 0 0,0-1 0 0 0,1 0 0 0 0,0 0 0 0 0,0 0 0 0 0,0 1 0 0 0,1-1 0 0 0,0 0 0 0 0,0 0 0 0 0,3 5 0 0 0,24 40-39 0 0,-22-41 45 0 0,0 1 0 0 0,-1-1 0 0 0,-1 1 0 0 0,0 0 0 0 0,0 0 0 0 0,-1 0-1 0 0,0 1 1 0 0,2 16 0 0 0,-5-25 7 0 0,-1-1 0 0 0,0 1-1 0 0,0 0 1 0 0,-1 0 0 0 0,1-1-1 0 0,-1 1 1 0 0,1 0 0 0 0,-1-1 0 0 0,0 1-1 0 0,0-1 1 0 0,0 1 0 0 0,0-1-1 0 0,0 1 1 0 0,-1-1 0 0 0,1 0 0 0 0,-3 4-1 0 0,0-3 27 0 0,1 1 0 0 0,-1-1 0 0 0,0 0 0 0 0,0 0 0 0 0,0-1 0 0 0,0 1-1 0 0,0-1 1 0 0,-8 3 0 0 0,-3 1 18 0 0,0-2-1 0 0,-1 0 1 0 0,0-1 0 0 0,-24 2-1 0 0,29-4-107 0 0,-1 0 0 0 0,1-1 0 0 0,-1 0 0 0 0,1 0-1 0 0,0-2 1 0 0,0 1 0 0 0,-1-1 0 0 0,-20-8 0 0 0,31 10-56 0 0,0 0 1 0 0,1-1-1 0 0,-1 1 0 0 0,0-1 1 0 0,1 1-1 0 0,-1-1 0 0 0,1 1 1 0 0,-1-1-1 0 0,1 1 0 0 0,-1-1 1 0 0,1 0-1 0 0,-1 1 0 0 0,1-1 1 0 0,-1 0-1 0 0,1 1 1 0 0,0-1-1 0 0,-1 0 0 0 0,1 1 1 0 0,0-1-1 0 0,0 0 0 0 0,0 0 1 0 0,-1 1-1 0 0,1-1 0 0 0,0 0 1 0 0,0 0-1 0 0,0 0 0 0 0,0 1 1 0 0,0-1-1 0 0,0 0 1 0 0,1 0-1 0 0,-1-2-324 0 0,1 1 0 0 0,0-1 0 0 0,0 1 0 0 0,0 0 0 0 0,0-1 0 0 0,0 1 0 0 0,0 0 0 0 0,3-3-1 0 0,8-9-2601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1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89 932 0 0,'56'-45'13046'0'0,"-51"50"-12618"0"0,-5-5-419 0 0,0 0-1 0 0,0 0 0 0 0,1 0 1 0 0,-1 0-1 0 0,0 0 0 0 0,1 1 1 0 0,-1-1-1 0 0,0 0 0 0 0,0 0 1 0 0,1 0-1 0 0,-1 0 0 0 0,0 1 1 0 0,0-1-1 0 0,0 0 1 0 0,1 0-1 0 0,-1 0 0 0 0,0 1 1 0 0,0-1-1 0 0,0 0 0 0 0,0 0 1 0 0,1 1-1 0 0,-1-1 0 0 0,0 0 1 0 0,0 1-1 0 0,0-1 0 0 0,0 0 1 0 0,0 0-1 0 0,0 1 0 0 0,0-1 1 0 0,0 0-1 0 0,0 1 1 0 0,0-1-1 0 0,0 0 0 0 0,0 1 1 0 0,0-1-1 0 0,0 0 0 0 0,0 0 1 0 0,0 1-1 0 0,-16 72 630 0 0,7-35-530 0 0,-7 62 0 0 0,15-90-90 0 0,1 0 0 0 0,0 0 0 0 0,0 0 0 0 0,1 0 0 0 0,0 0 0 0 0,1 0 0 0 0,0 0 0 0 0,1 0 0 0 0,0-1 0 0 0,0 1 0 0 0,6 10-1 0 0,-6-15-3 0 0,0 0-1 0 0,0-1 1 0 0,1 0-1 0 0,-1 1 0 0 0,1-1 1 0 0,0-1-1 0 0,0 1 1 0 0,0 0-1 0 0,1-1 0 0 0,-1 0 1 0 0,1 0-1 0 0,0 0 1 0 0,0-1-1 0 0,0 0 0 0 0,0 0 1 0 0,0 0-1 0 0,0 0 1 0 0,1-1-1 0 0,-1 0 0 0 0,0 0 1 0 0,1 0-1 0 0,-1-1 1 0 0,1 0-1 0 0,-1 0 0 0 0,11-1 1 0 0,-5-1-8 0 0,-1 1 1 0 0,1-2-1 0 0,-1 1 0 0 0,0-1 1 0 0,0-1-1 0 0,0 0 1 0 0,-1 0-1 0 0,1-1 1 0 0,-1-1-1 0 0,0 1 1 0 0,0-1-1 0 0,13-12 0 0 0,-13 7-4 0 0,1 1-1 0 0,-1-1 0 0 0,-1-1 0 0 0,0 1 0 0 0,-1-2 0 0 0,0 1 0 0 0,7-17 0 0 0,27-96 45 0 0,-35 104-7 0 0,-1-2-63 0 0,-4 20-37 0 0,-6 22 55 0 0,-56 180-93 0 0,18-63 162 0 0,-3 25-5 0 0,-106 325 226 0 0,132-435-177 0 0,-28 53-1 0 0,38-85 25 0 0,-1 0-1 0 0,-1-1 1 0 0,-1 0-1 0 0,0-1 0 0 0,-28 26 1 0 0,38-40-69 0 0,-1 0 0 0 0,1 0 1 0 0,-1 0-1 0 0,0 0 1 0 0,0-1-1 0 0,-1 0 1 0 0,1 0-1 0 0,0 0 0 0 0,-1 0 1 0 0,1 0-1 0 0,-1-1 1 0 0,1 0-1 0 0,-1 0 0 0 0,0 0 1 0 0,0-1-1 0 0,1 0 1 0 0,-8 0-1 0 0,7 0-37 0 0,1-1-1 0 0,0 0 1 0 0,0 0-1 0 0,0-1 1 0 0,0 1-1 0 0,1-1 1 0 0,-1 0-1 0 0,0 0 1 0 0,1 0-1 0 0,-1 0 1 0 0,1-1-1 0 0,0 0 1 0 0,-1 1-1 0 0,1-1 1 0 0,1 0-1 0 0,-1 0 1 0 0,0-1-1 0 0,1 1 1 0 0,-1-1-1 0 0,-1-3 1 0 0,-3-7-16 0 0,1 0-1 0 0,1 0 1 0 0,0-1 0 0 0,1 1 0 0 0,0-1-1 0 0,1 0 1 0 0,1 0 0 0 0,0-1 0 0 0,2 1-1 0 0,-1 0 1 0 0,4-24 0 0 0,0 11-20 0 0,1 1 0 0 0,2-1 0 0 0,0 1 0 0 0,2 0 1 0 0,16-37-1 0 0,-6 29-1 0 0,1 0 1 0 0,2 1 0 0 0,1 1-1 0 0,1 1 1 0 0,2 1 0 0 0,1 1-1 0 0,35-30 1 0 0,27-16 70 0 0,109-73 1 0 0,318-169-2323 0 0,-470 292 2017 0 0,-24 15 116 0 0,23-19 0 0 0,-40 27 114 0 0,0 0 1 0 0,0 0 0 0 0,-1 0 0 0 0,1-1-1 0 0,-1 1 1 0 0,0-1 0 0 0,0 0 0 0 0,0 1-1 0 0,-1-1 1 0 0,1-1 0 0 0,-1 1-1 0 0,0 0 1 0 0,2-7 0 0 0,-4 10 13 0 0,0 0 1 0 0,0 0-1 0 0,0 0 1 0 0,0 0-1 0 0,0 0 1 0 0,0 0-1 0 0,0 0 1 0 0,0 0-1 0 0,-1 0 1 0 0,1 0-1 0 0,0 0 1 0 0,-1 0 0 0 0,1 1-1 0 0,-1-1 1 0 0,1 0-1 0 0,-1 0 1 0 0,1 0-1 0 0,-1 0 1 0 0,1 1-1 0 0,-1-1 1 0 0,0 0-1 0 0,0 0 1 0 0,1 1-1 0 0,-1-1 1 0 0,0 1-1 0 0,0-1 1 0 0,0 1-1 0 0,0-1 1 0 0,0 1-1 0 0,0-1 1 0 0,1 1-1 0 0,-1 0 1 0 0,0-1-1 0 0,0 1 1 0 0,0 0-1 0 0,0 0 1 0 0,0 0-1 0 0,0 0 1 0 0,0 0-1 0 0,-2 0 1 0 0,-35 1-56 0 0,33 0 47 0 0,-1 0-1 0 0,0 1 1 0 0,1 0 0 0 0,-1 0-1 0 0,1 0 1 0 0,0 0 0 0 0,-1 1 0 0 0,1 0-1 0 0,0 0 1 0 0,1 1 0 0 0,-1-1 0 0 0,1 1-1 0 0,-7 6 1 0 0,9-8 9 0 0,0 1-1 0 0,0 0 1 0 0,0 0-1 0 0,0 0 1 0 0,1 0 0 0 0,-1 0-1 0 0,1 0 1 0 0,-1 1-1 0 0,1-1 1 0 0,0 0-1 0 0,1 1 1 0 0,-1-1 0 0 0,1 1-1 0 0,-1-1 1 0 0,1 1-1 0 0,0-1 1 0 0,0 1-1 0 0,0-1 1 0 0,1 1 0 0 0,-1-1-1 0 0,1 1 1 0 0,0-1-1 0 0,1 4 1 0 0,8 16 1 0 0,0-1 0 0 0,18 28-1 0 0,-15-29 5 0 0,-1 1-1 0 0,11 30 1 0 0,-22-49-2 0 0,0-1 0 0 0,0 1 0 0 0,0 0 1 0 0,-1 0-1 0 0,1 0 0 0 0,-1 0 0 0 0,0 0 0 0 0,0 0 0 0 0,0 0 1 0 0,0 0-1 0 0,0 0 0 0 0,-1 0 0 0 0,1 0 0 0 0,-1 0 0 0 0,0 0 1 0 0,0-1-1 0 0,0 1 0 0 0,-3 5 0 0 0,2-4-5 0 0,-2 0-1 0 0,1 0 0 0 0,0 0 1 0 0,-1-1-1 0 0,1 1 0 0 0,-1-1 1 0 0,0 0-1 0 0,0 0 0 0 0,0 0 1 0 0,-7 3-1 0 0,-5 1 13 0 0,-1 0 0 0 0,1-1 1 0 0,-2-1-1 0 0,1 0 0 0 0,-23 2 0 0 0,33-6-13 0 0,0 0 0 0 0,1-1 0 0 0,-1 0 0 0 0,-10-1-1 0 0,15 1-116 0 0,0 0 0 0 0,0 0 0 0 0,0-1 0 0 0,0 1 0 0 0,0-1 0 0 0,0 1 0 0 0,0-1 1 0 0,0 0-1 0 0,0 0 0 0 0,0 0 0 0 0,1 0 0 0 0,-1 0 0 0 0,0 0 0 0 0,1-1 0 0 0,-1 1 0 0 0,1 0 0 0 0,-3-3 0 0 0,4 2-105 0 0,0 0 0 0 0,0 0 0 0 0,0 0 1 0 0,0 0-1 0 0,0 0 0 0 0,0 1 1 0 0,1-1-1 0 0,-1 0 0 0 0,1 0 0 0 0,0 0 1 0 0,-1 1-1 0 0,1-1 0 0 0,0 0 1 0 0,0 1-1 0 0,0-1 0 0 0,0 1 0 0 0,0-1 1 0 0,0 1-1 0 0,2-2 0 0 0,12-15-2759 0 0,5-3-944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80 1052 0 0,'36'-77'13891'0'0,"-35"75"-13421"0"0,-23 101 1822 0 0,-51 148-465 0 0,37-133-1377 0 0,-33 183 0 0 0,67-287-409 0 0,1 0 0 0 0,0 0-1 0 0,1-1 1 0 0,0 1 0 0 0,2 16 0 0 0,-2-24-57 0 0,0-1 1 0 0,1 1-1 0 0,-1 0 1 0 0,1 0-1 0 0,-1-1 1 0 0,1 1-1 0 0,0 0 0 0 0,0-1 1 0 0,-1 1-1 0 0,1 0 1 0 0,0-1-1 0 0,1 1 1 0 0,-1-1-1 0 0,0 0 1 0 0,0 1-1 0 0,0-1 1 0 0,1 0-1 0 0,-1 0 0 0 0,1 0 1 0 0,-1 0-1 0 0,1 0 1 0 0,-1 0-1 0 0,1 0 1 0 0,0 0-1 0 0,-1-1 1 0 0,1 1-1 0 0,0-1 0 0 0,0 1 1 0 0,0-1-1 0 0,-1 0 1 0 0,1 1-1 0 0,0-1 1 0 0,0 0-1 0 0,0 0 1 0 0,-1 0-1 0 0,1-1 0 0 0,3 0 1 0 0,6-1-624 0 0,-1 0 0 0 0,1-1 0 0 0,-1 0 0 0 0,0-1 0 0 0,0 0 0 0 0,18-11 0 0 0,-9 3-1814 0 0,0-1 0 0 0,21-20-1 0 0,-6 2-3395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1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32 2756 0 0,'-66'-13'5704'0'0,"-35"-6"472"0"0,98 19-5899 0 0,35 4 418 0 0,182 7-2187 0 0,-79-4-5185 0 0,-84-5 1642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2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89 1476 0 0,'-22'18'4159'0'0,"16"-14"-3327"0"0,-1 1 0 0 0,1 0 0 0 0,0 1 0 0 0,1-1 0 0 0,-1 1 0 0 0,1 0 0 0 0,0 1 0 0 0,-4 6 0 0 0,9-12-799 0 0,-1 0-1 0 0,1 0 0 0 0,0 0 1 0 0,0 0-1 0 0,-1 0 0 0 0,1 0 1 0 0,0 0-1 0 0,0 0 0 0 0,0 0 1 0 0,1 0-1 0 0,-1 0 0 0 0,0 0 1 0 0,0 0-1 0 0,0 0 0 0 0,1 0 1 0 0,-1 0-1 0 0,0 0 0 0 0,1-1 1 0 0,-1 1-1 0 0,1 0 0 0 0,-1 0 1 0 0,1 0-1 0 0,-1 0 0 0 0,1-1 1 0 0,0 1-1 0 0,0 0 0 0 0,-1 0 1 0 0,1-1-1 0 0,0 1 0 0 0,0-1 1 0 0,0 1-1 0 0,-1-1 0 0 0,1 1 1 0 0,0-1-1 0 0,1 1 0 0 0,32 13 424 0 0,-28-13-414 0 0,-1-1 1 0 0,0 1 0 0 0,1-1-1 0 0,-1 0 1 0 0,0 0 0 0 0,1 0 0 0 0,-1-1-1 0 0,0 1 1 0 0,1-1 0 0 0,-1-1-1 0 0,0 1 1 0 0,0-1 0 0 0,0 0 0 0 0,0 0-1 0 0,0 0 1 0 0,0-1 0 0 0,-1 0-1 0 0,1 0 1 0 0,-1 0 0 0 0,0 0-1 0 0,0-1 1 0 0,5-5 0 0 0,-6 6-50 0 0,0 0 0 0 0,0-1 0 0 0,0 1 0 0 0,0-1 1 0 0,-1 0-1 0 0,0 0 0 0 0,0 0 0 0 0,0 0 0 0 0,0 0 0 0 0,0-1 0 0 0,-1 1 0 0 0,0-1 1 0 0,0 1-1 0 0,0-1 0 0 0,-1 1 0 0 0,1-1 0 0 0,-1 1 0 0 0,0-1 0 0 0,0 1 1 0 0,-1-1-1 0 0,1 1 0 0 0,-1-1 0 0 0,0 1 0 0 0,0-1 0 0 0,-1 1 0 0 0,-2-7 0 0 0,2 8-6 0 0,1-1 0 0 0,-1 1 0 0 0,0 0 1 0 0,0 0-1 0 0,0 0 0 0 0,0 1 0 0 0,-1-1 0 0 0,1 1 0 0 0,-1-1 0 0 0,0 1 0 0 0,1 0 0 0 0,-1 0 0 0 0,0 0 0 0 0,0 0 0 0 0,0 0 0 0 0,-1 1 0 0 0,1-1 0 0 0,-4 0 0 0 0,2 1 9 0 0,0 0 1 0 0,0 0 0 0 0,0 1-1 0 0,0 0 1 0 0,0 0-1 0 0,0 1 1 0 0,0-1-1 0 0,0 1 1 0 0,1 0-1 0 0,-1 0 1 0 0,-8 4 0 0 0,-1 1 32 0 0,1 0 0 0 0,0 1 0 0 0,0 1 0 0 0,1 0 0 0 0,-1 1 0 0 0,2 0 1 0 0,-18 18-1 0 0,20-17 10 0 0,0 0 0 0 0,1 1 0 0 0,0 0 0 0 0,0 0 1 0 0,2 1-1 0 0,-1 0 0 0 0,1 0 0 0 0,1 0 0 0 0,0 1 1 0 0,-5 23-1 0 0,9-31-24 0 0,0 1-1 0 0,0 0 1 0 0,1 0 0 0 0,0 0 0 0 0,0-1 0 0 0,0 1 0 0 0,0 0 0 0 0,1 0 0 0 0,0 0 0 0 0,1-1-1 0 0,-1 1 1 0 0,1 0 0 0 0,0-1 0 0 0,0 1 0 0 0,1-1 0 0 0,0 0 0 0 0,0 0 0 0 0,0 0-1 0 0,0 0 1 0 0,1-1 0 0 0,0 1 0 0 0,0-1 0 0 0,0 0 0 0 0,0 0 0 0 0,1 0 0 0 0,8 5-1 0 0,-1-1-291 0 0,2-1 0 0 0,-1 0 0 0 0,1-1 0 0 0,0-1 0 0 0,0 0 0 0 0,0-1-1 0 0,19 3 1 0 0,-11-4-1182 0 0,-1-1 1 0 0,0 0-1 0 0,1-2 0 0 0,31-4 1 0 0,-7-2-2945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69 1772 0 0,'-5'-24'4162'0'0,"0"-16"2074"0"0,5 39-6222 0 0,0 1 1 0 0,0 0-1 0 0,0 0 1 0 0,0 0-1 0 0,0 0 1 0 0,0-1-1 0 0,0 1 1 0 0,0 0-1 0 0,-1 0 0 0 0,1 0 1 0 0,0 0-1 0 0,0-1 1 0 0,0 1-1 0 0,0 0 1 0 0,0 0-1 0 0,0 0 1 0 0,0 0-1 0 0,0 0 1 0 0,0-1-1 0 0,-1 1 1 0 0,1 0-1 0 0,0 0 1 0 0,0 0-1 0 0,0 0 0 0 0,0 0 1 0 0,0 0-1 0 0,-1 0 1 0 0,1 0-1 0 0,0 0 1 0 0,0-1-1 0 0,0 1 1 0 0,0 0-1 0 0,-1 0 1 0 0,1 0-1 0 0,0 0 1 0 0,0 0-1 0 0,0 0 1 0 0,0 0-1 0 0,-1 0 0 0 0,1 0 1 0 0,0 0-1 0 0,0 0 1 0 0,0 0-1 0 0,0 0 1 0 0,-1 1-1 0 0,1-1 1 0 0,0 0-1 0 0,0 0 1 0 0,0 0-1 0 0,0 0 1 0 0,0 0-1 0 0,-1 0 0 0 0,1 0 1 0 0,0 0-1 0 0,0 0 1 0 0,0 1-1 0 0,0-1 1 0 0,0 0-1 0 0,0 0 1 0 0,-1 0-1 0 0,1 0 1 0 0,0 0-1 0 0,0 1 1 0 0,0-1-1 0 0,0 0 1 0 0,0 0-1 0 0,0 0 0 0 0,0 0 1 0 0,0 1-1 0 0,-8 8 207 0 0,-73 210 614 0 0,44-110-776 0 0,35-102-6 0 0,0-2 40 0 0,0 0 1 0 0,0 1-1 0 0,0-1 0 0 0,-1 0 1 0 0,-4 6-1 0 0,6-10 90 0 0,0-2-157 0 0,-1 1 1 0 0,1-1 0 0 0,-1 0-1 0 0,1 0 1 0 0,0 0-1 0 0,-1 0 1 0 0,1 0 0 0 0,0-1-1 0 0,-3-1 1 0 0,3-4 2 0 0,0 1 0 0 0,0-1 0 0 0,1 1 0 0 0,0 0 0 0 0,0-1 0 0 0,0 1 0 0 0,1-1 0 0 0,0 1 0 0 0,0 0 0 0 0,1-1 0 0 0,4-11 0 0 0,0 3-21 0 0,0 0 0 0 0,1 1 0 0 0,15-22 0 0 0,-14 25-25 0 0,0 0-1 0 0,1 1 0 0 0,0 0 0 0 0,1 1 0 0 0,0 0 0 0 0,1 1 0 0 0,0-1 0 0 0,0 2 1 0 0,0 0-1 0 0,1 0 0 0 0,0 1 0 0 0,1 1 0 0 0,-1 0 0 0 0,22-5 0 0 0,-28 8 4 0 0,1 0-1 0 0,0 1 1 0 0,0 0-1 0 0,0 1 1 0 0,0-1-1 0 0,0 1 1 0 0,0 1-1 0 0,0-1 1 0 0,-1 1-1 0 0,1 0 1 0 0,0 1-1 0 0,0-1 1 0 0,-1 2-1 0 0,1-1 1 0 0,-1 1-1 0 0,1-1 1 0 0,-1 2-1 0 0,0-1 1 0 0,0 1-1 0 0,-1 0 1 0 0,1 0-1 0 0,-1 0 1 0 0,0 1-1 0 0,0 0 1 0 0,0 0-1 0 0,0 0 1 0 0,-1 1-1 0 0,0 0 1 0 0,5 10-1 0 0,-4-8 12 0 0,-1 1 1 0 0,0 1-1 0 0,-1-1 0 0 0,0 1 1 0 0,0-1-1 0 0,-1 1 0 0 0,-1 0 0 0 0,2 13 1 0 0,-3-17 41 0 0,0 1 1 0 0,0-1-1 0 0,-1 0 0 0 0,0 1 1 0 0,0-1-1 0 0,0 1 1 0 0,-1-1-1 0 0,1 0 0 0 0,-2 0 1 0 0,1 0-1 0 0,-1 0 1 0 0,0 0-1 0 0,-6 8 0 0 0,9-13-29 0 0,0 0-1 0 0,-1-1 0 0 0,1 1 1 0 0,-1 0-1 0 0,1-1 0 0 0,-1 1 0 0 0,1-1 1 0 0,-1 1-1 0 0,0-1 0 0 0,1 1 0 0 0,-1-1 1 0 0,1 0-1 0 0,-1 1 0 0 0,0-1 0 0 0,1 0 1 0 0,-1 1-1 0 0,0-1 0 0 0,-1 0 1 0 0,2 0-8 0 0,0 0 0 0 0,-1 0 1 0 0,1 0-1 0 0,0 0 0 0 0,-1 0 1 0 0,1 0-1 0 0,0-1 0 0 0,-1 1 1 0 0,1 0-1 0 0,0 0 0 0 0,0 0 1 0 0,-1-1-1 0 0,1 1 0 0 0,0 0 1 0 0,0 0-1 0 0,-1-1 0 0 0,1 1 1 0 0,0 0-1 0 0,0-1 0 0 0,-1 1 1 0 0,1 0-1 0 0,0-1 0 0 0,0 1 1 0 0,0 0-1 0 0,0-1 0 0 0,-1-1-3 0 0,0-1 0 0 0,1 1 0 0 0,0 0 0 0 0,-1 0 0 0 0,1-1 0 0 0,0 1 0 0 0,0 0 0 0 0,0 0 0 0 0,1-5 0 0 0,4-8 22 0 0,0 1 0 0 0,1 0 0 0 0,1 1 0 0 0,0-1 0 0 0,0 1 0 0 0,2 1 0 0 0,-1 0 0 0 0,2 0 1 0 0,20-21-1 0 0,-11 16-54 0 0,0 0 0 0 0,1 1 0 0 0,0 2 0 0 0,2 0 0 0 0,26-13 0 0 0,-40 23 8 0 0,2 0 0 0 0,-1 0 1 0 0,0 1-1 0 0,1 0 0 0 0,-1 1 0 0 0,1 0 1 0 0,0 1-1 0 0,0 0 0 0 0,17 0 0 0 0,-23 1 22 0 0,-1 0-1 0 0,1 1 0 0 0,-1-1 1 0 0,1 1-1 0 0,0 0 0 0 0,-1 0 1 0 0,0 0-1 0 0,1 0 0 0 0,-1 1 1 0 0,0 0-1 0 0,0-1 0 0 0,1 1 0 0 0,-1 0 1 0 0,-1 0-1 0 0,1 1 0 0 0,0-1 1 0 0,0 1-1 0 0,-1-1 0 0 0,0 1 1 0 0,1 0-1 0 0,-1 0 0 0 0,0 0 1 0 0,0 0-1 0 0,-1 0 0 0 0,1 0 1 0 0,-1 1-1 0 0,1-1 0 0 0,-1 1 0 0 0,1 4 1 0 0,0 3 27 0 0,-1 0 0 0 0,-1 0 0 0 0,1 1 0 0 0,-2-1 0 0 0,1 0-1 0 0,-2 0 1 0 0,1 0 0 0 0,-7 19 0 0 0,4-14-1024 0 0,1 0 0 0 0,1 0-1 0 0,-1 18 1 0 0,6-14-3990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193 515 1160 0 0,'0'-18'8636'0'0,"-1"9"-7197"0"0,-33 36-1284 0 0,-51 45 487 0 0,76-62-586 0 0,-1 0 0 0 0,2 0-1 0 0,-1 0 1 0 0,1 1 0 0 0,1 1 0 0 0,-7 12-1 0 0,13-22-47 0 0,0-1 0 0 0,0 1 0 0 0,1 0-1 0 0,-1-1 1 0 0,0 1 0 0 0,1 0 0 0 0,-1 0-1 0 0,1 0 1 0 0,-1-1 0 0 0,1 1-1 0 0,0 0 1 0 0,0 0 0 0 0,0 0 0 0 0,0 0-1 0 0,0 0 1 0 0,0-1 0 0 0,1 1 0 0 0,-1 0-1 0 0,1 0 1 0 0,-1 0 0 0 0,1-1-1 0 0,-1 1 1 0 0,1 0 0 0 0,0-1 0 0 0,0 1-1 0 0,0 0 1 0 0,0-1 0 0 0,0 1 0 0 0,0-1-1 0 0,1 0 1 0 0,-1 1 0 0 0,0-1-1 0 0,1 0 1 0 0,-1 0 0 0 0,1 0 0 0 0,-1 0-1 0 0,1 0 1 0 0,0 0 0 0 0,-1 0-1 0 0,1 0 1 0 0,0-1 0 0 0,-1 1 0 0 0,1-1-1 0 0,0 1 1 0 0,3 0 0 0 0,12 2 18 0 0,0 0 0 0 0,1-1 0 0 0,-1-1 0 0 0,1-1 0 0 0,-1 0 0 0 0,1-1 0 0 0,-1-1 0 0 0,0-1 0 0 0,1 0 0 0 0,-1-1 0 0 0,-1-1 0 0 0,1-1 0 0 0,-1 0 0 0 0,18-10 0 0 0,-21 10-10 0 0,-1-1 1 0 0,0 0-1 0 0,0-1 0 0 0,-1 0 0 0 0,0-1 1 0 0,0 0-1 0 0,-1 0 0 0 0,0-1 0 0 0,-1-1 1 0 0,0 0-1 0 0,0 0 0 0 0,-2-1 1 0 0,1 0-1 0 0,-1 0 0 0 0,-1 0 0 0 0,0-1 1 0 0,-1 0-1 0 0,4-17 0 0 0,-8 24-19 0 0,1 0 1 0 0,-2 0-1 0 0,1 0 0 0 0,-1-1 0 0 0,0 1 1 0 0,0 0-1 0 0,0-1 0 0 0,-1 1 0 0 0,0 0 1 0 0,-1 0-1 0 0,1 0 0 0 0,-1-1 0 0 0,0 2 1 0 0,-1-1-1 0 0,-5-11 0 0 0,5 12 1 0 0,-1 1-1 0 0,1 0 1 0 0,-1-1-1 0 0,0 1 1 0 0,0 1-1 0 0,0-1 1 0 0,0 1-1 0 0,-1-1 1 0 0,0 1-1 0 0,1 0 1 0 0,-1 1-1 0 0,0-1 1 0 0,0 1-1 0 0,-1 0 1 0 0,1 0-1 0 0,0 1 1 0 0,-1 0-1 0 0,-7-1 1 0 0,-2 0 0 0 0,0 1-1 0 0,0 1 1 0 0,1 1 0 0 0,-1 0 0 0 0,0 1 0 0 0,0 1-1 0 0,1 0 1 0 0,0 1 0 0 0,-23 9 0 0 0,27-10 5 0 0,2 1 0 0 0,-1 0 0 0 0,0 1 1 0 0,1 0-1 0 0,0 1 0 0 0,0-1 0 0 0,1 1 0 0 0,-1 1 0 0 0,1 0 1 0 0,0 0-1 0 0,1 0 0 0 0,0 0 0 0 0,0 1 0 0 0,1 0 0 0 0,-8 16 1 0 0,12-22 0 0 0,0 1 0 0 0,0-1 1 0 0,0 1-1 0 0,0 0 0 0 0,1 0 0 0 0,-1-1 1 0 0,1 1-1 0 0,0 0 0 0 0,0 0 1 0 0,0 0-1 0 0,0-1 0 0 0,0 1 1 0 0,1 0-1 0 0,-1 0 0 0 0,1-1 1 0 0,0 1-1 0 0,1 3 0 0 0,0-3 5 0 0,0 1 0 0 0,0 0 0 0 0,0-1 0 0 0,1 1 0 0 0,0-1 0 0 0,-1 0 0 0 0,1 0 0 0 0,0 0 0 0 0,1 0 0 0 0,4 3 0 0 0,3 1 10 0 0,1-1-1 0 0,0 0 0 0 0,0 0 0 0 0,0-1 0 0 0,1-1 0 0 0,16 4 1 0 0,3-1-15 0 0,1-2 0 0 0,0-1 1 0 0,0-2-1 0 0,1-1 0 0 0,-1-2 1 0 0,0-1-1 0 0,0-1 1 0 0,0-2-1 0 0,-1-1 0 0 0,1-2 1 0 0,-1-1-1 0 0,-1-2 0 0 0,0-1 1 0 0,0-1-1 0 0,52-32 1 0 0,-60 29-16 0 0,-1-1 1 0 0,-1-1-1 0 0,0 0 1 0 0,-1-2 0 0 0,-1-1-1 0 0,-1 0 1 0 0,20-32-1 0 0,-7 5 94 0 0,-3-2-1 0 0,35-83 1 0 0,-58 120 73 0 0,-1 0 1 0 0,0 0 0 0 0,3-21 0 0 0,-7 33-154 0 0,1 1 0 0 0,-1 0 0 0 0,0-1-1 0 0,0 1 1 0 0,0 0 0 0 0,0-1 0 0 0,0 1 0 0 0,0-1 0 0 0,0 1 0 0 0,0 0 0 0 0,0-1-1 0 0,0 1 1 0 0,0 0 0 0 0,0-1 0 0 0,0 1 0 0 0,0-1 0 0 0,0 1 0 0 0,0 0 0 0 0,0-1-1 0 0,0 1 1 0 0,-1 0 0 0 0,1-1 0 0 0,0 1 0 0 0,0 0 0 0 0,0-1 0 0 0,-1 1-1 0 0,1 0 1 0 0,0-1 0 0 0,0 1 0 0 0,-1 0 0 0 0,1 0 0 0 0,0-1 0 0 0,-1 1 0 0 0,1 0-1 0 0,0 0 1 0 0,-1 0 0 0 0,1 0 0 0 0,0-1 0 0 0,-1 1 0 0 0,1 0 0 0 0,0 0 0 0 0,-1 0-1 0 0,1 0 1 0 0,0 0 0 0 0,-1 0 0 0 0,1 0 0 0 0,-1 0 0 0 0,1 0 0 0 0,0 0 0 0 0,-1 0-1 0 0,1 0 1 0 0,0 0 0 0 0,-1 0 0 0 0,1 0 0 0 0,0 0 0 0 0,-1 0 0 0 0,1 1-1 0 0,-1-1 1 0 0,1 0 0 0 0,-22 14 66 0 0,13-4-44 0 0,0 0 0 0 0,0 1 1 0 0,1 0-1 0 0,-12 21 0 0 0,-22 52 67 0 0,34-68-80 0 0,-73 167 1473 0 0,-114 380 0 0 0,145-359-867 0 0,-23 213 0 0 0,58-285-482 0 0,-4 28 466 0 0,13-109 1852 0 0,6-28 876 0 0,3-28-2307 0 0,-2-4-932 0 0,1 0 0 0 0,-2 0 0 0 0,1 1 0 0 0,-1-1 0 0 0,-1 0 0 0 0,-2-12 0 0 0,3 16-68 0 0,-3-14 20 0 0,-1-1 0 0 0,0 1 0 0 0,-2 1 0 0 0,0-1 0 0 0,-1 1 0 0 0,-1 0 0 0 0,-1 0 0 0 0,0 1 0 0 0,-16-21 0 0 0,-12-12 337 0 0,-70-71 0 0 0,23 30 1255 0 0,81 88-1539 0 0,1-1-1 0 0,-1 1 1 0 0,0 0 0 0 0,1-1 0 0 0,0 0 0 0 0,0 0-1 0 0,0 0 1 0 0,0 0 0 0 0,1 0 0 0 0,-1 0 0 0 0,0-5-1 0 0,2 7-80 0 0,0-1 0 0 0,0 1 0 0 0,0 0 0 0 0,0-1-1 0 0,1 1 1 0 0,-1 0 0 0 0,1-1 0 0 0,0 1 0 0 0,0 0-1 0 0,-1 0 1 0 0,1 0 0 0 0,1 0 0 0 0,-1 0 0 0 0,0 0-1 0 0,0 0 1 0 0,1 0 0 0 0,-1 0 0 0 0,1 0 0 0 0,0 1-1 0 0,-1-1 1 0 0,1 0 0 0 0,3-1 0 0 0,9-7-123 0 0,0 1-1 0 0,0 0 1 0 0,2 1-1 0 0,-1 0 1 0 0,18-5 0 0 0,86-25-1099 0 0,-103 34 1007 0 0,575-145-9639 0 0,-449 120 6368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5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528 191 804 0 0,'-58'-48'7675'0'0,"57"46"-7325"0"0,-13-5 650 0 0,-3 9-61 0 0,16-2-711 0 0,-10 20 484 0 0,11-18-693 0 0,0-1 0 0 0,-1 0 0 0 0,1 0 0 0 0,0 0-1 0 0,0 1 1 0 0,0-1 0 0 0,0 0 0 0 0,0 0-1 0 0,0 0 1 0 0,0 1 0 0 0,1-1 0 0 0,-1 0 0 0 0,0 0-1 0 0,1 0 1 0 0,-1 0 0 0 0,1 1 0 0 0,-1-1-1 0 0,1 0 1 0 0,-1 0 0 0 0,1 0 0 0 0,0 0 0 0 0,0 0-1 0 0,1 1 1 0 0,0 0 6 0 0,0-1 0 0 0,0 0 0 0 0,0 0 0 0 0,0 0 0 0 0,1 0-1 0 0,-1 0 1 0 0,0-1 0 0 0,0 1 0 0 0,1 0 0 0 0,-1-1 0 0 0,4 1 0 0 0,6-1 25 0 0,0-1 0 0 0,0 1 0 0 0,0-2 0 0 0,13-2 0 0 0,-14 1-44 0 0,0 0 0 0 0,0 0 0 0 0,0-1 0 0 0,0 0 0 0 0,-1-1 0 0 0,0-1 0 0 0,0 1 0 0 0,9-8 0 0 0,-15 10-12 0 0,0 0-1 0 0,0 0 0 0 0,-1 0 0 0 0,1 0 1 0 0,-1-1-1 0 0,0 0 0 0 0,0 1 1 0 0,0-1-1 0 0,-1 0 0 0 0,1 0 0 0 0,-1 0 1 0 0,0-1-1 0 0,0 1 0 0 0,0-1 1 0 0,-1 1-1 0 0,0-1 0 0 0,0 1 0 0 0,0-1 1 0 0,0 0-1 0 0,0 1 0 0 0,-1-9 0 0 0,-1 11 4 0 0,1-1 0 0 0,-1 1 0 0 0,1 0 0 0 0,-1 0-1 0 0,0 0 1 0 0,0 0 0 0 0,0 0 0 0 0,0 0 0 0 0,0 0-1 0 0,0 0 1 0 0,0 0 0 0 0,-1 1 0 0 0,1-1 0 0 0,-1 0-1 0 0,1 1 1 0 0,-1-1 0 0 0,0 1 0 0 0,0 0 0 0 0,1-1-1 0 0,-1 1 1 0 0,0 0 0 0 0,0 0 0 0 0,0 0 0 0 0,0 0-1 0 0,0 1 1 0 0,-1-1 0 0 0,1 1 0 0 0,0-1 0 0 0,0 1-1 0 0,-5-1 1 0 0,-1 0 4 0 0,0 1 0 0 0,-1 0 0 0 0,1 0 0 0 0,0 1 0 0 0,-1 0 0 0 0,1 0 0 0 0,-9 3-1 0 0,-18 8 58 0 0,0 1 0 0 0,1 2-1 0 0,1 1 1 0 0,0 2-1 0 0,-37 26 1 0 0,21-8 97 0 0,3 1 0 0 0,-63 64 0 0 0,88-80-97 0 0,1 1 0 0 0,-21 32 0 0 0,36-46-43 0 0,0-1 1 0 0,1 0-1 0 0,0 1 1 0 0,0 0-1 0 0,1 0 1 0 0,0 0-1 0 0,0 1 1 0 0,1-1-1 0 0,0 1 1 0 0,1-1-1 0 0,-1 1 0 0 0,1 11 1 0 0,1-17-9 0 0,1 0 1 0 0,-1 0-1 0 0,0 0 0 0 0,1 0 1 0 0,0-1-1 0 0,0 1 0 0 0,0 0 0 0 0,0 0 1 0 0,0-1-1 0 0,0 1 0 0 0,1-1 1 0 0,-1 1-1 0 0,1-1 0 0 0,0 0 1 0 0,0 1-1 0 0,2 1 0 0 0,0-1 2 0 0,0 0 0 0 0,0 0 0 0 0,0-1-1 0 0,0 1 1 0 0,0-1 0 0 0,0 0-1 0 0,1 0 1 0 0,-1-1 0 0 0,6 2-1 0 0,6 0 2 0 0,1-1 0 0 0,0 0 0 0 0,0-1 0 0 0,25-2 0 0 0,21-3-371 0 0,-1-4 0 0 0,0-2 0 0 0,0-2 0 0 0,-1-4 0 0 0,78-30 0 0 0,-54 11-177 0 0,-2-4 0 0 0,-1-3 0 0 0,78-54 0 0 0,-150 90 561 0 0,68-50 679 0 0,-71 50-490 0 0,0 0-1 0 0,-1 0 0 0 0,0-1 0 0 0,0 0 1 0 0,0 0-1 0 0,0 0 0 0 0,-1-1 0 0 0,4-8 1 0 0,-9 15-183 0 0,1 1 1 0 0,-1-1 0 0 0,0 0-1 0 0,1 1 1 0 0,-1-1-1 0 0,0 0 1 0 0,0 0-1 0 0,1 1 1 0 0,-1-1 0 0 0,0 0-1 0 0,0 1 1 0 0,0-1-1 0 0,0 0 1 0 0,0 0 0 0 0,0 1-1 0 0,0-1 1 0 0,0 0-1 0 0,0 0 1 0 0,-1 1-1 0 0,1-1 1 0 0,0 0 0 0 0,0 0-1 0 0,-1 1 1 0 0,1-1-1 0 0,0 0 1 0 0,-1 1-1 0 0,1-1 1 0 0,-1 0 0 0 0,1 1-1 0 0,-1-1 1 0 0,1 1-1 0 0,-1-1 1 0 0,0 0 0 0 0,0 0-7 0 0,-1 1 1 0 0,1-1 0 0 0,-1 0 0 0 0,1 1 0 0 0,-1 0 0 0 0,1-1-1 0 0,-1 1 1 0 0,1 0 0 0 0,-1-1 0 0 0,1 1 0 0 0,-1 0 0 0 0,1 0-1 0 0,-4 1 1 0 0,-4 0 53 0 0,0 2 0 0 0,0-1 0 0 0,0 1-1 0 0,0 0 1 0 0,1 1 0 0 0,-11 6 0 0 0,-49 33 146 0 0,40-24-169 0 0,-1 0-41 0 0,0 2 1 0 0,1 0-1 0 0,1 2 1 0 0,2 0-1 0 0,0 2 0 0 0,1 1 1 0 0,-24 35-1 0 0,47-59-8 0 0,0-1 0 0 0,-1 1 0 0 0,1 0-1 0 0,0 0 1 0 0,0 0 0 0 0,1 0 0 0 0,-1-1-1 0 0,0 1 1 0 0,1 0 0 0 0,-1 0-1 0 0,1 1 1 0 0,-1-1 0 0 0,1 0 0 0 0,0 0-1 0 0,0 0 1 0 0,0 0 0 0 0,0 0 0 0 0,0 0-1 0 0,1 0 1 0 0,-1 0 0 0 0,1 0 0 0 0,-1 0-1 0 0,1 0 1 0 0,0 0 0 0 0,1 2 0 0 0,-1-2-2 0 0,1 0 1 0 0,0 0-1 0 0,0 0 1 0 0,0 0 0 0 0,0-1-1 0 0,0 1 1 0 0,0-1 0 0 0,0 1-1 0 0,1-1 1 0 0,-1 0 0 0 0,0 0-1 0 0,1 0 1 0 0,-1 0 0 0 0,1 0-1 0 0,-1-1 1 0 0,1 1-1 0 0,0-1 1 0 0,-1 0 0 0 0,5 0-1 0 0,9 1-59 0 0,1-2 0 0 0,-1 0 0 0 0,0-1 0 0 0,0-1-1 0 0,0 0 1 0 0,0-1 0 0 0,0-1 0 0 0,-1 0-1 0 0,1-1 1 0 0,25-15 0 0 0,-21 9 64 0 0,0-1 0 0 0,-1-1 0 0 0,-1-1-1 0 0,0 0 1 0 0,-1-2 0 0 0,29-35 0 0 0,-3-9 1896 0 0,-42 60-1779 0 0,-12 20 440 0 0,5-11-341 0 0,-119 230 2604 0 0,41-77-2029 0 0,17-37-417 0 0,-199 402 478 0 0,251-492-1343 0 0,2 0 0 0 0,-16 62 0 0 0,28-95 337 0 0,1 0 0 0 0,0 0 1 0 0,0 0-1 0 0,-1 0 0 0 0,1 0 1 0 0,0 0-1 0 0,0 0 0 0 0,0 0 0 0 0,0 0 1 0 0,0 0-1 0 0,1 0 0 0 0,-1 0 1 0 0,0 0-1 0 0,0 0 0 0 0,1 0 0 0 0,-1 0 1 0 0,0 0-1 0 0,1 1 0 0 0,0-2 12 0 0,-1 0 1 0 0,1 1-1 0 0,-1-1 0 0 0,1 0 0 0 0,-1 0 1 0 0,1 1-1 0 0,-1-1 0 0 0,0 0 0 0 0,1 0 1 0 0,0 0-1 0 0,-1 0 0 0 0,1 0 0 0 0,-1 1 0 0 0,1-1 1 0 0,-1 0-1 0 0,1 0 0 0 0,-1 0 0 0 0,1-1 1 0 0,-1 1-1 0 0,1 0 0 0 0,-1 0 0 0 0,1 0 0 0 0,0-1 1 0 0,3 0-720 0 0,-1-1 0 0 0,1 1 1 0 0,0-1-1 0 0,-1 0 0 0 0,0-1 1 0 0,0 1-1 0 0,4-4 0 0 0,11-11-4352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85 136 184 0 0,'19'-32'7477'0'0,"29"-69"-1"0"0,-47 99-6626 0 0,-3 17-345 0 0,-4 5-245 0 0,0 0 0 0 0,-2 0 0 0 0,0 0 1 0 0,-15 25-1 0 0,3-4-72 0 0,2-4-77 0 0,6-15-43 0 0,2 0 0 0 0,0 1 1 0 0,2 0-1 0 0,-12 46 0 0 0,20-67-72 0 0,0-1 0 0 0,-1 1 0 0 0,1-1 0 0 0,0 1 0 0 0,0 0 0 0 0,0-1 0 0 0,0 1 0 0 0,0-1 0 0 0,0 1 0 0 0,1-1 0 0 0,-1 1 0 0 0,0-1 0 0 0,1 1 0 0 0,-1-1 0 0 0,1 1 0 0 0,0-1 0 0 0,-1 1 1 0 0,1-1-1 0 0,0 0 0 0 0,0 1 0 0 0,0-1 0 0 0,0 0 0 0 0,1 2 0 0 0,0-2-44 0 0,0 0 0 0 0,0 0 0 0 0,0 0 1 0 0,0-1-1 0 0,0 1 0 0 0,0-1 1 0 0,0 1-1 0 0,0-1 0 0 0,0 0 0 0 0,0 1 1 0 0,0-1-1 0 0,0 0 0 0 0,0 0 0 0 0,1-1 1 0 0,1 1-1 0 0,7-3-233 0 0,0 0 0 0 0,-1 0 1 0 0,1 0-1 0 0,-1-2 0 0 0,14-7 0 0 0,-3 0 10 0 0,0-2 1 0 0,-1-1-1 0 0,-1 0 0 0 0,0-1 0 0 0,-1-1 0 0 0,18-24 0 0 0,-12 12 839 0 0,-2-1 0 0 0,-1-1 0 0 0,24-49 0 0 0,-44 77-517 0 0,5-8 475 0 0,-8 14 143 0 0,-20 41 558 0 0,12-27-1071 0 0,-40 82 453 0 0,43-84-620 0 0,2 0 0 0 0,-1 0 0 0 0,2 0 0 0 0,-5 31 0 0 0,9-44-174 0 0,-1 1 1 0 0,1 0 0 0 0,0 0 0 0 0,0 0-1 0 0,0 0 1 0 0,1 0 0 0 0,-1 0-1 0 0,1-1 1 0 0,-1 1 0 0 0,1 0-1 0 0,0 0 1 0 0,0-1 0 0 0,0 1-1 0 0,1 0 1 0 0,-1-1 0 0 0,1 0-1 0 0,-1 1 1 0 0,1-1 0 0 0,3 5-1 0 0,-1-5-435 0 0,-1 1 0 0 0,1-1-1 0 0,-1 0 1 0 0,1 0 0 0 0,0 0-1 0 0,0 0 1 0 0,-1 0-1 0 0,1-1 1 0 0,0 0 0 0 0,1 0-1 0 0,-1 0 1 0 0,8 1 0 0 0,12 0-4673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6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391 124 168 0 0,'2'-4'770'0'0,"1"-1"1"0"0,-1 1-1 0 0,0-1 1 0 0,0 0-1 0 0,0 0 0 0 0,0 0 1 0 0,-1 0-1 0 0,0 0 1 0 0,0 0-1 0 0,-1 0 1 0 0,1 0-1 0 0,-1 0 0 0 0,0-8 1 0 0,-1 11-619 0 0,1 0 0 0 0,0-1 0 0 0,-1 1-1 0 0,1 0 1 0 0,-1 0 0 0 0,0 0 0 0 0,0 0 0 0 0,0 0 0 0 0,0 0 0 0 0,0 0 0 0 0,0 0 0 0 0,-1 0 0 0 0,1 0 0 0 0,0 1 0 0 0,-1-1 0 0 0,0 0 0 0 0,1 1-1 0 0,-1 0 1 0 0,0-1 0 0 0,0 1 0 0 0,0 0 0 0 0,1 0 0 0 0,-1 0 0 0 0,-1 0 0 0 0,1 0 0 0 0,0 0 0 0 0,0 0 0 0 0,0 1 0 0 0,0-1 0 0 0,0 1 0 0 0,-1 0 0 0 0,-3 0-1 0 0,-3 0-2 0 0,0 0-1 0 0,1 1 1 0 0,-1 0-1 0 0,1 1 1 0 0,0-1-1 0 0,-1 2 1 0 0,1-1-1 0 0,0 1 1 0 0,-14 8-1 0 0,-5 4 135 0 0,-34 25 0 0 0,53-35-235 0 0,-12 10 54 0 0,1 0 1 0 0,-32 33 0 0 0,42-38-74 0 0,-1 1 0 0 0,2 1 1 0 0,-1-1-1 0 0,2 1 0 0 0,-1 1 1 0 0,-6 16-1 0 0,13-26-22 0 0,0-1 1 0 0,0 1-1 0 0,0-1 1 0 0,0 1-1 0 0,0 0 1 0 0,1-1-1 0 0,-1 1 1 0 0,1 0-1 0 0,0-1 1 0 0,0 1-1 0 0,0 0 1 0 0,0-1-1 0 0,0 1 0 0 0,1 0 1 0 0,-1-1-1 0 0,1 1 1 0 0,0 0-1 0 0,0-1 1 0 0,0 1-1 0 0,2 3 1 0 0,-1-3-23 0 0,0-1 1 0 0,0 1-1 0 0,1-1 1 0 0,-1 0 0 0 0,1 1-1 0 0,0-1 1 0 0,-1 0 0 0 0,1-1-1 0 0,0 1 1 0 0,0 0-1 0 0,0-1 1 0 0,1 0 0 0 0,-1 1-1 0 0,4 0 1 0 0,5 0-229 0 0,0 0 0 0 0,0 0-1 0 0,1-1 1 0 0,-1 0 0 0 0,0-1 0 0 0,0-1-1 0 0,24-3 1 0 0,-20 0-25 0 0,-1 0 0 0 0,1-1-1 0 0,-1-1 1 0 0,0 0 0 0 0,-1-1-1 0 0,0-1 1 0 0,0 0 0 0 0,0-1-1 0 0,-1 0 1 0 0,14-13 0 0 0,-11 7 598 0 0,0-1 1 0 0,-2-1 0 0 0,1-1 0 0 0,-2 0 0 0 0,0 0 0 0 0,17-35 0 0 0,-24 41 256 0 0,-2 5 451 0 0,-10 14-402 0 0,-9 18-132 0 0,1 1-1 0 0,1 0 1 0 0,1 0-1 0 0,1 2 1 0 0,-8 29-1 0 0,18-51-478 0 0,-1 0 0 0 0,1 0 0 0 0,-1 0 1 0 0,2 0-1 0 0,-1 0 0 0 0,1 0 0 0 0,0 0 0 0 0,0 0 0 0 0,0 1 0 0 0,3 10 0 0 0,-2-14-94 0 0,0-1-1 0 0,0 1 1 0 0,0 0 0 0 0,1-1-1 0 0,-1 0 1 0 0,1 1 0 0 0,-1-1 0 0 0,1 0-1 0 0,0 0 1 0 0,0 0 0 0 0,0 0-1 0 0,0 0 1 0 0,0 0 0 0 0,0 0-1 0 0,0-1 1 0 0,1 1 0 0 0,-1-1 0 0 0,0 0-1 0 0,1 1 1 0 0,0-1 0 0 0,-1 0-1 0 0,1-1 1 0 0,0 1 0 0 0,-1 0-1 0 0,6 0 1 0 0,2-1-446 0 0,0 1-1 0 0,-1-2 1 0 0,1 1-1 0 0,0-1 1 0 0,0-1-1 0 0,-1 1 1 0 0,1-2-1 0 0,-1 1 1 0 0,1-2-1 0 0,-1 1 1 0 0,10-6-1 0 0,2-2-1178 0 0,-1 0-1 0 0,-1-1 1 0 0,29-24-1 0 0,-10 3-2632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303 361 1056 0 0,'20'-59'4137'0'0,"-3"0"0"0"0,-2-2 0 0 0,11-100 0 0 0,-26 160-4124 0 0,1-15 1012 0 0,-3 13-460 0 0,-4 8-374 0 0,-3 9 80 0 0,1 1 0 0 0,1 0 0 0 0,0 0 0 0 0,-8 29 0 0 0,6-18-41 0 0,-106 278 1329 0 0,-69 216-505 0 0,177-497-1390 0 0,-3 28 0 0 0,9-43-158 0 0,0-1 0 0 0,0 1 0 0 0,1-1 0 0 0,1 1 0 0 0,-1-1 0 0 0,1 1 0 0 0,4 14 0 0 0,-5-20 251 0 0,1 0-1 0 0,-1 0 1 0 0,1-1 0 0 0,0 1 0 0 0,0 0 0 0 0,0-1 0 0 0,0 1 0 0 0,0 0 0 0 0,1-1-1 0 0,-1 0 1 0 0,0 1 0 0 0,1-1 0 0 0,-1 0 0 0 0,1 1 0 0 0,-1-1 0 0 0,1 0-1 0 0,0 0 1 0 0,-1 0 0 0 0,1-1 0 0 0,0 1 0 0 0,0 0 0 0 0,-1-1 0 0 0,5 2 0 0 0,-2-2-393 0 0,0 1 1 0 0,0-1 0 0 0,0 0-1 0 0,0 0 1 0 0,0 0 0 0 0,0-1-1 0 0,0 0 1 0 0,0 1 0 0 0,0-1-1 0 0,5-2 1 0 0,10-6-3109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8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2660 0 0,'18'-21'3421'0'0,"29"-43"1"0"0,-34 42 47 0 0,0 0 1 0 0,11-29 0 0 0,-17 34-1582 0 0,-5 14-909 0 0,-7 11-627 0 0,4-6-366 0 0,-12 20 105 0 0,1 1 1 0 0,1 0-1 0 0,1 0 1 0 0,1 1 0 0 0,1 1-1 0 0,2-1 1 0 0,0 1-1 0 0,-3 39 1 0 0,8-58-283 0 0,1 0-1 0 0,0 0 1 0 0,0 0 0 0 0,0-1 0 0 0,1 1-1 0 0,0 0 1 0 0,0 0 0 0 0,0-1 0 0 0,1 1-1 0 0,0-1 1 0 0,0 1 0 0 0,0-1-1 0 0,1 0 1 0 0,3 6 0 0 0,-4-8-80 0 0,0-1-1 0 0,1 1 1 0 0,-1-1 0 0 0,1 0-1 0 0,0 1 1 0 0,-1-1 0 0 0,1 0 0 0 0,0 0-1 0 0,0-1 1 0 0,0 1 0 0 0,1-1-1 0 0,-1 0 1 0 0,0 1 0 0 0,1-1-1 0 0,-1-1 1 0 0,0 1 0 0 0,1 0-1 0 0,-1-1 1 0 0,1 0 0 0 0,-1 0 0 0 0,1 0-1 0 0,-1 0 1 0 0,1 0 0 0 0,3-2-1 0 0,3 0-16 0 0,0-1 0 0 0,0 0-1 0 0,0 0 1 0 0,0-1 0 0 0,-1-1-1 0 0,0 1 1 0 0,0-1-1 0 0,0-1 1 0 0,0 0 0 0 0,10-10-1 0 0,3-4 546 0 0,0-1-1 0 0,23-30 0 0 0,-25 25 1300 0 0,-15 18-676 0 0,1 0-1 0 0,0 0 0 0 0,1 1 1 0 0,13-12-1 0 0,-19 18-496 0 0,0 20 112 0 0,-11 29 3 0 0,4-21-303 0 0,-4 39 1 0 0,9-60-160 0 0,1 1 0 0 0,-1 0 0 0 0,2 0 1 0 0,-1 0-1 0 0,1-1 0 0 0,0 1 0 0 0,1 0 1 0 0,-1-1-1 0 0,1 1 0 0 0,6 12 0 0 0,-7-17-22 0 0,0 1 0 0 0,1-1 0 0 0,0 1 0 0 0,-1-1 0 0 0,1 0 0 0 0,0 0 0 0 0,0 0 0 0 0,0 0 0 0 0,0 0 0 0 0,1 0 0 0 0,-1 0 0 0 0,0-1 0 0 0,1 1 0 0 0,-1-1 0 0 0,1 1 0 0 0,0-1 0 0 0,-1 0 0 0 0,1 0 0 0 0,0-1 0 0 0,0 1 0 0 0,0 0 0 0 0,-1-1 0 0 0,1 0 0 0 0,0 1 0 0 0,0-1 0 0 0,0 0 0 0 0,0-1 0 0 0,0 1 0 0 0,0 0 0 0 0,0-1 0 0 0,-1 0 0 0 0,1 0 0 0 0,0 0 0 0 0,0 0 0 0 0,-1 0-1 0 0,3-2 1 0 0,4-1 0 0 0,0-1 0 0 0,0 0-1 0 0,-1 0 1 0 0,0-1 0 0 0,0-1-1 0 0,0 1 1 0 0,-1-1 0 0 0,0 0-1 0 0,7-10 1 0 0,-6 6-20 0 0,-1-1 0 0 0,0 1 0 0 0,-1-1-1 0 0,-1-1 1 0 0,1 1 0 0 0,-2-1 0 0 0,0 0 0 0 0,0 0 0 0 0,-1 0 0 0 0,1-17 0 0 0,-2 4-3 0 0,-2 0 0 0 0,0 0 0 0 0,-2 0 0 0 0,-6-33 1 0 0,7 56 5 0 0,1 0 0 0 0,-1 0 0 0 0,1-1 0 0 0,0 1 0 0 0,0 0 0 0 0,0 0 0 0 0,0 0 0 0 0,0 0 0 0 0,1 0 0 0 0,-1 0 1 0 0,1 0-1 0 0,0 0 0 0 0,0 0 0 0 0,0 0 0 0 0,0 0 0 0 0,1 0 0 0 0,-1 0 0 0 0,1 1 0 0 0,2-4 0 0 0,0 3 0 0 0,-1 0-1 0 0,0 1 0 0 0,0-1 0 0 0,1 1 0 0 0,0 0 0 0 0,-1 0 0 0 0,1 1 0 0 0,0-1 0 0 0,0 1 0 0 0,0-1 0 0 0,0 1 1 0 0,0 1-1 0 0,0-1 0 0 0,6 0 0 0 0,2 0-3 0 0,1 1 1 0 0,-1 1-1 0 0,0 0 0 0 0,0 1 1 0 0,1 0-1 0 0,-1 0 1 0 0,-1 1-1 0 0,1 1 0 0 0,0 0 1 0 0,-1 1-1 0 0,0 0 1 0 0,0 1-1 0 0,0 0 0 0 0,-1 0 1 0 0,0 1-1 0 0,0 1 0 0 0,15 14 1 0 0,-17-14 7 0 0,0 1 0 0 0,0-1 0 0 0,0 1 1 0 0,-1 1-1 0 0,-1-1 0 0 0,0 1 0 0 0,0 1 1 0 0,0-1-1 0 0,-2 1 0 0 0,1-1 0 0 0,-1 2 0 0 0,-1-1 1 0 0,0 0-1 0 0,-1 0 0 0 0,0 1 0 0 0,0 0 0 0 0,-2-1 1 0 0,0 23-1 0 0,-1-28 13 0 0,0 0 1 0 0,0 0-1 0 0,-1-1 1 0 0,0 1 0 0 0,0 0-1 0 0,-1-1 1 0 0,1 1-1 0 0,-1-1 1 0 0,0 0-1 0 0,-1 0 1 0 0,1 0-1 0 0,-1 0 1 0 0,0-1-1 0 0,0 1 1 0 0,-8 5 0 0 0,11-9 43 0 0,-2-1-20 0 0,2 0-37 0 0,0 0 0 0 0,1-1-1 0 0,-1 1 1 0 0,0 0 0 0 0,0 0-1 0 0,1-1 1 0 0,-1 1 0 0 0,1 0 0 0 0,-1-1-1 0 0,0 1 1 0 0,1 0 0 0 0,-1-1-1 0 0,1 1 1 0 0,-1-1 0 0 0,1 1 0 0 0,-1-1-1 0 0,1 1 1 0 0,-1-1 0 0 0,1 0-1 0 0,-1 1 1 0 0,1-1 0 0 0,-1-1 0 0 0,1 1-4 0 0,-1-1 0 0 0,1 0 0 0 0,0 0 0 0 0,0 0 0 0 0,0 1 1 0 0,0-1-1 0 0,0 0 0 0 0,0 0 0 0 0,0 1 0 0 0,1-4 1 0 0,4-8-7 0 0,0 1 0 0 0,0-1 0 0 0,2 1 0 0 0,-1 0 0 0 0,1 0 0 0 0,1 1 0 0 0,0 0 1 0 0,1 0-1 0 0,16-15 0 0 0,-10 12-5 0 0,1 0-1 0 0,0 1 1 0 0,1 1 0 0 0,0 0 0 0 0,1 2-1 0 0,23-11 1 0 0,-31 16 8 0 0,0 1 0 0 0,0 0 0 0 0,1 1 0 0 0,-1 0 0 0 0,1 0 0 0 0,-1 1-1 0 0,1 1 1 0 0,0 0 0 0 0,0 1 0 0 0,0 0 0 0 0,0 0 0 0 0,-1 1 0 0 0,19 4 0 0 0,-26-5 8 0 0,0 1 0 0 0,-1 0 0 0 0,1 0 0 0 0,0 0 0 0 0,0 0 0 0 0,0 1 0 0 0,-1-1 0 0 0,1 1 0 0 0,-1-1 1 0 0,1 1-1 0 0,-1 0 0 0 0,0 0 0 0 0,0 0 0 0 0,0 0 0 0 0,0 1 0 0 0,0-1 0 0 0,0 1 0 0 0,0-1 1 0 0,2 6-1 0 0,-3-4 5 0 0,0 0 0 0 0,0 0 0 0 0,0 0 0 0 0,-1 1 0 0 0,1-1 0 0 0,-1 0 0 0 0,0 0 0 0 0,0 0 0 0 0,-1 1 1 0 0,1-1-1 0 0,-1 0 0 0 0,-2 7 0 0 0,-3 6 22 0 0,-1-1 1 0 0,0 1 0 0 0,-1-2-1 0 0,-1 1 1 0 0,-15 21 0 0 0,8-15-93 0 0,-56 73-1533 0 0,63-80-2203 0 0,25-15-2965 0 0,-13-1 6185 0 0,-1 0 0 0 0,4-2 0 0 0,7-4-3745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193 142 1444 0 0,'10'-11'2075'0'0,"-1"-1"-1"0"0,12-22 1 0 0,-19 31-1692 0 0,0-1-1 0 0,0 0 1 0 0,-1 0 0 0 0,1 0 0 0 0,-1 0-1 0 0,0 1 1 0 0,0-1 0 0 0,-1-1-1 0 0,1 1 1 0 0,-1 0 0 0 0,0 0-1 0 0,0 0 1 0 0,0 0 0 0 0,-1-6 0 0 0,0 9-332 0 0,1-1 0 0 0,-1 1 0 0 0,1 0 0 0 0,-1 0 0 0 0,1 0 0 0 0,-1 0 0 0 0,1 0 0 0 0,-1 0 0 0 0,0 0 0 0 0,0 1 0 0 0,0-1 0 0 0,1 0 0 0 0,-1 0 0 0 0,0 0 0 0 0,0 1 1 0 0,0-1-1 0 0,0 1 0 0 0,0-1 0 0 0,0 0 0 0 0,0 1 0 0 0,0 0 0 0 0,-1-1 0 0 0,1 1 0 0 0,0 0 0 0 0,0-1 0 0 0,0 1 0 0 0,0 0 0 0 0,-1 0 0 0 0,1 0 0 0 0,0 0 0 0 0,0 0 0 0 0,0 0 1 0 0,0 1-1 0 0,-1-1 0 0 0,1 0 0 0 0,-2 1 0 0 0,0 0-4 0 0,-1 0 1 0 0,0 0 0 0 0,0 1-1 0 0,1-1 1 0 0,-1 1 0 0 0,1 0-1 0 0,-1 0 1 0 0,1 0-1 0 0,-5 4 1 0 0,6-4 0 0 0,0 1-1 0 0,0-1 1 0 0,0 1 0 0 0,0-1-1 0 0,0 1 1 0 0,1 0 0 0 0,0 0-1 0 0,-1 0 1 0 0,1-1-1 0 0,0 1 1 0 0,0 1 0 0 0,0-1-1 0 0,1 0 1 0 0,-1 5 0 0 0,1-2 117 0 0,0 1 1 0 0,0-1-1 0 0,1 0 1 0 0,0 0-1 0 0,0 0 0 0 0,0 0 1 0 0,4 6-1 0 0,2 6 328 0 0,0-1 0 0 0,2-1-1 0 0,20 31 1 0 0,33 56 484 0 0,-61-102-962 0 0,-1-1 0 0 0,0 1 0 0 0,1-1 1 0 0,-1 1-1 0 0,0-1 0 0 0,1 1 0 0 0,-1 0 0 0 0,0-1 0 0 0,0 1 1 0 0,0-1-1 0 0,1 1 0 0 0,-1 0 0 0 0,0-1 0 0 0,0 1 0 0 0,0 0 1 0 0,0-1-1 0 0,0 1 0 0 0,0 0 0 0 0,0-1 0 0 0,-1 1 0 0 0,1-1 1 0 0,0 1-1 0 0,0 0 0 0 0,0-1 0 0 0,-1 1 0 0 0,1-1 0 0 0,0 1 1 0 0,0 0-1 0 0,-1-1 0 0 0,1 1 0 0 0,-1 0 0 0 0,-1 0 3 0 0,1 0-1 0 0,-1 0 0 0 0,1 0 0 0 0,-1 0 1 0 0,0-1-1 0 0,1 1 0 0 0,-1 0 0 0 0,0-1 1 0 0,0 1-1 0 0,1-1 0 0 0,-3 0 0 0 0,-40 1-177 0 0,30-3-528 0 0,-1-1 1 0 0,1 0-1 0 0,0-1 0 0 0,1-1 0 0 0,-17-7 1 0 0,-30-18-5934 0 0,16 5-1520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6 106 1260 0 0,'-1'-3'2946'0'0,"-4"-23"5563"0"0,8 4-3767 0 0,0 15-4182 0 0,0 0-1 0 0,0 0 0 0 0,0 0 1 0 0,6-6-1 0 0,-4 5-447 0 0,-4 6-617 0 0,4-2-935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21 3588 0 0,'-23'3'2833'0'0,"6"0"-361"0"0,3 1-424 0 0,1-1 980 0 0,-8-1 189 0 0,35-9-2793 0 0,8 2-132 0 0,13 0-552 0 0,10 2-840 0 0,7-2-657 0 0,14-1-2883 0 0,5 1-3101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4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31 6325 0 0,'-12'-10'15069'0'0,"7"3"-15229"0"0,-5 2-2500 0 0,-15 2-5373 0 0,3-2-104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124 184 1864 0 0,'-17'-8'1613'0'0,"1"0"-1"0"0,0 0 1 0 0,0-2-1 0 0,1 0 1 0 0,-25-22-1 0 0,39 31-1598 0 0,1 1 0 0 0,0-1 0 0 0,-1 1 0 0 0,1-1 0 0 0,0 1 0 0 0,0 0 0 0 0,-1-1 0 0 0,1 1 0 0 0,0-1 0 0 0,0 1 0 0 0,0-1 0 0 0,0 1 0 0 0,-1-1 0 0 0,1 1 0 0 0,0-1 0 0 0,0 1 0 0 0,0-1 0 0 0,0 1 0 0 0,0-1 0 0 0,0 0 0 0 0,1 1 0 0 0,-1-1 0 0 0,0 1 0 0 0,0-1 0 0 0,0 1 0 0 0,0 0 0 0 0,1-1 0 0 0,-1 1 0 0 0,0-1 0 0 0,0 1-1 0 0,1-1 1 0 0,-1 1 0 0 0,0-1 0 0 0,1 1 0 0 0,-1 0 0 0 0,0-1 0 0 0,1 1 0 0 0,0-1 0 0 0,0 0-8 0 0,0 0 0 0 0,0 1-1 0 0,0-1 1 0 0,0 0-1 0 0,1 0 1 0 0,-1 1-1 0 0,0-1 1 0 0,0 1 0 0 0,1-1-1 0 0,-1 1 1 0 0,0-1-1 0 0,1 1 1 0 0,-1 0 0 0 0,0 0-1 0 0,2 0 1 0 0,3 0 8 0 0,-1 1 1 0 0,1 0 0 0 0,-1 0-1 0 0,1 0 1 0 0,-1 1-1 0 0,0 0 1 0 0,1 0 0 0 0,-1 0-1 0 0,0 1 1 0 0,0 0 0 0 0,-1 0-1 0 0,1 0 1 0 0,-1 0-1 0 0,1 1 1 0 0,-1 0 0 0 0,0-1-1 0 0,0 2 1 0 0,-1-1-1 0 0,1 0 1 0 0,-1 1 0 0 0,0 0-1 0 0,0-1 1 0 0,-1 1-1 0 0,1 0 1 0 0,-1 1 0 0 0,0-1-1 0 0,0 0 1 0 0,-1 1 0 0 0,0-1-1 0 0,0 0 1 0 0,0 1-1 0 0,0 0 1 0 0,-1-1 0 0 0,0 1-1 0 0,-1 6 1 0 0,-2 3 18 0 0,0 0 1 0 0,-1-1-1 0 0,-1 1 1 0 0,0-1-1 0 0,-1 0 1 0 0,-1 0-1 0 0,0-1 1 0 0,-18 25-1 0 0,7-9 293 0 0,45-46-29 0 0,29-24 0 0 0,291-253-377 0 0,-308 253 343 0 0,-39 41-259 0 0,1-1-1 0 0,-1 1 1 0 0,0 0-1 0 0,0 0 1 0 0,0 0-1 0 0,1 0 1 0 0,-1 0-1 0 0,0 0 1 0 0,0-1-1 0 0,0 1 1 0 0,0 0-1 0 0,1 0 1 0 0,-1 0 0 0 0,0 0-1 0 0,0-1 1 0 0,0 1-1 0 0,0 0 1 0 0,0 0-1 0 0,0 0 1 0 0,0-1-1 0 0,1 1 1 0 0,-1 0-1 0 0,0 0 1 0 0,0-1 0 0 0,0 1-1 0 0,0 0 1 0 0,0 0-1 0 0,0 0 1 0 0,0-1-1 0 0,0 1 1 0 0,0 0-1 0 0,0 0 1 0 0,0-1-1 0 0,0 1 1 0 0,0 0 0 0 0,-1 0-1 0 0,1 0 1 0 0,0-1-1 0 0,0 1 1 0 0,0 0-1 0 0,0 0 1 0 0,0-1-1 0 0,0 1 1 0 0,0 0-1 0 0,-1 0 1 0 0,1 0 0 0 0,0 0-1 0 0,0-1 1 0 0,0 1-1 0 0,0 0 1 0 0,-1 0-1 0 0,1 0 1 0 0,0 0-1 0 0,0 0 1 0 0,0 0-1 0 0,-1 0 1 0 0,1-1 0 0 0,0 1-1 0 0,0 0 1 0 0,-1 0-1 0 0,1 0 1 0 0,0 0-1 0 0,-1 0 1 0 0,-12 1 95 0 0,1 3 29 0 0,0 1 0 0 0,0 0 1 0 0,1 1-1 0 0,-1 1 0 0 0,1-1 0 0 0,1 1 1 0 0,-16 14-1 0 0,6-6 83 0 0,-17 13 318 0 0,-37 37 1 0 0,57-49-396 0 0,1 1 0 0 0,1 1 0 0 0,0 1 0 0 0,-13 23 0 0 0,24-36-111 0 0,1 1 1 0 0,0-1 0 0 0,0 1 0 0 0,1-1 0 0 0,-1 1-1 0 0,1 0 1 0 0,1 0 0 0 0,-1 0 0 0 0,1 0-1 0 0,1 0 1 0 0,-1 1 0 0 0,1-1 0 0 0,1 9 0 0 0,0-12-11 0 0,0 0 1 0 0,0 1 0 0 0,0-1 0 0 0,1 0 0 0 0,-1 0 0 0 0,1 0-1 0 0,0 0 1 0 0,0 0 0 0 0,1 0 0 0 0,-1-1 0 0 0,1 1 0 0 0,0-1 0 0 0,0 1-1 0 0,0-1 1 0 0,0 0 0 0 0,1 0 0 0 0,-1-1 0 0 0,1 1 0 0 0,-1-1-1 0 0,1 1 1 0 0,0-1 0 0 0,6 2 0 0 0,4 1 1 0 0,1 0 0 0 0,-1-1 1 0 0,1-1-1 0 0,0 0 0 0 0,-1-1 0 0 0,1 0 0 0 0,1-2 1 0 0,-1 0-1 0 0,15-2 0 0 0,-8 0-1206 0 0,40-10 1 0 0,-41 6-2533 0 0,36-15 1 0 0,-31 8-2247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24 101 2400 0 0,'-24'-22'19803'0'0,"25"20"-19741"0"0,0 1 1 0 0,0 0-1 0 0,-1 0 1 0 0,1 0-1 0 0,1 0 1 0 0,-1 0-1 0 0,0 0 1 0 0,0 0-1 0 0,0 0 1 0 0,0 0-1 0 0,1 0 1 0 0,-1 0-1 0 0,0 1 1 0 0,1-1-1 0 0,-1 1 1 0 0,1-1-1 0 0,-1 1 1 0 0,0-1-1 0 0,1 1 1 0 0,1 0-1 0 0,43-9 274 0 0,-28 6-179 0 0,183-30 167 0 0,-125 22-2223 0 0,-62 10 544 0 0,21-4-1491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1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29 1668 0 0,'-3'-2'2700'0'0,"-40"-23"11381"0"0,29 24-11213 0 0,13 2-2798 0 0,-1 0 0 0 0,1 1 0 0 0,-1-1 0 0 0,1 1 1 0 0,-1-1-1 0 0,1 1 0 0 0,0-1 0 0 0,0 1 0 0 0,0 0 0 0 0,0 0 1 0 0,0-1-1 0 0,0 1 0 0 0,1 0 0 0 0,-1 0 0 0 0,1 0 0 0 0,-1 2 1 0 0,-9 44 369 0 0,6-24-278 0 0,-53 271-1427 0 0,53-251-2148 0 0,4-16-4453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77 1608 0 0,'37'-76'14753'0'0,"-37"84"-14394"0"0,-12 41 530 0 0,-33 83-1 0 0,13-43-361 0 0,7-17-154 0 0,-94 296 679 0 0,89-272 540 0 0,25-87-510 0 0,1-11-172 0 0,0-14-419 0 0,5-2-400 0 0,1 0 0 0 0,0 0 0 0 0,1 0 0 0 0,1 1 0 0 0,10-28 0 0 0,39-81-24 0 0,-51 123-62 0 0,14-30 22 0 0,1 0 0 0 0,2 2 0 0 0,2 0-1 0 0,38-45 1 0 0,-42 57-76 0 0,0 2-1 0 0,1 0 1 0 0,0 2 0 0 0,1 0 0 0 0,1 0-1 0 0,0 2 1 0 0,45-21 0 0 0,-59 32 43 0 0,-1 0 1 0 0,1 0 0 0 0,0 0 0 0 0,0 1 0 0 0,0 0-1 0 0,0 1 1 0 0,0-1 0 0 0,1 1 0 0 0,-1 0 0 0 0,0 1-1 0 0,0-1 1 0 0,0 1 0 0 0,7 2 0 0 0,-11-2 7 0 0,0-1 0 0 0,0 1 0 0 0,0 0 0 0 0,0 0 0 0 0,0 0 0 0 0,0 0 1 0 0,0 0-1 0 0,0 1 0 0 0,0-1 0 0 0,0 0 0 0 0,-1 1 0 0 0,1 0 0 0 0,-1-1 0 0 0,1 1 0 0 0,-1 0 0 0 0,0 0 1 0 0,1-1-1 0 0,-1 1 0 0 0,0 0 0 0 0,0 0 0 0 0,0 0 0 0 0,-1 1 0 0 0,1-1 0 0 0,0 0 0 0 0,-1 0 1 0 0,0 0-1 0 0,1 0 0 0 0,-1 1 0 0 0,0-1 0 0 0,0 0 0 0 0,0 0 0 0 0,0 1 0 0 0,-1-1 0 0 0,1 0 0 0 0,0 0 1 0 0,-1 0-1 0 0,0 1 0 0 0,-1 1 0 0 0,-1 5-17 0 0,-1-1 0 0 0,0 0 0 0 0,0 0 0 0 0,-1 0 0 0 0,0 0 0 0 0,0-1 0 0 0,-1 0 0 0 0,0 0 0 0 0,0 0 0 0 0,0-1 0 0 0,-1 0 0 0 0,0 0 0 0 0,-13 7 0 0 0,-1 0 19 0 0,0-1 1 0 0,0-1-1 0 0,-44 15 1 0 0,53-21 0 0 0,0-1 1 0 0,0-1-1 0 0,-1 0 1 0 0,1 0-1 0 0,-1-1 1 0 0,0-1-1 0 0,1 0 1 0 0,-1-1-1 0 0,-25-3 1 0 0,35 3-30 0 0,-5-7-19 0 0,7 4-30 0 0,11 3 32 0 0,5 5 25 0 0,-1 0 0 0 0,1 0 0 0 0,-1 2 0 0 0,0-1 0 0 0,0 2 0 0 0,21 15 0 0 0,71 67 237 0 0,-28-21-3190 0 0,-61-56 210 0 0,0-1 1 0 0,35 19-1 0 0,-36-24-1688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3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466 152 2656 0 0,'14'-78'15910'0'0,"-14"77"-15866"0"0,0 1 0 0 0,0 0 0 0 0,0-1 0 0 0,0 1 0 0 0,0 0 0 0 0,0-1 0 0 0,0 1 0 0 0,0 0 0 0 0,0 0-1 0 0,0-1 1 0 0,0 1 0 0 0,1 0 0 0 0,-1-1 0 0 0,0 1 0 0 0,0 0 0 0 0,0 0 0 0 0,0 0 0 0 0,1-1 0 0 0,-1 1 0 0 0,0 0 0 0 0,0 0 0 0 0,1 0 0 0 0,-1-1 0 0 0,0 1 0 0 0,1 0 0 0 0,4 13 273 0 0,0 0 0 0 0,-1 1 0 0 0,4 21 0 0 0,-4-17-168 0 0,0-1 0 0 0,9 21 0 0 0,-11-34-126 0 0,0 1 0 0 0,0-1 1 0 0,0 0-1 0 0,1 0 0 0 0,0 0 0 0 0,-1 0 1 0 0,2 0-1 0 0,-1 0 0 0 0,0-1 0 0 0,1 0 1 0 0,0 1-1 0 0,6 3 0 0 0,-6-5-11 0 0,0-1-1 0 0,0-1 1 0 0,-1 1 0 0 0,1 0-1 0 0,0-1 1 0 0,0 0-1 0 0,0 0 1 0 0,0 0 0 0 0,0 0-1 0 0,-1-1 1 0 0,1 1 0 0 0,0-1-1 0 0,0 0 1 0 0,-1 0-1 0 0,1 0 1 0 0,0-1 0 0 0,4-2-1 0 0,-2 1-14 0 0,-1 0-1 0 0,1-1 0 0 0,-1 0 0 0 0,0 0 1 0 0,0 0-1 0 0,-1-1 0 0 0,1 1 0 0 0,-1-1 1 0 0,0 0-1 0 0,0-1 0 0 0,-1 1 1 0 0,1-1-1 0 0,3-8 0 0 0,2-6-4 0 0,-1 0 0 0 0,10-33 0 0 0,-1-19-8 0 0,-12 49-15 0 0,-4 20 5 0 0,-2 8-7 0 0,-38 167 785 0 0,14-66-18 0 0,-118 476 2452 0 0,63-337-2124 0 0,62-199-751 0 0,-2-1-1 0 0,-2-2 1 0 0,-34 51 0 0 0,44-76-86 0 0,-1-1 1 0 0,-1-1-1 0 0,0 0 0 0 0,-21 16 1 0 0,28-25-90 0 0,-1-1 1 0 0,0 0 0 0 0,0-1-1 0 0,-1 0 1 0 0,0 0 0 0 0,0 0-1 0 0,0-2 1 0 0,0 1-1 0 0,-1-1 1 0 0,1 0 0 0 0,-12 1-1 0 0,15-3-105 0 0,1-1 0 0 0,-1 0-1 0 0,0 0 1 0 0,1-1 0 0 0,-1 0 0 0 0,1 0 0 0 0,-1 0-1 0 0,1-1 1 0 0,-1 0 0 0 0,1 0 0 0 0,0 0-1 0 0,0 0 1 0 0,0-1 0 0 0,0 0 0 0 0,0 0-1 0 0,0 0 1 0 0,1-1 0 0 0,0 1 0 0 0,0-1-1 0 0,0 0 1 0 0,0-1 0 0 0,-6-8 0 0 0,5 5 9 0 0,0 1 0 0 0,0-1 0 0 0,1-1 1 0 0,0 1-1 0 0,1-1 0 0 0,0 1 0 0 0,0-1 1 0 0,1 0-1 0 0,0 0 0 0 0,0 0 0 0 0,1 0 1 0 0,1 0-1 0 0,0-15 0 0 0,3 2-77 0 0,0 0 0 0 0,2 1-1 0 0,1-1 1 0 0,0 1 0 0 0,2 0 0 0 0,0 1 0 0 0,2 0 0 0 0,0 0-1 0 0,20-28 1 0 0,-3 10-155 0 0,1 1 0 0 0,2 2-1 0 0,55-49 1 0 0,-41 45-2214 0 0,2 3-1 0 0,92-56 1 0 0,29 7-10744 0 0,-129 67 4297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43 143 332 0 0,'-32'-34'15265'0'0,"21"24"-11829"0"0,12 9-3354 0 0,-1-1 0 0 0,0 1-1 0 0,1 0 1 0 0,-1 0 0 0 0,1-1 0 0 0,0 1 0 0 0,-1 0-1 0 0,1 0 1 0 0,0 0 0 0 0,-1 0 0 0 0,1 0 0 0 0,0 0-1 0 0,0 0 1 0 0,0 0 0 0 0,0 0 0 0 0,0 0 0 0 0,0 0-1 0 0,1 1 1 0 0,-1-1 0 0 0,0 0 0 0 0,0 1 0 0 0,0-1-1 0 0,3 0 1 0 0,35-11 136 0 0,-31 9-49 0 0,94-17 159 0 0,-6 2-3788 0 0,-81 14 411 0 0,-1-1 0 0 0,17-7 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1752 0 0,'-2'1'2107'0'0,"-1"-1"-1562"0"0,0 1 1 0 0,1 0-1 0 0,-1 0 0 0 0,0 1 0 0 0,1-1 1 0 0,-1 0-1 0 0,1 1 0 0 0,-1-1 1 0 0,1 1-1 0 0,0 0 0 0 0,0 0 0 0 0,-1 0 1 0 0,2 0-1 0 0,-1 0 0 0 0,0 1 1 0 0,0-1-1 0 0,1 0 0 0 0,-1 1 0 0 0,1 0 1 0 0,0-1-1 0 0,-1 1 0 0 0,1 0 1 0 0,1-1-1 0 0,-2 6 0 0 0,-3 10 1461 0 0,0 1-1 0 0,-2 32 1 0 0,5-33-1251 0 0,-33 225 2772 0 0,6-39-6551 0 0,23-159-1234 0 0,5-17-5444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217 123 828 0 0,'1'-9'1980'0'0,"1"1"-1"0"0,1-1 1 0 0,0 1-1 0 0,4-10 1 0 0,-4 12-1222 0 0,0 0 0 0 0,0 0 1 0 0,1 1-1 0 0,-1 0 1 0 0,1 0-1 0 0,6-6 0 0 0,-7 8-652 0 0,0 0 0 0 0,0 1 0 0 0,0 0 0 0 0,0 0 0 0 0,0 0 0 0 0,0 0 0 0 0,0 0 0 0 0,1 1 0 0 0,-1-1 0 0 0,1 1 0 0 0,-1 0 0 0 0,1 0 0 0 0,-1 0 0 0 0,1 1 0 0 0,0-1 0 0 0,-1 1 0 0 0,1 0 0 0 0,0 0 0 0 0,-1 0-1 0 0,1 0 1 0 0,0 1 0 0 0,0-1 0 0 0,-1 1 0 0 0,1 0 0 0 0,-1 0 0 0 0,1 1 0 0 0,3 1 0 0 0,-2-1-84 0 0,0 1 0 0 0,0-1 0 0 0,0 1 1 0 0,-1 0-1 0 0,1 0 0 0 0,-1 1 0 0 0,0-1 0 0 0,0 1 0 0 0,0 0 0 0 0,0 0 1 0 0,-1 0-1 0 0,1 1 0 0 0,-1-1 0 0 0,0 1 0 0 0,-1 0 0 0 0,1 0 0 0 0,-1 0 1 0 0,0 0-1 0 0,0 0 0 0 0,-1 0 0 0 0,1 1 0 0 0,-1-1 0 0 0,0 0 0 0 0,-1 1 1 0 0,1 7-1 0 0,-1-3 52 0 0,-1 0-1 0 0,0-1 1 0 0,0 1 0 0 0,-1-1 0 0 0,-1 0 0 0 0,1 1 0 0 0,-2-1 0 0 0,1 0 0 0 0,-1-1 0 0 0,0 1 0 0 0,-1-1-1 0 0,0 1 1 0 0,-11 13 0 0 0,-3-3 394 0 0,0 0 1 0 0,-2-1-1 0 0,0-1 0 0 0,-1-1 1 0 0,-34 19-1 0 0,54-33-405 0 0,0-1 27 0 0,0 0 20 0 0,-1 1-111 0 0,4-2 152 0 0,12 0-147 0 0,-1 0 0 0 0,0 0 1 0 0,1 1-1 0 0,-1 0 0 0 0,0 2 0 0 0,0-1 0 0 0,0 1 0 0 0,0 1 1 0 0,-1 0-1 0 0,1 1 0 0 0,13 7 0 0 0,-20-9 20 0 0,1 0 0 0 0,-1 1 0 0 0,0-1 0 0 0,0 1 0 0 0,-1 0 0 0 0,1 0 0 0 0,-1 1 0 0 0,0 0 0 0 0,0-1 0 0 0,0 1 0 0 0,-1 0 0 0 0,0 1 0 0 0,0-1 1 0 0,0 1-1 0 0,-1-1 0 0 0,1 1 0 0 0,-1 0 0 0 0,-1 0 0 0 0,1 0 0 0 0,-1 0 0 0 0,0 0 0 0 0,0 0 0 0 0,-1 0 0 0 0,0 0 0 0 0,0 8 0 0 0,-2 0 264 0 0,-1 0 0 0 0,0 0 0 0 0,-1-1-1 0 0,0 1 1 0 0,-1-1 0 0 0,-1 0 0 0 0,0-1 0 0 0,0 1 0 0 0,-2-1 0 0 0,1 0 0 0 0,-2-1 0 0 0,-18 21-1 0 0,14-18 156 0 0,0-2-1 0 0,-1 1 1 0 0,0-2-1 0 0,-1 0 1 0 0,0-1-1 0 0,0 0 0 0 0,-2-1 1 0 0,1-1-1 0 0,-28 9 1 0 0,38-15-411 0 0,-4 2-26 0 0,1-2 1 0 0,-1 1 0 0 0,0-2-1 0 0,1 1 1 0 0,-1-1-1 0 0,0 0 1 0 0,0-1-1 0 0,-15-2 1 0 0,1 0-7 0 0,3-2 0 0 0,3-2 0 0 0,5-4 0 0 0,6-4 0 0 0,6 11-216 0 0,1 0 0 0 0,0 0-1 0 0,0 0 1 0 0,1 0 0 0 0,-1-1 0 0 0,1 1 0 0 0,-1 0 0 0 0,1 0-1 0 0,0 0 1 0 0,0 0 0 0 0,0 0 0 0 0,1 0 0 0 0,-1 0-1 0 0,1 1 1 0 0,-1-1 0 0 0,1 0 0 0 0,0 1 0 0 0,0-1 0 0 0,0 1-1 0 0,0 0 1 0 0,3-3 0 0 0,7-5-1821 0 0,0 0 1 0 0,25-16-1 0 0,-37 26 1999 0 0,28-17-4019 0 0,-8 7-1402 0 0,6-4-4484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5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32 125 1244 0 0,'-12'-19'8847'0'0,"-2"-6"-1074"0"0,13 23-7437 0 0,0 1 1 0 0,0-1 0 0 0,1 0-1 0 0,-1 0 1 0 0,1 1 0 0 0,-1-1-1 0 0,1 0 1 0 0,0 0 0 0 0,0 0 0 0 0,0 1-1 0 0,0-1 1 0 0,0-2 0 0 0,1 2-272 0 0,0 0 0 0 0,0 1 0 0 0,0 0 0 0 0,0-1 0 0 0,0 1 0 0 0,0 0 0 0 0,0-1 0 0 0,0 1 0 0 0,1 0 0 0 0,-1 0 1 0 0,0 0-1 0 0,1 0 0 0 0,-1 0 0 0 0,1 0 0 0 0,-1 1 0 0 0,1-1 0 0 0,2-1 0 0 0,28-8 267 0 0,5 2-244 0 0,0 2 0 0 0,0 1 0 0 0,1 2 0 0 0,0 1 0 0 0,42 5 0 0 0,-79-3-90 0 0,0 0 1 0 0,1 0 0 0 0,-1 0 0 0 0,0 0 0 0 0,1 0 0 0 0,-1 0-1 0 0,0 1 1 0 0,0-1 0 0 0,0 0 0 0 0,1 1 0 0 0,-1-1 0 0 0,0 1-1 0 0,0-1 1 0 0,0 1 0 0 0,0 0 0 0 0,0-1 0 0 0,0 1 0 0 0,0 0-1 0 0,0 0 1 0 0,0 0 0 0 0,0 0 0 0 0,0 0 0 0 0,0 0 0 0 0,-1 0-1 0 0,1 0 1 0 0,0 0 0 0 0,-1 0 0 0 0,1 0 0 0 0,-1 0 0 0 0,1 0-1 0 0,-1 1 1 0 0,1-1 0 0 0,-1 0 0 0 0,0 0 0 0 0,0 1 0 0 0,0-1-1 0 0,1 0 1 0 0,-1 0 0 0 0,0 1 0 0 0,-1-1 0 0 0,1 0 0 0 0,0 1-1 0 0,0-1 1 0 0,-1 0 0 0 0,0 2 0 0 0,-1 4 4 0 0,0 1 1 0 0,-1-1-1 0 0,0 0 0 0 0,-1-1 1 0 0,0 1-1 0 0,-5 7 1 0 0,-49 62-42 0 0,-83 84 1 0 0,70-83 138 0 0,68-74-40 0 0,1 0 0 0 0,0 0 0 0 0,-1 0 0 0 0,1 0 0 0 0,-3 7 0 0 0,5-9-34 0 0,0-1-1 0 0,-1 1 1 0 0,1 0 0 0 0,0-1-1 0 0,0 1 1 0 0,0 0-1 0 0,0-1 1 0 0,0 1 0 0 0,0-1-1 0 0,0 1 1 0 0,0 0 0 0 0,0-1-1 0 0,0 1 1 0 0,0 0 0 0 0,0-1-1 0 0,0 1 1 0 0,0 0-1 0 0,1-1 1 0 0,-1 1 0 0 0,0-1-1 0 0,0 1 1 0 0,1-1 0 0 0,-1 1-1 0 0,1 0 1 0 0,-1-1 0 0 0,0 1-1 0 0,1-1 1 0 0,-1 0-1 0 0,1 1 1 0 0,-1-1 0 0 0,1 1-1 0 0,-1-1 1 0 0,1 0 0 0 0,-1 1-1 0 0,1-1 1 0 0,0 0-1 0 0,-1 1 1 0 0,1-1 0 0 0,-1 0-1 0 0,1 0 1 0 0,0 0 0 0 0,-1 0-1 0 0,1 0 1 0 0,-1 0 0 0 0,1 0-1 0 0,0 0 1 0 0,-1 0-1 0 0,1 0 1 0 0,0 0 0 0 0,-1 0-1 0 0,2 0 1 0 0,49-1-497 0 0,0-1-1 0 0,1-3 1 0 0,81-19 0 0 0,-51 8-1979 0 0,37-5-2456 0 0,-39 5-1253 0 0,-14 1-2064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57 1248 0 0,'-76'-15'14320'0'0,"74"14"-13431"0"0,-8-4 1653 0 0,26-1-2181 0 0,1 2 0 0 0,-1 1 0 0 0,1 0 0 0 0,31-1-1 0 0,0-1-161 0 0,60-4-1566 0 0,-73 8-2043 0 0,-1 1-3554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2228 0 0,'-17'10'3454'0'0,"0"0"0"0"0,-21 8-1 0 0,-12 7 4305 0 0,50-25-7735 0 0,0 1 1 0 0,0-1 0 0 0,0 0 0 0 0,0 1 0 0 0,0-1 0 0 0,0 0-1 0 0,0 1 1 0 0,0-1 0 0 0,0 0 0 0 0,0 1 0 0 0,0-1 0 0 0,0 0-1 0 0,1 0 1 0 0,-1 1 0 0 0,0-1 0 0 0,0 0 0 0 0,0 1-1 0 0,1-1 1 0 0,-1 0 0 0 0,0 0 0 0 0,0 1 0 0 0,1-1 0 0 0,-1 0-1 0 0,0 0 1 0 0,0 0 0 0 0,1 1 0 0 0,-1-1 0 0 0,0 0 0 0 0,1 0-1 0 0,-1 0 1 0 0,0 0 0 0 0,1 0 0 0 0,-1 0 0 0 0,1 0 0 0 0,138-3-1533 0 0,-97 0-3924 0 0,56-11-1 0 0,-64 7-967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321 136 2000 0 0,'-41'-113'17486'0'0,"31"95"-14827"0"0,9 17-2600 0 0,1 1 0 0 0,0 0 0 0 0,0-1-1 0 0,-1 1 1 0 0,1 0 0 0 0,-1-1 0 0 0,1 1 0 0 0,0 0 0 0 0,-1 0-1 0 0,1-1 1 0 0,0 1 0 0 0,-1 0 0 0 0,1 0 0 0 0,-1 0-1 0 0,1 0 1 0 0,-1-1 0 0 0,1 1 0 0 0,-1 0 0 0 0,1 0 0 0 0,-1 0-1 0 0,1 0 1 0 0,-1 0 0 0 0,-1 1-22 0 0,-1 1 1 0 0,1-1-1 0 0,0 0 0 0 0,0 1 1 0 0,0-1-1 0 0,0 1 0 0 0,0 0 1 0 0,0 0-1 0 0,1 0 1 0 0,-1 0-1 0 0,-2 3 0 0 0,-30 38 30 0 0,2 0 0 0 0,1 3 0 0 0,3 0 0 0 0,2 2 0 0 0,-34 82 0 0 0,56-117-43 0 0,-1 0 1 0 0,2 0 0 0 0,-1 1 0 0 0,2 0 0 0 0,0 0 0 0 0,1-1 0 0 0,0 15 0 0 0,1-23-5 0 0,0 0 0 0 0,1 0 0 0 0,0 0 0 0 0,0 0 0 0 0,0 0 0 0 0,0-1 0 0 0,1 1 0 0 0,0 0-1 0 0,0-1 1 0 0,0 1 0 0 0,0-1 0 0 0,1 0 0 0 0,0 0 0 0 0,0 0 0 0 0,0 0 0 0 0,0 0 0 0 0,0-1 0 0 0,1 1 0 0 0,0-1 0 0 0,0 0 0 0 0,-1 0 0 0 0,2 0 0 0 0,4 2 0 0 0,4 0 50 0 0,0 0 0 0 0,0 0 0 0 0,0-2 0 0 0,1 1 0 0 0,0-2 0 0 0,-1 0 0 0 0,1 0 0 0 0,0-1 1 0 0,0-1-1 0 0,0-1 0 0 0,0 0 0 0 0,17-3 0 0 0,-4-1 239 0 0,0-1 0 0 0,0-2 0 0 0,-1 0 0 0 0,0-2 0 0 0,30-15 0 0 0,-40 16-176 0 0,0-1 0 0 0,-2 0 1 0 0,1-1-1 0 0,-1 0 1 0 0,-1-1-1 0 0,0-1 0 0 0,0 0 1 0 0,-1 0-1 0 0,18-29 1 0 0,-24 32-87 0 0,0 0 0 0 0,0-1 0 0 0,-1 1 0 0 0,0-1 0 0 0,-1 0 0 0 0,0-1 0 0 0,-1 1 0 0 0,0 0 0 0 0,-1-1 1 0 0,0 0-1 0 0,-1 0 0 0 0,0 0 0 0 0,-1 1 0 0 0,0-1 0 0 0,-4-23 0 0 0,2 27-44 0 0,-1 0 0 0 0,1 0 0 0 0,-1 0 0 0 0,-1 1 0 0 0,0-1 0 0 0,0 1 0 0 0,0 0 0 0 0,-1 0 0 0 0,0 0 0 0 0,0 1 0 0 0,-7-7 0 0 0,3 5 2 0 0,0 0-1 0 0,0 0 1 0 0,-1 1 0 0 0,0 1-1 0 0,-1-1 1 0 0,0 2-1 0 0,-12-6 1 0 0,6 5-38 0 0,0 1-1 0 0,0 0 1 0 0,0 1-1 0 0,-1 0 1 0 0,1 2-1 0 0,-1 0 1 0 0,0 1 0 0 0,0 1-1 0 0,1 1 1 0 0,-26 3-1 0 0,31-1-382 0 0,1-1-1 0 0,-1 2 1 0 0,1-1-1 0 0,0 2 1 0 0,0 0-1 0 0,0 0 1 0 0,1 0-1 0 0,-15 12 0 0 0,18-12-418 0 0,1 0-1 0 0,-1 1 1 0 0,1 1-1 0 0,1-1 1 0 0,-7 8-1 0 0,8-8-665 0 0,0 1 0 0 0,1-1-1 0 0,-1 1 1 0 0,1-1 0 0 0,1 1 0 0 0,-4 11-1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3044 0 0,'26'0'7992'0'0,"5"1"-2694"0"0,-28 0-4389 0 0,-2 0-626 0 0,0 1 1 0 0,1 0-1 0 0,-1 0 0 0 0,0 0 1 0 0,0 0-1 0 0,0 0 0 0 0,0 0 1 0 0,0 0-1 0 0,0 2 1 0 0,-5 13 81 0 0,-1-1 0 0 0,0 0 1 0 0,-1 0-1 0 0,-1 0 0 0 0,-14 24 1 0 0,-54 74-1631 0 0,42-67-1347 0 0,25-35-157 0 0,-1-1 0 0 0,-14 15 1 0 0,4-7-4914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7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31 139 128 0 0,'22'-58'6566'0'0,"-12"40"-4959"0"0,0-1 0 0 0,18-23 0 0 0,-27 40-1288 0 0,0 4-265 0 0,0-1 1 0 0,0 1-1 0 0,-1-1 1 0 0,1 1-1 0 0,0-1 1 0 0,-1 1-1 0 0,1-1 1 0 0,-1 1-1 0 0,0-1 1 0 0,0 1-1 0 0,1 0 1 0 0,-1-1-1 0 0,0 1 1 0 0,-1 2-1 0 0,-7 42 527 0 0,-2-2 0 0 0,-23 65 0 0 0,19-72-464 0 0,3 0 1 0 0,1 1-1 0 0,2 0 0 0 0,-5 50 1 0 0,13-85-106 0 0,0 0 1 0 0,0 0-1 0 0,0 0 1 0 0,0-1 0 0 0,0 1-1 0 0,1 0 1 0 0,-1 0-1 0 0,1 0 1 0 0,0 0 0 0 0,0-1-1 0 0,0 1 1 0 0,0 0-1 0 0,0-1 1 0 0,1 1 0 0 0,-1-1-1 0 0,1 1 1 0 0,0-1-1 0 0,0 0 1 0 0,0 0 0 0 0,0 1-1 0 0,0-1 1 0 0,0-1-1 0 0,0 1 1 0 0,1 0 0 0 0,-1 0-1 0 0,0-1 1 0 0,4 2-1 0 0,-1-1 1 0 0,0-1-1 0 0,-1 0 1 0 0,1 1-1 0 0,0-2 1 0 0,0 1-1 0 0,0 0 1 0 0,0-1-1 0 0,0 0 1 0 0,0 0-1 0 0,0-1 1 0 0,0 1-1 0 0,0-1 1 0 0,0 0-1 0 0,0-1 1 0 0,5-1-1 0 0,5-3-7 0 0,-1-1-1 0 0,-1 0 0 0 0,1 0 0 0 0,-1-2 0 0 0,-1 0 1 0 0,0 0-1 0 0,0-1 0 0 0,0 0 0 0 0,-2-1 0 0 0,1-1 0 0 0,-1 0 1 0 0,-1 0-1 0 0,12-20 0 0 0,5-16 505 0 0,-1 0 0 0 0,26-77 0 0 0,-30 69 800 0 0,-21 56-1304 0 0,0 0 0 0 0,0-1-1 0 0,0 1 1 0 0,0 0-1 0 0,0 0 1 0 0,0 0-1 0 0,0 0 1 0 0,0-1-1 0 0,0 1 1 0 0,0 0 0 0 0,0 0-1 0 0,0 0 1 0 0,0-1-1 0 0,0 1 1 0 0,0 0-1 0 0,0 0 1 0 0,1 0 0 0 0,-1 0-1 0 0,0 0 1 0 0,0-1-1 0 0,0 1 1 0 0,0 0-1 0 0,0 0 1 0 0,0 0 0 0 0,0 0-1 0 0,0 0 1 0 0,1-1-1 0 0,-1 1 1 0 0,0 0-1 0 0,0 0 1 0 0,0 0 0 0 0,0 0-1 0 0,0 0 1 0 0,1 0-1 0 0,-1 0 1 0 0,0 0-1 0 0,0 0 1 0 0,0 0 0 0 0,0 0-1 0 0,1 0 1 0 0,-1 0-1 0 0,0 0 1 0 0,0 0-1 0 0,0 0 1 0 0,0 0 0 0 0,1 0-1 0 0,-1 0 1 0 0,2 10 51 0 0,-4 20-20 0 0,-26 99 188 0 0,-61 167-1 0 0,14-56-1146 0 0,74-237 722 0 0,-14 64-2143 0 0,14-60 588 0 0,0 0-1 0 0,0 1 1 0 0,2 13 0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1 165 644 0 0,'13'-22'3215'0'0,"20"-29"1895"0"0,-31 48-4877 0 0,1-1 1 0 0,0 1 0 0 0,0 0-1 0 0,0 1 1 0 0,0-1 0 0 0,0 0 0 0 0,0 1-1 0 0,1-1 1 0 0,-1 1 0 0 0,1 0-1 0 0,4-1 1 0 0,-5 2-175 0 0,-1 0 1 0 0,1 1-1 0 0,0 0 1 0 0,0-1-1 0 0,0 1 0 0 0,0 0 1 0 0,-1 1-1 0 0,1-1 0 0 0,0 0 1 0 0,0 1-1 0 0,0-1 0 0 0,-1 1 1 0 0,1 0-1 0 0,0 0 1 0 0,-1 0-1 0 0,1 0 0 0 0,-1 1 1 0 0,1-1-1 0 0,-1 1 0 0 0,1 0 1 0 0,-1-1-1 0 0,0 1 0 0 0,0 0 1 0 0,0 0-1 0 0,0 0 1 0 0,0 0-1 0 0,-1 1 0 0 0,1-1 1 0 0,1 4-1 0 0,2 1 106 0 0,-1 0 1 0 0,0 1-1 0 0,-1-1 0 0 0,1 1 1 0 0,-2 0-1 0 0,1 0 0 0 0,-1 0 1 0 0,2 14-1 0 0,-4-12-16 0 0,0 0 0 0 0,0 0-1 0 0,-1-1 1 0 0,-1 1 0 0 0,0 0-1 0 0,0 0 1 0 0,-1-1 0 0 0,0 0 0 0 0,0 1-1 0 0,-1-1 1 0 0,0 0 0 0 0,-1-1 0 0 0,-7 11-1 0 0,3-7 3 0 0,1 0-1 0 0,-2 0 0 0 0,0-1 1 0 0,0-1-1 0 0,-1 0 0 0 0,-1 0 0 0 0,1-1 1 0 0,-14 8-1 0 0,24-16-135 0 0,0-1-1 0 0,0 1 1 0 0,0 0-1 0 0,0-1 1 0 0,0 1 0 0 0,0-1-1 0 0,0 1 1 0 0,0-1-1 0 0,0 0 1 0 0,0 1 0 0 0,0-1-1 0 0,0 0 1 0 0,0 0-1 0 0,0 0 1 0 0,-1 0-1 0 0,1 0 1 0 0,-2 0 0 0 0,3 0-12 0 0,0-1 0 0 0,-1 1 1 0 0,1 0-1 0 0,0-1 0 0 0,-1 1 1 0 0,1 0-1 0 0,0-1 1 0 0,-1 1-1 0 0,1 0 0 0 0,0-1 1 0 0,0 1-1 0 0,0-1 0 0 0,-1 1 1 0 0,1-1-1 0 0,0 1 1 0 0,0 0-1 0 0,0-1 0 0 0,0 1 1 0 0,0-1-1 0 0,0 1 0 0 0,0-1 1 0 0,0 1-1 0 0,0-1 1 0 0,0 1-1 0 0,0-1 0 0 0,0 0 1 0 0,1-3-4 0 0,0 0 0 0 0,0-1 0 0 0,1 1 0 0 0,-1 0-1 0 0,1 1 1 0 0,4-8 0 0 0,23-27-27 0 0,2 2-1 0 0,1 1 1 0 0,70-58-1 0 0,-85 78 16 0 0,32-28-7 0 0,80-74 0 0 0,-127 115 10 0 0,-24 17 21 0 0,-11 16 201 0 0,2 0-1 0 0,2 2 1 0 0,0 2-1 0 0,-23 38 1 0 0,44-62-147 0 0,1 1-1 0 0,0 0 1 0 0,1 0 0 0 0,0 1-1 0 0,1 0 1 0 0,-3 14 0 0 0,6-24-51 0 0,2 1 0 0 0,-1-1 0 0 0,0 1 0 0 0,1-1-1 0 0,0 1 1 0 0,-1-1 0 0 0,2 1 0 0 0,-1 0 0 0 0,0-1 0 0 0,1 1 0 0 0,-1-1 0 0 0,1 1 0 0 0,0-1 0 0 0,0 1 0 0 0,1-1 0 0 0,-1 0 0 0 0,1 1 0 0 0,-1-1 0 0 0,1 0 0 0 0,0 0 0 0 0,0 0 0 0 0,0 0 0 0 0,1 0-1 0 0,-1-1 1 0 0,1 1 0 0 0,0-1 0 0 0,-1 0 0 0 0,5 3 0 0 0,7 3 14 0 0,1-1 0 0 0,-1 0 0 0 0,2-1 0 0 0,-1 0-1 0 0,1-1 1 0 0,0-1 0 0 0,27 4 0 0 0,117 3-1066 0 0,-160-11 1032 0 0,151-2-3610 0 0,-52-7-2724 0 0,-35-2-1121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114 134 2248 0 0,'-111'-46'15136'0'0,"109"45"-14684"0"0,23-11 651 0 0,36 2-581 0 0,79-5 1 0 0,-47 6-504 0 0,-32 5-783 0 0,40-7-2566 0 0,-84 8 720 0 0,0 0 0 0 0,22-8 0 0 0,-17 2-3065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1556 0 0,'-3'0'2111'0'0,"1"0"-1706"0"0,0-1 0 0 0,0 1 0 0 0,0 0 0 0 0,0 0 0 0 0,-1 0 0 0 0,1 1 0 0 0,0-1 0 0 0,0 1-1 0 0,0-1 1 0 0,0 1 0 0 0,0-1 0 0 0,0 1 0 0 0,0 0 0 0 0,0 0 0 0 0,0 0 0 0 0,0 0 0 0 0,1 0 0 0 0,-1 1 0 0 0,-3 2 0 0 0,2 0 74 0 0,-1 0-1 0 0,1 1 1 0 0,0 0 0 0 0,0 0-1 0 0,1 0 1 0 0,-1 0 0 0 0,-1 6-1 0 0,-12 37 502 0 0,3 1-1 0 0,2 0 0 0 0,-7 61 0 0 0,17-100-1114 0 0,-12 108 564 0 0,14-58-3163 0 0,8-3-5554 0 0,-5-41 1908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159 126 1648 0 0,'-24'-13'2880'0'0,"-17"-11"1512"0"0,39 23-4159 0 0,0 0-1 0 0,0-1 0 0 0,0 1 0 0 0,0-1 1 0 0,0 0-1 0 0,1 1 0 0 0,-1-1 1 0 0,1 0-1 0 0,-1 0 0 0 0,1 0 0 0 0,0 0 1 0 0,0 0-1 0 0,-1-1 0 0 0,0-3 0 0 0,2 5-180 0 0,0-1 0 0 0,0 1 0 0 0,1-1-1 0 0,-1 1 1 0 0,0-1 0 0 0,0 1-1 0 0,1 0 1 0 0,-1-1 0 0 0,1 1-1 0 0,0-1 1 0 0,-1 1 0 0 0,1 0-1 0 0,0 0 1 0 0,0-1 0 0 0,-1 1 0 0 0,1 0-1 0 0,0 0 1 0 0,0 0 0 0 0,0 0-1 0 0,1 0 1 0 0,-1 0 0 0 0,0 0-1 0 0,0 0 1 0 0,0 0 0 0 0,1 1-1 0 0,-1-1 1 0 0,3 0 0 0 0,36-14 429 0 0,-26 12-403 0 0,0 0 0 0 0,0 1-1 0 0,0 1 1 0 0,0 1-1 0 0,0 0 1 0 0,0 0 0 0 0,0 2-1 0 0,0-1 1 0 0,25 8-1 0 0,-31-7-61 0 0,1 1 0 0 0,-1 1 0 0 0,0-1 0 0 0,0 1 0 0 0,-1 0 0 0 0,1 1-1 0 0,9 8 1 0 0,-12-10-3 0 0,-2 1 0 0 0,1 0 0 0 0,0 0-1 0 0,-1 0 1 0 0,0 0 0 0 0,0 1 0 0 0,0-1 0 0 0,0 1 0 0 0,-1 0-1 0 0,0 0 1 0 0,0 0 0 0 0,3 10 0 0 0,-4-10 1 0 0,0 0 0 0 0,-1 0 1 0 0,0 0-1 0 0,0 0 1 0 0,0 0-1 0 0,0 1 0 0 0,-1-1 1 0 0,1 0-1 0 0,-2 0 0 0 0,1 0 1 0 0,-3 8-1 0 0,0-4 41 0 0,0-1-1 0 0,-1 1 1 0 0,0-1-1 0 0,0 0 1 0 0,-12 13 0 0 0,1-5 101 0 0,0 0 1 0 0,-1-1 0 0 0,-1-1 0 0 0,-28 18 0 0 0,-85 42 1073 0 0,119-68-979 0 0,-4 1-78 0 0,16-7-171 0 0,0 0 0 0 0,0 0 1 0 0,0 0-1 0 0,0 0 1 0 0,0 1-1 0 0,0-1 0 0 0,0 0 1 0 0,-1 0-1 0 0,1 0 1 0 0,0 0-1 0 0,0 0 0 0 0,0 0 1 0 0,0 1-1 0 0,0-1 1 0 0,0 0-1 0 0,0 0 0 0 0,0 0 1 0 0,0 0-1 0 0,0 0 0 0 0,0 1 1 0 0,0-1-1 0 0,0 0 1 0 0,0 0-1 0 0,0 0 0 0 0,0 0 1 0 0,0 1-1 0 0,0-1 1 0 0,0 0-1 0 0,0 0 0 0 0,0 0 1 0 0,0 0-1 0 0,0 0 1 0 0,0 1-1 0 0,0-1 0 0 0,0 0 1 0 0,0 0-1 0 0,1 0 1 0 0,-1 0-1 0 0,0 0 0 0 0,0 1 1 0 0,0-1-1 0 0,0 0 1 0 0,0 0-1 0 0,0 0 0 0 0,0 0 1 0 0,1 0-1 0 0,-1 0 0 0 0,0 0 1 0 0,0 0-1 0 0,0 0 1 0 0,0 0-1 0 0,1 0 0 0 0,-1 0 1 0 0,0 0-1 0 0,0 1 1 0 0,0-1-1 0 0,0 0 0 0 0,0 0 1 0 0,1 0-1 0 0,-1 0 1 0 0,0-1-1 0 0,0 1 0 0 0,0 0 1 0 0,0 0-1 0 0,1 0 1 0 0,-1 0-1 0 0,0 0 0 0 0,0 0 1 0 0,52 11 76 0 0,-40-9-69 0 0,0 0 0 0 0,0 1-1 0 0,0 0 1 0 0,12 6 0 0 0,-7-2 4 0 0,-1 1 1 0 0,0 0 0 0 0,-1 2-1 0 0,0 0 1 0 0,27 23-1 0 0,-37-29 24 0 0,-1 0 0 0 0,-1 0-1 0 0,1 0 1 0 0,-1 1 0 0 0,1-1-1 0 0,-1 1 1 0 0,-1 0 0 0 0,1 0 0 0 0,-1 0-1 0 0,0 0 1 0 0,0 1 0 0 0,0-1-1 0 0,0 1 1 0 0,-1-1 0 0 0,0 1-1 0 0,-1-1 1 0 0,1 1 0 0 0,-1 0-1 0 0,0-1 1 0 0,0 1 0 0 0,-1-1-1 0 0,0 1 1 0 0,-1 6 0 0 0,-1 0 59 0 0,-1-1 1 0 0,0 0 0 0 0,-1 0-1 0 0,0-1 1 0 0,-1 1 0 0 0,0-1-1 0 0,-1 0 1 0 0,0-1 0 0 0,0 0-1 0 0,-1 0 1 0 0,0 0 0 0 0,-1-1-1 0 0,0 0 1 0 0,-11 7 0 0 0,6-5 40 0 0,0-2 0 0 0,0 1 0 0 0,-1-2 0 0 0,0 0 1 0 0,-1-1-1 0 0,0 0 0 0 0,0-2 0 0 0,0 1 1 0 0,-22 1-1 0 0,31-5-173 0 0,0-1-1 0 0,0-1 1 0 0,-1 0 0 0 0,1 0 0 0 0,1 0 0 0 0,-1 0 0 0 0,0-1-1 0 0,0-1 1 0 0,1 1 0 0 0,-1-1 0 0 0,-11-6 0 0 0,18 8-122 0 0,-1 1 0 0 0,0-1 0 0 0,1 1 0 0 0,-1-1 0 0 0,1 1 0 0 0,-1-1 0 0 0,1 0 0 0 0,-1 1 0 0 0,1-1 0 0 0,0 0 0 0 0,-1 1 0 0 0,1-1 0 0 0,0 0 0 0 0,-1 1 0 0 0,1-1 0 0 0,0 0 0 0 0,0 0 0 0 0,0 1 0 0 0,0-1 0 0 0,0 0 1 0 0,0 0-1 0 0,0 0 0 0 0,0 1 0 0 0,0-1 0 0 0,0 0 0 0 0,0 0 0 0 0,0 1 0 0 0,0-1 0 0 0,1-1 0 0 0,10-17-7825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9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42 968 0 0,'0'-3'2950'0'0,"-1"-12"828"0"0,2-8 4652 0 0,2 44-4729 0 0,1 16-2776 0 0,14 58 1 0 0,-16-85-865 0 0,1 1 1 0 0,1-1-1 0 0,0 1 1 0 0,0-1 0 0 0,1 0-1 0 0,1-1 1 0 0,-1 1-1 0 0,1-1 1 0 0,14 15-1 0 0,-17-20-48 0 0,1-1 0 0 0,-1 0 1 0 0,1 0-1 0 0,-1-1 0 0 0,1 1 0 0 0,0-1 0 0 0,0 1 0 0 0,0-1 0 0 0,0-1 0 0 0,0 1 0 0 0,1-1 0 0 0,-1 1 0 0 0,1-1 0 0 0,-1 0 0 0 0,0-1 0 0 0,1 1 0 0 0,0-1 0 0 0,-1 0 0 0 0,1 0 0 0 0,-1 0 0 0 0,1-1 0 0 0,-1 1 0 0 0,1-1 0 0 0,-1 0 0 0 0,8-3 1 0 0,-6 1-15 0 0,1 0 0 0 0,-1 0 0 0 0,0-1 0 0 0,0 0 0 0 0,0 0 1 0 0,0-1-1 0 0,-1 0 0 0 0,0 0 0 0 0,0 0 0 0 0,0 0 0 0 0,0-1 1 0 0,-1 1-1 0 0,0-1 0 0 0,0-1 0 0 0,4-9 0 0 0,33-85-27 0 0,-34 87-37 0 0,-7 14 65 0 0,0 0-1 0 0,0-1 1 0 0,0 1 0 0 0,1 0-1 0 0,-1 0 1 0 0,0 0-1 0 0,0 0 1 0 0,0 0 0 0 0,0 0-1 0 0,0 0 1 0 0,0 0-1 0 0,0 0 1 0 0,0 0 0 0 0,0 0-1 0 0,0 0 1 0 0,0 0-1 0 0,0 0 1 0 0,0-1 0 0 0,0 1-1 0 0,0 0 1 0 0,0 0-1 0 0,0 0 1 0 0,0 0 0 0 0,0 0-1 0 0,0 0 1 0 0,1 0-1 0 0,-1 0 1 0 0,0 0 0 0 0,0 0-1 0 0,0 0 1 0 0,0 0-1 0 0,0 0 1 0 0,0 0 0 0 0,0 0-1 0 0,0 0 1 0 0,0 0-1 0 0,0 0 1 0 0,0 0 0 0 0,0 0-1 0 0,1 0 1 0 0,-1 0-1 0 0,0 0 1 0 0,0 0 0 0 0,0 0-1 0 0,0 0 1 0 0,0 0-1 0 0,0 0 1 0 0,0 0 0 0 0,0 0-1 0 0,0 0 1 0 0,0 0-1 0 0,0 1 1 0 0,0-1 0 0 0,0 0-1 0 0,0 0 1 0 0,0 0-1 0 0,1 0 1 0 0,-1 0 0 0 0,0 0-1 0 0,0 0 1 0 0,0 0-1 0 0,0 0 1 0 0,0 0 0 0 0,0 0-1 0 0,0 0 1 0 0,0 0-1 0 0,-1 25 15 0 0,1-19-8 0 0,-21 266 2389 0 0,-23 262 1488 0 0,-25-4-1423 0 0,65-511-2387 0 0,-17 87 306 0 0,18-92-301 0 0,-2 0 0 0 0,0-1 0 0 0,0 1 0 0 0,-1-1 1 0 0,-9 15-1 0 0,13-25-59 0 0,0 0 1 0 0,0 0-1 0 0,0-1 0 0 0,0 1 1 0 0,-1-1-1 0 0,1 1 1 0 0,-1-1-1 0 0,1 0 1 0 0,-1 0-1 0 0,0 0 1 0 0,0 0-1 0 0,0-1 0 0 0,0 1 1 0 0,0-1-1 0 0,0 0 1 0 0,0 0-1 0 0,0 0 1 0 0,-4 1-1 0 0,4-2-8 0 0,0 0 0 0 0,-1 0-1 0 0,1 0 1 0 0,0-1 0 0 0,0 1 0 0 0,0-1-1 0 0,0 1 1 0 0,0-1 0 0 0,1 0 0 0 0,-1 0-1 0 0,0-1 1 0 0,0 1 0 0 0,0-1 0 0 0,1 1 0 0 0,-1-1-1 0 0,1 0 1 0 0,-1 0 0 0 0,1 0 0 0 0,-4-4-1 0 0,0-2-9 0 0,0 1 0 0 0,1-1 1 0 0,0-1-1 0 0,0 1 0 0 0,1-1 0 0 0,0 1 0 0 0,0-1 0 0 0,1 0 0 0 0,0-1 0 0 0,1 1 0 0 0,0 0 0 0 0,1-1 0 0 0,-1 0 0 0 0,2 1 0 0 0,-1-1 0 0 0,3-19 0 0 0,1 6-88 0 0,0 0-1 0 0,2-1 0 0 0,0 1 1 0 0,2 1-1 0 0,17-41 0 0 0,0 12-1036 0 0,3 0 0 0 0,3 2 1 0 0,1 1-1 0 0,63-73 0 0 0,36-18-4923 0 0,9 6-4812 0 0,-95 93 3534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8:5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74 180 0 0,'-15'-23'18226'0'0,"16"23"-18125"0"0,37-8 328 0 0,51-5-1 0 0,-19 4-2083 0 0,-1-6-4132 0 0,-54 9 1846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0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 1736 0 0,'-3'0'2184'0'0,"0"-1"-1458"0"0,0 1 0 0 0,0-1-1 0 0,0 1 1 0 0,0 0 0 0 0,0 0 0 0 0,1 0-1 0 0,-1 1 1 0 0,0-1 0 0 0,0 1-1 0 0,0 0 1 0 0,-5 1 0 0 0,6 0-390 0 0,-1 0 0 0 0,1 0 0 0 0,0 0 0 0 0,0 0 0 0 0,0 0 0 0 0,0 0 1 0 0,0 1-1 0 0,0-1 0 0 0,1 1 0 0 0,-1-1 0 0 0,1 1 0 0 0,-1 0 0 0 0,0 3 0 0 0,-16 37 1251 0 0,3 0-1 0 0,1 1 1 0 0,-8 47-1 0 0,16-57-1786 0 0,1 0 1 0 0,2 0-1 0 0,2 0 0 0 0,4 61 0 0 0,-2-84-902 0 0,1 0-1 0 0,4 18 0 0 0,-4-25-210 0 0,-1 0-1 0 0,1-1 1 0 0,-1 1 0 0 0,1 0 0 0 0,1-1-1 0 0,2 6 1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1 602 2960 0 0,'18'-30'5841'0'0,"8"-12"-13"0"0,-20 34-5249 0 0,0 0 1 0 0,0 1 0 0 0,10-9 0 0 0,14-8 161 0 0,1 1 0 0 0,42-23 1 0 0,-38 25-516 0 0,-1-1 0 0 0,31-27 0 0 0,-55 41-197 0 0,-1-1 0 0 0,0 0 0 0 0,-1-1 0 0 0,0 0 0 0 0,0 0 0 0 0,-1-1 0 0 0,-1 1 0 0 0,0-1 0 0 0,0-1 0 0 0,7-19 0 0 0,-7 9-16 0 0,-1-1-1 0 0,-1 1 0 0 0,-1-1 1 0 0,-1 0-1 0 0,0-26 0 0 0,-2 48-12 0 0,0 1 0 0 0,0-1-1 0 0,0 1 1 0 0,0 0 0 0 0,0-1-1 0 0,0 1 1 0 0,0 0 0 0 0,0-1-1 0 0,0 1 1 0 0,0 0 0 0 0,0-1-1 0 0,0 1 1 0 0,0-1 0 0 0,0 1-1 0 0,0 0 1 0 0,0-1 0 0 0,0 1-1 0 0,-1 0 1 0 0,1-1 0 0 0,0 1-1 0 0,0 0 1 0 0,0-1 0 0 0,0 1-1 0 0,-1 0 1 0 0,1 0 0 0 0,0-1-1 0 0,0 1 1 0 0,-1 0 0 0 0,1 0-1 0 0,0-1 1 0 0,-1 1 0 0 0,1 0-1 0 0,0 0 1 0 0,-1 0 0 0 0,1 0 0 0 0,0-1-1 0 0,-1 1 1 0 0,1 0 0 0 0,0 0-1 0 0,-1 0 1 0 0,1 0 0 0 0,0 0-1 0 0,-1 0 1 0 0,1 0 0 0 0,0 0-1 0 0,-1 0 1 0 0,1 0 0 0 0,-1 0-1 0 0,1 0 1 0 0,0 0 0 0 0,-1 0-1 0 0,1 0 1 0 0,0 0 0 0 0,-1 1-1 0 0,1-1 1 0 0,-2 1 0 0 0,0 0 0 0 0,0 0 0 0 0,1 0 0 0 0,-1 0 0 0 0,1 1 0 0 0,-1-1 0 0 0,1 0 0 0 0,-1 1 0 0 0,-1 2 0 0 0,-10 19 5 0 0,1 0 0 0 0,1 1 1 0 0,1 0-1 0 0,-13 48 0 0 0,16-49 7 0 0,-119 470 1055 0 0,66-236-562 0 0,27-153 20 0 0,33-103-521 0 0,-1-1-1 0 0,1 1 1 0 0,0-1 0 0 0,0 1 0 0 0,0-1-1 0 0,-1 1 1 0 0,1-1 0 0 0,0 1-1 0 0,0-1 1 0 0,-1 0 0 0 0,1 1 0 0 0,0-1-1 0 0,-1 0 1 0 0,1 1 0 0 0,0-1-1 0 0,-1 0 1 0 0,1 1 0 0 0,-1-1 0 0 0,1 0-1 0 0,-1 0 1 0 0,1 1 0 0 0,-1-1-1 0 0,1 0 1 0 0,0 0 0 0 0,-1 0 0 0 0,1 0-1 0 0,-1 0 1 0 0,1 1 0 0 0,-1-1-1 0 0,1 0 1 0 0,-1 0 0 0 0,1 0 0 0 0,-1-1-1 0 0,1 1 1 0 0,-1 0 0 0 0,1 0-1 0 0,-1 0 1 0 0,1 0 0 0 0,-1 0 0 0 0,1 0-1 0 0,-1-1 1 0 0,1 1 0 0 0,-1 0-1 0 0,1 0 1 0 0,0-1 0 0 0,-1 1 0 0 0,1 0-1 0 0,-1-1 1 0 0,1 1 0 0 0,0 0 0 0 0,-1-1-1 0 0,1 1 1 0 0,-1-1 0 0 0,-1-1 2 0 0,0-1 1 0 0,0 1 0 0 0,0 0-1 0 0,1-1 1 0 0,-1 1 0 0 0,1-1-1 0 0,-2-3 1 0 0,0-2-7 0 0,1-1 0 0 0,1 0 0 0 0,0 0 0 0 0,0 0 0 0 0,1 0 0 0 0,0 0 0 0 0,0 0 0 0 0,3-17 0 0 0,2 3-1 0 0,0 1 0 0 0,11-28 0 0 0,-6 24 1 0 0,2 1 0 0 0,0 0 0 0 0,1 1 1 0 0,2 0-1 0 0,0 2 0 0 0,1-1 0 0 0,22-21 1 0 0,-23 28-12 0 0,0 1 0 0 0,1 1 0 0 0,1 0 0 0 0,0 1 0 0 0,1 1 0 0 0,0 1 0 0 0,1 0 0 0 0,0 2 0 0 0,36-14 0 0 0,-45 21 7 0 0,0 0-1 0 0,0 0 1 0 0,0 1 0 0 0,0 0 0 0 0,0 0 0 0 0,0 1 0 0 0,15 3 0 0 0,-21-3 3 0 0,-1 1 1 0 0,0-1 0 0 0,0 1 0 0 0,0 0 0 0 0,0 0 0 0 0,0 0 0 0 0,0 1-1 0 0,-1-1 1 0 0,1 1 0 0 0,0 0 0 0 0,-1-1 0 0 0,4 4 0 0 0,-5-4 1 0 0,0 1-1 0 0,1 0 1 0 0,-1-1 0 0 0,0 1-1 0 0,0 0 1 0 0,-1-1 0 0 0,1 1 0 0 0,0 0-1 0 0,0 0 1 0 0,-1 0 0 0 0,1 0 0 0 0,-1 0-1 0 0,0 0 1 0 0,0 0 0 0 0,0 0 0 0 0,1 0-1 0 0,-2 0 1 0 0,1-1 0 0 0,0 1 0 0 0,0 0-1 0 0,-1 3 1 0 0,-1 1 8 0 0,0 0 0 0 0,-1-1 0 0 0,1 1 0 0 0,-1-1 0 0 0,0 0 0 0 0,-1 0 0 0 0,1 0 0 0 0,-1 0 0 0 0,0 0 0 0 0,0-1 0 0 0,0 0 0 0 0,-1 1 0 0 0,1-2 0 0 0,-9 7 1 0 0,-5 1 19 0 0,0-1 1 0 0,-37 17 0 0 0,41-22-18 0 0,0 0 0 0 0,0-1 1 0 0,0 0-1 0 0,-1-1 0 0 0,0-1 1 0 0,1 0-1 0 0,-1-1 0 0 0,0-1 1 0 0,-15-2-1 0 0,6-4 21 0 0,21 5-38 0 0,1 0 0 0 0,-1 0 0 0 0,0 0 0 0 0,0 1 0 0 0,0-1 0 0 0,0 1 0 0 0,-3-1 0 0 0,9 3 6 0 0,-1-1 0 0 0,0 0 1 0 0,0 1-1 0 0,0 0 0 0 0,0-1 0 0 0,0 1 1 0 0,0 0-1 0 0,-1 0 0 0 0,1 0 0 0 0,1 3 1 0 0,2 0 4 0 0,78 99 91 0 0,-56-68-345 0 0,56 60 0 0 0,-68-83-1191 0 0,0 0-1 0 0,24 15 1 0 0,12-1-6118 0 0,-20-15-610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31 183 488 0 0,'-9'-20'3711'0'0,"5"11"-2079"0"0,1 0-1 0 0,-1 1 0 0 0,1-2 0 0 0,1 1 0 0 0,-4-17 1 0 0,6 24-1495 0 0,0-1-1 0 0,0 1 1 0 0,1-1 0 0 0,-1 1 0 0 0,0 0-1 0 0,1-1 1 0 0,-1 1 0 0 0,1-1 0 0 0,0 1 0 0 0,0 0-1 0 0,0-1 1 0 0,0 1 0 0 0,0 0 0 0 0,0 0 0 0 0,1 0-1 0 0,-1 0 1 0 0,1 0 0 0 0,0 0 0 0 0,-1 0 0 0 0,1 1-1 0 0,0-1 1 0 0,0 0 0 0 0,0 1 0 0 0,0 0 0 0 0,0-1-1 0 0,0 1 1 0 0,3-1 0 0 0,10-5 8 0 0,0 2 1 0 0,0 0-1 0 0,0 0 1 0 0,0 2-1 0 0,0 0 1 0 0,24-2-1 0 0,-17 4-92 0 0,0 0 1 0 0,0 2-1 0 0,1 0 0 0 0,21 5 1 0 0,-43-6-51 0 0,1 0-1 0 0,-1 1 1 0 0,0-1 0 0 0,1 0 0 0 0,-1 0 0 0 0,0 1-1 0 0,0-1 1 0 0,1 1 0 0 0,-1-1 0 0 0,0 1 0 0 0,0 0 0 0 0,0-1-1 0 0,0 1 1 0 0,0 0 0 0 0,0 0 0 0 0,0 0 0 0 0,0-1-1 0 0,0 1 1 0 0,0 0 0 0 0,0 0 0 0 0,0 1 0 0 0,-1-1-1 0 0,1 0 1 0 0,0 1 0 0 0,0 0 1 0 0,-1 0 0 0 0,0 0-1 0 0,0-1 1 0 0,0 1 0 0 0,0 0 0 0 0,-1 0-1 0 0,1-1 1 0 0,0 1 0 0 0,-1 0 0 0 0,1-1-1 0 0,-1 1 1 0 0,0 0 0 0 0,1-1 0 0 0,-1 1-1 0 0,-2 2 1 0 0,-3 5 3 0 0,0 0 0 0 0,-1 0 0 0 0,-1-1 0 0 0,-12 11 0 0 0,-42 35 47 0 0,29-27 398 0 0,1 1 0 0 0,2 2 0 0 0,-53 65 0 0 0,82-94-369 0 0,-1 1-1 0 0,1 0 1 0 0,0-1-1 0 0,0 1 1 0 0,0 0-1 0 0,0 0 1 0 0,0 0-1 0 0,1 0 1 0 0,-1 0-1 0 0,0 0 1 0 0,1 0-1 0 0,-1 0 1 0 0,1 0-1 0 0,0 0 1 0 0,0 0-1 0 0,0 0 1 0 0,0 0-1 0 0,1 4 1 0 0,-1-4-18 0 0,1-1 0 0 0,0 1 1 0 0,0-1-1 0 0,0 0 0 0 0,0 1 0 0 0,0-1 1 0 0,0 0-1 0 0,0 0 0 0 0,0 1 0 0 0,0-1 1 0 0,1 0-1 0 0,-1 0 0 0 0,0 0 0 0 0,1-1 1 0 0,-1 1-1 0 0,1 0 0 0 0,-1 0 1 0 0,3 0-1 0 0,6 2 43 0 0,0-1 0 0 0,0 0 0 0 0,0-1 1 0 0,0 0-1 0 0,0-1 0 0 0,12 0 0 0 0,22-3-768 0 0,-1-2 0 0 0,0-1-1 0 0,48-15 1 0 0,18-12-3804 0 0,-5-5-3286 0 0,-50 15 315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1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64 496 0 0,'-19'-28'11596'0'0,"4"7"-4431"0"0,18 19-6456 0 0,-3 1-690 0 0,0 1-1 0 0,0 0 1 0 0,0-1 0 0 0,0 1 0 0 0,1 0 0 0 0,-1 0-1 0 0,0-1 1 0 0,0 1 0 0 0,0 0 0 0 0,0 0 0 0 0,1-1-1 0 0,-1 1 1 0 0,0 0 0 0 0,0 0 0 0 0,1 0 0 0 0,-1 0-1 0 0,0-1 1 0 0,0 1 0 0 0,1 0 0 0 0,-1 0 0 0 0,0 0-1 0 0,0 0 1 0 0,1 0 0 0 0,-1 0 0 0 0,0 0 0 0 0,1 0-1 0 0,-1-1 1 0 0,0 1 0 0 0,0 0 0 0 0,1 0 0 0 0,45-4 390 0 0,0 1 1 0 0,71 5-1 0 0,-23 1-4189 0 0,-77-3 2203 0 0,7 2-5021 0 0,-20-1 4927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1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1364 0 0,'-99'46'10286'0'0,"99"-46"-10231"0"0,0 0 1 0 0,-1 0 0 0 0,1 1 0 0 0,-1-1-1 0 0,1 0 1 0 0,0 0 0 0 0,-1 0 0 0 0,1 0-1 0 0,-1 1 1 0 0,1-1 0 0 0,0 0-1 0 0,-1 0 1 0 0,1 1 0 0 0,0-1 0 0 0,0 0-1 0 0,-1 1 1 0 0,1-1 0 0 0,0 0 0 0 0,-1 1-1 0 0,1-1 1 0 0,0 0 0 0 0,0 1 0 0 0,0-1-1 0 0,-1 0 1 0 0,1 1 0 0 0,0-1-1 0 0,0 1 1 0 0,0-1 0 0 0,0 0 0 0 0,0 1-1 0 0,0-1 1 0 0,0 1 0 0 0,0-1 0 0 0,0 1-1 0 0,0-1 1 0 0,0 0 0 0 0,0 1-1 0 0,0-1 1 0 0,0 1 0 0 0,0-1 0 0 0,1 0-1 0 0,-1 1 1 0 0,0-1 0 0 0,0 1 0 0 0,0-1-1 0 0,1 0 1 0 0,-1 1 0 0 0,0-1-1 0 0,0 0 1 0 0,1 1 0 0 0,-1-1 0 0 0,0 0-1 0 0,1 1 1 0 0,-1-1 0 0 0,0 0 0 0 0,1 0-1 0 0,-1 0 1 0 0,0 1 0 0 0,1-1 0 0 0,-1 0-1 0 0,1 0 1 0 0,0 0 0 0 0,31 6 39 0 0,0-1 1 0 0,1-2 0 0 0,48-1-1 0 0,40-12-8231 0 0,-85 5 3133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265 107 1636 0 0,'3'-32'14383'0'0,"-7"34"-14177"0"0,-1 0 0 0 0,1 0 0 0 0,0 0-1 0 0,0 1 1 0 0,0-1 0 0 0,0 1 0 0 0,1 0-1 0 0,-1 0 1 0 0,-4 5 0 0 0,-32 38 763 0 0,30-34-736 0 0,-16 18 146 0 0,2 1 1 0 0,1 0-1 0 0,2 2 1 0 0,1 1-1 0 0,-28 63 0 0 0,46-91-323 0 0,0 0 0 0 0,0 1 1 0 0,0-1-1 0 0,1 0 0 0 0,0 1 0 0 0,0-1 0 0 0,0 1 0 0 0,1 13 0 0 0,1-17-33 0 0,0 0 0 0 0,0 0-1 0 0,0 0 1 0 0,0 0 0 0 0,0 0 0 0 0,0 0-1 0 0,1-1 1 0 0,-1 1 0 0 0,1 0 0 0 0,0-1-1 0 0,0 1 1 0 0,0-1 0 0 0,0 0 0 0 0,0 1-1 0 0,1-1 1 0 0,-1 0 0 0 0,1 0 0 0 0,-1-1-1 0 0,1 1 1 0 0,0-1 0 0 0,2 2 0 0 0,8 3 15 0 0,-1-1 0 0 0,1 0 0 0 0,0-2 0 0 0,0 1 0 0 0,0-1 0 0 0,0-1 0 0 0,1 0 0 0 0,-1-1 0 0 0,1-1-1 0 0,-1 0 1 0 0,1 0 0 0 0,23-5 0 0 0,-16 1-9 0 0,-1-1-1 0 0,1-1 0 0 0,-1-1 1 0 0,0-1-1 0 0,-1 0 0 0 0,0-1 1 0 0,26-17-1 0 0,-26 13 12 0 0,-1-1 1 0 0,0-1-1 0 0,0 0 0 0 0,-2-2 1 0 0,0 1-1 0 0,16-23 1 0 0,-25 29-18 0 0,1-1 1 0 0,-1 0 0 0 0,-1-1 0 0 0,0 0 0 0 0,-1 1-1 0 0,0-2 1 0 0,-1 1 0 0 0,0-1 0 0 0,-1 1-1 0 0,0-1 1 0 0,-1 0 0 0 0,0-18 0 0 0,-2 24-29 0 0,0 0 1 0 0,-1 0-1 0 0,0 0 1 0 0,0 1-1 0 0,-1-1 0 0 0,0 0 1 0 0,0 1-1 0 0,0-1 1 0 0,-1 1-1 0 0,0 0 1 0 0,0 0-1 0 0,-8-11 1 0 0,5 10 31 0 0,-1-1 0 0 0,1 2 1 0 0,-1-1-1 0 0,-1 1 1 0 0,1 0-1 0 0,-1 0 1 0 0,0 1-1 0 0,-14-7 0 0 0,9 5-201 0 0,-1 2-1 0 0,1 0 0 0 0,-1 0 0 0 0,0 2 0 0 0,-1-1 1 0 0,1 2-1 0 0,-1 0 0 0 0,1 1 0 0 0,-1 0 0 0 0,1 1 1 0 0,-1 1-1 0 0,-17 2 0 0 0,19 0-495 0 0,-1 1 1 0 0,1 0-1 0 0,0 1 0 0 0,0 0 1 0 0,-11 8-1 0 0,-32 21-7501 0 0,37-21 976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2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3 776 0 0,'3'-1'4174'0'0,"-2"1"-4105"0"0,19-1 7594 0 0,-10 6-3469 0 0,-9 3-4528 0 0,-7 9 765 0 0,0 0 0 0 0,-1-1 1 0 0,0 1-1 0 0,-15 21 1 0 0,-46 60 45 0 0,27-41-203 0 0,24-32-539 0 0,-96 148 278 0 0,79-112-3226 0 0,5 1-3823 0 0,20-41 491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3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1280 0 0,'25'4'14882'0'0,"82"-26"-14779"0"0,2 5-1 0 0,112-3 1 0 0,-159 19-1304 0 0,14-2-1970 0 0,-26-1-2272 0 0,-29 2 1192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41 162 372 0 0,'13'-52'6913'0'0,"-10"42"-6211"0"0,2 1 0 0 0,-1-1 0 0 0,8-11-1 0 0,-9 16-630 0 0,0 1 0 0 0,0 0-1 0 0,0 0 1 0 0,0 0 0 0 0,1 0-1 0 0,0 0 1 0 0,0 1 0 0 0,0 0-1 0 0,0 0 1 0 0,0 0 0 0 0,0 0-1 0 0,1 0 1 0 0,0 1 0 0 0,-1 0-1 0 0,1 0 1 0 0,0 0 0 0 0,0 1-1 0 0,7-2 1 0 0,-8 3-64 0 0,1-1 1 0 0,-1 1-1 0 0,0 0 0 0 0,1 1 0 0 0,-1-1 1 0 0,0 1-1 0 0,1 0 0 0 0,-1 0 0 0 0,0 0 1 0 0,0 0-1 0 0,0 1 0 0 0,0 0 0 0 0,0 0 1 0 0,0 0-1 0 0,0 0 0 0 0,-1 0 0 0 0,1 1 1 0 0,-1 0-1 0 0,0-1 0 0 0,1 1 1 0 0,-1 1-1 0 0,0-1 0 0 0,-1 0 0 0 0,1 1 1 0 0,-1-1-1 0 0,1 1 0 0 0,-1 0 0 0 0,0 0 1 0 0,-1 0-1 0 0,1 0 0 0 0,1 6 0 0 0,0 1 49 0 0,0 0 1 0 0,0 1-1 0 0,-1-1 0 0 0,-1 1 0 0 0,0-1 0 0 0,0 1 0 0 0,-1 0 0 0 0,-1 0 0 0 0,0-1 0 0 0,-4 16 0 0 0,-2-3 187 0 0,-1 0 0 0 0,0-1 0 0 0,-2-1 0 0 0,-1 1 0 0 0,-27 39 0 0 0,-83 95 1345 0 0,99-132-1348 0 0,16-20-190 0 0,1 0-1 0 0,-1 1 1 0 0,1 0 0 0 0,1 0-1 0 0,-1 0 1 0 0,1 0 0 0 0,0 1-1 0 0,0 0 1 0 0,1 0 0 0 0,-5 13-1 0 0,9-19-38 0 0,0 1-1 0 0,-1-1 0 0 0,1 1 1 0 0,0-1-1 0 0,0 0 0 0 0,0 1 1 0 0,0-1-1 0 0,0 0 0 0 0,0 0 1 0 0,0 0-1 0 0,0 1 1 0 0,0-1-1 0 0,1 0 0 0 0,-1-1 1 0 0,0 1-1 0 0,1 0 0 0 0,-1 0 1 0 0,1-1-1 0 0,2 2 0 0 0,12 2 9 0 0,-1-1-1 0 0,1-1 0 0 0,0 0 0 0 0,-1-1 0 0 0,1-1 0 0 0,31-3 0 0 0,-16 1 8 0 0,301-21-1255 0 0,-112-2-6329 0 0,-150 16 2273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1660 0 0,'1'-2'1850'0'0,"5"-12"1104"0"0,-5 11-2790 0 0,-1 1-1 0 0,1 0 0 0 0,-1 0 1 0 0,1-1-1 0 0,0 1 1 0 0,0 0-1 0 0,0 0 1 0 0,0 0-1 0 0,1 0 0 0 0,-1 0 1 0 0,1 1-1 0 0,-1-1 1 0 0,1 0-1 0 0,-1 1 0 0 0,1-1 1 0 0,0 1-1 0 0,0-1 1 0 0,0 1-1 0 0,0 0 1 0 0,0 0-1 0 0,0-1 0 0 0,0 2 1 0 0,0-1-1 0 0,0 0 1 0 0,4-1-1 0 0,-1 2-138 0 0,0-1 0 0 0,0 1 0 0 0,0 0 0 0 0,0 1-1 0 0,0-1 1 0 0,0 1 0 0 0,0 0 0 0 0,0 0 0 0 0,-1 1 0 0 0,1-1 0 0 0,0 1 0 0 0,-1 0 0 0 0,1 0 0 0 0,-1 1-1 0 0,0-1 1 0 0,0 1 0 0 0,0 0 0 0 0,0 0 0 0 0,0 0 0 0 0,0 1 0 0 0,5 7 0 0 0,-4-6 19 0 0,-1 0 1 0 0,0 1 0 0 0,-1 0-1 0 0,1-1 1 0 0,-1 1-1 0 0,0 1 1 0 0,0-1 0 0 0,-1 0-1 0 0,0 1 1 0 0,0-1-1 0 0,0 1 1 0 0,-1 0 0 0 0,0 0-1 0 0,-1-1 1 0 0,1 1-1 0 0,-1 7 1 0 0,-2-4 75 0 0,0 0 1 0 0,0-1-1 0 0,-1 1 1 0 0,0-1-1 0 0,-1 1 0 0 0,0-1 1 0 0,-6 11-1 0 0,-41 57 779 0 0,41-63-695 0 0,11-14-197 0 0,-1 0-1 0 0,0 0 1 0 0,0 0 0 0 0,0 0-1 0 0,0 0 1 0 0,0 0-1 0 0,0 0 1 0 0,0 0 0 0 0,0 0-1 0 0,0 0 1 0 0,0 0-1 0 0,0 0 1 0 0,1 0 0 0 0,-1 0-1 0 0,0 0 1 0 0,0 0-1 0 0,0 0 1 0 0,0 0 0 0 0,0 0-1 0 0,0 0 1 0 0,0 0-1 0 0,0 0 1 0 0,0 0 0 0 0,0 0-1 0 0,0 0 1 0 0,0 1-1 0 0,0-1 1 0 0,0 0 0 0 0,0 0-1 0 0,0 0 1 0 0,0 0-1 0 0,0 0 1 0 0,1 0-1 0 0,-1 0 1 0 0,0 0 0 0 0,0 0-1 0 0,0 0 1 0 0,0 1-1 0 0,0-1 1 0 0,0 0 0 0 0,0 0-1 0 0,0 0 1 0 0,-1 0-1 0 0,1 0 1 0 0,0 0 0 0 0,0 0-1 0 0,0 0 1 0 0,15-8 48 0 0,18-14-99 0 0,409-352 325 0 0,-389 316 1393 0 0,-51 57-1404 0 0,-6 2-246 0 0,-3 3-14 0 0,0 1 1 0 0,0 0-1 0 0,0 0 1 0 0,0 1-1 0 0,1-1 1 0 0,-1 1 0 0 0,-5 9-1 0 0,-41 54 31 0 0,46-59-35 0 0,-4 4 9 0 0,1 1 0 0 0,0 0 0 0 0,2 1 0 0 0,-1 0-1 0 0,2 0 1 0 0,-6 18 0 0 0,12-30-5 0 0,0 0-1 0 0,0 0 1 0 0,0-1-1 0 0,1 1 0 0 0,-1 0 1 0 0,1 0-1 0 0,0 0 1 0 0,0 0-1 0 0,0 0 0 0 0,1 0 1 0 0,-1-1-1 0 0,1 1 0 0 0,0 0 1 0 0,0 0-1 0 0,0 0 1 0 0,1-1-1 0 0,-1 1 0 0 0,1-1 1 0 0,0 1-1 0 0,0-1 1 0 0,0 0-1 0 0,0 0 0 0 0,1 1 1 0 0,-1-2-1 0 0,1 1 1 0 0,0 0-1 0 0,0 0 0 0 0,0-1 1 0 0,0 0-1 0 0,0 1 1 0 0,1-1-1 0 0,-1-1 0 0 0,0 1 1 0 0,5 1-1 0 0,11 5-20 0 0,1-1 0 0 0,0-1 0 0 0,0-1 0 0 0,1-1 1 0 0,0-1-1 0 0,-1 0 0 0 0,32-1 0 0 0,10-4-2356 0 0,75-11-1 0 0,-78 5-1657 0 0,1-1-1950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76 118 452 0 0,'-3'-2'3102'0'0,"-54"-32"13979"0"0,51 30-15134 0 0,-3-2 80 0 0,9 5-2005 0 0,0 1 0 0 0,0 0 0 0 0,0-1 1 0 0,0 1-1 0 0,1-1 0 0 0,-1 1 0 0 0,0 0 1 0 0,0-1-1 0 0,0 1 0 0 0,1 0 0 0 0,-1-1 1 0 0,0 1-1 0 0,0 0 0 0 0,1-1 0 0 0,-1 1 1 0 0,0 0-1 0 0,1 0 0 0 0,-1-1 0 0 0,0 1 1 0 0,1 0-1 0 0,-1 0 0 0 0,0 0 0 0 0,1 0 1 0 0,-1-1-1 0 0,1 1 0 0 0,-1 0 0 0 0,0 0 1 0 0,1 0-1 0 0,-1 0 0 0 0,1 0 0 0 0,-1 0 1 0 0,1 0-1 0 0,34-9 237 0 0,0 2-1 0 0,61-6 1 0 0,-43 8-182 0 0,38-5 133 0 0,33-4-3533 0 0,-104 8-532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28 2052 0 0,'-2'-1'2279'0'0,"-25"-21"5084"0"0,27 21-7295 0 0,-1 1 0 0 0,1 0 0 0 0,0-1-1 0 0,-1 1 1 0 0,1 0 0 0 0,0-1 0 0 0,-1 1 0 0 0,1 0-1 0 0,-1 0 1 0 0,1 0 0 0 0,0-1 0 0 0,-1 1-1 0 0,1 0 1 0 0,-1 0 0 0 0,1 0 0 0 0,-1 0-1 0 0,1 0 1 0 0,-1 0 0 0 0,1 0 0 0 0,-1 0-1 0 0,0 0 1 0 0,-1 5 25 0 0,-1 0 0 0 0,1 0 0 0 0,0 1-1 0 0,1-1 1 0 0,-1 1 0 0 0,1-1 0 0 0,0 1-1 0 0,1-1 1 0 0,-1 1 0 0 0,1 9 0 0 0,-2 11 294 0 0,-35 234 854 0 0,33-240-1441 0 0,-10 85 16 0 0,14-91-2369 0 0,0 0-1 0 0,3 27 1 0 0,0-27-2833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203 121 3068 0 0,'39'-83'14924'0'0,"-38"83"-14909"0"0,0 1 0 0 0,-1-1 0 0 0,1 1 0 0 0,-1-1 1 0 0,1 0-1 0 0,-1 1 0 0 0,1 0 0 0 0,-1-1 0 0 0,1 1 1 0 0,-1-1-1 0 0,1 1 0 0 0,-1 0 0 0 0,0-1 1 0 0,1 1-1 0 0,-1 0 0 0 0,0-1 0 0 0,0 1 0 0 0,0 0 1 0 0,1-1-1 0 0,-1 1 0 0 0,0 1 0 0 0,4 20 106 0 0,-3-17-80 0 0,2 9 16 0 0,0 0 1 0 0,1 0-1 0 0,1-1 0 0 0,1 1 0 0 0,0-1 0 0 0,0 0 0 0 0,11 15 0 0 0,-12-21-22 0 0,-1-1-1 0 0,1 0 0 0 0,1 0 0 0 0,-1-1 0 0 0,1 1 0 0 0,0-1 1 0 0,0-1-1 0 0,0 1 0 0 0,1-1 0 0 0,-1 0 0 0 0,1 0 1 0 0,0-1-1 0 0,0 0 0 0 0,1 0 0 0 0,9 2 0 0 0,-12-4-13 0 0,-1 0 1 0 0,1 0-1 0 0,0-1 0 0 0,0 0 0 0 0,0 0 0 0 0,0 0 0 0 0,0 0 0 0 0,0-1 0 0 0,0 0 0 0 0,0 0 0 0 0,0 0 0 0 0,0-1 0 0 0,8-4 0 0 0,-6 3-14 0 0,-1-1 0 0 0,1 0 0 0 0,-1-1 0 0 0,-1 0 0 0 0,1 0-1 0 0,-1 0 1 0 0,1 0 0 0 0,5-10 0 0 0,4-7 84 0 0,-1-1-1 0 0,-2-1 1 0 0,0 0-1 0 0,9-28 1 0 0,-18 44-6 0 0,3-5 182 0 0,-3 7-172 0 0,0 0-1 0 0,-1 0 0 0 0,0-1 0 0 0,0 1 0 0 0,0 0 1 0 0,0-8-1 0 0,0 25-70 0 0,0 6 5 0 0,-19 81 182 0 0,-16 81 410 0 0,-124 551 2885 0 0,148-693-3309 0 0,-41 151 437 0 0,43-168-447 0 0,-1 0-1 0 0,-1-1 1 0 0,0 0-1 0 0,-1-1 1 0 0,-2 0-1 0 0,1 0 0 0 0,-17 16 1 0 0,24-29-121 0 0,0-1 1 0 0,0 0-1 0 0,-1 0 1 0 0,0 0-1 0 0,0-1 1 0 0,0 1-1 0 0,0-1 1 0 0,0 0-1 0 0,-1-1 1 0 0,1 1-1 0 0,-1-1 1 0 0,0-1 0 0 0,1 1-1 0 0,-1-1 1 0 0,0 1-1 0 0,0-2 1 0 0,-9 1-1 0 0,8-1-36 0 0,0-1-1 0 0,0 0 1 0 0,0 0 0 0 0,0 0-1 0 0,1-1 1 0 0,-1 0 0 0 0,1-1-1 0 0,-1 1 1 0 0,1-1 0 0 0,0 0-1 0 0,0-1 1 0 0,0 0-1 0 0,0 0 1 0 0,1 0 0 0 0,-6-5-1 0 0,3 1-28 0 0,0 0-1 0 0,1 0 0 0 0,0-1 0 0 0,1 0 0 0 0,-1 0 0 0 0,2 0 1 0 0,-1-1-1 0 0,1 0 0 0 0,1 0 0 0 0,0 0 0 0 0,0 0 0 0 0,1-1 1 0 0,1 0-1 0 0,-1 0 0 0 0,0-16 0 0 0,2 13-58 0 0,1-1 0 0 0,1 0 0 0 0,0 1 1 0 0,1-1-1 0 0,1 0 0 0 0,0 1 0 0 0,1 0 0 0 0,0 0 0 0 0,1 0 0 0 0,1 0 0 0 0,8-14 0 0 0,5-4-343 0 0,2 1 1 0 0,1 1-1 0 0,1 1 0 0 0,1 1 0 0 0,1 1 0 0 0,40-32 0 0 0,6 2-3042 0 0,110-66-1 0 0,-71 62-4902 0 0,-49 26-218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55 2836 0 0,'-5'-8'10779'0'0,"8"6"-10678"0"0,0 0-1 0 0,1 0 0 0 0,-1 0 1 0 0,0 1-1 0 0,1-1 1 0 0,0 1-1 0 0,-1 0 1 0 0,1 0-1 0 0,0 1 0 0 0,4-1 1 0 0,45-3 144 0 0,-29 4-103 0 0,21-3-148 0 0,60-4-1196 0 0,-37-5-5302 0 0,-48 7 1513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 32 0 0,'-15'-3'7714'0'0,"14"4"-7573"0"0,-1 0 0 0 0,1 0-1 0 0,-1 0 1 0 0,1 0 0 0 0,-1 0 0 0 0,1 0-1 0 0,0 0 1 0 0,-1 0 0 0 0,1 0 0 0 0,0 1-1 0 0,0-1 1 0 0,0 1 0 0 0,0-1 0 0 0,0 1-1 0 0,0-1 1 0 0,1 1 0 0 0,-1-1 0 0 0,0 1-1 0 0,1 0 1 0 0,-1-1 0 0 0,1 1 0 0 0,0 0-1 0 0,-1 0 1 0 0,1-1 0 0 0,0 1 0 0 0,0 2-1 0 0,-1 70 2645 0 0,12 102 0 0 0,1 18-1797 0 0,-8-121-1300 0 0,-2-37-2136 0 0,-1 1-4412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109 165 36 0 0,'13'-36'5400'0'0,"-9"21"-3366"0"0,1 0 1 0 0,1 1 0 0 0,14-25-1 0 0,-18 36-1884 0 0,0-1 1 0 0,0 1-1 0 0,1 0 0 0 0,0 0 0 0 0,0 0 0 0 0,-1 0 0 0 0,2 1 0 0 0,-1-1 0 0 0,0 1 1 0 0,0 0-1 0 0,1-1 0 0 0,0 2 0 0 0,-1-1 0 0 0,1 0 0 0 0,0 1 0 0 0,0-1 1 0 0,0 1-1 0 0,8-1 0 0 0,-8 2-122 0 0,1 0 0 0 0,-1 0 0 0 0,1 1 0 0 0,-1-1 0 0 0,1 1 0 0 0,-1 0 0 0 0,1 0 0 0 0,-1 1 0 0 0,0-1 0 0 0,1 1 0 0 0,-1 0 0 0 0,0 0-1 0 0,0 0 1 0 0,0 1 0 0 0,-1 0 0 0 0,1-1 0 0 0,-1 1 0 0 0,1 0 0 0 0,-1 1 0 0 0,5 5 0 0 0,-1 0-10 0 0,0 0-1 0 0,-1 0 1 0 0,0 0-1 0 0,-1 1 0 0 0,0 0 1 0 0,0 0-1 0 0,3 12 1 0 0,-5-11 27 0 0,0 0 0 0 0,-1 0 0 0 0,0 1 0 0 0,-1-1 0 0 0,0 0 0 0 0,-1 1 0 0 0,0-1 0 0 0,-1 1 0 0 0,0-1 0 0 0,-1 0 0 0 0,-4 15 0 0 0,1-10 13 0 0,-1-1-1 0 0,0-1 0 0 0,-1 1 1 0 0,0-1-1 0 0,-1 0 1 0 0,-1-1-1 0 0,-15 19 1 0 0,5-11 48 0 0,-1 0 1 0 0,0-2 0 0 0,-2 0 0 0 0,0-1-1 0 0,-2-2 1 0 0,0 0 0 0 0,0-1 0 0 0,-48 20-1 0 0,48-27 175 0 0,21-7-176 0 0,0-2 1 0 0,2 1-93 0 0,0 0 1 0 0,-1-1-1 0 0,1 1 0 0 0,0-1 0 0 0,0 1 0 0 0,0-1 0 0 0,0 1 0 0 0,0-1 0 0 0,0 0 0 0 0,0 1 0 0 0,0-1 0 0 0,0 0 0 0 0,0 0 0 0 0,-1-1 0 0 0,2 2-10 0 0,0 0 0 0 0,0-1 0 0 0,0 1 0 0 0,0 0 0 0 0,0-1 0 0 0,0 1 1 0 0,0 0-1 0 0,0-1 0 0 0,0 1 0 0 0,0 0 0 0 0,0-1 0 0 0,0 1 0 0 0,0 0 0 0 0,0 0 0 0 0,0-1 0 0 0,0 1 0 0 0,0 0 1 0 0,1-1-1 0 0,-1 1 0 0 0,0 0 0 0 0,0 0 0 0 0,0-1 0 0 0,0 1 0 0 0,1 0 0 0 0,-1 0 0 0 0,0-1 0 0 0,0 1 0 0 0,1 0 0 0 0,-1 0 1 0 0,0 0-1 0 0,0-1 0 0 0,1 1 0 0 0,-1 0 0 0 0,0 0 0 0 0,1 0 0 0 0,30-10 22 0 0,-22 9-26 0 0,0 0 1 0 0,0 1-1 0 0,0 0 0 0 0,0 1 1 0 0,0 0-1 0 0,0 0 0 0 0,0 1 1 0 0,0 0-1 0 0,0 1 0 0 0,-1 0 1 0 0,1 0-1 0 0,10 6 0 0 0,9 6-3 0 0,0 1-1 0 0,27 22 0 0 0,14 19-1754 0 0,-50-40 635 0 0,0-1 1 0 0,1 0-1 0 0,29 16 1 0 0,-25-23-5118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7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20 142 164 0 0,'-19'-67'17824'0'0,"19"65"-17102"0"0,0 1-645 0 0,0 0 0 0 0,0 1 1 0 0,0-1-1 0 0,0 0 1 0 0,0 0-1 0 0,0 0 0 0 0,0 1 1 0 0,0-1-1 0 0,0 0 1 0 0,0 0-1 0 0,1 1 0 0 0,-1-1 1 0 0,0 0-1 0 0,1 0 0 0 0,-1 1 1 0 0,0-1-1 0 0,1 0 1 0 0,-1 1-1 0 0,1-1 0 0 0,-1 1 1 0 0,1-1-1 0 0,-1 0 1 0 0,1 1-1 0 0,-1-1 0 0 0,1 1 1 0 0,0 0-1 0 0,-1-1 0 0 0,1 1 1 0 0,1-1-1 0 0,30-8 219 0 0,1 2-1 0 0,-1 1 0 0 0,64-3 1 0 0,17-3-51 0 0,-17 4-178 0 0,-94 8-64 0 0,6-1-82 0 0,-8 1 73 0 0,1 0 1 0 0,-1 0-1 0 0,0-1 1 0 0,1 1-1 0 0,-1 0 1 0 0,1 0-1 0 0,-1 0 0 0 0,1 0 1 0 0,-1 0-1 0 0,0 0 1 0 0,1 0-1 0 0,-1 0 1 0 0,1 0-1 0 0,-1 0 1 0 0,1 1-1 0 0,-1-1 0 0 0,1 0 1 0 0,-1 0-1 0 0,0 0 1 0 0,1 0-1 0 0,-1 1 1 0 0,0-1-1 0 0,1 0 1 0 0,0 1-1 0 0,-1-1 3 0 0,1 1 0 0 0,-1-1 0 0 0,1 0 0 0 0,-1 1 0 0 0,0-1 0 0 0,1 1 0 0 0,-1-1 0 0 0,1 1 0 0 0,-1-1 0 0 0,0 1 0 0 0,0-1 0 0 0,1 1 0 0 0,-1 0 0 0 0,0-1 0 0 0,0 1 0 0 0,0-1-1 0 0,0 1 1 0 0,1 0 0 0 0,-1-1 0 0 0,0 1 0 0 0,0-1 0 0 0,0 1 0 0 0,0 0 0 0 0,0-1 0 0 0,-1 1 0 0 0,1-1 0 0 0,0 1 0 0 0,0 0 0 0 0,0-1 0 0 0,0 1 0 0 0,-1-1 0 0 0,1 1 0 0 0,0-1 0 0 0,-1 1 0 0 0,1-1 0 0 0,0 1 0 0 0,-1 0 0 0 0,0-1-3 0 0,-9 20 4 0 0,-1 0-1 0 0,-2-1 0 0 0,-24 30 0 0 0,7-10 26 0 0,-13 19-31 0 0,12-18 41 0 0,2 1 0 0 0,-30 56 1 0 0,57-94-12 0 0,1 0-1 0 0,-1 0 1 0 0,1 0 0 0 0,0 0 0 0 0,0 0 0 0 0,0 0 0 0 0,1 0 0 0 0,-1 0-1 0 0,1 0 1 0 0,-1 0 0 0 0,1 0 0 0 0,0 0 0 0 0,0 0 0 0 0,1 0 0 0 0,-1 1-1 0 0,1-1 1 0 0,-1 0 0 0 0,1 0 0 0 0,2 4 0 0 0,-1-3-2 0 0,0-1 0 0 0,0-1 0 0 0,0 1 0 0 0,1 0 0 0 0,-1 0 0 0 0,1-1 0 0 0,-1 0 0 0 0,1 1 0 0 0,0-1 0 0 0,0 0 0 0 0,0 0 0 0 0,0-1 0 0 0,1 1 0 0 0,-1-1 0 0 0,0 1-1 0 0,1-1 1 0 0,3 1 0 0 0,5 1-157 0 0,0-1 0 0 0,0 0 0 0 0,1-1 0 0 0,-1 0 0 0 0,0-1-1 0 0,1 0 1 0 0,-1-1 0 0 0,0 0 0 0 0,14-4 0 0 0,41-14-3757 0 0,-4-7-3504 0 0,-21 6-624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1676 0 0,'2'-13'13381'0'0,"-1"11"-13123"0"0,-1 0 0 0 0,1 1-1 0 0,0-1 1 0 0,0 1 0 0 0,0 0-1 0 0,0-1 1 0 0,0 1 0 0 0,0 0 0 0 0,0-1-1 0 0,1 1 1 0 0,-1 0 0 0 0,0 0-1 0 0,1 0 1 0 0,-1 0 0 0 0,1 0-1 0 0,-1 0 1 0 0,1 0 0 0 0,-1 1-1 0 0,1-1 1 0 0,-1 1 0 0 0,1-1-1 0 0,0 1 1 0 0,-1-1 0 0 0,4 1-1 0 0,52-7-217 0 0,-42 6 423 0 0,208-11-594 0 0,-106 7-9043 0 0,-104 4 4957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1020 0 0,'-36'15'4314'0'0,"22"-9"-1753"0"0,-1 0 0 0 0,-25 15 0 0 0,39-20-1946 0 0,1 1-513 0 0,1-1 0 0 0,-1 0 1 0 0,1 1-1 0 0,-1-1 0 0 0,1 0 0 0 0,0 1 1 0 0,0-1-1 0 0,-1 0 0 0 0,1 0 0 0 0,0 0 1 0 0,0 0-1 0 0,0 0 0 0 0,0 0 0 0 0,1 0 1 0 0,-1 0-1 0 0,0 0 0 0 0,0-1 0 0 0,0 1 0 0 0,1 0 1 0 0,-1-1-1 0 0,0 1 0 0 0,1-1 0 0 0,-1 1 1 0 0,1-1-1 0 0,-1 0 0 0 0,0 0 0 0 0,3 1 1 0 0,47 6 287 0 0,-42-6-181 0 0,42 3-977 0 0,53-2 1 0 0,0-11-5987 0 0,-51 1 353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0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697 61 1216 0 0,'1'-4'1632'0'0,"3"-34"7230"0"0,-4 36-8198 0 0,-1-15 1645 0 0,-34 63-1730 0 0,1 2 1 0 0,3 0-1 0 0,2 3 1 0 0,3 0-1 0 0,1 2 1 0 0,-17 55-1 0 0,38-96-458 0 0,0-1 0 0 0,0 2 0 0 0,2-1 0 0 0,-1 0 0 0 0,2 1 0 0 0,-1-1 0 0 0,2 20 0 0 0,0-27 13 0 0,1 0 0 0 0,0 0 0 0 0,0 0-1 0 0,0-1 1 0 0,0 1 0 0 0,1 0 0 0 0,-1-1 0 0 0,1 0 0 0 0,0 1 0 0 0,1-1 0 0 0,-1 0 0 0 0,1 0 0 0 0,0 0 0 0 0,0 0-1 0 0,0-1 1 0 0,0 1 0 0 0,1-1 0 0 0,-1 0 0 0 0,1 1 0 0 0,0-2 0 0 0,0 1 0 0 0,6 2 0 0 0,-3-1 173 0 0,1 0 1 0 0,0-1 0 0 0,0 0 0 0 0,0-1-1 0 0,0 1 1 0 0,0-2 0 0 0,1 1 0 0 0,-1-1-1 0 0,0 0 1 0 0,1-1 0 0 0,-1 0 0 0 0,16-2-1 0 0,-12-1-94 0 0,-1 1 0 0 0,1-2-1 0 0,0 0 1 0 0,-1 0-1 0 0,0-1 1 0 0,0 0-1 0 0,0-1 1 0 0,10-8-1 0 0,3-3 56 0 0,-2-1-1 0 0,-1-2 0 0 0,0 0 0 0 0,-1-1 0 0 0,-2-1 0 0 0,29-43 0 0 0,-38 50-122 0 0,0 0-1 0 0,0 0 1 0 0,-2-1-1 0 0,0 0 1 0 0,-1-1-1 0 0,-1 1 1 0 0,0-1-1 0 0,-1 0 1 0 0,2-24 0 0 0,-5 34-145 0 0,-1 1 1 0 0,0-1 0 0 0,0 0-1 0 0,0 0 1 0 0,-1 0 0 0 0,0 0-1 0 0,-1 1 1 0 0,1-1 0 0 0,-1 1-1 0 0,0-1 1 0 0,-1 1 0 0 0,0-1-1 0 0,0 1 1 0 0,0 0 0 0 0,-1 0-1 0 0,1 1 1 0 0,-2-1 0 0 0,1 1-1 0 0,0 0 1 0 0,-1 0 0 0 0,0 0-1 0 0,0 1 1 0 0,-1-1 0 0 0,1 1-1 0 0,-1 1 1 0 0,-10-6 0 0 0,-1 1-243 0 0,0 2 0 0 0,0 1 0 0 0,0 0 1 0 0,-1 1-1 0 0,0 0 0 0 0,0 2 1 0 0,0 0-1 0 0,0 1 0 0 0,0 1 0 0 0,-19 2 1 0 0,-16 4-1182 0 0,0 2 1 0 0,-57 16 0 0 0,-149 54-6668 0 0,179-52 3702 0 0,-56 17-5838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138 604 488 0 0,'-74'3'7989'0'0,"72"-2"-7395"0"0,-2-1-122 0 0,-53 8 3262 0 0,61-18-3160 0 0,3 2-456 0 0,0 0 0 0 0,1 1 1 0 0,0 0-1 0 0,0 0 0 0 0,12-7 1 0 0,7-7 5 0 0,37-35 75 0 0,74-82-1 0 0,-102 97-152 0 0,-1-3 1 0 0,-3 0-1 0 0,29-54 0 0 0,-49 77-40 0 0,0 1 57 0 0,-1 0 0 0 0,10-30 0 0 0,-20 49-66 0 0,-2 3 3 0 0,0 0 0 0 0,0 0 1 0 0,0 0-1 0 0,0 0 1 0 0,0 0-1 0 0,0 0 0 0 0,0 0 1 0 0,-1-1-1 0 0,-2 4 0 0 0,-4 6 2 0 0,-60 129 28 0 0,-49 148 0 0 0,83-198-17 0 0,17-46 24 0 0,-163 381 464 0 0,163-398-52 0 0,16-26-410 0 0,0 0 0 0 0,0 0-1 0 0,0 0 1 0 0,0 0 0 0 0,0-1 0 0 0,0 1-1 0 0,0 0 1 0 0,0-1 0 0 0,-1 1-1 0 0,1 0 1 0 0,0-1 0 0 0,0 1-1 0 0,0-1 1 0 0,-1 0 0 0 0,1 0-1 0 0,0 1 1 0 0,0-1 0 0 0,-1 0 0 0 0,1 0-1 0 0,-2 0 1 0 0,1-1-26 0 0,1-1 1 0 0,0 1-1 0 0,0 0 0 0 0,0 0 1 0 0,0-1-1 0 0,0 1 1 0 0,0-1-1 0 0,0 1 0 0 0,1-1 1 0 0,-1 1-1 0 0,0-1 0 0 0,1 0 1 0 0,-1 1-1 0 0,1-1 1 0 0,0 0-1 0 0,-1-2 0 0 0,0-14-6 0 0,1 0 0 0 0,0 1-1 0 0,1-1 1 0 0,1 1 0 0 0,1 0 0 0 0,0-1-1 0 0,1 1 1 0 0,10-23 0 0 0,-5 17-20 0 0,0 1 0 0 0,2 0 1 0 0,1 0-1 0 0,0 1 0 0 0,24-29 0 0 0,-32 45 7 0 0,1-1 1 0 0,0 1-1 0 0,1 0 0 0 0,-1 0 0 0 0,1 0 0 0 0,0 1 0 0 0,1 0 0 0 0,-1 0 1 0 0,0 0-1 0 0,1 1 0 0 0,13-5 0 0 0,-16 7 4 0 0,1 0-1 0 0,-1 0 1 0 0,0 1 0 0 0,1-1-1 0 0,-1 1 1 0 0,0 0 0 0 0,1 0 0 0 0,-1 1-1 0 0,1-1 1 0 0,-1 1 0 0 0,0 0-1 0 0,0 0 1 0 0,1 0 0 0 0,-1 1-1 0 0,0-1 1 0 0,0 1 0 0 0,0 0 0 0 0,0 0-1 0 0,-1 1 1 0 0,8 4 0 0 0,-4-1 8 0 0,-1 1 1 0 0,0-1 0 0 0,0 1 0 0 0,0 0 0 0 0,0 1 0 0 0,-1-1 0 0 0,-1 1-1 0 0,1 0 1 0 0,-1 1 0 0 0,-1-1 0 0 0,1 1 0 0 0,-1-1 0 0 0,-1 1 0 0 0,0 0-1 0 0,0 0 1 0 0,-1 0 0 0 0,0 0 0 0 0,0 0 0 0 0,-1 0 0 0 0,-1 10 0 0 0,-3 17 50 0 0,-1-1 1 0 0,-2 0 0 0 0,-20 62 0 0 0,14-55-7 0 0,13-40-58 0 0,-1-1 0 0 0,1 0 0 0 0,-1 1 0 0 0,1-1 1 0 0,-1 0-1 0 0,1 1 0 0 0,0-1 0 0 0,0 1 0 0 0,-1-1 0 0 0,1 1 1 0 0,0-1-1 0 0,0 0 0 0 0,1 1 0 0 0,-1-1 0 0 0,0 1 1 0 0,0-1-1 0 0,1 1 0 0 0,-1-1 0 0 0,1 0 0 0 0,-1 1 0 0 0,1-1 1 0 0,-1 0-1 0 0,2 2 0 0 0,0-2-57 0 0,0 0 1 0 0,0-1-1 0 0,0 1 1 0 0,0-1-1 0 0,-1 1 1 0 0,1-1-1 0 0,0 0 1 0 0,0 0-1 0 0,0 0 1 0 0,0 0-1 0 0,0 0 1 0 0,0 0-1 0 0,0-1 1 0 0,0 1-1 0 0,0-1 1 0 0,-1 1-1 0 0,5-2 1 0 0,31-11-1259 0 0,1 0 1 0 0,56-32-1 0 0,65-47-404 0 0,-10-9 859 0 0,-130 86 1054 0 0,0 0-1 0 0,-2-1 0 0 0,0-1 0 0 0,-1-1 0 0 0,21-31 0 0 0,-34 45-8 0 0,0-1-1 0 0,0 0 0 0 0,-1 0 0 0 0,0-1 0 0 0,0 1 0 0 0,0-1 1 0 0,-1 1-1 0 0,0-1 0 0 0,0 1 0 0 0,1-10 0 0 0,-2 13-139 0 0,0 1 0 0 0,0-1-1 0 0,0 0 1 0 0,-1 1 0 0 0,1-1 0 0 0,0 0-1 0 0,-1 1 1 0 0,1-1 0 0 0,-1 0-1 0 0,0 1 1 0 0,1-1 0 0 0,-1 1-1 0 0,0-1 1 0 0,0 1 0 0 0,0-1-1 0 0,0 1 1 0 0,0 0 0 0 0,-1 0-1 0 0,1-1 1 0 0,0 1 0 0 0,0 0 0 0 0,-1 0-1 0 0,1 0 1 0 0,-1 0 0 0 0,1 0-1 0 0,-1 1 1 0 0,1-1 0 0 0,-1 0-1 0 0,1 1 1 0 0,-1-1 0 0 0,0 1-1 0 0,1 0 1 0 0,-1-1 0 0 0,0 1 0 0 0,0 0-1 0 0,1 0 1 0 0,-1 0 0 0 0,-3 1-1 0 0,-4-1 9 0 0,-1 1 1 0 0,1 1-1 0 0,-1 0 0 0 0,1 0 0 0 0,0 1 0 0 0,0 0 0 0 0,0 1 0 0 0,1 0 0 0 0,-11 6 1 0 0,-9 7 27 0 0,-34 26 0 0 0,40-25-35 0 0,0 1 0 0 0,1 1 0 0 0,-26 32 0 0 0,36-39-16 0 0,0 1 0 0 0,2 1 0 0 0,0-1 0 0 0,0 1-1 0 0,2 1 1 0 0,0 0 0 0 0,-5 16 0 0 0,10-27-9 0 0,1 0 0 0 0,0 0 0 0 0,0 0-1 0 0,0-1 1 0 0,1 1 0 0 0,0 0 0 0 0,0 0 0 0 0,0 0 0 0 0,0 0 0 0 0,1 0-1 0 0,0 0 1 0 0,2 5 0 0 0,-2-8-6 0 0,0 0 0 0 0,0 1 0 0 0,0-1 0 0 0,0 0-1 0 0,1 0 1 0 0,-1 0 0 0 0,1-1 0 0 0,-1 1 0 0 0,1 0 0 0 0,0 0 0 0 0,-1-1 0 0 0,1 1-1 0 0,0-1 1 0 0,0 0 0 0 0,0 1 0 0 0,1-1 0 0 0,-1 0 0 0 0,0 0 0 0 0,0-1 0 0 0,1 1 0 0 0,-1 0-1 0 0,0-1 1 0 0,1 1 0 0 0,-1-1 0 0 0,0 0 0 0 0,4 0 0 0 0,5 1 7 0 0,1-2 1 0 0,-1 0-1 0 0,0 0 1 0 0,0-1-1 0 0,-1 0 1 0 0,1-1-1 0 0,0 0 1 0 0,-1-1-1 0 0,0 0 1 0 0,1 0-1 0 0,-2-1 1 0 0,1-1-1 0 0,17-12 1 0 0,-14 7-21 0 0,0 0 1 0 0,-1 0-1 0 0,0-1 1 0 0,-1-1-1 0 0,0 0 1 0 0,-1 0-1 0 0,-1-1 1 0 0,12-24-1 0 0,-6 11-6 0 0,-8 14 2 0 0,0 0 0 0 0,-1 0 0 0 0,0 0-1 0 0,4-19 1 0 0,-10 31-2 0 0,-1 5-5 0 0,0 1 21 0 0,0-1 0 0 0,-1 0-1 0 0,1 0 1 0 0,-1 0-1 0 0,0 0 1 0 0,-1 0 0 0 0,-3 5-1 0 0,-3 7 12 0 0,-12 24 9 0 0,6-12 10 0 0,1-1 0 0 0,1 2 0 0 0,2 0 0 0 0,-10 36 0 0 0,21-64-28 0 0,0 1 0 0 0,-1-1 0 0 0,1 1-1 0 0,0-1 1 0 0,-1 1 0 0 0,1-1 0 0 0,0 1 0 0 0,0 0-1 0 0,0-1 1 0 0,0 1 0 0 0,1-1 0 0 0,-1 1 0 0 0,0-1-1 0 0,1 1 1 0 0,-1-1 0 0 0,1 0 0 0 0,-1 1 0 0 0,1-1-1 0 0,-1 1 1 0 0,1-1 0 0 0,0 0 0 0 0,0 1 0 0 0,0-1-1 0 0,0 0 1 0 0,0 0 0 0 0,0 0 0 0 0,0 0 0 0 0,0 0-1 0 0,2 1 1 0 0,0-1 2 0 0,0 0 0 0 0,0 0 0 0 0,1 0 0 0 0,-1 0 0 0 0,0-1 0 0 0,1 1 0 0 0,-1-1 0 0 0,0 0 0 0 0,1 0 0 0 0,-1 0 0 0 0,1-1 0 0 0,6 0 0 0 0,11-5-3 0 0,1 0 1 0 0,-1-1-1 0 0,0-1 1 0 0,-1-1-1 0 0,1 0 1 0 0,-2-2-1 0 0,23-16 1 0 0,0-2-38 0 0,-3-2 1 0 0,41-41 0 0 0,-58 50-3 0 0,32-40 1 0 0,-47 54 45 0 0,-1-1 1 0 0,-1 0-1 0 0,1 0 0 0 0,-1 0 1 0 0,-1-1-1 0 0,0 1 1 0 0,0-1-1 0 0,3-17 1 0 0,-6 25-10 0 0,-1 1 1 0 0,0 0-1 0 0,0 0 1 0 0,0 0-1 0 0,0 0 1 0 0,0-1-1 0 0,0 1 1 0 0,0 0-1 0 0,0 0 1 0 0,0 0-1 0 0,0 0 1 0 0,-1-1-1 0 0,1 1 1 0 0,-1 0-1 0 0,1 0 1 0 0,-1 0-1 0 0,1 0 1 0 0,-1 0-1 0 0,1 0 1 0 0,-1 0-1 0 0,0 0 1 0 0,0 0-1 0 0,1 0 1 0 0,-1 1-1 0 0,0-1 1 0 0,0 0-1 0 0,0 0 1 0 0,0 1-1 0 0,0-1 1 0 0,0 0-1 0 0,0 1 1 0 0,0-1-1 0 0,0 1 1 0 0,0 0-1 0 0,0-1 1 0 0,-1 1 0 0 0,1 0-1 0 0,-2-1 1 0 0,0 2-4 0 0,-1 0 1 0 0,0 0 0 0 0,0 0-1 0 0,0 0 1 0 0,1 0 0 0 0,-1 1-1 0 0,1-1 1 0 0,-1 1 0 0 0,1 0-1 0 0,-1 0 1 0 0,1 1 0 0 0,-5 4-1 0 0,6-5 2 0 0,0-1 0 0 0,1 1 0 0 0,-1 0 0 0 0,1 0-1 0 0,-1 1 1 0 0,1-1 0 0 0,0 0 0 0 0,0 0 0 0 0,0 1 0 0 0,0-1 0 0 0,0 1-1 0 0,0-1 1 0 0,1 0 0 0 0,-1 1 0 0 0,1 0 0 0 0,0-1 0 0 0,-1 1 0 0 0,1-1-1 0 0,0 1 1 0 0,1-1 0 0 0,-1 1 0 0 0,1 3 0 0 0,1 0 6 0 0,0 0-1 0 0,0 0 1 0 0,1 0 0 0 0,-1 0 0 0 0,2-1 0 0 0,-1 1-1 0 0,0-1 1 0 0,7 8 0 0 0,41 38 11 0 0,-38-38-1 0 0,0-1 0 0 0,16 22 0 0 0,-25-29 65 0 0,0 0-1 0 0,-1 0 1 0 0,0 1 0 0 0,0 0 0 0 0,0-1-1 0 0,0 1 1 0 0,1 8 0 0 0,-3-12 5 0 0,-1 0 0 0 0,0 1 1 0 0,0-1-1 0 0,0 1 0 0 0,0-1 1 0 0,0 0-1 0 0,-1 1 0 0 0,1-1 0 0 0,-1 0 1 0 0,1 1-1 0 0,-1-1 0 0 0,0 0 1 0 0,0 0-1 0 0,0 0 0 0 0,0 1 0 0 0,0-1 1 0 0,-1 0-1 0 0,1 0 0 0 0,0-1 1 0 0,-1 1-1 0 0,0 0 0 0 0,-2 2 0 0 0,-2 2 109 0 0,-2-1-1 0 0,1 0 1 0 0,0 0-1 0 0,-1 0 1 0 0,0-1-1 0 0,0 0 1 0 0,0 0-1 0 0,-1-1 1 0 0,1 0-1 0 0,-1-1 1 0 0,0 0-1 0 0,0 0 1 0 0,-16 1-1 0 0,5-2 2 0 0,1-1 0 0 0,0-1 0 0 0,0 0 0 0 0,-1-2 0 0 0,-26-6 0 0 0,40 8-190 0 0,0-1 1 0 0,-1 0-1 0 0,1-1 1 0 0,0 0-1 0 0,1 1 0 0 0,-1-2 1 0 0,0 1-1 0 0,1-1 1 0 0,-8-7-1 0 0,11 10-154 0 0,1 0 0 0 0,0 0-1 0 0,0-1 1 0 0,0 1 0 0 0,-1-1 0 0 0,1 1-1 0 0,1-1 1 0 0,-1 1 0 0 0,0-1 0 0 0,0 0-1 0 0,1 1 1 0 0,-1-1 0 0 0,0 0 0 0 0,1 1 0 0 0,0-1-1 0 0,-1 0 1 0 0,1 0 0 0 0,0 0 0 0 0,0 1-1 0 0,0-1 1 0 0,0 0 0 0 0,1 0 0 0 0,-1 0-1 0 0,0 1 1 0 0,1-1 0 0 0,-1 0 0 0 0,1 0 0 0 0,-1 1-1 0 0,1-1 1 0 0,0 0 0 0 0,0 1 0 0 0,0-1-1 0 0,0 1 1 0 0,0-1 0 0 0,0 1 0 0 0,0 0-1 0 0,0-1 1 0 0,2 0 0 0 0,7-7-2958 0 0,-1 1 0 0 0,21-14 0 0 0,-8 8-3267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71 107 1912 0 0,'-10'-7'2173'0'0,"0"0"0"0"0,-13-13-1 0 0,20 17-1749 0 0,0 0-1 0 0,0 0 0 0 0,1 0 0 0 0,-1-1 0 0 0,1 1 1 0 0,0-1-1 0 0,0 1 0 0 0,0-1 0 0 0,0 0 0 0 0,-1-7 1 0 0,3 11-386 0 0,0-1 1 0 0,0 0 0 0 0,0 0 0 0 0,0 0-1 0 0,0 0 1 0 0,0 0 0 0 0,0 0 0 0 0,1 1-1 0 0,-1-1 1 0 0,0 0 0 0 0,1 0 0 0 0,-1 0-1 0 0,0 0 1 0 0,1 1 0 0 0,-1-1 0 0 0,1 0-1 0 0,0 1 1 0 0,-1-1 0 0 0,1 0 0 0 0,-1 1-1 0 0,1-1 1 0 0,0 1 0 0 0,-1-1 0 0 0,1 1-1 0 0,0-1 1 0 0,0 1 0 0 0,1-1 0 0 0,0 0 6 0 0,0 0 1 0 0,1 0-1 0 0,-1 0 1 0 0,0 0-1 0 0,1 0 1 0 0,-1 1-1 0 0,0-1 1 0 0,1 1-1 0 0,-1 0 1 0 0,4 0-1 0 0,-1 0-24 0 0,-1 1 0 0 0,1 0 0 0 0,0 0-1 0 0,0 0 1 0 0,-1 1 0 0 0,1-1-1 0 0,-1 1 1 0 0,1 0 0 0 0,-1 0 0 0 0,0 1-1 0 0,1 0 1 0 0,-1-1 0 0 0,-1 1 0 0 0,6 5-1 0 0,-4-3 16 0 0,0 1 0 0 0,-1 0 0 0 0,0-1-1 0 0,0 1 1 0 0,0 1 0 0 0,-1-1 0 0 0,0 1 0 0 0,0-1-1 0 0,2 9 1 0 0,-2-5 34 0 0,0 1 1 0 0,-1-1-1 0 0,-1 0 0 0 0,1 1 0 0 0,-2-1 1 0 0,0 1-1 0 0,0-1 0 0 0,0 1 0 0 0,-2-1 1 0 0,1 1-1 0 0,-1-1 0 0 0,-1 0 1 0 0,-7 20-1 0 0,3-16 68 0 0,0 1 0 0 0,-2-1-1 0 0,-12 16 1 0 0,16-23-26 0 0,0-1-1 0 0,-1 0 1 0 0,0 0-1 0 0,0 0 1 0 0,0-1-1 0 0,-1 0 0 0 0,0 0 1 0 0,-7 4-1 0 0,13-9-105 0 0,0 1-1 0 0,0-1 1 0 0,1 1 0 0 0,-1-1-1 0 0,0 1 1 0 0,0-1-1 0 0,0 0 1 0 0,0 1-1 0 0,0-1 1 0 0,0 0-1 0 0,0 0 1 0 0,0 0-1 0 0,0 0 1 0 0,1 0 0 0 0,-1 0-1 0 0,0 0 1 0 0,0 0-1 0 0,0 0 1 0 0,0 0-1 0 0,0 0 1 0 0,0 0-1 0 0,0-1 1 0 0,0 1 0 0 0,0 0-1 0 0,0-1 1 0 0,0 0-1 0 0,0 0 7 0 0,0 0-1 0 0,0 0 1 0 0,1 0-1 0 0,-1 0 1 0 0,1 0 0 0 0,-1-1-1 0 0,1 1 1 0 0,-1 0-1 0 0,1 0 1 0 0,0 0-1 0 0,0-1 1 0 0,-1 1-1 0 0,1 0 1 0 0,0 0 0 0 0,0-1-1 0 0,0-1 1 0 0,1-5 35 0 0,0 0 1 0 0,1 1-1 0 0,-1-1 1 0 0,6-14-1 0 0,3 3-57 0 0,0 1 0 0 0,1 0-1 0 0,1 0 1 0 0,0 1 0 0 0,1 1 0 0 0,1 0 0 0 0,1 1-1 0 0,0 0 1 0 0,1 1 0 0 0,1 1 0 0 0,0 1 0 0 0,0 0 0 0 0,33-15-1 0 0,-46 24 8 0 0,1 1 0 0 0,1 0 0 0 0,-1 0 0 0 0,0 1 0 0 0,0 0 0 0 0,0-1 0 0 0,1 2 0 0 0,-1-1 0 0 0,1 1 0 0 0,-1 0 1 0 0,1 0-1 0 0,-1 0 0 0 0,0 1 0 0 0,1 0 0 0 0,-1 0 0 0 0,0 0 0 0 0,1 0 0 0 0,6 4 0 0 0,-8-3 6 0 0,0 1-1 0 0,0-1 1 0 0,0 1 0 0 0,-1 0 0 0 0,1 0 0 0 0,-1 0 0 0 0,0 0 0 0 0,0 0 0 0 0,0 1 0 0 0,0 0 0 0 0,0-1 0 0 0,-1 1 0 0 0,0 0 0 0 0,0 0 0 0 0,0 0-1 0 0,0 1 1 0 0,0-1 0 0 0,-1 0 0 0 0,0 1 0 0 0,0-1 0 0 0,0 1 0 0 0,0 6 0 0 0,-1 3 19 0 0,0 0-1 0 0,0 1 1 0 0,-1-1 0 0 0,-1 0-1 0 0,-4 16 1 0 0,-24 69 91 0 0,11-38-110 0 0,18-61-56 0 0,1 1-1 0 0,0 0 1 0 0,-1-1-1 0 0,1 1 1 0 0,0 0-1 0 0,0-1 1 0 0,0 1-1 0 0,0 0 1 0 0,-1 0-1 0 0,1-1 1 0 0,0 1-1 0 0,0 0 1 0 0,0-1-1 0 0,1 1 1 0 0,-1 0-1 0 0,0 0 1 0 0,0-1-1 0 0,0 1 1 0 0,0 0-1 0 0,1-1 1 0 0,-1 1-1 0 0,0 0 1 0 0,1-1-1 0 0,-1 1 1 0 0,0 0-1 0 0,1-1 1 0 0,-1 1-1 0 0,1-1 1 0 0,0 1-1 0 0,0 0-90 0 0,0-1-1 0 0,0 1 1 0 0,1-1-1 0 0,-1 0 0 0 0,0 0 1 0 0,0 0-1 0 0,1 0 1 0 0,-1 0-1 0 0,0 0 1 0 0,1 0-1 0 0,-1 0 1 0 0,0 0-1 0 0,0-1 0 0 0,0 1 1 0 0,2-1-1 0 0,5-2-943 0 0,0 0 0 0 0,-1 0 0 0 0,15-9-1 0 0,0-4-2118 0 0,1-1-1220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78 1720 0 0,'10'-16'1860'0'0,"-1"3"518"0"0,-1 1-1 0 0,10-25 1125 0 0,-20 38-3028 0 0,-1 0-354 0 0,1 0 0 0 0,-1 0 0 0 0,0 0 0 0 0,1 1 0 0 0,-1-1 0 0 0,1 1 1 0 0,-1 0-1 0 0,1 0 0 0 0,0 0 0 0 0,0 0 0 0 0,0 0 0 0 0,0 0 0 0 0,0 0 0 0 0,-2 5 0 0 0,-27 42 1031 0 0,24-37-881 0 0,-9 16 439 0 0,-24 56 0 0 0,35-71-611 0 0,1-1 1 0 0,0 1 0 0 0,1 0-1 0 0,1 0 1 0 0,0 0 0 0 0,1 1 0 0 0,0 17-1 0 0,1-28-76 0 0,0 1-1 0 0,0-1 1 0 0,1 1-1 0 0,-1-1 1 0 0,1 0-1 0 0,0 1 0 0 0,0-1 1 0 0,1 0-1 0 0,-1 0 1 0 0,0 1-1 0 0,1-1 1 0 0,0 0-1 0 0,0-1 1 0 0,0 1-1 0 0,0 0 1 0 0,0 0-1 0 0,1-1 1 0 0,3 4-1 0 0,-2-3-1 0 0,1-1 0 0 0,-1 1 0 0 0,1-1 0 0 0,0 0 1 0 0,0 0-1 0 0,0 0 0 0 0,0 0 0 0 0,0-1 0 0 0,0 0 0 0 0,0 0 0 0 0,6 0 1 0 0,4-1 3 0 0,0 0 0 0 0,0-1 0 0 0,0-1 0 0 0,0 0 0 0 0,-1-1 0 0 0,1 0 0 0 0,23-9 0 0 0,-26 6-29 0 0,1 0 1 0 0,-1 0-1 0 0,-1-1 0 0 0,1 0 1 0 0,-1-1-1 0 0,0-1 1 0 0,-1 0-1 0 0,0 0 1 0 0,16-20-1 0 0,-21 23-1 0 0,-1 0 0 0 0,1 0-1 0 0,-1-1 1 0 0,0 1 0 0 0,-1-1-1 0 0,0 0 1 0 0,0 0 0 0 0,0-1-1 0 0,-1 1 1 0 0,0-1 0 0 0,0 1-1 0 0,-1-1 1 0 0,0 1 0 0 0,-1-1 0 0 0,1 0-1 0 0,-2 1 1 0 0,1-1 0 0 0,-3-14-1 0 0,2 17 5 0 0,-1 1-1 0 0,0-1 0 0 0,1 1 1 0 0,-2-1-1 0 0,1 1 0 0 0,0 0 1 0 0,-1 0-1 0 0,0 0 0 0 0,0 0 1 0 0,0 1-1 0 0,0-1 0 0 0,-1 1 1 0 0,1 0-1 0 0,-1 0 0 0 0,0 0 0 0 0,0 0 1 0 0,0 1-1 0 0,0-1 0 0 0,0 1 1 0 0,-1 0-1 0 0,1 0 0 0 0,-1 1 1 0 0,1 0-1 0 0,-1-1 0 0 0,-7 0 1 0 0,1 1 3 0 0,0-1 1 0 0,-1 2 0 0 0,1-1-1 0 0,-1 2 1 0 0,1-1-1 0 0,0 2 1 0 0,-1-1 0 0 0,1 2-1 0 0,-20 6 1 0 0,13-2 2 0 0,-1 1 1 0 0,1 1-1 0 0,0 0 0 0 0,-17 13 1 0 0,28-17 4 0 0,-1 1 1 0 0,1 0-1 0 0,0 0 1 0 0,1 1-1 0 0,-1-1 1 0 0,1 1-1 0 0,1 1 1 0 0,-1-1-1 0 0,1 1 1 0 0,0 0-1 0 0,-4 10 1 0 0,9-17-7 0 0,-1 0 0 0 0,1 1 0 0 0,-1-1-1 0 0,1 1 1 0 0,-1-1 0 0 0,1 0 0 0 0,0 1 0 0 0,0-1 0 0 0,0 1-1 0 0,0-1 1 0 0,0 1 0 0 0,0-1 0 0 0,0 1 0 0 0,0-1 0 0 0,0 0-1 0 0,1 1 1 0 0,-1-1 0 0 0,1 1 0 0 0,-1-1 0 0 0,1 0 0 0 0,-1 1-1 0 0,1-1 1 0 0,1 3 0 0 0,0-3 1 0 0,0 1-1 0 0,0 0 1 0 0,0-1-1 0 0,0 0 1 0 0,0 1-1 0 0,1-1 1 0 0,-1 0 0 0 0,0 0-1 0 0,1 0 1 0 0,-1 0-1 0 0,0 0 1 0 0,5 0-1 0 0,5 1 4 0 0,0-1 0 0 0,0-1 0 0 0,0 1 0 0 0,22-4 0 0 0,-6-1-122 0 0,0-2 1 0 0,0-1 0 0 0,0-2-1 0 0,51-22 1 0 0,101-65-510 0 0,-47 23 307 0 0,-130 72 312 0 0,-1 0 0 0 0,0 0 0 0 0,0 0 0 0 0,1 0 0 0 0,-1 0 1 0 0,1 0-1 0 0,-1 1 0 0 0,1-1 0 0 0,-1 1 0 0 0,1 0 0 0 0,-1-1 0 0 0,1 1 0 0 0,-1 1 0 0 0,1-1 0 0 0,-1 0 1 0 0,1 0-1 0 0,-1 1 0 0 0,1 0 0 0 0,-1-1 0 0 0,1 1 0 0 0,-1 0 0 0 0,0 0 0 0 0,0 0 0 0 0,1 1 1 0 0,-1-1-1 0 0,0 0 0 0 0,0 1 0 0 0,0 0 0 0 0,0-1 0 0 0,3 5 0 0 0,-1-1 14 0 0,-1 0-1 0 0,1 0 0 0 0,-1 1 1 0 0,0-1-1 0 0,-1 1 0 0 0,1 0 1 0 0,-1 0-1 0 0,-1 0 0 0 0,1 0 1 0 0,-1 0-1 0 0,2 10 1 0 0,-2-4 44 0 0,-1 0 1 0 0,0-1 0 0 0,-1 1 0 0 0,0-1 0 0 0,0 1 0 0 0,-1-1 0 0 0,-1 1-1 0 0,0-1 1 0 0,0 0 0 0 0,-1 0 0 0 0,-1 0 0 0 0,0-1 0 0 0,0 0 0 0 0,-1 0-1 0 0,0 0 1 0 0,-1 0 0 0 0,-9 9 0 0 0,15-18-44 0 0,0 0 0 0 0,0-1 0 0 0,0 1 0 0 0,0-1 1 0 0,0 1-1 0 0,0-1 0 0 0,0 1 0 0 0,0-1 0 0 0,-1 1 0 0 0,1-1 0 0 0,0 0 0 0 0,0 0 0 0 0,0 1 0 0 0,-1-1 1 0 0,1 0-1 0 0,0 0 0 0 0,0 0 0 0 0,-1-1 0 0 0,1 1 0 0 0,0 0 0 0 0,-2-1 0 0 0,2 1-17 0 0,0-1 10 0 0,0 0-1 0 0,0 0 1 0 0,0 0-1 0 0,0-1 0 0 0,1 1 1 0 0,-1 0-1 0 0,0 0 1 0 0,1-1-1 0 0,-1 1 0 0 0,1 0 1 0 0,-1-1-1 0 0,1 1 1 0 0,0 0-1 0 0,0-1 0 0 0,-1 1 1 0 0,1 0-1 0 0,0-1 1 0 0,0-1-1 0 0,0 3-3 0 0,0-7-6 0 0,1 0 1 0 0,-1 0-1 0 0,1 0 0 0 0,0 0 1 0 0,1 0-1 0 0,0 0 0 0 0,0 0 1 0 0,0 1-1 0 0,1-1 1 0 0,6-10-1 0 0,3-4-6 0 0,26-33 0 0 0,-27 40 8 0 0,1 0 0 0 0,1 1 1 0 0,0 1-1 0 0,15-12 0 0 0,-20 18 3 0 0,0 0-1 0 0,1 1 0 0 0,0-1 0 0 0,0 2 0 0 0,0-1 0 0 0,0 1 0 0 0,1 1 0 0 0,17-5 0 0 0,-2 6 8 0 0,-17 4-2 0 0,-3 0-1 0 0,-2-1 37 0 0,0 0 0 0 0,0 0-1 0 0,0 0 1 0 0,-1 1 0 0 0,1-1 0 0 0,0 1-1 0 0,-1 0 1 0 0,1-1 0 0 0,-1 1-1 0 0,1 0 1 0 0,-1 1 0 0 0,0-1-1 0 0,0 0 1 0 0,0 1 0 0 0,0-1-1 0 0,0 1 1 0 0,-1 0 0 0 0,1-1 0 0 0,-1 1-1 0 0,0 0 1 0 0,1 0 0 0 0,-1 0-1 0 0,-1 0 1 0 0,1 0 0 0 0,0 0-1 0 0,-1 0 1 0 0,1 0 0 0 0,-1 5-1 0 0,0 5 190 0 0,0 0 0 0 0,0-1 0 0 0,-2 1 0 0 0,1-1-1 0 0,-6 20 1 0 0,-2-3 214 0 0,-17 36-1 0 0,-5 17-2301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81 2724 0 0,'-2'-11'12794'0'0,"1"-5"-7115"0"0,1 14-5293 0 0,2 1-52 0 0,13-5-226 0 0,-1 1 0 0 0,1 1 0 0 0,0 0 0 0 0,16-1 0 0 0,67-5-3206 0 0,-26 4-1757 0 0,-38 1 19 0 0,2 0-2428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84 111 124 0 0,'9'-111'16838'0'0,"-4"128"-15721"0"0,-2 49 611 0 0,-4 1 0 0 0,-10 77 0 0 0,-30 133 49 0 0,20-151-1290 0 0,15-93-375 0 0,-2 17 115 0 0,-4 86-1 0 0,12-134-256 0 0,0-1-1 0 0,0 1 1 0 0,-1-1-1 0 0,1 1 1 0 0,0-1 0 0 0,1 1-1 0 0,-1-1 1 0 0,0 1-1 0 0,0-1 1 0 0,1 0-1 0 0,-1 1 1 0 0,1-1-1 0 0,-1 1 1 0 0,1-1-1 0 0,-1 0 1 0 0,1 1-1 0 0,0-1 1 0 0,0 0-1 0 0,0 0 1 0 0,0 0-1 0 0,0 1 1 0 0,0-1-1 0 0,0 0 1 0 0,0 0-1 0 0,0 0 1 0 0,0-1 0 0 0,1 1-1 0 0,-1 0 1 0 0,0 0-1 0 0,0-1 1 0 0,3 2-1 0 0,0-2-280 0 0,0 0 0 0 0,1 0 0 0 0,-1 0-1 0 0,0 0 1 0 0,1-1 0 0 0,-1 1 0 0 0,0-1 0 0 0,0 0-1 0 0,0 0 1 0 0,6-3 0 0 0,1 0-925 0 0,-1-1-1 0 0,0 0 1 0 0,0 0-1 0 0,18-13 1 0 0,13-17-5633 0 0,-19 10 630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4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182 103 232 0 0,'-82'-23'7351'0'0,"56"17"-3989"0"0,-46-17-1 0 0,70 22-3139 0 0,2 1-205 0 0,0-1-1 0 0,0 1 1 0 0,0 0 0 0 0,1-1 0 0 0,-1 1-1 0 0,0-1 1 0 0,0 1 0 0 0,0-1-1 0 0,0 1 1 0 0,1 0 0 0 0,-1-1 0 0 0,0 1-1 0 0,0-1 1 0 0,1 1 0 0 0,-1 0 0 0 0,0-1-1 0 0,0 1 1 0 0,1 0 0 0 0,-1-1-1 0 0,1 1 1 0 0,-1 0 0 0 0,0 0 0 0 0,1-1-1 0 0,-1 1 1 0 0,1 0 0 0 0,27-8 89 0 0,1 1 0 0 0,-1 1 0 0 0,33-2 0 0 0,94 0-23 0 0,-80 5-62 0 0,-66 3-24 0 0,0-1-1 0 0,0 1 1 0 0,1 1-1 0 0,-1 0 0 0 0,0 0 1 0 0,0 1-1 0 0,10 2 1 0 0,-15-2 8 0 0,0 0 1 0 0,-1 0-1 0 0,1 0 1 0 0,0 0 0 0 0,-1 1-1 0 0,1-1 1 0 0,-1 1-1 0 0,0 0 1 0 0,0 0 0 0 0,0 0-1 0 0,0 1 1 0 0,-1-1-1 0 0,1 0 1 0 0,-1 1 0 0 0,0 0-1 0 0,0 0 1 0 0,2 6-1 0 0,5 15 302 0 0,-1 0-1 0 0,-2 1 1 0 0,0-1-1 0 0,-2 1 0 0 0,-1 0 1 0 0,-1 1-1 0 0,-1-1 1 0 0,-3 31-1 0 0,1-42 20 0 0,-1 0 0 0 0,-1 0 0 0 0,0-1 0 0 0,-11 28 0 0 0,11-34-101 0 0,0-1 0 0 0,-1 1-1 0 0,0-1 1 0 0,0 0 0 0 0,-1 0 0 0 0,0 0-1 0 0,0-1 1 0 0,0 0 0 0 0,-1 0 0 0 0,-8 7-1 0 0,13-12-185 0 0,0 0 0 0 0,0-1 0 0 0,0 1-1 0 0,0 0 1 0 0,0-1 0 0 0,0 1 0 0 0,0-1-1 0 0,0 1 1 0 0,-1-1 0 0 0,1 1 0 0 0,0-1-1 0 0,0 0 1 0 0,0 0 0 0 0,-1 1 0 0 0,1-1-1 0 0,0 0 1 0 0,0 0 0 0 0,-3 0 0 0 0,3-1-25 0 0,0 1 0 0 0,1-1 1 0 0,-1 1-1 0 0,0-1 0 0 0,0 1 1 0 0,0-1-1 0 0,1 1 0 0 0,-1-1 1 0 0,0 1-1 0 0,1-1 0 0 0,-1 0 0 0 0,0 0 1 0 0,1 1-1 0 0,-1-1 0 0 0,1 0 1 0 0,-1 0-1 0 0,1 0 0 0 0,0 1 1 0 0,-1-2-1 0 0,0-1 0 0 0,0 0 0 0 0,0 0 0 0 0,1 0 0 0 0,-1 0 0 0 0,1 0 0 0 0,0 0 0 0 0,0-1 1 0 0,0 1-1 0 0,0 0 0 0 0,0 0 0 0 0,1 0 0 0 0,1-6 0 0 0,4-4-60 0 0,1 0 0 0 0,0 0 1 0 0,0 1-1 0 0,2 0 0 0 0,-1 0 0 0 0,2 1 0 0 0,-1 0 1 0 0,2 1-1 0 0,16-14 0 0 0,1 2-527 0 0,1 1-1 0 0,53-28 1 0 0,-81 48 548 0 0,138-67-1756 0 0,-136 67 1728 0 0,15 2-42 0 0,-17 1 99 0 0,1 0 1 0 0,-1 0-1 0 0,1 0 0 0 0,-1 0 0 0 0,0 0 0 0 0,0 0 1 0 0,0 1-1 0 0,0-1 0 0 0,-1 0 0 0 0,1 1 1 0 0,-1-1-1 0 0,1 0 0 0 0,-1 1 0 0 0,0-1 0 0 0,0 1 1 0 0,0-1-1 0 0,0 5 0 0 0,-7 49 406 0 0,5-44-303 0 0,-9 47 295 0 0,4-26-218 0 0,2 1 0 0 0,-1 41 0 0 0,6-73-205 0 0,0 0 0 0 0,0 0 0 0 0,0 0 0 0 0,0 0 0 0 0,1 1 0 0 0,-1-1 0 0 0,1 0 0 0 0,-1 0 0 0 0,1 0 0 0 0,0 0 0 0 0,0 0 0 0 0,0 0 0 0 0,0-1 0 0 0,0 1 0 0 0,0 0 0 0 0,1 0 0 0 0,-1-1 0 0 0,0 1 0 0 0,1-1 0 0 0,0 1 0 0 0,-1-1 0 0 0,4 3 0 0 0,-2-3-290 0 0,-1 0 0 0 0,1 0 0 0 0,-1 0 0 0 0,1 0 0 0 0,0 0 0 0 0,-1 0 0 0 0,1-1 0 0 0,0 0 0 0 0,0 1 0 0 0,3-1 0 0 0,-4 0-120 0 0,-1-1 1 0 0,1 1-1 0 0,0 0 0 0 0,0-1 0 0 0,0 0 0 0 0,-1 1 0 0 0,1-1 0 0 0,0 0 1 0 0,-1 0-1 0 0,1 0 0 0 0,-1 0 0 0 0,1 0 0 0 0,-1 0 0 0 0,1 0 1 0 0,-1 0-1 0 0,0-1 0 0 0,3-2 0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71 113 2220 0 0,'-7'-17'2119'0'0,"0"0"1"0"0,-1 1-1 0 0,0 1 0 0 0,-2-1 0 0 0,-10-14 0 0 0,18 29-1909 0 0,-1 5 54 0 0,3-4-266 0 0,0 0 1 0 0,-1 0 0 0 0,1 0 0 0 0,0 0 0 0 0,0 0 0 0 0,-1 0 0 0 0,1 0 0 0 0,0 0 0 0 0,0 1 0 0 0,-1-1-1 0 0,1 0 1 0 0,0 0 0 0 0,0 0 0 0 0,0 0 0 0 0,-1 1 0 0 0,1-1 0 0 0,0 0 0 0 0,0 0 0 0 0,0 1 0 0 0,0-1-1 0 0,-1 0 1 0 0,1 0 0 0 0,0 1 0 0 0,0-1 0 0 0,0 0 0 0 0,0 0 0 0 0,0 1 0 0 0,0-1 0 0 0,0 0 0 0 0,0 0-1 0 0,0 1 1 0 0,0-1 0 0 0,0 0 0 0 0,0 1 0 0 0,1 40-2424 0 0,1-12-2781 0 0,0-12-129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56 224 0 0,'0'0'11576'0'0,"7"20"-7012"0"0,7 0-3258 0 0,101 169 2692 0 0,-65-95-3193 0 0,-50-93-791 0 0,0-1-1 0 0,0 1 0 0 0,0 0 0 0 0,1-1 0 0 0,-1 1 1 0 0,0-1-1 0 0,1 1 0 0 0,-1-1 0 0 0,0 1 0 0 0,1-1 1 0 0,-1 1-1 0 0,0-1 0 0 0,1 0 0 0 0,-1 1 0 0 0,1-1 1 0 0,-1 1-1 0 0,1-1 0 0 0,-1 0 0 0 0,1 1 1 0 0,-1-1-1 0 0,1 0 0 0 0,-1 0 0 0 0,1 0 0 0 0,0 1 1 0 0,-1-1-1 0 0,1 0 0 0 0,-1 0 0 0 0,2 0 0 0 0,-1 0-6 0 0,0-1-1 0 0,0 1 0 0 0,0 0 1 0 0,0-1-1 0 0,0 1 0 0 0,0-1 0 0 0,0 0 1 0 0,0 1-1 0 0,0-1 0 0 0,0 0 1 0 0,0 1-1 0 0,0-1 0 0 0,1-2 1 0 0,2-1-8 0 0,-1-1 0 0 0,0 0 0 0 0,1 0 0 0 0,2-8 0 0 0,7-19 10 0 0,-1 0-15 0 0,32-58 0 0 0,-39 82-8 0 0,-1 0 1 0 0,2 1-1 0 0,-1 0 1 0 0,1 0-1 0 0,0 0 0 0 0,0 1 1 0 0,1-1-1 0 0,0 2 1 0 0,0-1-1 0 0,1 1 0 0 0,-1 0 1 0 0,11-5-1 0 0,-10 7-157 0 0,0 1 1 0 0,1 0-1 0 0,-1 0 0 0 0,0 0 1 0 0,1 1-1 0 0,-1 1 0 0 0,0-1 1 0 0,13 2-1 0 0,68 12-3495 0 0,-50-7 1118 0 0,-36-5 2506 0 0,0 0 1 0 0,0-1-1 0 0,1 0 1 0 0,-1 0-1 0 0,0 0 1 0 0,0 0-1 0 0,0 0 1 0 0,0 0-1 0 0,1-1 1 0 0,-1 0-1 0 0,0 0 0 0 0,0 1 1 0 0,0-2-1 0 0,0 1 1 0 0,-1 0-1 0 0,1-1 1 0 0,0 1-1 0 0,0-1 1 0 0,-1 0-1 0 0,1 0 1 0 0,-1 0-1 0 0,0 0 0 0 0,1 0 1 0 0,-1 0-1 0 0,0-1 1 0 0,0 1-1 0 0,0-1 1 0 0,-1 0-1 0 0,1 1 1 0 0,-1-1-1 0 0,2-4 1 0 0,0 0 963 0 0,-1 1 0 0 0,0-1 0 0 0,0 0 0 0 0,-1 1 0 0 0,0-1 0 0 0,0 0 0 0 0,-1-14 0 0 0,-1 25-821 0 0,0-1 0 0 0,0 0 0 0 0,0 1 0 0 0,-1-1 0 0 0,0 0 0 0 0,-3 5 0 0 0,-2 4 148 0 0,-8 25 272 0 0,1 1 0 0 0,1 1 1 0 0,3 0-1 0 0,-10 70 1 0 0,19-108-507 0 0,1 1 1 0 0,0 0-1 0 0,0 0 1 0 0,-1 0-1 0 0,2 0 0 0 0,-1 0 1 0 0,0 0-1 0 0,0 0 1 0 0,0-1-1 0 0,1 1 1 0 0,-1 0-1 0 0,1 0 1 0 0,0 0-1 0 0,-1 0 1 0 0,1-1-1 0 0,0 1 1 0 0,0 0-1 0 0,0-1 1 0 0,0 1-1 0 0,2 2 1 0 0,0-3-64 0 0,-1 1-1 0 0,0 0 1 0 0,0-1 0 0 0,1 0 0 0 0,-1 0-1 0 0,1 0 1 0 0,-1 0 0 0 0,1 0 0 0 0,-1 0-1 0 0,1 0 1 0 0,-1-1 0 0 0,1 1 0 0 0,3-1-1 0 0,4 0-537 0 0,-1 0 0 0 0,1 0-1 0 0,0-1 1 0 0,0-1 0 0 0,0 0-1 0 0,16-5 1 0 0,-16 3-430 0 0,0 0 1 0 0,0 0-1 0 0,-1-1 0 0 0,13-9 1 0 0,14-16-5175 0 0,-13 5-303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5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138 139 596 0 0,'-12'-20'4569'0'0,"-24"-28"0"0"0,-19-12 858 0 0,54 59-5366 0 0,0 0 0 0 0,0 0 0 0 0,1 1-1 0 0,-1-1 1 0 0,0 0 0 0 0,0 0 0 0 0,0 1 0 0 0,0-1 0 0 0,0 1 0 0 0,0-1 0 0 0,0 1 0 0 0,0-1 0 0 0,0 1 0 0 0,0 0 0 0 0,0-1 0 0 0,0 1-1 0 0,-2 0 1 0 0,2 0-52 0 0,1 0-1 0 0,-1 0 1 0 0,1 0 0 0 0,-1 1-1 0 0,0-1 1 0 0,1 0-1 0 0,-1 0 1 0 0,1 1-1 0 0,-1-1 1 0 0,1 1-1 0 0,-1-1 1 0 0,1 0-1 0 0,0 1 1 0 0,-1-1-1 0 0,1 1 1 0 0,-1-1-1 0 0,1 1 1 0 0,0-1-1 0 0,-1 1 1 0 0,1-1-1 0 0,0 1 1 0 0,-1 0 0 0 0,0 3-170 0 0,0-1 0 0 0,0 1 0 0 0,1 0 0 0 0,-1-1 0 0 0,1 1 0 0 0,0 0 0 0 0,0-1 0 0 0,0 5 0 0 0,11 48-6977 0 0,-5-34 1675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316 757 1320 0 0,'-5'-10'6069'0'0,"0"4"-5106"0"0,0 0 0 0 0,0 1 0 0 0,0 0 0 0 0,-1 0 0 0 0,0 0 0 0 0,-9-5 0 0 0,5 3-120 0 0,-1 2-1 0 0,1 0 0 0 0,-17-6 1 0 0,23 10-796 0 0,1 0 0 0 0,0 1 1 0 0,0 0-1 0 0,0 0 0 0 0,0 0 1 0 0,-1 0-1 0 0,1 0 0 0 0,0 0 1 0 0,0 1-1 0 0,0 0 0 0 0,0 0 1 0 0,-1 0-1 0 0,1 0 0 0 0,1 0 1 0 0,-5 2-1 0 0,-1 2 19 0 0,-1-1-1 0 0,1 2 1 0 0,-11 8 0 0 0,7-3-20 0 0,0-1 0 0 0,1 2 0 0 0,0 0 1 0 0,-12 18-1 0 0,18-22-21 0 0,0 0-1 0 0,0 0 1 0 0,1 0-1 0 0,0 1 1 0 0,0 0-1 0 0,1-1 1 0 0,1 1-1 0 0,-4 17 1 0 0,6-23-12 0 0,-1 0 0 0 0,1 0 0 0 0,0 0 0 0 0,0 0 0 0 0,0 0 0 0 0,1 0 0 0 0,-1 0 0 0 0,1 0 0 0 0,-1 0 0 0 0,1-1 0 0 0,0 1 0 0 0,0 0 0 0 0,0 0 0 0 0,1-1 0 0 0,-1 1 0 0 0,1 0 0 0 0,-1-1 0 0 0,4 4 0 0 0,-2-3 0 0 0,0 0 0 0 0,1-1 0 0 0,-1 1 1 0 0,1-1-1 0 0,-1 0 0 0 0,1 0 0 0 0,0 0 0 0 0,0 0 0 0 0,0-1 0 0 0,0 0 0 0 0,8 2 0 0 0,-2-1-4 0 0,1-1 0 0 0,-1 0-1 0 0,1-1 1 0 0,-1 0-1 0 0,0-1 1 0 0,1 0 0 0 0,-1-1-1 0 0,0 0 1 0 0,20-6-1 0 0,-22 4-13 0 0,0 1-1 0 0,0-1 1 0 0,0-1 0 0 0,-1 0-1 0 0,0 0 1 0 0,0 0-1 0 0,0-1 1 0 0,0 0-1 0 0,10-13 1 0 0,-1-2-22 0 0,-1-1 1 0 0,12-26-1 0 0,-2 6 16 0 0,-24 40 22 0 0,-4 14 67 0 0,-2 19 377 0 0,1-14-275 0 0,1 0 0 0 0,1 0 1 0 0,0 0-1 0 0,2 1 0 0 0,0-1 0 0 0,0 0 0 0 0,6 29 1 0 0,-5-44-166 0 0,-1 1 1 0 0,1-1 0 0 0,0 1 0 0 0,0-1 0 0 0,1 0-1 0 0,-1 1 1 0 0,1-1 0 0 0,-1 0 0 0 0,1 0 0 0 0,-1 0-1 0 0,1 0 1 0 0,0 0 0 0 0,0 0 0 0 0,0-1 0 0 0,0 1-1 0 0,3 1 1 0 0,-1-1 5 0 0,0 0-1 0 0,1 0 0 0 0,-1 0 0 0 0,1-1 0 0 0,-1 1 1 0 0,1-1-1 0 0,0 0 0 0 0,5 0 0 0 0,5 0 8 0 0,-1-2-1 0 0,1 1 1 0 0,-1-2-1 0 0,26-5 1 0 0,-20 2-22 0 0,-1 0-1 0 0,1-2 1 0 0,-1 0 0 0 0,-1-2 0 0 0,0 0 0 0 0,0 0 0 0 0,0-2 0 0 0,28-23 0 0 0,-25 16-13 0 0,0-2 1 0 0,-2-1 0 0 0,0 0-1 0 0,-1-1 1 0 0,25-42 0 0 0,-17 17-16 0 0,-2-2 0 0 0,-3 0 1 0 0,-1-1-1 0 0,-3-1 0 0 0,-2-1 1 0 0,10-64-1 0 0,-6-24-71 0 0,-18 120 81 0 0,-1 1 0 0 0,-1-1 0 0 0,0 1 0 0 0,-2 0 0 0 0,-5-25 0 0 0,7 41 11 0 0,1 1 0 0 0,-1-1 0 0 0,0 1 0 0 0,0-1 0 0 0,0 1 0 0 0,0 0 0 0 0,0-1 0 0 0,0 1 0 0 0,-1 0 0 0 0,1 0 1 0 0,-1 0-1 0 0,0 0 0 0 0,1 0 0 0 0,-1 0 0 0 0,0 0 0 0 0,0 0 0 0 0,0 1 0 0 0,0-1 0 0 0,-1 1 0 0 0,1 0 0 0 0,0 0 0 0 0,-1-1 1 0 0,1 1-1 0 0,0 1 0 0 0,-1-1 0 0 0,1 0 0 0 0,-1 1 0 0 0,0-1 0 0 0,-2 0 0 0 0,-1 2 5 0 0,1-1-1 0 0,0 1 0 0 0,0 0 1 0 0,0 0-1 0 0,0 0 1 0 0,0 1-1 0 0,0-1 1 0 0,0 1-1 0 0,0 1 1 0 0,0-1-1 0 0,1 0 0 0 0,-1 1 1 0 0,-7 6-1 0 0,-2 5 22 0 0,-1-1 0 0 0,2 2 0 0 0,0 0 0 0 0,1 1 1 0 0,0 0-1 0 0,1 1 0 0 0,1 0 0 0 0,1 0 0 0 0,0 1 0 0 0,-10 33 0 0 0,4-4 204 0 0,3 1 0 0 0,1 0 0 0 0,-4 59 0 0 0,10-69-31 0 0,2 1-1 0 0,2-1 0 0 0,1 1 0 0 0,11 73 0 0 0,-9-100-356 0 0,1 1-1 0 0,0-1 1 0 0,1 1-1 0 0,0-1 1 0 0,1 0-1 0 0,1 0 1 0 0,-1-1-1 0 0,2 0 1 0 0,0 0-1 0 0,0 0 1 0 0,1-1-1 0 0,0 0 1 0 0,1 0-1 0 0,0-1 1 0 0,0 0-1 0 0,1-1 1 0 0,0 0-1 0 0,16 9 1 0 0,-11-9-1260 0 0,0-1 1 0 0,22 8 0 0 0,11-3-4558 0 0,-4-6-2146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7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292 199 1700 0 0,'5'-32'8065'0'0,"8"5"-3925"0"0,-5 17-3615 0 0,0 0 0 0 0,17-15 0 0 0,-16 16-244 0 0,0 0 0 0 0,15-20 0 0 0,-16 18 72 0 0,-6 9-289 0 0,-1 0 1 0 0,1 0-1 0 0,-1 0 0 0 0,1-1 0 0 0,-1 1 0 0 0,0-1 1 0 0,0 1-1 0 0,0-1 0 0 0,2-4 0 0 0,-3 5-5 0 0,-5-1 13 0 0,5 3-71 0 0,-1 0 1 0 0,1-1-1 0 0,0 1 0 0 0,0 0 1 0 0,0 0-1 0 0,-1-1 0 0 0,1 1 1 0 0,0 0-1 0 0,-1 0 0 0 0,1 0 1 0 0,0-1-1 0 0,0 1 0 0 0,-1 0 0 0 0,1 0 1 0 0,0 0-1 0 0,-1 0 0 0 0,1 0 1 0 0,0 0-1 0 0,-1 0 0 0 0,1-1 1 0 0,0 1-1 0 0,-1 0 0 0 0,1 0 1 0 0,0 0-1 0 0,-1 0 0 0 0,1 0 0 0 0,0 1 1 0 0,-1-1-1 0 0,1 0 0 0 0,0 0 1 0 0,-1 0-1 0 0,1 0 0 0 0,-1 0 1 0 0,-19 6 9 0 0,-1 1 1 0 0,1 0 0 0 0,1 1 0 0 0,-36 22 0 0 0,16-6 2 0 0,-47 38 1 0 0,80-57-13 0 0,-1 0 0 0 0,1 0 0 0 0,0 1 0 0 0,1 0 0 0 0,-1 0 0 0 0,1 1 0 0 0,0-1 1 0 0,-3 8-1 0 0,7-11-1 0 0,0-1 1 0 0,0 1-1 0 0,0 0 1 0 0,0-1-1 0 0,1 1 1 0 0,-1 0-1 0 0,1-1 1 0 0,-1 1 0 0 0,1 0-1 0 0,0 0 1 0 0,1 0-1 0 0,-1-1 1 0 0,0 1-1 0 0,1 0 1 0 0,-1 0-1 0 0,1-1 1 0 0,0 1-1 0 0,0-1 1 0 0,0 1-1 0 0,0 0 1 0 0,0-1 0 0 0,1 0-1 0 0,-1 1 1 0 0,1-1-1 0 0,0 0 1 0 0,3 4-1 0 0,10 9 23 0 0,1-1-1 0 0,0 0 1 0 0,33 20-1 0 0,-33-24-19 0 0,0 1 0 0 0,-1 0 1 0 0,-1 1-1 0 0,0 1 0 0 0,17 19 0 0 0,-30-30 21 0 0,0-1 0 0 0,1 1 0 0 0,-1-1 0 0 0,0 1 1 0 0,0 0-1 0 0,0-1 0 0 0,0 1 0 0 0,0 0 0 0 0,0 0 0 0 0,-1 0 0 0 0,1 0 0 0 0,0 0 1 0 0,-1 0-1 0 0,0 0 0 0 0,1 0 0 0 0,-1 0 0 0 0,0 0 0 0 0,0 0 0 0 0,0 0 0 0 0,0 0 1 0 0,-1 0-1 0 0,1 0 0 0 0,-1 0 0 0 0,1 0 0 0 0,-1 0 0 0 0,1 0 0 0 0,-1-1 0 0 0,0 1 1 0 0,0 0-1 0 0,0 0 0 0 0,0 0 0 0 0,0-1 0 0 0,0 1 0 0 0,-1-1 0 0 0,1 1 0 0 0,-1-1 0 0 0,1 1 1 0 0,-1-1-1 0 0,1 0 0 0 0,-1 0 0 0 0,0 1 0 0 0,1-1 0 0 0,-4 1 0 0 0,-4 2 93 0 0,0 1 0 0 0,-1-1-1 0 0,1-1 1 0 0,-1 0 0 0 0,0 0-1 0 0,0-1 1 0 0,-16 2 0 0 0,-3-3 48 0 0,0-1 0 0 0,-1-1 0 0 0,-49-9 1 0 0,78 10-175 0 0,-1 0 0 0 0,1 0 0 0 0,-1-1 0 0 0,1 1 0 0 0,0 0 0 0 0,-1-1 0 0 0,1 1 0 0 0,0-1 0 0 0,-1 1 0 0 0,1-1 0 0 0,0 1 0 0 0,0-1 0 0 0,0 0 0 0 0,-1 0 0 0 0,1 0 0 0 0,0 0 0 0 0,-1-2 1 0 0,1 3-52 0 0,1-1 0 0 0,0 0 1 0 0,0 1-1 0 0,0-1 1 0 0,0 0-1 0 0,0 1 1 0 0,0-1-1 0 0,0 0 1 0 0,0 1-1 0 0,0-1 0 0 0,0 0 1 0 0,0 0-1 0 0,0 1 1 0 0,0-1-1 0 0,0 0 1 0 0,1 1-1 0 0,-1-1 1 0 0,0 0-1 0 0,1 1 1 0 0,-1-1-1 0 0,0 1 0 0 0,1-1 1 0 0,0-1-1 0 0,3-2-623 0 0,0 0 0 0 0,0 0-1 0 0,1 0 1 0 0,-1 0-1 0 0,11-5 1 0 0,26-15-5707 0 0,-14 9 352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1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156 655 1516 0 0,'3'-3'589'0'0,"-1"0"236"0"0,0 1 0 0 0,0-1 0 0 0,0 0-1 0 0,0 0 1 0 0,-1 0 0 0 0,1 0 0 0 0,-1 0 0 0 0,0 0 0 0 0,0 0-1 0 0,0 0 1 0 0,0-1 0 0 0,0-4 0 0 0,-1 6-222 0 0,-17 11 1052 0 0,4 5-998 0 0,2 0-1 0 0,0 0 0 0 0,1 1 1 0 0,-10 18-1 0 0,-30 68 671 0 0,18-22-737 0 0,29-69-515 0 0,0 0-1 0 0,1 0 1 0 0,0-1 0 0 0,1 2 0 0 0,-1-1 0 0 0,2 14 0 0 0,0-22-59 0 0,0 1 1 0 0,0 0 0 0 0,1-1 0 0 0,0 1 0 0 0,-1-1 0 0 0,1 1-1 0 0,0 0 1 0 0,0-1 0 0 0,0 0 0 0 0,0 1 0 0 0,1-1 0 0 0,-1 0 0 0 0,1 1-1 0 0,-1-1 1 0 0,1 0 0 0 0,0 0 0 0 0,0 0 0 0 0,2 1 0 0 0,0 0 0 0 0,0 0 1 0 0,0-1 0 0 0,0 0-1 0 0,0 0 1 0 0,1 0 0 0 0,-1-1-1 0 0,1 1 1 0 0,-1-1 0 0 0,9 1-1 0 0,-1-1-1 0 0,0 0 0 0 0,0-1 1 0 0,0 0-1 0 0,0-1 0 0 0,0 0 0 0 0,0-1 0 0 0,16-5 0 0 0,-19 4-17 0 0,1-1-1 0 0,-1 0 1 0 0,-1-1-1 0 0,1 0 1 0 0,0 0-1 0 0,-1-1 1 0 0,0 0 0 0 0,-1 0-1 0 0,1-1 1 0 0,-1 0-1 0 0,0 0 1 0 0,-1-1 0 0 0,0 0-1 0 0,0 0 1 0 0,-1 0-1 0 0,0-1 1 0 0,0 0-1 0 0,6-16 1 0 0,-8 17-2 0 0,-1 1 0 0 0,0 0 0 0 0,0-1 0 0 0,-1 1 0 0 0,1-1 0 0 0,-2 0 0 0 0,1 1 0 0 0,-1-1 0 0 0,0 0 1 0 0,-1 0-1 0 0,0 1 0 0 0,0-1 0 0 0,-1 1 0 0 0,0-1 0 0 0,0 1 0 0 0,0-1 0 0 0,-1 1 0 0 0,0 0 0 0 0,-1 0 0 0 0,0 1 0 0 0,0-1 0 0 0,0 1 0 0 0,-1-1 0 0 0,-8-8 0 0 0,9 12 0 0 0,0 0-1 0 0,-1 0 1 0 0,1 0 0 0 0,-1 0-1 0 0,1 1 1 0 0,-1 0-1 0 0,0 0 1 0 0,1 0-1 0 0,-1 0 1 0 0,0 1-1 0 0,-1 0 1 0 0,1 0 0 0 0,0 0-1 0 0,0 1 1 0 0,0 0-1 0 0,0 0 1 0 0,-1 0-1 0 0,1 0 1 0 0,0 1-1 0 0,0 0 1 0 0,0 0 0 0 0,0 1-1 0 0,-5 1 1 0 0,5-2 2 0 0,0 1 0 0 0,0 0 0 0 0,1 0 0 0 0,-1 0 1 0 0,1 1-1 0 0,-1-1 0 0 0,1 1 0 0 0,0 0 0 0 0,0 0 1 0 0,0 1-1 0 0,1-1 0 0 0,-1 1 0 0 0,1 0 0 0 0,-1 0 1 0 0,1 0-1 0 0,1 0 0 0 0,-1 1 0 0 0,1-1 0 0 0,-1 1 1 0 0,1-1-1 0 0,0 1 0 0 0,1 0 0 0 0,-2 6 0 0 0,2-8 1 0 0,1-1-1 0 0,0 1 0 0 0,0-1 1 0 0,0 1-1 0 0,0 0 1 0 0,1-1-1 0 0,-1 0 0 0 0,1 1 1 0 0,-1-1-1 0 0,1 1 0 0 0,0-1 1 0 0,0 1-1 0 0,0-1 1 0 0,0 0-1 0 0,0 0 0 0 0,0 0 1 0 0,1 0-1 0 0,1 3 1 0 0,1-2-64 0 0,-1 0 1 0 0,1 1 0 0 0,0-2 0 0 0,-1 1-1 0 0,1 0 1 0 0,1-1 0 0 0,-1 0 0 0 0,0 0-1 0 0,5 2 1 0 0,7 1-306 0 0,0-1 1 0 0,-1-1-1 0 0,1 0 0 0 0,26 1 0 0 0,-20-3 125 0 0,0-1 0 0 0,0-1 0 0 0,0 0 0 0 0,0-2 0 0 0,0-1 0 0 0,-1-1 1 0 0,1 0-1 0 0,-1-2 0 0 0,-1 0 0 0 0,1-1 0 0 0,-1-2 0 0 0,-1 0 0 0 0,1-1 0 0 0,-2 0 0 0 0,0-2 0 0 0,0 0 0 0 0,-1-1 0 0 0,-1-1 0 0 0,0-1 1 0 0,24-31-1 0 0,-16 14 162 0 0,-2 0 0 0 0,-1-2 1 0 0,19-42-1 0 0,34-117 3297 0 0,-73 187-2548 0 0,-8 11-485 0 0,-7 13 4 0 0,-26 72 870 0 0,3 1-1 0 0,-38 147 1 0 0,69-215-967 0 0,-18 81 283 0 0,23-95-341 0 0,0 1 0 0 0,0 0 0 0 0,1 0 0 0 0,0 0 0 0 0,0 0 1 0 0,1 0-1 0 0,0 0 0 0 0,1 0 0 0 0,3 10 0 0 0,-4-16-68 0 0,1 0-1 0 0,-1-1 1 0 0,1 1-1 0 0,-1 0 1 0 0,1-1 0 0 0,0 1-1 0 0,0-1 1 0 0,0 0-1 0 0,0 1 1 0 0,0-1-1 0 0,0 0 1 0 0,1 0-1 0 0,-1 0 1 0 0,1-1 0 0 0,-1 1-1 0 0,5 1 1 0 0,-1-1-122 0 0,-1 0 1 0 0,1 0 0 0 0,-1-1-1 0 0,1 0 1 0 0,0 0 0 0 0,0 0-1 0 0,-1-1 1 0 0,9 0 0 0 0,-2 0-131 0 0,0-2 0 0 0,0 1 0 0 0,-1-2 0 0 0,1 1 0 0 0,0-2 0 0 0,-1 1 0 0 0,22-12 0 0 0,-23 9 348 0 0,0 0 0 0 0,0-1 0 0 0,0 0 0 0 0,-1-1 0 0 0,0 0 0 0 0,0-1 0 0 0,-1 1 1 0 0,0-2-1 0 0,-1 1 0 0 0,0-1 0 0 0,0 0 0 0 0,-1-1 0 0 0,0 1 0 0 0,-1-1 1 0 0,4-14-1 0 0,9-23 1894 0 0,-17 46-1843 0 0,-3 4-77 0 0,0 0 0 0 0,1 0 0 0 0,-1-1 0 0 0,1 1 0 0 0,-1 0 0 0 0,1 1 0 0 0,0-1 1 0 0,-1 0-1 0 0,1 0 0 0 0,0 1 0 0 0,0 1 0 0 0,-1 0 6 0 0,-7 14 90 0 0,1 0 1 0 0,0 1-1 0 0,1 0 0 0 0,1 0 0 0 0,1 1 0 0 0,-4 31 0 0 0,9-49-114 0 0,0 1 1 0 0,0-1-1 0 0,0 1 0 0 0,0-1 0 0 0,0 1 0 0 0,1-1 0 0 0,0 0 0 0 0,-1 1 0 0 0,1-1 0 0 0,0 0 1 0 0,0 1-1 0 0,0-1 0 0 0,0 0 0 0 0,0 0 0 0 0,1 0 0 0 0,-1 0 0 0 0,3 3 0 0 0,-1-3-17 0 0,0 1 0 0 0,0 0 1 0 0,0-1-1 0 0,1 0 0 0 0,-1 0 0 0 0,1 0 0 0 0,-1 0 0 0 0,1 0 0 0 0,7 2 0 0 0,-1-2-150 0 0,0 0 0 0 0,0 0 0 0 0,0-1-1 0 0,0 0 1 0 0,0-1 0 0 0,0 0 0 0 0,16-2 0 0 0,-14 0-48 0 0,0 0 0 0 0,0-1 0 0 0,0-1 0 0 0,0 0 0 0 0,0 0 0 0 0,-1-1 0 0 0,0-1 0 0 0,0 0 0 0 0,-1 0 1 0 0,1-1-1 0 0,9-9 0 0 0,-9 5 113 0 0,1 0 0 0 0,-2-1 0 0 0,1 0 0 0 0,-1-1 0 0 0,-1 0 0 0 0,-1-1 0 0 0,0 0 0 0 0,7-15 0 0 0,29-92 2197 0 0,-33 88-1342 0 0,-11 31-628 0 0,-7 25 120 0 0,-2 10 36 0 0,2-8-95 0 0,-4 30 0 0 0,10-48-172 0 0,0-1 1 0 0,0 1 0 0 0,1 0-1 0 0,0-1 1 0 0,1 1 0 0 0,0-1-1 0 0,0 1 1 0 0,0-1 0 0 0,4 12-1 0 0,-3-14-58 0 0,0 0-1 0 0,0-1 0 0 0,1 1 1 0 0,0-1-1 0 0,-1 0 1 0 0,1 1-1 0 0,0-1 0 0 0,0 0 1 0 0,1-1-1 0 0,-1 1 0 0 0,1-1 1 0 0,-1 1-1 0 0,1-1 1 0 0,0 0-1 0 0,0 0 0 0 0,0-1 1 0 0,0 1-1 0 0,0-1 1 0 0,0 0-1 0 0,0 0 0 0 0,6 0 1 0 0,5 1-613 0 0,0 0 1 0 0,0-1-1 0 0,1-1 1 0 0,25-3-1 0 0,-26 1-4 0 0,-1-1-1 0 0,0 0 0 0 0,0-1 1 0 0,0 0-1 0 0,-1-1 1 0 0,1-1-1 0 0,-1 0 0 0 0,0-1 1 0 0,20-14-1 0 0,-16 8 13 0 0,-1-1 0 0 0,-1 0-1 0 0,0-1 1 0 0,-1 0 0 0 0,-1-1-1 0 0,12-19 1 0 0,4-13 520 0 0,-3-1 1 0 0,-2-1 0 0 0,-3-1-1 0 0,20-64 1 0 0,-26 65 1401 0 0,-3-1 0 0 0,9-65 0 0 0,-8-105 7134 0 0,-12 221-8409 0 0,-1 0-1 0 0,0 0 1 0 0,0-1-1 0 0,0 1 1 0 0,0 0 0 0 0,0-1-1 0 0,0 1 1 0 0,0 0 0 0 0,0 0-1 0 0,0-1 1 0 0,0 1-1 0 0,0 0 1 0 0,0 0 0 0 0,0-1-1 0 0,0 1 1 0 0,0 0-1 0 0,0-1 1 0 0,0 1 0 0 0,-1 0-1 0 0,1 0 1 0 0,0-1 0 0 0,0 1-1 0 0,0 0 1 0 0,0 0-1 0 0,0 0 1 0 0,-1-1 0 0 0,1 1-1 0 0,0 0 1 0 0,0 0-1 0 0,0 0 1 0 0,-1-1 0 0 0,1 1-1 0 0,0 0 1 0 0,0 0-1 0 0,-1 0 1 0 0,1 0 0 0 0,0 0-1 0 0,0 0 1 0 0,-1 0 0 0 0,1-1-1 0 0,0 1 1 0 0,-1 0-1 0 0,1 0 1 0 0,0 0 0 0 0,0 0-1 0 0,-1 0 1 0 0,1 0-1 0 0,0 0 1 0 0,-1 0 0 0 0,1 0-1 0 0,0 1 1 0 0,0-1 0 0 0,-1 0-1 0 0,1 0 1 0 0,0 0-1 0 0,0 0 1 0 0,-1 0 0 0 0,1 0-1 0 0,0 1 1 0 0,0-1-1 0 0,0 0 1 0 0,-1 0 0 0 0,1 0-1 0 0,0 0 1 0 0,0 1-1 0 0,0-1 1 0 0,-1 0 0 0 0,1 1-1 0 0,-14 14 369 0 0,-1 12 254 0 0,2 2 0 0 0,0 0-1 0 0,-11 43 1 0 0,-18 93 1383 0 0,41-162-1979 0 0,-58 329 2483 0 0,55-290-2447 0 0,2 1 1 0 0,1-1-1 0 0,3 0 1 0 0,1 1 0 0 0,17 78-1 0 0,-19-116-331 0 0,1 1 0 0 0,-1-1 0 0 0,1 0 0 0 0,0 0-1 0 0,1 0 1 0 0,-1-1 0 0 0,1 1 0 0 0,0 0 0 0 0,0-1 0 0 0,0 0-1 0 0,7 7 1 0 0,-8-9 16 0 0,0-1 1 0 0,1 1-1 0 0,-1-1 0 0 0,0 0 1 0 0,0 1-1 0 0,1-1 0 0 0,-1 0 0 0 0,0-1 1 0 0,1 1-1 0 0,-1 0 0 0 0,1-1 1 0 0,-1 1-1 0 0,1-1 0 0 0,-1 0 1 0 0,1 0-1 0 0,-1 0 0 0 0,1 0 0 0 0,-1 0 1 0 0,1 0-1 0 0,-1-1 0 0 0,1 1 1 0 0,-1-1-1 0 0,1 0 0 0 0,-1 0 0 0 0,0 0 1 0 0,5-2-1 0 0,10-7-365 0 0,0-1 0 0 0,0-1 1 0 0,-1 0-1 0 0,-1-1 0 0 0,0-1 0 0 0,-1 0 1 0 0,0-1-1 0 0,11-17 0 0 0,8-13 1454 0 0,44-82 1 0 0,-27 31 5047 0 0,-49 94-5170 0 0,-8 27 377 0 0,-13 31 200 0 0,10-31-1108 0 0,1 0 1 0 0,1 1-1 0 0,1 0 1 0 0,2 0-1 0 0,-5 51 1 0 0,10-73-206 0 0,0 1 0 0 0,0-1 0 0 0,1 0 0 0 0,-1 0 0 0 0,1 0 0 0 0,0 0 0 0 0,1 0 0 0 0,-1 0 0 0 0,1 0 0 0 0,-1 0 0 0 0,1 0 0 0 0,0-1 0 0 0,0 1 0 0 0,1-1 0 0 0,-1 1 0 0 0,5 4 0 0 0,-3-5-90 0 0,1 1-1 0 0,-1-1 1 0 0,0 0-1 0 0,1 0 0 0 0,0 0 1 0 0,0-1-1 0 0,0 1 1 0 0,0-1-1 0 0,0 0 1 0 0,0-1-1 0 0,9 2 0 0 0,-6-1-13 0 0,0-1-1 0 0,1-1 0 0 0,-1 1 0 0 0,0-1 1 0 0,1-1-1 0 0,-1 1 0 0 0,0-2 0 0 0,0 1 1 0 0,0-1-1 0 0,0 0 0 0 0,0-1 0 0 0,0 1 1 0 0,0-2-1 0 0,-1 1 0 0 0,1-1 0 0 0,11-8 1 0 0,-9 3 138 0 0,0-1 0 0 0,-1-1 1 0 0,0 1-1 0 0,0-1 0 0 0,-2-1 1 0 0,11-18-1 0 0,-14 24 152 0 0,17-33 1059 0 0,-20 38-1084 0 0,-3 4-138 0 0,1 0 0 0 0,-1-1 0 0 0,1 1 0 0 0,0 0 0 0 0,0 0 0 0 0,0 0 0 0 0,0 0 0 0 0,0 3-1 0 0,1-5-10 0 0,-3 12 17 0 0,1 0 0 0 0,0 0 0 0 0,1 0 0 0 0,1 0 0 0 0,0 0 1 0 0,3 23-1 0 0,-2-32-10 0 0,0 0-1 0 0,0-1 1 0 0,0 1 0 0 0,0 0 0 0 0,1 0-1 0 0,0-1 1 0 0,0 1 0 0 0,0-1 0 0 0,0 1 0 0 0,1-1-1 0 0,-1 0 1 0 0,1 0 0 0 0,0 0 0 0 0,-1 0-1 0 0,1 0 1 0 0,1-1 0 0 0,-1 1 0 0 0,0-1 0 0 0,1 0-1 0 0,-1 0 1 0 0,1 0 0 0 0,0-1 0 0 0,-1 1 0 0 0,1-1-1 0 0,7 2 1 0 0,-5-1-1 0 0,0-1 0 0 0,1 0-1 0 0,-1-1 1 0 0,0 1 0 0 0,1-1-1 0 0,-1 0 1 0 0,0 0 0 0 0,0-1 0 0 0,1 0-1 0 0,7-2 1 0 0,-9 1-2 0 0,-1 1 0 0 0,0-1 0 0 0,0 0 0 0 0,0 0 0 0 0,-1 0 0 0 0,1-1 0 0 0,0 1 0 0 0,-1-1 1 0 0,0 0-1 0 0,1 0 0 0 0,-1 0 0 0 0,0 0 0 0 0,-1-1 0 0 0,1 1 0 0 0,4-8 0 0 0,-4 4-6 0 0,1-1 0 0 0,-1 1 0 0 0,-1-1 1 0 0,0 0-1 0 0,0 1 0 0 0,0-1 0 0 0,-1 0 0 0 0,0 0 1 0 0,-1 0-1 0 0,0 0 0 0 0,0 0 0 0 0,0 0 0 0 0,-1 0 1 0 0,-1 0-1 0 0,1 0 0 0 0,-1 0 0 0 0,0 1 0 0 0,-5-11 1 0 0,-6-11-14 0 0,-1 1 0 0 0,-1 1 0 0 0,-24-34 1 0 0,31 49 5 0 0,7 10 8 0 0,-6-7-9 0 0,1-1 1 0 0,0 0-1 0 0,-4-11 0 0 0,9 20 5 0 0,1 0 0 0 0,1 0-1 0 0,-1 1 1 0 0,0-1 0 0 0,0 0 0 0 0,0 1-1 0 0,0-1 1 0 0,0 0 0 0 0,1 1 0 0 0,-1-1 0 0 0,0 1-1 0 0,1-1 1 0 0,-1 0 0 0 0,0 1 0 0 0,1-1-1 0 0,-1 1 1 0 0,1-1 0 0 0,-1 1 0 0 0,1-1-1 0 0,-1 1 1 0 0,1-1 0 0 0,-1 1 0 0 0,1-1-1 0 0,-1 1 1 0 0,1 0 0 0 0,-1-1 0 0 0,1 1-1 0 0,0 0 1 0 0,-1 0 0 0 0,1 0 0 0 0,0-1-1 0 0,-1 1 1 0 0,1 0 0 0 0,0 0 0 0 0,-1 0 0 0 0,1 0-1 0 0,0 0 1 0 0,1 0 0 0 0,9-1-8 0 0,0 1-1 0 0,0 0 1 0 0,1 0 0 0 0,-1 1 0 0 0,0 1 0 0 0,0 0-1 0 0,0 1 1 0 0,0 0 0 0 0,0 0 0 0 0,-1 1 0 0 0,1 0 0 0 0,-1 1-1 0 0,0 0 1 0 0,0 1 0 0 0,-1 0 0 0 0,15 13 0 0 0,-13-11-3 0 0,-1 1 1 0 0,0 1 0 0 0,-1-1 0 0 0,0 2 0 0 0,0-1 0 0 0,-2 1 0 0 0,1 1-1 0 0,-1-1 1 0 0,0 1 0 0 0,-2 0 0 0 0,1 1 0 0 0,-1-1 0 0 0,6 26-1 0 0,-11-29 34 0 0,1 1 0 0 0,-1-1 0 0 0,-1 1 0 0 0,0-1 0 0 0,0 0-1 0 0,-1 1 1 0 0,-5 15 0 0 0,7-23 4 0 0,-5 5 53 0 0,5-11-72 0 0,1-1 1 0 0,0 1-1 0 0,0 0 0 0 0,0 0 1 0 0,0 0-1 0 0,1 0 0 0 0,0 0 1 0 0,-1 0-1 0 0,2 1 1 0 0,2-6-1 0 0,32-39 1 0 0,-21 27-5 0 0,2-2-33 0 0,0 1 0 0 0,2 0-1 0 0,0 2 1 0 0,1 0 0 0 0,1 1 0 0 0,47-30-1 0 0,-31 37-55 0 0,-37 12 87 0 0,0 0 0 0 0,1 0-1 0 0,-1 0 1 0 0,0 0 0 0 0,1 0-1 0 0,-1 1 1 0 0,0-1 0 0 0,1 0-1 0 0,-1 1 1 0 0,0-1 0 0 0,1 1 0 0 0,-1-1-1 0 0,0 1 1 0 0,0-1 0 0 0,0 1-1 0 0,0 0 1 0 0,1 0 0 0 0,-1 0 0 0 0,0 0-1 0 0,0 0 1 0 0,-1 0 0 0 0,1 0-1 0 0,0 0 1 0 0,0 0 0 0 0,0 0-1 0 0,-1 0 1 0 0,1 0 0 0 0,0 1 0 0 0,0 1-1 0 0,2 4 11 0 0,-1-1 0 0 0,0 1-1 0 0,3 13 1 0 0,-5-19-7 0 0,2 20 92 0 0,0 0 0 0 0,-2 41 0 0 0,-1-41-48 0 0,1 1-1 0 0,4 30 1 0 0,-5-44 57 0 0,2-3-81 0 0,8 11 16 0 0,-9-16-102 0 0,0 1 0 0 0,1-1-1 0 0,-1 1 1 0 0,0-1 0 0 0,1 1 0 0 0,-1-1-1 0 0,1 1 1 0 0,-1-1 0 0 0,1 1 0 0 0,-1-1-1 0 0,1 1 1 0 0,-1-1 0 0 0,1 0 0 0 0,-1 1 0 0 0,1-1-1 0 0,-1 0 1 0 0,1 1 0 0 0,-1-1 0 0 0,1 0-1 0 0,0 0 1 0 0,-1 0 0 0 0,1 0 0 0 0,0 1-1 0 0,-1-1 1 0 0,1 0 0 0 0,-1 0 0 0 0,1 0-1 0 0,0 0 1 0 0,-1 0 0 0 0,1-1 0 0 0,0 1-1 0 0,-1 0 1 0 0,1 0 0 0 0,0 0 0 0 0,-1 0-1 0 0,1-1 1 0 0,-1 1 0 0 0,2-1 0 0 0,-1 0-213 0 0,0 1 1 0 0,0-1 0 0 0,0 0 0 0 0,-1 0-1 0 0,1 0 1 0 0,0 0 0 0 0,0 0 0 0 0,-1 0-1 0 0,1 0 1 0 0,-1-1 0 0 0,1 1 0 0 0,-1 0-1 0 0,1 0 1 0 0,-1 0 0 0 0,0-1 0 0 0,1 1-1 0 0,-1 0 1 0 0,0 0 0 0 0,0-2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20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1030 73 2024 0 0,'-195'-71'17248'0'0,"193"70"-17109"0"0,-13 1-2684 0 0,-5 7-5696 0 0</inkml:trace>
  <inkml:trace contextRef="#ctx0" brushRef="#br0" timeOffset="1">198 140 1348 0 0,'-194'30'15844'0'0,"191"-29"-14744"0"0,19 2-672 0 0,87 6-2356 0 0,2-6-4166 0 0,-88-3 4544 0 0,45 0-5194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09:2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4272 0 0,'30'8'4638'0'0,"-16"-4"-796"0"0,0-1 0 0 0,16 2 1 0 0,-25-5-3210 0 0,0 0 1 0 0,0 0-1 0 0,0 0 1 0 0,0 0 0 0 0,8-3-1 0 0,-10 3-263 0 0,4-1 932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06:21:2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41 372 0 0,'0'0'524'0'0,"5"-14"184"0"0,1 4-308 0 0,-1 2-112 0 0,3-1-488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77 1308 0 0,'5'-22'4639'0'0,"-4"5"-2799"0"0,-7 31-953 0 0,-8 32-652 0 0,-11 87 147 0 0,-13 206-1 0 0,33-285-335 0 0,-6 121 64 0 0,11-149-93 0 0,1 0-1 0 0,2 0 1 0 0,0 0-1 0 0,11 39 0 0 0,-13-60 3 0 0,1-1-1 0 0,-1 1 1 0 0,1-1 0 0 0,0 0-1 0 0,0 0 1 0 0,0 0-1 0 0,1 0 1 0 0,-1 0 0 0 0,1 0-1 0 0,0 0 1 0 0,5 4-1 0 0,-6-7-1 0 0,0 1 0 0 0,0-1 0 0 0,0 0-1 0 0,1 0 1 0 0,-1 0 0 0 0,0 0 0 0 0,1 0-1 0 0,-1 0 1 0 0,0-1 0 0 0,1 1 0 0 0,-1-1-1 0 0,1 1 1 0 0,-1-1 0 0 0,1 0 0 0 0,-1 0 0 0 0,1 0-1 0 0,-1-1 1 0 0,1 1 0 0 0,-1 0 0 0 0,1-1-1 0 0,-1 0 1 0 0,0 0 0 0 0,3-1 0 0 0,10-4 20 0 0,-1-1 1 0 0,0 0 0 0 0,0-2 0 0 0,-1 1 0 0 0,0-2-1 0 0,-1 1 1 0 0,17-18 0 0 0,6-9 8 0 0,30-42 0 0 0,-42 48-54 0 0,-2 0-1 0 0,-1-1 1 0 0,-1-1 0 0 0,-2-1-1 0 0,-1-1 1 0 0,-2 0-1 0 0,-1-1 1 0 0,12-54 0 0 0,-20 66-4 0 0,-1 0 1 0 0,-1 0-1 0 0,-1-1 1 0 0,-2 1 0 0 0,0-1-1 0 0,-1 1 1 0 0,-1-1 0 0 0,-2 1-1 0 0,0 0 1 0 0,-1 0 0 0 0,-1 0-1 0 0,-2 1 1 0 0,0 0 0 0 0,-17-32-1 0 0,21 46 11 0 0,0 1-1 0 0,0 0 1 0 0,-1 1 0 0 0,0-1-1 0 0,0 1 1 0 0,0 0-1 0 0,-1 0 1 0 0,0 0-1 0 0,0 1 1 0 0,-1 0-1 0 0,1 0 1 0 0,-1 1 0 0 0,0 0-1 0 0,-1 0 1 0 0,1 0-1 0 0,-1 1 1 0 0,1 0-1 0 0,-1 1 1 0 0,0 0 0 0 0,0 0-1 0 0,0 0 1 0 0,0 1-1 0 0,0 1 1 0 0,0-1-1 0 0,0 1 1 0 0,-1 0-1 0 0,1 1 1 0 0,0 0 0 0 0,0 0-1 0 0,-8 3 1 0 0,2 0-1 0 0,1 0 0 0 0,0 1 0 0 0,0 0 0 0 0,0 1 0 0 0,0 1 1 0 0,1 0-1 0 0,0 1 0 0 0,-19 15 0 0 0,23-16 2 0 0,1 0-1 0 0,0 0 1 0 0,0 0-1 0 0,1 1 0 0 0,0 0 1 0 0,0 0-1 0 0,1 0 1 0 0,0 1-1 0 0,0 0 1 0 0,1 0-1 0 0,0 0 1 0 0,1 1-1 0 0,-3 9 1 0 0,6-16 2 0 0,-1 0 0 0 0,1 0 1 0 0,0 1-1 0 0,0-1 0 0 0,1 0 1 0 0,-1 0-1 0 0,1 0 0 0 0,-1 0 1 0 0,1 0-1 0 0,0 0 0 0 0,0 0 1 0 0,0 0-1 0 0,1 0 0 0 0,-1-1 1 0 0,1 1-1 0 0,-1 0 0 0 0,3 2 0 0 0,5 6 17 0 0,-1-2 0 0 0,19 17-1 0 0,-9-10 79 0 0,10 14 52 0 0,-1 0 1 0 0,-1 1-1 0 0,-2 2 0 0 0,-1 1 1 0 0,-2 0-1 0 0,19 44 1 0 0,-32-61-84 0 0,67 132 331 0 0,-59-121-343 0 0,2-1 0 0 0,0 0 0 0 0,26 27 0 0 0,-36-45-16 0 0,1-1 0 0 0,-1-1 0 0 0,2 1 0 0 0,-1-1 0 0 0,1-1 0 0 0,0 1 0 0 0,1-2 0 0 0,-1 0 0 0 0,1 0 0 0 0,0-1 0 0 0,0 0 0 0 0,1 0 0 0 0,-1-2 0 0 0,1 1 0 0 0,11 0 0 0 0,-4-2-318 0 0,1 0-1 0 0,-1-1 0 0 0,24-3 0 0 0,-14-2-2445 0 0,41-10 0 0 0,-29 3-1438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1 120 0 0,'0'0'2908'0'0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1 540 0 0,'-14'2'1088'0'0,"-1"-1"-304"0"0,-4 1-184 0 0,0-2-156 0 0,-5 2-156 0 0,-2-2-252 0 0,0 1-328 0 0,-1-2-804 0 0,-8-1 336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9 364 0 0,'0'0'3716'0'0,"4"-9"-5124"0"0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0 880 0 0,'0'0'4096'0'0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09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12 836 0 0,'-15'-3'2516'0'0,"1"0"-1456"0"0,2-3-1552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181 254 1220 0 0,'9'-17'5592'0'0,"-9"23"-5420"0"0,1 0 0 0 0,-1 0 1 0 0,0 0-1 0 0,0 0 0 0 0,-1 1 1 0 0,0-1-1 0 0,0 0 0 0 0,-2 6 0 0 0,-1 10 125 0 0,-105 492 1117 0 0,82-405-1237 0 0,17-68-142 0 0,-25 114 87 0 0,103-541-226 0 0,2 49 89 0 0,-46 249 117 0 0,63-148 0 0 0,-82 224-64 0 0,0 1-1 0 0,1-1 1 0 0,1 1-1 0 0,0 1 0 0 0,0-1 1 0 0,10-9-1 0 0,-16 19-14 0 0,0 0-1 0 0,0 1 0 0 0,0-1 0 0 0,0 1 0 0 0,0 0 1 0 0,0-1-1 0 0,0 1 0 0 0,0 0 0 0 0,0 0 1 0 0,0-1-1 0 0,1 1 0 0 0,-1 0 0 0 0,0 0 1 0 0,0 0-1 0 0,0 0 0 0 0,0 1 0 0 0,0-1 1 0 0,0 0-1 0 0,0 0 0 0 0,0 1 0 0 0,0-1 0 0 0,0 0 1 0 0,0 1-1 0 0,0-1 0 0 0,0 1 0 0 0,0-1 1 0 0,0 1-1 0 0,0 0 0 0 0,0-1 0 0 0,0 1 1 0 0,0 0-1 0 0,0 1 0 0 0,4 2 82 0 0,0 0 1 0 0,-1 1-1 0 0,0-1 0 0 0,5 8 1 0 0,1 3 122 0 0,-1 1 1 0 0,-1 0-1 0 0,-1 1 0 0 0,9 27 1 0 0,15 76 600 0 0,-24-89-638 0 0,32 157 815 0 0,17 238-1 0 0,-48-358-918 0 0,2 53-313 0 0,-10-112-571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8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26 2228 0 0,'-3'0'1762'0'0,"2"0"-1477"0"0,-38 0 7102 0 0,43 1-7366 0 0,0-1 0 0 0,-1 1 1 0 0,1-1-1 0 0,0 0 0 0 0,0 0 0 0 0,0 0 1 0 0,6-2-1 0 0,7 0 13 0 0,79-6-1022 0 0,-33-1-3177 0 0,-27 3-144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12 804 0 0,'-2'-11'12529'0'0,"14"20"-11978"0"0,0 0 0 0 0,0 1 1 0 0,-1 1-1 0 0,-1 0 1 0 0,14 19-1 0 0,5 4-195 0 0,178 221 900 0 0,-123-141-4342 0 0,-58-78 834 0 0,-11-18-3606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9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69 1128 0 0,'-21'-41'6059'0'0,"19"38"-5628"0"0,1 1 0 0 0,-1 0-1 0 0,0 0 1 0 0,0 0 0 0 0,0 0-1 0 0,0 0 1 0 0,0 0 0 0 0,-1 0-1 0 0,1 1 1 0 0,0-1 0 0 0,-1 1-1 0 0,-5-3 1 0 0,7 4-365 0 0,0 0-1 0 0,0 0 1 0 0,0 0 0 0 0,0 0 0 0 0,0 0-1 0 0,0 0 1 0 0,0 0 0 0 0,0 1 0 0 0,-1-1 0 0 0,1 0-1 0 0,0 0 1 0 0,0 1 0 0 0,0-1 0 0 0,0 1-1 0 0,0-1 1 0 0,0 1 0 0 0,1 0 0 0 0,-3 1-1 0 0,1-1 119 0 0,-5 4 21 0 0,0 0 0 0 0,0 1 0 0 0,0 0 0 0 0,0 0 0 0 0,1 0 0 0 0,0 1 0 0 0,1 0 0 0 0,0 0 0 0 0,0 1 0 0 0,-4 8 0 0 0,-1-1 9 0 0,-130 223 1120 0 0,114-185-1200 0 0,2 1-1 0 0,-27 96 1 0 0,44-123-320 0 0,-4 30 0 0 0,9-47-402 0 0,1 0 0 0 0,1 0 0 0 0,0 1 0 0 0,0-1 0 0 0,1 0 0 0 0,3 13 0 0 0,-4-22 153 0 0,0 1 1 0 0,1-1-1 0 0,-1 1 1 0 0,1-1-1 0 0,0 1 1 0 0,-1-1-1 0 0,1 1 0 0 0,0-1 1 0 0,0 0-1 0 0,0 0 1 0 0,0 1-1 0 0,0-1 1 0 0,2 2-1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2488 0 0,'19'-15'12147'0'0,"-10"11"-11829"0"0,0 0 0 0 0,1 0 1 0 0,0 1-1 0 0,-1 1 1 0 0,15-3-1 0 0,3-1-165 0 0,-27 6-162 0 0,162-39-257 0 0,-108 31-2344 0 0,2 3-3352 0 0,-34 4 515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2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42 2544 0 0,'-89'75'14496'0'0,"89"-74"-14471"0"0,0-1-1 0 0,0 0 1 0 0,0 1-1 0 0,1-1 1 0 0,-1 1 0 0 0,0-1-1 0 0,0 0 1 0 0,0 1-1 0 0,1-1 1 0 0,-1 0-1 0 0,0 1 1 0 0,0-1-1 0 0,1 0 1 0 0,-1 1-1 0 0,0-1 1 0 0,0 0 0 0 0,1 0-1 0 0,-1 1 1 0 0,0-1-1 0 0,1 0 1 0 0,-1 0-1 0 0,1 0 1 0 0,-1 0-1 0 0,0 1 1 0 0,1-1-1 0 0,-1 0 1 0 0,1 0 0 0 0,-1 0-1 0 0,0 0 1 0 0,1 0-1 0 0,-1 0 1 0 0,1 0-1 0 0,-1 0 1 0 0,0 0-1 0 0,1 0 1 0 0,0 0-1 0 0,15-2 161 0 0,-14 1-170 0 0,74-13-1064 0 0,74-26 0 0 0,-4-9-6777 0 0,-91 30 2006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0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408 271 1632 0 0,'-4'-2'897'0'0,"0"0"-1"0"0,0 1 0 0 0,0-1 1 0 0,-1 1-1 0 0,1 0 0 0 0,0 0 1 0 0,0 0-1 0 0,-1 1 0 0 0,1-1 1 0 0,-1 1-1 0 0,-6 1 0 0 0,7-1-512 0 0,0 1-1 0 0,-1 0 0 0 0,1 0 1 0 0,0 1-1 0 0,0-1 0 0 0,0 1 1 0 0,0 0-1 0 0,1 0 0 0 0,-1 0 1 0 0,-4 4-1 0 0,0 1-139 0 0,0 1-1 0 0,0 0 1 0 0,1 0-1 0 0,0 1 0 0 0,1 0 1 0 0,0 0-1 0 0,0 0 1 0 0,-6 15-1 0 0,-1 5 28 0 0,1 0 0 0 0,1 0 0 0 0,2 1-1 0 0,-9 45 1 0 0,15-60-233 0 0,1 0-1 0 0,1 1 1 0 0,0-1-1 0 0,1 0 1 0 0,1 1 0 0 0,0-1-1 0 0,2 1 1 0 0,-1-1-1 0 0,2 0 1 0 0,0 0 0 0 0,6 14-1 0 0,-8-23-23 0 0,1 0-1 0 0,0 0 1 0 0,0 0-1 0 0,1 0 1 0 0,0-1-1 0 0,0 1 1 0 0,0-1-1 0 0,1 0 1 0 0,0-1-1 0 0,0 1 1 0 0,0-1-1 0 0,0 0 0 0 0,0 0 1 0 0,1-1-1 0 0,0 1 1 0 0,0-1-1 0 0,0 0 1 0 0,0-1-1 0 0,0 0 1 0 0,1 0-1 0 0,-1 0 1 0 0,1 0-1 0 0,-1-1 1 0 0,1 0-1 0 0,0-1 1 0 0,11 0-1 0 0,-4-1 1 0 0,-1 0 1 0 0,0-1-1 0 0,0-1 0 0 0,-1 0 0 0 0,1-1 1 0 0,0 0-1 0 0,-1-1 0 0 0,0 0 1 0 0,0-1-1 0 0,-1 0 0 0 0,1-1 0 0 0,18-15 1 0 0,-13 6-10 0 0,0-1 1 0 0,-2 0 0 0 0,1-1 0 0 0,-2 0-1 0 0,-1-1 1 0 0,0-1 0 0 0,-1 0-1 0 0,-1-1 1 0 0,-1 0 0 0 0,-1-1 0 0 0,7-26-1 0 0,-9 24-6 0 0,-1 1-1 0 0,-1-1 0 0 0,-1-1 1 0 0,-1 1-1 0 0,-2 0 0 0 0,0-1 0 0 0,-1 1 1 0 0,-2-1-1 0 0,0 1 0 0 0,-10-40 1 0 0,8 52 2 0 0,0 0-1 0 0,-1 0 1 0 0,0 0 0 0 0,-1 0 0 0 0,0 1 0 0 0,-1 0 0 0 0,0 0 0 0 0,0 0 0 0 0,-2 1 0 0 0,1 1 0 0 0,-1-1 0 0 0,-1 1 0 0 0,1 1-1 0 0,-1 0 1 0 0,-1 0 0 0 0,-21-11 0 0 0,19 12-13 0 0,0 1 0 0 0,-1 1 0 0 0,0 0-1 0 0,0 1 1 0 0,0 0 0 0 0,0 1 0 0 0,-1 1 0 0 0,0 0-1 0 0,1 1 1 0 0,-1 1 0 0 0,0 0 0 0 0,1 1 0 0 0,-1 0-1 0 0,-24 7 1 0 0,20-3-294 0 0,1 1-1 0 0,0 1 0 0 0,0 0 0 0 0,1 2 1 0 0,0 0-1 0 0,-22 15 0 0 0,13-4-2673 0 0,0 0 0 0 0,-42 46 0 0 0,28-22-4562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1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40 348 0 0,'5'-9'16639'0'0,"-6"9"-16605"0"0,1-1-1 0 0,0 0 1 0 0,0 0 0 0 0,0 1-1 0 0,-1-1 1 0 0,1 0 0 0 0,0 1-1 0 0,-1-1 1 0 0,1 0 0 0 0,-1 1-1 0 0,1-1 1 0 0,0 1 0 0 0,-1-1-1 0 0,1 1 1 0 0,-1-1 0 0 0,0 1-1 0 0,1-1 1 0 0,-1 1 0 0 0,1-1-1 0 0,-1 1 1 0 0,0-1 0 0 0,-1 0 34 0 0,-3-1-28 0 0,0-1 1 0 0,0 1-1 0 0,0 0 1 0 0,0 1-1 0 0,-8-3 1 0 0,9 3-35 0 0,-22-1 24 0 0,19 2-36 0 0,0 1 0 0 0,0-1 0 0 0,0 1 0 0 0,0 0-1 0 0,0 1 1 0 0,0 0 0 0 0,1 0 0 0 0,-1 0 0 0 0,1 1 0 0 0,-1 0 0 0 0,1 0 0 0 0,-12 9 0 0 0,11-6-4 0 0,0 0 1 0 0,1 0 0 0 0,-1 1-1 0 0,1 0 1 0 0,1 0 0 0 0,-1 0-1 0 0,1 1 1 0 0,1 0 0 0 0,-6 11-1 0 0,-6 23 8 0 0,2 0-1 0 0,2 1 1 0 0,2 1-1 0 0,-5 47 1 0 0,11-69 10 0 0,-10 83 26 0 0,-1 129 0 0 0,17 106-35 0 0,-1 22 138 0 0,-61 683 115 0 0,40-784-120 0 0,14 318 0 0 0,26-386-23 0 0,-15-169-83 0 0,0 0-1 0 0,2-1 1 0 0,1 1-1 0 0,0-1 1 0 0,22 40-1 0 0,-28-59-26 0 0,0-1-1 0 0,1 1 0 0 0,-1 0 1 0 0,1-1-1 0 0,0 0 0 0 0,0 0 0 0 0,0 1 1 0 0,0-2-1 0 0,1 1 0 0 0,-1 0 1 0 0,1-1-1 0 0,0 0 0 0 0,-1 1 1 0 0,1-2-1 0 0,0 1 0 0 0,0 0 0 0 0,0-1 1 0 0,1 0-1 0 0,-1 1 0 0 0,6-1 1 0 0,-1 0-148 0 0,-1-1 1 0 0,0-1-1 0 0,0 0 1 0 0,1 0-1 0 0,-1 0 1 0 0,0-1-1 0 0,0 0 1 0 0,0-1-1 0 0,-1 0 1 0 0,10-4 0 0 0,6-5-1442 0 0,0-1 0 0 0,-1-2 0 0 0,0 0 0 0 0,30-27 0 0 0,4-9-5268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2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45 1508 0 0,'0'-15'4995'0'0,"-3"-15"5917"0"0,1 37-10686 0 0,-1-1-1 0 0,1 1 1 0 0,1 0 0 0 0,0 0-1 0 0,0 0 1 0 0,0 0-1 0 0,0 0 1 0 0,1 0 0 0 0,1 10-1 0 0,-1 6 39 0 0,-26 189 673 0 0,3-49-3895 0 0,21-127-447 0 0,5-13-2721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1204 0 0,'0'0'1880'0'0,"4"-27"9192"0"0,1 42-10783 0 0,-2 1 0 0 0,0 0-1 0 0,-1-1 1 0 0,0 1 0 0 0,-1 27 0 0 0,-1-16-175 0 0,1 0-30 0 0,9 105 71 0 0,-8-119-145 0 0,1 1 1 0 0,0-1-1 0 0,1 0 0 0 0,0 0 0 0 0,1-1 0 0 0,0 1 0 0 0,10 17 0 0 0,-13-27 1 0 0,0 0 0 0 0,0-1 0 0 0,0 1 0 0 0,1 0 0 0 0,-1-1 1 0 0,1 1-1 0 0,-1-1 0 0 0,1 0 0 0 0,0 0 0 0 0,0 0 0 0 0,0 0 0 0 0,0 0 0 0 0,0-1 1 0 0,0 1-1 0 0,0-1 0 0 0,0 0 0 0 0,1 0 0 0 0,4 1 0 0 0,-3-2 2 0 0,0 0 1 0 0,0 0-1 0 0,0 0 0 0 0,0 0 0 0 0,0-1 1 0 0,0 0-1 0 0,0 0 0 0 0,0-1 0 0 0,0 1 1 0 0,0-1-1 0 0,6-3 0 0 0,0-1 9 0 0,0 0 0 0 0,0-1 0 0 0,-1-1 0 0 0,0 0 1 0 0,0 0-1 0 0,0-1 0 0 0,-1 0 0 0 0,-1 0 0 0 0,9-13 0 0 0,-5 2 326 0 0,-1 0 0 0 0,-2-1 0 0 0,0 0 0 0 0,-1 0 0 0 0,-1-1 0 0 0,0 0 0 0 0,4-35 0 0 0,-6 21 870 0 0,-5 34-828 0 0,0 5-355 0 0,-4 14-3 0 0,1 0 0 0 0,0 0 0 0 0,2 0 0 0 0,0 28 0 0 0,0 7-21 0 0,-11 307-390 0 0,12-346-55 0 0,1 7-1428 0 0,4 30 1 0 0,-4-44 422 0 0,1 0 0 0 0,0 1 0 0 0,0-1 1 0 0,0 0-1 0 0,4 6 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4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272 104 1304 0 0,'-12'-5'2185'0'0,"-34"-13"3072"0"0,36 14-4518 0 0,0 0 1 0 0,1-2 0 0 0,-1 1-1 0 0,-10-9 1 0 0,19 13-551 0 0,0 1-165 0 0,0 0-1 0 0,1-1 0 0 0,-1 1 1 0 0,1 0-1 0 0,-1 0 1 0 0,1-1-1 0 0,-1 1 1 0 0,1 0-1 0 0,-1-1 1 0 0,1 1-1 0 0,-1-1 1 0 0,1 1-1 0 0,0 0 0 0 0,-1-1 1 0 0,1 1-1 0 0,0-1 1 0 0,-1 0-1 0 0,1 0-18 0 0,0-1 1 0 0,0 1-1 0 0,0 0 0 0 0,1 0 0 0 0,-1-1 1 0 0,0 1-1 0 0,1 0 0 0 0,-1 0 0 0 0,1 0 1 0 0,-1 0-1 0 0,1-1 0 0 0,0 1 0 0 0,-1 0 1 0 0,1 0-1 0 0,0 0 0 0 0,0 0 0 0 0,0 0 1 0 0,0 1-1 0 0,0-1 0 0 0,0 0 0 0 0,1-1 0 0 0,1 0-1 0 0,1 1 0 0 0,-1-1 0 0 0,1 0 0 0 0,-1 1 0 0 0,1 0 0 0 0,0 0 0 0 0,4-1 0 0 0,2 1-2 0 0,0 0-1 0 0,0 0 0 0 0,-1 1 1 0 0,1 1-1 0 0,11 1 1 0 0,-17-2-1 0 0,1 1 0 0 0,0 1 0 0 0,0-1 0 0 0,-1 1 0 0 0,1-1 1 0 0,-1 1-1 0 0,1 1 0 0 0,-1-1 0 0 0,0 1 0 0 0,0-1 1 0 0,0 1-1 0 0,0 0 0 0 0,-1 1 0 0 0,1-1 0 0 0,-1 1 1 0 0,0-1-1 0 0,0 1 0 0 0,0 0 0 0 0,0 0 0 0 0,-1 0 0 0 0,1 1 1 0 0,-1-1-1 0 0,0 0 0 0 0,0 1 0 0 0,-1 0 0 0 0,0-1 1 0 0,1 1-1 0 0,-2 0 0 0 0,1 0 0 0 0,0 8 0 0 0,-1 0-18 0 0,0 0-1 0 0,0 0 0 0 0,-2 0 1 0 0,0 0-1 0 0,0 0 0 0 0,-1-1 1 0 0,-1 1-1 0 0,0-1 0 0 0,0 1 1 0 0,-9 15-1 0 0,-1-5 15 0 0,-1 0 0 0 0,-1-1 0 0 0,-1-1 1 0 0,-1 0-1 0 0,0-1 0 0 0,-2-1 0 0 0,0-1 0 0 0,-1-1 0 0 0,-1-1 0 0 0,-45 26 0 0 0,63-40 12 0 0,0 0 0 0 0,0 0-1 0 0,0-1 1 0 0,0 1 0 0 0,0-1 0 0 0,0 0-1 0 0,-1 0 1 0 0,1 0 0 0 0,0-1-1 0 0,-1 1 1 0 0,-5-1 0 0 0,9 0-6 0 0,1 0 0 0 0,-1 0 0 0 0,0 0 0 0 0,0-1 0 0 0,0 1 0 0 0,1 0 0 0 0,-1 0 0 0 0,0 0 0 0 0,0-1 0 0 0,1 1 0 0 0,-1 0 0 0 0,0-1 0 0 0,1 1 0 0 0,-1 0 0 0 0,0-1 0 0 0,1 1 0 0 0,-1-1 0 0 0,0 1 0 0 0,1-1 0 0 0,-1 0 0 0 0,1 1 0 0 0,-1-1 0 0 0,1 0 0 0 0,-1 1 0 0 0,1-1 0 0 0,0 0 0 0 0,-1 1 0 0 0,1-1 0 0 0,0 0 0 0 0,0 0 0 0 0,-1 1 0 0 0,1-1 0 0 0,0 0 0 0 0,0 0 0 0 0,0 0 0 0 0,0 1 0 0 0,0-1 0 0 0,0 0 0 0 0,0 0 0 0 0,0 1 0 0 0,0-1 0 0 0,0 0 0 0 0,1 0 0 0 0,-1 0 0 0 0,0 1 0 0 0,0-1 0 0 0,2-1 0 0 0,-1-1-6 0 0,1 1 0 0 0,-1 0 0 0 0,1-1 0 0 0,0 1 0 0 0,0 0 0 0 0,0 0 0 0 0,0 0 0 0 0,0 0 0 0 0,1 1 0 0 0,-1-1 0 0 0,1 0 0 0 0,-1 1 0 0 0,1 0 0 0 0,-1-1 0 0 0,1 1 0 0 0,0 0 0 0 0,-1 1 0 0 0,1-1 0 0 0,0 0 0 0 0,0 1 0 0 0,0-1 0 0 0,0 1 0 0 0,3 0 0 0 0,10 0-24 0 0,1 0 0 0 0,27 3 0 0 0,-40-2 30 0 0,53 8 7 0 0,81 23 0 0 0,-16-2-1454 0 0,-92-24-452 0 0,1-1 0 0 0,33 0 1 0 0,-27-5-1710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3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62 430 580 0 0,'-3'0'2196'0'0,"-51"-10"8641"0"0,51 2-10105 0 0,2 5-473 0 0,8-6-4 0 0,81-68 264 0 0,-56 52-414 0 0,47-49 0 0 0,-70 64-95 0 0,0-1 1 0 0,-1 0 0 0 0,0 0 0 0 0,-1-1 0 0 0,-1 1 0 0 0,1-2 0 0 0,-2 1-1 0 0,0-1 1 0 0,4-13 0 0 0,-6 11-22 0 0,0-1 1 0 0,-1 1-1 0 0,0-1 0 0 0,-2-15 1 0 0,-11 40-28 0 0,6-3 34 0 0,0 1-1 0 0,1 0 1 0 0,-1 1-1 0 0,2-1 0 0 0,-1 1 1 0 0,1 0-1 0 0,0 0 0 0 0,-2 10 1 0 0,-3 6-5 0 0,-28 87 80 0 0,6 0 1 0 0,-29 201-1 0 0,38-80-12 0 0,16-160 132 0 0,2-52 717 0 0,0-31-294 0 0,0-35-293 0 0,4 6-271 0 0,1 0 0 0 0,2-1-1 0 0,2 2 1 0 0,21-75-1 0 0,-20 91-54 0 0,2 1-1 0 0,0-1 1 0 0,1 2 0 0 0,1-1-1 0 0,1 1 1 0 0,1 1-1 0 0,0 0 1 0 0,2 1-1 0 0,26-26 1 0 0,-36 40 3 0 0,0 1 0 0 0,0 0 0 0 0,0 1 0 0 0,0-1 1 0 0,1 1-1 0 0,-1 0 0 0 0,1 1 0 0 0,0-1 0 0 0,0 1 1 0 0,0 0-1 0 0,0 1 0 0 0,0-1 0 0 0,1 1 1 0 0,-1 0-1 0 0,0 1 0 0 0,1 0 0 0 0,-1 0 0 0 0,0 0 1 0 0,10 2-1 0 0,-12-1 2 0 0,1 0-1 0 0,0 0 1 0 0,0 1 0 0 0,-1 0 0 0 0,1 0-1 0 0,-1 0 1 0 0,0 0 0 0 0,1 1 0 0 0,-1-1-1 0 0,0 1 1 0 0,0 0 0 0 0,-1 1 0 0 0,1-1-1 0 0,-1 1 1 0 0,1-1 0 0 0,-1 1 0 0 0,0 0 0 0 0,-1 0-1 0 0,1 0 1 0 0,-1 1 0 0 0,1-1 0 0 0,-1 1-1 0 0,-1-1 1 0 0,1 1 0 0 0,1 6 0 0 0,-2-4 2 0 0,0 0 1 0 0,0 0 0 0 0,-1 0 0 0 0,0 0 0 0 0,0 0 0 0 0,0 0 0 0 0,-1 0-1 0 0,0 0 1 0 0,-1-1 0 0 0,1 1 0 0 0,-1 0 0 0 0,-4 8 0 0 0,1-5 1 0 0,0 0 0 0 0,0 0 0 0 0,-1-1 0 0 0,0 1 0 0 0,-1-1 0 0 0,-15 15 0 0 0,19-21-2 0 0,0 0 1 0 0,0-1-1 0 0,0 1 1 0 0,0-1-1 0 0,0 0 0 0 0,-1 0 1 0 0,1 0-1 0 0,-1 0 1 0 0,0-1-1 0 0,1 0 1 0 0,-1 1-1 0 0,0-1 0 0 0,0-1 1 0 0,0 1-1 0 0,0 0 1 0 0,1-1-1 0 0,-1 0 0 0 0,0 0 1 0 0,0 0-1 0 0,0 0 1 0 0,0-1-1 0 0,0 0 1 0 0,0 1-1 0 0,-5-3 0 0 0,-2-1 6 0 0,0-1 0 0 0,0-1 0 0 0,0 1-1 0 0,0-1 1 0 0,1-1 0 0 0,-14-12 0 0 0,22 18-4 0 0,6 2 8 0 0,13 7 133 0 0,1 1 0 0 0,-1 1 1 0 0,-1 1-1 0 0,0 0 0 0 0,14 13 1 0 0,9 6-63 0 0,16 9 137 0 0,2-3 0 0 0,68 34-1 0 0,-95-56-916 0 0,1-2 0 0 0,38 11-1 0 0,-46-18-1463 0 0,-1 0 0 0 0,1-2 0 0 0,45 2 0 0 0,-32-5-4523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528 211 2376 0 0,'-10'-10'1820'0'0,"1"0"0"0"0,0 0 0 0 0,1-1 0 0 0,0 0 1 0 0,-8-16-1 0 0,-1 0 584 0 0,12 18-1690 0 0,0 1 0 0 0,1-1 1 0 0,0 0-1 0 0,-4-14 0 0 0,7 21-654 0 0,1 0-29 0 0,0 0 1 0 0,0 0 0 0 0,0 0-1 0 0,1 1 1 0 0,-1-1-1 0 0,1 0 1 0 0,-1 0-1 0 0,1 1 1 0 0,-1-1 0 0 0,1 0-1 0 0,0 0 1 0 0,0 1-1 0 0,0-1 1 0 0,0 1 0 0 0,0-1-1 0 0,0 1 1 0 0,0 0-1 0 0,1-1 1 0 0,-1 1-1 0 0,1 0 1 0 0,-1 0 0 0 0,0 0-1 0 0,1 0 1 0 0,0 0-1 0 0,-1 0 1 0 0,4-1 0 0 0,1 1-26 0 0,-1 0 0 0 0,1 0 0 0 0,-1 1 1 0 0,1 0-1 0 0,-1 0 0 0 0,1 0 0 0 0,-1 1 1 0 0,1 0-1 0 0,-1 0 0 0 0,0 1 0 0 0,1-1 1 0 0,-1 1-1 0 0,0 0 0 0 0,0 0 0 0 0,0 1 1 0 0,0 0-1 0 0,-1-1 0 0 0,1 2 0 0 0,-1-1 1 0 0,1 0-1 0 0,-1 1 0 0 0,0 0 0 0 0,-1 0 1 0 0,6 7-1 0 0,-4-5-1 0 0,-1 0 0 0 0,0 0 0 0 0,0 1 0 0 0,0-1 1 0 0,-1 1-1 0 0,0 0 0 0 0,0 0 0 0 0,-1 0 0 0 0,1 1 0 0 0,-2-1 0 0 0,1 0 0 0 0,-1 1 1 0 0,0-1-1 0 0,-1 1 0 0 0,0-1 0 0 0,0 1 0 0 0,-2 14 0 0 0,-2-10 6 0 0,1-1 1 0 0,-2 0-1 0 0,1 1 0 0 0,-2-2 0 0 0,1 1 0 0 0,-1 0 0 0 0,-1-1 0 0 0,-13 15 1 0 0,3-4 48 0 0,-2-2 1 0 0,-37 31-1 0 0,43-38 86 0 0,12-10-103 0 0,-1-1 0 0 0,1 1 0 0 0,-1-1 0 0 0,1 1 1 0 0,-1-1-1 0 0,0 0 0 0 0,1 0 0 0 0,-1 0 0 0 0,-3 2 0 0 0,3-3 174 0 0,33-4-175 0 0,-22 3-38 0 0,0 0 0 0 0,1 0 0 0 0,-1 2-1 0 0,0-1 1 0 0,0 1 0 0 0,0 0 0 0 0,0 1-1 0 0,0 0 1 0 0,0 0 0 0 0,-1 1-1 0 0,1 0 1 0 0,15 9 0 0 0,-7-3 21 0 0,-1 1 0 0 0,-1 1 0 0 0,0 1 0 0 0,27 26 0 0 0,-38-34 67 0 0,0 0 0 0 0,0 0 0 0 0,-1 0 0 0 0,1 1-1 0 0,-1-1 1 0 0,0 1 0 0 0,-1 0 0 0 0,1 0-1 0 0,-1 0 1 0 0,0 0 0 0 0,0 1 0 0 0,-1-1 0 0 0,1 1-1 0 0,0 7 1 0 0,-2-9 24 0 0,0 0 0 0 0,0 0 0 0 0,-1 0 0 0 0,1 0 0 0 0,-1 0 0 0 0,0 0 0 0 0,0 0 0 0 0,-1 0 0 0 0,1 0 0 0 0,-1 0 0 0 0,0-1 0 0 0,1 1-1 0 0,-2 0 1 0 0,1-1 0 0 0,0 0 0 0 0,-1 0 0 0 0,0 1 0 0 0,1-1 0 0 0,-1-1 0 0 0,-4 4 0 0 0,-5 2 24 0 0,1 0-1 0 0,-1 0 1 0 0,0-2-1 0 0,-1 1 1 0 0,0-2-1 0 0,0 0 1 0 0,0 0-1 0 0,-25 4 1 0 0,5-2-71 0 0,0-3 1 0 0,-51 2-1 0 0,-101-13-1677 0 0,92 2-2351 0 0,-1 4-5343 0 0,48 2-426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137 202 448 0 0,'-10'-24'7789'0'0,"7"14"-6582"0"0,1 6-914 0 0,1 0-1 0 0,-1-1 0 0 0,1 1 0 0 0,1-1 1 0 0,-1 0-1 0 0,0 1 0 0 0,1-1 0 0 0,0 0 1 0 0,0 1-1 0 0,1-1 0 0 0,-1 1 0 0 0,1-1 1 0 0,1-5-1 0 0,0 4-224 0 0,0 0 1 0 0,0 0 0 0 0,0 0-1 0 0,1 1 1 0 0,0 0-1 0 0,0-1 1 0 0,0 1-1 0 0,1 0 1 0 0,-1 0 0 0 0,1 1-1 0 0,1-1 1 0 0,-1 1-1 0 0,0 0 1 0 0,1 0-1 0 0,0 0 1 0 0,0 1 0 0 0,0 0-1 0 0,10-5 1 0 0,-12 7-64 0 0,-1 0 1 0 0,0 1 0 0 0,1-1-1 0 0,-1 1 1 0 0,0-1-1 0 0,1 1 1 0 0,-1 0 0 0 0,1 0-1 0 0,-1 0 1 0 0,0 0 0 0 0,1 0-1 0 0,-1 1 1 0 0,0-1 0 0 0,1 1-1 0 0,-1 0 1 0 0,0-1-1 0 0,1 1 1 0 0,-1 0 0 0 0,0 0-1 0 0,0 1 1 0 0,0-1 0 0 0,0 0-1 0 0,0 1 1 0 0,0-1 0 0 0,0 1-1 0 0,-1 0 1 0 0,1-1-1 0 0,0 1 1 0 0,-1 0 0 0 0,1 0-1 0 0,-1 0 1 0 0,0 0 0 0 0,2 4-1 0 0,0 0 5 0 0,-1 0-1 0 0,1 0 1 0 0,-1 1 0 0 0,-1-1-1 0 0,1 1 1 0 0,-1 0 0 0 0,0 0-1 0 0,0-1 1 0 0,-1 1-1 0 0,-1 11 1 0 0,-2 4-5 0 0,-2 0-1 0 0,-1 0 1 0 0,0 0 0 0 0,-2-1-1 0 0,0 0 1 0 0,-1 0 0 0 0,-14 22-1 0 0,16-33 24 0 0,7-9-24 0 0,0-1 0 0 0,-1 0 0 0 0,1 0 0 0 0,0 1 0 0 0,0-1 0 0 0,-1 0 0 0 0,1 1 0 0 0,0-1 0 0 0,0 0 0 0 0,-1 1 0 0 0,1-1 0 0 0,0 0 0 0 0,0 1 0 0 0,0-1 0 0 0,0 1-1 0 0,0-1 1 0 0,0 0 0 0 0,0 1 0 0 0,-1-1 0 0 0,1 1 0 0 0,0-1 0 0 0,0 1 0 0 0,1-1 0 0 0,-1 0 0 0 0,0 1 0 0 0,19-1 51 0 0,-11 0-60 0 0,0 1 0 0 0,1-1-1 0 0,-1 1 1 0 0,0 1-1 0 0,0 0 1 0 0,0 0 0 0 0,0 0-1 0 0,0 1 1 0 0,0 0-1 0 0,-1 1 1 0 0,1 0 0 0 0,-1 0-1 0 0,0 0 1 0 0,0 1 0 0 0,0 0-1 0 0,6 7 1 0 0,-7-7 108 0 0,-1 0 0 0 0,0 0 0 0 0,0 0 0 0 0,-1 0 0 0 0,0 1 0 0 0,1 0 1 0 0,-2 0-1 0 0,1 0 0 0 0,-1 0 0 0 0,0 1 0 0 0,0-1 0 0 0,-1 1 0 0 0,0 0 0 0 0,0 0 1 0 0,0 0-1 0 0,-1 0 0 0 0,0 0 0 0 0,-1 0 0 0 0,0 11 0 0 0,0-12 37 0 0,-1 0 0 0 0,-1 0 0 0 0,1 0 0 0 0,-1 0 0 0 0,0 0-1 0 0,0 0 1 0 0,-1-1 0 0 0,0 1 0 0 0,0-1 0 0 0,0 1 0 0 0,0-1 0 0 0,-1 0-1 0 0,0-1 1 0 0,0 1 0 0 0,-5 4 0 0 0,2-4-41 0 0,0 1 0 0 0,-1-1 0 0 0,0 0 1 0 0,0-1-1 0 0,0 0 0 0 0,0 0 0 0 0,-1-1 0 0 0,1 0 0 0 0,-13 3 1 0 0,2-3-55 0 0,0 0 1 0 0,-1-1 0 0 0,1-1 0 0 0,-1 0 0 0 0,1-2-1 0 0,-1 0 1 0 0,1-2 0 0 0,-36-8 0 0 0,49 10-94 0 0,-1-1 1 0 0,0-1 0 0 0,1 1-1 0 0,0-1 1 0 0,0 0-1 0 0,0 0 1 0 0,0-1-1 0 0,-7-5 1 0 0,12 8-67 0 0,0 0 0 0 0,-1 0 1 0 0,1 0-1 0 0,0-1 0 0 0,0 1 1 0 0,1 0-1 0 0,-1-1 0 0 0,0 1 1 0 0,0-1-1 0 0,1 1 0 0 0,-1-1 1 0 0,1 1-1 0 0,-1-1 0 0 0,1 1 1 0 0,-1-1-1 0 0,1-1 0 0 0,0 0-160 0 0,0 1 0 0 0,1 0 0 0 0,-1-1-1 0 0,1 1 1 0 0,-1 0 0 0 0,1 0-1 0 0,0-1 1 0 0,0 1 0 0 0,0 0-1 0 0,0 0 1 0 0,0 0 0 0 0,0 0 0 0 0,1 0-1 0 0,1-2 1 0 0,21-23-6001 0 0,-9 13 456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3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24 296 372 0 0,'-23'8'11987'0'0,"24"-7"-11908"0"0,1 0 1 0 0,0 0-1 0 0,0 0 0 0 0,-1-1 1 0 0,1 1-1 0 0,0-1 0 0 0,0 1 0 0 0,0-1 1 0 0,0 0-1 0 0,0 1 0 0 0,0-1 1 0 0,0 0-1 0 0,-1-1 0 0 0,1 1 1 0 0,0 0-1 0 0,3-1 0 0 0,38-8 345 0 0,-36 7-337 0 0,16-4 5 0 0,0-1 0 0 0,-1-1 1 0 0,0-1-1 0 0,-1-1 0 0 0,0 0 1 0 0,0-2-1 0 0,36-27 0 0 0,-51 33-70 0 0,0 0-1 0 0,-1-1 1 0 0,0 0-1 0 0,0 0 1 0 0,0 0-1 0 0,-1 0 1 0 0,0-1-1 0 0,0 0 1 0 0,-1 1-1 0 0,0-2 1 0 0,0 1-1 0 0,-1 0 1 0 0,0 0 0 0 0,-1-1-1 0 0,1 1 1 0 0,-2-1-1 0 0,1 1 1 0 0,-1-1-1 0 0,-1 0 1 0 0,1 1-1 0 0,-1-1 1 0 0,-4-13-1 0 0,4 20 27 0 0,-2 3-36 0 0,0 1-10 0 0,0-1 0 0 0,0 1 0 0 0,1 0-1 0 0,-1 1 1 0 0,0-1 0 0 0,1 1 0 0 0,-1-1 0 0 0,1 1 0 0 0,0 0 0 0 0,-1-1 0 0 0,2 1 0 0 0,-1 0 0 0 0,0 1 0 0 0,0-1 0 0 0,1 0-1 0 0,-1 4 1 0 0,-22 61 128 0 0,23-64-118 0 0,-21 80 176 0 0,4 1-1 0 0,3 2 1 0 0,-5 144 0 0 0,15-72 1990 0 0,2-149-1133 0 0,-4-14-725 0 0,-3-9-180 0 0,6 5-106 0 0,1-1 0 0 0,0 1 0 0 0,1-1 0 0 0,0 0 0 0 0,0 0 0 0 0,1 0 0 0 0,0 0 0 0 0,0-1 1 0 0,1 1-1 0 0,2-18 0 0 0,1 9-28 0 0,1-1 1 0 0,0 1-1 0 0,1 0 0 0 0,9-22 1 0 0,-6 20-13 0 0,2 1-1 0 0,0 0 1 0 0,1 1 0 0 0,0 0 0 0 0,2 0 0 0 0,0 2-1 0 0,29-29 1 0 0,-35 37 3 0 0,1 2 0 0 0,0-1-1 0 0,0 1 1 0 0,1 0 0 0 0,0 0-1 0 0,0 1 1 0 0,0 1 0 0 0,1-1-1 0 0,0 2 1 0 0,-1-1 0 0 0,1 1-1 0 0,1 1 1 0 0,-1 0 0 0 0,0 0-1 0 0,0 1 1 0 0,1 0 0 0 0,20 1 0 0 0,-26 1 0 0 0,0 0 0 0 0,0 0 1 0 0,0 0-1 0 0,0 1 1 0 0,0-1-1 0 0,-1 1 0 0 0,1 0 1 0 0,-1 0-1 0 0,1 1 1 0 0,-1 0-1 0 0,0-1 1 0 0,7 7-1 0 0,-9-7 4 0 0,0 0 1 0 0,-1 0-1 0 0,1-1 0 0 0,-1 1 0 0 0,0 0 1 0 0,0 0-1 0 0,0 0 0 0 0,0 1 1 0 0,0-1-1 0 0,0 0 0 0 0,0 0 1 0 0,-1 0-1 0 0,1 1 0 0 0,-1-1 0 0 0,0 0 1 0 0,1 1-1 0 0,-1-1 0 0 0,0 0 1 0 0,0 1-1 0 0,-1-1 0 0 0,1 0 0 0 0,0 0 1 0 0,-1 1-1 0 0,1-1 0 0 0,-1 0 1 0 0,0 0-1 0 0,0 1 0 0 0,0-1 1 0 0,-2 3-1 0 0,-2 3 5 0 0,0 0 1 0 0,0-1-1 0 0,-1 0 0 0 0,0 0 1 0 0,0 0-1 0 0,0-1 1 0 0,-1 0-1 0 0,0 0 0 0 0,-1-1 1 0 0,1 1-1 0 0,-1-2 1 0 0,0 1-1 0 0,-15 5 0 0 0,-5 0 49 0 0,0-1-1 0 0,-52 10 0 0 0,79-19-53 0 0,-23 3 420 0 0,4 2-174 0 0,21-4-246 0 0,-1-1 0 0 0,1 1 0 0 0,-1 0 0 0 0,1 0 0 0 0,-1 0 0 0 0,1 0-1 0 0,0 0 1 0 0,-1-1 0 0 0,1 1 0 0 0,0 0 0 0 0,0 0 0 0 0,0-1-1 0 0,-1 1 1 0 0,1-1 0 0 0,0 1 0 0 0,0-1 0 0 0,0 1 0 0 0,0-1 0 0 0,0 0-1 0 0,2 1 1 0 0,109 60-33 0 0,148 73-552 0 0,-232-121-330 0 0,15 5-2112 0 0,-14-6-3977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40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57 1796 0 0,'0'-2'1788'0'0,"5"-44"5908"0"0,-5 44-7167 0 0,1-5 1000 0 0,-2 17-1051 0 0,-5 112-147 0 0,1 26-541 0 0,6-123-1736 0 0,8 48 1 0 0,-4-52-1294 0 0,2-4-1164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3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63 2204 0 0,'-8'-2'1764'0'0,"3"1"-1015"0"0,0 0 1 0 0,0-1 0 0 0,0 1 0 0 0,1-1 0 0 0,-1 0 0 0 0,0-1 0 0 0,1 1 0 0 0,-1-1 0 0 0,-5-4-1 0 0,10 6-727 0 0,-1 1 0 0 0,1 0 1 0 0,0-1-1 0 0,0 1 0 0 0,-1-1 0 0 0,1 1 0 0 0,0-1 0 0 0,0 1 0 0 0,0-1 0 0 0,-1 1 0 0 0,1-1 0 0 0,0 1 0 0 0,0 0 0 0 0,0-1 0 0 0,0 1 0 0 0,0-1 0 0 0,0 1 0 0 0,0-1 0 0 0,0 1 1 0 0,0-1-1 0 0,0 1 0 0 0,1-1 0 0 0,-1 1 0 0 0,0-1 0 0 0,0 1 0 0 0,0-1 0 0 0,1 1 0 0 0,-1-1 0 0 0,0 1 0 0 0,0 0 0 0 0,1-1 0 0 0,-1 1 0 0 0,0-1 0 0 0,1 1 0 0 0,-1 0 0 0 0,0-1 1 0 0,1 1-1 0 0,-1 0 0 0 0,1-1 0 0 0,21-11 284 0 0,-16 10-286 0 0,1 1 1 0 0,0 0-1 0 0,0 0 0 0 0,-1 0 0 0 0,1 1 1 0 0,0 0-1 0 0,0 0 0 0 0,0 1 0 0 0,-1 0 0 0 0,1 0 1 0 0,0 0-1 0 0,9 4 0 0 0,-13-4-10 0 0,0 1-1 0 0,0-1 0 0 0,-1 0 1 0 0,1 1-1 0 0,0-1 1 0 0,0 1-1 0 0,-1 0 0 0 0,1 0 1 0 0,-1 0-1 0 0,0 0 1 0 0,0 1-1 0 0,1-1 1 0 0,-1 1-1 0 0,-1-1 0 0 0,1 1 1 0 0,0 0-1 0 0,-1-1 1 0 0,1 1-1 0 0,-1 0 0 0 0,0 0 1 0 0,0 0-1 0 0,0 0 1 0 0,0 0-1 0 0,-1 1 0 0 0,1-1 1 0 0,-1 0-1 0 0,0 0 1 0 0,0 0-1 0 0,0 6 1 0 0,-2 7 80 0 0,-1-1 1 0 0,0 0-1 0 0,-2 0 1 0 0,1 0-1 0 0,-2-1 1 0 0,0 1 0 0 0,-8 14-1 0 0,-64 94 624 0 0,31-52-344 0 0,27-40-236 0 0,5-8-38 0 0,1 1-1 0 0,-15 34 1 0 0,28-58-93 0 0,1 1-1 0 0,0-1 1 0 0,0 0 0 0 0,0 1 0 0 0,0-1-1 0 0,0 1 1 0 0,0-1 0 0 0,0 0-1 0 0,-1 1 1 0 0,1-1 0 0 0,0 1-1 0 0,1-1 1 0 0,-1 0 0 0 0,0 1 0 0 0,0-1-1 0 0,0 1 1 0 0,0-1 0 0 0,0 0-1 0 0,0 1 1 0 0,0-1 0 0 0,0 0-1 0 0,1 1 1 0 0,-1-1 0 0 0,0 0-1 0 0,0 1 1 0 0,1-1 0 0 0,-1 0 0 0 0,0 1-1 0 0,0-1 1 0 0,1 0 0 0 0,-1 1-1 0 0,16 4 55 0 0,16-6 4 0 0,33-17-222 0 0,-1-3 1 0 0,97-45-1 0 0,-133 53-205 0 0,137-69-6521 0 0,-111 51 1392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0 1116 0 0,'0'0'4669'0'0,"-17"8"1889"0"0,35-3-6102 0 0,1 0 0 0 0,-1-2-1 0 0,31 3 1 0 0,-28-4-393 0 0,0 1 0 0 0,0 0 0 0 0,26 9 1 0 0,-38-9-51 0 0,0 1 1 0 0,0 0 0 0 0,0 1 0 0 0,0 0 0 0 0,-1 0-1 0 0,0 1 1 0 0,0 0 0 0 0,0 0 0 0 0,-1 1-1 0 0,0 0 1 0 0,9 11 0 0 0,-7-6 9 0 0,-1 1-1 0 0,-1-1 1 0 0,0 2 0 0 0,-1-1-1 0 0,0 1 1 0 0,-1 0 0 0 0,4 16-1 0 0,1 16 130 0 0,-1-1-1 0 0,-3 2 0 0 0,1 89 0 0 0,-21 143 785 0 0,11-245-806 0 0,-62 495 1411 0 0,10-120-661 0 0,27-28-558 0 0,25 469-1 0 0,12-482-303 0 0,-23-1 362 0 0,12-349-51 0 0,0-2 0 0 0,-1 1 0 0 0,0 0 0 0 0,-1 0 0 0 0,-1-1 0 0 0,-12 26 0 0 0,12-33-236 0 0,0-1 0 0 0,0 1 0 0 0,-1-1 0 0 0,0 0 0 0 0,0-1 0 0 0,-1 1 0 0 0,0-1 0 0 0,0-1 0 0 0,-1 1 1 0 0,0-1-1 0 0,0-1 0 0 0,-15 9 0 0 0,-8 1-33 0 0,-1-2-1 0 0,0-1 1 0 0,-58 14 0 0 0,28-14-86 0 0,-69 6 1 0 0,130-18 4 0 0,-29 3-834 0 0,-45-2-1 0 0,64-1-289 0 0,0-2 0 0 0,-19-4-1 0 0,23 4-265 0 0,1 0 0 0 0,0 0 0 0 0,0 0-1 0 0,1-1 1 0 0,-12-7 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654 113 1556 0 0,'4'-13'4017'0'0,"-2"9"-3162"0"0,-1 0 0 0 0,1 0 1 0 0,-1 0-1 0 0,0 0 0 0 0,0-1 1 0 0,0 1-1 0 0,0-6 0 0 0,-1 8-658 0 0,0 0 0 0 0,-1 0-1 0 0,1 0 1 0 0,0 0-1 0 0,-1 0 1 0 0,1 0-1 0 0,-1 0 1 0 0,0 0-1 0 0,0 1 1 0 0,1-1-1 0 0,-1 0 1 0 0,0 0 0 0 0,0 1-1 0 0,-1-1 1 0 0,1 1-1 0 0,0-1 1 0 0,-1 1-1 0 0,1-1 1 0 0,-1 1-1 0 0,-1-2 1 0 0,-3 0-143 0 0,0 0 1 0 0,-1 0-1 0 0,1 0 0 0 0,-1 1 1 0 0,1 0-1 0 0,-1 0 0 0 0,0 1 1 0 0,0 0-1 0 0,0 0 1 0 0,1 0-1 0 0,-1 1 0 0 0,0 0 1 0 0,0 0-1 0 0,0 1 0 0 0,0 0 1 0 0,0 0-1 0 0,-7 3 1 0 0,3 0-53 0 0,1 0 1 0 0,0 0-1 0 0,1 1 0 0 0,-1 1 1 0 0,1-1-1 0 0,0 2 1 0 0,0-1-1 0 0,1 1 1 0 0,0 0-1 0 0,0 1 1 0 0,0 0-1 0 0,1 0 1 0 0,1 1-1 0 0,-11 16 1 0 0,0 4-15 0 0,1 1 0 0 0,2 1 0 0 0,-15 46 1 0 0,-2 22-2 0 0,-29 159 1 0 0,7 106 76 0 0,4 155-47 0 0,32-314 37 0 0,7-83 48 0 0,-34 503 222 0 0,16 226-169 0 0,27-849-155 0 0,-11 639 85 0 0,13-579-61 0 0,-2-28 17 0 0,2 0-1 0 0,1-1 0 0 0,13 66 1 0 0,-14-97-27 0 0,-1 0 0 0 0,1 0-1 0 0,0 0 1 0 0,0 0 0 0 0,0 0 0 0 0,0-1 0 0 0,0 1 0 0 0,0 0 0 0 0,0 0 0 0 0,1-1 0 0 0,-1 1 0 0 0,0-1 0 0 0,1 1 0 0 0,0-1 0 0 0,-1 1 0 0 0,1-1-1 0 0,0 0 1 0 0,0 0 0 0 0,-1 0 0 0 0,1 0 0 0 0,0 0 0 0 0,0 0 0 0 0,0-1 0 0 0,0 1 0 0 0,0 0 0 0 0,0-1 0 0 0,4 1 0 0 0,5-2-53 0 0,-1-1-1 0 0,1 0 1 0 0,-1 0 0 0 0,1-1 0 0 0,-1 0-1 0 0,0 0 1 0 0,0-2 0 0 0,0 1 0 0 0,15-11 0 0 0,2-2-1548 0 0,-1-1 1 0 0,28-25 0 0 0,-4-6-4580 0 0,-26 23 1023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6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90 1864 0 0,'-1'-2'1499'0'0,"-6"-23"2318"0"0,7 24-3702 0 0,0-1 0 0 0,0 1 0 0 0,0 0 1 0 0,-1 0-1 0 0,1 0 0 0 0,0 0 0 0 0,1-1 1 0 0,-1 1-1 0 0,0 0 0 0 0,0 0 1 0 0,0 0-1 0 0,1 0 0 0 0,-1 0 0 0 0,0 0 1 0 0,1 0-1 0 0,-1-1 0 0 0,1 1 0 0 0,0 0 1 0 0,-1 0-1 0 0,1 1 0 0 0,0-2 1 0 0,1 1 27 0 0,1 1-44 0 0,6 4-36 0 0,-1-1 1 0 0,1 1-1 0 0,-1 0 0 0 0,0 1 0 0 0,-1 0 0 0 0,1 0 0 0 0,-1 0 1 0 0,0 1-1 0 0,0 0 0 0 0,-1 1 0 0 0,0-1 0 0 0,0 1 0 0 0,0 1 1 0 0,6 10-1 0 0,-4-5 84 0 0,-1-1 0 0 0,0 1-1 0 0,-1 1 1 0 0,0-1 0 0 0,-1 1 0 0 0,-1 0 0 0 0,0 0 0 0 0,3 23 0 0 0,-6-24 337 0 0,-1 1 0 0 0,0-1 1 0 0,-1 0-1 0 0,0 0 0 0 0,-1 0 1 0 0,-1 0-1 0 0,0 0 0 0 0,-1 0 0 0 0,0-1 1 0 0,-1 0-1 0 0,0 1 0 0 0,-8 11 1 0 0,12-23 113 0 0,1-1-591 0 0,0 0 1 0 0,0 0-1 0 0,-1 0 0 0 0,1 0 0 0 0,0 0 0 0 0,0 0 0 0 0,-1 0 0 0 0,1 0 0 0 0,0 0 0 0 0,0-1 0 0 0,-1 1 0 0 0,1 0 0 0 0,0 0 0 0 0,0 0 1 0 0,-1 0-1 0 0,1 0 0 0 0,0-1 0 0 0,0 1 0 0 0,0 0 0 0 0,-1 0 0 0 0,1 0 0 0 0,0-1 0 0 0,0 1 0 0 0,0 0 0 0 0,0 0 0 0 0,0-1 0 0 0,-1 1 0 0 0,1 0 1 0 0,0 0-1 0 0,0-1 0 0 0,0 1 0 0 0,0 0 0 0 0,0 0 0 0 0,0-1 0 0 0,0 1 0 0 0,2-15 98 0 0,8-12-15 0 0,-10 27-89 0 0,12-24 39 0 0,1 0 0 0 0,1 1 0 0 0,19-24-1 0 0,56-61-27 0 0,19-25 32 0 0,-106 131-49 0 0,-1 0 1 0 0,1 0-1 0 0,-1-1 1 0 0,0 1-1 0 0,0-1 1 0 0,0 1-1 0 0,0-1 0 0 0,0 1 1 0 0,0-1-1 0 0,-1 1 1 0 0,0-1-1 0 0,1 0 1 0 0,-1 1-1 0 0,0-1 1 0 0,0 0-1 0 0,-1-3 0 0 0,-2 6-23 0 0,-5 4 22 0 0,-1-1 0 0 0,1 1 0 0 0,0 0 0 0 0,1 1 1 0 0,-1 0-1 0 0,1 0 0 0 0,0 0 0 0 0,0 1 0 0 0,0 0 1 0 0,-7 10-1 0 0,-6 7 5 0 0,-32 47 0 0 0,42-55-19 0 0,1 1-1 0 0,0-1 1 0 0,1 1-1 0 0,-9 27 1 0 0,15-39 19 0 0,1 1 1 0 0,-1 0 0 0 0,1-1 0 0 0,1 1 0 0 0,-1 0 0 0 0,1 0 0 0 0,0 0 0 0 0,0 0 0 0 0,0 0-1 0 0,1 0 1 0 0,-1 0 0 0 0,1-1 0 0 0,1 1 0 0 0,-1 0 0 0 0,0-1 0 0 0,1 1 0 0 0,0 0 0 0 0,0-1-1 0 0,1 0 1 0 0,-1 0 0 0 0,7 8 0 0 0,1-1-54 0 0,0-1-1 0 0,1 0 1 0 0,0-1-1 0 0,0 0 1 0 0,23 12-1 0 0,69 30-3014 0 0,-23-13-4537 0 0,-54-24 1501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6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2392 0 0,'-71'13'11281'0'0,"56"-11"-10320"0"0,14-1-911 0 0,0-1 0 0 0,-1 0 1 0 0,1 1-1 0 0,0-1 0 0 0,0 1 0 0 0,0-1 0 0 0,0 1 1 0 0,0 0-1 0 0,0-1 0 0 0,1 1 0 0 0,-1 0 1 0 0,0 0-1 0 0,0 0 0 0 0,0 0 0 0 0,1-1 0 0 0,-1 1 1 0 0,0 0-1 0 0,1 0 0 0 0,-1 0 0 0 0,1 1 0 0 0,-1-1 1 0 0,1 0-1 0 0,0 0 0 0 0,-1 0 0 0 0,1 0 0 0 0,0 0 1 0 0,0 2-1 0 0,-1 35 516 0 0,1-28-376 0 0,1 8-98 0 0,0-1 0 0 0,1 1 1 0 0,1-1-1 0 0,1 1 1 0 0,0-1-1 0 0,1 0 1 0 0,1 0-1 0 0,9 19 1 0 0,-13-33-75 0 0,0 1 0 0 0,1 0 0 0 0,-1-1 0 0 0,1 1 0 0 0,-1-1 1 0 0,1 0-1 0 0,0 0 0 0 0,0 0 0 0 0,0 0 0 0 0,1 0 0 0 0,-1-1 0 0 0,1 1 1 0 0,-1-1-1 0 0,1 0 0 0 0,0 0 0 0 0,0-1 0 0 0,0 1 0 0 0,0-1 1 0 0,0 1-1 0 0,8 0 0 0 0,-4-2 7 0 0,-1 1 1 0 0,0-2-1 0 0,0 1 1 0 0,0-1-1 0 0,1 0 1 0 0,-1 0-1 0 0,0-1 1 0 0,0 0-1 0 0,0-1 0 0 0,-1 1 1 0 0,13-7-1 0 0,-9 3-6 0 0,1 0-1 0 0,-1-1 1 0 0,0 0-1 0 0,-1-1 1 0 0,0 0-1 0 0,0 0 1 0 0,-1-1-1 0 0,0 0 1 0 0,0-1-1 0 0,7-11 1 0 0,0-5 92 0 0,-2 0-1 0 0,20-54 1 0 0,-31 76-83 0 0,-1-3-8 0 0,-1 5-6 0 0,-12 27 10 0 0,0 11 10 0 0,1 1 0 0 0,-10 70 0 0 0,10-43 58 0 0,-14 77 462 0 0,-16 74 2 0 0,29-166 350 0 0,-2 0 0 0 0,-27 62 0 0 0,39-108-765 0 0,0 1 0 0 0,0 0 0 0 0,0-1 0 0 0,0 1 0 0 0,0-1 0 0 0,-1 0 0 0 0,0 0-1 0 0,0 0 1 0 0,1 0 0 0 0,-2 0 0 0 0,1 0 0 0 0,-5 3 0 0 0,6-5-104 0 0,0-1-1 0 0,0 1 0 0 0,1 0 1 0 0,-1-1-1 0 0,0 1 1 0 0,0-1-1 0 0,0 0 0 0 0,0 1 1 0 0,0-1-1 0 0,0 0 1 0 0,0 0-1 0 0,1 0 1 0 0,-1 0-1 0 0,0-1 0 0 0,0 1 1 0 0,0 0-1 0 0,0-1 1 0 0,0 1-1 0 0,0-1 1 0 0,1 0-1 0 0,-1 0 0 0 0,0 0 1 0 0,1 0-1 0 0,-1 0 1 0 0,0 0-1 0 0,1 0 1 0 0,-1 0-1 0 0,-1-3 0 0 0,-3-1-101 0 0,1-1-1 0 0,0 0 0 0 0,0 0 0 0 0,1-1 1 0 0,0 1-1 0 0,0-1 0 0 0,0 0 0 0 0,1 0 1 0 0,0-1-1 0 0,0 1 0 0 0,1-1 0 0 0,0 1 1 0 0,0-1-1 0 0,1 0 0 0 0,0 0 0 0 0,0 1 1 0 0,1-1-1 0 0,0 0 0 0 0,0 0 0 0 0,1 0 1 0 0,0 0-1 0 0,4-15 0 0 0,-3 16-496 0 0,1 0 1 0 0,-1 0-1 0 0,2 0 0 0 0,-1 0 0 0 0,1 0 1 0 0,6-9-1 0 0,-5 10-356 0 0,-1 1 0 0 0,1 0 0 0 0,0 0 0 0 0,1 0 0 0 0,-1 1 0 0 0,1-1 0 0 0,9-4 0 0 0,-2 1-3421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1128 0 0,'-157'51'14849'0'0,"162"-52"-14706"0"0,-1 0 0 0 0,0 0 0 0 0,1 0 0 0 0,-1 1-1 0 0,8-1 1 0 0,5 0 85 0 0,23-6-67 0 0,1 3 1 0 0,0 1 0 0 0,0 2 0 0 0,42 5 0 0 0,-81-4-158 0 0,-1 0-1 0 0,1 0 1 0 0,-1 0-1 0 0,1 1 1 0 0,0-1 0 0 0,-1 1-1 0 0,1-1 1 0 0,-1 1 0 0 0,0-1-1 0 0,1 1 1 0 0,-1 0-1 0 0,1 0 1 0 0,-1 0 0 0 0,0-1-1 0 0,0 1 1 0 0,1 1 0 0 0,-1-1-1 0 0,0 0 1 0 0,0 0 0 0 0,0 0-1 0 0,0 0 1 0 0,1 3-1 0 0,-2-2 30 0 0,1 0 0 0 0,0 0 0 0 0,-1 1 0 0 0,0-1 0 0 0,1 0 0 0 0,-1 1 0 0 0,0-1 0 0 0,0 0 0 0 0,0 1 0 0 0,-1-1 0 0 0,1 0 0 0 0,0 1 0 0 0,-2 2 0 0 0,-1 5 170 0 0,-1 0 0 0 0,-1 0-1 0 0,0 0 1 0 0,0 0-1 0 0,-7 8 1 0 0,-40 52 1628 0 0,-76 77 0 0 0,102-119-1518 0 0,18-20-244 0 0,-7 11 153 0 0,15-19-212 0 0,-1 1 0 0 0,1-1 1 0 0,0 1-1 0 0,0 0 0 0 0,-1-1 0 0 0,1 1 1 0 0,0-1-1 0 0,0 1 0 0 0,0 0 1 0 0,0-1-1 0 0,0 1 0 0 0,0 0 1 0 0,0-1-1 0 0,0 1 0 0 0,0-1 0 0 0,1 1 1 0 0,-1 0-1 0 0,0-1 0 0 0,0 1 1 0 0,0-1-1 0 0,1 1 0 0 0,-1 0 1 0 0,0-1-1 0 0,1 1 0 0 0,-1-1 0 0 0,0 1 1 0 0,1-1-1 0 0,-1 1 0 0 0,1-1 1 0 0,-1 0-1 0 0,1 1 0 0 0,0 0 1 0 0,5 0 46 0 0,12-2-13 0 0,0 0 0 0 0,0-2 0 0 0,0 0-1 0 0,19-7 1 0 0,75-27-231 0 0,-74 23 19 0 0,26-8-559 0 0,235-87-3017 0 0,-104 23-5544 0 0,-121 49 1292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8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505 201 2164 0 0,'-19'-44'6124'0'0,"-8"-13"1996"0"0,27 56-8083 0 0,0 0 1 0 0,-1 0 0 0 0,1 0 0 0 0,0 0 0 0 0,0 0 0 0 0,0 0 0 0 0,0 0 0 0 0,0-1 0 0 0,0 1 0 0 0,0 0 0 0 0,0 0 0 0 0,0 0 0 0 0,1 0 0 0 0,-1 0 0 0 0,0 0 0 0 0,1 0 0 0 0,-1 0 0 0 0,1 0 0 0 0,-1 0 0 0 0,1 1 0 0 0,-1-1 0 0 0,1 0 0 0 0,0 0 0 0 0,-1 0 0 0 0,1 1 0 0 0,0-1 0 0 0,0 0 0 0 0,-1 0 0 0 0,1 1 0 0 0,0-1 0 0 0,0 1 0 0 0,0-1 0 0 0,0 1 0 0 0,1-1 0 0 0,35-17 68 0 0,-36 17-76 0 0,30-10 4 0 0,-1 2 0 0 0,2 1 1 0 0,-1 1-1 0 0,1 1 0 0 0,1 2 0 0 0,-1 1 1 0 0,0 2-1 0 0,36 3 0 0 0,-62-2-34 0 0,-1 1 0 0 0,1-1 0 0 0,0 2 0 0 0,0-1 0 0 0,-1 1 0 0 0,1-1-1 0 0,0 1 1 0 0,-1 1 0 0 0,0-1 0 0 0,1 1 0 0 0,-1 0 0 0 0,-1 0 0 0 0,1 1 0 0 0,0 0 0 0 0,-1-1 0 0 0,1 1 0 0 0,-1 1 0 0 0,3 4-1 0 0,-2-2 7 0 0,0 0-1 0 0,-1 1 1 0 0,0 0-1 0 0,-1 0 0 0 0,0 0 1 0 0,0 0-1 0 0,-1 1 0 0 0,0-1 1 0 0,0 1-1 0 0,-1-1 0 0 0,1 15 1 0 0,-1 41 278 0 0,-10 92 0 0 0,-21 64 801 0 0,5-45-275 0 0,-85 1374 4475 0 0,109-1371-4956 0 0,-5 224 126 0 0,-27-4 868 0 0,25-344-581 0 0,-28 97-1 0 0,28-127-470 0 0,-1-1 1 0 0,-1 0-1 0 0,0 0 0 0 0,-2-1 0 0 0,-1 0 1 0 0,-20 25-1 0 0,21-34-184 0 0,0 0 1 0 0,-1-1-1 0 0,-1 0 1 0 0,0-1 0 0 0,0-1-1 0 0,-1 0 1 0 0,0-1-1 0 0,-1-1 1 0 0,0 0-1 0 0,0-1 1 0 0,-1-1-1 0 0,0-1 1 0 0,0 0-1 0 0,-25 4 1 0 0,22-6-109 0 0,-1-1 1 0 0,1 0-1 0 0,-1-1 0 0 0,1-2 1 0 0,0 0-1 0 0,-1-1 0 0 0,1-1 1 0 0,0-1-1 0 0,0 0 1 0 0,0-2-1 0 0,1 0 0 0 0,-24-11 1 0 0,38 14-341 0 0,-1 0 0 0 0,1 0 0 0 0,0 0 0 0 0,0-1 0 0 0,0 1 0 0 0,1-1 1 0 0,-1 0-1 0 0,1-1 0 0 0,0 1 0 0 0,0-1 0 0 0,0 0 0 0 0,1 0 0 0 0,-1 0 1 0 0,1 0-1 0 0,0 0 0 0 0,1-1 0 0 0,0 1 0 0 0,0-1 0 0 0,0 0 0 0 0,0 0 1 0 0,1 0-1 0 0,0 0 0 0 0,0 0 0 0 0,0 0 0 0 0,1 0 0 0 0,0 0 0 0 0,0 0 1 0 0,1 0-1 0 0,0 0 0 0 0,0 0 0 0 0,0 0 0 0 0,4-11 0 0 0,2-2-2611 0 0,1 1 0 0 0,14-27-1 0 0,4-3-6323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5 158 3048 0 0,'-5'-31'8258'0'0,"6"6"-4133"0"0,0 22-4023 0 0,0 0 0 0 0,1 1 0 0 0,-1-1 1 0 0,0 0-1 0 0,1 1 0 0 0,-1-1 0 0 0,1 1 1 0 0,0 0-1 0 0,0 0 0 0 0,0-1 0 0 0,0 1 0 0 0,0 0 1 0 0,1 0-1 0 0,-1 1 0 0 0,1-1 0 0 0,-1 1 1 0 0,4-3-1 0 0,11-5-136 0 0,0 1 0 0 0,1 1 0 0 0,0 0 0 0 0,27-6 0 0 0,-21 7-4097 0 0,32-2 0 0 0,-38 6-2304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64 376 0 0,'-7'5'1380'0'0,"-81"71"14791"0"0,92-76-15761 0 0,27-8-618 0 0,0-1 0 0 0,0-2 0 0 0,-1 0 0 0 0,42-24 0 0 0,-20 10-2492 0 0,-6 4-2091 0 0,-1-3-2611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9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1013 288 2188 0 0,'0'-17'1674'0'0,"-1"1"-1"0"0,-1-1 0 0 0,0 1 1 0 0,-1 0-1 0 0,-1 0 0 0 0,-1 0 1 0 0,-12-30-1 0 0,12 36-1319 0 0,0 0-1 0 0,-1 1 1 0 0,0-1-1 0 0,0 1 1 0 0,-1 0-1 0 0,0 1 1 0 0,-1 0-1 0 0,0 0 1 0 0,0 0 0 0 0,-1 1-1 0 0,0 1 1 0 0,-16-10-1 0 0,21 14-337 0 0,0 0 0 0 0,0 1 0 0 0,0 0 0 0 0,0 0-1 0 0,0 0 1 0 0,0 0 0 0 0,0 1 0 0 0,0 0 0 0 0,0-1 0 0 0,0 2 0 0 0,-1-1-1 0 0,1 0 1 0 0,0 1 0 0 0,0 0 0 0 0,0 0 0 0 0,0 0 0 0 0,0 0 0 0 0,0 1-1 0 0,0-1 1 0 0,0 1 0 0 0,1 0 0 0 0,-1 0 0 0 0,1 1 0 0 0,-4 2 0 0 0,-7 5-13 0 0,1 2 0 0 0,0-1 0 0 0,1 1 0 0 0,-16 21 0 0 0,3 0-6 0 0,1 1-1 0 0,2 2 0 0 0,-29 60 1 0 0,-38 122-9 0 0,59-128 51 0 0,-27 124 1 0 0,0 99 67 0 0,33-169-23 0 0,-113 787 2401 0 0,54-333-344 0 0,70-516-1947 0 0,-35 263 595 0 0,21 0 24 0 0,26-302-747 0 0,1 92 97 0 0,1-118-111 0 0,1-1 0 0 0,0 1 1 0 0,1-1-1 0 0,1 0 1 0 0,11 28-1 0 0,-14-41-43 0 0,0 1 0 0 0,1-1-1 0 0,-1 0 1 0 0,1 0 0 0 0,0 0 0 0 0,0 0 0 0 0,0-1 0 0 0,0 1 0 0 0,1 0 0 0 0,-1-1-1 0 0,1 0 1 0 0,-1 0 0 0 0,1 1 0 0 0,0-1 0 0 0,0-1 0 0 0,0 1 0 0 0,4 2 0 0 0,-2-3-41 0 0,-1 0 0 0 0,0-1 0 0 0,0 1 0 0 0,1-1 0 0 0,-1 0 1 0 0,1 0-1 0 0,-1 0 0 0 0,0-1 0 0 0,1 1 0 0 0,-1-1 0 0 0,0 0 1 0 0,0 0-1 0 0,7-3 0 0 0,15-7-603 0 0,0 0 0 0 0,-1-2 0 0 0,-1-1 0 0 0,0-1 0 0 0,43-35 0 0 0,-13 2-2125 0 0,54-62 0 0 0,10-36-5580 0 0,-62 67 908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8:59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156 312 600 0 0,'-6'-49'6265'0'0,"4"26"-1019"0"0,-10-37 1 0 0,10 51-4628 0 0,-2-2 472 0 0,3 11-1078 0 0,1-1 0 0 0,-1 1 0 0 0,1 0 0 0 0,-1 0 0 0 0,1 0 0 0 0,-1 0 0 0 0,1 0 0 0 0,-1 0 0 0 0,1 0 0 0 0,-1 1 0 0 0,1-1 0 0 0,-1 0 0 0 0,0 0 0 0 0,1 0 0 0 0,-1 0 1 0 0,1 1-1 0 0,0-1 0 0 0,-1 0 0 0 0,1 0 0 0 0,-1 1 0 0 0,1-1 0 0 0,-1 0 0 0 0,1 1 0 0 0,0-1 0 0 0,-1 1 0 0 0,-4 4 6 0 0,1 0 0 0 0,0 0 0 0 0,0 0 0 0 0,0 0 0 0 0,0 1 0 0 0,1 0 0 0 0,0 0 0 0 0,0 0-1 0 0,-2 7 1 0 0,-1 0-4 0 0,-11 26 53 0 0,-18 62 0 0 0,29-82-70 0 0,2 1 1 0 0,0-1-1 0 0,1 1 0 0 0,1 0 0 0 0,1 29 0 0 0,1-46 8 0 0,1 1 1 0 0,-1-1-1 0 0,0 0 1 0 0,1 0-1 0 0,0 0 1 0 0,-1-1-1 0 0,1 1 1 0 0,0 0-1 0 0,1 0 1 0 0,-1 0-1 0 0,0-1 1 0 0,1 1-1 0 0,0 0 1 0 0,-1-1-1 0 0,1 0 1 0 0,0 1-1 0 0,0-1 1 0 0,4 3-1 0 0,-2-3 2 0 0,-1 1 1 0 0,1-1-1 0 0,0 0 0 0 0,0-1 0 0 0,0 1 1 0 0,0-1-1 0 0,1 1 0 0 0,-1-1 0 0 0,0-1 1 0 0,0 1-1 0 0,8 0 0 0 0,3-1 10 0 0,-1-1-1 0 0,1-1 1 0 0,-1 0-1 0 0,1 0 1 0 0,-1-2-1 0 0,24-8 1 0 0,-15 2-5 0 0,0-1 1 0 0,0 0 0 0 0,-1-2 0 0 0,-1-1 0 0 0,0-1 0 0 0,-1 0 0 0 0,0-1 0 0 0,-1-2 0 0 0,17-20 0 0 0,-22 22 9 0 0,-1-1 0 0 0,0 0 0 0 0,-1-1 0 0 0,-1 0 0 0 0,-1-1 0 0 0,-1 0 0 0 0,0 0 0 0 0,-2-1 0 0 0,0 0 0 0 0,-1-1 0 0 0,4-25 1 0 0,-9 38 3 0 0,0 1 0 0 0,-1 0 0 0 0,0-1 0 0 0,0 1 0 0 0,-1-1 0 0 0,0 1 0 0 0,0 0 0 0 0,0-1 0 0 0,-1 1 1 0 0,-1 0-1 0 0,1 0 0 0 0,-1 0 0 0 0,-6-11 0 0 0,7 14-24 0 0,-1 1 1 0 0,0-1-1 0 0,0 0 1 0 0,0 1-1 0 0,-1-1 0 0 0,1 1 1 0 0,-1 0-1 0 0,0 0 0 0 0,0 0 1 0 0,0 1-1 0 0,0-1 1 0 0,0 1-1 0 0,0 0 0 0 0,-1 0 1 0 0,1 1-1 0 0,-1-1 1 0 0,0 1-1 0 0,1 0 0 0 0,-1 0 1 0 0,0 1-1 0 0,0-1 1 0 0,-5 1-1 0 0,-2 1-6 0 0,1 0 1 0 0,0 1 0 0 0,-1 0-1 0 0,1 1 1 0 0,0 0-1 0 0,0 1 1 0 0,0 0-1 0 0,1 1 1 0 0,0 0-1 0 0,0 0 1 0 0,0 1-1 0 0,0 1 1 0 0,-14 12-1 0 0,3-1-258 0 0,2 1 0 0 0,0 1 0 0 0,2 0 0 0 0,-27 40 0 0 0,24-28-735 0 0,3 0-1 0 0,0 1 1 0 0,-13 39-1 0 0,-9 47-6097 0 0,25-69 964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0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126 222 2412 0 0,'0'0'5517'0'0,"-3"0"-4214"0"0,1 0-1104 0 0,1 0 1 0 0,-1 0-1 0 0,0 1 1 0 0,0-1 0 0 0,1 0-1 0 0,-1 0 1 0 0,0 1 0 0 0,0 0-1 0 0,1-1 1 0 0,-1 1 0 0 0,1 0-1 0 0,-1-1 1 0 0,0 1 0 0 0,1 0-1 0 0,0 0 1 0 0,-1 0 0 0 0,1 1-1 0 0,-1-1 1 0 0,1 0 0 0 0,0 0-1 0 0,0 1 1 0 0,0-1 0 0 0,0 1-1 0 0,0-1 1 0 0,-1 3 0 0 0,-4 5 113 0 0,1 0 0 0 0,0 1 0 0 0,1-1 0 0 0,0 1 0 0 0,-5 19 0 0 0,-6 52 378 0 0,14-78-663 0 0,-1 8 34 0 0,1 1 1 0 0,0-1 0 0 0,1 1 0 0 0,0 0-1 0 0,0-1 1 0 0,1 1 0 0 0,1-1 0 0 0,4 18-1 0 0,-4-25-47 0 0,-1 0 0 0 0,0-1 0 0 0,1 1-1 0 0,-1-1 1 0 0,1 0 0 0 0,0 1 0 0 0,0-1-1 0 0,1 0 1 0 0,-1 0 0 0 0,1 0 0 0 0,-1-1-1 0 0,1 1 1 0 0,0 0 0 0 0,0-1 0 0 0,0 0-1 0 0,0 0 1 0 0,0 0 0 0 0,1 0 0 0 0,-1 0-1 0 0,1-1 1 0 0,-1 1 0 0 0,1-1 0 0 0,0 0-1 0 0,-1 0 1 0 0,1 0 0 0 0,0-1 0 0 0,0 1-1 0 0,-1-1 1 0 0,6 0 0 0 0,4-1 3 0 0,-1-1 0 0 0,1 0 1 0 0,0 0-1 0 0,-1-1 0 0 0,1-1 0 0 0,-1 0 0 0 0,0-1 1 0 0,0 0-1 0 0,-1-1 0 0 0,1 0 0 0 0,-1 0 1 0 0,-1-2-1 0 0,1 1 0 0 0,-1-1 0 0 0,0-1 0 0 0,10-12 1 0 0,-5 6-11 0 0,-1-2 1 0 0,-1 0 0 0 0,-1 0-1 0 0,0-1 1 0 0,-1-1-1 0 0,-1 0 1 0 0,-1 0 0 0 0,-1-1-1 0 0,7-21 1 0 0,-12 28-14 0 0,0 0 1 0 0,-1 0-1 0 0,0 0 0 0 0,-1-1 1 0 0,-1 1-1 0 0,0-1 0 0 0,0 1 1 0 0,-2 0-1 0 0,1-1 0 0 0,-2 1 1 0 0,-5-17-1 0 0,6 23 6 0 0,0 1-1 0 0,-1-1 1 0 0,1 1 0 0 0,-2 0-1 0 0,1 0 1 0 0,-1 0 0 0 0,1 1 0 0 0,-1-1-1 0 0,-1 1 1 0 0,1 0 0 0 0,-1 0-1 0 0,0 1 1 0 0,0-1 0 0 0,-1 1-1 0 0,1 0 1 0 0,-1 0 0 0 0,0 1-1 0 0,0 0 1 0 0,0 0 0 0 0,0 0 0 0 0,0 1-1 0 0,-1 0 1 0 0,0 0 0 0 0,-7-1-1 0 0,6 2-30 0 0,0 0-1 0 0,1 1 1 0 0,-1 0 0 0 0,0 0-1 0 0,1 1 1 0 0,-1 0-1 0 0,0 0 1 0 0,1 1-1 0 0,-1 0 1 0 0,1 0-1 0 0,-13 7 1 0 0,9-4-174 0 0,0 2 0 0 0,1-1 1 0 0,0 1-1 0 0,0 1 0 0 0,0 0 1 0 0,-13 16-1 0 0,3 0-1679 0 0,1 1 0 0 0,1 1 1 0 0,1 0-1 0 0,-25 56 0 0 0,21-36-2892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0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102 254 828 0 0,'-8'-24'8306'0'0,"8"24"-8182"0"0,0-1 1 0 0,0 1-1 0 0,0-1 0 0 0,0 1 1 0 0,0-1-1 0 0,0 1 0 0 0,0-1 1 0 0,0 1-1 0 0,0-1 0 0 0,0 1 1 0 0,-1-1-1 0 0,1 1 0 0 0,0 0 1 0 0,0-1-1 0 0,0 1 0 0 0,0-1 1 0 0,-1 1-1 0 0,1-1 0 0 0,0 1 1 0 0,0 0-1 0 0,-1-1 0 0 0,1 1 1 0 0,0 0-1 0 0,-1-1 0 0 0,1 1 1 0 0,-1 0-1 0 0,1-1 0 0 0,0 1 1 0 0,-1 0-1 0 0,1 0 0 0 0,-1-1 1 0 0,1 1-1 0 0,0 0 0 0 0,-1 0 1 0 0,0 0-1 0 0,0 0-5 0 0,0 1 0 0 0,0 0 1 0 0,0-1-1 0 0,0 1 0 0 0,0 0 0 0 0,0 0 0 0 0,0 0 1 0 0,0 0-1 0 0,1 0 0 0 0,-1 0 0 0 0,0 0 1 0 0,0 2-1 0 0,-19 42 952 0 0,20-45-1070 0 0,-16 46 850 0 0,-13 60-1 0 0,27-92-749 0 0,-1 1 0 0 0,2-1 0 0 0,0 0 0 0 0,0 1 0 0 0,2-1 1 0 0,-1 0-1 0 0,2 1 0 0 0,0-1 0 0 0,4 15 0 0 0,-5-26-70 0 0,0 0 1 0 0,0-1-1 0 0,0 1 1 0 0,0 0 0 0 0,1 0-1 0 0,-1-1 1 0 0,1 1-1 0 0,-1-1 1 0 0,1 1 0 0 0,0-1-1 0 0,0 0 1 0 0,0 1-1 0 0,0-1 1 0 0,1 0-1 0 0,-1 0 1 0 0,0-1 0 0 0,1 1-1 0 0,-1 0 1 0 0,1-1-1 0 0,0 0 1 0 0,3 2-1 0 0,-1-2-6 0 0,-1 0 0 0 0,1-1-1 0 0,0 1 1 0 0,0-1-1 0 0,0 0 1 0 0,0 0-1 0 0,0 0 1 0 0,0-1 0 0 0,0 0-1 0 0,0 0 1 0 0,0 0-1 0 0,7-3 1 0 0,6-4 0 0 0,0 0 1 0 0,0-1 0 0 0,-1-1-1 0 0,-1 0 1 0 0,0-1-1 0 0,0-1 1 0 0,-1-1 0 0 0,-1 0-1 0 0,0-1 1 0 0,23-28 0 0 0,-17 14-14 0 0,-1 0 0 0 0,-1-1 0 0 0,-1 0 1 0 0,-2-2-1 0 0,17-46 0 0 0,-28 65-13 0 0,0 1 1 0 0,-1 0-1 0 0,-1-1 0 0 0,0 0 0 0 0,0 0 0 0 0,-1 0 1 0 0,-1-22-1 0 0,-1 28 1 0 0,1 1 0 0 0,-1-1 1 0 0,-1 1-1 0 0,1 0 0 0 0,-1-1 1 0 0,0 1-1 0 0,0 0 0 0 0,0 0 1 0 0,-1 0-1 0 0,0 0 0 0 0,0 1 1 0 0,0-1-1 0 0,0 1 0 0 0,-1 0 1 0 0,0-1-1 0 0,0 2 0 0 0,0-1 1 0 0,0 0-1 0 0,-5-2 0 0 0,-1 0-66 0 0,-1 1 0 0 0,1 0-1 0 0,-1 1 1 0 0,0 0 0 0 0,0 1-1 0 0,0 0 1 0 0,0 1 0 0 0,-13-1-1 0 0,-25-6-5806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01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1292 104 872 0 0,'-11'-19'6931'0'0,"-21"-29"854"0"0,41 40-5583 0 0,5 3-1767 0 0,-1 1 0 0 0,1 0 1 0 0,1 1-1 0 0,25-3 1 0 0,64 1-143 0 0,-62 4-118 0 0,-24 0-157 0 0,1 1 1 0 0,-1 1 0 0 0,0 0-1 0 0,0 1 1 0 0,27 7 0 0 0,-39-7-14 0 0,0 0 0 0 0,0 0-1 0 0,0 1 1 0 0,0 0 0 0 0,0 0 0 0 0,0 1 0 0 0,-1-1 0 0 0,0 1 0 0 0,0 0 0 0 0,0 1 0 0 0,0-1 0 0 0,-1 1 0 0 0,1 0 0 0 0,-1 0 0 0 0,0 0 0 0 0,-1 1 0 0 0,1-1 0 0 0,4 12 0 0 0,0 5 94 0 0,0 1 0 0 0,-1 0 1 0 0,-2 1-1 0 0,6 47 1 0 0,-4 100 902 0 0,-7-135-799 0 0,-23 614 3374 0 0,1-193-989 0 0,25 400 1218 0 0,4-366-3519 0 0,-40-2-121 0 0,-23-184-166 0 0,45-264 0 0 0,-1-1 0 0 0,-3 0 0 0 0,-1 0 0 0 0,-2-2 0 0 0,-29 46 0 0 0,38-70 0 0 0,-1-1 0 0 0,0-1 0 0 0,-1 1 0 0 0,-1-2 0 0 0,1 1 0 0 0,-2-2 0 0 0,1 1 0 0 0,-2-2 0 0 0,1 0 0 0 0,-24 12 0 0 0,15-12 0 0 0,0 0 0 0 0,-1-1 0 0 0,0-2 0 0 0,0 0 0 0 0,0-1 0 0 0,-40 2 0 0 0,-43-3-131 0 0,-150-15 1 0 0,162 5-260 0 0,91 6 342 0 0,-331-19-6479 0 0,113 10-3298 0 0,48 4-3487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207 117 1676 0 0,'-1'-3'1798'0'0,"-3"-11"923"0"0,0 0-1 0 0,-1 0 0 0 0,-1 1 1 0 0,-10-19-1 0 0,15 31-2144 0 0,-15-23 2362 0 0,16 24-2939 0 0,0 0 0 0 0,0 0-1 0 0,-1 0 1 0 0,1-1 0 0 0,0 1 0 0 0,0 0 0 0 0,0 0 0 0 0,-1 0 0 0 0,1 0-1 0 0,0 0 1 0 0,0 0 0 0 0,-1 0 0 0 0,1 0 0 0 0,0 0 0 0 0,0 0 0 0 0,0 0-1 0 0,-1 0 1 0 0,1 0 0 0 0,0 0 0 0 0,0 0 0 0 0,-1 0 0 0 0,1 0 0 0 0,0 0-1 0 0,0 0 1 0 0,0 0 0 0 0,-1 0 0 0 0,1 0 0 0 0,0 0 0 0 0,0 0 0 0 0,-1 1-1 0 0,1-1 1 0 0,0 0 0 0 0,0 0 0 0 0,0 0 0 0 0,0 0 0 0 0,-1 0 0 0 0,1 1-1 0 0,0-1 1 0 0,0 0 0 0 0,0 0 0 0 0,0 0 0 0 0,0 1 0 0 0,0-1 0 0 0,-1 0-1 0 0,1 0 1 0 0,0 0 0 0 0,0 1 0 0 0,-6 12-24 0 0,-12 39 43 0 0,-16 81 1 0 0,0 59 2 0 0,30-165-16 0 0,-25 168 82 0 0,21-129 90 0 0,8-64-78 0 0,0-2-97 0 0,-1 0 0 0 0,1 0 0 0 0,-1-1 0 0 0,0 1 0 0 0,1 0 0 0 0,-1-1 0 0 0,1 1 0 0 0,-1 0-1 0 0,1-1 1 0 0,-1 1 0 0 0,1-1 0 0 0,-1 1 0 0 0,1-1 0 0 0,0 1 0 0 0,-1-1 0 0 0,1 1 0 0 0,0-1 0 0 0,-1 1 0 0 0,1-1 0 0 0,0 0 0 0 0,0 1 0 0 0,-1-1 0 0 0,1 1 0 0 0,0-1 0 0 0,0 0 0 0 0,0 1 0 0 0,0-1 0 0 0,0 0 0 0 0,-2-21 8 0 0,3 0-28 0 0,1 0 0 0 0,1 0 0 0 0,1 1 0 0 0,1-1 0 0 0,1 1 1 0 0,1 0-1 0 0,0 0 0 0 0,21-38 0 0 0,-15 35-9 0 0,2-1 1 0 0,1 2 0 0 0,1 0 0 0 0,1 1-1 0 0,1 1 1 0 0,31-29 0 0 0,-40 42 16 0 0,-1 0 0 0 0,1 1 0 0 0,0-1 0 0 0,0 2 0 0 0,1 0 0 0 0,0 0 0 0 0,0 1 0 0 0,14-4 0 0 0,-10 6-9 0 0,4 4-5 0 0,-17 0 24 0 0,1-1 0 0 0,-1 1 1 0 0,0-1-1 0 0,1 1 0 0 0,-1 0 1 0 0,0 0-1 0 0,0 0 1 0 0,0 0-1 0 0,0 0 0 0 0,0 1 1 0 0,0-1-1 0 0,0 1 1 0 0,0-1-1 0 0,0 1 0 0 0,-1 0 1 0 0,1 0-1 0 0,0-1 0 0 0,-1 1 1 0 0,0 0-1 0 0,1 0 1 0 0,-1 1-1 0 0,0-1 0 0 0,0 0 1 0 0,0 0-1 0 0,0 0 1 0 0,-1 1-1 0 0,1-1 0 0 0,-1 0 1 0 0,1 1-1 0 0,-1-1 0 0 0,0 1 1 0 0,0-1-1 0 0,0 0 1 0 0,0 1-1 0 0,0-1 0 0 0,-1 4 1 0 0,-1 4 4 0 0,0 0 1 0 0,0 0-1 0 0,-1-1 0 0 0,0 1 1 0 0,-1 0-1 0 0,0-1 0 0 0,-7 11 1 0 0,5-9-7 0 0,-1 0-1 0 0,-1 0 1 0 0,0-1 0 0 0,0 1-1 0 0,-1-2 1 0 0,0 0 0 0 0,-1 0 0 0 0,0 0-1 0 0,-1-1 1 0 0,1-1 0 0 0,-1 0-1 0 0,-1 0 1 0 0,-17 7 0 0 0,24-13 2 0 0,1 0 0 0 0,-1 0 0 0 0,1-1 0 0 0,-1 0 0 0 0,1 0 0 0 0,-1 0 0 0 0,-7-1 0 0 0,10 0-4 0 0,0 1 0 0 0,-6-3 21 0 0,-5-2-217 0 0,12 6 114 0 0,8 6 66 0 0,54 43-483 0 0,3-4-1 0 0,1-2 1 0 0,107 53-1 0 0,-161-91-782 0 0,0-2 0 0 0,18 6 1 0 0,7-5-5221 0 0,-16-6 997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4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94 229 640 0 0,'-5'-3'753'0'0,"-1"0"-1"0"0,1-1 1 0 0,0 0 0 0 0,0-1-1 0 0,1 1 1 0 0,-1-1 0 0 0,1 1-1 0 0,0-1 1 0 0,0-1 0 0 0,1 1-1 0 0,0 0 1 0 0,-5-12 0 0 0,6 14-611 0 0,1 0 0 0 0,0 0 1 0 0,0-1-1 0 0,0 1 1 0 0,0 0-1 0 0,1-1 1 0 0,0 1-1 0 0,-1-1 0 0 0,1 1 1 0 0,0-1-1 0 0,1 1 1 0 0,-1-1-1 0 0,1 1 0 0 0,-1 0 1 0 0,1-1-1 0 0,0 1 1 0 0,0 0-1 0 0,1-1 0 0 0,-1 1 1 0 0,1 0-1 0 0,-1 0 1 0 0,1 0-1 0 0,0 0 0 0 0,0 1 1 0 0,3-4-1 0 0,3-1-93 0 0,0 0 0 0 0,0 0 0 0 0,1 1 0 0 0,0 0 0 0 0,0 0 0 0 0,1 1 0 0 0,0 1-1 0 0,-1-1 1 0 0,1 2 0 0 0,1-1 0 0 0,-1 1 0 0 0,18-2 0 0 0,-21 4-38 0 0,1-1 0 0 0,-1 2 0 0 0,1-1 1 0 0,0 1-1 0 0,0 0 0 0 0,-1 1 0 0 0,1 0 0 0 0,-1 0 1 0 0,1 1-1 0 0,-1-1 0 0 0,1 2 0 0 0,-1-1 0 0 0,0 1 0 0 0,0 0 1 0 0,0 1-1 0 0,0-1 0 0 0,-1 1 0 0 0,9 7 0 0 0,-12-8-4 0 0,-1-1-1 0 0,0 0 0 0 0,0 1 1 0 0,0-1-1 0 0,0 1 0 0 0,0 0 1 0 0,-1 0-1 0 0,1 0 0 0 0,-1 0 1 0 0,0 0-1 0 0,0 0 0 0 0,0 0 1 0 0,0 0-1 0 0,0 0 0 0 0,0 7 0 0 0,-1-4 2 0 0,0 0 0 0 0,-1 0-1 0 0,1 0 1 0 0,-1 0 0 0 0,-1 0-1 0 0,1 0 1 0 0,-1 0 0 0 0,-2 6-1 0 0,-4 4 11 0 0,0-1 0 0 0,-1 0 0 0 0,0 0-1 0 0,-1-1 1 0 0,-13 15 0 0 0,-41 40 413 0 0,62-67-235 0 0,-5 0 499 0 0,13-4-552 0 0,-4 2-142 0 0,1-1 0 0 0,-1 1 0 0 0,1-1 0 0 0,0 1 1 0 0,-1 0-1 0 0,1 0 0 0 0,0 0 0 0 0,-1 0 0 0 0,1 0 0 0 0,-1 1 0 0 0,1-1 1 0 0,4 3-1 0 0,1-2-11 0 0,3 2 8 0 0,-1 0 1 0 0,0 1-1 0 0,0 0 0 0 0,0 1 0 0 0,0 0 0 0 0,-1 0 0 0 0,0 1 0 0 0,10 8 1 0 0,0 2 17 0 0,0 0 0 0 0,23 28 1 0 0,-38-39 78 0 0,0-1 0 0 0,0 0-1 0 0,-1 1 1 0 0,0 0 0 0 0,0-1 0 0 0,0 1 0 0 0,0 1 0 0 0,-1-1 0 0 0,0 0-1 0 0,0 1 1 0 0,-1-1 0 0 0,1 1 0 0 0,-1-1 0 0 0,0 1 0 0 0,0-1 0 0 0,-1 1-1 0 0,0 0 1 0 0,0 0 0 0 0,0-1 0 0 0,-1 1 0 0 0,0 0 0 0 0,0-1-1 0 0,0 1 1 0 0,-1-1 0 0 0,0 1 0 0 0,0-1 0 0 0,0 0 0 0 0,0 0 0 0 0,-1 0-1 0 0,0 0 1 0 0,0 0 0 0 0,-1 0 0 0 0,-5 6 0 0 0,0-2 185 0 0,1-1 0 0 0,-1 0 1 0 0,0-1-1 0 0,0 0 0 0 0,-1 0 0 0 0,0-1 1 0 0,-1 0-1 0 0,1-1 0 0 0,-1 0 1 0 0,0-1-1 0 0,0 0 0 0 0,0-1 0 0 0,-20 4 1 0 0,14-5-131 0 0,1 0 0 0 0,-1-1 0 0 0,0-1 0 0 0,0-1 0 0 0,1 0 0 0 0,-1-1 1 0 0,1-1-1 0 0,-1 0 0 0 0,-17-7 0 0 0,10 1-762 0 0,-29-14-1 0 0,51 22 25 0 0,0-1 0 0 0,-1 0-1 0 0,1 0 1 0 0,0 0 0 0 0,0 0 0 0 0,1 0-1 0 0,-3-4 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6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89 200 0 0,'0'0'2499'0'0,"-8"-30"2994"0"0,7 29-5464 0 0,0 0 0 0 0,0 1 0 0 0,0-1 1 0 0,0 1-1 0 0,0-1 0 0 0,0 1 0 0 0,0-1 0 0 0,-1 1 0 0 0,1 0 0 0 0,0 0 1 0 0,0 0-1 0 0,0-1 0 0 0,-1 1 0 0 0,1 0 0 0 0,0 0 0 0 0,0 0 0 0 0,0 1 0 0 0,-1-1 1 0 0,1 0-1 0 0,0 0 0 0 0,0 1 0 0 0,0-1 0 0 0,0 1 0 0 0,-1-1 0 0 0,0 2 1 0 0,-32 15 65 0 0,13-2-71 0 0,2 0 0 0 0,0 2-1 0 0,1 0 1 0 0,1 1-1 0 0,0 0 1 0 0,-26 39-1 0 0,19-19-28 0 0,2 1-1 0 0,-33 79 1 0 0,50-104 18 0 0,0-1 0 0 0,1 1 0 0 0,0 0 0 0 0,1 0 0 0 0,1 0 0 0 0,0 0 0 0 0,1 1 0 0 0,0-1 0 0 0,1 1 0 0 0,4 23 0 0 0,-4-36 30 0 0,1 1 0 0 0,-1-1 0 0 0,1 1 0 0 0,0-1 0 0 0,0 1 0 0 0,0-1 0 0 0,1 0 0 0 0,-1 0 0 0 0,0 0 0 0 0,1 0 1 0 0,0 0-1 0 0,-1 0 0 0 0,1 0 0 0 0,0 0 0 0 0,0 0 0 0 0,0-1 0 0 0,0 1 0 0 0,0-1 0 0 0,3 2 0 0 0,-1-1 16 0 0,1-1 0 0 0,-1 1-1 0 0,1-1 1 0 0,-1 0 0 0 0,1 0-1 0 0,0-1 1 0 0,-1 1 0 0 0,1-1-1 0 0,8-1 1 0 0,6-1 58 0 0,0-2-1 0 0,0 0 1 0 0,-1-1 0 0 0,19-7-1 0 0,-9 0 78 0 0,-1-1 0 0 0,0-1-1 0 0,-1-1 1 0 0,-1-1 0 0 0,0-1-1 0 0,-1-2 1 0 0,-1 0 0 0 0,-1-1-1 0 0,-1-2 1 0 0,0 0 0 0 0,-2-1-1 0 0,31-47 1 0 0,-43 58-140 0 0,-1 1 0 0 0,0-1 0 0 0,0 0 1 0 0,-1 0-1 0 0,-1-1 0 0 0,0 1 0 0 0,-1-1 0 0 0,4-24 1 0 0,-7 31-53 0 0,0 0 0 0 0,0-1 0 0 0,0 1 0 0 0,-1 0 0 0 0,1 0 0 0 0,-2 0 0 0 0,1-1 0 0 0,-1 1 0 0 0,0 0 0 0 0,0 1 0 0 0,0-1 0 0 0,-1 0 0 0 0,0 1 0 0 0,0-1 0 0 0,0 1 0 0 0,-1 0 0 0 0,0 0 0 0 0,0 0 0 0 0,0 1 0 0 0,-8-7 0 0 0,-2 0 0 0 0,0 2-1 0 0,0 0 1 0 0,-1 1 0 0 0,-1 0 0 0 0,1 1-1 0 0,-1 1 1 0 0,0 0 0 0 0,-1 1 0 0 0,1 1-1 0 0,-29-3 1 0 0,5 2-122 0 0,0 3 0 0 0,-1 1 0 0 0,-54 6 0 0 0,49 0-888 0 0,-59 15-1 0 0,8 9-4336 0 0,67-18 1156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882 75 288 0 0,'7'-22'5423'0'0,"-7"20"-5268"0"0,0 1 1 0 0,0-1-1 0 0,0 0 0 0 0,-1 0 1 0 0,1 1-1 0 0,0-1 0 0 0,-1 0 1 0 0,1 1-1 0 0,-1-1 0 0 0,0 1 0 0 0,0-1 1 0 0,0 1-1 0 0,1-1 0 0 0,-1 1 1 0 0,0-1-1 0 0,-1 1 0 0 0,1 0 1 0 0,0-1-1 0 0,0 1 0 0 0,-2-1 0 0 0,-1 0-35 0 0,1 0-1 0 0,-1 0 0 0 0,1 0 0 0 0,-1 0 0 0 0,0 1 1 0 0,1 0-1 0 0,-1 0 0 0 0,-7-1 0 0 0,-6 0-124 0 0,-1 0 0 0 0,1 2 0 0 0,-21 1 0 0 0,28 0 174 0 0,7-1-168 0 0,-95 8 130 0 0,85-6-113 0 0,0 1 0 0 0,0 0-1 0 0,0 0 1 0 0,0 1 0 0 0,-15 8 0 0 0,22-9-17 0 0,1 0 0 0 0,1 0 0 0 0,-1 1 1 0 0,0 0-1 0 0,1 0 0 0 0,0 0 0 0 0,-1 0 0 0 0,2 1 0 0 0,-1-1 1 0 0,1 1-1 0 0,-1 0 0 0 0,1 1 0 0 0,1-1 0 0 0,-1 0 0 0 0,1 1 1 0 0,0-1-1 0 0,0 1 0 0 0,-1 6 0 0 0,-2 12 4 0 0,1 1 0 0 0,1-1 0 0 0,1 29 0 0 0,0-9-12 0 0,-8 136 117 0 0,-16 172 776 0 0,-150 646 1237 0 0,117-708-1665 0 0,-71 475 197 0 0,129-760-647 0 0,-45 390 342 0 0,42-325-308 0 0,3 0-1 0 0,3 0 1 0 0,19 115-1 0 0,-19-168-11 0 0,2 0 0 0 0,0-1 0 0 0,1 1 0 0 0,1-1 0 0 0,1 0 0 0 0,0-1 0 0 0,1 0 0 0 0,0 0 0 0 0,21 27 0 0 0,-27-40-19 0 0,0 0-1 0 0,1 0 1 0 0,-1 0-1 0 0,1 0 1 0 0,-1 0-1 0 0,1 0 1 0 0,0-1-1 0 0,0 1 0 0 0,0-1 1 0 0,0 0-1 0 0,0 0 1 0 0,0 0-1 0 0,0 0 1 0 0,0 0-1 0 0,4 0 1 0 0,-1-1-46 0 0,0 0 0 0 0,-1 0 1 0 0,1-1-1 0 0,0 1 0 0 0,0-1 0 0 0,0 0 0 0 0,9-4 1 0 0,1-1-393 0 0,-1-1 0 0 0,0-1 0 0 0,0 0 0 0 0,24-19 0 0 0,-12 7-1667 0 0,-1-2 1 0 0,24-25 0 0 0,-17 9-2502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35 940 0 0,'-21'-30'10564'0'0,"21"29"-10553"0"0,0 1 1 0 0,-1 0-1 0 0,1-1 0 0 0,0 1 0 0 0,0 0 0 0 0,0 0 0 0 0,-1 0 0 0 0,1-1 0 0 0,0 1 0 0 0,-1 0 0 0 0,1 0 0 0 0,0 0 0 0 0,0-1 0 0 0,-1 1 1 0 0,1 0-1 0 0,0 0 0 0 0,-1 0 0 0 0,1 0 0 0 0,0 0 0 0 0,-1 0 0 0 0,1 0 0 0 0,0 0 0 0 0,-1 0 0 0 0,1 0 0 0 0,0 0 0 0 0,-1 0 0 0 0,1 0 0 0 0,0 0 1 0 0,-1 0-1 0 0,1 0 0 0 0,0 0 0 0 0,-1 0 0 0 0,1 1 0 0 0,0-1 0 0 0,-1 0 0 0 0,1 0 0 0 0,0 0 0 0 0,0 0 0 0 0,-1 1 0 0 0,1-1 0 0 0,0 0 1 0 0,0 0-1 0 0,-1 1 0 0 0,1-1 0 0 0,0 0 0 0 0,0 0 0 0 0,0 1 0 0 0,0-1 0 0 0,-1 0 0 0 0,1 1 0 0 0,0-1 0 0 0,0 0 0 0 0,0 1 0 0 0,0-1 1 0 0,0 0-1 0 0,0 1 0 0 0,0-1 0 0 0,0 1 0 0 0,-28 139 302 0 0,-16 66-116 0 0,-23 101 416 0 0,57-257-1338 0 0,10-48-103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98 107 1444 0 0,'-10'-51'6334'0'0,"1"4"-3482"0"0,9 46-2704 0 0,0 0-134 0 0,0 1 1 0 0,0 0-1 0 0,0-1 0 0 0,0 1 1 0 0,0 0-1 0 0,0-1 1 0 0,-1 1-1 0 0,1 0 1 0 0,0 0-1 0 0,0-1 0 0 0,0 1 1 0 0,0 0-1 0 0,0-1 1 0 0,0 1-1 0 0,-1 0 1 0 0,1 0-1 0 0,0-1 1 0 0,0 1-1 0 0,0 0 0 0 0,-1 0 1 0 0,1 0-1 0 0,0-1 1 0 0,0 1-1 0 0,-1 0 1 0 0,1 0-1 0 0,0 0 0 0 0,0 0 1 0 0,-1-1-1 0 0,-2 5 2 0 0,1-1 0 0 0,-1 1 0 0 0,1-1 0 0 0,0 1 0 0 0,0 0 0 0 0,0 0-1 0 0,1 0 1 0 0,-3 7 0 0 0,-8 41 29 0 0,5-17-25 0 0,4-25-17 0 0,-24 111 24 0 0,25-111-22 0 0,1 1 0 0 0,0 0 0 0 0,1-1-1 0 0,0 1 1 0 0,1 0 0 0 0,0 0 0 0 0,1-1-1 0 0,0 1 1 0 0,4 12 0 0 0,-5-21-2 0 0,0 0 1 0 0,0 0-1 0 0,0 0 1 0 0,1 0-1 0 0,-1 0 0 0 0,0-1 1 0 0,1 1-1 0 0,0 0 1 0 0,-1-1-1 0 0,1 1 1 0 0,0-1-1 0 0,0 0 1 0 0,0 1-1 0 0,0-1 0 0 0,0 0 1 0 0,0 0-1 0 0,0 0 1 0 0,0-1-1 0 0,0 1 1 0 0,0 0-1 0 0,0-1 1 0 0,1 1-1 0 0,-1-1 0 0 0,0 0 1 0 0,1 0-1 0 0,-1 0 1 0 0,0 0-1 0 0,0 0 1 0 0,1 0-1 0 0,-1-1 1 0 0,0 1-1 0 0,4-2 1 0 0,3 0-1 0 0,0 0 0 0 0,-1-1 0 0 0,0-1 1 0 0,1 1-1 0 0,-1-1 0 0 0,0-1 0 0 0,8-5 1 0 0,-6 2-7 0 0,1-1 0 0 0,-1-1 1 0 0,0 1-1 0 0,-1-1 0 0 0,0-1 1 0 0,-1 0-1 0 0,11-18 0 0 0,-9 9 230 0 0,0 1-1 0 0,-1-2 0 0 0,12-41 0 0 0,-10 35 217 0 0,-11 24-343 0 0,0 15-50 0 0,-15 188 147 0 0,7-118-95 0 0,0-13-40 0 0,2-26-285 0 0,3 0 0 0 0,1 1 0 0 0,4 49-1 0 0,-1-86-492 0 0,0 0-1 0 0,0-1 0 0 0,1 1 0 0 0,0 0 0 0 0,0-1 0 0 0,0 1 0 0 0,5 8 0 0 0,3 1-3710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330 109 1512 0 0,'-3'-15'4376'0'0,"-18"-32"1965"0"0,21 46-6068 0 0,0-2-182 0 0,0 1 0 0 0,0 0 0 0 0,1-1 0 0 0,-1 1 0 0 0,1 0 0 0 0,-1 0 0 0 0,1 0 0 0 0,2-4 0 0 0,4 2-68 0 0,1 1 0 0 0,0 0 1 0 0,0 0-1 0 0,0 1 0 0 0,1 0 1 0 0,-1 0-1 0 0,0 1 0 0 0,1 0 1 0 0,-1 0-1 0 0,1 1 0 0 0,14 2 1 0 0,-17-2-22 0 0,-1 1 0 0 0,1 0 1 0 0,-1 0-1 0 0,1 1 0 0 0,-1 0 1 0 0,0 0-1 0 0,0 0 0 0 0,10 6 1 0 0,-13-6 1 0 0,1 0 0 0 0,-1 0 0 0 0,0 0 1 0 0,1 0-1 0 0,-1 0 0 0 0,0 0 0 0 0,0 1 1 0 0,0 0-1 0 0,-1-1 0 0 0,1 1 0 0 0,-1 0 1 0 0,1-1-1 0 0,-1 1 0 0 0,0 0 0 0 0,0 0 1 0 0,1 5-1 0 0,-1 1 3 0 0,-1-1 0 0 0,0 1 1 0 0,0-1-1 0 0,-1 0 0 0 0,0 1 0 0 0,0-1 0 0 0,-1 0 1 0 0,0 0-1 0 0,-1 0 0 0 0,0 0 0 0 0,0 0 0 0 0,0 0 1 0 0,-6 7-1 0 0,-6 12 17 0 0,-2-1 1 0 0,-22 27-1 0 0,-53 54 107 0 0,91-105-144 0 0,2-3-20 0 0,-1 1 31 0 0,1-1 0 0 0,0 1 1 0 0,-1-1-1 0 0,1 1 0 0 0,0 0 0 0 0,0-1 0 0 0,0 1 0 0 0,-1 0 0 0 0,1 0 0 0 0,0-1 0 0 0,0 1 0 0 0,0 0 0 0 0,-1 0 0 0 0,1 0 0 0 0,0 0 0 0 0,0 0 0 0 0,0 0 0 0 0,0 0 1 0 0,0 1-1 0 0,21 0-32 0 0,-20-1 36 0 0,6 2-1 0 0,0 1 0 0 0,0 0-1 0 0,0 0 1 0 0,0 1-1 0 0,-1 0 1 0 0,1 0 0 0 0,-1 0-1 0 0,0 1 1 0 0,0 0 0 0 0,-1 1-1 0 0,1-1 1 0 0,-1 1 0 0 0,-1 1-1 0 0,1-1 1 0 0,-1 1-1 0 0,0 0 1 0 0,0 0 0 0 0,-1 0-1 0 0,7 16 1 0 0,-10-20 19 0 0,-1 0 0 0 0,1 1 0 0 0,0-1 0 0 0,-1 0 0 0 0,0 0 0 0 0,0 0 0 0 0,0 1 0 0 0,0-1 0 0 0,0 0 0 0 0,-1 0 0 0 0,1 0 0 0 0,-1 0 0 0 0,0 0 0 0 0,0 0 0 0 0,-2 5 0 0 0,0-3 74 0 0,0 0 0 0 0,0-1 1 0 0,0 0-1 0 0,0 0 1 0 0,-1 0-1 0 0,0 0 1 0 0,0 0-1 0 0,-7 5 1 0 0,-1-1 114 0 0,1-1 1 0 0,-2-1 0 0 0,1 0-1 0 0,-1 0 1 0 0,0-1 0 0 0,-19 5 0 0 0,9-6-175 0 0,0 0 1 0 0,0-1-1 0 0,0-2 1 0 0,0 0-1 0 0,-1-1 1 0 0,1-2-1 0 0,0 0 1 0 0,0-2-1 0 0,0 0 1 0 0,1-2-1 0 0,-1 0 1 0 0,-41-18 0 0 0,63 23-106 0 0,1 1 0 0 0,-1 0 0 0 0,1 0 0 0 0,-1-1 0 0 0,0 1 1 0 0,1 0-1 0 0,-1-1 0 0 0,1 1 0 0 0,-1 0 0 0 0,1-1 1 0 0,-1 1-1 0 0,1-1 0 0 0,-1 1 0 0 0,1-1 0 0 0,-1 1 0 0 0,1-1 1 0 0,-1 1-1 0 0,1-1 0 0 0,0 1 0 0 0,0-1 0 0 0,-1 0 0 0 0,1 1 1 0 0,0-1-1 0 0,0 0 0 0 0,-1 1 0 0 0,1-1 0 0 0,0 0 1 0 0,0 1-1 0 0,0-1 0 0 0,0 0 0 0 0,0 1 0 0 0,0-1 0 0 0,0 0 1 0 0,0 1-1 0 0,0-1 0 0 0,1 1 0 0 0,-1-1 0 0 0,0 0 0 0 0,0 1 1 0 0,1-1-1 0 0,-1 0 0 0 0,0 1 0 0 0,1-1 0 0 0,-1 1 1 0 0,0-1-1 0 0,1 1 0 0 0,-1-1 0 0 0,1 1 0 0 0,-1-1 0 0 0,1 1 1 0 0,-1-1-1 0 0,2 0 0 0 0,2-3-1082 0 0,1 0-1 0 0,0 1 1 0 0,0-1-1 0 0,7-2 1 0 0,-11 5 802 0 0,17-8-4429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1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172 369 712 0 0,'-16'-8'10599'0'0,"22"3"-9576"0"0,20-10-586 0 0,2 0-159 0 0,-18 7-245 0 0,-1 1 1 0 0,0-1 0 0 0,0-1-1 0 0,-1 1 1 0 0,0-1 0 0 0,-1-1-1 0 0,0 0 1 0 0,0 0 0 0 0,-1 0-1 0 0,0 0 1 0 0,-1-1 0 0 0,6-20-1 0 0,-4 9-12 0 0,-1 0 0 0 0,-2-1 0 0 0,0 0 1 0 0,-1 0-1 0 0,-1-36 0 0 0,-2 59-23 0 0,0-1 0 0 0,0 1 0 0 0,0 0 0 0 0,0-1 0 0 0,0 1 0 0 0,0-1 0 0 0,0 1 0 0 0,0-1 0 0 0,0 1 0 0 0,0-1 0 0 0,0 1 0 0 0,0 0 0 0 0,-1-1 1 0 0,1 1-1 0 0,0-1 0 0 0,0 1 0 0 0,0 0 0 0 0,-1-1 0 0 0,1 1 0 0 0,0 0 0 0 0,0-1 0 0 0,-1 1 0 0 0,1 0 0 0 0,0-1 0 0 0,-1 1 0 0 0,1 0 0 0 0,0-1 0 0 0,-1 1 1 0 0,1 0-1 0 0,-1 0 0 0 0,1 0 0 0 0,0-1 0 0 0,-1 1 0 0 0,1 0 0 0 0,-1 0 0 0 0,1 0 0 0 0,0 0 0 0 0,-1 0 0 0 0,1 0 0 0 0,-1 0 0 0 0,1 0 0 0 0,-1 0 0 0 0,1 0 1 0 0,-1 0-1 0 0,1 0 0 0 0,0 0 0 0 0,-1 0 0 0 0,1 0 0 0 0,-1 1 0 0 0,1-1 0 0 0,-1 0 0 0 0,-1 1-3 0 0,0 0 0 0 0,0 0 1 0 0,0 0-1 0 0,0 0 0 0 0,1 0 0 0 0,-1 0 0 0 0,0 1 1 0 0,1-1-1 0 0,-1 1 0 0 0,-1 2 0 0 0,-16 23 0 0 0,1 2 1 0 0,2 0-1 0 0,-25 63 0 0 0,-21 99 89 0 0,56-172-78 0 0,-52 220 281 0 0,11-38 284 0 0,47-199-425 0 0,-8 19 1631 0 0,8-21-1750 0 0,-1 1 0 0 0,1-1 0 0 0,0 0 0 0 0,0 1-1 0 0,-1-1 1 0 0,1 0 0 0 0,0 1 0 0 0,-1-1 0 0 0,1 0 0 0 0,-1 0 0 0 0,1 0 0 0 0,0 1 0 0 0,-1-1-1 0 0,1 0 1 0 0,-1 0 0 0 0,1 0 0 0 0,0 0 0 0 0,-1 0 0 0 0,1 0 0 0 0,-1 1 0 0 0,1-1 0 0 0,-1 0-1 0 0,1 0 1 0 0,-1-1 0 0 0,1 1 0 0 0,0 0 0 0 0,-1 0 0 0 0,1 0 0 0 0,-1 0 0 0 0,1 0 0 0 0,-1 0 0 0 0,1 0-1 0 0,0-1 1 0 0,-1 1 0 0 0,1 0 0 0 0,0 0 0 0 0,-1-1 0 0 0,0 0-11 0 0,-1 0 1 0 0,1 0-1 0 0,0 0 0 0 0,0-1 1 0 0,0 1-1 0 0,1 0 0 0 0,-1-1 0 0 0,0 1 1 0 0,0 0-1 0 0,1-1 0 0 0,-1 1 1 0 0,0-1-1 0 0,1 1 0 0 0,0-1 1 0 0,-1-2-1 0 0,-3-27 49 0 0,4 24-47 0 0,-1-7-17 0 0,1-1 0 0 0,1 1-1 0 0,0-1 1 0 0,1 0 0 0 0,1 1 0 0 0,0 0-1 0 0,8-21 1 0 0,1 3-15 0 0,2 0 1 0 0,17-30-1 0 0,-12 29-8 0 0,1 2 1 0 0,1 0 0 0 0,38-41 0 0 0,-42 54-1 0 0,1 1 1 0 0,0 0 0 0 0,1 1-1 0 0,1 2 1 0 0,0 0 0 0 0,29-15 0 0 0,-41 24 12 0 0,-5 4 5 0 0,0-1 1 0 0,0 1-1 0 0,0 0 1 0 0,1 0 0 0 0,-1 0-1 0 0,0 0 1 0 0,0 0 0 0 0,0 1-1 0 0,1-1 1 0 0,-1 1 0 0 0,0 0-1 0 0,1 0 1 0 0,-1 0 0 0 0,7 1-1 0 0,-7-1 5 0 0,1 1-1 0 0,0-1 1 0 0,-1 1-1 0 0,1 0 1 0 0,-1-1-1 0 0,1 2 0 0 0,-1-1 1 0 0,1 0-1 0 0,-1 1 1 0 0,0-1-1 0 0,0 1 1 0 0,0 0-1 0 0,0 0 1 0 0,6 5-1 0 0,-7-5 2 0 0,-1 0 0 0 0,1 0-1 0 0,-1 0 1 0 0,1 0 0 0 0,-1 1 0 0 0,0-1 0 0 0,0 0 0 0 0,0 1-1 0 0,0-1 1 0 0,0 1 0 0 0,-1-1 0 0 0,1 1 0 0 0,-1-1 0 0 0,1 1-1 0 0,-1-1 1 0 0,0 1 0 0 0,0 0 0 0 0,0-1 0 0 0,0 1-1 0 0,-1-1 1 0 0,1 1 0 0 0,-2 4 0 0 0,-1 3 7 0 0,-1 0-1 0 0,0 0 1 0 0,-1-1 0 0 0,0 1-1 0 0,-1-1 1 0 0,1 0 0 0 0,-2 0-1 0 0,1-1 1 0 0,-15 14 0 0 0,9-10 8 0 0,-1-1 0 0 0,-1 0 0 0 0,0-1 1 0 0,0 0-1 0 0,-20 9 0 0 0,29-17-4 0 0,3-1-12 0 0,-1 0 0 0 0,0 0-1 0 0,0-1 1 0 0,1 1 0 0 0,-1-1 0 0 0,0 1-1 0 0,0-1 1 0 0,0 0 0 0 0,0 0 0 0 0,0 0-1 0 0,0 0 1 0 0,0-1 0 0 0,0 1 0 0 0,1-1-1 0 0,-1 0 1 0 0,0 0 0 0 0,0 0 0 0 0,1 0-1 0 0,-1 0 1 0 0,0 0 0 0 0,1-1 0 0 0,-4-2-1 0 0,-2-1-8 0 0,7 5 26 0 0,-13-8-91 0 0,11 8 2 0 0,9 9 50 0 0,20 21 75 0 0,3-1 0 0 0,0-1 0 0 0,2-1 0 0 0,1-2-1 0 0,0-2 1 0 0,2-1 0 0 0,1-1 0 0 0,1-2 0 0 0,0-1-1 0 0,61 20 1 0 0,-87-35 264 0 0,1 0-1 0 0,-1-1 1 0 0,1 0 0 0 0,0 0-1 0 0,18-1 1 0 0,-23-1-260 0 0,0-1 1 0 0,0 0 0 0 0,0 0-1 0 0,0 0 1 0 0,0-1 0 0 0,0 0 0 0 0,-1 0-1 0 0,1 0 1 0 0,0-1 0 0 0,-1 0-1 0 0,5-3 1 0 0,23-16 42 0 0,-31 21-95 0 0,-1 0 1 0 0,5-3 0 0 0,-5 3-2 0 0,8-6-6 0 0,-4 3 4 0 0,-3 3-10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19 144 420 0 0,'0'0'5802'0'0,"1"-12"-3079"0"0,-5-4-1183 0 0,3 15-1240 0 0,-1-11 586 0 0,2 9-859 0 0,0 1 1 0 0,0-1-1 0 0,0 1 0 0 0,0 0 0 0 0,0-1 1 0 0,1 1-1 0 0,-1 0 0 0 0,1-1 0 0 0,0 1 0 0 0,-1 0 1 0 0,1-1-1 0 0,0 1 0 0 0,0 0 0 0 0,0 0 1 0 0,1 0-1 0 0,-1 0 0 0 0,2-2 0 0 0,1 0-10 0 0,0-1-1 0 0,0 2 0 0 0,1-1 0 0 0,-1 0 0 0 0,1 1 0 0 0,-1 0 1 0 0,8-3-1 0 0,-3 1-18 0 0,1 1 0 0 0,0 0 0 0 0,0 0 1 0 0,0 2-1 0 0,0-1 0 0 0,0 1 0 0 0,1 0 0 0 0,10 0 0 0 0,-10 3 14 0 0,-1 0-1 0 0,1 0 1 0 0,-1 1-1 0 0,1 0 1 0 0,-1 1-1 0 0,0 0 0 0 0,1 0 1 0 0,-2 1-1 0 0,1 1 1 0 0,0 0-1 0 0,17 12 1 0 0,-22-14 2 0 0,0 1 1 0 0,0 1 0 0 0,0-1 0 0 0,0 1-1 0 0,-1-1 1 0 0,0 1 0 0 0,0 1 0 0 0,0-1-1 0 0,-1 0 1 0 0,1 1 0 0 0,-1 0-1 0 0,-1 0 1 0 0,1 0 0 0 0,-1 0 0 0 0,0 0-1 0 0,0 1 1 0 0,-1-1 0 0 0,0 0 0 0 0,0 1-1 0 0,0-1 1 0 0,-1 12 0 0 0,-3 2 15 0 0,0-1 0 0 0,-1 1 1 0 0,-1-1-1 0 0,-1 0 0 0 0,-1 0 1 0 0,0 0-1 0 0,-1-1 0 0 0,-2 0 0 0 0,1-1 1 0 0,-2 0-1 0 0,-21 26 0 0 0,-16 14 564 0 0,-102 92 0 0 0,116-118-212 0 0,25-23-312 0 0,5-6-40 0 0,1 1 1 0 0,0 0-1 0 0,0 0 1 0 0,0 0-1 0 0,0 0 0 0 0,1 0 1 0 0,-5 8-1 0 0,7-11-28 0 0,0 1 1 0 0,0-1-1 0 0,0 0 1 0 0,0 1-1 0 0,0-1 1 0 0,0 0-1 0 0,0 1 0 0 0,0-1 1 0 0,0 0-1 0 0,1 1 1 0 0,-1-1-1 0 0,0 0 1 0 0,0 1-1 0 0,0-1 0 0 0,1 0 1 0 0,-1 0-1 0 0,0 1 1 0 0,0-1-1 0 0,1 0 0 0 0,-1 0 1 0 0,0 1-1 0 0,1-1 1 0 0,-1 0-1 0 0,0 0 1 0 0,1 0-1 0 0,-1 1 0 0 0,0-1 1 0 0,1 0-1 0 0,-1 0 1 0 0,0 0-1 0 0,1 0 1 0 0,-1 0-1 0 0,0 0 0 0 0,1 0 1 0 0,-1 0-1 0 0,1 0 1 0 0,-1 0-1 0 0,0 0 0 0 0,1 0 1 0 0,0 0-1 0 0,14 0 25 0 0,-15 0-27 0 0,36-4 55 0 0,63-14 1 0 0,-37 5-31 0 0,33-3-9 0 0,314-29-2615 0 0,-290 34-3946 0 0,-86 6 2833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2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92 332 0 0,'10'-19'3959'0'0,"0"0"1"0"0,11-35 1153 0 0,-21 58-4954 0 0,-40 153 932 0 0,18-80-900 0 0,-2 7-66 0 0,10-40-181 0 0,2 2 1 0 0,-11 82-1 0 0,23-86-1729 0 0,7-17-3341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403 123 892 0 0,'-8'-2'776'0'0,"-1"0"0"0"0,1-1 0 0 0,0-1 0 0 0,-1 1 0 0 0,1-1 0 0 0,1 0 0 0 0,-1-1 0 0 0,1 0 0 0 0,0 0 0 0 0,-11-11 0 0 0,17 14-727 0 0,0 1 0 0 0,1-1-1 0 0,-1 0 1 0 0,1 0 0 0 0,0 0-1 0 0,0 1 1 0 0,0-1 0 0 0,0 0-1 0 0,0 0 1 0 0,0 0 0 0 0,0 0-1 0 0,0 1 1 0 0,1-1 0 0 0,-1 0-1 0 0,1 0 1 0 0,-1 0 0 0 0,1 1-1 0 0,0-1 1 0 0,0 0 0 0 0,0 1-1 0 0,0-1 1 0 0,0 1 0 0 0,0-1-1 0 0,0 1 1 0 0,2-2 0 0 0,0 0-28 0 0,-1 1 0 0 0,1 0 1 0 0,0 0-1 0 0,0 0 1 0 0,0 0-1 0 0,0 0 1 0 0,0 1-1 0 0,0-1 0 0 0,0 1 1 0 0,0 0-1 0 0,1 0 1 0 0,-1 0-1 0 0,0 0 0 0 0,1 1 1 0 0,-1 0-1 0 0,7-1 1 0 0,-6 2-3 0 0,1 1 0 0 0,-1-1 1 0 0,1 1-1 0 0,-1 0 0 0 0,1 0 1 0 0,-1 0-1 0 0,0 0 1 0 0,0 1-1 0 0,0 0 0 0 0,0 0 1 0 0,-1 0-1 0 0,1 0 0 0 0,-1 0 1 0 0,0 1-1 0 0,0 0 0 0 0,0-1 1 0 0,0 1-1 0 0,-1 0 0 0 0,1 1 1 0 0,-1-1-1 0 0,0 0 0 0 0,0 1 1 0 0,-1-1-1 0 0,1 1 1 0 0,-1-1-1 0 0,0 1 0 0 0,0 0 1 0 0,-1-1-1 0 0,1 1 0 0 0,-1 0 1 0 0,0 0-1 0 0,0-1 0 0 0,-1 1 1 0 0,1 0-1 0 0,-3 7 0 0 0,-3 7 81 0 0,-1-1-1 0 0,0-1 1 0 0,-1 1-1 0 0,-1-1 1 0 0,-1 0-1 0 0,-1-1 1 0 0,0-1-1 0 0,-17 20 1 0 0,-13 9 566 0 0,-61 51 1 0 0,-111 74 1217 0 0,213-169-1881 0 0,0 0 0 0 0,-1 0-1 0 0,1 0 1 0 0,0 0-1 0 0,0 0 1 0 0,0 0-1 0 0,-1 0 1 0 0,1 0-1 0 0,0 0 1 0 0,0 0 0 0 0,0 1-1 0 0,-1-1 1 0 0,1 0-1 0 0,0 0 1 0 0,0 0-1 0 0,0 0 1 0 0,-1 1-1 0 0,1-1 1 0 0,0 0 0 0 0,0 0-1 0 0,0 0 1 0 0,0 1-1 0 0,0-1 1 0 0,0 0-1 0 0,0 0 1 0 0,-1 1-1 0 0,1-1 1 0 0,0 0 0 0 0,0 0-1 0 0,0 0 1 0 0,0 1-1 0 0,0-1 1 0 0,0 0-1 0 0,0 0 1 0 0,0 1-1 0 0,0-1 1 0 0,0 0 0 0 0,0 0-1 0 0,1 1 1 0 0,-1-1-1 0 0,0 0 1 0 0,0 0-1 0 0,0 1 1 0 0,0-1-1 0 0,0 0 1 0 0,0 0 0 0 0,0 0-1 0 0,1 1 1 0 0,-1-1-1 0 0,0 0 1 0 0,0 0-1 0 0,0 0 1 0 0,0 0-1 0 0,1 1 1 0 0,-1-1 0 0 0,0 0-1 0 0,0 0 1 0 0,0 0-1 0 0,1 0 1 0 0,-1 0-1 0 0,0 0 1 0 0,0 0-1 0 0,1 1 1 0 0,12 2 33 0 0,-4-3-23 0 0,1-1 1 0 0,-1 1-1 0 0,0-1 0 0 0,0-1 0 0 0,10-2 0 0 0,6-1-5 0 0,166-28 59 0 0,160-23 94 0 0,-348 56-169 0 0,15-2-994 0 0,-13 1 1196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0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529 202 16 0 0,'-4'-14'4025'0'0,"0"7"-3257"0"0,0 0-1 0 0,0 0 1 0 0,-1 0-1 0 0,0 1 1 0 0,0-1-1 0 0,-1 1 1 0 0,-8-7 0 0 0,12 13-740 0 0,1-1 1 0 0,-1 1 0 0 0,0-1 0 0 0,0 1-1 0 0,0 0 1 0 0,1 0 0 0 0,-1-1 0 0 0,0 1-1 0 0,0 1 1 0 0,0-1 0 0 0,0 0 0 0 0,1 0-1 0 0,-1 1 1 0 0,0-1 0 0 0,0 1 0 0 0,0-1-1 0 0,1 1 1 0 0,-1 0 0 0 0,0 0 0 0 0,1 0-1 0 0,-1 0 1 0 0,1 0 0 0 0,-3 2 0 0 0,-6 4-2 0 0,0 1 0 0 0,0 1 0 0 0,1 0 0 0 0,0 0 0 0 0,1 1 0 0 0,0 0 0 0 0,0 0 0 0 0,1 1 0 0 0,-7 13 0 0 0,-4 11 73 0 0,-21 62 0 0 0,27-63-55 0 0,-14 66 1 0 0,23-87 50 0 0,1 0 0 0 0,1 1 1 0 0,0 0-1 0 0,1-1 1 0 0,0 1-1 0 0,1-1 1 0 0,1 1-1 0 0,3 15 0 0 0,-4-26 21 0 0,0 0-1 0 0,0 1 0 0 0,1-1 0 0 0,-1 0 0 0 0,1 0 0 0 0,-1 0 0 0 0,1 0 0 0 0,0 0 1 0 0,0-1-1 0 0,0 1 0 0 0,1-1 0 0 0,-1 1 0 0 0,0-1 0 0 0,1 0 0 0 0,0 1 0 0 0,5 2 0 0 0,-3-3-4 0 0,-1 0 0 0 0,1 0-1 0 0,0-1 1 0 0,0 1 0 0 0,0-1 0 0 0,0 0-1 0 0,0-1 1 0 0,0 1 0 0 0,0-1-1 0 0,7 0 1 0 0,3-2 106 0 0,0 0 0 0 0,-1-1 0 0 0,1-1 0 0 0,-1 0 0 0 0,0 0 0 0 0,26-14 0 0 0,-19 6-106 0 0,0-1 1 0 0,-1-1-1 0 0,-1 0 0 0 0,0-2 0 0 0,-1 0 1 0 0,0-1-1 0 0,-2-1 0 0 0,0-1 1 0 0,-1 0-1 0 0,-1-1 0 0 0,-1 0 1 0 0,0-1-1 0 0,-2-1 0 0 0,0 0 1 0 0,-2 0-1 0 0,0-1 0 0 0,-2 0 0 0 0,0-1 1 0 0,6-45-1 0 0,-12 59-108 0 0,-1 1 0 0 0,0 0 0 0 0,-1-1 0 0 0,1 1 0 0 0,-2 0 0 0 0,1-1 0 0 0,-1 1 0 0 0,-1 0 0 0 0,0 0 0 0 0,0 1 0 0 0,-1-1 0 0 0,0 1 0 0 0,0-1 0 0 0,-1 1 0 0 0,-8-12 0 0 0,6 13-11 0 0,0-1 0 0 0,0 1 0 0 0,-1 0 0 0 0,0 0-1 0 0,0 1 1 0 0,-1 0 0 0 0,0 1 0 0 0,0 0-1 0 0,0 0 1 0 0,0 1 0 0 0,-1 0 0 0 0,0 0 0 0 0,-19-4-1 0 0,4 4-210 0 0,1 1-1 0 0,-1 1 1 0 0,-1 2-1 0 0,1 0 1 0 0,0 1-1 0 0,0 2 0 0 0,1 0 1 0 0,-45 13-1 0 0,21-1-2006 0 0,1 1 1 0 0,1 3-1 0 0,-62 35 0 0 0,45-17-3743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3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217 192 1580 0 0,'0'-2'1785'0'0,"0"0"-1457"0"0,0-1 0 0 0,0 1 0 0 0,0 0 0 0 0,0 0 0 0 0,-1 0 0 0 0,1 0 0 0 0,-1 1 0 0 0,1-1 1 0 0,-1 0-1 0 0,0 0 0 0 0,0 0 0 0 0,0 0 0 0 0,0 0 0 0 0,0 1 0 0 0,0-1 0 0 0,0 0 0 0 0,0 1 0 0 0,-1-1 0 0 0,-1-1 0 0 0,1 2-197 0 0,-1-1 0 0 0,0 1 0 0 0,1-1 0 0 0,-1 1 0 0 0,0 0 0 0 0,0 0 0 0 0,0 0 0 0 0,0 1 0 0 0,0-1 0 0 0,0 1 0 0 0,0-1 0 0 0,0 1 0 0 0,0 0 0 0 0,0 0 0 0 0,0 0 0 0 0,0 1 0 0 0,0-1 0 0 0,-4 2 0 0 0,3-1-58 0 0,-1 1 0 0 0,1 0 0 0 0,0 1 0 0 0,0-1 0 0 0,0 1 0 0 0,0 0 0 0 0,0 0 0 0 0,0 0 0 0 0,1 0 0 0 0,-6 7 0 0 0,-1 4-12 0 0,0 0 0 0 0,1 1 0 0 0,1 0 0 0 0,0 0 0 0 0,-9 25 1 0 0,11-21-17 0 0,0 0 1 0 0,1 0-1 0 0,0 0 1 0 0,2 0-1 0 0,-2 32 0 0 0,5-44-1 0 0,0 0 0 0 0,0 0 0 0 0,0 0 0 0 0,1 0 0 0 0,0 0 0 0 0,0 0-1 0 0,1 0 1 0 0,0 0 0 0 0,0 0 0 0 0,1-1 0 0 0,0 1 0 0 0,0-1 0 0 0,0 0-1 0 0,1 0 1 0 0,0 0 0 0 0,0 0 0 0 0,0-1 0 0 0,11 11 0 0 0,-9-12 45 0 0,1 1 1 0 0,0-1 0 0 0,1-1 0 0 0,-1 1-1 0 0,1-1 1 0 0,-1 0 0 0 0,1-1-1 0 0,0 0 1 0 0,0 0 0 0 0,0 0-1 0 0,0-1 1 0 0,0-1 0 0 0,0 1 0 0 0,0-1-1 0 0,1-1 1 0 0,-1 1 0 0 0,0-1-1 0 0,0-1 1 0 0,0 0 0 0 0,9-3-1 0 0,-1 1 47 0 0,-1-2 0 0 0,1 0 0 0 0,-1-1 0 0 0,0-1-1 0 0,-1 0 1 0 0,1-1 0 0 0,-2-1 0 0 0,24-20-1 0 0,-27 19-112 0 0,-1 1 0 0 0,-1-1-1 0 0,1 0 1 0 0,-2-1 0 0 0,0 0-1 0 0,0 0 1 0 0,-1 0 0 0 0,-1-1-1 0 0,0 0 1 0 0,-1 0 0 0 0,0 0-1 0 0,-1-1 1 0 0,0 1-1 0 0,1-19 1 0 0,-3 18-24 0 0,-1 0 0 0 0,0 1 0 0 0,-1-1 0 0 0,0 0 0 0 0,-1 1 0 0 0,0-1 0 0 0,-1 1 0 0 0,-1 0 0 0 0,0 0 0 0 0,-1 0 0 0 0,0 0 0 0 0,-1 1 0 0 0,0 0 0 0 0,-12-16 0 0 0,13 21 7 0 0,-1 0-1 0 0,-1 0 1 0 0,1 1-1 0 0,-1 0 1 0 0,0 0-1 0 0,-1 1 1 0 0,1 0-1 0 0,-1 0 1 0 0,0 1-1 0 0,-12-5 1 0 0,5 4-337 0 0,-1 0 0 0 0,1 0 0 0 0,-1 2 0 0 0,-27-4 0 0 0,38 7-329 0 0,0 0 0 0 0,1 1 1 0 0,-1-1-1 0 0,0 1 0 0 0,-6 1 1 0 0,3 0-841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2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775 70 600 0 0,'0'0'1425'0'0,"-20"-13"4718"0"0,19 13-6027 0 0,0-1 1 0 0,1 1-1 0 0,-1 0 0 0 0,0-1 0 0 0,1 1 1 0 0,-1-1-1 0 0,1 0 0 0 0,-1 1 0 0 0,1-1 0 0 0,-1 1 1 0 0,1-1-1 0 0,-1 0 0 0 0,1 1 0 0 0,-1-1 1 0 0,1 0-1 0 0,0 0 0 0 0,-1 1 0 0 0,1-1 1 0 0,0 0-1 0 0,0 0 0 0 0,0 1 0 0 0,-1-3 1 0 0,2 3-103 0 0,-1-1 0 0 0,1 0 1 0 0,0 0-1 0 0,0 0 1 0 0,-1 1-1 0 0,1-1 0 0 0,0 0 1 0 0,0 1-1 0 0,0-1 1 0 0,-1 1-1 0 0,1-1 1 0 0,0 1-1 0 0,0-1 0 0 0,0 1 1 0 0,0 0-1 0 0,0-1 1 0 0,2 1-1 0 0,29-9 8 0 0,0 2 0 0 0,0 1 1 0 0,1 2-1 0 0,-1 1 0 0 0,1 1 0 0 0,0 2 1 0 0,0 2-1 0 0,42 6 0 0 0,-68-7-12 0 0,0 0 1 0 0,1 1-1 0 0,-1 0 0 0 0,0 0 1 0 0,-1 0-1 0 0,1 1 0 0 0,0 0 1 0 0,-1 1-1 0 0,1-1 1 0 0,-1 1-1 0 0,6 5 0 0 0,-8-5 5 0 0,1 1 0 0 0,-1-1-1 0 0,0 1 1 0 0,-1 0 0 0 0,1 1-1 0 0,-1-1 1 0 0,0 1 0 0 0,0-1 0 0 0,-1 1-1 0 0,1 0 1 0 0,-1 0 0 0 0,2 12-1 0 0,0 9 13 0 0,-2 0-1 0 0,-1 0 0 0 0,-1 0 1 0 0,-1 0-1 0 0,-8 41 0 0 0,5-35-38 0 0,-59 377 1035 0 0,-4 39 76 0 0,50-219-693 0 0,21 393 0 0 0,-1-574-427 0 0,19 426 1400 0 0,-22-319-571 0 0,-21 162 0 0 0,-47 204 402 0 0,32-255-1004 0 0,34-249-223 0 0,-37 211 1944 0 0,37-219-1649 0 0,-1 1 0 0 0,-1-1 0 0 0,1 0 0 0 0,-2 0 0 0 0,1-1 0 0 0,-10 15 0 0 0,10-18-219 0 0,-1 0-1 0 0,-1 0 1 0 0,1-1 0 0 0,-1 1 0 0 0,0-1-1 0 0,0 0 1 0 0,-1-1 0 0 0,0 1 0 0 0,-11 5-1 0 0,-83 35-278 0 0,-118 35-1 0 0,21-9-2875 0 0,5 5-5435 0 0,73-29-526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10 668 0 0,'0'0'4629'0'0,"-26"-6"-3552"0"0,-34 3-393 0 0,57 3-680 0 0,0 1 12 0 0,-7 1-15 0 0,0 0 1 0 0,1 1-1 0 0,-1 0 1 0 0,1 1-1 0 0,0 0 1 0 0,0 1-1 0 0,0-1 0 0 0,0 2 1 0 0,1-1-1 0 0,-8 8 1 0 0,4-2-7 0 0,1 0 0 0 0,0 0 0 0 0,1 1 0 0 0,1 1 0 0 0,-15 24 0 0 0,4 1-3 0 0,2 1 1 0 0,2 0-1 0 0,-20 79 1 0 0,28-90 37 0 0,2 0 0 0 0,-4 45 1 0 0,10-62-25 0 0,-1 0-1 0 0,1 0 1 0 0,1 0 0 0 0,0-1 0 0 0,0 1 0 0 0,1 0 0 0 0,1 0 0 0 0,0-1 0 0 0,7 20 0 0 0,-7-26-5 0 0,-1 0 0 0 0,0-1 0 0 0,1 1 0 0 0,0 0-1 0 0,-1-1 1 0 0,1 0 0 0 0,1 1 0 0 0,-1-1 0 0 0,0 0 0 0 0,1-1 0 0 0,0 1 0 0 0,-1-1-1 0 0,9 4 1 0 0,-5-3 46 0 0,-1-1-1 0 0,1 1 0 0 0,0-2 1 0 0,1 1-1 0 0,-1-1 0 0 0,0 0 1 0 0,15 0-1 0 0,-8-2-301 0 0,1 0-1 0 0,0-2 0 0 0,-1 1 1 0 0,1-2-1 0 0,-1 0 1 0 0,0 0-1 0 0,24-12 1 0 0,-34 14-1310 0 0,8-5 11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37 1084 0 0,'-4'-9'5993'0'0,"4"9"-5987"0"0,0-1 1 0 0,0 1-1 0 0,0-1 1 0 0,0 1-1 0 0,0-1 1 0 0,0 1-1 0 0,0-1 1 0 0,0 1-1 0 0,0-1 1 0 0,0 1-1 0 0,0 0 1 0 0,0-1-1 0 0,0 1 1 0 0,0-1-1 0 0,0 1 1 0 0,0-1 0 0 0,1 1-1 0 0,-1 0 1 0 0,0-1-1 0 0,0 1 1 0 0,1-1-1 0 0,-1 1 1 0 0,0 0-1 0 0,1-1 1 0 0,-1 1-1 0 0,0 0 1 0 0,1-1-1 0 0,-1 1 1 0 0,0 0-1 0 0,1 0 1 0 0,0-1-1 0 0,0 0 33 0 0,1 0-49 0 0,0 0 0 0 0,1-1 1 0 0,-1 1-1 0 0,0 0 0 0 0,1 0 0 0 0,-1 0 0 0 0,0 1 0 0 0,1-1 1 0 0,-1 1-1 0 0,5-1 0 0 0,14-2-3631 0 0,-7 3 2470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1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69 1036 0 0,'-3'3'1123'0'0,"1"0"0"0"0,0 0 0 0 0,0 1 0 0 0,0-1-1 0 0,-2 5 1 0 0,16-11-945 0 0,0-1-1 0 0,0 0 0 0 0,0-1 1 0 0,-1 0-1 0 0,1-1 0 0 0,10-7 1 0 0,24-11-1461 0 0,-10 6-1941 0 0,-19 8 1120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0 133 244 0 0,'0'0'2968'0'0,"1"0"-2900"0"0,-1 0 1 0 0,0 0 0 0 0,1 0-1 0 0,-1 0 1 0 0,0-1-1 0 0,1 1 1 0 0,-1 0 0 0 0,0 0-1 0 0,1 0 1 0 0,-1-1 0 0 0,0 1-1 0 0,1 0 1 0 0,-1 0 0 0 0,0-1-1 0 0,1 1 1 0 0,-1 0 0 0 0,0-1-1 0 0,0 1 1 0 0,0 0 0 0 0,1-1-1 0 0,-1 1 1 0 0,0 0-1 0 0,0-1 1 0 0,-3-1 265 0 0,0-4-57 0 0,6-2-281 0 0,6 1 2 0 0,19-11 32 0 0,1 2-1 0 0,0 1 0 0 0,48-18 0 0 0,-51 23-19 0 0,-21 8-10 0 0,-1 0-1 0 0,2 0 1 0 0,-1 1-1 0 0,0 0 1 0 0,0-1 0 0 0,0 2-1 0 0,0-1 1 0 0,7 0-1 0 0,-10 2-152 0 0,-2 19-2495 0 0,0-18 2266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0 700 0 0,'0'0'1317'0'0,"-18"24"2835"0"0,14-17-6925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33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13 114 1040 0 0,'0'0'5126'0'0,"-12"1"-3953"0"0,14 0-1147 0 0,0-1 0 0 0,0 1 0 0 0,0 0 0 0 0,1-1 0 0 0,-1 1 1 0 0,0-1-1 0 0,0 0 0 0 0,1 0 0 0 0,-1 0 0 0 0,0 0 0 0 0,1 0 0 0 0,-1 0 1 0 0,0-1-1 0 0,1 1 0 0 0,-1-1 0 0 0,3 0 0 0 0,44-16 339 0 0,-39 13-348 0 0,158-71 267 0 0,-166 74-271 0 0,21-8 41 0 0,-7 0-13 0 0,-14 9 29 0 0,-6 10-43 0 0,3-8-47 0 0,-13 24-896 0 0,-1-4-3242 0 0,8-12 3002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5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 36 0 0,'0'0'252'0'0,"-8"-5"8"0"0,-3-4-448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5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16 1656 0 0,'7'-15'9913'0'0,"-6"27"-9781"0"0,-1 1 0 0 0,0 0 0 0 0,-1-1-1 0 0,-1 1 1 0 0,-4 17 0 0 0,3-13-50 0 0,-82 543 1047 0 0,79-500-1060 0 0,3-32 29 0 0,0 0 0 0 0,-14 52 0 0 0,14-57-841 0 0,3-17-1661 0 0,2-15 91 0 0,-1-5-384 0 0,2-2-676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57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60 194 24 0 0,'-2'-16'4036'0'0,"4"7"-3451"0"0,-1 0 0 0 0,1 0 0 0 0,0 0 0 0 0,1 0 0 0 0,0 1 0 0 0,5-12 0 0 0,-3 12-477 0 0,-1 1 0 0 0,1-1 0 0 0,0 1 0 0 0,1 0 0 0 0,-1 0 0 0 0,1 1 0 0 0,1-1 0 0 0,-1 2 0 0 0,1-1 0 0 0,0 1 0 0 0,11-7 1 0 0,-14 10-89 0 0,1-1 1 0 0,0 0-1 0 0,0 1 1 0 0,0 0 0 0 0,1 0-1 0 0,-1 1 1 0 0,0 0 0 0 0,1-1-1 0 0,6 1 1 0 0,-10 1-10 0 0,0 0 0 0 0,0 0-1 0 0,0 0 1 0 0,0 1 0 0 0,-1-1 0 0 0,1 0 0 0 0,0 1 0 0 0,0 0 0 0 0,0-1 0 0 0,-1 1 0 0 0,1 0-1 0 0,0 0 1 0 0,-1 0 0 0 0,1 0 0 0 0,-1 0 0 0 0,1 0 0 0 0,-1 0 0 0 0,1 1 0 0 0,-1-1 0 0 0,0 0-1 0 0,0 1 1 0 0,0-1 0 0 0,0 1 0 0 0,0 0 0 0 0,0-1 0 0 0,0 1 0 0 0,0 0 0 0 0,0-1 0 0 0,-1 1-1 0 0,1 0 1 0 0,0 2 0 0 0,1 8 40 0 0,0 0 0 0 0,0 1-1 0 0,-2-1 1 0 0,1 1 0 0 0,-1 0 0 0 0,-1-1-1 0 0,0 1 1 0 0,-1-1 0 0 0,-1 0 0 0 0,1 1-1 0 0,-7 13 1 0 0,-4 12 49 0 0,-3-2 1 0 0,-23 44-1 0 0,25-54 66 0 0,0-1-1 0 0,-1 0 1 0 0,-2-1-1 0 0,0-1 1 0 0,-35 36-1 0 0,48-56 39 0 0,1 0-1 0 0,-1 1 1 0 0,0-2-1 0 0,0 1 1 0 0,0 0-1 0 0,0-1 1 0 0,-7 3-1 0 0,9-4 35 0 0,-9-8 31 0 0,10 7-256 0 0,-2-4-11 0 0,6-11 93 0 0,-2 13-90 0 0,-1 1-4 0 0,1-1-1 0 0,-1 1 1 0 0,1-1 0 0 0,0 1-1 0 0,0-1 1 0 0,-1 1 0 0 0,1 0-1 0 0,0-1 1 0 0,0 1 0 0 0,0 0 0 0 0,2-2-1 0 0,-1 2 0 0 0,0-1 1 0 0,1 1-1 0 0,-1 0 0 0 0,0-1 0 0 0,1 1 0 0 0,-1 0 1 0 0,1 1-1 0 0,-1-1 0 0 0,1 0 0 0 0,-1 1 0 0 0,1-1 1 0 0,0 1-1 0 0,-1 0 0 0 0,1 0 0 0 0,-1 0 0 0 0,1 0 1 0 0,0 1-1 0 0,-1-1 0 0 0,1 1 0 0 0,-1-1 0 0 0,1 1 1 0 0,-1 0-1 0 0,4 2 0 0 0,-2-2 0 0 0,3 2 3 0 0,1 1 0 0 0,-1-1 0 0 0,-1 1 0 0 0,1 1 0 0 0,0-1 1 0 0,-1 1-1 0 0,0 0 0 0 0,8 10 0 0 0,1 1 15 0 0,22 34 1 0 0,-11-11 76 0 0,-3 2 0 0 0,31 73 0 0 0,-34-73 91 0 0,-19-40-161 0 0,1 3-12 0 0,6 11-692 0 0,-4-14-537 0 0,0 1 1 0 0,1-1-1 0 0,-1 0 0 0 0,0 0 1 0 0,9 0-1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5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65 908 0 0,'-3'-1'1938'0'0,"-21"-8"4137"0"0,-37-18-1 0 0,59 26-5814 0 0,2 1-232 0 0,0 0 0 0 0,-1 0 0 0 0,1 0 0 0 0,0-1-1 0 0,-1 1 1 0 0,1 0 0 0 0,0 0 0 0 0,0 0 0 0 0,-1-1 0 0 0,1 1-1 0 0,0 0 1 0 0,-1 0 0 0 0,1-1 0 0 0,0 1 0 0 0,0 0-1 0 0,0 0 1 0 0,-1-1 0 0 0,1 1 0 0 0,0 0 0 0 0,0-1 0 0 0,0 1-1 0 0,0 0 1 0 0,0-1 0 0 0,-1 0 0 0 0,2 0-17 0 0,0 0 0 0 0,0-1 0 0 0,0 1 0 0 0,0 0 0 0 0,0 0 0 0 0,0 0 0 0 0,0-1 0 0 0,0 1 0 0 0,1 1 0 0 0,-1-1 0 0 0,0 0 0 0 0,1 0 0 0 0,-1 0 0 0 0,0 1 0 0 0,1-1 0 0 0,-1 0 0 0 0,1 1 0 0 0,-1-1 0 0 0,4 1 0 0 0,-1-1-2 0 0,1 1 0 0 0,0 0 0 0 0,-1 0 1 0 0,1 0-1 0 0,0 0 0 0 0,-1 1 0 0 0,5 1 1 0 0,-1 0-1 0 0,0 0 0 0 0,0 1 0 0 0,-1-1 0 0 0,0 2 1 0 0,1-1-1 0 0,-1 1 0 0 0,0 0 0 0 0,8 7 0 0 0,-11-8 7 0 0,-1 1 0 0 0,1 0-1 0 0,-1 0 1 0 0,0 0 0 0 0,0 0-1 0 0,0 1 1 0 0,0-1-1 0 0,-1 1 1 0 0,0-1 0 0 0,0 1-1 0 0,0 0 1 0 0,0 0-1 0 0,-1 0 1 0 0,2 8 0 0 0,-3-5 30 0 0,0 0 0 0 0,0-1 0 0 0,0 1 1 0 0,-1-1-1 0 0,0 1 0 0 0,0-1 1 0 0,-1 0-1 0 0,0 1 0 0 0,-4 7 1 0 0,-3 5 145 0 0,-1 1 0 0 0,-2-2 0 0 0,0 1 1 0 0,-1-2-1 0 0,-25 30 0 0 0,-32 24 871 0 0,-87 72-1 0 0,128-118-896 0 0,22-20-117 0 0,-9 10 14 0 0,15-14-40 0 0,1-2-18 0 0,1 1 0 0 0,-1-1 1 0 0,0 1-1 0 0,1-1 0 0 0,-1 1 1 0 0,1-1-1 0 0,-1 0 0 0 0,1 1 1 0 0,-1-1-1 0 0,1 0 0 0 0,-1 1 1 0 0,1-1-1 0 0,-1 0 0 0 0,1 0 0 0 0,-1 1 1 0 0,1-1-1 0 0,0 0 0 0 0,-1 0 1 0 0,1 0-1 0 0,-1 0 0 0 0,2 0 1 0 0,213-44 145 0 0,20-4-114 0 0,-197 40 7 0 0,-8 3 19 0 0,-28 4-30 0 0,28-4-2165 0 0,-26 4 1035 0 0,1 1-869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09:59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108 111 644 0 0,'-2'-1'1474'0'0,"-70"-30"7094"0"0,71 30-8126 0 0,-31-13 2542 0 0,42 17-2828 0 0,1 0 0 0 0,0-1 0 0 0,0 0 0 0 0,0-1 0 0 0,14 1 0 0 0,64-4 118 0 0,-29 0-173 0 0,245-6 920 0 0,-301 8-881 0 0,-1 0-24 0 0,25 0 302 0 0,-25 0-240 0 0,0 0-144 0 0,-1 0-94 0 0,5-1 296 0 0,-11-4 4 0 0,3 4-232 0 0,-3 1-6 0 0,3 0-7 0 0,-18-7 38 0 0,-39-15-16 0 0,4 1-20 0 0,53 21 5 0 0,-13-4-1460 0 0,13 4 1262 0 0,-1-1-1 0 0,1 1 0 0 0,0-1 0 0 0,0 1 0 0 0,0 0 0 0 0,-1-1 1 0 0,1 1-1 0 0,0 0 0 0 0,0 0 0 0 0,-1 0 0 0 0,1 0 0 0 0,0 0 0 0 0,0 0 1 0 0,-1 0-1 0 0,1 1 0 0 0,0-1 0 0 0,-2 1 0 0 0,5 2-1160 0 0,0 1 37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 1036 0 0,'0'0'4659'0'0,"-10"-3"-1606"0"0,13 11-2827 0 0,1-1 0 0 0,0 1 0 0 0,1-1 0 0 0,-1 0 0 0 0,2 0 0 0 0,-1 0 0 0 0,7 6 0 0 0,46 41 232 0 0,25 10-17 0 0,148 85 1 0 0,-166-109-358 0 0,13 4-5 0 0,-75-42-52 0 0,0-1 0 0 0,-1 1 0 0 0,0 0 0 0 0,1 0 0 0 0,-1 0 1 0 0,0 0-1 0 0,0 0 0 0 0,0 0 0 0 0,0 0 0 0 0,0 1 0 0 0,-1-1 0 0 0,1 1 0 0 0,2 4 1 0 0,-4-5-1 0 0,1 1 0 0 0,-1 0 0 0 0,0-1 1 0 0,0 1-1 0 0,0 0 0 0 0,0-1 0 0 0,0 1 1 0 0,0-1-1 0 0,-1 1 0 0 0,1-1 0 0 0,-1 1 0 0 0,0-1 1 0 0,0 1-1 0 0,0-1 0 0 0,0 1 0 0 0,0-1 1 0 0,0 0-1 0 0,-2 3 0 0 0,-8 12 23 0 0,0-1 1 0 0,-1-1-1 0 0,-1 0 0 0 0,-18 18 0 0 0,-64 47 378 0 0,63-55-1046 0 0,2 2-1 0 0,-44 46 1 0 0,73-71 95 0 0,-7 8-165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1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39 2228 0 0,'0'-12'4877'0'0,"-1"0"-1756"0"0,-1 0 200 0 0,2 12-3288 0 0,0 0 0 0 0,0 0-1 0 0,0-1 1 0 0,0 1 0 0 0,0 0-1 0 0,0 0 1 0 0,-1 0 0 0 0,1 0-1 0 0,0 0 1 0 0,0-1 0 0 0,0 1-1 0 0,0 0 1 0 0,-1 0 0 0 0,1 0-1 0 0,0 0 1 0 0,0 0 0 0 0,0 0-1 0 0,-1 0 1 0 0,1 0 0 0 0,0 0-1 0 0,0 0 1 0 0,0 0 0 0 0,-1 0-1 0 0,1 0 1 0 0,0 0 0 0 0,0 0-1 0 0,0 0 1 0 0,-1 0 0 0 0,1 0-1 0 0,0 0 1 0 0,0 0 0 0 0,0 0-1 0 0,-1 0 1 0 0,1 0 0 0 0,0 1-1 0 0,0-1 1 0 0,0 0 0 0 0,0 0-1 0 0,-1 0 1 0 0,1 0 0 0 0,0 0-1 0 0,0 0 1 0 0,0 1 0 0 0,0-1-1 0 0,-2 2-5 0 0,1 1 0 0 0,-1-1-1 0 0,1 0 1 0 0,0 1 0 0 0,0-1-1 0 0,0 1 1 0 0,0-1 0 0 0,1 1-1 0 0,-1 0 1 0 0,1-1-1 0 0,-1 1 1 0 0,1 3 0 0 0,-1 0 83 0 0,-39 185 1112 0 0,-24 157-1082 0 0,61-323-1226 0 0,2 30 0 0 0,1-46-684 0 0,1 0 0 0 0,0 1 0 0 0,4 13 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59 186 680 0 0,'-2'-8'1204'0'0,"1"0"1"0"0,0-1-1 0 0,1 1 1 0 0,0-1-1 0 0,0 1 0 0 0,2-10 1 0 0,-1 14-1100 0 0,0 0 0 0 0,0 0 1 0 0,0 0-1 0 0,1 1 0 0 0,0-1 0 0 0,-1 1 1 0 0,1-1-1 0 0,0 1 0 0 0,1-1 0 0 0,-1 1 1 0 0,0 0-1 0 0,1 0 0 0 0,0 0 0 0 0,0 1 1 0 0,4-4-1 0 0,4-2-21 0 0,0 1-1 0 0,1 0 1 0 0,-1 1-1 0 0,1 0 1 0 0,0 1-1 0 0,1 0 1 0 0,-1 1-1 0 0,1 1 1 0 0,0 0-1 0 0,26-3 1 0 0,-37 6-66 0 0,1-1-1 0 0,-1 1 1 0 0,1 0 0 0 0,0 0 0 0 0,-1 0 0 0 0,1 0-1 0 0,0 1 1 0 0,-1-1 0 0 0,1 1 0 0 0,0-1-1 0 0,-1 1 1 0 0,1 0 0 0 0,-1 0 0 0 0,0 0 0 0 0,1 0-1 0 0,-1 1 1 0 0,0-1 0 0 0,1 1 0 0 0,-1-1 0 0 0,0 1-1 0 0,0 0 1 0 0,0 0 0 0 0,-1 0 0 0 0,1 0 0 0 0,0 0-1 0 0,-1 0 1 0 0,1 0 0 0 0,1 4 0 0 0,-2-2 15 0 0,-1 0 1 0 0,1 0-1 0 0,-1 1 1 0 0,0-1-1 0 0,0 0 1 0 0,0 0-1 0 0,0 0 1 0 0,-1 0-1 0 0,1 0 1 0 0,-3 7-1 0 0,1-1 19 0 0,0 0-13 0 0,-1-1-1 0 0,0 1 1 0 0,0-1 0 0 0,-1 0-1 0 0,0 0 1 0 0,-1-1 0 0 0,-10 16-1 0 0,-48 53 171 0 0,51-64-172 0 0,-20 20 541 0 0,-2-1 1 0 0,-46 33 0 0 0,47-39 357 0 0,32-25-833 0 0,-3 2 32 0 0,3-3-113 0 0,0 0-1 0 0,0 1 0 0 0,0 0 1 0 0,0-1-1 0 0,0 1 0 0 0,0-1 1 0 0,0 1-1 0 0,0 0 0 0 0,0 0 1 0 0,1 0-1 0 0,-1-1 0 0 0,0 1 1 0 0,-1 2-1 0 0,2-3-20 0 0,-3 3 1 0 0,14 11 5 0 0,150 156 66 0 0,-91-93-17 0 0,20 27-1074 0 0,-82-98-91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40 1824 0 0,'-21'-15'8536'0'0,"9"2"-4382"0"0,13 6-3552 0 0,12 4-363 0 0,-7 2-196 0 0,0 1 1 0 0,0 0 0 0 0,0 0-1 0 0,1 1 1 0 0,-1-1 0 0 0,0 1-1 0 0,0 1 1 0 0,0-1 0 0 0,-1 1-1 0 0,1 0 1 0 0,0 1 0 0 0,-1-1-1 0 0,1 1 1 0 0,-1 0 0 0 0,0 0 0 0 0,7 6-1 0 0,-9-6 31 0 0,1 0 0 0 0,-1 1 0 0 0,0 0 0 0 0,0-1-1 0 0,0 1 1 0 0,0 0 0 0 0,-1 1 0 0 0,0-1 0 0 0,0 0 0 0 0,0 1-1 0 0,0-1 1 0 0,0 1 0 0 0,-1-1 0 0 0,0 1 0 0 0,0 0 0 0 0,-1 0 0 0 0,1 0-1 0 0,-1-1 1 0 0,0 1 0 0 0,0 0 0 0 0,0 0 0 0 0,-2 5 0 0 0,-1 5 207 0 0,-1 1 1 0 0,0-1 0 0 0,-1 0 0 0 0,-1 0-1 0 0,-11 20 1 0 0,-46 67 877 0 0,24-40-575 0 0,31-52-504 0 0,-1 6 20 0 0,9-16-94 0 0,-1 1 1 0 0,1-1 0 0 0,0 1 0 0 0,0 0 0 0 0,0-1-1 0 0,0 1 1 0 0,0 0 0 0 0,0-1 0 0 0,0 1 0 0 0,0-1-1 0 0,0 1 1 0 0,0 0 0 0 0,1-1 0 0 0,-1 1 0 0 0,0-1-1 0 0,0 1 1 0 0,0-1 0 0 0,1 1 0 0 0,-1 0 0 0 0,0-1-1 0 0,1 1 1 0 0,-1-1 0 0 0,1 1 0 0 0,-1-1 0 0 0,1 1-1 0 0,0 0-1 0 0,1-1 1 0 0,-1 1-1 0 0,0 0 0 0 0,0-1 0 0 0,1 1 0 0 0,-1-1 0 0 0,1 0 0 0 0,-1 1 1 0 0,0-1-1 0 0,1 0 0 0 0,-1 0 0 0 0,1 0 0 0 0,-1 0 0 0 0,0 0 0 0 0,1 0 1 0 0,1-1-1 0 0,28-5 9 0 0,-21 4-2 0 0,184-42-1192 0 0,-152 32-1768 0 0,40-20 0 0 0,-46 10-4420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85 2228 0 0,'-31'-17'14985'0'0,"4"-4"-10409"0"0,26 20-4550 0 0,38-15 16 0 0,-1 5 13 0 0,17 0-75 0 0,-50 11 23 0 0,0 0-4 0 0,58-7 8 0 0,-58 7-7 0 0,25 2 271 0 0,-15-1-43 0 0,-22-1-122 0 0,6 0-99 0 0,-6-1 219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50 2708 0 0,'0'-2'1969'0'0,"-5"-46"7125"0"0,4 50-8921 0 0,-1 0 0 0 0,1 1 0 0 0,0-1 0 0 0,0 0 0 0 0,1 0 0 0 0,-1 0 0 0 0,0 1 0 0 0,1-1 0 0 0,-1 0 0 0 0,1 0 0 0 0,0 4 0 0 0,0-5-38 0 0,-9 65 634 0 0,3 1 0 0 0,3 0 0 0 0,6 82 0 0 0,-1-136-720 0 0,-1 1 0 0 0,2-1 0 0 0,0 0 0 0 0,7 21 0 0 0,-8-30-32 0 0,-1 0 0 0 0,1 0 1 0 0,0 0-1 0 0,0 0 0 0 0,1-1 1 0 0,-1 1-1 0 0,1-1 0 0 0,0 0 0 0 0,-1 1 1 0 0,1-1-1 0 0,1 0 0 0 0,-1-1 0 0 0,0 1 1 0 0,1-1-1 0 0,-1 1 0 0 0,1-1 1 0 0,0 0-1 0 0,4 1 0 0 0,-5-2-9 0 0,0 0-1 0 0,0-1 1 0 0,0 0-1 0 0,0 1 1 0 0,0-1-1 0 0,0 0 1 0 0,0-1-1 0 0,0 1 1 0 0,0 0-1 0 0,0-1 1 0 0,0 0-1 0 0,0 0 1 0 0,0 0-1 0 0,0 0 1 0 0,0 0 0 0 0,-1 0-1 0 0,5-3 1 0 0,0-1 7 0 0,1 0 1 0 0,-1 0 0 0 0,-1-1 0 0 0,11-10 0 0 0,-5 2-1 0 0,-1-1 0 0 0,0 0 0 0 0,-1-1 0 0 0,16-32 0 0 0,23-73 121 0 0,-42 104 32 0 0,2-6-69 0 0,-9 21-62 0 0,4 15 27 0 0,-3 3 32 0 0,0 0-1 0 0,-1 0 1 0 0,-3 19 0 0 0,0 5 34 0 0,-29 316 191 0 0,20-243-2703 0 0,10-67-493 0 0,5-15-3899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4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39 382 3252 0 0,'0'-3'2377'0'0,"-1"-43"9092"0"0,-2 54-10242 0 0,0 13-606 0 0,3-8-321 0 0,6 307 1968 0 0,-5-241-1630 0 0,-1-78-495 0 0,-10-8-43 0 0,8 4-93 0 0,0 1 0 0 0,-1-1 0 0 0,1 0 0 0 0,1-1 0 0 0,-1 1 0 0 0,0 0 0 0 0,1-1 0 0 0,0 1 0 0 0,0 0 0 0 0,-2-7 0 0 0,-3-38 1 0 0,5 36-7 0 0,-1-24-15 0 0,2 0 0 0 0,1 0-1 0 0,2 0 1 0 0,2 1-1 0 0,0-1 1 0 0,3 1-1 0 0,1 1 1 0 0,1-1 0 0 0,2 1-1 0 0,2 1 1 0 0,1 1-1 0 0,1 0 1 0 0,33-48-1 0 0,-37 63-8 0 0,0 0-1 0 0,1 1 1 0 0,1 1-1 0 0,24-20 1 0 0,-34 30 16 0 0,2 2 0 0 0,-1-1 0 0 0,0 1 0 0 0,1-1 1 0 0,-1 1-1 0 0,1 1 0 0 0,0-1 0 0 0,0 1 0 0 0,0 0 0 0 0,0 1 1 0 0,0-1-1 0 0,1 1 0 0 0,-1 0 0 0 0,0 1 0 0 0,0-1 0 0 0,1 1 1 0 0,-1 1-1 0 0,9 0 0 0 0,-13 0 9 0 0,0-1 1 0 0,0 0-1 0 0,0 1 0 0 0,0-1 0 0 0,0 1 1 0 0,0 0-1 0 0,0 0 0 0 0,0 0 1 0 0,-1 0-1 0 0,1 0 0 0 0,0 0 1 0 0,0 0-1 0 0,-1 0 0 0 0,1 1 0 0 0,-1-1 1 0 0,1 1-1 0 0,-1-1 0 0 0,1 1 1 0 0,-1 0-1 0 0,0-1 0 0 0,0 1 0 0 0,0 0 1 0 0,0 0-1 0 0,0 0 0 0 0,0 0 1 0 0,-1 0-1 0 0,1 0 0 0 0,-1 0 0 0 0,1 0 1 0 0,-1 0-1 0 0,0 0 0 0 0,1 0 1 0 0,-1 0-1 0 0,0 0 0 0 0,-1 0 0 0 0,1 0 1 0 0,0 1-1 0 0,0-1 0 0 0,-2 4 1 0 0,0 2 8 0 0,-1 0 1 0 0,0 0-1 0 0,0 0 1 0 0,-1-1 0 0 0,0 1-1 0 0,0-1 1 0 0,0 0-1 0 0,-9 10 1 0 0,-2 1 14 0 0,0-2 0 0 0,-1 1-1 0 0,-1-2 1 0 0,0 0 0 0 0,-1-1 0 0 0,-1-1 0 0 0,0-1-1 0 0,-1-1 1 0 0,-32 15 0 0 0,-12-2 958 0 0,62-23-967 0 0,-1 1 0 0 0,2-1-18 0 0,0-1-1 0 0,-1 1 0 0 0,1-1 0 0 0,0 1 1 0 0,1-1-1 0 0,-1 1 0 0 0,0 0 0 0 0,0-1 1 0 0,0 1-1 0 0,0 0 0 0 0,0 0 0 0 0,1 0 1 0 0,-1 0-1 0 0,0 1 0 0 0,0 1-1 0 0,0 0-1 0 0,1 0 1 0 0,0 0 0 0 0,0 0-1 0 0,0 0 1 0 0,0 0 0 0 0,0 1-1 0 0,1-1 1 0 0,-1 0-1 0 0,1 0 1 0 0,0 0 0 0 0,1 3-1 0 0,19 42 5 0 0,-9-21-5 0 0,6 12 47 0 0,40 64-1 0 0,-23-43-1882 0 0,-4 1-3485 0 0,-15-32-2113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60 1220 0 0,'3'-59'21681'0'0,"-33"266"-17612"0"0,20-116-4541 0 0,-11 91-3587 0 0,-1 7-7321 0 0,13-124 2725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92 1012 0 0,'0'-3'1856'0'0,"4"-16"2336"0"0,-1-1 1 0 0,0-30-1 0 0,-19 291-3769 0 0,1-56-5249 0 0,15-150-3 0 0,-2-20 1020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6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11 308 1556 0 0,'2'-21'1088'0'0,"0"1"1"0"0,2 0-1 0 0,0 0 0 0 0,1 0 1 0 0,1 0-1 0 0,1 1 0 0 0,13-28 1 0 0,-15 38-1013 0 0,0 1 1 0 0,0-1 0 0 0,1 1 0 0 0,0 1 0 0 0,0-1 0 0 0,1 1 0 0 0,0 0 0 0 0,0 1 0 0 0,0 0 0 0 0,1 0 0 0 0,0 0 0 0 0,1 1-1 0 0,-1 0 1 0 0,1 1 0 0 0,0 0 0 0 0,0 0 0 0 0,18-4 0 0 0,-23 7-61 0 0,0 0 0 0 0,0 1-1 0 0,-1-1 1 0 0,1 1 0 0 0,0 0 0 0 0,0 0-1 0 0,0 0 1 0 0,0 1 0 0 0,-1-1 0 0 0,1 1-1 0 0,0 0 1 0 0,0 0 0 0 0,-1 0-1 0 0,1 1 1 0 0,4 1 0 0 0,-6-1-3 0 0,0-1 0 0 0,0 0 1 0 0,-1 1-1 0 0,1 0 0 0 0,0-1 0 0 0,-1 1 1 0 0,1 0-1 0 0,-1 0 0 0 0,1-1 0 0 0,-1 1 1 0 0,0 0-1 0 0,0 0 0 0 0,0 1 0 0 0,0-1 1 0 0,0 0-1 0 0,-1 0 0 0 0,1 0 0 0 0,-1 1 1 0 0,1-1-1 0 0,-1 0 0 0 0,0 1 0 0 0,0-1 0 0 0,0 0 1 0 0,0 0-1 0 0,0 1 0 0 0,-1 3 0 0 0,-2 7 8 0 0,0-1-1 0 0,-1 0 0 0 0,0 0 0 0 0,-1-1 0 0 0,0 1 0 0 0,-1-1 0 0 0,-13 19 1 0 0,0-3-5 0 0,-41 42 1 0 0,23-34 1164 0 0,-76 56 0 0 0,95-78-442 0 0,17-12-382 0 0,3 0-341 0 0,1 2-10 0 0,1-1 0 0 0,0 0-1 0 0,0 0 1 0 0,1 0-1 0 0,-1 0 1 0 0,0-1-1 0 0,8 2 1 0 0,6 3-3 0 0,-1 2 22 0 0,-1 0-1 0 0,-1 1 1 0 0,1 1 0 0 0,-2 0 0 0 0,1 1 0 0 0,-1 1 0 0 0,-1 0-1 0 0,16 19 1 0 0,4 10-1894 0 0,42 68-1 0 0,-53-75-352 0 0,-8-14-1058 0 0,-1-2-1271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7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225 141 848 0 0,'-8'-13'6598'0'0,"5"7"-5228"0"0,1-1-1 0 0,0 0 1 0 0,0 0 0 0 0,-2-11-1 0 0,3 12-956 0 0,1 0-1 0 0,0 0 1 0 0,0 1-1 0 0,0-1 1 0 0,3-11 0 0 0,-3 15-386 0 0,1 0 1 0 0,0 0 0 0 0,0 0 0 0 0,0 0 0 0 0,0 0-1 0 0,0 0 1 0 0,0 1 0 0 0,1-1 0 0 0,-1 0 0 0 0,1 0-1 0 0,-1 1 1 0 0,1-1 0 0 0,0 1 0 0 0,-1 0 0 0 0,1-1-1 0 0,0 1 1 0 0,0 0 0 0 0,0 0 0 0 0,0 0 0 0 0,0 0-1 0 0,0 1 1 0 0,0-1 0 0 0,0 0 0 0 0,0 1 0 0 0,1-1-1 0 0,-1 1 1 0 0,0 0 0 0 0,0 0 0 0 0,0 0 0 0 0,1 0-1 0 0,-1 0 1 0 0,0 0 0 0 0,0 1 0 0 0,0-1 0 0 0,1 1-1 0 0,-1 0 1 0 0,0-1 0 0 0,0 1 0 0 0,2 1 0 0 0,-1 0-16 0 0,-1 0 0 0 0,0-1 0 0 0,0 1 0 0 0,0 0 0 0 0,0 0 0 0 0,0 0 0 0 0,0 1 0 0 0,0-1 0 0 0,-1 0 0 0 0,1 1 0 0 0,-1-1 0 0 0,0 1 0 0 0,1-1 0 0 0,-1 1 0 0 0,0 0 1 0 0,1 4-1 0 0,-2-2 4 0 0,1 1 0 0 0,-1-1 1 0 0,0 0-1 0 0,0 0 0 0 0,-1 0 1 0 0,0 0-1 0 0,1 0 0 0 0,-4 9 1 0 0,-4 6 33 0 0,0 0 1 0 0,-2-1 0 0 0,-18 30 0 0 0,20-36-23 0 0,-1 0 22 0 0,5-7-23 0 0,0 0-1 0 0,1 0 1 0 0,-1 1 0 0 0,-2 8-1 0 0,7-13-32 0 0,97 37-53 0 0,-88-34 75 0 0,0 1 0 0 0,-1 0 0 0 0,1 1-1 0 0,-1 0 1 0 0,-1 0 0 0 0,1 1 0 0 0,-1 0 0 0 0,11 14 0 0 0,-16-17 85 0 0,0 0 0 0 0,0 0 0 0 0,0 0 0 0 0,-1 0 1 0 0,0 0-1 0 0,0 1 0 0 0,0-1 0 0 0,0 1 0 0 0,-1-1 1 0 0,0 1-1 0 0,0-1 0 0 0,0 1 0 0 0,-1 0 1 0 0,0 0-1 0 0,0-1 0 0 0,-1 1 0 0 0,1 0 0 0 0,-3 9 1 0 0,0-5 92 0 0,-1 0 0 0 0,0 0 0 0 0,0 0 1 0 0,-1-1-1 0 0,0 1 0 0 0,-1-1 0 0 0,0 0 1 0 0,0-1-1 0 0,-1 1 0 0 0,0-1 0 0 0,-1-1 1 0 0,0 1-1 0 0,0-1 0 0 0,0-1 0 0 0,-1 0 1 0 0,0 0-1 0 0,0 0 0 0 0,0-1 0 0 0,-17 6 1 0 0,14-6-180 0 0,-1-1 1 0 0,0 0 0 0 0,0-1 0 0 0,0-1 0 0 0,0 0-1 0 0,0-1 1 0 0,-1 0 0 0 0,1-1 0 0 0,0 0 0 0 0,-1-1-1 0 0,1-1 1 0 0,0 0 0 0 0,0-1 0 0 0,0 0-1 0 0,-18-7 1 0 0,28 9-172 0 0,0 0-1 0 0,1 0 0 0 0,-1 0 1 0 0,1-1-1 0 0,-1 1 0 0 0,1 0 1 0 0,0-1-1 0 0,-1 0 0 0 0,1 1 1 0 0,0-1-1 0 0,0 0 0 0 0,0 0 1 0 0,1 0-1 0 0,-1-1 0 0 0,0 1 1 0 0,1 0-1 0 0,-1-1 1 0 0,1 1-1 0 0,0-1 0 0 0,0 1 1 0 0,0-1-1 0 0,0 1 0 0 0,0-1 1 0 0,0 0-1 0 0,1 1 0 0 0,0-1 1 0 0,-1 0-1 0 0,1 0 0 0 0,0 0 1 0 0,0 1-1 0 0,0-1 0 0 0,1 0 1 0 0,-1 0-1 0 0,1 1 0 0 0,-1-1 1 0 0,1 0-1 0 0,0 1 1 0 0,0-1-1 0 0,0 1 0 0 0,1-1 1 0 0,-1 1-1 0 0,1-1 0 0 0,-1 1 1 0 0,3-3-1 0 0,6-8-1967 0 0,0 2-1 0 0,0-1 1 0 0,22-17 0 0 0,-5 5-4712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7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9 267 2876 0 0,'-9'-1'13384'0'0,"31"0"-12766"0"0,19-3-718 0 0,-8 0 124 0 0,13-2-571 0 0,1-2-1 0 0,-2-2 1 0 0,58-20 0 0 0,-100 29 324 0 0,0 0 1 0 0,0 0 0 0 0,0 0 0 0 0,-1-1-1 0 0,1 1 1 0 0,0-1 0 0 0,-1 0 0 0 0,1 1-1 0 0,-1-1 1 0 0,0 0 0 0 0,0 0 0 0 0,0-1-1 0 0,0 1 1 0 0,0 0 0 0 0,0-1 0 0 0,0 1-1 0 0,-1-1 1 0 0,0 0 0 0 0,1 1 0 0 0,0-5 0 0 0,-1 4 72 0 0,-1-1 1 0 0,0 0 0 0 0,0 0-1 0 0,0 0 1 0 0,0 0 0 0 0,0 0 0 0 0,-1 0-1 0 0,0 0 1 0 0,0 0 0 0 0,0 1 0 0 0,0-1-1 0 0,-1 0 1 0 0,1 1 0 0 0,-5-8 0 0 0,-48-76 4458 0 0,53 85-4154 0 0,-3-2 519 0 0,9 14 87 0 0,2 7-596 0 0,-2 1-1 0 0,0-1 1 0 0,-1 1 0 0 0,-1 0-1 0 0,-1 0 1 0 0,0 0 0 0 0,-1 0 0 0 0,-1 0-1 0 0,-1 0 1 0 0,0 0 0 0 0,-6 26-1 0 0,-23 79-1603 0 0,-8-8-5448 0 0,37-111 6542 0 0,-9 22-4162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75 448 0 0,'-11'-65'10862'0'0,"10"63"-10328"0"0,1 1-409 0 0,0 1 0 0 0,-1-1 1 0 0,1 1-1 0 0,0-1 0 0 0,-1 1 1 0 0,1 0-1 0 0,0-1 0 0 0,-1 1 1 0 0,1-1-1 0 0,0 1 0 0 0,-1 0 0 0 0,1-1 1 0 0,-1 1-1 0 0,1 0 0 0 0,-1-1 1 0 0,1 1-1 0 0,-1 0 0 0 0,0 0 1 0 0,-1 3 46 0 0,0 1 1 0 0,0 1-1 0 0,1-1 1 0 0,-1 0-1 0 0,1 0 1 0 0,0 1-1 0 0,0-1 1 0 0,0 0-1 0 0,1 1 1 0 0,0 6-1 0 0,-3 12 277 0 0,-91 415 1634 0 0,85-401-2176 0 0,-12 53-422 0 0,6-32-4965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54 217 392 0 0,'5'-18'1476'0'0,"1"0"-1"0"0,0 1 1 0 0,2-1 0 0 0,0 1-1 0 0,16-24 1 0 0,-19 34-1286 0 0,0 0 0 0 0,0 0 0 0 0,1 1 0 0 0,0 0 0 0 0,0 0 1 0 0,1 1-1 0 0,0-1 0 0 0,0 2 0 0 0,0-1 0 0 0,0 1 0 0 0,1 0 0 0 0,0 0 1 0 0,0 1-1 0 0,13-4 0 0 0,-13 5-101 0 0,-1 0 1 0 0,1 1-1 0 0,0 0 0 0 0,0 1 1 0 0,-1 0-1 0 0,1 0 1 0 0,0 0-1 0 0,0 1 0 0 0,-1 0 1 0 0,1 1-1 0 0,10 3 1 0 0,-15-4-44 0 0,0 0 1 0 0,0 0-1 0 0,-1 1 1 0 0,1-1-1 0 0,0 1 1 0 0,-1 0-1 0 0,0-1 1 0 0,1 1 0 0 0,-1 0-1 0 0,0 0 1 0 0,0 0-1 0 0,0 1 1 0 0,0-1-1 0 0,0 0 1 0 0,-1 1-1 0 0,1-1 1 0 0,-1 1-1 0 0,1 0 1 0 0,-1 0 0 0 0,0-1-1 0 0,0 1 1 0 0,0 0-1 0 0,-1 0 1 0 0,1 0-1 0 0,-1 0 1 0 0,1 0-1 0 0,-1 0 1 0 0,0 0-1 0 0,0 0 1 0 0,0 0 0 0 0,-1 0-1 0 0,0 5 1 0 0,-2 4 69 0 0,-1 0-1 0 0,0 0 1 0 0,-1 0 0 0 0,0 0 0 0 0,0-1 0 0 0,-1 0 0 0 0,-1 0 0 0 0,0-1 0 0 0,-16 18-1 0 0,-6 5 307 0 0,-49 40 1 0 0,55-55 82 0 0,0-1 0 0 0,-1-1 0 0 0,-1-1 0 0 0,-50 22 0 0 0,73-37-470 0 0,0 1 1 0 0,0 0-1 0 0,0-1 0 0 0,0 0 0 0 0,0 1 0 0 0,0-1 1 0 0,0 0-1 0 0,0 0 0 0 0,0 0 0 0 0,-3-1 1 0 0,4 1-4 0 0,3 1-28 0 0,8 3-41 0 0,10 6 45 0 0,0 1 1 0 0,-1 1-1 0 0,-1 1 1 0 0,19 16-1 0 0,68 66-8 0 0,-99-89-6 0 0,72 76-1341 0 0,-19-18-1409 0 0,4-6-4719 0 0,-44-42 1799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9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115 117 2272 0 0,'-4'-9'2295'0'0,"0"0"-1"0"0,0 1 1 0 0,0-1-1 0 0,-3-18 1 0 0,-2-4 452 0 0,9 30-2726 0 0,0 0 1 0 0,-1 1 0 0 0,1-1 0 0 0,0 0 0 0 0,0 1-1 0 0,0-1 1 0 0,0 0 0 0 0,0 0 0 0 0,0 1 0 0 0,0-1-1 0 0,0 0 1 0 0,0 1 0 0 0,0-1 0 0 0,0 0 0 0 0,0 1-1 0 0,1-1 1 0 0,-1 0 0 0 0,0 1 0 0 0,0-1 0 0 0,1 0-1 0 0,-1 1 1 0 0,0-1 0 0 0,1 0 0 0 0,-1 1 0 0 0,1-1-1 0 0,-1 1 1 0 0,1-1 0 0 0,-1 1 0 0 0,1-1 0 0 0,-1 1-1 0 0,1-1 1 0 0,0 1 0 0 0,-1 0 0 0 0,1-1 0 0 0,0 1-1 0 0,-1 0 1 0 0,1 0 0 0 0,0-1 0 0 0,-1 1 0 0 0,1 0-1 0 0,0 0 1 0 0,-1 0 0 0 0,1 0 0 0 0,0 0 0 0 0,0 0-1 0 0,-1 0 1 0 0,1 0 0 0 0,1 0 0 0 0,2 0 0 0 0,0 0-1 0 0,1 0 1 0 0,-1 1 0 0 0,0 0 0 0 0,0-1 0 0 0,6 3-1 0 0,-7-2-11 0 0,1 1-1 0 0,-1 0 1 0 0,1 0-1 0 0,-1 0 1 0 0,0 0-1 0 0,0 0 1 0 0,0 1-1 0 0,0-1 1 0 0,0 1-1 0 0,0 0 1 0 0,-1-1-1 0 0,0 2 1 0 0,1-1-1 0 0,-1 0 1 0 0,0 0-1 0 0,0 1 1 0 0,-1-1-1 0 0,1 1 1 0 0,-1-1-1 0 0,0 1 1 0 0,1 4-1 0 0,-1-2 7 0 0,0 0 0 0 0,-1-1 0 0 0,1 1 0 0 0,-1 0 0 0 0,-1 0-1 0 0,1 0 1 0 0,-1-1 0 0 0,0 1 0 0 0,-1 0 0 0 0,1-1 0 0 0,-1 1-1 0 0,0-1 1 0 0,-6 11 0 0 0,3-5 16 0 0,2-5 6 0 0,-1 0 1 0 0,1 1 0 0 0,-1-2 0 0 0,0 1 0 0 0,0 0 0 0 0,-9 8-1 0 0,-1 3 114 0 0,13-16-160 0 0,6-3-22 0 0,0 0 16 0 0,0 0-1 0 0,0 0 1 0 0,0 1-1 0 0,0 0 1 0 0,6-1-1 0 0,-3 3 8 0 0,1 0 0 0 0,0 0 1 0 0,-1 1-1 0 0,1 0 0 0 0,-1 0 0 0 0,0 1 0 0 0,0 0 1 0 0,0 0-1 0 0,0 1 0 0 0,0 0 0 0 0,7 6 0 0 0,-9-6 86 0 0,-1 0-1 0 0,0 0 0 0 0,0 0 1 0 0,0 1-1 0 0,0-1 1 0 0,-1 1-1 0 0,1 0 0 0 0,-1 1 1 0 0,-1-1-1 0 0,1 1 0 0 0,-1 0 1 0 0,0-1-1 0 0,0 1 0 0 0,-1 1 1 0 0,3 9-1 0 0,-4-14 47 0 0,-1 1 1 0 0,0 0-1 0 0,0 0 0 0 0,0 0 0 0 0,0 0 0 0 0,0 0 1 0 0,-1-1-1 0 0,1 1 0 0 0,-1 0 0 0 0,0 0 0 0 0,0-1 1 0 0,0 1-1 0 0,0 0 0 0 0,0-1 0 0 0,-1 1 0 0 0,1-1 1 0 0,-3 3-1 0 0,1 0 84 0 0,-1-1 1 0 0,0 1 0 0 0,-1-1-1 0 0,1 0 1 0 0,-1 0 0 0 0,-9 6-1 0 0,6-6-112 0 0,1-1 0 0 0,-1 0 0 0 0,0 0 0 0 0,0 0 0 0 0,0-1 0 0 0,-1 0 0 0 0,1-1 1 0 0,0 0-1 0 0,-1 0 0 0 0,1-1 0 0 0,0 0 0 0 0,-17-2 0 0 0,7-1-149 0 0,-1 0-1 0 0,1-2 1 0 0,-1 0 0 0 0,-28-12 0 0 0,44 16-144 0 0,0 0 1 0 0,0-1-1 0 0,1 1 1 0 0,-1-1-1 0 0,0 0 1 0 0,1 0-1 0 0,-1 0 0 0 0,1 0 1 0 0,-1 0-1 0 0,1 0 1 0 0,0 0-1 0 0,0-1 1 0 0,-2-3-1 0 0,3 5-49 0 0,1-1-1 0 0,-1 0 1 0 0,1 1-1 0 0,-1-1 1 0 0,1 0-1 0 0,0 1 1 0 0,-1-1-1 0 0,1 0 1 0 0,0 0-1 0 0,0 1 1 0 0,0-1-1 0 0,1 0 1 0 0,-1 0-1 0 0,0 1 1 0 0,1-1-1 0 0,-1 0 1 0 0,1 0-1 0 0,-1 1 1 0 0,1-1-1 0 0,0 1 1 0 0,0-1-1 0 0,0 1 1 0 0,0-1-1 0 0,0 1 1 0 0,1-2-1 0 0,24-27-6559 0 0,-10 12 768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92 2768 0 0,'-15'-1'4341'0'0,"-1"-3"1355"0"0,15 4-5504 0 0,0-1 0 0 0,0 1 0 0 0,0 0 0 0 0,0-1 0 0 0,0 1 0 0 0,0 0 0 0 0,0-1 0 0 0,0 0 0 0 0,0 1 0 0 0,0-1 0 0 0,0 1 0 0 0,0-1 0 0 0,-1-1 0 0 0,2 2-155 0 0,0-1 1 0 0,0 1-1 0 0,0 0 1 0 0,0-1-1 0 0,0 1 1 0 0,0 0-1 0 0,0 0 1 0 0,0-1-1 0 0,0 1 1 0 0,0 0-1 0 0,0 0 1 0 0,0-1-1 0 0,0 1 1 0 0,0 0-1 0 0,0-1 1 0 0,0 1-1 0 0,0 0 1 0 0,1 0-1 0 0,-1-1 1 0 0,0 1-1 0 0,0 0 1 0 0,0 0-1 0 0,0 0 1 0 0,1-1-1 0 0,-1 1 1 0 0,0 0-1 0 0,0 0 1 0 0,0 0-1 0 0,1 0 1 0 0,-1-1-1 0 0,0 1 1 0 0,1 0-1 0 0,31-14 327 0 0,-24 12-295 0 0,131-38 105 0 0,-93 31-3018 0 0,-5 3-4221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09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182 116 1512 0 0,'-75'-32'9246'0'0,"74"32"-9170"0"0,0-1 1 0 0,0 1-1 0 0,-1-1 1 0 0,1 1-1 0 0,0-1 1 0 0,0 0 0 0 0,-1 0-1 0 0,1 1 1 0 0,0-1-1 0 0,0 0 1 0 0,0 0-1 0 0,0 0 1 0 0,0 0 0 0 0,1-1-1 0 0,-1 1 1 0 0,0 0-1 0 0,0 0 1 0 0,1 0-1 0 0,-1-1 1 0 0,1 1-1 0 0,-1 0 1 0 0,1-1 0 0 0,-1 1-1 0 0,1 0 1 0 0,0-1-1 0 0,0 1 1 0 0,-1 0-1 0 0,1-1 1 0 0,0 1 0 0 0,0-1-1 0 0,1 1 1 0 0,-1 0-1 0 0,0-1 1 0 0,0 1-1 0 0,1-1 1 0 0,0-1 0 0 0,0 0-50 0 0,0 1 1 0 0,0 0 0 0 0,0-1 0 0 0,1 1 0 0 0,-1 0-1 0 0,1 0 1 0 0,0-1 0 0 0,-1 1 0 0 0,1 1 0 0 0,0-1-1 0 0,0 0 1 0 0,0 0 0 0 0,1 1 0 0 0,-1-1 0 0 0,0 1-1 0 0,0-1 1 0 0,1 1 0 0 0,-1 0 0 0 0,4-1 0 0 0,-2 1-15 0 0,0 1 0 0 0,0-1 0 0 0,0 1 0 0 0,0 0 0 0 0,0 0 0 0 0,1 0 0 0 0,-1 0 1 0 0,0 1-1 0 0,0 0 0 0 0,0 0 0 0 0,0 0 0 0 0,0 0 0 0 0,7 4 0 0 0,-8-4 5 0 0,0 1 0 0 0,0-1-1 0 0,-1 1 1 0 0,1 0-1 0 0,-1 0 1 0 0,1 0 0 0 0,-1 0-1 0 0,0 0 1 0 0,1 1 0 0 0,-1-1-1 0 0,-1 1 1 0 0,1-1 0 0 0,0 1-1 0 0,0 0 1 0 0,-1 0-1 0 0,0 0 1 0 0,1 0 0 0 0,-1 0-1 0 0,0 0 1 0 0,0 4 0 0 0,0 5 103 0 0,0-1 0 0 0,-1 1 1 0 0,-1 0-1 0 0,1 0 1 0 0,-2 0-1 0 0,0-1 0 0 0,0 1 1 0 0,-1-1-1 0 0,-1 1 0 0 0,0-1 1 0 0,0 0-1 0 0,-9 15 0 0 0,-10 13 795 0 0,-50 68 0 0 0,65-96-753 0 0,-32 37 565 0 0,25-31-372 0 0,-22 32 1 0 0,36-48-329 0 0,1 0-25 0 0,0-1 1 0 0,-1 0-1 0 0,1 1 1 0 0,0-1 0 0 0,0 1-1 0 0,0-1 1 0 0,-1 0-1 0 0,1 1 1 0 0,0-1-1 0 0,0 1 1 0 0,0-1-1 0 0,0 1 1 0 0,0-1-1 0 0,0 1 1 0 0,0-1-1 0 0,0 0 1 0 0,0 1 0 0 0,0-1-1 0 0,0 1 1 0 0,0-1-1 0 0,0 1 1 0 0,0-1-1 0 0,0 1 1 0 0,1-1-1 0 0,-1 1 1 0 0,5 2 13 0 0,1-1 0 0 0,-1 1 0 0 0,1-1 0 0 0,-1-1 0 0 0,1 1 0 0 0,0-1 0 0 0,0 0 0 0 0,-1 0 0 0 0,8-1 0 0 0,59-1 49 0 0,-32 0-91 0 0,49-4-1142 0 0,-73 4-684 0 0,0-1 0 0 0,-1-1-1 0 0,21-7 1 0 0,-24 5-1857 0 0,1-1-1653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146 338 2240 0 0,'-5'-36'8872'0'0,"0"5"-4259"0"0,5 29-4082 0 0,-4-4 176 0 0,2 3 549 0 0,-1 15-53 0 0,-18 118 1193 0 0,-7 42-1730 0 0,2-40-462 0 0,20-98-123 0 0,3-17-66 0 0,2-9 53 0 0,0 1-1 0 0,-1-1 1 0 0,0 0 0 0 0,-5 14-1 0 0,7-22-70 0 0,0 0 0 0 0,-1 0 0 0 0,1 0 0 0 0,0 0-1 0 0,-1 1 1 0 0,1-1 0 0 0,0 0 0 0 0,0 0 0 0 0,-1 0 0 0 0,1 0 0 0 0,0 0 0 0 0,-1 0-1 0 0,1 0 1 0 0,0 0 0 0 0,0 0 0 0 0,-1 0 0 0 0,1 0 0 0 0,0 0 0 0 0,-1 0 0 0 0,1-1-1 0 0,0 1 1 0 0,0 0 0 0 0,-1 0 0 0 0,1 0 0 0 0,0 0 0 0 0,0 0 0 0 0,-1 0 0 0 0,1-1-1 0 0,0 1 1 0 0,0 0 0 0 0,0 0 0 0 0,-1 0 0 0 0,1-1 0 0 0,0 1 0 0 0,0-1-1 0 0,-9-8-154 0 0,7 1 44 0 0,-1 0-1 0 0,1 0 0 0 0,1 0 1 0 0,-1 0-1 0 0,1 0 0 0 0,1-1 1 0 0,0-10-1 0 0,8-63-420 0 0,-6 65 423 0 0,5-33 4 0 0,2 0 0 0 0,2 0 0 0 0,2 1 0 0 0,2 1 0 0 0,3 0-1 0 0,2 1 1 0 0,1 1 0 0 0,3 1 0 0 0,55-80 0 0 0,-73 118 93 0 0,-1 0 0 0 0,1 1 0 0 0,0 0 0 0 0,0 0 0 0 0,1 0 0 0 0,0 0 0 0 0,0 1 0 0 0,12-6 0 0 0,-17 10 13 0 0,0 0 0 0 0,0 0 0 0 0,1 0 1 0 0,-1 0-1 0 0,0 1 0 0 0,1-1 0 0 0,-1 1 0 0 0,1-1 0 0 0,-1 1 0 0 0,0 0 0 0 0,1 0 0 0 0,-1 0 0 0 0,1 1 0 0 0,-1-1 0 0 0,1 0 0 0 0,-1 1 0 0 0,0 0 1 0 0,1-1-1 0 0,-1 1 0 0 0,0 0 0 0 0,0 0 0 0 0,1 0 0 0 0,-1 1 0 0 0,0-1 0 0 0,0 0 0 0 0,0 1 0 0 0,-1 0 0 0 0,1-1 0 0 0,0 1 0 0 0,0 0 1 0 0,-1 0-1 0 0,1 0 0 0 0,-1 0 0 0 0,1 2 0 0 0,2 2 11 0 0,-1 0 1 0 0,0 0-1 0 0,-1 0 0 0 0,1 0 1 0 0,-1 0-1 0 0,-1 1 1 0 0,1-1-1 0 0,-1 1 1 0 0,0 0-1 0 0,0-1 0 0 0,-1 1 1 0 0,0 0-1 0 0,0-1 1 0 0,-1 1-1 0 0,0 0 0 0 0,-3 11 1 0 0,-1 2 7 0 0,-1 0 0 0 0,-1-1 0 0 0,-1 0 0 0 0,-11 21 0 0 0,8-20 5 0 0,-2 0 0 0 0,0-1 0 0 0,-1 0 0 0 0,-1-1 0 0 0,-1-1 0 0 0,0 0 0 0 0,-2-1 0 0 0,-36 26 0 0 0,50-39 2 0 0,-1 0 1 0 0,1-1-1 0 0,-1 1 0 0 0,1-1 0 0 0,-1 0 0 0 0,0-1 0 0 0,1 1 1 0 0,-1-1-1 0 0,0 0 0 0 0,0 0 0 0 0,0-1 0 0 0,0 1 0 0 0,0-1 1 0 0,0 0-1 0 0,0 0 0 0 0,0-1 0 0 0,0 0 0 0 0,0 0 0 0 0,0 0 1 0 0,0 0-1 0 0,0-1 0 0 0,1 1 0 0 0,-7-4 0 0 0,9 4 2 0 0,-3-4 43 0 0,12 6-66 0 0,1 1-1 0 0,-1 0 1 0 0,0 0-1 0 0,0 1 1 0 0,0 0-1 0 0,0 0 1 0 0,-1 1 0 0 0,10 6-1 0 0,53 43 30 0 0,-54-41-12 0 0,28 26 50 0 0,-2 2 0 0 0,49 64 0 0 0,-8-11-5199 0 0,-62-76 2080 0 0,-5-8-1724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0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89 3148 0 0,'0'-14'5699'0'0,"-1"-3"-1313"0"0,0-8 1109 0 0,-2 0-576 0 0,0 17-2960 0 0,1 16-159 0 0,-27 235-3313 0 0,19-167-3746 0 0,1 0-4775 0 0,7-55 1838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970 96 68 0 0,'14'-43'20586'0'0,"-15"42"-20246"0"0,-20-13 1318 0 0,9 9-1840 0 0,0 0-1 0 0,-20-5 1 0 0,-2 4 158 0 0,-1 0 1 0 0,0 3-1 0 0,-48 0 1 0 0,71 4 16 0 0,0-1 1 0 0,0 2-1 0 0,0 0 0 0 0,0 0 1 0 0,-16 6-1 0 0,27-7-3 0 0,-1-1 8 0 0,1 0-1 0 0,0 0 0 0 0,0 0 0 0 0,0 1 0 0 0,-1-1 1 0 0,1 1-1 0 0,0-1 0 0 0,0 1 0 0 0,0-1 0 0 0,0 1 1 0 0,0 0-1 0 0,0-1 0 0 0,0 1 0 0 0,0 0 1 0 0,0 0-1 0 0,0 0 0 0 0,0-1 0 0 0,-1 3 0 0 0,-15 21-45 0 0,12-13 45 0 0,1 0 0 0 0,0 0 1 0 0,1 0-1 0 0,0 1 0 0 0,-2 20 0 0 0,0 65 31 0 0,2-38-2 0 0,-10 283 134 0 0,-3-27-74 0 0,-30 433 224 0 0,-10-16-34 0 0,41-511-101 0 0,-6 92 141 0 0,-53 677 2298 0 0,-5-464-969 0 0,-49-9-106 0 0,22-73-628 0 0,105-436-885 0 0,-1 1 0 0 0,1-1 0 0 0,1 0 0 0 0,0 0 0 0 0,0 0 0 0 0,3 16-1 0 0,-3-22-21 0 0,1 1-1 0 0,-1-1 0 0 0,1 1 1 0 0,0-1-1 0 0,0 1 0 0 0,1-1 0 0 0,-1 1 1 0 0,0-1-1 0 0,1 0 0 0 0,-1 0 1 0 0,1 0-1 0 0,0 0 0 0 0,0 0 1 0 0,-1 0-1 0 0,1 0 0 0 0,1-1 0 0 0,-1 1 1 0 0,0-1-1 0 0,0 1 0 0 0,0-1 1 0 0,1 0-1 0 0,-1 0 0 0 0,1 0 0 0 0,3 1 1 0 0,8 1-120 0 0,0 0 1 0 0,0-1-1 0 0,0-1 1 0 0,0 0-1 0 0,0-1 1 0 0,22-3 0 0 0,87-19-1570 0 0,-82 13 1111 0 0,411-92-6542 0 0,-155 14-3448 0 0,-212 58 3522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57 1712 0 0,'1'-24'5311'0'0,"1"8"-1501"0"0,-4 0-1019 0 0,-2 29-1196 0 0,-3 32-426 0 0,-28 384 1591 0 0,32-331-2073 0 0,3-96-872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5 341 124 0 0,'0'0'13801'0'0,"-4"-8"-11983"0"0,13-1-1618 0 0,0 0 0 0 0,1 0 0 0 0,0 1 0 0 0,0 0 0 0 0,16-9 0 0 0,17-14-139 0 0,-28 20-42 0 0,0-1 0 0 0,-1-1 0 0 0,-1-1 0 0 0,0 0 0 0 0,-1 0 0 0 0,-1-1 0 0 0,0-1 0 0 0,-1 0 0 0 0,0 0 0 0 0,-2-1 0 0 0,8-19 0 0 0,-8-2-45 0 0,-8 38 24 0 0,1 0 1 0 0,-1 0-1 0 0,0 0 1 0 0,0-1-1 0 0,0 1 1 0 0,0 0 0 0 0,0 0-1 0 0,0-1 1 0 0,0 1-1 0 0,1 0 1 0 0,-1 0 0 0 0,0-1-1 0 0,0 1 1 0 0,0 0-1 0 0,0 0 1 0 0,0-1-1 0 0,0 1 1 0 0,0 0 0 0 0,0 0-1 0 0,0-1 1 0 0,0 1-1 0 0,-1 0 1 0 0,1 0-1 0 0,0-1 1 0 0,0 1 0 0 0,0 0-1 0 0,0 0 1 0 0,0 0-1 0 0,0-1 1 0 0,0 1 0 0 0,-1 0-1 0 0,1 0 1 0 0,0 0-1 0 0,0-1 1 0 0,0 1-1 0 0,0 0 1 0 0,-1 0 0 0 0,1 0-1 0 0,0 0 1 0 0,0-1-1 0 0,-1 1 1 0 0,1 0-1 0 0,0 0 1 0 0,0 0 0 0 0,0 0-1 0 0,-1 0 1 0 0,1 0-1 0 0,0 0 1 0 0,0 0-1 0 0,-1 0 1 0 0,1 0 0 0 0,0 0-1 0 0,0 0 1 0 0,-1 0-1 0 0,1 0 1 0 0,0 0 0 0 0,0 0-1 0 0,-1 0 1 0 0,1 0-1 0 0,0 0 1 0 0,0 0-1 0 0,-1 0 1 0 0,1 0 0 0 0,0 1-1 0 0,0-1 1 0 0,-1 0-1 0 0,1 0 1 0 0,0 0-1 0 0,-15 10-30 0 0,8-2 23 0 0,0 1 1 0 0,0-1-1 0 0,1 1 0 0 0,0 1 1 0 0,-8 18-1 0 0,-16 53 68 0 0,2 19-38 0 0,5 1 0 0 0,5 1 0 0 0,-8 140 0 0 0,14-91 1765 0 0,12-148-1259 0 0,1 6 261 0 0,-3-16-239 0 0,0-17-226 0 0,4-9-279 0 0,1 0 0 0 0,2 0-1 0 0,1 1 1 0 0,2 0 0 0 0,1 0 0 0 0,22-51-1 0 0,-21 62-58 0 0,0 0-1 0 0,2 0 1 0 0,1 1 0 0 0,1 1-1 0 0,0 0 1 0 0,1 1-1 0 0,1 1 1 0 0,1 0-1 0 0,0 1 1 0 0,21-14-1 0 0,-28 22 6 0 0,1 1-1 0 0,1 0 0 0 0,-1 1 0 0 0,1 1 1 0 0,0 0-1 0 0,0 0 0 0 0,1 1 1 0 0,14-3-1 0 0,-21 6 7 0 0,1 0 1 0 0,-1 1-1 0 0,0-1 1 0 0,1 1-1 0 0,-1 0 0 0 0,1 1 1 0 0,-1 0-1 0 0,1 0 1 0 0,-1 0-1 0 0,1 1 0 0 0,-1 0 1 0 0,0 0-1 0 0,0 0 1 0 0,0 1-1 0 0,0 0 0 0 0,-1 0 1 0 0,1 0-1 0 0,6 6 1 0 0,-10-7 0 0 0,0 0 1 0 0,0 0 0 0 0,0 0 0 0 0,0 0 0 0 0,0 0 0 0 0,0 0-1 0 0,-1 0 1 0 0,1 1 0 0 0,-1-1 0 0 0,1 1 0 0 0,-1 0 0 0 0,0-1-1 0 0,0 1 1 0 0,0 0 0 0 0,-1-1 0 0 0,1 1 0 0 0,0 5 0 0 0,-1-4 5 0 0,0 0 0 0 0,-1 0 0 0 0,1 0 0 0 0,-1 0 0 0 0,0 0 0 0 0,0 0 0 0 0,0 0 0 0 0,-1 0 0 0 0,1 0 0 0 0,-1 0 1 0 0,-3 3-1 0 0,0 2 4 0 0,-1 0-1 0 0,-1-1 1 0 0,1 0 0 0 0,-2-1 0 0 0,1 1 0 0 0,-1-2 0 0 0,0 1 0 0 0,-16 10 0 0 0,15-12-9 0 0,-1 0 1 0 0,1-1 0 0 0,0 0-1 0 0,-1-1 1 0 0,0 0-1 0 0,0-1 1 0 0,0 1 0 0 0,0-2-1 0 0,0 0 1 0 0,0 0 0 0 0,-1-1-1 0 0,1 0 1 0 0,0 0-1 0 0,0-1 1 0 0,0-1 0 0 0,-1 0-1 0 0,1 0 1 0 0,1-1 0 0 0,-14-5-1 0 0,16 4-71 0 0,-1 1 0 0 0,1 0 0 0 0,-13-2 0 0 0,19 6 59 0 0,1 0 12 0 0,0 0 1 0 0,0-1 0 0 0,0 1 0 0 0,0 0 0 0 0,0 0 0 0 0,0-1 0 0 0,1 1 0 0 0,-1 0 0 0 0,0-1 0 0 0,0 1 0 0 0,0 0 0 0 0,1-1-1 0 0,-1 1 1 0 0,0 0 0 0 0,1-1 0 0 0,-1 1 0 0 0,0 0 0 0 0,1-1 0 0 0,-1 1 0 0 0,1-1 0 0 0,-1 1 0 0 0,1-1 0 0 0,-1 1 0 0 0,1-1-1 0 0,0 1 1 0 0,-1-1 0 0 0,1 0 0 0 0,-1 1 0 0 0,2-1 0 0 0,-1 1-2 0 0,182 197 21 0 0,-73-76 2 0 0,-102-113-362 0 0,1 0 0 0 0,0 0 0 0 0,1-1 0 0 0,13 8 1 0 0,-18-13-340 0 0,0 0 0 0 0,0-1 0 0 0,1 1 0 0 0,7 1-1 0 0,-8-2-335 0 0,-1-1 0 0 0,1-1-1 0 0,0 1 1 0 0,-1-1 0 0 0,1 0-1 0 0,6 0 1 0 0,6-3-5182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4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198 191 996 0 0,'-34'-40'8272'0'0,"-20"-17"-382"0"0,53 57-7833 0 0,0-1 1 0 0,0 0-1 0 0,0 0 0 0 0,0 0 0 0 0,1 0 1 0 0,-1 0-1 0 0,0 0 0 0 0,1-1 0 0 0,-1 1 0 0 0,1 0 1 0 0,-1 0-1 0 0,1 0 0 0 0,-1-1 0 0 0,1 1 1 0 0,0 0-1 0 0,-1 0 0 0 0,1-1 0 0 0,0 1 0 0 0,0 0 1 0 0,0-1-1 0 0,0 1 0 0 0,0 0 0 0 0,1 0 0 0 0,-1-1 1 0 0,0 1-1 0 0,1 0 0 0 0,-1 0 0 0 0,0-1 1 0 0,1 1-1 0 0,-1 0 0 0 0,1 0 0 0 0,0 0 0 0 0,-1 0 1 0 0,1 0-1 0 0,0 0 0 0 0,0 0 0 0 0,0 0 1 0 0,1-1-1 0 0,2-3-18 0 0,1 1 1 0 0,0 0 0 0 0,0 0 0 0 0,1 1-1 0 0,-1-1 1 0 0,7-2 0 0 0,-3 3-26 0 0,1-1-1 0 0,0 1 1 0 0,-1 1 0 0 0,1-1 0 0 0,0 2-1 0 0,0-1 1 0 0,1 2 0 0 0,-1-1 0 0 0,0 1-1 0 0,0 1 1 0 0,0 0 0 0 0,0 0 0 0 0,18 5-1 0 0,-21-4-9 0 0,1 0-1 0 0,-1 1 1 0 0,0 0-1 0 0,-1 0 1 0 0,1 1-1 0 0,0 0 1 0 0,-1 0-1 0 0,10 8 1 0 0,-12-8 6 0 0,-1-1 1 0 0,0 1-1 0 0,1 0 0 0 0,-1 0 1 0 0,0 0-1 0 0,-1 0 1 0 0,1 1-1 0 0,-1-1 1 0 0,0 1-1 0 0,0-1 1 0 0,0 1-1 0 0,-1 0 0 0 0,2 9 1 0 0,-2-8 4 0 0,-1 0 0 0 0,0 1 0 0 0,-1-1 0 0 0,0 0 0 0 0,0 0 0 0 0,0 0 0 0 0,0 1 0 0 0,-1-1 0 0 0,0-1 0 0 0,0 1 0 0 0,-1 0 0 0 0,-5 9 0 0 0,-2 1 3 0 0,0 0 0 0 0,-1-1 0 0 0,-14 14 0 0 0,-91 88 466 0 0,114-116-394 0 0,-2 4-84 0 0,20-4 294 0 0,-9-2-301 0 0,0 1 0 0 0,0 1 0 0 0,0-1 0 0 0,0 1 0 0 0,0 0 1 0 0,-1 1-1 0 0,1 0 0 0 0,0 0 0 0 0,-1 0 0 0 0,1 1 0 0 0,-1 0 1 0 0,0 0-1 0 0,1 1 0 0 0,-2 0 0 0 0,1 0 0 0 0,0 0 0 0 0,-1 0 1 0 0,0 1-1 0 0,7 8 0 0 0,-1-1 21 0 0,-1 1 1 0 0,0 0-1 0 0,-1 0 1 0 0,-1 1-1 0 0,0 0 1 0 0,-1 1-1 0 0,8 21 1 0 0,-13-31 44 0 0,0 1-1 0 0,0 0 1 0 0,-1 0 0 0 0,0 0-1 0 0,0 0 1 0 0,-1 0 0 0 0,1 0-1 0 0,-1 1 1 0 0,0-1 0 0 0,-1 0-1 0 0,0 0 1 0 0,0 0 0 0 0,0 0-1 0 0,-1 0 1 0 0,1 0 0 0 0,-2-1-1 0 0,1 1 1 0 0,0 0 0 0 0,-1-1-1 0 0,0 0 1 0 0,-1 1 0 0 0,1-1-1 0 0,-1 0 1 0 0,0-1 0 0 0,0 1-1 0 0,0-1 1 0 0,-8 6 0 0 0,4-3 19 0 0,-1-1 1 0 0,-1 0 0 0 0,1 0 0 0 0,-1-1-1 0 0,0-1 1 0 0,-1 1 0 0 0,1-1 0 0 0,-1-1-1 0 0,1 0 1 0 0,-1-1 0 0 0,0 0-1 0 0,0-1 1 0 0,0 0 0 0 0,-16 0 0 0 0,10-2-56 0 0,-1-1 1 0 0,1-1 0 0 0,0-1 0 0 0,0 0 0 0 0,0-1-1 0 0,-24-10 1 0 0,24 7-1590 0 0,1-1 0 0 0,0 0-1 0 0,-19-14 1 0 0,35 22 1392 0 0,0 1 0 0 0,-1-1 0 0 0,1 0 0 0 0,0 1 0 0 0,0-1 0 0 0,0 0 0 0 0,-1 1 0 0 0,1-1 0 0 0,0 1 0 0 0,0-1 0 0 0,0 0 0 0 0,0 1 0 0 0,0-1 0 0 0,0 0 0 0 0,0 1 0 0 0,0-1 0 0 0,1-1 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64 1964 0 0,'0'0'9295'0'0,"0"0"-9175"0"0,-1 0 0 0 0,1 0 1 0 0,-1 0-1 0 0,1 0 0 0 0,-1 0 0 0 0,1-1 0 0 0,-1 1 0 0 0,1 0 1 0 0,0 0-1 0 0,-1-1 0 0 0,1 1 0 0 0,-1 0 0 0 0,1 0 1 0 0,-1-1-1 0 0,1 1 0 0 0,0-1 0 0 0,-1 1 0 0 0,1 0 0 0 0,-1-1 1 0 0,1-5 184 0 0,-1 1 0 0 0,1 0 1 0 0,0 0-1 0 0,0 0 0 0 0,2-9 1 0 0,-2 13-196 0 0,1-16-189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6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1 600 0 0,'-2'12'4260'0'0,"-2"16"2198"0"0,3-10-7555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1412 0 0,'-7'8'12046'0'0,"2"-2"-11275"0"0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1 328 0 0,'-7'58'15186'0'0,"6"-44"-15012"0"0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87 364 0 0,'13'-37'7360'0'0,"2"3"-4923"0"0,-14 33-2293 0 0,2-3 93 0 0,6-7-390 0 0,-6 11-532 0 0,-3 8-638 0 0,-2 4-2206 0 0,-2 2 1081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1436 0 0,'1'14'5480'0'0,"0"2"-2809"0"0,1 5-846 0 0,4-8-3886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66 1720 0 0,'-4'-48'8990'0'0,"3"46"-8452"0"0,1 1-462 0 0,1 1 0 0 0,-1-1 0 0 0,0 0-1 0 0,0 0 1 0 0,0 1 0 0 0,0-1 0 0 0,-1 0-1 0 0,1 1 1 0 0,0-1 0 0 0,0 0 0 0 0,0 1 0 0 0,0-1-1 0 0,-1 0 1 0 0,1 1 0 0 0,0-1 0 0 0,-1 0-1 0 0,1 1 1 0 0,0-1 0 0 0,-1 1 0 0 0,1-1-1 0 0,-1 0 1 0 0,-19 40-6368 0 0,13-25 2073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1736 0 0,'2'69'12853'0'0,"-2"-67"-12300"0"0,0 4-327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19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157 127 2080 0 0,'23'-12'7118'0'0,"-10"5"-4760"0"0,-8 6-795 0 0,-9 9-1265 0 0,-22 24 54 0 0,1 0 0 0 0,2 2 1 0 0,2 1-1 0 0,1 1 0 0 0,2 1 1 0 0,1 1-1 0 0,-19 63 0 0 0,34-92-325 0 0,0 0 0 0 0,0-1 0 0 0,1 1 0 0 0,0 0 0 0 0,1 0 0 0 0,0 0 0 0 0,0 0 0 0 0,1 0 0 0 0,0 0 0 0 0,1 0 0 0 0,0 0 0 0 0,4 10 0 0 0,-4-13 18 0 0,0-1-1 0 0,1 0 1 0 0,0 1-1 0 0,0-1 1 0 0,0-1-1 0 0,1 1 1 0 0,-1 0-1 0 0,1-1 1 0 0,0 0 0 0 0,1 1-1 0 0,-1-2 1 0 0,1 1-1 0 0,0 0 1 0 0,-1-1-1 0 0,1 0 1 0 0,1 0-1 0 0,-1-1 1 0 0,0 1-1 0 0,9 2 1 0 0,-1-2 33 0 0,1-1 0 0 0,-1 0 1 0 0,1 0-1 0 0,-1-1 0 0 0,1-1 0 0 0,0 0 1 0 0,-1-1-1 0 0,1-1 0 0 0,-1 0 0 0 0,14-4 0 0 0,-4 0 71 0 0,-2-1 0 0 0,1 0-1 0 0,-1-2 1 0 0,0-1-1 0 0,23-14 1 0 0,-26 11-31 0 0,1 0-1 0 0,-2-1 1 0 0,0-1 0 0 0,-1 0-1 0 0,0-1 1 0 0,-1-1 0 0 0,-1-1-1 0 0,-1 0 1 0 0,20-34 0 0 0,-27 40-65 0 0,1-1 0 0 0,-2 0 0 0 0,0 1 0 0 0,0-2 0 0 0,-1 1 0 0 0,-1 0 0 0 0,0-1 1 0 0,-1 0-1 0 0,0 1 0 0 0,-1-1 0 0 0,-1 0 0 0 0,0 0 0 0 0,-1 0 0 0 0,-1 0 0 0 0,0 1 0 0 0,-7-26 1 0 0,6 30-37 0 0,-1 0 1 0 0,1 1 0 0 0,-2 0 0 0 0,1 0-1 0 0,-1 0 1 0 0,0 1 0 0 0,-1-1 0 0 0,0 1 0 0 0,0 0-1 0 0,0 1 1 0 0,-1-1 0 0 0,-9-5 0 0 0,5 4-133 0 0,0 2 1 0 0,-1-1-1 0 0,1 2 1 0 0,-1-1-1 0 0,0 2 1 0 0,-1 0-1 0 0,-24-6 1 0 0,11 7-565 0 0,1 0 1 0 0,-1 2 0 0 0,0 0 0 0 0,0 2-1 0 0,0 1 1 0 0,1 1 0 0 0,-1 1 0 0 0,-29 9-1 0 0,-34 18-4370 0 0,75-26 3730 0 0,-38 15-4428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21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66 1476 0 0,'0'0'1376'0'0,"4"-10"2785"0"0,0-7 37 0 0,-4 17-4149 0 0,0-1 0 0 0,0 1 0 0 0,0 0-1 0 0,0 0 1 0 0,0-1 0 0 0,0 1 0 0 0,0 0 0 0 0,0 0 0 0 0,0-1-1 0 0,0 1 1 0 0,0 0 0 0 0,-1 0 0 0 0,1-1 0 0 0,0 1 0 0 0,0 0-1 0 0,0 0 1 0 0,0-1 0 0 0,0 1 0 0 0,0 0 0 0 0,-1 0 0 0 0,1-1-1 0 0,0 1 1 0 0,0 0 0 0 0,0 0 0 0 0,-1 0 0 0 0,1 0 0 0 0,0-1 0 0 0,0 1-1 0 0,-1 0 1 0 0,1 0 0 0 0,0 0 0 0 0,0 0 0 0 0,-1 0 0 0 0,1 0-1 0 0,0 0 1 0 0,0 0 0 0 0,-1 0 0 0 0,1 0 0 0 0,0 0 0 0 0,0 0-1 0 0,-1 0 1 0 0,1 0 0 0 0,0 0 0 0 0,0 0 0 0 0,-1 0 0 0 0,1 0-1 0 0,0 0 1 0 0,-1 0 0 0 0,1 0 0 0 0,0 0 0 0 0,0 0 0 0 0,0 0-1 0 0,-1 1 1 0 0,1-1 0 0 0,0 0 0 0 0,-3 2-20 0 0,0 1 1 0 0,1-1-1 0 0,0 0 1 0 0,0 1-1 0 0,-1 0 1 0 0,1-1-1 0 0,1 1 1 0 0,-1 0 0 0 0,-2 5-1 0 0,0-1 13 0 0,-18 34 17 0 0,2 0-1 0 0,1 2 0 0 0,2 0 1 0 0,2 1-1 0 0,2 1 0 0 0,2 0 1 0 0,-5 48-1 0 0,14-74-23 0 0,1-1 1 0 0,0 1-1 0 0,1-1 1 0 0,1 1-1 0 0,1-1 0 0 0,1 1 1 0 0,6 25-1 0 0,-7-38 21 0 0,0 0 0 0 0,1 0 0 0 0,-1 0 0 0 0,1-1 0 0 0,0 1 0 0 0,1 0 0 0 0,-1-1 0 0 0,1 0 0 0 0,0 0 0 0 0,9 8 0 0 0,-9-10-4 0 0,0 0 0 0 0,0-1 1 0 0,0 1-1 0 0,0-1 0 0 0,0 0 1 0 0,1 0-1 0 0,-1-1 1 0 0,1 1-1 0 0,-1-1 0 0 0,1 0 1 0 0,0 0-1 0 0,-1 0 0 0 0,1-1 1 0 0,0 0-1 0 0,0 0 0 0 0,6-1 1 0 0,5-1 50 0 0,0 0-1 0 0,-1-2 1 0 0,1 0 0 0 0,-1 0-1 0 0,0-2 1 0 0,0 0 0 0 0,-1-1-1 0 0,0 0 1 0 0,0-1 0 0 0,0 0 0 0 0,-1-1-1 0 0,-1-1 1 0 0,19-17 0 0 0,-16 12-18 0 0,-1-1 1 0 0,0 0-1 0 0,-1-1 1 0 0,-1-1 0 0 0,0 0-1 0 0,-2-1 1 0 0,0 0-1 0 0,-1 0 1 0 0,11-33-1 0 0,-11 20-62 0 0,-1-1 0 0 0,-1 0-1 0 0,3-48 1 0 0,-9 67-17 0 0,-1 0-1 0 0,0 0 1 0 0,-1-1 0 0 0,0 2 0 0 0,-2-1-1 0 0,1 0 1 0 0,-1 0 0 0 0,-1 1-1 0 0,-1-1 1 0 0,-11-23 0 0 0,13 32-121 0 0,1 1 1 0 0,-1 0-1 0 0,0-1 1 0 0,-1 1-1 0 0,1 1 1 0 0,-1-1-1 0 0,1 0 1 0 0,-1 1-1 0 0,0 0 0 0 0,0 0 1 0 0,-1 0-1 0 0,1 0 1 0 0,-1 1-1 0 0,1 0 1 0 0,-1 0-1 0 0,0 0 1 0 0,0 0-1 0 0,0 1 1 0 0,0-1-1 0 0,0 1 1 0 0,0 1-1 0 0,0-1 1 0 0,0 1-1 0 0,-1 0 1 0 0,1 0-1 0 0,0 0 0 0 0,-7 2 1 0 0,3 0-124 0 0,1 0 1 0 0,0 0-1 0 0,0 1 1 0 0,0 0-1 0 0,0 1 1 0 0,0 0 0 0 0,1 0-1 0 0,0 0 1 0 0,-1 1-1 0 0,2 0 1 0 0,-1 1-1 0 0,1-1 1 0 0,-1 1-1 0 0,1 0 1 0 0,-9 14-1 0 0,9-11-1233 0 0,0 0-1 0 0,1 1 1 0 0,-7 17 0 0 0,5-5-2219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22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483 292 744 0 0,'0'-4'1644'0'0,"1"-28"3605"0"0,-5-62 1 0 0,4 93-5150 0 0,0 0 0 0 0,0 0 0 0 0,0 0 0 0 0,0 0 0 0 0,0 0 0 0 0,-1 0 0 0 0,1 0 0 0 0,0 0 0 0 0,0 0 0 0 0,-1 0 0 0 0,1 0 0 0 0,-1 0 0 0 0,1 1 0 0 0,-1-1 1 0 0,1 0-1 0 0,-1 0 0 0 0,1 0 0 0 0,-1 1 0 0 0,-1-2 0 0 0,2 2-59 0 0,-1 0-1 0 0,1 0 1 0 0,-1 0 0 0 0,1 0-1 0 0,-1 0 1 0 0,1 0-1 0 0,-1 0 1 0 0,1 0 0 0 0,-1 1-1 0 0,1-1 1 0 0,-1 0 0 0 0,1 0-1 0 0,-1 1 1 0 0,1-1 0 0 0,-1 0-1 0 0,1 1 1 0 0,0-1 0 0 0,-1 0-1 0 0,1 1 1 0 0,0-1 0 0 0,-1 0-1 0 0,1 1 1 0 0,0-1 0 0 0,-1 1-1 0 0,-18 34 477 0 0,0 10-172 0 0,3 2 0 0 0,-16 67 0 0 0,26-81-285 0 0,1 1 0 0 0,1-1 0 0 0,1 1 0 0 0,4 47 0 0 0,-1-74-35 0 0,1 0 1 0 0,0 0-1 0 0,1-1 0 0 0,-1 1 0 0 0,1 0 0 0 0,0-1 0 0 0,1 0 0 0 0,0 1 1 0 0,0-1-1 0 0,0 0 0 0 0,1 0 0 0 0,-1-1 0 0 0,8 9 0 0 0,-9-12-9 0 0,1 0 1 0 0,-1 0-1 0 0,1 0 0 0 0,-1 0 0 0 0,1 0 0 0 0,0-1 0 0 0,0 1 0 0 0,-1-1 0 0 0,1 0 1 0 0,0 1-1 0 0,0-1 0 0 0,1-1 0 0 0,-1 1 0 0 0,0 0 0 0 0,0-1 0 0 0,0 0 1 0 0,0 1-1 0 0,1-1 0 0 0,-1-1 0 0 0,0 1 0 0 0,0 0 0 0 0,0-1 0 0 0,0 1 0 0 0,1-1 1 0 0,-1 0-1 0 0,0 0 0 0 0,0-1 0 0 0,0 1 0 0 0,-1 0 0 0 0,4-3 0 0 0,7-4 7 0 0,-1 0 0 0 0,0-1-1 0 0,-1 0 1 0 0,0-1-1 0 0,-1 0 1 0 0,0-1 0 0 0,0 0-1 0 0,-1-1 1 0 0,-1 1 0 0 0,0-2-1 0 0,0 1 1 0 0,9-24-1 0 0,-2-1 1 0 0,-2 0 0 0 0,-1 0 0 0 0,10-59 0 0 0,-17 67 44 0 0,-1 0 0 0 0,0-57-1 0 0,-4 73-13 0 0,-1-1-1 0 0,0 1 1 0 0,-1 0-1 0 0,-1 1 1 0 0,0-1-1 0 0,-1 0 0 0 0,0 1 1 0 0,-11-24-1 0 0,12 31-44 0 0,1 1 0 0 0,-1 0 0 0 0,0 0-1 0 0,0 0 1 0 0,0 0 0 0 0,-1 1 0 0 0,1-1-1 0 0,-1 1 1 0 0,0 0 0 0 0,0 0 0 0 0,0 0-1 0 0,0 1 1 0 0,0-1 0 0 0,-1 1-1 0 0,-5-2 1 0 0,4 2-4 0 0,0 1 0 0 0,-1 0-1 0 0,1 0 1 0 0,-1 0 0 0 0,1 1-1 0 0,-1 0 1 0 0,1 0 0 0 0,-1 0-1 0 0,1 1 1 0 0,-9 2 0 0 0,-4 3-127 0 0,0 0 1 0 0,0 1 0 0 0,1 1 0 0 0,0 1 0 0 0,1 1-1 0 0,-25 17 1 0 0,7-1-512 0 0,2 1-1 0 0,0 2 1 0 0,-28 34-1 0 0,-80 104-5347 0 0,112-131 3581 0 0,-17 22-3249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29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93 1104 0 0,'-12'-4'9976'0'0,"12"4"-9957"0"0,-1-1-1 0 0,1 1 0 0 0,-1 0 0 0 0,1 0 0 0 0,0 0 0 0 0,-1-1 0 0 0,1 1 1 0 0,0 0-1 0 0,0-1 0 0 0,-1 1 0 0 0,1 0 0 0 0,0-1 0 0 0,0 1 1 0 0,-1 0-1 0 0,1-1 0 0 0,0 1 0 0 0,0 0 0 0 0,0-1 0 0 0,0 1 1 0 0,-1-1-1 0 0,1 1 0 0 0,0 0 0 0 0,0-1 0 0 0,0 1 0 0 0,0-1 1 0 0,0 1-1 0 0,0 0 0 0 0,0-1 0 0 0,8-16 162 0 0,-2 11-173 0 0,0-1 0 0 0,0 1 1 0 0,0 0-1 0 0,1 1 1 0 0,8-6-1 0 0,-11 8-8 0 0,20-9-30 0 0,-22 11 28 0 0,0 0 0 0 0,0 0 0 0 0,0 0 1 0 0,0 1-1 0 0,0-1 0 0 0,0 1 0 0 0,1 0 0 0 0,-1-1 0 0 0,0 1 0 0 0,0 0 1 0 0,1 0-1 0 0,-1 0 0 0 0,0 1 0 0 0,0-1 0 0 0,1 0 0 0 0,3 2 0 0 0,-3 0 11 0 0,-1 1-6 0 0,-1-1 0 0 0,1 1 0 0 0,0 0 1 0 0,-1 0-1 0 0,1 0 0 0 0,-1 0 0 0 0,0 0 0 0 0,0 0 1 0 0,0 0-1 0 0,0 0 0 0 0,-1 0 0 0 0,1 1 0 0 0,-1-1 1 0 0,0 0-1 0 0,0 0 0 0 0,0 1 0 0 0,-1 2 0 0 0,-1 3 15 0 0,0 1 0 0 0,0-1 0 0 0,-1 0 0 0 0,-5 9 0 0 0,2-2-17 0 0,-38 75 97 0 0,38-80-108 0 0,5-10 9 0 0,1 0-1 0 0,-1 0 0 0 0,1 0 0 0 0,-1 0 1 0 0,1-1-1 0 0,-1 1 0 0 0,1 0 0 0 0,-1 0 1 0 0,1 0-1 0 0,0 0 0 0 0,0 1 0 0 0,-1-1 1 0 0,1 0-1 0 0,0 0 0 0 0,0 0 0 0 0,0 0 0 0 0,0 0 1 0 0,0 0-1 0 0,1 0 0 0 0,-1 1 0 0 0,2 2 1 0 0,-1 1-1 0 0,1-2 0 0 0,0 1 1 0 0,0 0-1 0 0,1 0 0 0 0,-1-1 0 0 0,1 1 1 0 0,0-1-1 0 0,0 0 0 0 0,5 5 0 0 0,-1-1 9 0 0,-1-1 0 0 0,0 1-1 0 0,0 1 1 0 0,-1-1-1 0 0,0 1 1 0 0,5 9-1 0 0,-9-15 12 0 0,0 0 0 0 0,0-1 0 0 0,0 1 0 0 0,0 0 0 0 0,-1 0 0 0 0,1 0 0 0 0,0 0 0 0 0,-1 1 0 0 0,0-1 0 0 0,1 0 0 0 0,-1 0 0 0 0,0 0 0 0 0,0 0 0 0 0,0 0 0 0 0,-1 0 0 0 0,1 0 0 0 0,0 0 1 0 0,-1 1-1 0 0,0-1 0 0 0,1 0 0 0 0,-2 2 0 0 0,1-2 37 0 0,-1 0 1 0 0,0 0-1 0 0,1 0 1 0 0,-1 0-1 0 0,0 0 1 0 0,0 0 0 0 0,-1-1-1 0 0,1 1 1 0 0,0-1-1 0 0,0 1 1 0 0,-1-1-1 0 0,1 0 1 0 0,-1 0 0 0 0,-3 1-1 0 0,-2 1 78 0 0,0-1 0 0 0,-1 0-1 0 0,1-1 1 0 0,-1 0 0 0 0,0 0-1 0 0,1-1 1 0 0,-1 0 0 0 0,0-1 0 0 0,-11-2-1 0 0,13 1-79 0 0,0 0 0 0 0,0-1-1 0 0,0 0 1 0 0,-8-6 0 0 0,-17-7 21 0 0,31 16-77 0 0,1-1-32 0 0,0 1 1 0 0,-1 0-1 0 0,1-1 1 0 0,0 1-1 0 0,0 0 0 0 0,0-1 1 0 0,0 1-1 0 0,0 0 1 0 0,-1 0-1 0 0,1-1 1 0 0,0 1-1 0 0,0 0 1 0 0,-1-1-1 0 0,1 1 1 0 0,0 0-1 0 0,-1 0 1 0 0,1 0-1 0 0,0-1 1 0 0,0 1-1 0 0,-1 0 0 0 0,1 0 1 0 0,0 0-1 0 0,-1 0 1 0 0,1 0-1 0 0,0-1 1 0 0,-1 1-1 0 0,1 0 1 0 0,-1 0-1 0 0,1 0-28 0 0,-1 0 1 0 0,1 0-1 0 0,0 0 0 0 0,0 0 0 0 0,0 0 0 0 0,-1 0 0 0 0,1 0 1 0 0,0 0-1 0 0,0 0 0 0 0,0 0 0 0 0,-1 0 0 0 0,1 0 1 0 0,0 0-1 0 0,0 0 0 0 0,0 0 0 0 0,-1 0 0 0 0,1-1 1 0 0,0 1-1 0 0,0 0 0 0 0,0 0 0 0 0,0 0 0 0 0,-1 0 1 0 0,1 0-1 0 0,0-1 0 0 0,0 1 0 0 0,0 0 0 0 0,0 0 0 0 0,0 0 1 0 0,0 0-1 0 0,0-1 0 0 0,-1 1 0 0 0,1 0 0 0 0,0 0 1 0 0,0 0-1 0 0,0-1 0 0 0,0 1 0 0 0,0 0 0 0 0,0 0 1 0 0,0 0-1 0 0,0-1 0 0 0,0 1 0 0 0,0 0 0 0 0,0 0 1 0 0,0 0-1 0 0,0-1 0 0 0,0 1 0 0 0,0 0 0 0 0,1 0 0 0 0,-1 0 1 0 0,0-1-1 0 0,0 1 0 0 0,0 0 0 0 0,0 0 0 0 0,0 0 1 0 0,0-1-1 0 0,0 1 0 0 0,1 0 0 0 0,-1 0 0 0 0,0 0 1 0 0,0 0-1 0 0,0 0 0 0 0,0-1 0 0 0,1 1 0 0 0,-1 0 1 0 0,0 0-1 0 0,0 0 0 0 0,0 0 0 0 0,0 0 0 0 0,1 0 1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0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22 612 0 0,'0'0'9408'0'0,"15"-2"-8939"0"0,-5 1-349 0 0,-7 0-17 0 0,-1 1-24 0 0,44-9 220 0 0,-43 8-276 0 0,23-4 8 0 0,-12 4 189 0 0,-3 0-642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1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40 32 0 0,'3'-12'4968'0'0,"-2"-14"257"0"0,-1 26-5209 0 0,0 0 1 0 0,0 0-1 0 0,0 0 1 0 0,0 0-1 0 0,0 1 1 0 0,0-1-1 0 0,0 0 1 0 0,0 0-1 0 0,0 0 1 0 0,0 0-1 0 0,0 0 1 0 0,0 0-1 0 0,-1 0 1 0 0,1 0-1 0 0,0 0 1 0 0,0 0-1 0 0,0 0 1 0 0,0 0-1 0 0,0 0 1 0 0,0 0-1 0 0,0 0 1 0 0,0 0 0 0 0,0 0-1 0 0,0 0 1 0 0,0 0-1 0 0,0 0 1 0 0,-1 0-1 0 0,1 0 1 0 0,0 0-1 0 0,0 0 1 0 0,0 0-1 0 0,0 0 1 0 0,0-1-1 0 0,0 1 1 0 0,0 0-1 0 0,0 0 1 0 0,0 0-1 0 0,0 0 1 0 0,0 0-1 0 0,0 0 1 0 0,0 0-1 0 0,0 0 1 0 0,0 0-1 0 0,0 0 1 0 0,-1 0-1 0 0,1 0 1 0 0,0 0-1 0 0,0 0 1 0 0,0-1-1 0 0,0 1 1 0 0,0 0-1 0 0,0 0 1 0 0,0 0-1 0 0,0 0 1 0 0,0 0-1 0 0,0 0 1 0 0,0 0-1 0 0,0 0 1 0 0,0 0-1 0 0,0 0 1 0 0,0 0 0 0 0,0-1-1 0 0,0 1 1 0 0,0 0-1 0 0,1 0 1 0 0,-1 0-1 0 0,0 0 1 0 0,-6 17 37 0 0,3 2-29 0 0,0 1-1 0 0,1 0 1 0 0,0 0-1 0 0,2 0 1 0 0,2 22-1 0 0,-2-41-21 0 0,1 1 0 0 0,-1-1 0 0 0,1 1-1 0 0,-1-1 1 0 0,1 1 0 0 0,-1-1 0 0 0,1 0 0 0 0,0 1 0 0 0,0-1 0 0 0,0 0-1 0 0,-1 0 1 0 0,1 0 0 0 0,0 0 0 0 0,1 0 0 0 0,-1 0 0 0 0,0 0 0 0 0,0 0-1 0 0,0 0 1 0 0,0 0 0 0 0,1 0 0 0 0,-1-1 0 0 0,1 1 0 0 0,-1 0-1 0 0,0-1 1 0 0,1 1 0 0 0,-1-1 0 0 0,2 0 0 0 0,0 1 3 0 0,0 0-1 0 0,0-1 1 0 0,0 0-1 0 0,-1 0 1 0 0,1 0 0 0 0,0 0-1 0 0,0 0 1 0 0,0-1 0 0 0,0 1-1 0 0,-1-1 1 0 0,1 0-1 0 0,0 0 1 0 0,4-2 0 0 0,-1 0-9 0 0,0-1 0 0 0,-1 0 0 0 0,0 0 1 0 0,0 0-1 0 0,0-1 0 0 0,0 0 0 0 0,-1 0 0 0 0,6-8 1 0 0,1-5 335 0 0,13-26 0 0 0,-20 36-33 0 0,-3 4 47 0 0,1-1 1 0 0,-1 1-1 0 0,0-1 0 0 0,0 0 1 0 0,0 1-1 0 0,0-10 0 0 0,-1 12-233 0 0,0 42-27 0 0,-15 149 47 0 0,12-162-112 0 0,-5 17 46 0 0,0 11-1008 0 0,9-20-3945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85 1952 0 0,'16'-82'10363'0'0,"-16"80"-9669"0"0,-2 14-149 0 0,-34 318 1133 0 0,33-307-1851 0 0,-1 23-1069 0 0,3-16-6772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1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30 1324 0 0,'8'-14'4616'0'0,"-6"0"-2588"0"0,-2 14-1994 0 0,-1 0 271 0 0,1-1-271 0 0,0 1 0 0 0,0 0 0 0 0,0 0 0 0 0,0 0 0 0 0,0 0 0 0 0,0 0 0 0 0,0 0-1 0 0,0 0 1 0 0,0 0 0 0 0,-1 0 0 0 0,1 0 0 0 0,0 0 0 0 0,0 0 0 0 0,0 0 0 0 0,0 0 0 0 0,0 0-1 0 0,0 0 1 0 0,0 0 0 0 0,0 0 0 0 0,-1 0 0 0 0,1 0 0 0 0,0 0 0 0 0,0 0 0 0 0,0 0 0 0 0,0 0-1 0 0,0 0 1 0 0,-1 1 271 0 0,1-1-271 0 0,0 0 0 0 0,0 0 0 0 0,0 0 0 0 0,0 0 0 0 0,0 0 0 0 0,0 0 0 0 0,0 0 0 0 0,0 1-1 0 0,-19 22 2468 0 0,6-7-2382 0 0,-83 80 800 0 0,43-44-465 0 0,51-51-284 0 0,5 0-194 0 0,1 0 23 0 0,1 1 0 0 0,-1-1 0 0 0,0 1-1 0 0,-1 0 1 0 0,1 0 0 0 0,0 0 0 0 0,0 0 0 0 0,-1 1-1 0 0,0 0 1 0 0,6 4 0 0 0,33 41 48 0 0,-33-36-28 0 0,2 0 0 0 0,17 16 0 0 0,-18-20-375 0 0,1 0 0 0 0,1 0-1 0 0,-1-1 1 0 0,21 9 0 0 0,-23-13-821 0 0,-1 0-1 0 0,0-1 1 0 0,1 0-1 0 0,16 2 1 0 0,-6-4-2813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0 231 912 0 0,'0'0'2870'0'0,"2"-10"1448"0"0,-3 3-4249 0 0,1 0-1 0 0,0 1 1 0 0,0-1 0 0 0,1 0-1 0 0,-1 0 1 0 0,2 1-1 0 0,-1-1 1 0 0,1 1 0 0 0,0-1-1 0 0,0 1 1 0 0,1 0-1 0 0,0-1 1 0 0,0 1 0 0 0,0 1-1 0 0,1-1 1 0 0,0 0-1 0 0,0 1 1 0 0,7-8 0 0 0,3-1 148 0 0,1 0 0 0 0,0 1 1 0 0,0 0-1 0 0,35-20 0 0 0,-49 32-216 0 0,0 0-1 0 0,0 1 1 0 0,1-1-1 0 0,-1 0 1 0 0,0 1 0 0 0,0-1-1 0 0,1 1 1 0 0,-1 0-1 0 0,0-1 1 0 0,1 1-1 0 0,-1 0 1 0 0,1 0-1 0 0,-1 0 1 0 0,0 0-1 0 0,1 0 1 0 0,-1 0-1 0 0,0 0 1 0 0,1 0 0 0 0,-1 0-1 0 0,0 1 1 0 0,1-1-1 0 0,-1 1 1 0 0,0-1-1 0 0,1 1 1 0 0,-1-1-1 0 0,0 1 1 0 0,0 0-1 0 0,0 0 1 0 0,2 1-1 0 0,-1 0 2 0 0,-1-1-1 0 0,0 1 0 0 0,0-1 0 0 0,1 1 0 0 0,-1 0 0 0 0,-1-1 1 0 0,1 1-1 0 0,0 0 0 0 0,0 0 0 0 0,-1 0 0 0 0,1-1 0 0 0,-1 1 1 0 0,1 0-1 0 0,-1 0 0 0 0,0 0 0 0 0,0 0 0 0 0,0 0 0 0 0,0 0 0 0 0,0 2 1 0 0,-3 9-78 0 0,-1 0 1 0 0,-1 0-1 0 0,0-1 1 0 0,0 0 0 0 0,-1 0-1 0 0,-1 0 1 0 0,-11 15-1 0 0,2-2-1341 0 0,4-7-1220 0 0,-3-1-831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10 278 980 0 0,'0'0'4539'0'0,"-1"1"-4511"0"0,1-1 1 0 0,-1 0-1 0 0,1 0 1 0 0,-1 0 0 0 0,1 0-1 0 0,-1 0 1 0 0,1 0-1 0 0,-1 0 1 0 0,1 1-1 0 0,-1-1 1 0 0,1 0 0 0 0,-1 0-1 0 0,1 1 1 0 0,0-1-1 0 0,-1 0 1 0 0,1 1 0 0 0,-1-1-1 0 0,1 1 1 0 0,12 10 2291 0 0,-9-11-1980 0 0,1-1-241 0 0,0 1 0 0 0,-1-1 0 0 0,1 0-1 0 0,0 0 1 0 0,-1-1 0 0 0,1 1 0 0 0,-1 0 0 0 0,0-1 0 0 0,1 0-1 0 0,-1 0 1 0 0,0 0 0 0 0,4-4 0 0 0,4-5 41 0 0,-4 5-68 0 0,-1 0 0 0 0,0-1 0 0 0,0 1-1 0 0,-1-1 1 0 0,0-1 0 0 0,6-9 0 0 0,-3-2 11 0 0,-1-1 0 0 0,-1 0 0 0 0,0 0 0 0 0,-2-1 0 0 0,0 1 0 0 0,-1-1 0 0 0,0-40 0 0 0,-3 59-29 0 0,-1 2-58 0 0,0 0 4 0 0,0 0 1 0 0,1 0-1 0 0,-1 1 1 0 0,0-1-1 0 0,0 0 1 0 0,1 0-1 0 0,-1 1 1 0 0,0-1 0 0 0,0 0-1 0 0,1 1 1 0 0,-1-1-1 0 0,0 1 1 0 0,1-1-1 0 0,-1 1 1 0 0,1-1-1 0 0,-2 1 1 0 0,-4 13-8 0 0,1 0 0 0 0,0 0 0 0 0,1 1 0 0 0,-4 26 0 0 0,-4 67 26 0 0,7-54-26 0 0,-15 389 170 0 0,20-415 524 0 0,-2 0-1 0 0,-5 32 676 0 0,6-61-1338 0 0,0 1-1 0 0,0 0 1 0 0,0-1-1 0 0,0 1 1 0 0,0-1 0 0 0,1 1-1 0 0,-1-1 1 0 0,0 0 0 0 0,0 1-1 0 0,0-1 1 0 0,1 0-1 0 0,-1 0 1 0 0,0-1 0 0 0,-3-19-20 0 0,1 0 0 0 0,1 0 0 0 0,1-1 0 0 0,1 1 0 0 0,1 0 0 0 0,1-1 0 0 0,1 1 0 0 0,1 0 0 0 0,1 0 0 0 0,0 0 0 0 0,2 1 0 0 0,0 0 0 0 0,1 0 0 0 0,1 1 0 0 0,1 0 0 0 0,1 0 0 0 0,1 1 0 0 0,0 1 0 0 0,17-19 0 0 0,-19 24-4 0 0,-4 5-13 0 0,0 1 0 0 0,0-1 1 0 0,0 1-1 0 0,1 1 0 0 0,0-1 1 0 0,0 1-1 0 0,0 0 0 0 0,9-4 1 0 0,-14 9 11 0 0,-1-1 1 0 0,0 0 0 0 0,1 1 0 0 0,-1-1 0 0 0,0 1 0 0 0,1-1-1 0 0,-1 1 1 0 0,1 0 0 0 0,-1 0 0 0 0,0-1 0 0 0,1 1-1 0 0,-1 0 1 0 0,1 0 0 0 0,-1 0 0 0 0,1 1 0 0 0,-1-1-1 0 0,0 0 1 0 0,1 1 0 0 0,-1-1 0 0 0,1 0 0 0 0,-1 1-1 0 0,0 0 1 0 0,2 0 0 0 0,-1 1 0 0 0,-1 0 0 0 0,1-1 1 0 0,-1 1-1 0 0,0 0 0 0 0,0 0 0 0 0,0 0 0 0 0,0 0 1 0 0,0 0-1 0 0,0 0 0 0 0,0 0 0 0 0,-1 0 0 0 0,1 0 1 0 0,-1 1-1 0 0,0-1 0 0 0,1 0 0 0 0,-1 0 0 0 0,0 0 1 0 0,0 1-1 0 0,0-1 0 0 0,-1 0 0 0 0,1 0 0 0 0,-2 4 1 0 0,0 2 4 0 0,-1-1 0 0 0,0 1 0 0 0,0-1-1 0 0,-6 10 1 0 0,4-9 1 0 0,0 1 11 0 0,0 0 0 0 0,0 0 0 0 0,-1 0 1 0 0,-1-1-1 0 0,0 0 0 0 0,0 0 0 0 0,0 0 0 0 0,-1-1 1 0 0,0 0-1 0 0,-15 9 0 0 0,1-9 2 0 0,11-4-64 0 0,3 0-173 0 0,14 11 179 0 0,8 9 70 0 0,17 40 0 0 0,-24-46-161 0 0,0-1 0 0 0,1 1 0 0 0,1-2 0 0 0,1 1 0 0 0,0-1 0 0 0,14 15 0 0 0,-22-29-201 0 0,-1 1 0 0 0,1 0 0 0 0,0-1 0 0 0,0 0 0 0 0,0 1 0 0 0,0-1 0 0 0,0 0 0 0 0,0 0 0 0 0,0 0 0 0 0,4 1 0 0 0,7-1-3597 0 0,5-2 268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90 1768 0 0,'-6'-17'8061'0'0,"6"15"-7637"0"0,0 0-252 0 0,1 1 0 0 0,-1 0 0 0 0,1 0 0 0 0,-1 0 0 0 0,1 0-1 0 0,-1 0 1 0 0,1 0 0 0 0,0 1 0 0 0,0-1 0 0 0,-1 0 0 0 0,1 0 0 0 0,0 0 0 0 0,0 1 0 0 0,1-2 0 0 0,6-2-411 0 0,0 0 1 0 0,0 0 0 0 0,0 1 0 0 0,9-3 0 0 0,-1 1 1063 0 0,55-21-2489 0 0,-55 23-3615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53 2008 0 0,'0'-2'1728'0'0,"4"-48"8866"0"0,-7 75-9701 0 0,-35 264 633 0 0,15-125-1235 0 0,17-136-4 0 0,1-2-1541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39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63 167 1556 0 0,'-1'-9'2632'0'0,"-4"-26"4630"0"0,6 1-4308 0 0,-1 30-2904 0 0,1 1-1 0 0,0-1 0 0 0,0 1 1 0 0,0-1-1 0 0,0 1 0 0 0,1 0 1 0 0,-1-1-1 0 0,1 1 0 0 0,0 0 0 0 0,0 0 1 0 0,0 0-1 0 0,0 0 0 0 0,1 1 1 0 0,-1-1-1 0 0,1 1 0 0 0,0-1 1 0 0,3-2-1 0 0,1 0-15 0 0,-4 2-27 0 0,1 0 1 0 0,-1 1 0 0 0,0 0-1 0 0,1 0 1 0 0,-1 0 0 0 0,1 0-1 0 0,-1 0 1 0 0,1 0 0 0 0,0 1-1 0 0,0 0 1 0 0,0 0 0 0 0,0 0-1 0 0,0 0 1 0 0,0 1 0 0 0,0-1-1 0 0,7 1 1 0 0,-8 0-5 0 0,-1 1-1 0 0,1-1 1 0 0,-1 0 0 0 0,0 1 0 0 0,0-1-1 0 0,1 1 1 0 0,-1 0 0 0 0,0 0-1 0 0,0-1 1 0 0,0 2 0 0 0,0-1-1 0 0,0 0 1 0 0,0 0 0 0 0,0 1 0 0 0,0-1-1 0 0,0 1 1 0 0,0-1 0 0 0,-1 1-1 0 0,1 0 1 0 0,-1 0 0 0 0,1-1 0 0 0,-1 1-1 0 0,0 0 1 0 0,2 5 0 0 0,-2-3 7 0 0,1 0 0 0 0,-1 1 0 0 0,-1-1 0 0 0,1 0 0 0 0,-1 1-1 0 0,0-1 1 0 0,0 1 0 0 0,-1 7 0 0 0,-1 4 76 0 0,-1 1 0 0 0,-1-1-1 0 0,-1 0 1 0 0,0-1-1 0 0,-1 1 1 0 0,-14 23 0 0 0,-57 86 897 0 0,53-91-736 0 0,-50 78 302 0 0,74-111-542 0 0,0-1 0 0 0,-1 0 0 0 0,1 1 0 0 0,0-1 0 0 0,0 0 0 0 0,-1 0 1 0 0,1 1-1 0 0,0-1 0 0 0,0 1 0 0 0,0-1 0 0 0,-1 0 0 0 0,1 1 0 0 0,0-1 1 0 0,0 0-1 0 0,0 1 0 0 0,0-1 0 0 0,0 1 0 0 0,0-1 0 0 0,0 0 0 0 0,0 1 1 0 0,0-1-1 0 0,0 0 0 0 0,0 1 0 0 0,0-1 0 0 0,0 1 0 0 0,0-1 0 0 0,1 0 0 0 0,-1 1 1 0 0,0-1-1 0 0,0 0 0 0 0,0 1 0 0 0,0-1 0 0 0,1 0 0 0 0,-1 1 0 0 0,0-1 1 0 0,0 0-1 0 0,1 1 0 0 0,16 2 116 0 0,20-9-42 0 0,192-74-300 0 0,-150 49-4331 0 0,-63 23-1607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4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26 1812 0 0,'0'0'1604'0'0,"-13"-26"8194"0"0,12 34-9596 0 0,-1 1 1 0 0,1-1 0 0 0,1 0-1 0 0,0 1 1 0 0,1 9-1 0 0,-1 12 120 0 0,-27 229 685 0 0,5-69-719 0 0,18-154-480 0 0,4-34-231 0 0,0 7-876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44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42 107 1036 0 0,'-12'-5'3802'0'0,"-12"-2"3634"0"0,24 7-7405 0 0,-1 0-1 0 0,1 0 0 0 0,0 0 0 0 0,0 0 0 0 0,-1 0 0 0 0,1 0 0 0 0,0 0 0 0 0,0 0 1 0 0,0 0-1 0 0,-1-1 0 0 0,1 1 0 0 0,0 0 0 0 0,0 0 0 0 0,-1 0 0 0 0,1 0 0 0 0,0 0 1 0 0,0 0-1 0 0,0-1 0 0 0,0 1 0 0 0,-1 0 0 0 0,1 0 0 0 0,0 0 0 0 0,0-1 0 0 0,0 1 0 0 0,0 0 1 0 0,0 0-1 0 0,-1 0 0 0 0,1-1 0 0 0,0 1 0 0 0,0 0 0 0 0,0 0 0 0 0,0-1 0 0 0,0 1 1 0 0,0 0-1 0 0,0 0 0 0 0,0 0 0 0 0,0-1 0 0 0,0 1 0 0 0,0 0 0 0 0,0 0 0 0 0,0-1 1 0 0,0 1-1 0 0,0 0 0 0 0,0 0 0 0 0,0-1 0 0 0,0 1 0 0 0,1 0 0 0 0,-1 0 0 0 0,0 0 0 0 0,0-1 1 0 0,0 1-1 0 0,0 0 0 0 0,1 0 0 0 0,16-13 321 0 0,25-6-385 0 0,-38 17-138 0 0,83-28 506 0 0,-57 21-2750 0 0,2 0-3727 0 0,-20 6 2726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4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65 1192 0 0,'-11'-33'9813'0'0,"11"32"-9773"0"0,0-1 1 0 0,0 1-1 0 0,1-1 1 0 0,-1 1-1 0 0,0-1 1 0 0,1 1-1 0 0,0 0 1 0 0,-1-1-1 0 0,1 1 1 0 0,0 0-1 0 0,0-1 1 0 0,-1 1-1 0 0,1 0 1 0 0,0 0-1 0 0,0 0 1 0 0,0 0-1 0 0,1 0 1 0 0,-1 0-1 0 0,0 0 1 0 0,0 0-1 0 0,0 0 0 0 0,1 0 1 0 0,-1 1-1 0 0,1-1 1 0 0,-1 0-1 0 0,0 1 1 0 0,1 0-1 0 0,-1-1 1 0 0,1 1-1 0 0,-1 0 1 0 0,1-1-1 0 0,-1 1 1 0 0,1 0-1 0 0,-1 0 1 0 0,1 0-1 0 0,-1 1 1 0 0,3-1-1 0 0,-1 1-27 0 0,1-1 1 0 0,-1 1-1 0 0,0 0 1 0 0,0 0-1 0 0,0 0 1 0 0,0 1-1 0 0,0-1 0 0 0,0 1 1 0 0,0-1-1 0 0,0 1 1 0 0,0 0-1 0 0,-1 0 0 0 0,1 0 1 0 0,-1 1-1 0 0,0-1 1 0 0,1 1-1 0 0,-1-1 0 0 0,2 4 1 0 0,-1 0 7 0 0,-1 0 1 0 0,1 1-1 0 0,-1-1 1 0 0,-1 0-1 0 0,1 1 1 0 0,-1-1-1 0 0,0 1 1 0 0,-1 0 0 0 0,1-1-1 0 0,-1 1 1 0 0,-1-1-1 0 0,1 1 1 0 0,-3 10-1 0 0,-2 6 66 0 0,0-1 1 0 0,-14 34-1 0 0,-1-11 290 0 0,-39 65 0 0 0,-7 17 169 0 0,66-126-538 0 0,-1-1 0 0 0,1 1 0 0 0,0-1-1 0 0,0 1 1 0 0,-1-1 0 0 0,1 1 0 0 0,0-1 0 0 0,0 1-1 0 0,0-1 1 0 0,0 1 0 0 0,0 0 0 0 0,0-1-1 0 0,0 1 1 0 0,0-1 0 0 0,0 1 0 0 0,0-1 0 0 0,0 1-1 0 0,0-1 1 0 0,0 1 0 0 0,0-1 0 0 0,1 1-1 0 0,-1-1 1 0 0,0 1 0 0 0,0-1 0 0 0,0 1 0 0 0,1-1-1 0 0,-1 1 1 0 0,0-1 0 0 0,1 1 0 0 0,-1-1-1 0 0,1 0 1 0 0,-1 1 0 0 0,0-1 0 0 0,1 1 0 0 0,-1-1-1 0 0,1 0 1 0 0,-1 0 0 0 0,1 1 0 0 0,-1-1-1 0 0,1 0 1 0 0,-1 0 0 0 0,1 0 0 0 0,-1 1 0 0 0,1-1-1 0 0,-1 0 1 0 0,1 0 0 0 0,-1 0 0 0 0,1 0-1 0 0,0 0 1 0 0,-1 0 0 0 0,1 0 0 0 0,-1 0 0 0 0,1 0-1 0 0,0-1 1 0 0,35-3 53 0 0,-34 3-50 0 0,92-23-1224 0 0,-33 3-5671 0 0,-44 13 2224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4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64 386 1816 0 0,'-2'-2'1883'0'0,"-46"-32"7925"0"0,48 34-9736 0 0,-1-1 0 0 0,0 1 0 0 0,0 0 0 0 0,1 0 0 0 0,-1-1 0 0 0,1 1 0 0 0,-1 0 1 0 0,0-1-1 0 0,1 1 0 0 0,-1-1 0 0 0,1 1 0 0 0,-1-1 0 0 0,1 1 0 0 0,-1-1 0 0 0,1 1 1 0 0,-1-1-1 0 0,1 0 0 0 0,0 1 0 0 0,-1-1 0 0 0,1 1 0 0 0,0-1 0 0 0,-1 0 0 0 0,1 0 1 0 0,0 1-1 0 0,0-1 0 0 0,0 0 0 0 0,-1 0 0 0 0,1-1-29 0 0,0 1-1 0 0,0 0 0 0 0,-1-1 1 0 0,1 1-1 0 0,0 0 1 0 0,0-1-1 0 0,0 1 1 0 0,0 0-1 0 0,1-1 1 0 0,-1 1-1 0 0,0 0 1 0 0,0-1-1 0 0,1 1 1 0 0,-1 0-1 0 0,2-2 0 0 0,33-43 159 0 0,-18 24-137 0 0,-1 0-1 0 0,21-39 0 0 0,-32 53-63 0 0,-1-1 0 0 0,-1-1-1 0 0,1 1 1 0 0,-2-1 0 0 0,1 1-1 0 0,-1-1 1 0 0,-1 0 0 0 0,0 0 0 0 0,0 1-1 0 0,-1-1 1 0 0,-1-13 0 0 0,-1 5-56 0 0,2 18 51 0 0,0-1 0 0 0,0 0 0 0 0,1 1-1 0 0,-1-1 1 0 0,-1 0 0 0 0,1 1 0 0 0,0-1-1 0 0,0 1 1 0 0,0-1 0 0 0,0 0 0 0 0,0 1-1 0 0,-1-1 1 0 0,1 1 0 0 0,0-1-1 0 0,0 0 1 0 0,-1 1 0 0 0,1-1 0 0 0,0 1-1 0 0,-1-1 1 0 0,1 1 0 0 0,-1-1 0 0 0,1 1-1 0 0,-1 0 1 0 0,1-1 0 0 0,0 1 0 0 0,-1-1-1 0 0,0 1 1 0 0,0-1 0 0 0,0 1 4 0 0,0 0-1 0 0,1 1 1 0 0,-1-1 0 0 0,0 0 0 0 0,1 0-1 0 0,-1 0 1 0 0,0 1 0 0 0,1-1 0 0 0,-1 0-1 0 0,0 1 1 0 0,1-1 0 0 0,-1 1-1 0 0,1-1 1 0 0,-1 1 0 0 0,1-1 0 0 0,-1 1-1 0 0,1-1 1 0 0,-1 1 0 0 0,1-1 0 0 0,-1 1-1 0 0,1 0 1 0 0,0-1 0 0 0,-1 1 0 0 0,1-1-1 0 0,0 1 1 0 0,0 0 0 0 0,-1 0 0 0 0,1-1-1 0 0,0 1 1 0 0,0 1 0 0 0,0 0-3 0 0,-8 24-11 0 0,1 0 0 0 0,2 0-1 0 0,0 0 1 0 0,2 1 0 0 0,0 38 0 0 0,1-28 6 0 0,-15 403 604 0 0,17-440-537 0 0,0 1 0 0 0,0 0 1 0 0,0 0-1 0 0,0 0 0 0 0,0-1 1 0 0,0 1-1 0 0,0 0 0 0 0,0 0 1 0 0,0 0-1 0 0,-1-1 0 0 0,1 1 1 0 0,0 0-1 0 0,-1 0 0 0 0,1 0 0 0 0,0-1 1 0 0,-1 2-1 0 0,-7-2 369 0 0,6-1-504 0 0,1 1 83 0 0,0-1 1 0 0,1 1-1 0 0,-1-1 1 0 0,0 0-1 0 0,1 1 1 0 0,-1-1-1 0 0,1 0 1 0 0,-1 1-1 0 0,1-1 1 0 0,0 0 0 0 0,-1 0-1 0 0,1 0 1 0 0,0 0-1 0 0,-1 1 1 0 0,1-1-1 0 0,0 0 1 0 0,0 0-1 0 0,0 0 1 0 0,-1-1-1 0 0,1 2 4 0 0,-4-15-4 0 0,1-1 0 0 0,0 1-1 0 0,1-1 1 0 0,0 1 0 0 0,2-1 0 0 0,-1 0 0 0 0,2 0 0 0 0,0 1 0 0 0,1-1 0 0 0,1 0 0 0 0,0 1 0 0 0,1 0 0 0 0,1 0 0 0 0,0 0 0 0 0,1 0 0 0 0,1 1 0 0 0,0 0-1 0 0,1 0 1 0 0,12-16 0 0 0,-15 24-12 0 0,0-1 1 0 0,1 1-1 0 0,0 0 0 0 0,0 1 0 0 0,0 0 0 0 0,0 0 0 0 0,1 0 0 0 0,0 1 0 0 0,0 0 0 0 0,0 0 0 0 0,1 0 0 0 0,0 1 0 0 0,-1 0 1 0 0,10-1-1 0 0,-7 2-7 0 0,-9 2 11 0 0,0-1 1 0 0,0 1 0 0 0,0-1-1 0 0,0 1 1 0 0,1 0 0 0 0,-1 0 0 0 0,0 0-1 0 0,0-1 1 0 0,0 1 0 0 0,1 0-1 0 0,-1 0 1 0 0,0 1 0 0 0,0-1-1 0 0,0 0 1 0 0,1 0 0 0 0,-1 1-1 0 0,1 0 1 0 0,6 2-5 0 0,-6-2 5 0 0,0 0 1 0 0,0 0-1 0 0,-1-1 1 0 0,1 1-1 0 0,0 0 0 0 0,-1 1 1 0 0,1-1-1 0 0,0 0 0 0 0,-1 0 1 0 0,0 1-1 0 0,1-1 1 0 0,-1 1-1 0 0,0-1 0 0 0,1 1 1 0 0,-1-1-1 0 0,0 1 0 0 0,0 0 1 0 0,-1-1-1 0 0,1 1 1 0 0,0 0-1 0 0,0 0 0 0 0,-1 0 1 0 0,1 0-1 0 0,-1 0 1 0 0,0 0-1 0 0,0 0 0 0 0,1 2 1 0 0,-2 3 2 0 0,0-1 0 0 0,0 1 1 0 0,0 0-1 0 0,-1-1 0 0 0,0 1 1 0 0,-1-1-1 0 0,1 0 0 0 0,-1 0 1 0 0,0 0-1 0 0,0 0 0 0 0,-1 0 1 0 0,0-1-1 0 0,0 1 0 0 0,0-1 1 0 0,-1 0-1 0 0,0 0 0 0 0,-7 5 0 0 0,1 0 19 0 0,-1-1-1 0 0,-1-1 1 0 0,0 0-1 0 0,0 0 1 0 0,0-1 0 0 0,-28 9-1 0 0,40-15-27 0 0,0-1 3 0 0,-1 0-7 0 0,0 0-1 0 0,0 1 1 0 0,0-1-1 0 0,0 1 1 0 0,0 0-1 0 0,0-1 1 0 0,1 1-1 0 0,-1 0 1 0 0,0 0-1 0 0,-2 2 1 0 0,6-1 9 0 0,-1 1 0 0 0,0-1 0 0 0,0 1 0 0 0,1-1 0 0 0,0 0 0 0 0,-1 0 0 0 0,1 1 0 0 0,0-1 0 0 0,0 0 0 0 0,0-1 1 0 0,0 1-1 0 0,0 0 0 0 0,4 2 0 0 0,4 3 1 0 0,55 50-113 0 0,20 19-150 0 0,-31-22-6600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2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97 1440 0 0,'-7'-9'4316'0'0,"-26"-13"799"0"0,32 22-4738 0 0,-9-6 1273 0 0,-8-2-599 0 0,17 8-815 0 0,16-6-140 0 0,179-24 30 0 0,-143 20-54 0 0,-49 10-53 0 0,1-1 2 0 0,9 0-9 0 0,-9 1 6 0 0,-1-1 2 0 0,9 0-2 0 0,-9 1 24 0 0,7-1 47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73 616 0 0,'20'-23'5426'0'0,"2"-2"-1876"0"0,-21 23-3122 0 0,16-20 5600 0 0,-19 41-5985 0 0,0 5 116 0 0,-1 0-1 0 0,-2 0 0 0 0,0-1 0 0 0,-1 0 1 0 0,-18 43-1 0 0,-49 96 181 0 0,73-161-340 0 0,-4 8 28 0 0,4-8-23 0 0,-1-1 0 0 0,1 1 0 0 0,0-1 0 0 0,0 1 0 0 0,-1-1 0 0 0,1 1 0 0 0,0 0 0 0 0,0-1 0 0 0,0 1 0 0 0,0 0 0 0 0,0-1 0 0 0,0 1 0 0 0,0-1 0 0 0,0 1 0 0 0,0 0 0 0 0,0-1 0 0 0,0 1 0 0 0,0 0 0 0 0,0-1 0 0 0,0 1 0 0 0,1-1 0 0 0,-1 1 0 0 0,0 0 0 0 0,1 1 59 0 0,31-3 0 0 0,120-37 51 0 0,-143 35-95 0 0,0 0 0 0 0,-1-1 0 0 0,1 0 0 0 0,-1 0 0 0 0,12-8 0 0 0,-18 9-14 0 0,1 1 1 0 0,-1-1-1 0 0,0 0 1 0 0,0 0-1 0 0,0 0 1 0 0,0 0-1 0 0,-1 0 1 0 0,1 0-1 0 0,-1-1 1 0 0,0 1-1 0 0,0-1 1 0 0,0 1-1 0 0,0-6 1 0 0,1 2 144 0 0,0-1 1 0 0,-1 0-1 0 0,0 0 1 0 0,-1 1-1 0 0,0-1 0 0 0,0 0 1 0 0,-1 0-1 0 0,0 1 1 0 0,-3-13-1 0 0,4 19-35 0 0,0 0-98 0 0,0 1 0 0 0,0-1 0 0 0,0 1 0 0 0,0-1 0 0 0,0 1 0 0 0,0-1 0 0 0,0 1 0 0 0,0-1 0 0 0,0 1 0 0 0,0-1 0 0 0,-1 1 0 0 0,1-1 0 0 0,0 1 0 0 0,0-1 0 0 0,-1 1 0 0 0,1-1 0 0 0,0 1 0 0 0,-1-1 0 0 0,-3 10-3 0 0,0 1-1 0 0,1-1 1 0 0,0 1 0 0 0,0 0 0 0 0,1 1-1 0 0,1-1 1 0 0,-1 15 0 0 0,-2 8 4 0 0,-64 319-1799 0 0,14-120-8380 0 0,40-177 4504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24 1392 0 0,'0'0'1726'0'0,"-22"-13"5772"0"0,20 13-6985 0 0,-14-10 1847 0 0,11 9-2380 0 0,7 7-328 0 0,-1-5-153 0 0,1 1 1 0 0,-1 0-1 0 0,0 0 1 0 0,0 0 0 0 0,0 0-1 0 0,-1 0 1 0 0,1 0-1 0 0,0 0 1 0 0,-1 0 0 0 0,0 0-1 0 0,1 0 1 0 0,-1 0-1 0 0,0 0 1 0 0,0 4 0 0 0,0 8-2711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0 392 0 0,'-16'40'11494'0'0,"16"-40"-11514"0"0,1 1 0 0 0,-1-1 0 0 0,0 0 0 0 0,0 1 0 0 0,1-1 0 0 0,-1 0-1 0 0,0 1 1 0 0,1-1 0 0 0,-1 0 0 0 0,0 0 0 0 0,1 1 0 0 0,-1-1 0 0 0,1 0 0 0 0,-1 0 0 0 0,0 0 0 0 0,1 0 0 0 0,-1 1 0 0 0,1-1 0 0 0,-1 0 0 0 0,1 0 0 0 0,-1 0 0 0 0,0 0 0 0 0,1 0 0 0 0,-1 0 0 0 0,1 0 0 0 0,-1 0 0 0 0,1 0 0 0 0,-1 0 0 0 0,1-1-1 0 0,20-5-8859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5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20 124 0 0,'-18'-12'14572'0'0,"15"8"-14167"0"0,4 4-489 0 0,-1-1 1 0 0,1 1-1 0 0,-1 0 1 0 0,0-1 0 0 0,1 1-1 0 0,-1 0 1 0 0,1 0-1 0 0,-1-1 1 0 0,1 1-1 0 0,-1 0 1 0 0,1 0 0 0 0,-1 0-1 0 0,1 0 1 0 0,-1 0-1 0 0,1 0 1 0 0,-1 0-1 0 0,1 0 1 0 0,-1 0 0 0 0,1 0-1 0 0,-1 0 1 0 0,1 0-1 0 0,-1 0 1 0 0,1 0 0 0 0,0 0-1 0 0,-1 0 1 0 0,0 1-1 0 0,1-1 1 0 0,-1 0-1 0 0,1 0 1 0 0,-1 0 0 0 0,1 1-1 0 0,-1-1 1 0 0,1 0-1 0 0,-1 1 1 0 0,0-1-1 0 0,1 1 1 0 0,-1-1 0 0 0,0 0-1 0 0,1 1 1 0 0,-1-1-1 0 0,0 1 1 0 0,1-1-1 0 0,-1 1 1 0 0,0 0 0 0 0,1 1-515 0 0,-1 0 0 0 0,0 1 0 0 0,1-1 0 0 0,-1 0 0 0 0,0 1 0 0 0,0-1 0 0 0,0 0 0 0 0,-1 4 0 0 0,-2 7-2963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0 380 0 0,'0'3'2358'0'0,"-6"44"7440"0"0,5-45-9079 0 0,1-1-423 0 0,0 0 1 0 0,0 1-1 0 0,0-1 1 0 0,0 0-1 0 0,0 0 1 0 0,0 1-1 0 0,1-1 1 0 0,-1 0-1 0 0,0 0 1 0 0,1 0-1 0 0,-1 1 1 0 0,1-1-1 0 0,0 1 1 0 0,16-10-54 0 0,-15 6-239 0 0,19-9-3142 0 0,2-7-4132 0 0,-11 11 2429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5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84 860 0 0,'4'-4'1126'0'0,"-1"-1"-1"0"0,0 0 1 0 0,0 1-1 0 0,0-1 1 0 0,-1-1-1 0 0,0 1 1 0 0,0 0 0 0 0,0-1-1 0 0,-1 1 1 0 0,2-10-1 0 0,-6 17-1069 0 0,-3 1-39 0 0,1 1-1 0 0,0-1 1 0 0,0 1 0 0 0,0 1-1 0 0,0-1 1 0 0,1 1 0 0 0,-1 0-1 0 0,1 0 1 0 0,1 0 0 0 0,-7 11-1 0 0,-32 65 74 0 0,36-66-86 0 0,-4 6 27 0 0,0 2 0 0 0,2-1 0 0 0,1 2 0 0 0,0-1 0 0 0,-4 42 0 0 0,10-57-19 0 0,0 0 0 0 0,2 1 0 0 0,-1-1 0 0 0,1 0 0 0 0,0 1 0 0 0,0-1 0 0 0,1 0 0 0 0,5 14 0 0 0,-5-17-5 0 0,1 0 1 0 0,-1 0-1 0 0,1 0 0 0 0,0 0 0 0 0,1-1 0 0 0,-1 1 1 0 0,1-1-1 0 0,0 0 0 0 0,0 0 0 0 0,0-1 1 0 0,1 1-1 0 0,-1-1 0 0 0,1 0 0 0 0,6 4 1 0 0,-2-3 13 0 0,0-1 0 0 0,0 0 0 0 0,1 0 1 0 0,-1-1-1 0 0,1 0 0 0 0,-1 0 0 0 0,1-1 0 0 0,-1-1 1 0 0,1 1-1 0 0,0-2 0 0 0,-1 1 0 0 0,1-1 1 0 0,0-1-1 0 0,10-3 0 0 0,-7 2 94 0 0,0-1 0 0 0,-1 0 0 0 0,1-1 0 0 0,-1 0 0 0 0,0-1 0 0 0,-1-1 0 0 0,1 0 0 0 0,-1 0 0 0 0,17-16 0 0 0,-16 11-57 0 0,-1-1-1 0 0,-1 0 0 0 0,0 0 0 0 0,-1-1 0 0 0,0 0 0 0 0,-1-1 0 0 0,0 0 0 0 0,-2 0 0 0 0,0-1 0 0 0,6-23 1 0 0,-9 28-43 0 0,0 1 1 0 0,-1-1 0 0 0,-1 0 0 0 0,0 0 0 0 0,0 0-1 0 0,-1 0 1 0 0,-1 0 0 0 0,0 0 0 0 0,0 0 0 0 0,-1 0-1 0 0,0 0 1 0 0,-1 0 0 0 0,0 1 0 0 0,-1 0 0 0 0,0-1-1 0 0,-10-16 1 0 0,10 21-18 0 0,1 1-1 0 0,-1 0 1 0 0,0 0 0 0 0,-1 1-1 0 0,1 0 1 0 0,-1-1-1 0 0,0 1 1 0 0,0 1-1 0 0,0-1 1 0 0,0 1 0 0 0,-1 0-1 0 0,1 0 1 0 0,-10-3-1 0 0,7 3 5 0 0,0 1 0 0 0,-1 1 0 0 0,1-1 0 0 0,-1 1 0 0 0,1 1 0 0 0,0 0 0 0 0,-1 0 0 0 0,1 0 0 0 0,-11 3 0 0 0,4 0-353 0 0,0 0 0 0 0,1 2 0 0 0,-1 0 0 0 0,1 0 0 0 0,0 2 0 0 0,0-1 0 0 0,1 2 0 0 0,0 0 0 0 0,0 0 0 0 0,-19 18-1 0 0,-10 15-4849 0 0,21-19 340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214 151 952 0 0,'0'-3'1912'0'0,"1"-8"132"0"0,-1 0-1 0 0,0-1 0 0 0,0 1 1 0 0,-3-15-1 0 0,3 25-1639 0 0,-2-2 62 0 0,2 2-444 0 0,0 1 1 0 0,0 0 0 0 0,0 0-1 0 0,0-1 1 0 0,0 1-1 0 0,0 0 1 0 0,0 0-1 0 0,0-1 1 0 0,0 1-1 0 0,0 0 1 0 0,0 0-1 0 0,0-1 1 0 0,0 1-1 0 0,0 0 1 0 0,0 0-1 0 0,-1 0 1 0 0,1-1-1 0 0,0 1 1 0 0,0 0 0 0 0,0 0-1 0 0,0 0 1 0 0,-1-1-1 0 0,1 1 1 0 0,0 0-1 0 0,0 0 1 0 0,0 0-1 0 0,-1 0 1 0 0,1 0-1 0 0,0 0 1 0 0,-1-1-1 0 0,-1 1-1 0 0,0 0 1 0 0,0 1-1 0 0,0-1 0 0 0,0 0 0 0 0,0 1 0 0 0,0-1 0 0 0,-1 1 0 0 0,1-1 1 0 0,0 1-1 0 0,1 0 0 0 0,-1 0 0 0 0,0 0 0 0 0,0 0 0 0 0,0 0 0 0 0,0 1 1 0 0,1-1-1 0 0,-1 0 0 0 0,1 1 0 0 0,-1-1 0 0 0,1 1 0 0 0,-3 3 0 0 0,-31 43 47 0 0,31-42-41 0 0,-18 28 87 0 0,2 2 0 0 0,-29 69 1 0 0,42-88-92 0 0,1 1 1 0 0,1 0-1 0 0,0 1 1 0 0,2-1-1 0 0,0 1 0 0 0,1 0 1 0 0,1 0-1 0 0,1 26 1 0 0,0-39-4 0 0,1 0 1 0 0,0-1-1 0 0,0 1 0 0 0,1-1 1 0 0,-1 0-1 0 0,1 1 0 0 0,0-1 1 0 0,1 0-1 0 0,-1 0 0 0 0,1 0 1 0 0,0 0-1 0 0,0-1 1 0 0,0 1-1 0 0,1-1 0 0 0,0 0 1 0 0,0 0-1 0 0,0 0 0 0 0,0 0 1 0 0,1-1-1 0 0,5 5 0 0 0,-4-5 10 0 0,0-1-1 0 0,1 1 1 0 0,-1-1-1 0 0,0 0 1 0 0,0 0-1 0 0,1-1 1 0 0,-1 0-1 0 0,1 0 1 0 0,0 0-1 0 0,-1-1 1 0 0,1 0 0 0 0,-1-1-1 0 0,1 1 1 0 0,0-1-1 0 0,-1 0 1 0 0,1-1-1 0 0,6-2 1 0 0,3-2 51 0 0,-1-1 0 0 0,-1 0 0 0 0,1-1 1 0 0,-1 0-1 0 0,-1-1 0 0 0,0-1 0 0 0,0 0 1 0 0,0-1-1 0 0,-2 0 0 0 0,1-1 0 0 0,-1 0 1 0 0,13-21-1 0 0,-10 12 37 0 0,0-1 0 0 0,-2 0 1 0 0,0-1-1 0 0,-2 0 0 0 0,0-1 0 0 0,-2 0 0 0 0,8-32 1 0 0,-14 45-58 0 0,0 0 1 0 0,0-1 0 0 0,-1 1-1 0 0,-1 0 1 0 0,0 0-1 0 0,-1 0 1 0 0,0-1 0 0 0,0 1-1 0 0,-1 0 1 0 0,-6-19 0 0 0,5 24-53 0 0,1-1-1 0 0,-2 1 1 0 0,1-1 0 0 0,-1 1 0 0 0,0 0 0 0 0,0 0 0 0 0,-1 1 0 0 0,1-1 0 0 0,-1 1 0 0 0,0 0 0 0 0,-1 0-1 0 0,1 1 1 0 0,-1-1 0 0 0,0 1 0 0 0,0 1 0 0 0,-1-1 0 0 0,-10-3 0 0 0,3 1-225 0 0,0 2 1 0 0,-1 0-1 0 0,0 0 1 0 0,0 2-1 0 0,0 0 1 0 0,-26-1-1 0 0,-3 6-3041 0 0,3 5-3446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0:58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42 124 0 0,'-25'-2'13347'0'0,"36"-2"-14913"0"0,33-7 1684 0 0,0 2-1 0 0,1 2 0 0 0,0 2 1 0 0,1 2-1 0 0,60 3 1 0 0,-100 0-114 0 0,-1 1 0 0 0,1 0 0 0 0,-1 1 0 0 0,0-1 0 0 0,1 1 0 0 0,-1 0 0 0 0,0 0 0 0 0,0 1 0 0 0,0-1 1 0 0,0 1-1 0 0,0 0 0 0 0,-1 1 0 0 0,0-1 0 0 0,1 1 0 0 0,-1 0 0 0 0,0 0 0 0 0,-1 0 0 0 0,1 0 0 0 0,-1 1 0 0 0,0 0 0 0 0,0-1 0 0 0,0 1 0 0 0,-1 0 1 0 0,4 10-1 0 0,2 8 35 0 0,-1 1 1 0 0,-2 0-1 0 0,0 0 0 0 0,2 32 1 0 0,-5-32-10 0 0,10 98 917 0 0,-8 201 1 0 0,-34 122 1153 0 0,29-434-2062 0 0,-14 157 417 0 0,-32 477 290 0 0,32-113-597 0 0,-30 508 894 0 0,8-318-489 0 0,36-695-543 0 0,-19 363 131 0 0,-21-124-60 0 0,14-107 1154 0 0,26-157-1080 0 0,-2 34 2225 0 0,2-32-1796 0 0,0 0 0 0 0,0 0 0 0 0,0 0 1 0 0,0 0-1 0 0,-3 7 0 0 0,2-9-528 0 0,0 1 0 0 0,0-1 0 0 0,-1 1 0 0 0,1-1-1 0 0,0 0 1 0 0,-1 1 0 0 0,1-1 0 0 0,-1 0 0 0 0,0-1-1 0 0,0 1 1 0 0,1 0 0 0 0,-1-1 0 0 0,-4 2 0 0 0,-428 155-4978 0 0,341-128 2672 0 0,-77 22-4888 0 0,-28 6-4389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1:3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16 908 0 0,'0'0'2022'0'0,"7"-15"-2808"0"0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1:35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6 476 0 0,'0'0'2752'0'0,"2"-1"-2383"0"0,0 0 1 0 0,1 0-1 0 0,-1 1 0 0 0,0-1 1 0 0,0 1-1 0 0,1-1 1 0 0,2 1-1 0 0,10 20-3234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1:4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196 157 164 0 0,'-82'13'7205'0'0,"36"-2"-5026"0"0,44-11-1929 0 0,-36 9 2100 0 0,37-8-2314 0 0,-2-1 80 0 0,1 1 0 0 0,0 0 0 0 0,-1 0 0 0 0,1 0 0 0 0,0 0 0 0 0,0 0 0 0 0,0 0 0 0 0,0 1 0 0 0,0-1 0 0 0,-3 3 0 0 0,7-3-91 0 0,0 0 1 0 0,0 1-1 0 0,-1-1 1 0 0,1 0-1 0 0,0-1 0 0 0,0 1 1 0 0,0 0-1 0 0,0 0 1 0 0,0-1-1 0 0,0 1 1 0 0,1-1-1 0 0,3 0 0 0 0,33 1 121 0 0,-23-1-77 0 0,521-11 422 0 0,-68 1-416 0 0,-327 9-41 0 0,804-21 42 0 0,-811 14-51 0 0,144-28 0 0 0,-269 34-5 0 0,0 0 1 0 0,-1 0 0 0 0,1-1-1 0 0,-1 0 1 0 0,0-1 0 0 0,0 0-1 0 0,0-1 1 0 0,11-7 0 0 0,-19 12-22 0 0,0-1 0 0 0,-1 1 1 0 0,1-1-1 0 0,-1 0 0 0 0,1 1 0 0 0,-1-1 1 0 0,1 0-1 0 0,-1 0 0 0 0,1 1 1 0 0,-1-1-1 0 0,0 0 0 0 0,1 0 1 0 0,-1 1-1 0 0,0-1 0 0 0,1 0 0 0 0,-1 0 1 0 0,0 0-1 0 0,0 0 0 0 0,0 0 1 0 0,0 1-1 0 0,0-1 0 0 0,0 0 0 0 0,0 0 1 0 0,0 0-1 0 0,0 0 0 0 0,-1 1 1 0 0,1-1-1 0 0,0 0 0 0 0,0 0 1 0 0,-1 0-1 0 0,1 1 0 0 0,-1-1 0 0 0,1 0 1 0 0,-1 0-1 0 0,1 1 0 0 0,-1-1 1 0 0,1 0-1 0 0,-1 1 0 0 0,1-1 0 0 0,-1 0 1 0 0,0 1-1 0 0,1-1 0 0 0,-1 1 1 0 0,0 0-1 0 0,0-1 0 0 0,-1 0 1 0 0,-4-3-9 0 0,-1 1 1 0 0,0 0 0 0 0,0 0 0 0 0,-8-2 0 0 0,11 3 2 0 0,-31-9-68 0 0,-1 1 1 0 0,-43-5 0 0 0,77 15 53 0 0,26 19-86 0 0,-8-11 100 0 0,-1 1 0 0 0,0 1 1 0 0,-1 0-1 0 0,0 1 0 0 0,-1 0 0 0 0,21 23 1 0 0,-32-31-66 0 0,0 0 1 0 0,0 0 0 0 0,0 0-1 0 0,-1 0 1 0 0,1 0 0 0 0,-1 0-1 0 0,0 0 1 0 0,0 1 0 0 0,0-1-1 0 0,-1 1 1 0 0,1-1 0 0 0,-1 0-1 0 0,1 1 1 0 0,-1-1-1 0 0,0 1 1 0 0,-1-1 0 0 0,1 1-1 0 0,0-1 1 0 0,-1 0 0 0 0,0 1-1 0 0,0-1 1 0 0,0 0 0 0 0,0 1-1 0 0,-1-1 1 0 0,-2 5 0 0 0,-1 1-705 0 0,-1-1 1 0 0,1 0 0 0 0,-2 0-1 0 0,1 0 1 0 0,-1 0 0 0 0,0-1 0 0 0,-13 10-1 0 0,-12 7-3248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0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602 112 748 0 0,'8'-14'4136'0'0,"6"-27"2717"0"0,-13 33-5257 0 0,0 7-1342 0 0,-1 0-1 0 0,1 0 1 0 0,-1-1 0 0 0,0 1-1 0 0,0 0 1 0 0,1 0-1 0 0,-1 0 1 0 0,0 0-1 0 0,0 0 1 0 0,0-1-1 0 0,0 1 1 0 0,-1-2 0 0 0,1 2-152 0 0,-1-1 0 0 0,0 1 0 0 0,1-1 0 0 0,-1 1 0 0 0,0-1 0 0 0,0 1 0 0 0,0-1 0 0 0,0 1 0 0 0,0 0 0 0 0,0-1 1 0 0,0 1-1 0 0,0 0 0 0 0,-1 0 0 0 0,1 0 0 0 0,0 0 0 0 0,-1 0 0 0 0,1 0 0 0 0,-4-1 0 0 0,2 1-29 0 0,-1-1 0 0 0,0 1-1 0 0,0 0 1 0 0,0 1 0 0 0,0-1-1 0 0,0 1 1 0 0,-7-1 0 0 0,0 2-72 0 0,0 0 0 0 0,1 1 0 0 0,-1 0 0 0 0,1 0 1 0 0,-14 6-1 0 0,10-2-3 0 0,1 0 0 0 0,0 1 1 0 0,0 0-1 0 0,1 1 0 0 0,0 1 1 0 0,0 0-1 0 0,1 0 0 0 0,0 1 1 0 0,1 1-1 0 0,0 0 0 0 0,1 0 1 0 0,0 1-1 0 0,0 0 0 0 0,-12 25 1 0 0,12-16-8 0 0,0 0 0 0 0,1 1 1 0 0,1 0-1 0 0,1 0 0 0 0,0 0 1 0 0,2 1-1 0 0,1 0 0 0 0,0 42 0 0 0,9 172 68 0 0,-2 99-4 0 0,-19 299-5 0 0,-13 290 19 0 0,23-835-38 0 0,-58 780 89 0 0,52-755-97 0 0,-43 397 172 0 0,5 36 33 0 0,41-438-160 0 0,-4 140 96 0 0,4-55 409 0 0,1-56 335 0 0,3-19-716 0 0,4-118-186 0 0,-1-1 2 0 0,1 0 0 0 0,0 0 0 0 0,0 0 0 0 0,0 0 0 0 0,1 0 0 0 0,-1 0-1 0 0,0 0 1 0 0,0 0 0 0 0,0 0 0 0 0,1-1 0 0 0,-1 1 0 0 0,0 0 0 0 0,1 0-1 0 0,-1 0 1 0 0,1 0 0 0 0,-1-1 0 0 0,1 1 0 0 0,-1 0 0 0 0,1 0 0 0 0,-1-1-1 0 0,1 1 1 0 0,0 0 0 0 0,-1-1 0 0 0,1 1 0 0 0,0-1 0 0 0,0 1 0 0 0,-1-1-1 0 0,1 1 1 0 0,0-1 0 0 0,0 0 0 0 0,0 1 0 0 0,0-1 0 0 0,0 0 0 0 0,0 0-1 0 0,-1 1 1 0 0,1-1 0 0 0,0 0 0 0 0,0 0 0 0 0,2 0 0 0 0,4 0 14 0 0,1 0 0 0 0,-1 0 0 0 0,14-3 0 0 0,-14 2-19 0 0,435-89-1749 0 0,-155-2-8559 0 0,-198 57 2559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0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46 1812 0 0,'5'-11'3303'0'0,"-2"7"-1870"0"0,-1-1 1 0 0,0 0 0 0 0,0 1-1 0 0,3-12 2669 0 0,-4 19-3987 0 0,0-1-1 0 0,-1 1 0 0 0,1-1 0 0 0,-1 1 0 0 0,1 0 1 0 0,-1 0-1 0 0,0-1 0 0 0,0 1 0 0 0,-1 3 1 0 0,1-5-30 0 0,-12 331 2451 0 0,7-233-2349 0 0,-2 52-365 0 0,16-164-4178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0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420 244 2012 0 0,'-3'-9'983'0'0,"0"0"0"0"0,0 1-1 0 0,0-1 1 0 0,-1 1 0 0 0,0 0-1 0 0,-8-11 1 0 0,10 16-808 0 0,-1 0 1 0 0,1 0-1 0 0,-1 0 0 0 0,0 1 1 0 0,0-1-1 0 0,0 1 0 0 0,0-1 0 0 0,-1 1 1 0 0,1 0-1 0 0,-1 0 0 0 0,1 1 1 0 0,-1-1-1 0 0,0 1 0 0 0,1 0 1 0 0,-1 0-1 0 0,0 0 0 0 0,0 0 0 0 0,-7 0 1 0 0,4 1-75 0 0,0 0 0 0 0,0 0-1 0 0,0 1 1 0 0,1 0 0 0 0,-1 1 0 0 0,0-1 0 0 0,0 1 0 0 0,0 1 0 0 0,-11 5 0 0 0,6-2-2 0 0,1 1 0 0 0,0 0 1 0 0,0 1-1 0 0,-17 16 1 0 0,8-4-27 0 0,2 1 1 0 0,0 0-1 0 0,1 1 1 0 0,-21 37-1 0 0,29-43-49 0 0,1 1-1 0 0,0-1 0 0 0,2 2 1 0 0,-1-1-1 0 0,-3 23 1 0 0,8-33-11 0 0,1 0 0 0 0,-1 0 0 0 0,2 0 0 0 0,-1 1 0 0 0,1-1 0 0 0,0 0 0 0 0,1 0 0 0 0,0 1 0 0 0,0-1 0 0 0,0 0 0 0 0,1 0 0 0 0,0 0 0 0 0,0 0 0 0 0,1 0 0 0 0,0-1 0 0 0,4 8 0 0 0,-3-9-2 0 0,0-1 0 0 0,0 0 0 0 0,1 0 0 0 0,-1 0-1 0 0,1 0 1 0 0,0 0 0 0 0,0-1 0 0 0,0 0 0 0 0,0 0-1 0 0,1-1 1 0 0,-1 1 0 0 0,1-1 0 0 0,0 0 0 0 0,0-1 0 0 0,-1 0-1 0 0,1 1 1 0 0,0-2 0 0 0,0 1 0 0 0,0-1 0 0 0,10 0-1 0 0,1-1 13 0 0,0 0 0 0 0,-1-1-1 0 0,1-1 1 0 0,-1 0-1 0 0,0-1 1 0 0,20-9 0 0 0,-21 7 66 0 0,-1-1 0 0 0,-1-1 1 0 0,1 0-1 0 0,-1-1 0 0 0,-1 0 1 0 0,1-1-1 0 0,-2-1 0 0 0,1 0 1 0 0,-2 0-1 0 0,1-1 0 0 0,-2-1 0 0 0,0 0 1 0 0,0 0-1 0 0,-1 0 0 0 0,7-17 1 0 0,-5 7 7 0 0,-1 0 0 0 0,-1 0 0 0 0,0 0 0 0 0,-2-1 0 0 0,-1-1 0 0 0,-1 1 0 0 0,-2 0 0 0 0,0-1 0 0 0,-1-25 0 0 0,-2 41-69 0 0,0-1 1 0 0,0 1-1 0 0,-1 0 1 0 0,0 0-1 0 0,-1-1 1 0 0,0 1-1 0 0,0 1 1 0 0,-1-1-1 0 0,-8-15 1 0 0,8 18-31 0 0,0 0 1 0 0,0 1-1 0 0,-1-1 0 0 0,0 1 1 0 0,0 0-1 0 0,0 0 0 0 0,0 1 1 0 0,-1 0-1 0 0,1 0 0 0 0,-1 0 1 0 0,0 1-1 0 0,0-1 0 0 0,-13-3 1 0 0,18 6-71 0 0,-1 1 0 0 0,1-1 0 0 0,-1 1 1 0 0,0-1-1 0 0,1 1 0 0 0,-1 0 0 0 0,1 0 0 0 0,-1 0 1 0 0,0 0-1 0 0,1 0 0 0 0,-1 0 0 0 0,1 0 1 0 0,-1 0-1 0 0,0 1 0 0 0,1-1 0 0 0,-1 1 0 0 0,1-1 1 0 0,-1 1-1 0 0,1 0 0 0 0,-1-1 0 0 0,1 1 1 0 0,0 0-1 0 0,-1 0 0 0 0,1 0 0 0 0,0 0 1 0 0,0 0-1 0 0,-1 0 0 0 0,1 0 0 0 0,0 1 0 0 0,0-1 1 0 0,0 0-1 0 0,-1 3 0 0 0,1-2-525 0 0,0 0-1 0 0,0 0 1 0 0,0 1 0 0 0,1-1-1 0 0,-1 1 1 0 0,0-1 0 0 0,1 0-1 0 0,0 1 1 0 0,-1-1-1 0 0,1 1 1 0 0,0 2 0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16 1084 0 0,'-17'-4'5372'0'0,"14"4"-5107"0"0,0-1 0 0 0,0 1-1 0 0,0 0 1 0 0,0 0 0 0 0,0 1 0 0 0,0-1 0 0 0,0 1-1 0 0,0 0 1 0 0,0-1 0 0 0,0 1 0 0 0,0 1-1 0 0,0-1 1 0 0,-4 3 0 0 0,2-1-115 0 0,0 0 1 0 0,1 1-1 0 0,0 0 0 0 0,0 0 1 0 0,0 0-1 0 0,0 1 0 0 0,-3 5 1 0 0,-8 12 191 0 0,1 1 1 0 0,2 0 0 0 0,0 2 0 0 0,2-1-1 0 0,-11 35 1 0 0,-23 132 382 0 0,38-157-646 0 0,-3 56-1 0 0,8-78-9 0 0,2 0 0 0 0,-1 0 1 0 0,1 0-1 0 0,1-1 0 0 0,0 1 1 0 0,1 0-1 0 0,0-1 0 0 0,7 17 0 0 0,-8-25-9 0 0,0 0-1 0 0,0 1 0 0 0,0-1 1 0 0,0 0-1 0 0,1 0 0 0 0,-1 0 1 0 0,1-1-1 0 0,-1 1 0 0 0,1 0 1 0 0,0-1-1 0 0,0 0 0 0 0,0 0 1 0 0,1 0-1 0 0,-1 0 0 0 0,0 0 1 0 0,1-1-1 0 0,-1 1 0 0 0,1-1 1 0 0,0 0-1 0 0,-1 0 0 0 0,1 0 1 0 0,0-1-1 0 0,0 1 0 0 0,-1-1 1 0 0,1 0-1 0 0,0 0 0 0 0,0 0 1 0 0,0 0-1 0 0,-1-1 0 0 0,8-2 1 0 0,-1 1 57 0 0,0-1 0 0 0,0 0 0 0 0,0-1-1 0 0,0-1 1 0 0,-1 1 0 0 0,0-1 0 0 0,0-1 0 0 0,0 0 0 0 0,-1 0 0 0 0,10-8 0 0 0,-4-2-53 0 0,-1 1 0 0 0,0-2 0 0 0,0 1 0 0 0,-2-2 0 0 0,0 0 0 0 0,-1 0 0 0 0,-1-1 0 0 0,-1 0 0 0 0,7-22 0 0 0,-6 9-47 0 0,-1 1-1 0 0,-2-1 1 0 0,0 0-1 0 0,-3-1 1 0 0,0-36-1 0 0,-3 53-13 0 0,-1 0 0 0 0,0 1-1 0 0,-1-1 1 0 0,-1 1 0 0 0,-1-1-1 0 0,0 1 1 0 0,-7-15 0 0 0,9 24-8 0 0,-1 0-1 0 0,1 0 1 0 0,-2 0 0 0 0,1 1 0 0 0,-1-1 0 0 0,1 1 0 0 0,-2 0 0 0 0,1 0 0 0 0,0 0 0 0 0,-1 1 0 0 0,0 0 0 0 0,0 0 0 0 0,0 0 0 0 0,-1 0 0 0 0,1 1 0 0 0,-1 0 0 0 0,0 0 0 0 0,0 0-1 0 0,-10-3 1 0 0,12 6-31 0 0,1-1-1 0 0,-1 1 0 0 0,0 0 0 0 0,1 0 0 0 0,-1 0 1 0 0,0 0-1 0 0,1 1 0 0 0,-1-1 0 0 0,0 1 0 0 0,1 0 1 0 0,-1 0-1 0 0,1 1 0 0 0,-1-1 0 0 0,1 1 0 0 0,0-1 1 0 0,-1 1-1 0 0,1 0 0 0 0,0 0 0 0 0,0 1 0 0 0,-5 4 1 0 0,-9 14-2908 0 0,8 4-3550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06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25 318 1776 0 0,'-2'0'542'0'0,"-20"-6"5795"0"0,29 1-4574 0 0,22-6-1364 0 0,50-30 0 0 0,-64 32-410 0 0,0 0-1 0 0,0-2 1 0 0,-2 0 0 0 0,25-23 0 0 0,-26 19 59 0 0,-1 0 1 0 0,0 0 0 0 0,-1-1-1 0 0,-1-1 1 0 0,0 0 0 0 0,-1 0-1 0 0,-1 0 1 0 0,8-32 0 0 0,-14 47-23 0 0,-20 18-31 0 0,1 21 69 0 0,0 0 0 0 0,3 1 0 0 0,-13 49 0 0 0,-22 121 772 0 0,19-3-502 0 0,2-10 2136 0 0,24-183-1273 0 0,0-17-303 0 0,-2-20-422 0 0,6-2-435 0 0,2 0 0 0 0,0-1 1 0 0,2 1-1 0 0,1 0 0 0 0,1 1 1 0 0,1-1-1 0 0,1 1 0 0 0,13-29 1 0 0,-12 37-51 0 0,0-1 1 0 0,2 1 0 0 0,0 1 0 0 0,1-1 0 0 0,1 2-1 0 0,1 0 1 0 0,0 0 0 0 0,1 1 0 0 0,0 1-1 0 0,1 0 1 0 0,26-17 0 0 0,-31 25 0 0 0,1 0-1 0 0,-1 0 1 0 0,1 1 0 0 0,1 1 0 0 0,-1 0-1 0 0,0 0 1 0 0,1 1 0 0 0,0 1-1 0 0,13-2 1 0 0,-19 4 10 0 0,-1-1-1 0 0,1 1 1 0 0,-1 0 0 0 0,1 0-1 0 0,0 1 1 0 0,-1-1-1 0 0,1 1 1 0 0,-1 1 0 0 0,0-1-1 0 0,1 1 1 0 0,-1 0 0 0 0,0 0-1 0 0,0 0 1 0 0,0 1-1 0 0,0-1 1 0 0,0 1 0 0 0,-1 1-1 0 0,1-1 1 0 0,-1 1-1 0 0,0-1 1 0 0,6 8 0 0 0,-8-8 5 0 0,-1 0 0 0 0,1 0 0 0 0,-1 0 0 0 0,0 0 0 0 0,0 0 0 0 0,0 0 0 0 0,0 0-1 0 0,-1 0 1 0 0,1 1 0 0 0,-1-1 0 0 0,0 0 0 0 0,1 0 0 0 0,-2 0 0 0 0,1 1 0 0 0,0-1 0 0 0,-1 0 0 0 0,1 0 0 0 0,-1 0 0 0 0,0 0 0 0 0,0 1 0 0 0,0-1 0 0 0,-1 0 0 0 0,1-1 0 0 0,-1 1 0 0 0,1 0 0 0 0,-3 3 0 0 0,-2 3 4 0 0,-1 0 0 0 0,0 0 0 0 0,0-1 0 0 0,-1 0 1 0 0,0 0-1 0 0,-12 8 0 0 0,7-6 10 0 0,0-1 1 0 0,-1 0 0 0 0,0-1-1 0 0,-1-1 1 0 0,-23 9-1 0 0,29-13-17 0 0,1-1 0 0 0,-1 0 0 0 0,1-1-1 0 0,-1 1 1 0 0,0-2 0 0 0,1 1 0 0 0,-1-1-1 0 0,0-1 1 0 0,1 1 0 0 0,-1-1 0 0 0,-16-5-1 0 0,-7-7-91 0 0,30 12 69 0 0,5 2-47 0 0,8 3 64 0 0,0 1 0 0 0,-1 1 0 0 0,0 0 0 0 0,0 0 1 0 0,0 1-1 0 0,15 14 0 0 0,-3-5 34 0 0,99 78-8 0 0,120 85-1351 0 0,-225-170 280 0 0,0 0 1 0 0,19 7 0 0 0,13 0-4376 0 0,-15-10-408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0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77 211 2416 0 0,'-7'-18'2630'0'0,"1"0"-1"0"0,1-1 0 0 0,1 1 0 0 0,-4-37 1 0 0,8 51-2576 0 0,1 1 0 0 0,-1-1 1 0 0,1 1-1 0 0,-1 0 1 0 0,1-1-1 0 0,0 1 0 0 0,0 0 1 0 0,0-1-1 0 0,1 1 0 0 0,-1 0 1 0 0,1 0-1 0 0,0 0 0 0 0,0 0 1 0 0,0 0-1 0 0,0 1 1 0 0,0-1-1 0 0,1 1 0 0 0,-1-1 1 0 0,1 1-1 0 0,-1 0 0 0 0,1 0 1 0 0,0 0-1 0 0,0 0 0 0 0,0 0 1 0 0,0 1-1 0 0,0-1 0 0 0,1 1 1 0 0,-1 0-1 0 0,0 0 1 0 0,1 0-1 0 0,5 0 0 0 0,-2-1-50 0 0,1 1 0 0 0,-1 1 0 0 0,1-1 0 0 0,0 1 0 0 0,-1 0 0 0 0,1 1 0 0 0,-1 0-1 0 0,1 0 1 0 0,-1 1 0 0 0,1 0 0 0 0,-1 0 0 0 0,0 1 0 0 0,10 4 0 0 0,-12-4 2 0 0,1 1 0 0 0,-1-1 0 0 0,0 1-1 0 0,0 0 1 0 0,0 1 0 0 0,0-1 0 0 0,-1 1 0 0 0,0 0 0 0 0,0 0 0 0 0,0 0-1 0 0,0 1 1 0 0,-1-1 0 0 0,0 1 0 0 0,0 0 0 0 0,-1 0 0 0 0,0 0 0 0 0,0 0-1 0 0,2 11 1 0 0,-2-7 13 0 0,-2 0-1 0 0,1-1 0 0 0,-2 1 0 0 0,1 0 1 0 0,-1-1-1 0 0,-1 1 0 0 0,1 0 0 0 0,-2-1 1 0 0,1 0-1 0 0,-1 0 0 0 0,-1 0 0 0 0,-4 9 1 0 0,-3 2 152 0 0,-2 0 1 0 0,0-1 0 0 0,-1-1-1 0 0,0 0 1 0 0,-2-1 0 0 0,-18 16-1 0 0,19-18 576 0 0,10-10-192 0 0,-8 7 57 0 0,12-12-600 0 0,1 0 0 0 0,0 1 1 0 0,0-1-1 0 0,0 0 0 0 0,-1 0 0 0 0,1 0 0 0 0,0 0 0 0 0,0 0 0 0 0,0 0 0 0 0,-1 0 0 0 0,1 0 0 0 0,0 0 0 0 0,0 0 0 0 0,0 0 0 0 0,-1 0 0 0 0,1 0 0 0 0,0 0 0 0 0,0 0 0 0 0,0-1 0 0 0,-1 1 0 0 0,1 0 0 0 0,0 0 0 0 0,0 0 0 0 0,0 0 0 0 0,-1 0 0 0 0,1 0 1 0 0,0 0-1 0 0,0-1 0 0 0,0 1 0 0 0,0 0 0 0 0,-1 0 0 0 0,1 0 0 0 0,0 0 0 0 0,0-1 0 0 0,0 1 0 0 0,0 0 0 0 0,0 0 0 0 0,0 0 0 0 0,0-1 0 0 0,0 1 0 0 0,0 0 0 0 0,0 0 0 0 0,0 0 0 0 0,0-1 0 0 0,-1 1 0 0 0,1 0 0 0 0,1 0 0 0 0,-1-1 0 0 0,0 1 1 0 0,0 0-1 0 0,0 0 0 0 0,0 0 0 0 0,0-1 0 0 0,0 1 0 0 0,0 0 0 0 0,0 0 0 0 0,0 0 0 0 0,0-1 0 0 0,1 1 0 0 0,-1-1-8 0 0,1-1 0 0 0,0 1-1 0 0,-1 0 1 0 0,1 0 0 0 0,0-1 0 0 0,0 1-1 0 0,0 0 1 0 0,0 0 0 0 0,0 0 0 0 0,0 0 0 0 0,0 0-1 0 0,1 0 1 0 0,-1 1 0 0 0,0-1 0 0 0,0 0-1 0 0,1 1 1 0 0,-1-1 0 0 0,0 1 0 0 0,1-1 0 0 0,2 0-1 0 0,0-1-5 0 0,20-4 8 0 0,-16 5-9 0 0,1 1 0 0 0,-1 0 1 0 0,0 0-1 0 0,1 1 0 0 0,-1 0 1 0 0,0 0-1 0 0,0 1 0 0 0,0 0 1 0 0,0 1-1 0 0,0-1 0 0 0,0 1 1 0 0,0 1-1 0 0,-1 0 0 0 0,10 6 1 0 0,-8-5 0 0 0,4 3-3 0 0,0 1 0 0 0,0 1 0 0 0,-1 0 0 0 0,0 1 0 0 0,-1 0 0 0 0,0 1 0 0 0,17 23 0 0 0,-22-26 50 0 0,1 1-1 0 0,-2 0 1 0 0,1 0-1 0 0,-1 0 0 0 0,-1 0 1 0 0,0 1-1 0 0,0 0 1 0 0,-1 0-1 0 0,-1 0 1 0 0,0 0-1 0 0,1 19 1 0 0,-3-22 138 0 0,-1 0 1 0 0,0-1-1 0 0,0 1 1 0 0,-1-1-1 0 0,0 1 1 0 0,-1-1-1 0 0,1 0 1 0 0,-1 0-1 0 0,-1 0 1 0 0,1 0-1 0 0,-1 0 1 0 0,0-1 0 0 0,-1 1-1 0 0,0-1 1 0 0,0-1-1 0 0,0 1 1 0 0,0-1-1 0 0,-1 1 1 0 0,0-2-1 0 0,0 1 1 0 0,-11 6-1 0 0,7-5-19 0 0,0-1 0 0 0,0 0 0 0 0,-1 0 0 0 0,1-1-1 0 0,-1 0 1 0 0,-1-1 0 0 0,1 0 0 0 0,0-1 0 0 0,0-1 0 0 0,-1 1-1 0 0,1-2 1 0 0,-1 1 0 0 0,-20-3 0 0 0,14-2-171 0 0,0 0 0 0 0,1-1 0 0 0,0-1 0 0 0,0-1 0 0 0,1 0 0 0 0,-22-13 0 0 0,-4-6-3491 0 0,1-3-5064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0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65 2128 0 0,'8'-55'14886'0'0,"-9"46"-12933"0"0,-7 39-1572 0 0,-7 51-1 0 0,-1 2-157 0 0,-47 213 194 0 0,51-248-150 0 0,12-46-264 0 0,0 4 85 0 0,0-3-1436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74 720 0 0,'-4'-24'13523'0'0,"4"23"-13459"0"0,0 1 0 0 0,0-1-1 0 0,0 0 1 0 0,0 0 0 0 0,0 0 0 0 0,0 1-1 0 0,1-1 1 0 0,-1 0 0 0 0,0 0-1 0 0,0 0 1 0 0,1 1 0 0 0,-1-1-1 0 0,0 0 1 0 0,1 1 0 0 0,-1-1 0 0 0,1 0-1 0 0,-1 1 1 0 0,1-1 0 0 0,-1 0-1 0 0,1 1 1 0 0,0-1 0 0 0,-1 1-1 0 0,2-1 1 0 0,22-12 470 0 0,24 1-442 0 0,-20 8-1751 0 0,6 1-5279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1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81 1868 0 0,'-4'-23'7453'0'0,"4"22"-7257"0"0,-1-1 1 0 0,1 0-1 0 0,-1 1 1 0 0,1-1-1 0 0,0 0 1 0 0,0 0-1 0 0,0 0 1 0 0,0 1-1 0 0,0-1 1 0 0,0 0-1 0 0,0 0 1 0 0,1 1-1 0 0,-1-1 1 0 0,1 0-1 0 0,-1 0 1 0 0,1 1-1 0 0,-1-1 0 0 0,1 0 1 0 0,0 1-1 0 0,0-1 1 0 0,0 1-1 0 0,0-1 1 0 0,0 1-1 0 0,0 0 1 0 0,1-1-1 0 0,-1 1 1 0 0,0 0-1 0 0,1 0 1 0 0,1-2-1 0 0,0 2-158 0 0,-1 0 0 0 0,1-1 0 0 0,0 1 0 0 0,0 0 0 0 0,-1 1 0 0 0,1-1 0 0 0,0 0 0 0 0,0 1 0 0 0,0-1 0 0 0,0 1 0 0 0,0 0 0 0 0,0 0 0 0 0,0 0 0 0 0,-1 1 0 0 0,1-1 0 0 0,0 1 0 0 0,5 1 0 0 0,-5-1-27 0 0,1 1 1 0 0,-1-1-1 0 0,1 1 1 0 0,-1 0-1 0 0,0 0 0 0 0,0 0 1 0 0,0 1-1 0 0,0-1 1 0 0,0 1-1 0 0,0-1 1 0 0,-1 1-1 0 0,1 0 1 0 0,-1 0-1 0 0,0 0 0 0 0,0 1 1 0 0,0-1-1 0 0,0 0 1 0 0,0 1-1 0 0,-1 0 1 0 0,0-1-1 0 0,1 1 0 0 0,-1-1 1 0 0,-1 1-1 0 0,1 0 1 0 0,-1 0-1 0 0,1 0 1 0 0,-1-1-1 0 0,0 1 1 0 0,-1 6-1 0 0,0 3 138 0 0,-1-1 1 0 0,0 1-1 0 0,0 0 0 0 0,-2-1 0 0 0,1 1 1 0 0,-2-1-1 0 0,-7 16 0 0 0,-13 15 549 0 0,-2-1-1 0 0,-1-1 0 0 0,-37 39 0 0 0,11-13-254 0 0,53-66-436 0 0,0-1 0 0 0,1 1 0 0 0,-1 0 0 0 0,0-1 0 0 0,1 1 0 0 0,-1 0 0 0 0,1 0 0 0 0,-1 0 0 0 0,1-1 1 0 0,0 1-1 0 0,-1 0 0 0 0,1 0 0 0 0,0 0 0 0 0,-1 0 0 0 0,1 0 0 0 0,0 0 0 0 0,0 0 0 0 0,0 0 0 0 0,0 0 0 0 0,0-1 0 0 0,0 1 0 0 0,0 0 0 0 0,0 0 0 0 0,0 0 0 0 0,1 0 1 0 0,-1 0-1 0 0,0 0 0 0 0,1 1 0 0 0,0-1 0 0 0,1 1 1 0 0,-1-1 0 0 0,1 0 0 0 0,-1 0-1 0 0,1 0 1 0 0,-1 0 0 0 0,1-1 0 0 0,0 1-1 0 0,-1 0 1 0 0,1-1 0 0 0,0 1 0 0 0,0-1-1 0 0,-1 1 1 0 0,1-1 0 0 0,3 0 0 0 0,16 2 14 0 0,0-2 0 0 0,0 0 0 0 0,0-1 0 0 0,-1-1 1 0 0,1-1-1 0 0,31-8 0 0 0,-32 5-1655 0 0,0-1 1 0 0,0 0-1 0 0,29-16 1 0 0,-18 2-5019 0 0,-15 9 1084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75 354 1428 0 0,'13'-78'11885'0'0,"-2"30"-7405"0"0,-10 44-4338 0 0,0 0 0 0 0,1 0 0 0 0,-1 0 0 0 0,1 1 1 0 0,0-1-1 0 0,1 1 0 0 0,-1-1 0 0 0,0 1 0 0 0,1 0 0 0 0,4-4 0 0 0,32-25 157 0 0,-21 18-195 0 0,5-2-9 0 0,19-16 69 0 0,-39 28-151 0 0,0 1 1 0 0,0-1-1 0 0,0 0 1 0 0,-1 0-1 0 0,1 0 1 0 0,-1-1-1 0 0,0 1 1 0 0,-1 0-1 0 0,1-1 1 0 0,-1 0-1 0 0,2-4 1 0 0,-3-18-31 0 0,-1 25-7 0 0,1 2 20 0 0,0-1 1 0 0,-1 1-1 0 0,1-1 1 0 0,0 1-1 0 0,-1 0 1 0 0,1-1-1 0 0,0 1 1 0 0,-1-1-1 0 0,1 1 1 0 0,-1 0-1 0 0,1 0 1 0 0,-1-1-1 0 0,1 1 1 0 0,0 0-1 0 0,-1 0 1 0 0,0-1-1 0 0,1 1 1 0 0,-2 0 0 0 0,-2 2-5 0 0,-1 0 1 0 0,0 1-1 0 0,0 0 1 0 0,1 0 0 0 0,-1 0-1 0 0,1 1 1 0 0,0-1 0 0 0,0 1-1 0 0,0 0 1 0 0,1 0-1 0 0,-1 0 1 0 0,1 1 0 0 0,0-1-1 0 0,-2 6 1 0 0,-9 13 4 0 0,-14 37-1 0 0,25-53 1 0 0,-12 31 8 0 0,1 2-1 0 0,2 0 0 0 0,-9 55 1 0 0,-7 128 63 0 0,23-182-50 0 0,-1 38-10 0 0,0 4 700 0 0,-3-29 4622 0 0,5-54-4899 0 0,4 0-412 0 0,-1 0 0 0 0,0 0 0 0 0,1 0-1 0 0,-1 0 1 0 0,0 0 0 0 0,0 0 0 0 0,1 0-1 0 0,-1 0 1 0 0,1-1 0 0 0,-1 1 0 0 0,0 0 0 0 0,1 0-1 0 0,-1-1 1 0 0,0 1 0 0 0,1 0 0 0 0,-1 0-1 0 0,0-2 1 0 0,-3-4 16 0 0,0 0-1 0 0,1-1 1 0 0,0 0 0 0 0,1 0-1 0 0,-1 0 1 0 0,1 0-1 0 0,1 0 1 0 0,-1 0-1 0 0,1-1 1 0 0,1 1 0 0 0,-1-1-1 0 0,1 1 1 0 0,1 0-1 0 0,-1-1 1 0 0,1 1 0 0 0,0 0-1 0 0,1-1 1 0 0,0 1-1 0 0,3-10 1 0 0,2-1-74 0 0,0 0 1 0 0,2 0-1 0 0,0 1 1 0 0,0-1-1 0 0,2 2 1 0 0,15-20-1 0 0,-9 16-4 0 0,1 0 0 0 0,0 1 0 0 0,30-23 0 0 0,-37 33 11 0 0,2 1 0 0 0,-1 0 0 0 0,1 1-1 0 0,0 0 1 0 0,1 1 0 0 0,0 0-1 0 0,20-5 1 0 0,-32 11 31 0 0,0-1 1 0 0,0 1-1 0 0,0-1 1 0 0,0 1-1 0 0,0 0 0 0 0,0 0 1 0 0,0 0-1 0 0,0 0 0 0 0,0 0 1 0 0,0 0-1 0 0,0 1 1 0 0,0-1-1 0 0,0 1 0 0 0,0-1 1 0 0,3 2-1 0 0,-3-1 1 0 0,-1 0 0 0 0,0 0 0 0 0,0 0 1 0 0,0 0-1 0 0,0 0 0 0 0,0 0 0 0 0,0 0 0 0 0,0 0 0 0 0,0 1 0 0 0,0-1 0 0 0,-1 0 1 0 0,1 0-1 0 0,0 1 0 0 0,-1-1 0 0 0,1 0 0 0 0,0 4 0 0 0,0-1 1 0 0,-1 0 0 0 0,0 0 0 0 0,0 0-1 0 0,0 0 1 0 0,0 0 0 0 0,0 1 0 0 0,-1-1 0 0 0,0 0-1 0 0,0 0 1 0 0,0 0 0 0 0,0 0 0 0 0,-1-1 0 0 0,-1 6-1 0 0,-5 4 3 0 0,0 0-1 0 0,-1-1 1 0 0,0 0-1 0 0,-1 0 1 0 0,0-1-1 0 0,-16 13 0 0 0,3-5 3 0 0,-1-1 0 0 0,-30 17 0 0 0,49-33-27 0 0,0 0 0 0 0,0-1 0 0 0,0 1 0 0 0,0-1-1 0 0,0 0 1 0 0,0-1 0 0 0,0 1 0 0 0,-1-1 0 0 0,-8 0-1 0 0,11-1-20 0 0,44 22-243 0 0,-18-6 275 0 0,0 1-1 0 0,-2 1 0 0 0,0 1 1 0 0,20 22-1 0 0,2 1 1 0 0,29 30-200 0 0,-70-69-58 0 0,0-1-541 0 0,4 3 556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2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52 2316 0 0,'-24'-11'13013'0'0,"23"9"-12719"0"0,12-2 2004 0 0,43-1-2338 0 0,-32 3 719 0 0,199-22 1554 0 0,-219 24-2173 0 0,31-3 398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2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2192 0 0,'36'-76'15472'0'0,"-36"76"-15409"0"0,0 0 0 0 0,0-1 0 0 0,0 1 0 0 0,0-1 0 0 0,0 1 0 0 0,0 0 0 0 0,0-1 0 0 0,0 1 0 0 0,0 0 0 0 0,0-1 0 0 0,1 1 0 0 0,-1 0 0 0 0,0-1 0 0 0,0 1 0 0 0,0 0 0 0 0,1-1 0 0 0,-1 1 0 0 0,0 0 0 0 0,0-1 0 0 0,1 1 0 0 0,-1 0 0 0 0,0 0 0 0 0,1-1 0 0 0,0 5-8 0 0,0 0 1 0 0,0 0-1 0 0,0 0 0 0 0,-1 0 1 0 0,0 0-1 0 0,0 1 0 0 0,0-1 1 0 0,-1 7-1 0 0,-8 42 186 0 0,4-24-134 0 0,-6 29 31 0 0,6-37-103 0 0,1-1-1 0 0,1 1 0 0 0,0-1 0 0 0,2 1 0 0 0,0 0 1 0 0,5 39-1 0 0,-4-58-22 0 0,1 1 1 0 0,-1 0-1 0 0,1-1 1 0 0,0 1-1 0 0,0 0 1 0 0,0-1-1 0 0,0 1 1 0 0,0-1-1 0 0,1 0 1 0 0,-1 1-1 0 0,1-1 1 0 0,-1 0-1 0 0,1 0 1 0 0,0 0-1 0 0,0 0 1 0 0,0 0-1 0 0,0 0 1 0 0,0-1-1 0 0,0 1 1 0 0,0-1-1 0 0,1 1 1 0 0,-1-1-1 0 0,1 0 1 0 0,-1 0 0 0 0,1 0-1 0 0,-1 0 1 0 0,1 0-1 0 0,5 0 1 0 0,-4-1-5 0 0,1 0 1 0 0,0 0-1 0 0,0 0 1 0 0,-1-1-1 0 0,1 0 1 0 0,0 0-1 0 0,0 0 1 0 0,-1 0-1 0 0,1-1 1 0 0,-1 0-1 0 0,0 0 1 0 0,1 0-1 0 0,-1-1 1 0 0,0 1-1 0 0,6-6 1 0 0,4-5 5 0 0,-1 0 0 0 0,-1-1 0 0 0,0-1 0 0 0,0 0 0 0 0,12-23 0 0 0,19-25 2619 0 0,-33 47-1781 0 0,-1 4-152 0 0,-7 15-547 0 0,-3 8-184 0 0,-5 32 98 0 0,-3 0 0 0 0,-14 42 1 0 0,6-23-41 0 0,-10 39-108 0 0,-41 173-2632 0 0,33-89-8130 0 0,26-116 1365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35 1476 0 0,'-3'0'3309'0'0,"-30"0"2963"0"0,30 0-5474 0 0,-41 1 4290 0 0,41-1-4343 0 0,46-4-305 0 0,-11 0-333 0 0,55-13 1 0 0,-62 12-45 0 0,-14 2 15 0 0,0 0-421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27 1408 0 0,'0'-1'325'0'0,"-11"-18"6237"0"0,10 19-6530 0 0,1-1 0 0 0,-1 0 0 0 0,1 1 0 0 0,-1-1 0 0 0,1 1 0 0 0,-1-1 0 0 0,1 1 0 0 0,-1 0 0 0 0,0-1 0 0 0,1 1 0 0 0,-1 0-1 0 0,0-1 1 0 0,1 1 0 0 0,-1 0 0 0 0,0 0 0 0 0,0 0 0 0 0,1-1 0 0 0,-1 1 0 0 0,0 0 0 0 0,0 0 0 0 0,1 0 0 0 0,-1 0 0 0 0,0 0 0 0 0,0 1 0 0 0,1-1-1 0 0,-1 0 1 0 0,0 0 0 0 0,0 0 0 0 0,1 1 0 0 0,-1-1 0 0 0,0 0 0 0 0,1 1 0 0 0,-2-1 0 0 0,1 1-31 0 0,-2 7-387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6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69 1376 0 0,'-2'0'533'0'0,"0"1"-140"0"0,1-1 1 0 0,0 0-1 0 0,0 1 0 0 0,0-1 0 0 0,0 0 1 0 0,-1 0-1 0 0,1 0 0 0 0,0 0 1 0 0,0 0-1 0 0,0 0 0 0 0,-1 0 1 0 0,1-1-1 0 0,0 1 0 0 0,0 0 1 0 0,0-1-1 0 0,0 1 0 0 0,-1 0 1 0 0,1-1-1 0 0,0 1 0 0 0,0-1 0 0 0,0 0 1 0 0,0 1-1 0 0,0-1 0 0 0,-1-1 1 0 0,2 1 40 0 0,-1 1-397 0 0,1-1-1 0 0,0 1 1 0 0,0-1 0 0 0,0 1 0 0 0,0-1 0 0 0,0 1 0 0 0,0-1 0 0 0,0 1-1 0 0,0-1 1 0 0,0 1 0 0 0,0-1 0 0 0,0 1 0 0 0,0-1 0 0 0,0 1-1 0 0,0-1 1 0 0,0 1 0 0 0,1-1 0 0 0,-1 1 0 0 0,0-1 0 0 0,0 1 0 0 0,0 0-1 0 0,1-1 1 0 0,-1 1 0 0 0,0-1 0 0 0,1 1 0 0 0,-1 0 0 0 0,1-1-1 0 0,9-15 527 0 0,-5 12-523 0 0,0 0 0 0 0,0 1 1 0 0,0 0-1 0 0,0 0 0 0 0,1 0 0 0 0,-1 1 1 0 0,1 0-1 0 0,-1 0 0 0 0,1 0 1 0 0,0 1-1 0 0,0-1 0 0 0,12 0 0 0 0,-14 2-32 0 0,0 0 0 0 0,0 0 0 0 0,1 1 0 0 0,-1-1 0 0 0,0 1-1 0 0,0 0 1 0 0,0 0 0 0 0,0 0 0 0 0,0 1 0 0 0,0-1 0 0 0,0 1 0 0 0,0 0 0 0 0,-1 0-1 0 0,1 1 1 0 0,-1-1 0 0 0,1 1 0 0 0,-1-1 0 0 0,0 1 0 0 0,0 0 0 0 0,0 0-1 0 0,3 5 1 0 0,-2-3 6 0 0,-1-1 0 0 0,0 1 0 0 0,-1 0 0 0 0,1 0 0 0 0,-1 0 0 0 0,1 1 0 0 0,-2-1-1 0 0,1 0 1 0 0,-1 1 0 0 0,1-1 0 0 0,-1 1 0 0 0,-1 0 0 0 0,1-1 0 0 0,-1 10 0 0 0,-3 1 22 0 0,0 0 0 0 0,0-1 1 0 0,-2 1-1 0 0,0-1 0 0 0,-1 0 1 0 0,0 0-1 0 0,-1-1 0 0 0,-11 18 1 0 0,7-15 384 0 0,0-1 1 0 0,-1-1-1 0 0,-1 0 1 0 0,0 0-1 0 0,-1-1 1 0 0,-21 16-1 0 0,13-20 246 0 0,22-10-657 0 0,0 1-1 0 0,-1-1 1 0 0,1 0 0 0 0,-1 1 0 0 0,1-1-1 0 0,0 0 1 0 0,-1 0 0 0 0,1 0-1 0 0,-1 1 1 0 0,1-1 0 0 0,-1 0-1 0 0,1 0 1 0 0,-1 0 0 0 0,1 0 0 0 0,-1 0-1 0 0,1 0 1 0 0,-1 0 0 0 0,1 0-1 0 0,-1 0 1 0 0,1 0 0 0 0,-1 0-1 0 0,1 0 1 0 0,-1 0 0 0 0,1 0 0 0 0,-1-1-1 0 0,1 1 1 0 0,-1 0 0 0 0,1 0-1 0 0,0-1 1 0 0,-1 1 0 0 0,1 0-1 0 0,-1 0 1 0 0,1-1 0 0 0,0 1 0 0 0,-1 0-1 0 0,1-1 1 0 0,0 1 0 0 0,-1-1-1 0 0,1 0 1 0 0,0 0-5 0 0,0 0 0 0 0,1 0-1 0 0,-1-1 1 0 0,1 1 0 0 0,0 0 0 0 0,-1 0-1 0 0,1-1 1 0 0,0 1 0 0 0,0 0 0 0 0,0 0 0 0 0,-1 0-1 0 0,1 0 1 0 0,0 0 0 0 0,0 0 0 0 0,1 0-1 0 0,-1 1 1 0 0,0-1 0 0 0,0 0 0 0 0,0 1 0 0 0,0-1-1 0 0,1 0 1 0 0,-1 1 0 0 0,0-1 0 0 0,1 1-1 0 0,-1 0 1 0 0,0 0 0 0 0,1-1 0 0 0,2 1 0 0 0,0 0-7 0 0,0-1 1 0 0,0 1-1 0 0,0 0 1 0 0,0 0-1 0 0,0 0 1 0 0,0 1 0 0 0,0-1-1 0 0,-1 1 1 0 0,1 0-1 0 0,6 2 1 0 0,-1 2-2 0 0,0 0 0 0 0,-1 0 0 0 0,0 1 0 0 0,0 0 0 0 0,-1 1 0 0 0,1-1 0 0 0,-1 2 0 0 0,-1-1 0 0 0,1 1 0 0 0,-1-1 0 0 0,-1 2 0 0 0,7 10 0 0 0,-10-15 32 0 0,0 1 0 0 0,0-1 1 0 0,-1 1-1 0 0,1 0 0 0 0,-1-1 1 0 0,0 1-1 0 0,0 0 0 0 0,0 0 0 0 0,-1 0 1 0 0,0 0-1 0 0,0 9 0 0 0,-1-10 44 0 0,0-1 0 0 0,0 1 0 0 0,0 0 0 0 0,-1-1 0 0 0,1 1 0 0 0,-1-1-1 0 0,0 0 1 0 0,1 1 0 0 0,-2-1 0 0 0,1 0 0 0 0,0 0 0 0 0,-1 0 0 0 0,1 0-1 0 0,-1-1 1 0 0,0 1 0 0 0,0-1 0 0 0,-3 3 0 0 0,-3 0 2 0 0,0 0 0 0 0,0-1 1 0 0,0 0-1 0 0,0 0 0 0 0,-1-1 1 0 0,1 0-1 0 0,-1-1 0 0 0,0 0 1 0 0,0-1-1 0 0,1 0 0 0 0,-1 0 0 0 0,0-1 1 0 0,0 0-1 0 0,0-1 0 0 0,-13-2 1 0 0,-15-4-6 0 0,-1-2 0 0 0,-53-19 0 0 0,84 26-224 0 0,-1-1 0 0 0,1-1 0 0 0,0 1 0 0 0,0-1 0 0 0,-14-9 0 0 0,21 12 47 0 0,1 1 0 0 0,-1-1 0 0 0,1 1 1 0 0,0-1-1 0 0,-1 1 0 0 0,1-1 0 0 0,0 1 0 0 0,-1-1 0 0 0,1 1 0 0 0,0-1 0 0 0,0 0 0 0 0,-1 1 0 0 0,1-1 0 0 0,0 1 0 0 0,0-1 0 0 0,0 0 0 0 0,0 1 0 0 0,0-1 0 0 0,0 0 0 0 0,0 1 0 0 0,0-1 1 0 0,0 0-1 0 0,0 1 0 0 0,0-1 0 0 0,0 1 0 0 0,1-1 0 0 0,-1 0 0 0 0,0 1 0 0 0,0-1 0 0 0,1 1 0 0 0,-1-1 0 0 0,0 1 0 0 0,1-1 0 0 0,-1 0 0 0 0,0 1 0 0 0,1 0 0 0 0,0-2 0 0 0,18-14-7500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2628 0 0,'8'-8'10172'0'0,"-4"6"-9673"0"0,0 1 0 0 0,1 0 0 0 0,-1-1 1 0 0,1 1-1 0 0,-1 0 0 0 0,1 1 0 0 0,-1-1 1 0 0,1 1-1 0 0,-1 0 0 0 0,7 1 0 0 0,25-2-49 0 0,0-3-426 0 0,52-8-1916 0 0,-77 9-301 0 0,0 0 0 0 0,0 0 0 0 0,12-6 0 0 0,-9 2-3504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33 1220 0 0,'3'-30'13124'0'0,"-4"28"-12650"0"0,-8 11 2716 0 0,-11 34-1572 0 0,18-39-1096 0 0,-58 149 1741 0 0,51-127-2153 0 0,2 1-1 0 0,1 0 1 0 0,-5 53 0 0 0,11-75-100 0 0,0 0-1 0 0,0 0 1 0 0,0-1-1 0 0,1 1 1 0 0,-1 0-1 0 0,1-1 1 0 0,0 1-1 0 0,1 0 1 0 0,-1-1-1 0 0,1 1 1 0 0,0-1-1 0 0,0 0 1 0 0,0 0-1 0 0,4 5 1 0 0,-4-7-12 0 0,0 0 0 0 0,0 0 1 0 0,0 0-1 0 0,0 0 1 0 0,0-1-1 0 0,0 1 0 0 0,1-1 1 0 0,-1 1-1 0 0,0-1 1 0 0,1 0-1 0 0,-1 0 0 0 0,1 0 1 0 0,0 0-1 0 0,-1-1 1 0 0,1 1-1 0 0,0-1 0 0 0,-1 1 1 0 0,1-1-1 0 0,0 0 1 0 0,0 0-1 0 0,-1 0 0 0 0,1-1 1 0 0,0 1-1 0 0,-1-1 1 0 0,1 1-1 0 0,3-2 0 0 0,1 0-19 0 0,-1-1-1 0 0,1 0 1 0 0,-1 0-1 0 0,1-1 1 0 0,-1 0-1 0 0,0 0 1 0 0,0 0-1 0 0,0 0 1 0 0,-1-1-1 0 0,0 0 0 0 0,0-1 1 0 0,0 1-1 0 0,0-1 1 0 0,-1 0-1 0 0,6-10 1 0 0,4-10-28 0 0,-1 0 0 0 0,14-44 0 0 0,-20 50 42 0 0,13-60 97 0 0,-19 78 308 0 0,-2 4-119 0 0,-6 8 10 0 0,0 1-1 0 0,1 1 0 0 0,0-1 1 0 0,1 1-1 0 0,1 0 1 0 0,-4 14-1 0 0,-3 7 121 0 0,-78 260 1268 0 0,45-93-4110 0 0,41-160-676 0 0,7-21-472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16 497 2560 0 0,'1'-42'8793'0'0,"4"7"-4304"0"0,-4 29-4288 0 0,1 1 1 0 0,0 0 0 0 0,0-1-1 0 0,0 1 1 0 0,1 0-1 0 0,0 0 1 0 0,0 1 0 0 0,0-1-1 0 0,0 0 1 0 0,1 1-1 0 0,5-5 1 0 0,17-15 191 0 0,56-38 1 0 0,13-11-203 0 0,-85 64-173 0 0,-1 0 0 0 0,0-1 0 0 0,0-1 0 0 0,-1 1 0 0 0,-1-1 0 0 0,13-24 0 0 0,-13 22-1 0 0,-5 9-10 0 0,1-1-1 0 0,-1 1 1 0 0,0-1-1 0 0,0 0 1 0 0,-1 0-1 0 0,1 0 1 0 0,-1 1-1 0 0,0-1 1 0 0,-1 0-1 0 0,1 0 1 0 0,-1 0-1 0 0,0-1 1 0 0,0 1-1 0 0,-1-7 1 0 0,1 12-8 0 0,0 0 0 0 0,0-1 0 0 0,0 1 1 0 0,-1-1-1 0 0,1 1 0 0 0,0 0 0 0 0,0-1 1 0 0,0 1-1 0 0,0 0 0 0 0,-1-1 0 0 0,1 1 1 0 0,0 0-1 0 0,0-1 0 0 0,-1 1 0 0 0,1 0 1 0 0,0-1-1 0 0,0 1 0 0 0,-1 0 0 0 0,1 0 0 0 0,0-1 1 0 0,-1 1-1 0 0,1 0 0 0 0,-1 0 0 0 0,1 0 1 0 0,0-1-1 0 0,-1 1 0 0 0,1 0 0 0 0,0 0 1 0 0,-1 0-1 0 0,1 0 0 0 0,-1 0 0 0 0,1 0 1 0 0,0 0-1 0 0,-1 0 0 0 0,1 0 0 0 0,-1 0 0 0 0,1 0 1 0 0,0 0-1 0 0,-1 0 0 0 0,1 0 0 0 0,-1 1 1 0 0,1-1-1 0 0,-17 8-12 0 0,10-3 16 0 0,1 1-1 0 0,0 0 1 0 0,0 1 0 0 0,0-1 0 0 0,1 1 0 0 0,0 0-1 0 0,-5 10 1 0 0,-27 58 68 0 0,28-55-41 0 0,-18 43 415 0 0,3 1 0 0 0,-25 112 0 0 0,-11 140 737 0 0,53-271-1060 0 0,-4 3-61 0 0,7-31 1000 0 0,0 1 0 0 0,-1 20 0 0 0,5-38-1044 0 0,0 0 0 0 0,0 0 0 0 0,0 0 0 0 0,0 1 0 0 0,-1-1 0 0 0,1 0 0 0 0,0 0 0 0 0,0 0 0 0 0,0 1 0 0 0,0-1 0 0 0,0 0 0 0 0,0 0 0 0 0,0 0 0 0 0,0 0 0 0 0,-1 1 0 0 0,1-1 0 0 0,0 0 0 0 0,0 0 0 0 0,0 0 0 0 0,0 0 0 0 0,-1 0 0 0 0,1 0 0 0 0,0 1 0 0 0,0-1 0 0 0,0 0 0 0 0,-1 0 0 0 0,1 0 0 0 0,0 0 0 0 0,0 0 0 0 0,0 0 0 0 0,-1 0 1 0 0,1 0-1 0 0,0 0 0 0 0,0 0 0 0 0,-1 0 0 0 0,1 0 0 0 0,0 0 0 0 0,0 0 0 0 0,0 0 0 0 0,-1 0 0 0 0,1 0 0 0 0,0 0 0 0 0,0 0 0 0 0,0 0 0 0 0,-1-1 0 0 0,1 1 0 0 0,0 0 0 0 0,0 0 0 0 0,0 0 0 0 0,0 0 0 0 0,-1 0 0 0 0,1 0 0 0 0,0-1 0 0 0,0 1 0 0 0,0 0 0 0 0,0 0 0 0 0,0 0 0 0 0,0-1 0 0 0,-1 1 0 0 0,1 0 0 0 0,-10-11 341 0 0,6 1-295 0 0,1 0 0 0 0,0-1 0 0 0,0 0-1 0 0,1 1 1 0 0,1-1 0 0 0,-1 0 0 0 0,2 0-1 0 0,0-14 1 0 0,2 0-112 0 0,1 0-1 0 0,8-36 1 0 0,-5 35 3 0 0,2 0 0 0 0,1 1 1 0 0,1 0-1 0 0,1 1 0 0 0,1 0 0 0 0,1 0 0 0 0,27-35 0 0 0,-29 44 23 0 0,1 1 1 0 0,1 0-1 0 0,0 1 0 0 0,0 1 0 0 0,2 0 1 0 0,-1 0-1 0 0,2 2 0 0 0,-1 0 0 0 0,1 0 1 0 0,1 2-1 0 0,33-13 0 0 0,-42 19 4 0 0,0 0 0 0 0,0 1 0 0 0,0-1 0 0 0,1 2 0 0 0,-1-1 0 0 0,0 1 0 0 0,1 0 0 0 0,-1 1 0 0 0,0 0 0 0 0,9 2 0 0 0,-14-2 21 0 0,-1-1 0 0 0,1 1 0 0 0,-1 0 0 0 0,0-1 0 0 0,1 1 1 0 0,-1 0-1 0 0,0 0 0 0 0,0 1 0 0 0,0-1 0 0 0,1 0 0 0 0,-1 1 1 0 0,-1-1-1 0 0,1 1 0 0 0,0 0 0 0 0,0-1 0 0 0,0 1 0 0 0,-1 0 1 0 0,1 0-1 0 0,-1 0 0 0 0,0 0 0 0 0,0 1 0 0 0,1-1 0 0 0,-1 0 1 0 0,-1 0-1 0 0,1 1 0 0 0,0-1 0 0 0,0 1 0 0 0,-1-1 0 0 0,0 0 1 0 0,1 1-1 0 0,-1-1 0 0 0,0 1 0 0 0,0-1 0 0 0,0 1 0 0 0,0-1 1 0 0,-2 5-1 0 0,0-1 4 0 0,0 0 0 0 0,0 1-1 0 0,-1-1 1 0 0,0 0 0 0 0,-1-1 0 0 0,1 1 0 0 0,-1-1 0 0 0,0 1 0 0 0,0-1 0 0 0,-1 0 0 0 0,1-1-1 0 0,-1 1 1 0 0,-7 4 0 0 0,-3 3 12 0 0,-2 0 1 0 0,0-2-1 0 0,-19 10 0 0 0,29-17-28 0 0,0 0 1 0 0,1 0-1 0 0,-2-1 0 0 0,1 0 0 0 0,0 0 1 0 0,0-1-1 0 0,-1 1 0 0 0,1-2 0 0 0,0 1 1 0 0,-1-1-1 0 0,1 0 0 0 0,-1-1 0 0 0,1 0 1 0 0,0 0-1 0 0,-1 0 0 0 0,1-1 0 0 0,0 0 1 0 0,0-1-1 0 0,0 0 0 0 0,-11-5 0 0 0,17 7 14 0 0,15 15-17 0 0,3 4 48 0 0,0 1 1 0 0,-2 1-1 0 0,0 0 1 0 0,18 34-1 0 0,7 9 8 0 0,-5-10-152 0 0,-17-23 92 0 0,46 56-1 0 0,-57-79-457 0 0,0 0-1 0 0,0 0 0 0 0,0 0 0 0 0,1-1 1 0 0,0 0-1 0 0,0-1 0 0 0,1 0 0 0 0,-1 0 1 0 0,1-1-1 0 0,0 0 0 0 0,19 6 1 0 0,-25-10-136 0 0,0 1 1 0 0,1-1-1 0 0,-1 1 1 0 0,1-1-1 0 0,-1 0 1 0 0,7-1 0 0 0,10-4-5350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1 280 1260 0 0,'0'0'7034'0'0,"16"-2"-5106"0"0,-4-4-1773 0 0,0 0-1 0 0,-1-1 1 0 0,1-1-1 0 0,-1 0 1 0 0,-1 0-1 0 0,0-1 1 0 0,0 0-1 0 0,-1-1 1 0 0,0 0 0 0 0,0-1-1 0 0,-1 1 1 0 0,0-2-1 0 0,-1 1 1 0 0,-1-1-1 0 0,0 0 1 0 0,7-18-1 0 0,-6 10-203 0 0,-3 9 101 0 0,0-1 0 0 0,0 1 0 0 0,-1-1 1 0 0,2-21-1 0 0,-19 83 134 0 0,4 30 512 0 0,4 0 1 0 0,5 104 0 0 0,1-106-501 0 0,2 46 201 0 0,0-30 690 0 0,-16 159 0 0 0,6-231-308 0 0,8-22-772 0 0,0 0 0 0 0,0 1 0 0 0,0-1 0 0 0,-1 1 0 0 0,1-1 0 0 0,0 0 0 0 0,0 1 0 0 0,-1-1 0 0 0,1 0 0 0 0,0 1 0 0 0,-1-1 0 0 0,1 0 0 0 0,0 0 0 0 0,-1 1 0 0 0,1-1 0 0 0,0 0 0 0 0,-1 0 0 0 0,1 0 0 0 0,0 1 0 0 0,-1-1 1 0 0,1 0-1 0 0,-1 0 0 0 0,1 0 0 0 0,0 0 0 0 0,-1 0 0 0 0,1 0 0 0 0,-1 0 0 0 0,1 0 0 0 0,-1 0 0 0 0,1 0 0 0 0,0 0 0 0 0,-1 0 0 0 0,1 0 0 0 0,-1 0 0 0 0,1 0 0 0 0,0 0 0 0 0,-1-1 0 0 0,1 1 0 0 0,-1 0 0 0 0,1 0 0 0 0,0 0 0 0 0,-1-1 0 0 0,1 1 0 0 0,0 0 0 0 0,-1 0 0 0 0,1-1 0 0 0,0 1 0 0 0,-1 0 0 0 0,1-1 0 0 0,0 1 0 0 0,0 0 0 0 0,0-1 0 0 0,-1 0 0 0 0,-5-8 17 0 0,1 0-1 0 0,0-1 0 0 0,1 1 1 0 0,0-1-1 0 0,0 0 1 0 0,1-1-1 0 0,1 1 0 0 0,-1-1 1 0 0,0-15-1 0 0,-3-101-17 0 0,6 123-6 0 0,1-20-4 0 0,0 0 0 0 0,2 0 0 0 0,0 0-1 0 0,2 0 1 0 0,0 1 0 0 0,2-1 0 0 0,1 1-1 0 0,0 1 1 0 0,2 0 0 0 0,15-28 0 0 0,-18 39-1 0 0,0 0-1 0 0,1 0 1 0 0,0 1 0 0 0,1 0 0 0 0,0 0 0 0 0,0 1 0 0 0,1 0 0 0 0,0 1 0 0 0,0 0 0 0 0,1 1 0 0 0,0 0 0 0 0,1 0 0 0 0,0 1 0 0 0,0 1 0 0 0,0 0-1 0 0,0 1 1 0 0,1 0 0 0 0,0 1 0 0 0,-1 0 0 0 0,20-1 0 0 0,-25 3 1 0 0,0 1 0 0 0,1 0 0 0 0,-1 1 0 0 0,0-1 0 0 0,0 1 0 0 0,1 1 0 0 0,-1 0 0 0 0,0 0 0 0 0,0 0 0 0 0,0 1 0 0 0,-1 0 0 0 0,10 5 0 0 0,-13-6 3 0 0,0 0 0 0 0,-1 0 0 0 0,1 0 0 0 0,0 0 0 0 0,-1 1 0 0 0,0-1 0 0 0,0 1 0 0 0,1 0 0 0 0,-1-1 0 0 0,-1 1 0 0 0,1 0 0 0 0,0 0 0 0 0,-1 1 1 0 0,0-1-1 0 0,1 0 0 0 0,-1 0 0 0 0,0 1 0 0 0,-1-1 0 0 0,1 0 0 0 0,-1 1 0 0 0,1-1 0 0 0,-1 1 0 0 0,0-1 0 0 0,0 1 0 0 0,-1-1 0 0 0,1 1 0 0 0,-1-1 0 0 0,-1 4 0 0 0,-1 5 5 0 0,-1-1-1 0 0,-1 0 1 0 0,0 0-1 0 0,0-1 1 0 0,-1 1-1 0 0,-1-1 1 0 0,0-1-1 0 0,0 1 1 0 0,-1-1-1 0 0,0 0 1 0 0,-11 9-1 0 0,8-8 7 0 0,0-1-1 0 0,0 0 0 0 0,-1-1 0 0 0,0-1 0 0 0,-1 0 0 0 0,1 0 0 0 0,-1-1 0 0 0,0-1 0 0 0,-17 5 0 0 0,25-9-11 0 0,-21 1 0 0 0,22-2 0 0 0,1 0 0 0 0,0 0-1 0 0,-1 0 1 0 0,1 0-1 0 0,0-1 1 0 0,0 1 0 0 0,-1-1-1 0 0,1 0 1 0 0,0 0-1 0 0,0 0 1 0 0,0 0-1 0 0,0 0 1 0 0,0-1 0 0 0,0 0-1 0 0,1 1 1 0 0,-1-1-1 0 0,0 0 1 0 0,1 0-1 0 0,-1-1 1 0 0,1 1 0 0 0,0 0-1 0 0,0-1 1 0 0,0 0-1 0 0,0 1 1 0 0,0-1 0 0 0,-2-5-1 0 0,4 8 0 0 0,-1-1 0 0 0,1 1 0 0 0,-1-1 0 0 0,1 1 0 0 0,-1-1 0 0 0,1 0 0 0 0,0 1 1 0 0,-1-1-1 0 0,1 0 0 0 0,0 1 0 0 0,0-1 0 0 0,0 0 0 0 0,-1 0 0 0 0,1 1 0 0 0,0-1 0 0 0,0 0 0 0 0,0 0 0 0 0,0 1 0 0 0,0-1 0 0 0,0 0 0 0 0,0 1 0 0 0,1-1 0 0 0,-1 0 0 0 0,0 0 0 0 0,0 1 0 0 0,1-1 1 0 0,-1 0-1 0 0,0 1 0 0 0,0-1 0 0 0,1 0 0 0 0,-1 1 0 0 0,1-1 0 0 0,-1 1 0 0 0,1-1 0 0 0,-1 1 0 0 0,1-1 0 0 0,-1 1 0 0 0,1-1 0 0 0,-1 1 0 0 0,1-1 0 0 0,0 1 0 0 0,-1-1 0 0 0,1 1 0 0 0,0 0 0 0 0,-1 0 0 0 0,1-1 1 0 0,0 1-1 0 0,0 0 0 0 0,-1 0 0 0 0,1 0 0 0 0,1 0 0 0 0,2-1 1 0 0,0 1-1 0 0,0 0 1 0 0,0 0 0 0 0,0 1-1 0 0,0-1 1 0 0,0 1 0 0 0,0 0-1 0 0,4 1 1 0 0,7 4 4 0 0,-1 0-1 0 0,0 1 1 0 0,0 1-1 0 0,-1 0 0 0 0,19 15 1 0 0,54 56 9 0 0,-23-19-239 0 0,-63-60 224 0 0,58 46-3723 0 0,-51-42 1725 0 0,0 0 1 0 0,0 0-1 0 0,15 5 0 0 0,-6-3-3357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1452 0 0,'5'-33'14079'0'0,"-3"30"-13827"0"0,0 0 0 0 0,0 1 0 0 0,0-1 0 0 0,0 1 0 0 0,1-1 1 0 0,-1 1-1 0 0,1 0 0 0 0,0 0 0 0 0,0 0 0 0 0,0 1 0 0 0,6-4 0 0 0,40-15 520 0 0,23 0-331 0 0,21-7-2969 0 0,-81 22-573 0 0,0-1 0 0 0,21-12 0 0 0,-18 8-2433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9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34 2692 0 0,'0'-34'16979'0'0,"8"69"-14245"0"0,-4 1-2149 0 0,-3 1-1 0 0,-1 0 1 0 0,-5 42-1 0 0,-23 109-553 0 0,5-47-6875 0 0,23-120-884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1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2128 0 0,'2'-9'1172'0'0,"0"0"1"0"0,1 0-1 0 0,-1 0 0 0 0,2 0 0 0 0,-1 1 0 0 0,1 0 1 0 0,1-1-1 0 0,-1 1 0 0 0,12-13 0 0 0,-11 15-839 0 0,1 0 1 0 0,0 1-1 0 0,0 0 0 0 0,0 0 0 0 0,1 1 0 0 0,0-1 0 0 0,0 1 1 0 0,0 1-1 0 0,0-1 0 0 0,0 2 0 0 0,15-5 0 0 0,-16 5-213 0 0,0 1-1 0 0,0 0 1 0 0,0 0-1 0 0,0 1 1 0 0,0-1-1 0 0,1 1 1 0 0,-1 1-1 0 0,0-1 1 0 0,0 1-1 0 0,0 0 1 0 0,0 0 0 0 0,0 1-1 0 0,0 0 1 0 0,0 0-1 0 0,0 0 1 0 0,-1 1-1 0 0,7 3 1 0 0,-9-3-47 0 0,1-1 1 0 0,-1 1 0 0 0,1 0-1 0 0,-1 0 1 0 0,0 0 0 0 0,0 1 0 0 0,0-1-1 0 0,-1 1 1 0 0,1-1 0 0 0,-1 1 0 0 0,0 0-1 0 0,0 0 1 0 0,0 0 0 0 0,-1 0-1 0 0,1 0 1 0 0,-1 1 0 0 0,0-1 0 0 0,0 0-1 0 0,0 1 1 0 0,-1-1 0 0 0,0 0-1 0 0,1 1 1 0 0,-2-1 0 0 0,0 9 0 0 0,-1 1 189 0 0,-2 1 0 0 0,0-1 1 0 0,0 0-1 0 0,-1 0 0 0 0,-1 0 0 0 0,0-1 1 0 0,-1 1-1 0 0,-13 17 0 0 0,-11 11 839 0 0,-37 41-1 0 0,43-55-629 0 0,-5 5-53 0 0,19-22-168 0 0,0 0 1 0 0,1 1-1 0 0,-12 19 1 0 0,22-31-243 0 0,0 1-1 0 0,0-1 1 0 0,0 1 0 0 0,0-1 0 0 0,0 1 0 0 0,0-1-1 0 0,0 1 1 0 0,1-1 0 0 0,-1 1 0 0 0,0-1-1 0 0,0 1 1 0 0,1-1 0 0 0,-1 1 0 0 0,0-1-1 0 0,1 0 1 0 0,-1 1 0 0 0,0-1 0 0 0,1 1-1 0 0,-1-1 1 0 0,1 0 0 0 0,-1 0 0 0 0,0 1-1 0 0,1-1 1 0 0,-1 0 0 0 0,1 0 0 0 0,-1 1 0 0 0,1-1-1 0 0,-1 0 1 0 0,1 0 0 0 0,-1 0 0 0 0,1 0-1 0 0,-1 0 1 0 0,1 0 0 0 0,0 0 0 0 0,17 5 62 0 0,-18-5-69 0 0,37 4-32 0 0,0-2 0 0 0,0-2 0 0 0,69-8 0 0 0,-73 4-244 0 0,-27 4 118 0 0,148-20-3450 0 0,-131 15 1178 0 0,29-11 0 0 0,-37 11-830 0 0,0-2-1 0 0,24-14 1 0 0,-15 4-4243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1392 0 0,'13'-28'10738'0'0,"-7"21"-7454"0"0,-6 7-3246 0 0,0 0-1 0 0,0 0 1 0 0,0 1-1 0 0,0-1 1 0 0,0 0-1 0 0,0 0 1 0 0,0 1-1 0 0,1-1 1 0 0,-1 0-1 0 0,0 0 0 0 0,0 1 1 0 0,0-1-1 0 0,1 0 1 0 0,-1 0-1 0 0,0 0 1 0 0,0 1-1 0 0,0-1 1 0 0,1 0-1 0 0,-1 0 1 0 0,0 0-1 0 0,0 0 1 0 0,1 0-1 0 0,-1 0 0 0 0,0 0 1 0 0,1 1-1 0 0,-1-1 1 0 0,0 0-1 0 0,0 0 1 0 0,1 0-1 0 0,-1 0 1 0 0,0 0-1 0 0,0 0 1 0 0,1 0-1 0 0,-1 0 0 0 0,0 0 1 0 0,1-1-1 0 0,-1 1 1 0 0,0 0-1 0 0,0 0 1 0 0,1 0-1 0 0,-1 0 1 0 0,0 0-1 0 0,0 0 1 0 0,1 0-1 0 0,-1-1 0 0 0,0 1 1 0 0,0 0-1 0 0,1 0 1 0 0,-1 0-1 0 0,0-1 1 0 0,0 1-1 0 0,0 0 1 0 0,0 0-1 0 0,1-1 1 0 0,-1 1-1 0 0,0 0 0 0 0,0 0 1 0 0,0-1-1 0 0,0 1 1 0 0,0 0-1 0 0,0 0 1 0 0,0-1-1 0 0,0 1 1 0 0,0 0-1 0 0,0 0 1 0 0,0-1-1 0 0,0 1 0 0 0,0-1 1 0 0,2 5-692 0 0,-1 0 1 0 0,1 1-1 0 0,-1-1 1 0 0,0 0-1 0 0,0 1 1 0 0,-1-1-1 0 0,0 0 1 0 0,1 1-1 0 0,-1-1 1 0 0,-1 1-1 0 0,0 7 0 0 0,0-4-1969 0 0,0 6-2506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0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2584 0 0,'-21'84'17669'0'0,"21"-82"-17129"0"0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74 300 0 0,'-22'-15'8105'0'0,"21"14"-7880"0"0,0 1-1 0 0,0-1 1 0 0,0 0-1 0 0,0 1 0 0 0,0-1 1 0 0,0 1-1 0 0,0 0 0 0 0,0-1 1 0 0,0 1-1 0 0,0 0 1 0 0,0-1-1 0 0,0 1 0 0 0,0 0 1 0 0,0 0-1 0 0,0 0 0 0 0,-1 0 1 0 0,1 0-1 0 0,0 0 1 0 0,0 0-1 0 0,0 1 0 0 0,0-1 1 0 0,-2 1-1 0 0,1 0-81 0 0,0 1-1 0 0,0 0 1 0 0,0-1 0 0 0,1 1-1 0 0,-1 0 1 0 0,0 0 0 0 0,1 0-1 0 0,-1 0 1 0 0,1 1 0 0 0,0-1-1 0 0,-1 3 1 0 0,-16 30 633 0 0,1 1 0 0 0,-20 70 0 0 0,29-79-679 0 0,2 0 0 0 0,1 1 0 0 0,2-1 0 0 0,-1 54 0 0 0,4-67-14 0 0,1 0-1 0 0,1 0 1 0 0,0 0-1 0 0,1-1 1 0 0,0 1-1 0 0,1-1 1 0 0,8 18-1 0 0,-9-25 35 0 0,0 0-1 0 0,1 0 0 0 0,-1 0 1 0 0,1-1-1 0 0,0 0 0 0 0,1 0 1 0 0,-1 0-1 0 0,1 0 0 0 0,0 0 1 0 0,0-1-1 0 0,0 0 0 0 0,1 0 1 0 0,-1-1-1 0 0,1 1 0 0 0,0-1 1 0 0,0 0-1 0 0,8 2 0 0 0,-5-3 22 0 0,-1 1 0 0 0,1-1 0 0 0,0-1 0 0 0,0 0 0 0 0,0 0 0 0 0,0-1 0 0 0,0 0 0 0 0,0 0 0 0 0,0-1 0 0 0,0-1 0 0 0,-1 1 0 0 0,1-1 0 0 0,0-1 0 0 0,-1 1 0 0 0,1-2 1 0 0,-1 1-1 0 0,0-1 0 0 0,0 0 0 0 0,0-1 0 0 0,-1 0 0 0 0,1 0 0 0 0,11-11 0 0 0,-6 3-47 0 0,-1 0 0 0 0,0-1 0 0 0,-1 0 1 0 0,0-1-1 0 0,-2 0 0 0 0,1 0 1 0 0,-2-1-1 0 0,0-1 0 0 0,-1 1 0 0 0,7-25 1 0 0,-5 11-38 0 0,-2 1-1 0 0,-1-1 1 0 0,-1 0 0 0 0,1-54 0 0 0,-6 70-56 0 0,-1 1 0 0 0,-1-1 1 0 0,0 1-1 0 0,0 0 0 0 0,-8-21 0 0 0,7 26-7 0 0,0 0 0 0 0,-1 0 0 0 0,0 1 0 0 0,0-1 0 0 0,-1 1 1 0 0,0 0-1 0 0,0 0 0 0 0,-1 1 0 0 0,-11-11 0 0 0,13 13-47 0 0,-1 1 1 0 0,0-1-1 0 0,0 1 0 0 0,0 0 0 0 0,-1 0 1 0 0,1 0-1 0 0,-1 1 0 0 0,1 0 0 0 0,-1 0 1 0 0,0 0-1 0 0,0 1 0 0 0,-11-2 1 0 0,8 3-202 0 0,1 0 1 0 0,-1 0-1 0 0,1 1 1 0 0,-1 0 0 0 0,1 1-1 0 0,-1 0 1 0 0,1 0 0 0 0,-10 4-1 0 0,-3 4-1215 0 0,0 1 1 0 0,0 0-1 0 0,1 2 0 0 0,1 0 0 0 0,-31 28 1 0 0,15-11-2937 0 0,2 3-2111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41 672 0 0,'20'-40'17179'0'0,"-20"40"-17141"0"0,0 0 0 0 0,0 0 1 0 0,0 0-1 0 0,0 0 0 0 0,0 1 1 0 0,0-1-1 0 0,0 0 0 0 0,0 0 1 0 0,0 0-1 0 0,0 0 1 0 0,0 0-1 0 0,0 0 0 0 0,0 0 1 0 0,0 0-1 0 0,0 1 0 0 0,0-1 1 0 0,0 0-1 0 0,0 0 0 0 0,0 0 1 0 0,1 21-769 0 0,-2 23-2719 0 0,-3-12-3078 0 0,2-14 1019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1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3364 0 0,'-1'3'2337'0'0,"-5"42"9938"0"0,6-44-12135 0 0,-1 1 0 0 0,1-1 0 0 0,0 0 0 0 0,0 0 0 0 0,0 0 0 0 0,0 0 0 0 0,0 0 0 0 0,0 1 0 0 0,0-1 0 0 0,0 0 0 0 0,0 0 0 0 0,0 0 0 0 0,1 0 0 0 0,-1 0 0 0 0,1 2 0 0 0,1-3-472 0 0,11-4-1751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193 205 120 0 0,'3'-11'3766'0'0,"0"0"-1"0"0,9-22 1120 0 0,-11 22-1573 0 0,1 1-456 0 0,-7 16-2009 0 0,-13 26-285 0 0,1 1 0 0 0,2 0-1 0 0,1 1 1 0 0,2 1 0 0 0,1 0 0 0 0,-6 38-1 0 0,14-62-530 0 0,2 1 0 0 0,-1 0 0 0 0,1-1-1 0 0,1 1 1 0 0,0 0 0 0 0,1 0-1 0 0,0-1 1 0 0,1 1 0 0 0,1-1-1 0 0,-1 1 1 0 0,2-1 0 0 0,5 15-1 0 0,-6-20 18 0 0,0 0-1 0 0,1-1 1 0 0,-1 1-1 0 0,1 0 0 0 0,0-1 1 0 0,1 0-1 0 0,-1 0 1 0 0,1 0-1 0 0,0-1 0 0 0,0 1 1 0 0,1-1-1 0 0,-1-1 1 0 0,1 1-1 0 0,0-1 1 0 0,0 0-1 0 0,0 0 0 0 0,1 0 1 0 0,-1-1-1 0 0,0 0 1 0 0,1 0-1 0 0,-1-1 1 0 0,12 1-1 0 0,-6-1 46 0 0,0 0 0 0 0,-1-1 1 0 0,1-1-1 0 0,0 0 0 0 0,-1 0 0 0 0,1-1 0 0 0,-1-1 0 0 0,1 0 1 0 0,-1 0-1 0 0,19-10 0 0 0,-17 6-21 0 0,1-1 0 0 0,-1 0-1 0 0,-1-1 1 0 0,1 0 0 0 0,-2-1 0 0 0,1-1 0 0 0,14-17-1 0 0,-9 7-33 0 0,-2-1 0 0 0,0 0 0 0 0,-1-1 0 0 0,-2-1 0 0 0,0 0 0 0 0,-1-1-1 0 0,-2 0 1 0 0,-1-1 0 0 0,7-29 0 0 0,-13 42-40 0 0,0 0-1 0 0,0 0 1 0 0,-1 0-1 0 0,-1 0 1 0 0,0 0-1 0 0,0 0 1 0 0,-2 0-1 0 0,1 0 1 0 0,-2 0-1 0 0,-7-23 1 0 0,8 29-22 0 0,-1 0 0 0 0,-1 1 0 0 0,1-1 0 0 0,-1 1 1 0 0,0-1-1 0 0,-1 1 0 0 0,1 1 0 0 0,-1-1 0 0 0,0 1 1 0 0,-1 0-1 0 0,1 0 0 0 0,-1 0 0 0 0,0 1 0 0 0,0-1 1 0 0,-1 2-1 0 0,1-1 0 0 0,-1 1 0 0 0,0 0 0 0 0,0 0 1 0 0,-9-2-1 0 0,5 2-200 0 0,0 1 1 0 0,0 0-1 0 0,-1 1 1 0 0,1 0-1 0 0,0 1 0 0 0,0 0 1 0 0,-1 1-1 0 0,-19 3 1 0 0,14 0-242 0 0,1 1 1 0 0,-1 1 0 0 0,0 0-1 0 0,1 1 1 0 0,-15 9 0 0 0,-4 5-1752 0 0,0 3 1 0 0,2 0-1 0 0,-57 56 1 0 0,48-37-2054 0 0,2 1-1822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2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18 296 0 0,'-16'-18'18490'0'0,"15"28"-19254"0"0,0 0 0 0 0,0 0 0 0 0,1 0 0 0 0,0-1-1 0 0,1 1 1 0 0,0 0 0 0 0,0 0 0 0 0,4 10-1 0 0,1 15-4196 0 0,-4-14 418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1176 0 0,'6'17'5117'0'0,"-2"0"-1"0"0,4 17 1 0 0,-7-28-3782 0 0,1 1-854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81 956 0 0,'10'-35'13088'0'0,"-10"35"-13002"0"0,-11 13 620 0 0,-3 11 28 0 0,0 1-1 0 0,2 0 1 0 0,1 1 0 0 0,-10 39-1 0 0,10-33-425 0 0,-2 7-42 0 0,-10 45 0 0 0,21-73-169 0 0,0 1-1 0 0,0 0 1 0 0,2 0-1 0 0,-1 0 1 0 0,1 0-1 0 0,1-1 1 0 0,0 1-1 0 0,4 20 1 0 0,-4-29-39 0 0,0 0 0 0 0,1 1 0 0 0,-1-1 0 0 0,1 0 0 0 0,-1 0 0 0 0,1 0 0 0 0,0 0 0 0 0,0 0 0 0 0,0 0 0 0 0,0-1 0 0 0,1 1 0 0 0,-1-1 0 0 0,1 0 0 0 0,0 1 0 0 0,5 2 0 0 0,-3-2 11 0 0,0-1 0 0 0,0 0-1 0 0,0 0 1 0 0,0 0-1 0 0,0-1 1 0 0,1 0 0 0 0,-1 0-1 0 0,1 0 1 0 0,7 0-1 0 0,0-1 36 0 0,-1-1-1 0 0,1-1 1 0 0,0 0-1 0 0,0 0 1 0 0,0-1-1 0 0,-1-1 1 0 0,22-8-1 0 0,-17 3-64 0 0,-1 0 0 0 0,-1 0 0 0 0,1-2-1 0 0,-2 0 1 0 0,1 0 0 0 0,-1-2 0 0 0,-1 1-1 0 0,16-21 1 0 0,-20 22 42 0 0,0-1 0 0 0,-2 1-1 0 0,1-1 1 0 0,-1-1 0 0 0,-1 1-1 0 0,0-1 1 0 0,-1 0 0 0 0,0 0 0 0 0,-1-1-1 0 0,-1 1 1 0 0,3-24 0 0 0,-5 31-54 0 0,-1-1 1 0 0,0 1-1 0 0,-1 0 1 0 0,1-1-1 0 0,-1 1 0 0 0,0 0 1 0 0,-1-1-1 0 0,0 1 1 0 0,0 0-1 0 0,0 0 1 0 0,-1 0-1 0 0,1 0 0 0 0,-7-8 1 0 0,4 6 13 0 0,-1 1 0 0 0,-1 0 1 0 0,1 0-1 0 0,-1 0 0 0 0,-1 1 1 0 0,1 0-1 0 0,-1 0 0 0 0,-10-5 1 0 0,-5-1-399 0 0,-1 1 1 0 0,0 1-1 0 0,-1 1 1 0 0,0 1 0 0 0,-44-7-1 0 0,33 9-1086 0 0,-20-4-2275 0 0,19 0-3490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24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1430 30 728 0 0,'-17'-20'11610'0'0,"31"24"-10849"0"0,0 0 0 0 0,0-1 0 0 0,0 0-1 0 0,1-2 1 0 0,-1 1 0 0 0,23-2-1 0 0,94-12 620 0 0,-57 4-408 0 0,-45 5-652 0 0,-14 1-263 0 0,-1 1 0 0 0,0 0 0 0 0,0 1 0 0 0,28 3 1 0 0,-38-2-53 0 0,0 0 1 0 0,0 0-1 0 0,0 1 1 0 0,0-1 0 0 0,0 1-1 0 0,0 0 1 0 0,-1 0-1 0 0,1 0 1 0 0,-1 0 0 0 0,0 1-1 0 0,1 0 1 0 0,-1-1-1 0 0,0 1 1 0 0,0 0 0 0 0,-1 0-1 0 0,1 1 1 0 0,-1-1-1 0 0,0 1 1 0 0,1-1 0 0 0,-1 1-1 0 0,2 5 1 0 0,1 4 119 0 0,-1 1 0 0 0,0 0-1 0 0,-1 0 1 0 0,0 0 0 0 0,1 24 0 0 0,-3 74 992 0 0,-1-100-1010 0 0,-37 474 2507 0 0,0 34-432 0 0,73 403-294 0 0,-19-643-1456 0 0,-2 72-158 0 0,-48 563 0 0 0,-48 43 956 0 0,55-756-74 0 0,24-191-1156 0 0,-2 6 0 0 0,-6 16 0 0 0,9-30 0 0 0,1 0 0 0 0,-1 1 0 0 0,-1-1 0 0 0,1 0 0 0 0,0 0 0 0 0,-1 0 0 0 0,1 0 0 0 0,-1 0 0 0 0,0-1 0 0 0,0 1 0 0 0,0 0 0 0 0,-1-1 0 0 0,1 0 0 0 0,0 1 0 0 0,-1-1 0 0 0,0 0 0 0 0,1 0 0 0 0,-1 0 0 0 0,0-1 0 0 0,0 1 0 0 0,-5 1 0 0 0,-5 4 0 0 0,-17 8 0 0 0,-1-2 0 0 0,-1-1 0 0 0,0-2 0 0 0,-50 10 0 0 0,43-10 0 0 0,-339 79-2327 0 0,-203 42-6987 0 0,340-78 4563 0 0,-53 11-9220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3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10 244 0 0,'0'0'520'0'0,"24"-1"200"0"0,5-1-560 0 0,-14 0-44 0 0,3 2-32 0 0,-1 0-64 0 0,3-1-36 0 0,-1-1-224 0 0,0 2-288 0 0,4-2 160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30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203 200 344 0 0,'-17'3'742'0'0,"-129"24"5494"0"0,144-26-5914 0 0,-14 1 359 0 0,-5 0 1294 0 0,21-6-1346 0 0,16-3-724 0 0,26-10 167 0 0,1 1-1 0 0,73-14 1 0 0,95-6-56 0 0,646-38-41 0 0,-533 53-29 0 0,-43-5 52 0 0,-271 25-362 0 0,-10-2-326 0 0,-17 5-3613 0 0,4 2 1080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32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381 185 244 0 0,'-275'-66'8934'0'0,"210"52"-7261"0"0,37 9-652 0 0,25 4-799 0 0,2 1-194 0 0,1 0-1 0 0,0 0 1 0 0,-1 0 0 0 0,1 0-1 0 0,0 0 1 0 0,-1 0 0 0 0,1 0 0 0 0,-1 0-1 0 0,1 0 1 0 0,0 0 0 0 0,-1 0 0 0 0,1 0-1 0 0,0-1 1 0 0,-1 1 0 0 0,1 0 0 0 0,0 0-1 0 0,0 0 1 0 0,-1-1 0 0 0,1 1-1 0 0,0 0 1 0 0,0 0 0 0 0,-1-1 0 0 0,1 1-1 0 0,0 0 1 0 0,0-1 0 0 0,-1 1 0 0 0,1 0-1 0 0,0 0 1 0 0,0-1 0 0 0,3-2-8 0 0,0 0 0 0 0,0 0 1 0 0,0 1-1 0 0,0-1 0 0 0,1 1 0 0 0,-1 0 1 0 0,1 0-1 0 0,0 0 0 0 0,0 0 1 0 0,0 1-1 0 0,-1 0 0 0 0,7-2 0 0 0,57-10 51 0 0,-50 10-44 0 0,145-20 21 0 0,206-3 0 0 0,168 27-67 0 0,339 26-170 0 0,-645-23 338 0 0,-195 0-96 0 0,-32-4-50 0 0,-1 0-7 0 0,10 0-8 0 0,-7 0 0 0 0,6 0 23 0 0,-9 0-3 0 0,22 0 497 0 0,-7 1-1908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35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2 624 0 0,'0'0'2934'0'0,"2"0"-2838"0"0,1-1-171 0 0,24 1 2898 0 0,-12 3-5505 0 0,-9 3 1366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4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139 375 1848 0 0,'-123'13'10302'0'0,"120"-12"-9986"0"0,-9 0 216 0 0,14 1-498 0 0,-1-1 1 0 0,1 1 0 0 0,0-1-1 0 0,0 1 1 0 0,0-1 0 0 0,0 0-1 0 0,1 0 1 0 0,-1 0 0 0 0,0 0-1 0 0,0 0 1 0 0,1 0-1 0 0,-1-1 1 0 0,0 1 0 0 0,5-1-1 0 0,43 4 202 0 0,-38-3-177 0 0,528-7 618 0 0,-383 0-600 0 0,1005-71 267 0 0,-1133 73-338 0 0,120-14 26 0 0,-120 13-20 0 0,0-2 0 0 0,56-20-1 0 0,-82 26-11 0 0,1-1 0 0 0,-1 1-1 0 0,0-1 1 0 0,1 0-1 0 0,-1 0 1 0 0,0 0 0 0 0,0 0-1 0 0,-1-1 1 0 0,1 1-1 0 0,0-1 1 0 0,-1 0-1 0 0,1 0 1 0 0,-1 0 0 0 0,0 0-1 0 0,0 0 1 0 0,0 0-1 0 0,-1 0 1 0 0,1-1 0 0 0,1-3-1 0 0,-3 3 1 0 0,1 1 0 0 0,-1 0-1 0 0,1-1 1 0 0,-1 1 0 0 0,0 0-1 0 0,0-1 1 0 0,-1 1 0 0 0,1 0-1 0 0,-1 0 1 0 0,0-1 0 0 0,1 1-1 0 0,-1 0 1 0 0,-1 0 0 0 0,1 0-1 0 0,0 0 1 0 0,-1 0 0 0 0,1 0-1 0 0,-1 0 1 0 0,0 0 0 0 0,0 1-1 0 0,-3-4 1 0 0,-8-7 5 0 0,0 1 1 0 0,0 0-1 0 0,-2 1 0 0 0,-21-14 1 0 0,-66-31 16 0 0,85 51-66 0 0,16 5 43 0 0,1 0 0 0 0,-1 0 0 0 0,1 0 0 0 0,0 0-1 0 0,-1 0 1 0 0,1 0 0 0 0,-1 0 0 0 0,1 0 0 0 0,0 0 0 0 0,-1 0-1 0 0,1 1 1 0 0,0-1 0 0 0,-1 0 0 0 0,1 0 0 0 0,0 1-1 0 0,-1-1 1 0 0,1 0 0 0 0,0 0 0 0 0,-1 1 0 0 0,1-1 0 0 0,0 0-1 0 0,0 1 1 0 0,-1-1 0 0 0,1 1 0 0 0,0 1-1 0 0,-1-1 0 0 0,1 1 0 0 0,0 0 0 0 0,0 0 0 0 0,0 0 0 0 0,0-1 0 0 0,0 1 0 0 0,1 0 0 0 0,-1 0 0 0 0,0-1 0 0 0,1 1 0 0 0,0 0 0 0 0,-1 0 0 0 0,1-1 0 0 0,1 4 0 0 0,3 5-6 0 0,16 35 6 0 0,27 80-1 0 0,-44-109 10 0 0,0 0-1 0 0,-1 1 1 0 0,0-1 0 0 0,-2 1-1 0 0,0 0 1 0 0,-1-1 0 0 0,0 1-1 0 0,-1 0 1 0 0,-4 16-1 0 0,-1-8-325 0 0,-1-1 1 0 0,0 0-1 0 0,-2-1 0 0 0,-17 32 0 0 0,10-25-2398 0 0,-24 32 1 0 0,2-13-2818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5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 1720 0 0,'-7'-4'9714'0'0,"5"9"-9705"0"0,1 0 0 0 0,1 0 0 0 0,-1 0 0 0 0,1 0 0 0 0,-1 0 0 0 0,2 0 0 0 0,-1 0 1 0 0,0 0-1 0 0,1 0 0 0 0,1 5 0 0 0,1 13 27 0 0,-3 346 26 0 0,-2-321-178 0 0,-2 24 228 0 0,3-27-5691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2:5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80 282 828 0 0,'3'-53'6308'0'0,"6"-26"-2885"0"0,-4 42-2451 0 0,-4 30-936 0 0,1 0 0 0 0,0 1-1 0 0,0-1 1 0 0,0 1 0 0 0,1-1 0 0 0,-1 1 0 0 0,2 0-1 0 0,-1 0 1 0 0,1 0 0 0 0,0 1 0 0 0,0-1 0 0 0,5-4-1 0 0,-7 7-35 0 0,0 1-1 0 0,0 0 1 0 0,0 0-1 0 0,1 0 0 0 0,-1 0 1 0 0,1 0-1 0 0,-1 0 0 0 0,1 1 1 0 0,0-1-1 0 0,-1 1 1 0 0,1-1-1 0 0,0 1 0 0 0,0 0 1 0 0,0 1-1 0 0,0-1 0 0 0,0 0 1 0 0,5 0-1 0 0,-2 1 0 0 0,0 0-1 0 0,0 1 1 0 0,0-1-1 0 0,-1 1 0 0 0,1 1 1 0 0,-1-1-1 0 0,1 1 1 0 0,-1 0-1 0 0,1 0 1 0 0,-1 0-1 0 0,0 1 1 0 0,0 0-1 0 0,0 0 1 0 0,0 0-1 0 0,-1 0 1 0 0,1 1-1 0 0,-1 0 1 0 0,0 0-1 0 0,6 6 0 0 0,-7-5 19 0 0,1 0-1 0 0,-1 1 0 0 0,0-1 0 0 0,0 0 0 0 0,-1 1 0 0 0,0 0 0 0 0,0-1 1 0 0,0 1-1 0 0,0 0 0 0 0,-1 0 0 0 0,0 0 0 0 0,-1 0 0 0 0,1 0 1 0 0,-1 0-1 0 0,0 0 0 0 0,0 0 0 0 0,-1 1 0 0 0,-2 8 0 0 0,-1 6 27 0 0,-2 0 0 0 0,0 0 0 0 0,-17 36-1 0 0,14-38 92 0 0,-1 0-1 0 0,-1 0 0 0 0,-1-2 1 0 0,-21 27-1 0 0,24-33 45 0 0,-1-1 1 0 0,0 0 0 0 0,-1 0-1 0 0,0-1 1 0 0,-1 0-1 0 0,0-1 1 0 0,-21 11-1 0 0,24-15 32 0 0,-1 0-1 0 0,1 0 0 0 0,-16 3 1 0 0,23-7-107 0 0,-6 1-1 0 0,6-1-79 0 0,0 0-1 0 0,0 0 0 0 0,0 0 0 0 0,0 0 0 0 0,0-1 0 0 0,0 1 0 0 0,0 0 0 0 0,1-1 0 0 0,-1 1 0 0 0,0-1 0 0 0,0 0 1 0 0,0 1-1 0 0,1-1 0 0 0,-1 0 0 0 0,0 0 0 0 0,1 0 0 0 0,-4-3 0 0 0,5 4-22 0 0,0-1 1 0 0,-1 1-1 0 0,1 0 0 0 0,0-1 1 0 0,-1 1-1 0 0,1 0 0 0 0,0-1 1 0 0,0 1-1 0 0,0-1 0 0 0,-1 1 1 0 0,1-1-1 0 0,0 1 0 0 0,0 0 0 0 0,0-1 1 0 0,0 1-1 0 0,0-1 0 0 0,0 1 1 0 0,0-1-1 0 0,0 1 0 0 0,0-1 1 0 0,0 1-1 0 0,0-1 0 0 0,0 1 1 0 0,0 0-1 0 0,0-1 0 0 0,0 1 0 0 0,0-1 1 0 0,1 1-1 0 0,-1-1 0 0 0,0 1 1 0 0,0 0-1 0 0,1-1 0 0 0,-1 1 1 0 0,0-1-1 0 0,0 1 0 0 0,1 0 1 0 0,-1-1-1 0 0,0 1 0 0 0,1 0 0 0 0,0-1 1 0 0,0 0-4 0 0,0 1 0 0 0,0-1 0 0 0,0 0 0 0 0,0 0 0 0 0,0 1 0 0 0,0-1 0 0 0,0 1 0 0 0,1-1 0 0 0,-1 1 0 0 0,0 0 0 0 0,0-1 0 0 0,1 1 0 0 0,-1 0 0 0 0,0 0 0 0 0,0 0 0 0 0,1 0 0 0 0,-1 0 0 0 0,0 0 0 0 0,1 0 0 0 0,-1 0 0 0 0,3 1 0 0 0,4 0-2 0 0,0 1 0 0 0,1 0 0 0 0,-1 1 0 0 0,0-1 1 0 0,0 1-1 0 0,0 1 0 0 0,0 0 0 0 0,-1 0 0 0 0,1 0 0 0 0,-1 1 1 0 0,12 10-1 0 0,1 0-4 0 0,11 11 2 0 0,-1 0 1 0 0,50 58-1 0 0,-73-76 8 0 0,8 9 9 0 0,-6-6 30 0 0,0 0 0 0 0,20 16 0 0 0,-28-26-41 0 0,8 7-477 0 0,17 2-8647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6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4 0 0,'0'-15'4698'0'0,"0"7"-3538"0"0,-1-5 172 0 0,2-1 0 0 0,-1 1 0 0 0,6-23 0 0 0,-6 33-1276 0 0,1-1-1 0 0,0 1 0 0 0,0 0 0 0 0,0 0 0 0 0,1 0 1 0 0,-1 0-1 0 0,1 0 0 0 0,-1 0 0 0 0,1 0 0 0 0,0 0 0 0 0,0 1 1 0 0,1-1-1 0 0,-1 1 0 0 0,0-1 0 0 0,1 1 0 0 0,-1 0 1 0 0,1 0-1 0 0,0 0 0 0 0,0 0 0 0 0,0 1 0 0 0,4-2 0 0 0,-3 1-48 0 0,0 1 0 0 0,0-1 0 0 0,0 1-1 0 0,0 1 1 0 0,1-1 0 0 0,-1 0-1 0 0,0 1 1 0 0,1 0 0 0 0,-1 0-1 0 0,0 1 1 0 0,1-1 0 0 0,-1 1 0 0 0,0 0-1 0 0,1 0 1 0 0,-1 0 0 0 0,8 4-1 0 0,-9-3 3 0 0,0 0-1 0 0,0 0 0 0 0,1 0 0 0 0,-1 1 0 0 0,-1-1 0 0 0,1 1 1 0 0,0 0-1 0 0,-1 0 0 0 0,1 0 0 0 0,-1 0 0 0 0,0 1 0 0 0,0-1 1 0 0,0 0-1 0 0,-1 1 0 0 0,1-1 0 0 0,-1 1 0 0 0,0 0 0 0 0,0 0 1 0 0,1 6-1 0 0,0 8 26 0 0,-2 0-1 0 0,1 0 1 0 0,-2 0 0 0 0,-1-1 0 0 0,0 1-1 0 0,-1 0 1 0 0,-1-1 0 0 0,0 0-1 0 0,-13 31 1 0 0,16-45-13 0 0,0 1 1 0 0,0 0-1 0 0,0 0 0 0 0,0-1 0 0 0,1 1 1 0 0,-1 0-1 0 0,1 4 0 0 0,0-6-3 0 0,0-2-16 0 0,0 1 1 0 0,0-1-1 0 0,0 1 0 0 0,0-1 0 0 0,0 1 0 0 0,0-1 0 0 0,0 1 1 0 0,0 0-1 0 0,0-1 0 0 0,0 1 0 0 0,0-1 0 0 0,1 1 1 0 0,-1-1-1 0 0,0 1 0 0 0,0-1 0 0 0,0 1 0 0 0,1-1 0 0 0,-1 1 1 0 0,0-1-1 0 0,1 1 0 0 0,-1-1 0 0 0,0 0 0 0 0,1 1 1 0 0,-1-1-1 0 0,1 0 0 0 0,0 1 0 0 0,0 2-5 0 0,3-1 3 0 0,-1 1 0 0 0,1-1 0 0 0,0 0 1 0 0,0 0-1 0 0,0 0 0 0 0,7 1 1 0 0,15 10-1 0 0,-21-9 52 0 0,0 0 0 0 0,0 0 0 0 0,-1 1-1 0 0,0-1 1 0 0,0 1 0 0 0,0 1 0 0 0,0-1 0 0 0,-1 0-1 0 0,0 1 1 0 0,0 0 0 0 0,-1-1 0 0 0,1 1 0 0 0,-1 0-1 0 0,0 0 1 0 0,-1 1 0 0 0,0-1 0 0 0,0 0 0 0 0,0 0-1 0 0,0 1 1 0 0,-1-1 0 0 0,-1 12 0 0 0,0-10 214 0 0,0-1 0 0 0,0 1 0 0 0,-1 0 0 0 0,0 0 0 0 0,0-1 0 0 0,-1 1-1 0 0,1-1 1 0 0,-2 1 0 0 0,1-1 0 0 0,-1 0 0 0 0,0 0 0 0 0,-1-1 0 0 0,0 0 0 0 0,0 1 0 0 0,0-1 0 0 0,0-1 0 0 0,-8 7 0 0 0,9-10-188 0 0,0 0 0 0 0,0 0 1 0 0,0 0-1 0 0,0-1 0 0 0,-1 1 0 0 0,1-1 1 0 0,-1 0-1 0 0,1 0 0 0 0,0-1 1 0 0,-1 1-1 0 0,1-1 0 0 0,-1 0 0 0 0,1 0 1 0 0,-1-1-1 0 0,1 1 0 0 0,-1-1 0 0 0,1 0 1 0 0,-1 0-1 0 0,1-1 0 0 0,0 1 1 0 0,0-1-1 0 0,0 0 0 0 0,-4-2 0 0 0,2 2-133 0 0,1-1 1 0 0,0 0-1 0 0,0 0 0 0 0,0-1 0 0 0,1 1 0 0 0,-1-1 0 0 0,1 0 0 0 0,0 0 0 0 0,0-1 1 0 0,0 1-1 0 0,0-1 0 0 0,1 0 0 0 0,0 0 0 0 0,0 0 0 0 0,0 0 0 0 0,1 0 0 0 0,-3-10 1 0 0,4 11-196 0 0,1 1 0 0 0,0-1 0 0 0,0 0 0 0 0,0 0 0 0 0,0 0 0 0 0,1 0 0 0 0,-1 0 0 0 0,1 0 0 0 0,0 0 0 0 0,0 0 0 0 0,1 1 0 0 0,1-5 0 0 0,26-41-7854 0 0,-17 32 1779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2008 0 0,'2'-10'9295'0'0,"-1"9"-9158"0"0,49 9 407 0 0,-6 0-855 0 0,1-3 0 0 0,0-2-1 0 0,0-2 1 0 0,75-7 0 0 0,-90 1-4030 0 0,-17 2 658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7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56 1576 0 0,'-8'-45'8184'0'0,"7"43"-7741"0"0,0-5 379 0 0,4 5-400 0 0,4 8-21 0 0,-3-1-283 0 0,0 1 0 0 0,0 0 0 0 0,0 0 1 0 0,-1 0-1 0 0,0 0 0 0 0,0 0 0 0 0,-1 1 0 0 0,1-1 1 0 0,-1 1-1 0 0,-1-1 0 0 0,1 1 0 0 0,-1 0 0 0 0,0 12 1 0 0,0 5 64 0 0,-1 0 1 0 0,-6 41-1 0 0,-3-2-159 0 0,-23 79 0 0 0,4-59-7386 0 0,24-70 3027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99 222 260 0 0,'9'-15'10456'0'0,"-6"32"-9831"0"0,-2 1 1 0 0,0-1-1 0 0,-1 0 1 0 0,-3 20 0 0 0,1-2 51 0 0,-26 395 1598 0 0,18-335-1924 0 0,10-94-342 0 0,0 0 0 0 0,0 0 0 0 0,0 0 0 0 0,0 0 0 0 0,0 0 0 0 0,-1 0 0 0 0,1 0 0 0 0,0 0 0 0 0,0-1 0 0 0,-1 1 0 0 0,1 0 0 0 0,-1 0 0 0 0,1 0 0 0 0,-1-1 0 0 0,1 1-1 0 0,-1 0 1 0 0,0-1 0 0 0,1 1 0 0 0,-2 1 0 0 0,1-2-5 0 0,1 0 0 0 0,-1 0 0 0 0,1 0-1 0 0,-1 0 1 0 0,1 0 0 0 0,-1 0-1 0 0,0 0 1 0 0,1 0 0 0 0,-1 0 0 0 0,1-1-1 0 0,-1 1 1 0 0,1 0 0 0 0,-1 0 0 0 0,1 0-1 0 0,-1-1 1 0 0,1 1 0 0 0,0 0-1 0 0,-1 0 1 0 0,1-1 0 0 0,-1 1 0 0 0,1-1-1 0 0,0 1 1 0 0,-1-1 0 0 0,-2-2 2 0 0,0 0 0 0 0,1-1 1 0 0,0 1-1 0 0,0-1 0 0 0,0 1 1 0 0,0-1-1 0 0,-1-5 0 0 0,-7-25-16 0 0,3-1-1 0 0,1 0 1 0 0,1 0-1 0 0,3-1 0 0 0,1-55 1 0 0,4 44 0 0 0,2 0 1 0 0,3 0 0 0 0,21-77 0 0 0,-19 91 3 0 0,2 1 1 0 0,1 0 0 0 0,23-39 0 0 0,-27 56-5 0 0,0 0 0 0 0,1 0 0 0 0,1 1 0 0 0,1 0 0 0 0,0 1 0 0 0,1 1 0 0 0,0 0 0 0 0,17-12 0 0 0,-26 21 3 0 0,0 1 1 0 0,0-1-1 0 0,1 1 1 0 0,-1 0-1 0 0,1 0 0 0 0,0 1 1 0 0,-1 0-1 0 0,1-1 1 0 0,0 2-1 0 0,0-1 1 0 0,0 0-1 0 0,8 1 0 0 0,-11 0 7 0 0,1 0-1 0 0,-1 1 1 0 0,1-1-1 0 0,-1 1 1 0 0,1-1-1 0 0,-1 1 0 0 0,1 0 1 0 0,-1 0-1 0 0,1 0 1 0 0,-1 0-1 0 0,0 0 0 0 0,0 1 1 0 0,0-1-1 0 0,0 1 1 0 0,0-1-1 0 0,0 1 0 0 0,0 0 1 0 0,0 0-1 0 0,0 0 1 0 0,-1 0-1 0 0,1 0 1 0 0,-1 0-1 0 0,0 0 0 0 0,1 0 1 0 0,0 4-1 0 0,1 3 3 0 0,-1 1 1 0 0,0-1-1 0 0,0 1 0 0 0,-1 0 0 0 0,0-1 0 0 0,-1 1 0 0 0,0 0 1 0 0,-1 0-1 0 0,0 0 0 0 0,0 0 0 0 0,-1-1 0 0 0,0 1 0 0 0,-7 17 1 0 0,1-5 7 0 0,-1-1 1 0 0,-1-1 0 0 0,-1 0-1 0 0,-1 0 1 0 0,-14 18 0 0 0,16-24 6 0 0,-1-1 1 0 0,0-1-1 0 0,-1 0 1 0 0,-20 16-1 0 0,25-23-2 0 0,0 0 0 0 0,0-1 0 0 0,0 0-1 0 0,-1 0 1 0 0,1-1 0 0 0,-1 1-1 0 0,0-2 1 0 0,0 1 0 0 0,0-1 0 0 0,-13 2-1 0 0,18-4 3 0 0,-16 1-48 0 0,11-2 15 0 0,6 1-5 0 0,27 10-16 0 0,-1 6-23 0 0,-2 0 1 0 0,0 1 0 0 0,0 2 0 0 0,-2 0 0 0 0,32 39 0 0 0,13 11-2823 0 0,-49-53 546 0 0,1 0 0 0 0,21 13 0 0 0,-12-12-2425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8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231 104 1252 0 0,'-1'0'284'0'0,"-3"-2"440"0"0,-1 0 0 0 0,1-1 0 0 0,0 1 0 0 0,0-1 0 0 0,0 0 0 0 0,0 0 0 0 0,1 0 0 0 0,-1 0 0 0 0,1-1 0 0 0,-1 1 0 0 0,1-1 0 0 0,1 0 0 0 0,-1 0 0 0 0,-3-6 0 0 0,6 9-677 0 0,0 0-1 0 0,0 0 0 0 0,-1 0 1 0 0,1-1-1 0 0,0 1 1 0 0,0 0-1 0 0,1 0 0 0 0,-1 0 1 0 0,0 0-1 0 0,0-1 0 0 0,0 1 1 0 0,1 0-1 0 0,-1 0 0 0 0,1 0 1 0 0,-1 0-1 0 0,1 0 0 0 0,-1 0 1 0 0,1 0-1 0 0,0 0 0 0 0,-1 0 1 0 0,2-1-1 0 0,0 0-4 0 0,-1 0-1 0 0,1 0 1 0 0,0 0 0 0 0,0 1 0 0 0,0-1-1 0 0,0 1 1 0 0,0-1 0 0 0,1 1 0 0 0,2-2-1 0 0,-2 2-30 0 0,0 0-1 0 0,0 0 0 0 0,1 0 0 0 0,-1 0 0 0 0,0 0 1 0 0,1 0-1 0 0,-1 1 0 0 0,1 0 0 0 0,-1 0 1 0 0,0 0-1 0 0,1 0 0 0 0,-1 0 0 0 0,1 1 1 0 0,-1-1-1 0 0,1 1 0 0 0,-1 0 0 0 0,0 0 1 0 0,0 1-1 0 0,0-1 0 0 0,1 0 0 0 0,-1 1 1 0 0,0 0-1 0 0,-1 0 0 0 0,1 0 0 0 0,0 0 1 0 0,0 0-1 0 0,-1 1 0 0 0,0-1 0 0 0,1 1 1 0 0,-1-1-1 0 0,0 1 0 0 0,0 0 0 0 0,0 0 0 0 0,-1 0 1 0 0,2 3-1 0 0,-1 0 2 0 0,0 0-1 0 0,-1-1 1 0 0,0 1-1 0 0,0 0 1 0 0,0 0-1 0 0,-1 0 1 0 0,0 0 0 0 0,0 0-1 0 0,-1 0 1 0 0,0 0-1 0 0,0 0 1 0 0,0-1 0 0 0,0 1-1 0 0,-1 0 1 0 0,0-1-1 0 0,0 1 1 0 0,-1-1-1 0 0,0 0 1 0 0,0 1 0 0 0,0-1-1 0 0,-5 6 1 0 0,-1 0 183 0 0,1-1 0 0 0,-1-1 0 0 0,0 0 0 0 0,-1 0 0 0 0,0-1 0 0 0,-1 0 0 0 0,1-1 0 0 0,-19 10 0 0 0,27-16 167 0 0,-1-7-297 0 0,3 3-50 0 0,9-1 2 0 0,27-4-19 0 0,-30 7 1 0 0,1 0 0 0 0,0 1 0 0 0,0 0 1 0 0,0 0-1 0 0,-1 1 0 0 0,1-1 0 0 0,0 2 0 0 0,12 2 1 0 0,-5 0 4 0 0,-9-2 89 0 0,0-1 0 0 0,0 1 0 0 0,0 0 0 0 0,0 0 0 0 0,-1 0 0 0 0,1 1 0 0 0,-1-1 0 0 0,1 1 0 0 0,-1 0 0 0 0,0 1 0 0 0,0-1 0 0 0,0 1 0 0 0,0-1 0 0 0,-1 1 0 0 0,0 1-1 0 0,0-1 1 0 0,0 0 0 0 0,0 1 0 0 0,0-1 0 0 0,-1 1 0 0 0,0 0 0 0 0,0 0 0 0 0,0 0 0 0 0,-1 0 0 0 0,1 0 0 0 0,-1 0 0 0 0,-1 0 0 0 0,1 0 0 0 0,-1 1 0 0 0,0-1 0 0 0,0 0 0 0 0,0 0 0 0 0,0 1 0 0 0,-1-1 0 0 0,0 0 0 0 0,-1 0 0 0 0,1 0 0 0 0,-1 0-1 0 0,0 0 1 0 0,0 0 0 0 0,0-1 0 0 0,0 1 0 0 0,-1 0 0 0 0,0-1 0 0 0,0 0 0 0 0,0 0 0 0 0,-1 0 0 0 0,0 0 0 0 0,-4 4 0 0 0,0-1 33 0 0,-1 0 1 0 0,-1-1-1 0 0,1 0 1 0 0,-1 0-1 0 0,0-1 1 0 0,-1 0-1 0 0,1-1 1 0 0,-1 0-1 0 0,0-1 1 0 0,0 0-1 0 0,0-1 1 0 0,0 0-1 0 0,-21 1 1 0 0,9-3-50 0 0,0 0 0 0 0,1-2 0 0 0,-1 0 0 0 0,1-1 0 0 0,-41-12 0 0 0,62 14-159 0 0,0 1-1 0 0,0 0 0 0 0,0 0 0 0 0,1 0 0 0 0,-1 0 0 0 0,0-1 0 0 0,0 1 0 0 0,0 0 0 0 0,1-1 0 0 0,-1 1 0 0 0,0-1 0 0 0,1 1 0 0 0,-1-1 0 0 0,0 1 0 0 0,1-1 0 0 0,-1 1 0 0 0,0-1 0 0 0,1 0 0 0 0,-1 1 0 0 0,1-1 0 0 0,-1 0 0 0 0,1 1 0 0 0,0-1 0 0 0,-1 0 0 0 0,1 0 0 0 0,0 1 0 0 0,-1-1 0 0 0,1 0 0 0 0,0 0 0 0 0,0 0 0 0 0,0 0 1 0 0,0 1-1 0 0,0-1 0 0 0,0 0 0 0 0,0 0 0 0 0,0 0 0 0 0,0 0 0 0 0,0 0 0 0 0,0 1 0 0 0,0-1 0 0 0,1 0 0 0 0,-1 0 0 0 0,0 0 0 0 0,1 1 0 0 0,-1-1 0 0 0,0 0 0 0 0,1 0 0 0 0,-1 1 0 0 0,1-1 0 0 0,-1 0 0 0 0,1 1 0 0 0,-1-1 0 0 0,2 0 0 0 0,4-6-2042 0 0,0 1 0 0 0,0 0-1 0 0,13-10 1 0 0,2 1-6037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09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33 2244 0 0,'-84'5'16294'0'0,"65"-5"-12916"0"0,-14 0 2776 0 0,29 0-5930 0 0,-1 0-251 0 0,-8 6 3758 0 0,11-5-3569 0 0,-11 8 445 0 0,7-2-607 0 0,4-1 0 0 0,12-2 0 0 0,8-4 0 0 0,39-2 0 0 0,0-2 0 0 0,95-19 0 0 0,-81 11 0 0 0,-66 10 0 0 0,37-6 0 0 0,-24 6 0 0 0,-3 0 0 0 0,-2-1 0 0 0,3 1 0 0 0,-4-1 0 0 0,-4 0-21 0 0,-7 2-167 0 0,-3-3 1263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88 148 2292 0 0,'-12'-11'4665'0'0,"-19"-27"0"0"0,28 34-4290 0 0,0-1 0 0 0,0 0 1 0 0,0 0-1 0 0,1 0 0 0 0,0 0 0 0 0,0 0 1 0 0,0-1-1 0 0,0 1 0 0 0,0-7 1 0 0,2 11-355 0 0,0 0 0 0 0,0-1 0 0 0,0 1 0 0 0,1 0 0 0 0,-1-1 0 0 0,0 1 0 0 0,1 0 0 0 0,-1-1 0 0 0,1 1 0 0 0,-1 0 0 0 0,1 0 0 0 0,-1 0 0 0 0,1-1 1 0 0,0 1-1 0 0,0 0 0 0 0,-1 0 0 0 0,1 0 0 0 0,0 0 0 0 0,0 0 0 0 0,0 0 0 0 0,0 1 0 0 0,0-1 0 0 0,1 0 0 0 0,-1 0 0 0 0,0 1 0 0 0,2-2 0 0 0,27-8 80 0 0,-29 9-92 0 0,4 1-1 0 0,0-1-1 0 0,1 1 1 0 0,-1 0-1 0 0,0 0 1 0 0,0 1-1 0 0,0-1 1 0 0,0 1-1 0 0,0 0 1 0 0,0 1-1 0 0,0-1 0 0 0,-1 1 1 0 0,1 0-1 0 0,0 0 1 0 0,-1 0-1 0 0,1 1 1 0 0,4 3-1 0 0,-5-2 7 0 0,0-1 0 0 0,0 0 0 0 0,-1 1 0 0 0,0 0 0 0 0,0 0 0 0 0,0 0 0 0 0,0 0 0 0 0,0 0 0 0 0,-1 1 0 0 0,0-1 0 0 0,0 1 0 0 0,0-1 0 0 0,2 9 0 0 0,-2-4 53 0 0,-1 0 1 0 0,0 0 0 0 0,0 0 0 0 0,-1-1 0 0 0,0 1 0 0 0,-1 0 0 0 0,-1 11 0 0 0,-3 1 180 0 0,0-1 0 0 0,-1 0 0 0 0,-1 0 0 0 0,-1 0 0 0 0,-19 33 0 0 0,-101 133 2233 0 0,111-159-2186 0 0,16-26-272 0 0,1 0-17 0 0,1-1 1 0 0,-1 1-1 0 0,0 0 0 0 0,0-1 0 0 0,1 1 1 0 0,-1-1-1 0 0,0 1 0 0 0,0-1 1 0 0,1 1-1 0 0,-1-1 0 0 0,1 0 1 0 0,-1 1-1 0 0,0-1 0 0 0,1 1 0 0 0,-1-1 1 0 0,1 0-1 0 0,-1 1 0 0 0,1-1 1 0 0,0 0-1 0 0,17 1 13 0 0,-1-2 1 0 0,1 0-1 0 0,-1-1 0 0 0,0-1 1 0 0,23-6-1 0 0,-27 6-5 0 0,48-11 11 0 0,-58 13-11 0 0,28-4-6 0 0,-28 5-1 0 0,14-2-2547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1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174 372 1468 0 0,'-49'-83'16216'0'0,"48"82"-15642"0"0,0-2-314 0 0,0 0 0 0 0,-1 1 0 0 0,0-1 0 0 0,1 1 0 0 0,-1-1-1 0 0,0 1 1 0 0,-1 0 0 0 0,1 0 0 0 0,0 0 0 0 0,-5-4 796 0 0,4 4-1445 0 0,2 2 517 0 0,1 0 1 0 0,-1 0-1 0 0,1 0 1 0 0,-1 0-1 0 0,1 0 1 0 0,-1 0-1 0 0,1 0 1 0 0,-1 0 0 0 0,1 0-1 0 0,0 0 1 0 0,-1 0-1 0 0,1 1 1 0 0,-1-1-1 0 0,1 0 1 0 0,-1 0-1 0 0,1 0 1 0 0,0 1-1 0 0,-1-1 1 0 0,1 0 0 0 0,0 1-1 0 0,-1-1 1 0 0,1 0-1 0 0,0 1 1 0 0,-1-1-1 0 0,1 0 1 0 0,0 1-1 0 0,-1-1 1 0 0,1 0 0 0 0,0 1-1 0 0,0-1 1 0 0,0 1-1 0 0,-1-1 1 0 0,1 1-1 0 0,0-1 1 0 0,0 0-1 0 0,0 1 1 0 0,0 0-1 0 0,-19 526-88 0 0,19-500-18 0 0,1 1 114 0 0,-1-6 750 0 0,-4 45 852 0 0,-9-74-1557 0 0,5-12-191 0 0,1 0 1 0 0,0 0 0 0 0,2-1-1 0 0,0 0 1 0 0,-3-37 0 0 0,1-107-569 0 0,7 120 429 0 0,3 0 1 0 0,1 0-1 0 0,2 1 1 0 0,3 0 0 0 0,15-52-1 0 0,-16 72 115 0 0,0 0 1 0 0,2 1-1 0 0,0 0 0 0 0,2 1 1 0 0,0 0-1 0 0,1 1 0 0 0,1 0 1 0 0,1 1-1 0 0,1 1 0 0 0,0 0 1 0 0,22-17-1 0 0,-33 31 24 0 0,0 0-1 0 0,1 0 1 0 0,-1 1 0 0 0,1-1-1 0 0,0 1 1 0 0,0 1 0 0 0,0-1-1 0 0,1 1 1 0 0,-1 0 0 0 0,1 0-1 0 0,-1 1 1 0 0,1 0 0 0 0,-1 0 0 0 0,1 1-1 0 0,8 0 1 0 0,-11 0 4 0 0,1 1 0 0 0,-1 0 1 0 0,0 0-1 0 0,0 0 0 0 0,0 0 0 0 0,0 1 1 0 0,0 0-1 0 0,0-1 0 0 0,-1 1 0 0 0,1 1 1 0 0,0-1-1 0 0,-1 1 0 0 0,0-1 0 0 0,1 1 1 0 0,-1 0-1 0 0,0 0 0 0 0,-1 0 0 0 0,1 1 1 0 0,0-1-1 0 0,-1 1 0 0 0,0-1 0 0 0,0 1 1 0 0,0 0-1 0 0,2 7 0 0 0,-1-3 12 0 0,-1 1 0 0 0,0 0 1 0 0,-1 0-1 0 0,0 0 0 0 0,0 0 0 0 0,-1 0 0 0 0,0 0 0 0 0,0 0 1 0 0,-1 0-1 0 0,-1 0 0 0 0,1 0 0 0 0,-2 0 0 0 0,1 0 0 0 0,-4 8 1 0 0,-3 4 33 0 0,0 0 0 0 0,-1-1 0 0 0,-1 0 0 0 0,-20 27 1 0 0,18-29-26 0 0,-1-2 1 0 0,-1 1 0 0 0,-28 23 0 0 0,33-32-23 0 0,0 0 0 0 0,-1-1 0 0 0,0 0 0 0 0,0-1 0 0 0,-1 0 0 0 0,0 0 0 0 0,-16 4 1 0 0,-42 1 22 0 0,67-10-11 0 0,-18 2-110 0 0,21-3 98 0 0,-1 0 0 0 0,0 0 1 0 0,1 0-1 0 0,-1 0 1 0 0,1 0-1 0 0,-1 1 0 0 0,0-1 1 0 0,1 0-1 0 0,-1 0 0 0 0,1 1 1 0 0,-1-1-1 0 0,1 0 1 0 0,-1 0-1 0 0,1 1 0 0 0,-1-1 1 0 0,1 1-1 0 0,-1-1 0 0 0,1 0 1 0 0,-1 1-1 0 0,1-1 1 0 0,0 1-1 0 0,-1-1 0 0 0,1 1 1 0 0,0-1-1 0 0,-1 2 0 0 0,3 5-2 0 0,0 1 0 0 0,0 0 0 0 0,1-1 0 0 0,0 0 0 0 0,0 1 0 0 0,1-1 0 0 0,8 12-1 0 0,39 48-12 0 0,-41-54 22 0 0,214 228 93 0 0,-189-207-41 0 0,8 3 592 0 0,-42-35-461 0 0,18 0 489 0 0,-17-3-684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56 1920 0 0,'-8'-10'8754'0'0,"2"-8"-3895"0"0,6 17-4793 0 0,0 0-1 0 0,0 0 1 0 0,1 0-1 0 0,-1 0 1 0 0,0 0-1 0 0,0 0 1 0 0,1 1-1 0 0,-1-1 1 0 0,1 0-1 0 0,-1 0 1 0 0,1 0-1 0 0,-1 0 1 0 0,1 1 0 0 0,-1-1-1 0 0,1 0 1 0 0,0 0-1 0 0,-1 1 1 0 0,1-1-1 0 0,0 0 1 0 0,0 1-1 0 0,-1-1 1 0 0,1 1-1 0 0,0-1 1 0 0,0 1-1 0 0,0 0 1 0 0,0-1 0 0 0,0 1-1 0 0,1-1 1 0 0,2 0-24 0 0,-1-1 1 0 0,1 1 0 0 0,0 0 0 0 0,-1 1 0 0 0,1-1-1 0 0,0 1 1 0 0,0-1 0 0 0,-1 1 0 0 0,1 0 0 0 0,0 0-1 0 0,0 1 1 0 0,0-1 0 0 0,-1 1 0 0 0,1 0 0 0 0,0 0-1 0 0,-1 0 1 0 0,1 0 0 0 0,-1 1 0 0 0,1-1 0 0 0,-1 1-1 0 0,0 0 1 0 0,6 4 0 0 0,-5-2-2 0 0,0-1 0 0 0,-1 1 0 0 0,0-1 0 0 0,1 1 1 0 0,-1 1-1 0 0,-1-1 0 0 0,1 0 0 0 0,-1 0 0 0 0,1 1 0 0 0,-1 0 0 0 0,0-1 0 0 0,-1 1 0 0 0,1 0 0 0 0,-1 0 0 0 0,0 0 1 0 0,0 0-1 0 0,0 7 0 0 0,-2 2 217 0 0,0 0 0 0 0,0 0-1 0 0,-1 0 1 0 0,-1 0 0 0 0,0-1 0 0 0,-1 1 0 0 0,-1-1 0 0 0,0 0 0 0 0,-12 21 0 0 0,0-2 694 0 0,-3-1 1 0 0,-34 43 0 0 0,-89 81 3610 0 0,130-139-4026 0 0,12-14-449 0 0,4-2 32 0 0,8 1-119 0 0,-1-1 0 0 0,1 0 1 0 0,0-1-1 0 0,-1-1 0 0 0,1 0 0 0 0,17-5 1 0 0,3 0 1 0 0,198-28-59 0 0,-89 16-1166 0 0,-139 19 924 0 0,1 0 1 0 0,0 0-1 0 0,0 0 0 0 0,0 0 0 0 0,0 0 0 0 0,-1 1 1 0 0,1-1-1 0 0,0 1 0 0 0,0-1 0 0 0,-1 1 0 0 0,4 1 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3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901 99 60 0 0,'9'-23'9036'0'0,"-5"14"-5735"0"0,1-13 5610 0 0,-10 7-6587 0 0,4 13-2118 0 0,-6-7 431 0 0,3 6-594 0 0,0 1 0 0 0,0 0 1 0 0,0 0-1 0 0,0 0 0 0 0,0 0 0 0 0,-1 1 0 0 0,1-1 1 0 0,0 1-1 0 0,-1 0 0 0 0,-4 0 0 0 0,1 1-40 0 0,-1 0 0 0 0,1 1 0 0 0,0 0 0 0 0,0 0 0 0 0,-1 1-1 0 0,-11 3 1 0 0,14-2-5 0 0,0-1 0 0 0,-1 1 0 0 0,1 1 0 0 0,0-1 0 0 0,1 1 0 0 0,-1 0 0 0 0,1 0 0 0 0,-1 0 0 0 0,1 1 0 0 0,1 0 0 0 0,-1 0 0 0 0,-6 10 0 0 0,-3 5 28 0 0,1 1 0 0 0,-10 24 0 0 0,19-37 2 0 0,-15 34 81 0 0,2 1 0 0 0,1 1-1 0 0,-17 84 1 0 0,-9 144 948 0 0,29-173-427 0 0,-99 1093 1213 0 0,0-376-996 0 0,-9-268 360 0 0,21-106-611 0 0,65-193-840 0 0,23-150 206 0 0,-8 48 652 0 0,20-146-579 0 0,1 7-19 0 0,-1-7-10 0 0,0 0 1 0 0,0 0-1 0 0,1 0 1 0 0,-1 0-1 0 0,0 0 1 0 0,0 0-1 0 0,0 0 0 0 0,1 0 1 0 0,-1 0-1 0 0,0 0 1 0 0,1-1-1 0 0,-1 1 0 0 0,1 0 1 0 0,-1 0-1 0 0,1 0 1 0 0,-1 0-1 0 0,1-1 0 0 0,0 1 1 0 0,0 0-1 0 0,-1 0 1 0 0,1-1-1 0 0,0 1 0 0 0,0-1 1 0 0,0 1-1 0 0,-1 0 1 0 0,1-1-1 0 0,0 0 1 0 0,0 1-1 0 0,0-1 0 0 0,0 0 1 0 0,0 1-1 0 0,0-1 1 0 0,0 0-1 0 0,0 0 0 0 0,0 0 1 0 0,0 0-1 0 0,2 0 1 0 0,16 0-135 0 0,-1 0 1 0 0,1-2-1 0 0,0 0 1 0 0,-1-1 0 0 0,0-1-1 0 0,27-9 1 0 0,-5 2-577 0 0,20-6-2151 0 0,111-46 0 0 0,-61 6-1998 0 0,-77 37 285 0 0,34-28-1 0 0,-25 12-4023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18 1540 0 0,'-19'-18'24834'0'0,"16"22"-24838"0"0,1 0-1 0 0,0 0 0 0 0,0-1 0 0 0,0 1 0 0 0,0 0 0 0 0,0 1 0 0 0,1-1 0 0 0,0 0 0 0 0,0 0 0 0 0,0 1 1 0 0,0 6-1 0 0,-3 9 16 0 0,-66 268-82 0 0,44-165-183 0 0,22-106-983 0 0,2-7-2335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0 246 712 0 0,'40'18'10562'0'0,"-35"-20"-10383"0"0,0 1 0 0 0,0-1 0 0 0,0 0-1 0 0,0-1 1 0 0,0 1 0 0 0,-1-1 0 0 0,1 0-1 0 0,4-4 1 0 0,0 0-103 0 0,-1-1 1 0 0,-1 0-1 0 0,1 0 0 0 0,-1-1 0 0 0,0 1 0 0 0,-1-2 1 0 0,0 1-1 0 0,-1-1 0 0 0,0 0 0 0 0,0 0 0 0 0,-1 0 0 0 0,0-1 1 0 0,-1 1-1 0 0,0-1 0 0 0,-1 0 0 0 0,0 0 0 0 0,0-15 1 0 0,5-24 949 0 0,-7 49-930 0 0,-2 3-80 0 0,-2 3-16 0 0,1 1-1 0 0,0 0 1 0 0,1-1-1 0 0,-1 1 0 0 0,1 0 1 0 0,0 0-1 0 0,-1 9 1 0 0,-8 51-35 0 0,6-28 20 0 0,-39 309 49 0 0,14-84 113 0 0,15-157 3221 0 0,15-104-2292 0 0,-1-2-1058 0 0,1 0 1 0 0,-1 0 0 0 0,0-1-1 0 0,1 1 1 0 0,-1 0-1 0 0,1 0 1 0 0,-1-1-1 0 0,1 1 1 0 0,-1 0 0 0 0,1-1-1 0 0,-1 1 1 0 0,1-1-1 0 0,0 1 1 0 0,-1-1-1 0 0,1 1 1 0 0,0-1-1 0 0,-1 1 1 0 0,1-1 0 0 0,0 1-1 0 0,-1-1 1 0 0,1 1-1 0 0,0-1 1 0 0,0 0-1 0 0,0 1 1 0 0,0-1 0 0 0,0 1-1 0 0,-1-1 1 0 0,1 0-1 0 0,0 1 1 0 0,1-2-1 0 0,-2-23 104 0 0,1 20-72 0 0,1-22-23 0 0,1-1 1 0 0,2 1 0 0 0,0 0 0 0 0,2 0 0 0 0,1 0 0 0 0,1 1-1 0 0,1 0 1 0 0,1 1 0 0 0,16-28 0 0 0,-16 33-33 0 0,1 2 1 0 0,1-1-1 0 0,1 2 0 0 0,1 0 1 0 0,0 0-1 0 0,1 1 0 0 0,1 1 1 0 0,0 0-1 0 0,1 2 1 0 0,0 0-1 0 0,38-21 0 0 0,-44 29-2 0 0,0 0 0 0 0,1 1 0 0 0,-1 0 0 0 0,1 1 0 0 0,0 0 0 0 0,0 1 0 0 0,22-2 0 0 0,-30 4 5 0 0,0 0 0 0 0,-1-1 0 0 0,1 2-1 0 0,0-1 1 0 0,0 0 0 0 0,-1 1 0 0 0,1 0 0 0 0,0 0 0 0 0,-1 0 0 0 0,1 0 0 0 0,-1 0 0 0 0,1 1 0 0 0,-1 0-1 0 0,0-1 1 0 0,1 1 0 0 0,-1 0 0 0 0,0 1 0 0 0,0-1 0 0 0,0 1 0 0 0,-1-1 0 0 0,1 1 0 0 0,-1 0 0 0 0,1 0-1 0 0,-1 0 1 0 0,0 0 0 0 0,0 0 0 0 0,0 0 0 0 0,2 8 0 0 0,-3-8 2 0 0,-1 1-1 0 0,1 0 1 0 0,-1 0 0 0 0,0 0 0 0 0,0 0-1 0 0,0 0 1 0 0,-1 0 0 0 0,1 0 0 0 0,-1 0-1 0 0,0 0 1 0 0,0-1 0 0 0,-1 1 0 0 0,1 0 0 0 0,-1-1-1 0 0,1 1 1 0 0,-1-1 0 0 0,0 1 0 0 0,-4 3-1 0 0,-2 4 5 0 0,0 0-1 0 0,-2 0 1 0 0,-17 17-1 0 0,12-15 0 0 0,0 0-1 0 0,0 0 1 0 0,-1-1 0 0 0,-1-1-1 0 0,1-1 1 0 0,-2 0-1 0 0,0-2 1 0 0,-29 11 0 0 0,43-18-3 0 0,-4 2 0 0 0,0 0 0 0 0,1-1 1 0 0,-1-1-1 0 0,0 1 1 0 0,0-1-1 0 0,0-1 0 0 0,0 0 1 0 0,-1 0-1 0 0,-13-2 1 0 0,19 2-2 0 0,-5-9 0 0 0,8 8-2 0 0,1 1 1 0 0,0-1 0 0 0,0 0 0 0 0,-1 1 0 0 0,1-1 0 0 0,0 0 0 0 0,0 1 0 0 0,0-1 0 0 0,0 1 0 0 0,0 0 0 0 0,0-1 0 0 0,0 1-1 0 0,0 0 1 0 0,0-1 0 0 0,0 1 0 0 0,0 0 0 0 0,0 0 0 0 0,0 0 0 0 0,0 0 0 0 0,0 0 0 0 0,0 0 0 0 0,0 0 0 0 0,0 0-1 0 0,0 0 1 0 0,0 1 0 0 0,0-1 0 0 0,0 0 0 0 0,0 1 0 0 0,0-1 0 0 0,0 0 0 0 0,1 2 0 0 0,40 16-56 0 0,-35-15 62 0 0,53 29-6 0 0,57 41 0 0 0,-9-5-8 0 0,-12-9 54 0 0,57 31 110 0 0,-141-83-64 0 0,-10-5-62 0 0,0 0-1 0 0,1-1 0 0 0,-1 1 1 0 0,1-1-1 0 0,-1 0 1 0 0,1 0-1 0 0,-1 0 0 0 0,1 0 1 0 0,0 0-1 0 0,-1-1 0 0 0,5 1 1 0 0,-2-1-92 0 0,-1-1-1 0 0,0 1 1 0 0,0-1 0 0 0,1-1 0 0 0,-1 1 0 0 0,0-1 0 0 0,0 1 0 0 0,0-1 0 0 0,-1 0 0 0 0,8-5 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1 118 232 0 0,'4'-12'7331'0'0,"4"-4"-719"0"0,-6 6-4605 0 0,0 7-1912 0 0,0 0-1 0 0,0 0 0 0 0,0 0 1 0 0,1 1-1 0 0,-1-1 1 0 0,1 0-1 0 0,0 1 1 0 0,-1 0-1 0 0,1-1 0 0 0,0 1 1 0 0,1 0-1 0 0,-1 1 1 0 0,0-1-1 0 0,5-1 1 0 0,53-19-70 0 0,-58 21 4 0 0,21-5-24 0 0,0 1 1 0 0,1 2-1 0 0,-1 0 0 0 0,1 1 1 0 0,-1 1-1 0 0,36 4 1 0 0,-38-1-16 0 0,0 1 1 0 0,-1 2-1 0 0,0-1 1 0 0,0 2-1 0 0,0 1 1 0 0,-1 1-1 0 0,30 15 1 0 0,-45-20 9 0 0,0 0 1 0 0,1 0-1 0 0,-2 0 0 0 0,1 1 1 0 0,0-1-1 0 0,-1 1 0 0 0,1 0 1 0 0,-1 1-1 0 0,0-1 0 0 0,-1 1 1 0 0,1 0-1 0 0,-1 0 0 0 0,0 0 1 0 0,0 0-1 0 0,0 0 0 0 0,-1 1 1 0 0,0-1-1 0 0,0 1 0 0 0,0 0 1 0 0,-1-1-1 0 0,0 1 0 0 0,0 0 1 0 0,0 0-1 0 0,-1 0 0 0 0,0 0 1 0 0,0 0-1 0 0,0 0 1 0 0,-1 0-1 0 0,0 0 0 0 0,0-1 1 0 0,0 1-1 0 0,-1 0 0 0 0,0 0 1 0 0,-5 9-1 0 0,-3 8 282 0 0,-1-1 1 0 0,-2-1 0 0 0,0 0-1 0 0,-1 0 1 0 0,-1-2-1 0 0,-1 0 1 0 0,-1 0-1 0 0,-24 21 1 0 0,40-40-251 0 0,-12 13 655 0 0,12-6-388 0 0,12-5-120 0 0,-3-3-186 0 0,1 1-1 0 0,-1 0 0 0 0,1 1 1 0 0,-1 0-1 0 0,1 1 0 0 0,-1-1 1 0 0,0 1-1 0 0,1 1 0 0 0,-1 0 1 0 0,0 0-1 0 0,10 6 0 0 0,-8-3 8 0 0,0-1-1 0 0,-1 2 1 0 0,0-1-1 0 0,0 1 1 0 0,-1 1-1 0 0,0-1 1 0 0,0 2-1 0 0,8 10 1 0 0,-14-17 21 0 0,0 1 1 0 0,0 0-1 0 0,0 0 0 0 0,0 0 1 0 0,-1 0-1 0 0,1 0 1 0 0,-1 0-1 0 0,0 0 1 0 0,0 1-1 0 0,0-1 1 0 0,0 0-1 0 0,-1 1 1 0 0,1-1-1 0 0,-1 0 0 0 0,0 1 1 0 0,0-1-1 0 0,0 1 1 0 0,0-1-1 0 0,-1 0 1 0 0,0 1-1 0 0,1-1 1 0 0,-1 0-1 0 0,0 1 1 0 0,0-1-1 0 0,-1 0 0 0 0,1 0 1 0 0,-1 0-1 0 0,0 0 1 0 0,1 0-1 0 0,-1 0 1 0 0,-1-1-1 0 0,1 1 1 0 0,0-1-1 0 0,-1 1 1 0 0,1-1-1 0 0,-5 3 0 0 0,-3 3 156 0 0,-1 0-1 0 0,0-1 0 0 0,0-1 0 0 0,-1 0 0 0 0,0 0 1 0 0,0-2-1 0 0,0 1 0 0 0,-18 3 0 0 0,11-4-111 0 0,-1 0 0 0 0,-1-1 0 0 0,1-2 0 0 0,0 0 0 0 0,0-1-1 0 0,-1-1 1 0 0,1-1 0 0 0,0 0 0 0 0,0-2 0 0 0,0 0 0 0 0,0-2 0 0 0,-35-14 0 0 0,29 6-3738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8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58 700 0 0,'-10'-13'11659'0'0,"8"12"-11179"0"0,0 2-443 0 0,0 0-1 0 0,0 1 1 0 0,0-1-1 0 0,0 1 1 0 0,0 0-1 0 0,0 0 1 0 0,0 0-1 0 0,1 0 1 0 0,-1 0 0 0 0,1 0-1 0 0,-1 0 1 0 0,1 0-1 0 0,0 1 1 0 0,0-1-1 0 0,0 0 1 0 0,0 1-1 0 0,-1 2 1 0 0,-13 53 213 0 0,12-44-202 0 0,-5 19-10 0 0,2 0 0 0 0,-2 53 0 0 0,7-75-35 0 0,1 1 0 0 0,0-1 0 0 0,1 0 0 0 0,1 0 0 0 0,0 0 1 0 0,0 0-1 0 0,1 0 0 0 0,0 0 0 0 0,1-1 0 0 0,0 1 0 0 0,9 15 0 0 0,-10-22 7 0 0,0-1 0 0 0,0 1 1 0 0,0 0-1 0 0,0-1 0 0 0,0 0 0 0 0,1 1 0 0 0,-1-1 0 0 0,1-1 1 0 0,0 1-1 0 0,0 0 0 0 0,0-1 0 0 0,0 0 0 0 0,0 0 1 0 0,1 0-1 0 0,5 1 0 0 0,-4-1 61 0 0,0-1 0 0 0,1 0 0 0 0,-1-1 1 0 0,0 0-1 0 0,1 0 0 0 0,-1 0 0 0 0,0-1 0 0 0,1 0 0 0 0,-1 0 1 0 0,8-2-1 0 0,-3-1 85 0 0,-1 0 1 0 0,1 0 0 0 0,-1-1-1 0 0,0 0 1 0 0,-1-1 0 0 0,1 0 0 0 0,-1 0-1 0 0,0-1 1 0 0,-1 0 0 0 0,0-1-1 0 0,0 0 1 0 0,10-13 0 0 0,-11 9-73 0 0,0 0 1 0 0,0 0-1 0 0,-1-1 0 0 0,-1 1 1 0 0,0-1-1 0 0,-1-1 0 0 0,0 1 1 0 0,-1-1-1 0 0,0 1 0 0 0,-1-1 1 0 0,-1 0-1 0 0,0-17 0 0 0,-1 19-70 0 0,-1 0 0 0 0,0 0 0 0 0,-1 0 0 0 0,0 1 0 0 0,-1-1 0 0 0,0 1 0 0 0,-1-1 0 0 0,0 1 0 0 0,-1 0 0 0 0,0 1 0 0 0,-1-1 0 0 0,0 1 0 0 0,0 0 0 0 0,-14-15 0 0 0,16 21-8 0 0,0 0-1 0 0,-1 1 1 0 0,1 0-1 0 0,-1 0 1 0 0,0 0 0 0 0,0 0-1 0 0,0 1 1 0 0,0-1-1 0 0,-1 1 1 0 0,1 1 0 0 0,0-1-1 0 0,-11-1 1 0 0,13 3-114 0 0,1-1 0 0 0,-1 1 0 0 0,1 0 0 0 0,-1 0 0 0 0,1 0 0 0 0,-1 0 0 0 0,1 0 0 0 0,-1 0 0 0 0,1 1 0 0 0,0-1 0 0 0,-1 1 0 0 0,1 0 0 0 0,-1-1 0 0 0,1 1 0 0 0,0 0 0 0 0,0 1 0 0 0,-1-1 0 0 0,1 0 0 0 0,0 1 0 0 0,0-1 0 0 0,0 1 0 0 0,0 0 0 0 0,1-1 0 0 0,-1 1 0 0 0,0 0 0 0 0,1 0 0 0 0,-1 0 0 0 0,1 0 0 0 0,-2 5 0 0 0,2-6-281 0 0,1 0 1 0 0,-1 1-1 0 0,1-1 0 0 0,0 1 0 0 0,0-1 0 0 0,0 1 1 0 0,0-1-1 0 0,0 0 0 0 0,0 1 0 0 0,0-1 1 0 0,0 1-1 0 0,1-1 0 0 0,-1 1 0 0 0,0-1 1 0 0,1 0-1 0 0,-1 1 0 0 0,1-1 0 0 0,0 0 1 0 0,1 3-1 0 0,-1-3-43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2068 0 0,'10'-4'9920'0'0,"-8"6"-9732"0"0,0 0 1 0 0,0 0 0 0 0,-1 0-1 0 0,1 0 1 0 0,0 0 0 0 0,-1 0 0 0 0,0 0-1 0 0,1 1 1 0 0,-1-1 0 0 0,0 1-1 0 0,0-1 1 0 0,-1 1 0 0 0,1-1-1 0 0,0 4 1 0 0,8 43 1466 0 0,-6 1-1185 0 0,-2 0 0 0 0,-2 0 0 0 0,-14 85 1 0 0,11-102-439 0 0,0-2-8 0 0,-9 36 0 0 0,9-39-1603 0 0,10-12-2500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1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35 720 0 0,'8'-7'11100'0'0,"-5"5"-10580"0"0,0 1 0 0 0,0-1 0 0 0,0 1 0 0 0,0-1 0 0 0,1 1 0 0 0,-1 0 0 0 0,0 0 0 0 0,0 1 0 0 0,1-1 0 0 0,4 0-1 0 0,42-1-676 0 0,-8 1 329 0 0,32-4-1707 0 0,6 0-7247 0 0,-63 3 3949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20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55 119 2368 0 0,'-3'-4'1193'0'0,"1"0"-1"0"0,-1 0 1 0 0,1 0 0 0 0,0 0-1 0 0,0-1 1 0 0,0 1-1 0 0,0-1 1 0 0,-1-8-1 0 0,3 11-1095 0 0,0 0-1 0 0,0 0 0 0 0,0 0 0 0 0,1 0 0 0 0,-1 0 0 0 0,1 0 0 0 0,-1 0 0 0 0,1 0 0 0 0,-1 0 0 0 0,1 1 0 0 0,0-1 0 0 0,0 0 1 0 0,0 0-1 0 0,0 1 0 0 0,0-1 0 0 0,1 0 0 0 0,-1 1 0 0 0,0-1 0 0 0,1 1 0 0 0,-1 0 0 0 0,1-1 0 0 0,0 1 0 0 0,3-2 0 0 0,0-1 6 0 0,0 1-1 0 0,1-1 1 0 0,0 1-1 0 0,0 0 1 0 0,0 1-1 0 0,0 0 1 0 0,0 0-1 0 0,1 0 1 0 0,7-1-1 0 0,-10 3-82 0 0,0-1 0 0 0,0 1-1 0 0,0 0 1 0 0,0 1 0 0 0,0-1-1 0 0,0 1 1 0 0,0 0 0 0 0,0 0-1 0 0,0 0 1 0 0,0 0 0 0 0,0 1-1 0 0,-1-1 1 0 0,1 1 0 0 0,-1 0-1 0 0,1 0 1 0 0,4 4 0 0 0,-4-3-2 0 0,0 0-1 0 0,0 1 1 0 0,-1-1 0 0 0,1 1 0 0 0,-1 0 0 0 0,0 0 0 0 0,0 0 0 0 0,0 1 0 0 0,0-1 0 0 0,-1 1 0 0 0,0-1 0 0 0,0 1 0 0 0,0 0 0 0 0,0 0 0 0 0,1 9 0 0 0,-2-7-4 0 0,-1 2-1 0 0,0-1 1 0 0,0 0-1 0 0,0 0 1 0 0,-1 0-1 0 0,0 0 1 0 0,-1-1-1 0 0,0 1 1 0 0,-3 9-1 0 0,-6 8 6 0 0,0 0-1 0 0,-2-1 1 0 0,0-1-1 0 0,-33 42 1 0 0,-33 27 389 0 0,24-31 173 0 0,55-60-575 0 0,-1-1-1 0 0,1 0 1 0 0,0 1-1 0 0,-1-1 1 0 0,1 0-1 0 0,0 1 1 0 0,-1-1-1 0 0,1 1 1 0 0,0-1 0 0 0,0 1-1 0 0,-1-1 1 0 0,1 1-1 0 0,0-1 1 0 0,0 1-1 0 0,0-1 1 0 0,0 1 0 0 0,0-1-1 0 0,0 1 1 0 0,0-1-1 0 0,0 1 1 0 0,0 0-1 0 0,0-1 1 0 0,0 1-1 0 0,0-1 1 0 0,0 1 0 0 0,0-1-1 0 0,0 1 1 0 0,1-1-1 0 0,-1 1 1 0 0,0-1-1 0 0,0 1 1 0 0,1-1 0 0 0,-1 0-1 0 0,0 1 1 0 0,1-1-1 0 0,-1 1 1 0 0,0-1-1 0 0,1 0 1 0 0,-1 1-1 0 0,0-1 1 0 0,1 0 0 0 0,-1 1-1 0 0,1-1 1 0 0,-1 0-1 0 0,1 0 1 0 0,-1 1-1 0 0,1-1 1 0 0,-1 0-1 0 0,1 0 1 0 0,0 0 0 0 0,29 7 61 0 0,22-5-691 0 0,71-6 0 0 0,-91 1-4302 0 0,54-13 0 0 0,-57 9-75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21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4 291 2596 0 0,'-3'-14'10967'0'0,"3"11"-10142"0"0,7-2-331 0 0,0 0 0 0 0,1 0-1 0 0,0 1 1 0 0,16-7 0 0 0,6-2-202 0 0,-8 1-169 0 0,-1 0 0 0 0,0-1 1 0 0,34-29-1 0 0,-49 37-116 0 0,-1 0 0 0 0,0 0-1 0 0,0 0 1 0 0,0-1 0 0 0,-1 0 0 0 0,0 0 0 0 0,0 0 0 0 0,0 0-1 0 0,-1-1 1 0 0,0 1 0 0 0,0-1 0 0 0,-1 0 0 0 0,0 0 0 0 0,0 0-1 0 0,0 0 1 0 0,-1 0 0 0 0,1-10 0 0 0,-1 4 1 0 0,-1-2-118 0 0,-1 15 108 0 0,1 0 0 0 0,0-1 1 0 0,-1 1-1 0 0,1 0 0 0 0,0 0 0 0 0,-1 0 0 0 0,1 0 1 0 0,0 0-1 0 0,-1-1 0 0 0,1 1 0 0 0,0 0 0 0 0,-1 0 1 0 0,1 0-1 0 0,-1 0 0 0 0,1 0 0 0 0,0 0 0 0 0,-1 0 1 0 0,1 0-1 0 0,0 0 0 0 0,-1 1 0 0 0,1-1 0 0 0,0 0 1 0 0,-1 0-1 0 0,1 0 0 0 0,0 0 0 0 0,-1 0 0 0 0,1 1 1 0 0,0-1-1 0 0,-1 0 0 0 0,1 0 0 0 0,0 1 0 0 0,-1-1 1 0 0,1 0-1 0 0,0 0 0 0 0,0 1 0 0 0,-1-1 0 0 0,-2 4-2 0 0,1-1 0 0 0,-1 0 0 0 0,0 1 0 0 0,1-1-1 0 0,0 1 1 0 0,0-1 0 0 0,0 1 0 0 0,1 0 0 0 0,-1 0-1 0 0,-1 7 1 0 0,-2 2 3 0 0,-24 70 6 0 0,4 2 0 0 0,3 0-1 0 0,4 1 1 0 0,-10 114 0 0 0,13-93 911 0 0,15-105-377 0 0,-1-6-505 0 0,1 0 0 0 0,0 0 0 0 0,0 0 0 0 0,0 0 0 0 0,1 0 0 0 0,1-5-1 0 0,-2 9-31 0 0,5-22 21 0 0,0 1 1 0 0,2 0-1 0 0,1 0 0 0 0,1 0 0 0 0,11-19 0 0 0,61-90-10 0 0,-62 104-25 0 0,1 0 1 0 0,23-22-1 0 0,-32 37 0 0 0,1 0 0 0 0,0 0-1 0 0,1 2 1 0 0,0-1 0 0 0,28-13-1 0 0,-38 21 12 0 0,-1 1 0 0 0,1 0 0 0 0,0 0 0 0 0,0 0 0 0 0,0 0 0 0 0,0 0 0 0 0,0 1 0 0 0,0-1 0 0 0,0 1 0 0 0,0 0 0 0 0,0 0 0 0 0,0 0 0 0 0,0 0 0 0 0,0 0-1 0 0,0 1 1 0 0,0 0 0 0 0,0-1 0 0 0,0 1 0 0 0,0 0 0 0 0,0 0 0 0 0,0 1 0 0 0,-1-1 0 0 0,1 1 0 0 0,3 2 0 0 0,-4-2 1 0 0,-1-1 0 0 0,0 1 0 0 0,0-1 1 0 0,-1 1-1 0 0,1 0 0 0 0,0 0 0 0 0,-1-1 1 0 0,1 1-1 0 0,-1 0 0 0 0,1 0 0 0 0,-1 0 0 0 0,0 0 1 0 0,1 0-1 0 0,-1-1 0 0 0,0 1 0 0 0,-1 0 1 0 0,1 0-1 0 0,0 0 0 0 0,0 0 0 0 0,-1 0 0 0 0,-1 3 1 0 0,-15 35 34 0 0,7-23-30 0 0,0 0 1 0 0,-2-1 0 0 0,0 0 0 0 0,-1-1-1 0 0,-1 0 1 0 0,0-1 0 0 0,-1-1 0 0 0,0 0-1 0 0,-1-1 1 0 0,-1-1 0 0 0,1-1 0 0 0,-2 0-1 0 0,1-1 1 0 0,-35 12 0 0 0,45-19-1 0 0,1-1 0 0 0,0 0 1 0 0,-1-1-1 0 0,1 0 0 0 0,-1 0 1 0 0,1 0-1 0 0,-1-1 0 0 0,1 0 1 0 0,0 0-1 0 0,-1 0 0 0 0,1-1 1 0 0,-7-3-1 0 0,11 5 0 0 0,-4-6-28 0 0,12 7 21 0 0,0 0 0 0 0,0 0 0 0 0,0 0 0 0 0,-1 1-1 0 0,1 0 1 0 0,0 0 0 0 0,-1 0 0 0 0,1 1 0 0 0,-1 0 0 0 0,7 4 0 0 0,54 42-37 0 0,-46-33 40 0 0,21 16-3 0 0,88 49 1 0 0,-102-67-1330 0 0,39 13 1 0 0,-44-19-1500 0 0,0-2 0 0 0,32 6-1 0 0,-19-8-3010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21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73 1444 0 0,'-3'-1'1499'0'0,"-72"-25"12538"0"0,64 22-11970 0 0,304-33-1228 0 0,-291 37-815 0 0,14 0 24 0 0,-13 0-22 0 0,11-5-515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2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54 2596 0 0,'18'-38'11729'0'0,"-14"29"-9188"0"0,-1 2-693 0 0,-6 21-1210 0 0,-8 19-122 0 0,-19 79 100 0 0,28-101-598 0 0,0 0 0 0 0,1-1 0 0 0,0 1 0 0 0,1 0-1 0 0,0 0 1 0 0,1 0 0 0 0,0 0 0 0 0,4 15 0 0 0,-4-23-10 0 0,1 1 0 0 0,-1 0 0 0 0,1-1 0 0 0,0 1 0 0 0,0-1 0 0 0,0 0 0 0 0,1 1 1 0 0,-1-1-1 0 0,1 0 0 0 0,0-1 0 0 0,0 1 0 0 0,0 0 0 0 0,0-1 0 0 0,0 1 1 0 0,0-1-1 0 0,1 0 0 0 0,-1 0 0 0 0,1-1 0 0 0,-1 1 0 0 0,1-1 0 0 0,0 1 0 0 0,0-1 1 0 0,-1 0-1 0 0,1-1 0 0 0,0 1 0 0 0,0-1 0 0 0,8 1 0 0 0,0-1 2 0 0,-1 0-1 0 0,1-1 0 0 0,0-1 0 0 0,0 1 0 0 0,-1-2 1 0 0,1 0-1 0 0,-1 0 0 0 0,12-5 0 0 0,-11 2-27 0 0,-1 0-1 0 0,0-1 0 0 0,0 0 0 0 0,-1 0 1 0 0,0-1-1 0 0,0 0 0 0 0,-1-1 1 0 0,0 0-1 0 0,11-15 0 0 0,-7 7 701 0 0,-1-2-1 0 0,0 0 1 0 0,-2 0-1 0 0,14-32 1 0 0,-24 50-362 0 0,3 14-75 0 0,-11 26-284 0 0,-50 269 2411 0 0,35-151-3592 0 0,8-1-5022 0 0,15-106-2792 0 0,0-31 860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23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0 1392 0 0,'0'0'15521'0'0,"-11"4"-14170"0"0,-17-4-984 0 0,24 0-326 0 0,1 0-3 0 0,-30 5 177 0 0,-35 11 1 0 0,65-15-193 0 0,0-1-14 0 0,-10 5 23 0 0,7 4-36 0 0,0 0 1 0 0,0 1-1 0 0,1 0 0 0 0,0-1 0 0 0,1 1 1 0 0,0 1-1 0 0,1-1 0 0 0,0 1 0 0 0,-1 12 1 0 0,-11 104 14 0 0,14-110-5 0 0,-3 39 26 0 0,2 1 1 0 0,3-1-1 0 0,2 0 0 0 0,16 86 0 0 0,-16-128-17 0 0,0-1 0 0 0,1-1 0 0 0,1 1 0 0 0,0 0 0 0 0,1-1 0 0 0,0 0 0 0 0,10 14 0 0 0,-12-21 3 0 0,0 0 0 0 0,1 0 1 0 0,-1 0-1 0 0,1 0 0 0 0,0-1 1 0 0,0 0-1 0 0,1 0 0 0 0,-1 0 1 0 0,1-1-1 0 0,0 0 0 0 0,0 0 1 0 0,0 0-1 0 0,0-1 0 0 0,0 0 1 0 0,0 0-1 0 0,13 1 0 0 0,-2-1 8 0 0,-1-1 0 0 0,1-1 0 0 0,0-1-1 0 0,0 0 1 0 0,0-2 0 0 0,0 0 0 0 0,-1 0 0 0 0,1-2 0 0 0,-1 0-1 0 0,21-9 1 0 0,-17 5 15 0 0,0-1 0 0 0,0-1 0 0 0,-1-1 0 0 0,0-1-1 0 0,-1 0 1 0 0,-1-2 0 0 0,22-21 0 0 0,-27 21-6 0 0,0 0 0 0 0,0 0 0 0 0,-2-1 0 0 0,0-1 0 0 0,-1 1 1 0 0,0-2-1 0 0,9-27 0 0 0,-10 20-3 0 0,-1-1 0 0 0,-2 0 0 0 0,0 0 0 0 0,2-52 0 0 0,-7 62-17 0 0,-1-1 1 0 0,0 1 0 0 0,-1 0-1 0 0,-1-1 1 0 0,0 1 0 0 0,-1 0-1 0 0,-1 0 1 0 0,0 1-1 0 0,-1 0 1 0 0,-1 0 0 0 0,-1 0-1 0 0,-9-15 1 0 0,12 23-52 0 0,0 0-1 0 0,-1 0 1 0 0,0 0-1 0 0,0 1 0 0 0,0 0 1 0 0,-1 0-1 0 0,1 0 1 0 0,-2 1-1 0 0,1 0 1 0 0,0 1-1 0 0,-1-1 1 0 0,0 1-1 0 0,0 1 1 0 0,0 0-1 0 0,-1 0 0 0 0,1 0 1 0 0,-1 1-1 0 0,1 0 1 0 0,-1 1-1 0 0,0 0 1 0 0,1 0-1 0 0,-1 1 1 0 0,-17 2-1 0 0,21-2-263 0 0,1 1 0 0 0,0 0-1 0 0,0 0 1 0 0,0 0 0 0 0,1 0-1 0 0,-1 1 1 0 0,0-1 0 0 0,0 1-1 0 0,1 0 1 0 0,-1 1 0 0 0,-4 3 0 0 0,6-5-523 0 0,0 1 1 0 0,0 0-1 0 0,0 0 1 0 0,0 1-1 0 0,1-1 1 0 0,-1 0-1 0 0,1 1 1 0 0,-1-1 0 0 0,1 0-1 0 0,-1 5 1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1 848 0 0,'0'0'616'0'0,"-9"5"-400"0"0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45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43 1044 0 0,'2'-16'6122'0'0,"1"-11"3827"0"0,-1 45-7708 0 0,10 377 42 0 0,-25-197-4629 0 0,-20-2-7013 0 0,18-135 1829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56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11 284 0 0,'-10'6'2662'0'0,"7"-4"-1748"0"0,4-2-469 0 0,10-2-563 0 0,19-7-1395 0 0,-9 1 1243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3:57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 36 0 0,'0'0'1644'0'0,"-12"-3"-860"0"0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33 495 760 0 0,'-29'-34'10796'0'0,"28"32"-10539"0"0,-2-4 507 0 0,59-19 295 0 0,22-11-693 0 0,-16-1-197 0 0,-2-2 0 0 0,90-76 0 0 0,-143 108-163 0 0,1 0 1 0 0,-1-1 0 0 0,0 0-1 0 0,-1 0 1 0 0,0-1 0 0 0,0 1-1 0 0,-1-2 1 0 0,0 1 0 0 0,0 0-1 0 0,-1-1 1 0 0,-1 0 0 0 0,0 0-1 0 0,0 0 1 0 0,0 0 0 0 0,-2-1-1 0 0,1 1 1 0 0,-1-15 0 0 0,0 25-9 0 0,-1-1 0 0 0,0 0 1 0 0,0 1-1 0 0,0-1 1 0 0,0 0-1 0 0,0 1 0 0 0,0-1 1 0 0,0 0-1 0 0,0 0 0 0 0,0 1 1 0 0,0-1-1 0 0,0 0 0 0 0,0 0 1 0 0,0 1-1 0 0,-1-1 1 0 0,1 0-1 0 0,0 1 0 0 0,-1-1 1 0 0,1 1-1 0 0,0-1 0 0 0,-1 0 1 0 0,1 1-1 0 0,-1-1 0 0 0,1 1 1 0 0,-1-1-1 0 0,1 1 1 0 0,-1-1-1 0 0,1 1 0 0 0,-1-1 1 0 0,1 1-1 0 0,-1-1 0 0 0,0 1 1 0 0,1 0-1 0 0,-1 0 1 0 0,0-1-1 0 0,1 1 0 0 0,-1 0 1 0 0,0 0-1 0 0,1 0 0 0 0,-1-1 1 0 0,0 1-1 0 0,0 0 0 0 0,1 0 1 0 0,-1 0-1 0 0,0 0 1 0 0,0 0-1 0 0,1 1 0 0 0,-1-1 1 0 0,0 0-1 0 0,1 0 0 0 0,-1 0 1 0 0,0 1-1 0 0,1-1 1 0 0,-1 0-1 0 0,0 1 0 0 0,1-1 1 0 0,-1 0-1 0 0,1 1 0 0 0,-2 0 1 0 0,-2 2-1 0 0,0-1 0 0 0,-1 1 0 0 0,1 0 0 0 0,0 1 0 0 0,1-1 0 0 0,-7 8 0 0 0,0 3-2 0 0,1 1-1 0 0,1 1 1 0 0,1 0-1 0 0,0 0 1 0 0,-7 27 0 0 0,-15 87 28 0 0,-14 306 822 0 0,37-338-748 0 0,-11 67 2940 0 0,17-164-2964 0 0,0-1 1 0 0,0 1-1 0 0,0 0 1 0 0,0-1-1 0 0,0 1 0 0 0,0 0 1 0 0,0-1-1 0 0,0 1 1 0 0,-1 0-1 0 0,1-1 0 0 0,0 1 1 0 0,-1 0-1 0 0,1-1 1 0 0,0 1-1 0 0,-1-1 0 0 0,1 1 1 0 0,0-1-1 0 0,-1 1 1 0 0,1-1-1 0 0,-1 1 0 0 0,1-1 1 0 0,-1 1-1 0 0,0-1 1 0 0,0 0-55 0 0,1 0 1 0 0,-1 0 0 0 0,1 0 0 0 0,-1 0 0 0 0,1 0-1 0 0,-1 0 1 0 0,1 0 0 0 0,-1-1 0 0 0,0 1 0 0 0,1 0-1 0 0,0 0 1 0 0,-1-1 0 0 0,1 1 0 0 0,-1 0 0 0 0,1-1-1 0 0,-1 1 1 0 0,1 0 0 0 0,0-1 0 0 0,-1 1 0 0 0,1-1-1 0 0,-1 0 1 0 0,-1-2 0 0 0,-1 0 1 0 0,1-1-1 0 0,0 1 0 0 0,0-1 0 0 0,0 0 0 0 0,-1-4 1 0 0,-2-12 7 0 0,2 0 0 0 0,0 0 0 0 0,1 0 1 0 0,1-1-1 0 0,1 1 0 0 0,0 0 1 0 0,2-1-1 0 0,6-32 0 0 0,2 13-41 0 0,1 0 0 0 0,2 1 0 0 0,23-48 0 0 0,-24 60 6 0 0,2 1 0 0 0,1 0 0 0 0,2 1-1 0 0,20-24 1 0 0,-25 34-4 0 0,2 0 0 0 0,0 1 0 0 0,1 1 0 0 0,0 0-1 0 0,1 1 1 0 0,0 1 0 0 0,18-10 0 0 0,-25 17 5 0 0,1 0 0 0 0,-1 0 0 0 0,1 1-1 0 0,0 0 1 0 0,0 1 0 0 0,0 0 0 0 0,14-1 0 0 0,-20 2 2 0 0,1 1 0 0 0,-1 0 0 0 0,0 0 0 0 0,0 0 0 0 0,0 1 1 0 0,0-1-1 0 0,0 1 0 0 0,0 0 0 0 0,0 0 0 0 0,0 0 0 0 0,0 1 0 0 0,0 0 0 0 0,0-1 0 0 0,-1 1 0 0 0,1 1 0 0 0,-1-1 1 0 0,1 0-1 0 0,-1 1 0 0 0,0 0 0 0 0,5 4 0 0 0,-6-3 3 0 0,0 0 0 0 0,-1 0 0 0 0,1 0 0 0 0,-1 0 0 0 0,1 0 0 0 0,-1 0 0 0 0,-1 0 1 0 0,1 0-1 0 0,0 0 0 0 0,-1 0 0 0 0,0 1 0 0 0,0-1 0 0 0,0 0 0 0 0,-1 0 0 0 0,1 0 0 0 0,-1 1 0 0 0,0-1 0 0 0,0 0 0 0 0,-2 5 0 0 0,-4 8 6 0 0,1 0-1 0 0,-2 0 1 0 0,-10 16-1 0 0,6-13 3 0 0,-2 0 1 0 0,0 0-1 0 0,-1-1 0 0 0,0-1 0 0 0,-20 17 0 0 0,26-27-5 0 0,-1 0-1 0 0,0 0 0 0 0,0-1 0 0 0,0 0 1 0 0,-1-1-1 0 0,0 0 0 0 0,0-1 0 0 0,-1 0 1 0 0,1-1-1 0 0,-1 0 0 0 0,-18 3 0 0 0,24-6 7 0 0,-1-1-5 0 0,0 1-1 0 0,0-1 1 0 0,0 0-1 0 0,0-1 1 0 0,-10-1 0 0 0,15 2-8 0 0,0-1 1 0 0,0 0 0 0 0,1 1-1 0 0,-1-1 1 0 0,0 0 0 0 0,0 0-1 0 0,1 0 1 0 0,-1 0 0 0 0,1-1-1 0 0,-1 1 1 0 0,1 0 0 0 0,0-1 0 0 0,-1 1-1 0 0,-1-3 1 0 0,3 3-14 0 0,-1 0 14 0 0,1 0 1 0 0,0 0 0 0 0,0 1 0 0 0,0-1 0 0 0,0 0-1 0 0,0 0 1 0 0,0 0 0 0 0,0 1 0 0 0,0-1 0 0 0,0 0 0 0 0,0 0-1 0 0,0 0 1 0 0,1 1 0 0 0,-1-1 0 0 0,0 0 0 0 0,1 0 0 0 0,-1 1-1 0 0,0-1 1 0 0,1 0 0 0 0,-1 1 0 0 0,1-1 0 0 0,-1 0-1 0 0,1 1 1 0 0,-1-1 0 0 0,1 1 0 0 0,0-1 0 0 0,-1 0 0 0 0,1 1-1 0 0,0 0 1 0 0,-1-1 0 0 0,1 1 0 0 0,1-1 0 0 0,1 0 1 0 0,0 1 1 0 0,-1-1-1 0 0,1 1 1 0 0,0 0-1 0 0,0 0 1 0 0,0 0 0 0 0,0 0-1 0 0,-1 1 1 0 0,1-1-1 0 0,0 1 1 0 0,0-1 0 0 0,-1 1-1 0 0,1 0 1 0 0,0 0-1 0 0,-1 0 1 0 0,1 1-1 0 0,-1-1 1 0 0,1 1 0 0 0,-1-1-1 0 0,0 1 1 0 0,3 2-1 0 0,1 1-4 0 0,23 19 25 0 0,-1 1 1 0 0,-2 2 0 0 0,-1 0-1 0 0,36 51 1 0 0,45 48-970 0 0,-100-120 123 0 0,-1-1 0 0 0,1 0 0 0 0,1 0 0 0 0,-1-1-1 0 0,0 0 1 0 0,1 0 0 0 0,14 6 0 0 0,-7-6-3096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11 165 888 0 0,'-10'-30'17206'0'0,"10"28"-17002"0"0,0 1 0 0 0,0-1 1 0 0,0 1-1 0 0,1 0 0 0 0,-1-1 1 0 0,0 1-1 0 0,1 0 0 0 0,-1-1 1 0 0,1 1-1 0 0,-1 0 0 0 0,1 0 1 0 0,0-1-1 0 0,0 1 0 0 0,0 0 1 0 0,-1 0-1 0 0,1 0 0 0 0,0 0 1 0 0,0 0-1 0 0,0 0 0 0 0,1 0 1 0 0,-1 1-1 0 0,0-1 0 0 0,0 0 1 0 0,0 0-1 0 0,1 1 0 0 0,1-2 1 0 0,46-16 258 0 0,-31 12-51 0 0,48-18-51 0 0,61-25-1655 0 0,-126 48 736 0 0,19-5-4050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95 468 0 0,'3'-15'4165'0'0,"0"0"1"0"0,-1-1-1 0 0,0 1 0 0 0,-2-16 1 0 0,0 29-3835 0 0,-4 15 518 0 0,-10 69-192 0 0,-7 117-1 0 0,21-189-635 0 0,-1 0 0 0 0,2 0-1 0 0,0 0 1 0 0,0 0 0 0 0,0 0-1 0 0,1-1 1 0 0,6 18 0 0 0,-7-25-18 0 0,0 1 0 0 0,0-1 1 0 0,1 1-1 0 0,-1-1 1 0 0,1 1-1 0 0,-1-1 1 0 0,1 0-1 0 0,0 0 1 0 0,0 0-1 0 0,-1 0 1 0 0,1 0-1 0 0,1 0 1 0 0,-1-1-1 0 0,0 1 1 0 0,0 0-1 0 0,1-1 1 0 0,-1 0-1 0 0,1 0 1 0 0,-1 0-1 0 0,1 0 1 0 0,0 0-1 0 0,-1 0 0 0 0,1 0 1 0 0,0-1-1 0 0,-1 0 1 0 0,1 1-1 0 0,0-1 1 0 0,0 0-1 0 0,-1 0 1 0 0,1-1-1 0 0,0 1 1 0 0,3-1-1 0 0,2-1-40 0 0,1-1-1 0 0,-1 1 0 0 0,1-1 1 0 0,-1-1-1 0 0,0 0 0 0 0,0 0 1 0 0,-1 0-1 0 0,1-1 0 0 0,-1-1 1 0 0,0 1-1 0 0,0-1 0 0 0,-1 0 1 0 0,0 0-1 0 0,0-1 0 0 0,0 0 1 0 0,8-14-1 0 0,1-4-85 0 0,-1-1 1 0 0,-1 0-1 0 0,16-49 0 0 0,-22 53 523 0 0,-1-1-1 0 0,3-27 1 0 0,-9 49 154 0 0,-2 15 67 0 0,-18 356 2299 0 0,18-314-2846 0 0,3 79-3463 0 0,1-91-1283 0 0,2 1-4292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5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98 1212 0 0,'-1'-3'2362'0'0,"-14"-46"9144"0"0,7 14-7268 0 0,8 34-3914 0 0,-1 1-286 0 0,1-1-1 0 0,0 1 1 0 0,0-1 0 0 0,-1 1 0 0 0,1 0 0 0 0,0-1-1 0 0,0 1 1 0 0,0-1 0 0 0,0 1 0 0 0,0-1 0 0 0,-1 1 0 0 0,1-1-1 0 0,0 1 1 0 0,0-1 0 0 0,0 1 0 0 0,0-1 0 0 0,0 1-1 0 0,1 0 1 0 0,-1-1 0 0 0,0 0 0 0 0,1 2-222 0 0,1 0 0 0 0,-1 0 0 0 0,0 0 0 0 0,1 0 0 0 0,-1 0 0 0 0,0 0 0 0 0,0 0 0 0 0,0 0 0 0 0,0 1 0 0 0,0-1 0 0 0,0 0 0 0 0,0 1 0 0 0,0-1 0 0 0,0 1 1 0 0,-1-1-1 0 0,1 1 0 0 0,-1-1 0 0 0,1 1 0 0 0,-1-1 0 0 0,1 3 0 0 0,3 37-7786 0 0,-4-24 1771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1000 0 0,'-20'42'12290'0'0,"9"-22"-7644"0"0,11-19-4160 0 0,-3 7 392 0 0,3-7-931 0 0,-1-1 0 0 0,1 0 0 0 0,0 1 1 0 0,-1-1-1 0 0,1 0 0 0 0,0 1 0 0 0,0-1 0 0 0,-1 1 0 0 0,1-1 0 0 0,0 1 0 0 0,0-1 0 0 0,0 0 0 0 0,0 1 0 0 0,0-1 0 0 0,0 1 0 0 0,0-1 1 0 0,0 1-1 0 0,0-1 0 0 0,0 1 0 0 0,0-1 0 0 0,0 0 0 0 0,0 1 0 0 0,0-1 0 0 0,0 1 0 0 0,0-1 0 0 0,0 1 0 0 0,0-1 0 0 0,1 1 0 0 0,-1-1 0 0 0,0 0 1 0 0,0 1-1 0 0,1-1 0 0 0,-1 1 0 0 0,0-1 0 0 0,0 0 0 0 0,1 1 0 0 0,-1-1 0 0 0,0 0 0 0 0,1 0 0 0 0,-1 1 0 0 0,1-1 0 0 0,-1 0 0 0 0,0 0 1 0 0,1 1-1 0 0,-1-1 0 0 0,1 0 0 0 0,-1 0 0 0 0,0 0 0 0 0,1 0 0 0 0,-1 0 0 0 0,1 0 0 0 0,1 1-657 0 0,2 1 28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51 2360 0 0,'-21'-14'11252'0'0,"21"13"-10789"0"0,-1-1 1 0 0,1 1-1 0 0,-2-3 1137 0 0,1-8 2151 0 0,0-1-2648 0 0,0 9-1300 0 0,-1 13-1730 0 0,0 3 28 0 0,-1 20-6206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40 0 0,'-9'38'11613'0'0,"8"-34"-10389"0"0,0 1-1 0 0,0 0 1 0 0,0-1-1 0 0,0 10 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7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 1696 0 0,'-7'-5'14191'0'0,"6"7"-14445"0"0,-1 0 0 0 0,1-1 0 0 0,0 1 0 0 0,0 0 0 0 0,0 0 0 0 0,0 1-1 0 0,0-1 1 0 0,0 0 0 0 0,1 0 0 0 0,-1 0 0 0 0,1 0 0 0 0,0 1 0 0 0,-1 2-1 0 0,-3 15-4136 0 0,-1-5-1143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8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1 444 0 0,'-14'61'16236'0'0,"14"-58"-15440"0"0,-5 15 1342 0 0,5-17-2139 0 0,0-1-1 0 0,0 0 0 0 0,0 1 0 0 0,0-1 1 0 0,-1 0-1 0 0,1 1 0 0 0,0-1 1 0 0,0 1-1 0 0,0-1 0 0 0,0 0 0 0 0,0 1 1 0 0,0-1-1 0 0,0 0 0 0 0,0 1 1 0 0,0-1-1 0 0,0 1 0 0 0,0-1 0 0 0,1 0 1 0 0,-1 1-1 0 0,0-1 0 0 0,0 0 1 0 0,0 1-1 0 0,0-1 0 0 0,1 0 0 0 0,-1 1 1 0 0,0-1-1 0 0,0 0 0 0 0,0 1 1 0 0,1-1-1 0 0,-1 0 0 0 0,0 1 0 0 0,1-1 1 0 0,11-1-657 0 0,21-8-9341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6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122 113 356 0 0,'3'-4'1394'0'0,"-1"0"0"0"0,0-1 0 0 0,0 1 0 0 0,-1-1 0 0 0,1 1 0 0 0,-1-1 0 0 0,0 0 1 0 0,0 0-1 0 0,0-5 0 0 0,-1 10-1296 0 0,0-1 1 0 0,0 1 0 0 0,0-1 0 0 0,0 1-1 0 0,0-1 1 0 0,0 1 0 0 0,0-1 0 0 0,0 0-1 0 0,0 1 1 0 0,0-1 0 0 0,0 1 0 0 0,-1-1-1 0 0,1 1 1 0 0,0-1 0 0 0,0 1 0 0 0,0 0-1 0 0,-1-1 1 0 0,1 1 0 0 0,0-1 0 0 0,-1 1-1 0 0,1-1 1 0 0,0 1 0 0 0,-1 0 0 0 0,1-1-1 0 0,-1 1 1 0 0,1 0 0 0 0,0-1-1 0 0,-1 1 1 0 0,1 0 0 0 0,-1 0 0 0 0,1-1-1 0 0,-1 1 1 0 0,1 0 0 0 0,-1 0 0 0 0,1 0-1 0 0,-1 0 1 0 0,1-1 0 0 0,-1 1 0 0 0,1 0-1 0 0,-1 0 1 0 0,1 0 0 0 0,-1 0 0 0 0,1 0-1 0 0,-1 0 1 0 0,1 1 0 0 0,-1-1 0 0 0,0 0-1 0 0,1 0 1 0 0,-1 0 0 0 0,0 1 0 0 0,-1-1-49 0 0,0 1 1 0 0,-1 0-1 0 0,1 0 1 0 0,0 1-1 0 0,0-1 1 0 0,0 0-1 0 0,0 1 1 0 0,-2 1-1 0 0,-5 8 67 0 0,1 0 0 0 0,0 1 0 0 0,1-1 0 0 0,1 1 0 0 0,0 1 1 0 0,0 0-1 0 0,-7 24 0 0 0,2 6-19 0 0,-7 47 1 0 0,15-73-81 0 0,1 0 1 0 0,1 0-1 0 0,0 0 0 0 0,2 0 0 0 0,0 0 0 0 0,0 0 0 0 0,2 0 0 0 0,0-1 0 0 0,7 22 1 0 0,-8-31-7 0 0,0 0 0 0 0,1-1 0 0 0,1 1 1 0 0,-1 0-1 0 0,1-1 0 0 0,0 0 0 0 0,0 0 0 0 0,1 0 1 0 0,0-1-1 0 0,0 1 0 0 0,0-1 0 0 0,1 0 1 0 0,-1 0-1 0 0,1-1 0 0 0,0 0 0 0 0,1 0 0 0 0,-1 0 1 0 0,1-1-1 0 0,0 0 0 0 0,-1 0 0 0 0,1-1 1 0 0,1 0-1 0 0,9 2 0 0 0,-6-2 1 0 0,-1-1 0 0 0,1-1 0 0 0,-1 1 0 0 0,1-2 0 0 0,-1 1 0 0 0,1-1 1 0 0,-1-1-1 0 0,1 0 0 0 0,-1-1 0 0 0,0 0 0 0 0,0 0 0 0 0,0-1 0 0 0,0 0 0 0 0,-1-1 0 0 0,0 0 0 0 0,11-8 0 0 0,-9 5-3 0 0,1-1 0 0 0,-2-1 0 0 0,1 0-1 0 0,-1-1 1 0 0,-1 0 0 0 0,0 0 0 0 0,0-1-1 0 0,-1 0 1 0 0,-1 0 0 0 0,0-1 0 0 0,6-16-1 0 0,-5 9-1 0 0,-1-1-1 0 0,-1 0 0 0 0,-1-1 0 0 0,-1 1 1 0 0,-1-1-1 0 0,-1 0 0 0 0,0 0 0 0 0,-2 1 1 0 0,-4-35-1 0 0,3 46-8 0 0,-1-1 0 0 0,-1 1 0 0 0,0 0 0 0 0,0 0 0 0 0,-1 0 0 0 0,0 0 0 0 0,-1 0-1 0 0,0 1 1 0 0,-9-13 0 0 0,9 16-2 0 0,0 0-1 0 0,0 0 1 0 0,-1 1-1 0 0,0-1 0 0 0,0 1 1 0 0,-1 1-1 0 0,1-1 1 0 0,-1 1-1 0 0,0 0 1 0 0,0 1-1 0 0,0-1 0 0 0,-1 2 1 0 0,-14-5-1 0 0,16 6-85 0 0,0 0-1 0 0,0 0 0 0 0,0 0 0 0 0,0 1 0 0 0,0 0 1 0 0,0 0-1 0 0,0 1 0 0 0,0 0 0 0 0,0 0 1 0 0,1 0-1 0 0,-1 1 0 0 0,0-1 0 0 0,0 2 0 0 0,1-1 1 0 0,-1 0-1 0 0,1 1 0 0 0,0 0 0 0 0,0 0 0 0 0,-7 6 1 0 0,2-1-778 0 0,1 1 0 0 0,0 0 0 0 0,-10 11 0 0 0,-19 33-6256 0 0,19-24 166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147 134 528 0 0,'-5'-23'6128'0'0,"5"20"-5524"0"0,0 1 1 0 0,-1-1 0 0 0,1 0 0 0 0,-1 0 0 0 0,0 0 0 0 0,0 0 0 0 0,-2-5 813 0 0,0 9-663 0 0,-3 1-576 0 0,0 1-1 0 0,1 0 1 0 0,-1 0 0 0 0,1 1-1 0 0,0-1 1 0 0,0 1 0 0 0,0 0-1 0 0,0 1 1 0 0,1-1 0 0 0,0 1-1 0 0,0 0 1 0 0,0 0 0 0 0,0 0-1 0 0,1 0 1 0 0,0 1-1 0 0,-4 9 1 0 0,-4 8 2 0 0,2 0 0 0 0,-12 48 1 0 0,18-59-151 0 0,0 0 0 0 0,1 1 1 0 0,1-1-1 0 0,0 1 0 0 0,1-1 1 0 0,0 1-1 0 0,1-1 0 0 0,1 0 1 0 0,3 18-1 0 0,-4-25-10 0 0,1 0 0 0 0,-1 0-1 0 0,1 0 1 0 0,1 0 0 0 0,-1-1-1 0 0,0 1 1 0 0,1 0 0 0 0,0-1 0 0 0,0 0-1 0 0,1 0 1 0 0,-1 0 0 0 0,1 0-1 0 0,0 0 1 0 0,-1 0 0 0 0,2-1 0 0 0,-1 0-1 0 0,0 0 1 0 0,1 0 0 0 0,-1-1-1 0 0,1 1 1 0 0,0-1 0 0 0,0 0-1 0 0,0-1 1 0 0,7 2 0 0 0,-2-1 63 0 0,1 0 0 0 0,0-1 0 0 0,-1-1-1 0 0,1 0 1 0 0,0 0 0 0 0,-1-1 0 0 0,1-1 0 0 0,0 1 0 0 0,-1-2 0 0 0,0 0 0 0 0,1 0 0 0 0,-1 0-1 0 0,0-2 1 0 0,-1 1 0 0 0,15-10 0 0 0,-14 8-4 0 0,0-1 0 0 0,-1 0 0 0 0,0-1 0 0 0,0 0 0 0 0,0 0 0 0 0,-1-1-1 0 0,-1 0 1 0 0,0 0 0 0 0,0-1 0 0 0,0 0 0 0 0,-1 0 0 0 0,-1-1 0 0 0,8-19 0 0 0,-8 13-42 0 0,-1 1 0 0 0,-1-1 0 0 0,0 1 0 0 0,-1-1 0 0 0,-1 0 1 0 0,-1 0-1 0 0,0 1 0 0 0,-4-27 0 0 0,3 34-35 0 0,0 1 1 0 0,-1-1-1 0 0,0 1 1 0 0,-1 0-1 0 0,0 0 0 0 0,0 0 1 0 0,0 0-1 0 0,-1 0 1 0 0,0 1-1 0 0,-1-1 1 0 0,0 1-1 0 0,0 0 0 0 0,-1 1 1 0 0,1-1-1 0 0,-1 1 1 0 0,-1 0-1 0 0,1 0 0 0 0,-12-6 1 0 0,14 9-70 0 0,0 1 0 0 0,0 0 0 0 0,-1 0 0 0 0,1 1 0 0 0,-1-1 0 0 0,1 1 0 0 0,-1 0 0 0 0,0 0 1 0 0,1 0-1 0 0,-1 1 0 0 0,0 0 0 0 0,0 0 0 0 0,1 0 0 0 0,-1 0 0 0 0,0 1 0 0 0,1 0 0 0 0,-1 0 0 0 0,0 0 0 0 0,1 0 0 0 0,-1 1 0 0 0,1 0 1 0 0,0 0-1 0 0,-1 0 0 0 0,1 0 0 0 0,0 1 0 0 0,0 0 0 0 0,-7 6 0 0 0,-2 4-1590 0 0,-1 0-1 0 0,2 1 1 0 0,0 1 0 0 0,0 0-1 0 0,-14 27 1 0 0,5-11-4500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74 111 2528 0 0,'15'-49'16311'0'0,"-16"51"-16280"0"0,-1 0 0 0 0,1 0 1 0 0,-1 0-1 0 0,1 0 0 0 0,0 0 0 0 0,0 0 1 0 0,0 0-1 0 0,0 0 0 0 0,0 0 0 0 0,1 0 0 0 0,-1 0 1 0 0,0 3-1 0 0,-1 2 24 0 0,-14 37-8 0 0,2 2 1 0 0,2 0-1 0 0,2 0 0 0 0,1 1 1 0 0,3 1-1 0 0,0 74 1 0 0,6-112-15 0 0,1-1 0 0 0,0 1 0 0 0,0 0 1 0 0,1 0-1 0 0,0-1 0 0 0,1 1 0 0 0,6 14 0 0 0,-7-21-9 0 0,-1-1-1 0 0,1 1 1 0 0,-1 0-1 0 0,1-1 1 0 0,0 1-1 0 0,0-1 0 0 0,0 1 1 0 0,1-1-1 0 0,-1 0 1 0 0,0 0-1 0 0,1 0 0 0 0,-1-1 1 0 0,1 1-1 0 0,0 0 1 0 0,0-1-1 0 0,0 0 1 0 0,-1 1-1 0 0,1-1 0 0 0,0 0 1 0 0,0-1-1 0 0,1 1 1 0 0,-1-1-1 0 0,0 1 1 0 0,0-1-1 0 0,0 0 0 0 0,0 0 1 0 0,5 0-1 0 0,3-2 65 0 0,0 1 1 0 0,0-2-1 0 0,0 1 0 0 0,-1-2 1 0 0,1 1-1 0 0,-1-1 0 0 0,0-1 0 0 0,0 0 1 0 0,0 0-1 0 0,10-8 0 0 0,-7 3-22 0 0,-1 0 0 0 0,0 0-1 0 0,-1-1 1 0 0,0-1 0 0 0,-1 0 0 0 0,16-24-1 0 0,-16 21-34 0 0,-1-2 0 0 0,0 1-1 0 0,-2-1 1 0 0,0 0-1 0 0,0-1 1 0 0,-2 0-1 0 0,0 1 1 0 0,-1-2-1 0 0,-1 1 1 0 0,-1 0-1 0 0,0-1 1 0 0,-3-35-1 0 0,0 45-32 0 0,-1-1 0 0 0,0 1 0 0 0,0-1 0 0 0,-1 1 0 0 0,0 0 0 0 0,-1 0 0 0 0,0 0-1 0 0,0 1 1 0 0,-1-1 0 0 0,0 1 0 0 0,-1 0 0 0 0,0 0 0 0 0,0 1 0 0 0,0 0 0 0 0,-1 0 0 0 0,0 0-1 0 0,-1 1 1 0 0,1 0 0 0 0,-1 0 0 0 0,0 1 0 0 0,-1 0 0 0 0,1 1 0 0 0,-16-6 0 0 0,-2 2-1217 0 0,-1 1 1 0 0,-32-3 0 0 0,6 0-8392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29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42 976 0 0,'0'0'16302'0'0,"3"-1"-15855"0"0,43-9 94 0 0,0 1-1 0 0,68-3 1 0 0,-67 8-425 0 0,-14 0-76 0 0,0 2 0 0 0,66 4 0 0 0,-96-1-39 0 0,1 0 0 0 0,-1 0 0 0 0,1 0 0 0 0,-1 0 0 0 0,0 1 0 0 0,0 0 0 0 0,1-1 0 0 0,-1 1 0 0 0,0 1 0 0 0,-1-1 0 0 0,1 0 0 0 0,0 1 0 0 0,-1-1 0 0 0,1 1 0 0 0,-1 0 0 0 0,0-1 0 0 0,0 1 0 0 0,0 0 0 0 0,0 1 0 0 0,0-1 0 0 0,1 4 0 0 0,2 6 7 0 0,0 1 0 0 0,-1 0 0 0 0,4 25 0 0 0,-6-29-6 0 0,19 121 675 0 0,-7 0 0 0 0,-2 144 0 0 0,-38 210 665 0 0,3-156-628 0 0,8 397 1910 0 0,5-109-1170 0 0,3-338-1107 0 0,-15 341 276 0 0,-10-163 187 0 0,9-143-847 0 0,17-203-85 0 0,-27 242 2402 0 0,26-309-2004 0 0,-22 99 510 0 0,28-140-786 0 0,0-1 0 0 0,0 1 0 0 0,0-1 0 0 0,0 1 0 0 0,-1-1 0 0 0,1 0 0 0 0,-1 0 0 0 0,1 0 0 0 0,-1 0 0 0 0,0 0 0 0 0,0 0 0 0 0,0 0 0 0 0,0 0 0 0 0,0-1 0 0 0,0 1 0 0 0,0-1 0 0 0,-1 0 0 0 0,1 1 0 0 0,0-1 0 0 0,-1 0 0 0 0,1 0 0 0 0,-1-1 0 0 0,1 1 0 0 0,-1 0 0 0 0,1-1 0 0 0,-1 0 0 0 0,0 1 0 0 0,-3-1 0 0 0,-5 2 0 0 0,-78 13-7 0 0,-1-3-1 0 0,-108-1 1 0 0,96-6-223 0 0,-113 14-7219 0 0,72 2-5179 0 0,86-10 2594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1:5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133 150 1360 0 0,'0'-15'4573'0'0,"-5"-7"-560"0"0,5 22-4000 0 0,0 0 0 0 0,0 0 0 0 0,0 0-1 0 0,0 0 1 0 0,0 0 0 0 0,0 0 0 0 0,0 0-1 0 0,0 0 1 0 0,0 0 0 0 0,0 0 0 0 0,0 1-1 0 0,0-1 1 0 0,0 0 0 0 0,0 0 0 0 0,0 0-1 0 0,0 0 1 0 0,0 0 0 0 0,0 0 0 0 0,0 0-1 0 0,0 0 1 0 0,0 0 0 0 0,0 0 0 0 0,0 0-1 0 0,0 0 1 0 0,-1 0 0 0 0,1 0 0 0 0,0 0-1 0 0,0 0 1 0 0,0 0 0 0 0,0 0 0 0 0,0 0-1 0 0,0 0 1 0 0,0 0 0 0 0,0 0 0 0 0,0 0-1 0 0,0 0 1 0 0,0 0 0 0 0,0 0 0 0 0,0 0 0 0 0,0 0-1 0 0,-1 0 1 0 0,1 0 0 0 0,0 0 0 0 0,0 0-1 0 0,0 0 1 0 0,0 0 0 0 0,0 0 0 0 0,0 0-1 0 0,0 0 1 0 0,0 0 0 0 0,0 0 0 0 0,0 0-1 0 0,0 0 1 0 0,0 0 0 0 0,0 0 0 0 0,0 0-1 0 0,0-1 1 0 0,0 1 0 0 0,0 0 0 0 0,0 0-1 0 0,0 0 1 0 0,0 0 0 0 0,0 0 0 0 0,0 0-1 0 0,0 0 1 0 0,0 0 0 0 0,0 0 0 0 0,-4 14 64 0 0,-33 256 877 0 0,-32 183-359 0 0,66-441-436 0 0,0-9-61 0 0,-2-19-31 0 0,1-33-107 0 0,5-36-8 0 0,5-1 1 0 0,3 1-1 0 0,4 0 1 0 0,27-95-1 0 0,-31 147 33 0 0,2 1-1 0 0,27-56 0 0 0,-34 78 15 0 0,1 1-1 0 0,1-1 0 0 0,0 2 1 0 0,0-1-1 0 0,1 1 0 0 0,0 0 1 0 0,0 0-1 0 0,1 0 0 0 0,0 1 1 0 0,0 1-1 0 0,1-1 0 0 0,0 1 0 0 0,11-5 1 0 0,-15 9-1 0 0,0 0 0 0 0,1 0 0 0 0,-1 1-1 0 0,1 0 1 0 0,-1 0 0 0 0,1 0 0 0 0,-1 1 0 0 0,1 0 0 0 0,-1 0 0 0 0,1 0 0 0 0,0 1 0 0 0,-1 0 0 0 0,1 0 0 0 0,-1 0-1 0 0,0 0 1 0 0,1 1 0 0 0,-1 0 0 0 0,0 1 0 0 0,0-1 0 0 0,0 1 0 0 0,0 0 0 0 0,0 0 0 0 0,-1 0 0 0 0,0 0 0 0 0,1 1 0 0 0,-1 0-1 0 0,0 0 1 0 0,-1 0 0 0 0,1 0 0 0 0,-1 1 0 0 0,0 0 0 0 0,0-1 0 0 0,0 1 0 0 0,-1 0 0 0 0,1 0 0 0 0,-1 1 0 0 0,1 5-1 0 0,-1 1 11 0 0,0 0 0 0 0,-1 0 0 0 0,-1 0 0 0 0,0 0 0 0 0,-1 0 0 0 0,0-1 0 0 0,-1 1 0 0 0,0 0 0 0 0,-1 0-1 0 0,0-1 1 0 0,-1 0 0 0 0,0 1 0 0 0,-1-1 0 0 0,0-1 0 0 0,-11 18 0 0 0,8-16 11 0 0,-1 0 0 0 0,0 0-1 0 0,0-1 1 0 0,-1 0 0 0 0,-1-1 0 0 0,0 0 0 0 0,0 0 0 0 0,-1-1 0 0 0,0-1 0 0 0,0 0 0 0 0,-1-1 0 0 0,-18 8 0 0 0,-8-1 562 0 0,-80 16 0 0 0,87-24-235 0 0,30-6-309 0 0,-5 1 0 0 0,7-1-35 0 0,-1-1 0 0 0,1 1 0 0 0,0 0-1 0 0,-1 0 1 0 0,1 0 0 0 0,0 0 0 0 0,0 0 0 0 0,-1 0-1 0 0,1 0 1 0 0,0 0 0 0 0,-1 0 0 0 0,1 0 0 0 0,0 0-1 0 0,-1 0 1 0 0,1 0 0 0 0,0 0 0 0 0,0 0 0 0 0,-1 0-1 0 0,1 0 1 0 0,0 0 0 0 0,-1 0 0 0 0,1 1 0 0 0,0-1-1 0 0,0 0 1 0 0,-1 0 0 0 0,1 0 0 0 0,0 0 0 0 0,0 1-1 0 0,-1-1 1 0 0,1 0 0 0 0,0 0 0 0 0,0 1 0 0 0,0 0-1 0 0,0 0 0 0 0,0 0 1 0 0,0 0-1 0 0,0 0 0 0 0,0 0 1 0 0,1 0-1 0 0,-1 0 0 0 0,1 1 1 0 0,-1-1-1 0 0,0-1 1 0 0,1 1-1 0 0,-1 0 0 0 0,1 0 1 0 0,0 0-1 0 0,-1 0 0 0 0,1 0 1 0 0,0 0-1 0 0,0-1 0 0 0,1 2 1 0 0,24 22-7 0 0,-15-14 1 0 0,271 231 146 0 0,-256-221 1010 0 0,33 31 600 0 0,-61-48-2331 0 0,0 0-142 0 0,-18-2-7474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49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63 512 0 0,'0'0'16031'0'0,"-3"-10"-15793"0"0,7 5-239 0 0,0 0-1 0 0,0 1 1 0 0,1-1 0 0 0,-1 1-1 0 0,1 0 1 0 0,0 0 0 0 0,0 1-1 0 0,0 0 1 0 0,1 0 0 0 0,-1 0-1 0 0,7-2 1 0 0,-9 4 0 0 0,1 0-1 0 0,0 0 0 0 0,0 0 1 0 0,0 1-1 0 0,0-1 1 0 0,0 1-1 0 0,0 0 1 0 0,0 0-1 0 0,0 1 1 0 0,0-1-1 0 0,0 1 1 0 0,0 0-1 0 0,0 0 1 0 0,0 0-1 0 0,0 1 1 0 0,0 0-1 0 0,-1-1 1 0 0,5 4-1 0 0,-4-3 6 0 0,0 1-1 0 0,-1 0 0 0 0,1 0 1 0 0,-1 0-1 0 0,0 1 0 0 0,0-1 1 0 0,0 1-1 0 0,-1 0 0 0 0,1 0 1 0 0,-1 0-1 0 0,0 0 0 0 0,0 0 1 0 0,0 0-1 0 0,0 0 0 0 0,-1 1 1 0 0,0-1-1 0 0,0 0 0 0 0,0 1 1 0 0,0-1-1 0 0,-1 1 0 0 0,0 0 1 0 0,0-1-1 0 0,0 1 0 0 0,-1 5 1 0 0,-1 8 13 0 0,-1 0 0 0 0,0 0 1 0 0,-2 0-1 0 0,-10 29 0 0 0,5-24-13 0 0,-1 0 0 0 0,0-1 0 0 0,-2-1 0 0 0,-29 40 0 0 0,-74 66 1750 0 0,99-106-1411 0 0,15-13-238 0 0,16-11-93 0 0,51-26 23 0 0,104-29-1 0 0,-94 33-45 0 0,-72 25 4 0 0,3-1 758 0 0,14-1-4448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4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16 1648 0 0,'15'-12'8891'0'0,"-14"12"-8505"0"0,-1-1 0 0 0,1 1 0 0 0,0-1 0 0 0,0 1 0 0 0,0 0-1 0 0,0-1 1 0 0,0 1 0 0 0,0 0 0 0 0,0 0 0 0 0,0 0 0 0 0,0 0 0 0 0,0 0 0 0 0,0 0 0 0 0,0 0 0 0 0,0 0-1 0 0,0 0 1 0 0,0 1 0 0 0,0-1 0 0 0,2 1 0 0 0,-3 2-347 0 0,1 0 0 0 0,-1 1 0 0 0,0-1 0 0 0,-1 1 0 0 0,1-1 1 0 0,0 0-1 0 0,-2 4 0 0 0,-22 105 824 0 0,11-57-2062 0 0,4-1-6051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0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3 190 836 0 0,'0'-17'6601'0'0,"-3"-16"185"0"0,6-1-3544 0 0,-2 30-3165 0 0,0 0 0 0 0,0 0 0 0 0,1-1 0 0 0,-1 1 0 0 0,1 0 0 0 0,0 0 0 0 0,0 1 0 0 0,1-1 0 0 0,-1 0 0 0 0,1 1 0 0 0,0-1 0 0 0,0 1 0 0 0,0 0 0 0 0,4-3 0 0 0,1 0-52 0 0,0 0-1 0 0,0 0 1 0 0,0 1-1 0 0,1 1 1 0 0,0 0-1 0 0,16-6 1 0 0,-22 9-22 0 0,1-1 0 0 0,-1 1 0 0 0,1 1 1 0 0,0-1-1 0 0,0 1 0 0 0,-1-1 1 0 0,1 1-1 0 0,0 0 0 0 0,0 0 0 0 0,-1 1 1 0 0,1-1-1 0 0,0 1 0 0 0,0 0 0 0 0,-1 0 1 0 0,1 0-1 0 0,-1 0 0 0 0,1 1 1 0 0,-1 0-1 0 0,7 3 0 0 0,-9-3 4 0 0,1 0 0 0 0,0 0 1 0 0,-1 0-1 0 0,1 0 0 0 0,-1 0 0 0 0,0 0 0 0 0,1 0 0 0 0,-1 0 1 0 0,0 0-1 0 0,0 1 0 0 0,-1-1 0 0 0,1 1 0 0 0,0-1 1 0 0,-1 0-1 0 0,1 1 0 0 0,-1-1 0 0 0,0 1 0 0 0,0-1 0 0 0,0 1 1 0 0,0-1-1 0 0,0 1 0 0 0,-1-1 0 0 0,0 5 0 0 0,-2 5 18 0 0,0-1 0 0 0,-1 1-1 0 0,-6 14 1 0 0,-48 82 579 0 0,57-107-575 0 0,0 0 9 0 0,1 1-1 0 0,-1-1 1 0 0,0 0-1 0 0,1 1 1 0 0,-1-1-1 0 0,0 0 0 0 0,1 1 1 0 0,0-1-1 0 0,-1 1 1 0 0,1-1-1 0 0,0 0 1 0 0,0 1-1 0 0,-1 1 0 0 0,2-2-33 0 0,0 0 1 0 0,0-1-1 0 0,0 1 0 0 0,0 0 0 0 0,0-1 0 0 0,0 1 0 0 0,0-1 0 0 0,0 1 0 0 0,0-1 0 0 0,0 0 0 0 0,0 1 0 0 0,0-1 0 0 0,0 0 0 0 0,1 0 0 0 0,-1 0 0 0 0,0 0 0 0 0,0 0 0 0 0,2 0 0 0 0,20 3 10 0 0,1 1-1 0 0,40 13 1 0 0,-57-15 32 0 0,0 0 0 0 0,-1 1 0 0 0,1 0 0 0 0,-1 0 1 0 0,0 1-1 0 0,0-1 0 0 0,0 1 0 0 0,0 0 0 0 0,-1 1 0 0 0,0 0 0 0 0,0 0 0 0 0,0 0 0 0 0,0 0 0 0 0,5 9 0 0 0,-8-12 110 0 0,-1 1 1 0 0,0-1-1 0 0,0 1 1 0 0,1 0-1 0 0,-2 0 1 0 0,1 0-1 0 0,0-1 1 0 0,0 1-1 0 0,-1 0 1 0 0,0 0-1 0 0,0 0 1 0 0,1 0-1 0 0,-2 0 1 0 0,1 0-1 0 0,0 0 1 0 0,-1 0-1 0 0,1 0 1 0 0,-3 5-1 0 0,2-4 52 0 0,-2 0 0 0 0,1 0-1 0 0,0-1 1 0 0,-1 1 0 0 0,1 0-1 0 0,-1-1 1 0 0,0 0 0 0 0,-1 0-1 0 0,1 0 1 0 0,0 0 0 0 0,-6 3-1 0 0,-1 1 26 0 0,0-2-1 0 0,0 1 1 0 0,-1-1-1 0 0,0-1 1 0 0,0 0-1 0 0,0 0 1 0 0,0-1-1 0 0,-19 2 1 0 0,-83-1-51 0 0,81-5-1121 0 0,0-1-2751 0 0,20-1-838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37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74 238 164 0 0,'-4'-3'1231'0'0,"-1"0"1"0"0,0 0-1 0 0,0 0 0 0 0,0 1 0 0 0,0 0 1 0 0,-12-3 988 0 0,16 5-2066 0 0,0-1 1 0 0,-1 1-1 0 0,1-1 0 0 0,0 1 0 0 0,0 0 1 0 0,-1 0-1 0 0,1 0 0 0 0,0 0 0 0 0,-1 0 0 0 0,1 0 1 0 0,0 0-1 0 0,-3 0 0 0 0,-5 3 897 0 0,9-3-1016 0 0,0 0 0 0 0,0 0 1 0 0,0 1-1 0 0,0-1 1 0 0,0 0-1 0 0,0 0 1 0 0,0 0-1 0 0,0 0 0 0 0,0 1 1 0 0,0-1-1 0 0,0 0 1 0 0,0 0-1 0 0,0 0 1 0 0,0 1-1 0 0,0-1 0 0 0,0 0 1 0 0,0 0-1 0 0,1 0 1 0 0,-1 0-1 0 0,0 0 1 0 0,0 1-1 0 0,0-1 0 0 0,0 0 1 0 0,0 0-1 0 0,0 0 1 0 0,0 0-1 0 0,0 0 1 0 0,1 1-1 0 0,-1-1 1 0 0,0 0-1 0 0,0 0 0 0 0,0 0 1 0 0,0 0-1 0 0,1 0 1 0 0,-1 0-1 0 0,0 0 1 0 0,0 0-1 0 0,0 0 0 0 0,0 0 1 0 0,0 0-1 0 0,1 0 1 0 0,-1 0-1 0 0,0 0 1 0 0,1 0-1 0 0,9 5 113 0 0,0-1-1 0 0,0-1 1 0 0,1 0-1 0 0,-1-1 1 0 0,18 3-1 0 0,60 0 116 0 0,-61-4-195 0 0,138 0 89 0 0,188-25 1 0 0,-167 8-126 0 0,963-59-49 0 0,-1074 71-33 0 0,-48 2-73 0 0,0 0 0 0 0,35-9 0 0 0,-61 11 113 0 0,-1 0-1 0 0,1 0 0 0 0,0 0 0 0 0,0 0 0 0 0,-1 0 0 0 0,1-1 0 0 0,0 1 0 0 0,-1 0 0 0 0,1 0 1 0 0,0-1-1 0 0,-1 1 0 0 0,1 0 0 0 0,0-1 0 0 0,-1 1 0 0 0,1-1 0 0 0,-1 1 0 0 0,1-1 0 0 0,-1 1 1 0 0,1-1-1 0 0,-1 1 0 0 0,1-1 0 0 0,-1 0 0 0 0,0 1 0 0 0,1-1 0 0 0,-1 0 0 0 0,0 1 0 0 0,1-1 1 0 0,-1 0-1 0 0,0 1 0 0 0,0-1 0 0 0,0 0 0 0 0,0 0 0 0 0,1 1 0 0 0,-1-1 0 0 0,0 0 1 0 0,0 0-1 0 0,-1 1 0 0 0,1-1 0 0 0,0 0 0 0 0,0 0 0 0 0,-2-3-22 0 0,0 0 0 0 0,1 0 1 0 0,-2 0-1 0 0,1 1 0 0 0,0-1 0 0 0,-4-2 0 0 0,1-2 5 0 0,-16-24-24 0 0,6 6-22 0 0,15 25 67 0 0,2 1-53 0 0,1 1 60 0 0,0-1 0 0 0,-1 1-1 0 0,1 0 1 0 0,0 0 0 0 0,-1 1 0 0 0,1-1-1 0 0,-1 0 1 0 0,0 1 0 0 0,1 0 0 0 0,-1-1-1 0 0,0 1 1 0 0,0 0 0 0 0,0 0 0 0 0,0 0-1 0 0,0 0 1 0 0,-1 1 0 0 0,1-1 0 0 0,0 1-1 0 0,-1-1 1 0 0,0 1 0 0 0,0-1 0 0 0,0 1-1 0 0,0-1 1 0 0,0 1 0 0 0,0 0 0 0 0,0 5-1 0 0,1 0 13 0 0,-1 0 0 0 0,0 0 0 0 0,0 0-1 0 0,-1 0 1 0 0,0 0 0 0 0,-1 0-1 0 0,1 0 1 0 0,-4 13 0 0 0,-5 6-134 0 0,-1-1 1 0 0,-1 0 0 0 0,-1-1-1 0 0,-1-1 1 0 0,-28 39 0 0 0,7-17-3531 0 0,-70 71 1 0 0,63-76-665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39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16 776 0 0,'-8'-16'11795'0'0,"4"22"-10838"0"0,0 13-765 0 0,-21 312 3007 0 0,7-159-3055 0 0,16-143-714 0 0,0 11-1772 0 0,-3-14-4858 0 0,2-14 2653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40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38 180 256 0 0,'0'-9'1288'0'0,"0"0"1"0"0,0 0-1 0 0,1 0 0 0 0,1 0 0 0 0,0 0 1 0 0,0 0-1 0 0,6-17 0 0 0,-5 21-1086 0 0,0 0 0 0 0,0 1-1 0 0,0-1 1 0 0,0 0 0 0 0,1 1-1 0 0,0 0 1 0 0,0-1-1 0 0,0 2 1 0 0,0-1 0 0 0,1 0-1 0 0,0 1 1 0 0,-1 0 0 0 0,11-5-1 0 0,-2 2-109 0 0,0 1 1 0 0,0 1-1 0 0,0 0 0 0 0,0 1 0 0 0,1 1 1 0 0,-1 0-1 0 0,1 0 0 0 0,0 1 0 0 0,0 1 1 0 0,-1 1-1 0 0,20 2 0 0 0,-30-3-81 0 0,0 0 1 0 0,0 1-1 0 0,0-1 0 0 0,0 1 0 0 0,0 0 1 0 0,0-1-1 0 0,0 2 0 0 0,0-1 1 0 0,-1 0-1 0 0,1 0 0 0 0,0 1 0 0 0,-1-1 1 0 0,1 1-1 0 0,-1 0 0 0 0,1 0 1 0 0,-1 0-1 0 0,0 0 0 0 0,0 0 0 0 0,0 1 1 0 0,0-1-1 0 0,0 1 0 0 0,-1-1 1 0 0,1 1-1 0 0,1 4 0 0 0,-1-3 2 0 0,-2 1 1 0 0,1-1-1 0 0,0 0 0 0 0,-1 0 1 0 0,0 0-1 0 0,0 1 0 0 0,0-1 1 0 0,0 0-1 0 0,-1 0 0 0 0,0 0 1 0 0,0 1-1 0 0,0-1 0 0 0,0 0 1 0 0,0 0-1 0 0,-1 0 0 0 0,0 0 1 0 0,-2 3-1 0 0,-8 14 16 0 0,-2-2 0 0 0,0 1 1 0 0,0-2-1 0 0,-2 0 0 0 0,-30 27 0 0 0,20-23 66 0 0,-2-1-1 0 0,0 0 0 0 0,-40 20 0 0 0,50-32 463 0 0,0 0 228 0 0,-25 19 0 0 0,41-28-762 0 0,2 0-22 0 0,0 1 0 0 0,0-1 0 0 0,0 0-1 0 0,0 0 1 0 0,-1 0 0 0 0,1 0 0 0 0,0 0 0 0 0,0 0-1 0 0,0 1 1 0 0,0-1 0 0 0,0 0 0 0 0,0 0 0 0 0,-1 0-1 0 0,1 0 1 0 0,0 1 0 0 0,0-1 0 0 0,0 0 0 0 0,0 0-1 0 0,0 0 1 0 0,0 1 0 0 0,0-1 0 0 0,0 0 0 0 0,0 0-1 0 0,0 0 1 0 0,0 0 0 0 0,0 1 0 0 0,0-1 0 0 0,0 0-1 0 0,0 0 1 0 0,0 0 0 0 0,0 1 0 0 0,0-1 0 0 0,0 0-1 0 0,0 0 1 0 0,0 0 0 0 0,1 0 0 0 0,-1 1-1 0 0,0-1 1 0 0,0 0 0 0 0,0 0 0 0 0,0 0 0 0 0,0 0-1 0 0,0 1 1 0 0,1-1 0 0 0,-1 0 0 0 0,7 12 27 0 0,11 6-25 0 0,1-1 0 0 0,31 23 0 0 0,2 3 33 0 0,40 30-1437 0 0,-80-65-757 0 0,0-1 1 0 0,1 0-1 0 0,18 7 0 0 0,-14-8-3232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41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1 956 0 0,'0'0'9997'0'0,"-16"-1"-7243"0"0,15 2-2640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1392 0 0,'2'-10'8563'0'0,"6"-8"-2720"0"0,-6 15-5843 0 0,0-1-1 0 0,1 1 1 0 0,-1 0-1 0 0,1 0 1 0 0,-1 0-1 0 0,1 1 1 0 0,0-1-1 0 0,0 1 1 0 0,5-4-1 0 0,-2 2 6 0 0,18-10-16 0 0,-21 13 10 0 0,0 0-1 0 0,0-1 0 0 0,1 1 0 0 0,-1 0 0 0 0,0 1 1 0 0,0-1-1 0 0,1 0 0 0 0,-1 1 0 0 0,0 0 0 0 0,1 0 0 0 0,-1 0 1 0 0,1 0-1 0 0,-1 1 0 0 0,0-1 0 0 0,1 1 0 0 0,-1 0 1 0 0,0-1-1 0 0,0 2 0 0 0,0-1 0 0 0,0 0 0 0 0,0 1 1 0 0,0-1-1 0 0,0 1 0 0 0,0 0 0 0 0,0 0 0 0 0,-1 0 0 0 0,1 0 1 0 0,-1 1-1 0 0,1-1 0 0 0,-1 1 0 0 0,0-1 0 0 0,0 1 1 0 0,0 0-1 0 0,0 0 0 0 0,1 4 0 0 0,0 0 34 0 0,-1 0 0 0 0,0 0 1 0 0,0 0-1 0 0,-1 0 0 0 0,0 0 0 0 0,0 0 0 0 0,-1 1 0 0 0,0-1 0 0 0,0 0 1 0 0,-1 0-1 0 0,-2 13 0 0 0,-3 7 488 0 0,-15 42 0 0 0,20-68-514 0 0,-44 103 1098 0 0,7-18-92 0 0,38-85-988 0 0,-1 0 0 0 0,1 1 0 0 0,-1-1 0 0 0,1 0 0 0 0,0 1 0 0 0,-1-1 0 0 0,1 0 0 0 0,0 1 0 0 0,0-1 0 0 0,0 0 0 0 0,0 1 0 0 0,0 1 1 0 0,1-3-20 0 0,-1 1 0 0 0,0-1 1 0 0,0 0-1 0 0,0 1 1 0 0,0-1-1 0 0,1 0 1 0 0,-1 1-1 0 0,0-1 0 0 0,0 0 1 0 0,1 0-1 0 0,-1 1 1 0 0,0-1-1 0 0,1 0 1 0 0,-1 0-1 0 0,0 0 0 0 0,1 1 1 0 0,-1-1-1 0 0,0 0 1 0 0,1 0-1 0 0,-1 0 1 0 0,0 0-1 0 0,1 1 0 0 0,-1-1 1 0 0,0 0-1 0 0,1 0 1 0 0,-1 0-1 0 0,1 0 1 0 0,4-1 4 0 0,-1 1 0 0 0,0-1 1 0 0,0 0-1 0 0,0 0 1 0 0,1-1-1 0 0,3-1 1 0 0,1-1 7 0 0,143-38-929 0 0,-50 21-3928 0 0,-32 7-2108 0 0,-45 9 2222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2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28 1848 0 0,'0'-28'18837'0'0,"-13"35"-18080"0"0,2 5-665 0 0,1 1 0 0 0,0 0 1 0 0,1 0-1 0 0,1 1 0 0 0,0 0 0 0 0,-7 17 1 0 0,-31 94-43 0 0,30-62-1247 0 0,11-36-2022 0 0,0-1-4642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2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108 120 624 0 0,'1'-3'2852'0'0,"2"-55"9419"0"0,-3 57-12178 0 0,1-1 0 0 0,-1 1 0 0 0,1-1 0 0 0,-1 1 0 0 0,1 0 0 0 0,0-1 0 0 0,0 1 0 0 0,-1-1 0 0 0,1 1 0 0 0,0 0 0 0 0,0 0 0 0 0,0 0 0 0 0,1-1 0 0 0,-1 1 0 0 0,2-1 0 0 0,20-15 310 0 0,-18 14-366 0 0,0 0 0 0 0,1 1 1 0 0,-1 0-1 0 0,1 0 0 0 0,-1 0 1 0 0,1 0-1 0 0,0 1 0 0 0,-1 0 1 0 0,1 0-1 0 0,0 0 0 0 0,0 1 1 0 0,0 0-1 0 0,11 1 0 0 0,-14 0-31 0 0,0-1 0 0 0,0 1-1 0 0,-1 0 1 0 0,1-1-1 0 0,-1 1 1 0 0,1 0 0 0 0,-1 0-1 0 0,1 1 1 0 0,-1-1 0 0 0,1 1-1 0 0,-1-1 1 0 0,0 1-1 0 0,0 0 1 0 0,0-1 0 0 0,0 1-1 0 0,0 0 1 0 0,0 0 0 0 0,0 1-1 0 0,-1-1 1 0 0,1 0-1 0 0,-1 1 1 0 0,0-1 0 0 0,1 1-1 0 0,-1-1 1 0 0,0 1 0 0 0,-1-1-1 0 0,1 1 1 0 0,0 0-1 0 0,-1-1 1 0 0,1 1 0 0 0,-1 3-1 0 0,0 3 1 0 0,0 0 0 0 0,-1 0 0 0 0,0 0 0 0 0,0 0 0 0 0,-1-1 0 0 0,-1 1 0 0 0,1-1 0 0 0,-1 1 0 0 0,-1-1-1 0 0,-5 11 1 0 0,-7 9 7 0 0,-30 39-1 0 0,23-35-3 0 0,-16 25 10 0 0,38-55-17 0 0,1-2-2 0 0,0 1 1 0 0,0-1-1 0 0,0 1 0 0 0,1-1 1 0 0,-1 1-1 0 0,0-1 1 0 0,0 0-1 0 0,0 1 1 0 0,0-1-1 0 0,1 1 0 0 0,-1-1 1 0 0,0 0-1 0 0,0 1 1 0 0,1-1-1 0 0,-1 0 1 0 0,0 1-1 0 0,1-1 1 0 0,-1 0-1 0 0,0 1 0 0 0,1-1 1 0 0,-1 0-1 0 0,0 0 1 0 0,1 0-1 0 0,-1 1 1 0 0,1-1-1 0 0,-1 0 0 0 0,0 0 1 0 0,1 0-1 0 0,-1 0 1 0 0,2 0-1 0 0,18 4 13 0 0,-12-3-1 0 0,30 5 90 0 0,58 11 39 0 0,-94-17-91 0 0,0 1-1 0 0,0-1 1 0 0,0 1-1 0 0,0 0 1 0 0,0-1-1 0 0,0 1 1 0 0,0 0-1 0 0,0 0 1 0 0,-1 1-1 0 0,1-1 1 0 0,0 0-1 0 0,-1 0 1 0 0,1 1-1 0 0,-1-1 1 0 0,1 1-1 0 0,-1-1 1 0 0,0 1-1 0 0,0 0 1 0 0,0 0-1 0 0,1-1 1 0 0,-2 1-1 0 0,1 0 1 0 0,0 0-1 0 0,0 0 1 0 0,-1 0-1 0 0,1 0 1 0 0,0 4-1 0 0,-1-3 60 0 0,0 1 0 0 0,0-1 0 0 0,0 1 0 0 0,-1 0 0 0 0,1-1 0 0 0,-1 1 0 0 0,0-1-1 0 0,0 1 1 0 0,0-1 0 0 0,-1 0 0 0 0,1 1 0 0 0,-1-1 0 0 0,1 0 0 0 0,-4 4 0 0 0,-2 2-16 0 0,0-1-1 0 0,-1 0 1 0 0,0 0 0 0 0,0-1 0 0 0,-1 0 0 0 0,0-1 0 0 0,0 0 0 0 0,0 0 0 0 0,-1-1 0 0 0,0 0 0 0 0,-17 6-1 0 0,15-7-131 0 0,-1 0-1 0 0,1-1 0 0 0,-1 0 0 0 0,0-1 0 0 0,0-1 0 0 0,0 0 0 0 0,0 0 0 0 0,0-2 1 0 0,-20-2-1 0 0,28 3-207 0 0,-1-2-1 0 0,1 1 1 0 0,1 0 0 0 0,-1-1 0 0 0,0 0 0 0 0,0 0 0 0 0,1 0 0 0 0,-9-6 0 0 0,11 6-89 0 0,0 1 1 0 0,1-1-1 0 0,-1 1 1 0 0,0-1-1 0 0,1 0 1 0 0,0 0-1 0 0,-1 0 1 0 0,1 0-1 0 0,-1-3 1 0 0,1 3-305 0 0,0 0 0 0 0,0 0 1 0 0,1 0-1 0 0,-1-1 0 0 0,1 1 0 0 0,0 0 1 0 0,-1 0-1 0 0,1-1 0 0 0,0 1 1 0 0,1-5-1 0 0,3-14-6817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116 345 1728 0 0,'-24'-14'7809'0'0,"-10"-10"990"0"0,34 23-8706 0 0,-1 0 0 0 0,0 0 0 0 0,1-1-1 0 0,-1 1 1 0 0,1 0 0 0 0,-1-1 0 0 0,1 1-1 0 0,-1 0 1 0 0,1-1 0 0 0,0 1 0 0 0,0 0-1 0 0,0-1 1 0 0,0 1 0 0 0,0-1 0 0 0,0 1-1 0 0,0 0 1 0 0,0-1 0 0 0,1 1 0 0 0,-1 0-1 0 0,0-1 1 0 0,1 1 0 0 0,-1 0 0 0 0,1-1-1 0 0,-1 1 1 0 0,2-2 0 0 0,21-35 199 0 0,-17 30-143 0 0,32-46 105 0 0,-25 38-231 0 0,-1-1 1 0 0,-1 0-1 0 0,0-1 1 0 0,11-27 0 0 0,5-11-204 0 0,-26 54 155 0 0,-5 17-29 0 0,-86 328 30 0 0,42-169 77 0 0,42-150-26 0 0,-50 159 404 0 0,50-174-157 0 0,1-11-71 0 0,-1-15-84 0 0,6 4-107 0 0,0-1 0 0 0,2 1 0 0 0,-1 0 0 0 0,2 0-1 0 0,0 0 1 0 0,0 0 0 0 0,1 0 0 0 0,1 1 0 0 0,11-23-1 0 0,-1 6-7 0 0,2 1 0 0 0,37-47-1 0 0,-41 60-7 0 0,0 1 1 0 0,1-1-1 0 0,25-19 0 0 0,-31 29-2 0 0,-1-1 1 0 0,1 1-1 0 0,0 1 0 0 0,0 0 1 0 0,0 0-1 0 0,1 0 0 0 0,-1 1 0 0 0,1 0 1 0 0,16-3-1 0 0,-23 6 5 0 0,0 0-1 0 0,0 0 1 0 0,0-1 0 0 0,0 1-1 0 0,0 0 1 0 0,0 1 0 0 0,0-1 0 0 0,0 0-1 0 0,0 1 1 0 0,0-1 0 0 0,0 1-1 0 0,0-1 1 0 0,-1 1 0 0 0,4 2-1 0 0,-4-3 2 0 0,0 1 1 0 0,0 0-1 0 0,0 0 0 0 0,0 0 0 0 0,0 0 1 0 0,0 0-1 0 0,-1 0 0 0 0,1 0 0 0 0,0 0 0 0 0,-1 0 1 0 0,1 0-1 0 0,-1 0 0 0 0,1 0 0 0 0,-1 1 0 0 0,0-1 1 0 0,0 0-1 0 0,1 0 0 0 0,-1 2 0 0 0,0 1 2 0 0,0 0 0 0 0,-1 0-1 0 0,1 1 1 0 0,-1-1 0 0 0,0 0-1 0 0,0 0 1 0 0,0 0 0 0 0,0 0-1 0 0,-1 0 1 0 0,0 0 0 0 0,0-1-1 0 0,-2 5 1 0 0,-9 11 6 0 0,0 0 0 0 0,-1-1-1 0 0,-1-1 1 0 0,-1 0 0 0 0,0-1 0 0 0,-2-1-1 0 0,1 0 1 0 0,-2-1 0 0 0,0-1 0 0 0,-38 19-1 0 0,52-30-1 0 0,0 0 0 0 0,0 0 0 0 0,-1-1 0 0 0,1 0 0 0 0,-1 0 0 0 0,1 0 0 0 0,0 0 0 0 0,-9-1 0 0 0,12 0-12 0 0,-10-5 0 0 0,14 5 4 0 0,1-1 1 0 0,0 0-1 0 0,0 1 0 0 0,-1 0 0 0 0,1-1 0 0 0,0 1 0 0 0,0 0 0 0 0,-1 0 0 0 0,1 1 0 0 0,0-1 0 0 0,5 2 0 0 0,36 11-30 0 0,-35-11 29 0 0,158 56 49 0 0,39 12-3611 0 0,-65-35-6297 0 0,-97-28 3130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13 209 1668 0 0,'0'-2'2062'0'0,"-3"-13"1040"0"0,0 3-1008 0 0,0-1 0 0 0,1 1 0 0 0,1-1 0 0 0,0 1 0 0 0,1-21 0 0 0,1 29-1957 0 0,0 0 0 0 0,0 1 0 0 0,0-1 0 0 0,0 0 0 0 0,0 0 0 0 0,1 1 0 0 0,0-1 0 0 0,0 0 0 0 0,0 1 1 0 0,0 0-1 0 0,0-1 0 0 0,1 1 0 0 0,-1 0 0 0 0,1 0 0 0 0,0 1 0 0 0,0-1 0 0 0,0 0 0 0 0,0 1 0 0 0,0 0 0 0 0,1 0 1 0 0,-1 0-1 0 0,6-2 0 0 0,2-1-91 0 0,1 1 0 0 0,-1 0-1 0 0,1 1 1 0 0,0 1 0 0 0,0 0 0 0 0,0 0 0 0 0,0 1 0 0 0,0 0 0 0 0,0 2 0 0 0,17 1 0 0 0,-23-2-31 0 0,1 1 0 0 0,-1 0 1 0 0,0 0-1 0 0,0 1 0 0 0,0 0 1 0 0,0 0-1 0 0,0 0 1 0 0,-1 1-1 0 0,1-1 0 0 0,-1 2 1 0 0,1-1-1 0 0,-1 0 0 0 0,0 1 1 0 0,0 0-1 0 0,-1 0 0 0 0,1 1 1 0 0,-1-1-1 0 0,0 1 0 0 0,0 0 1 0 0,0 0-1 0 0,5 11 0 0 0,-7-11 0 0 0,-1 0 0 0 0,1 0-1 0 0,-1 0 1 0 0,-1 1 0 0 0,1-1 0 0 0,-1 1-1 0 0,0-1 1 0 0,0 0 0 0 0,0 1-1 0 0,-1-1 1 0 0,0 0 0 0 0,0 1-1 0 0,0-1 1 0 0,-1 0 0 0 0,0 0-1 0 0,-4 10 1 0 0,-5 6 61 0 0,0-1 0 0 0,-22 29 0 0 0,30-44-67 0 0,-65 82 276 0 0,42-54 2210 0 0,27-32-2479 0 0,0-1 1 0 0,0 1-1 0 0,0-1 1 0 0,1 0-1 0 0,-1 1 1 0 0,0-1-1 0 0,0 0 1 0 0,0 0 0 0 0,1 0-1 0 0,-1 0 1 0 0,0 0-1 0 0,1 0 1 0 0,-1 0-1 0 0,0 0 1 0 0,3-1-1 0 0,3 1 14 0 0,9 1 59 0 0,1 0-1 0 0,-1 1 0 0 0,0 1 1 0 0,0 1-1 0 0,0 0 0 0 0,0 1 0 0 0,-1 1 1 0 0,1 0-1 0 0,-1 1 0 0 0,18 13 1 0 0,-13-8 94 0 0,-1 1 0 0 0,-1 1 0 0 0,0 1 0 0 0,-1 1 0 0 0,-1 0 0 0 0,-1 1 0 0 0,15 20 0 0 0,-27-33-92 0 0,0 1 1 0 0,0 0-1 0 0,0 0 1 0 0,0 0-1 0 0,-1 0 1 0 0,0 0-1 0 0,0 0 1 0 0,-1 0-1 0 0,1 1 0 0 0,-1-1 1 0 0,0 1-1 0 0,0-1 1 0 0,-1 1-1 0 0,0-1 1 0 0,0 1-1 0 0,0-1 1 0 0,-1 1-1 0 0,0 5 1 0 0,-1-7-18 0 0,1 1 1 0 0,-1-1-1 0 0,0 1 1 0 0,0-1 0 0 0,-1 0-1 0 0,1 0 1 0 0,-1 0-1 0 0,0 0 1 0 0,0 0 0 0 0,0-1-1 0 0,0 1 1 0 0,-1-1-1 0 0,1 0 1 0 0,-1 0 0 0 0,0 0-1 0 0,0-1 1 0 0,0 1 0 0 0,0-1-1 0 0,0 0 1 0 0,-1 0-1 0 0,-5 1 1 0 0,-1 1-440 0 0,1-1 0 0 0,-1-1 0 0 0,0 0 0 0 0,0-1 0 0 0,-1 0 0 0 0,1 0 0 0 0,-21-3 0 0 0,-3-3-2981 0 0,-40-10 0 0 0,50 9 956 0 0,-1 1 0 0 0,1 0 1 0 0,-49 0-1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73 2216 0 0,'8'-30'17261'0'0,"-10"27"-16983"0"0,-1 0 0 0 0,1 1 0 0 0,-1-1 0 0 0,1 1 0 0 0,-1-1 0 0 0,0 1 0 0 0,0 0 0 0 0,0 0 0 0 0,-1 1 0 0 0,1-1 0 0 0,0 1 0 0 0,-1-1 0 0 0,1 1 0 0 0,0 0-1 0 0,-6-1 1 0 0,-9-2 85 0 0,-32-2-1 0 0,45 6-293 0 0,-1-1-60 0 0,-1 1 0 0 0,1 0 0 0 0,-1 1 0 0 0,0-1 0 0 0,1 1 0 0 0,0 1 0 0 0,-1-1 0 0 0,1 1 0 0 0,0 0 0 0 0,0 0 0 0 0,0 1 0 0 0,0 0 0 0 0,0 0 0 0 0,0 0 0 0 0,1 1 0 0 0,0-1 0 0 0,-1 1 0 0 0,1 1 0 0 0,1-1 0 0 0,-1 1 0 0 0,1 0 0 0 0,0 0 0 0 0,0 0 0 0 0,0 0 0 0 0,-4 9 0 0 0,-3 7 9 0 0,0 0 0 0 0,2 1 0 0 0,0 1 0 0 0,2-1 0 0 0,-8 36 0 0 0,-11 121 1180 0 0,22-143-805 0 0,-26 657 1439 0 0,27-412-1205 0 0,-71 1166 444 0 0,26-888-1099 0 0,40-486 61 0 0,-2 52 47 0 0,9-92 68 0 0,-12 58 1 0 0,3-28-57 0 0,2 6 29 0 0,-33 322 1793 0 0,37-177-1840 0 0,4-170-71 0 0,0-36-3 0 0,2 17 0 0 0,4 31 0 0 0,-4-42 0 0 0,4-5 0 0 0,-3-8 0 0 0,0 1 0 0 0,0-1 0 0 0,0 0 0 0 0,0 0 0 0 0,0 0 0 0 0,0 0 0 0 0,0-1 0 0 0,1 1 0 0 0,-1-1 0 0 0,0 0 0 0 0,0 0 0 0 0,0 0 0 0 0,5-1 0 0 0,47-10 0 0 0,-38 7 0 0 0,168-49-2899 0 0,-71 13-5145 0 0,192-99 1 0 0,-229 98-3334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1416 0 0,'18'-19'14256'0'0,"-18"19"-14181"0"0,1 15 2473 0 0,-1 31-1007 0 0,0-30-680 0 0,0 251 2616 0 0,0 0-4521 0 0,0-261 46 0 0,0 23-41 0 0,4-16-2102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32 158 1172 0 0,'9'-13'4362'0'0,"-7"9"-3151"0"0,1 0 1 0 0,-1 0-1 0 0,1 0 1 0 0,-1 0-1 0 0,0 0 1 0 0,-1 0 0 0 0,3-9 2325 0 0,-9 3-253 0 0,5 10-3232 0 0,0 0 0 0 0,-7 12-56 0 0,1 1 0 0 0,1-1 0 0 0,0 1 0 0 0,0 1 0 0 0,-2 14 0 0 0,-9 71-1 0 0,14-84 6 0 0,1 0 0 0 0,0 0 0 0 0,2 1 1 0 0,0-1-1 0 0,0 0 0 0 0,2 0 0 0 0,-1 0 0 0 0,2-1 1 0 0,10 28-1 0 0,-11-34 1 0 0,1-1 0 0 0,0 1 0 0 0,1 0 0 0 0,0-1-1 0 0,0 0 1 0 0,1 0 0 0 0,0-1 0 0 0,0 1 0 0 0,0-1 0 0 0,1-1 0 0 0,-1 1 0 0 0,2-1 0 0 0,-1 0 0 0 0,0-1 0 0 0,1 0 0 0 0,0 0-1 0 0,0 0 1 0 0,12 3 0 0 0,0-2 3 0 0,0-1 0 0 0,0-1 0 0 0,0-1 1 0 0,0-1-1 0 0,0 0 0 0 0,0-1 0 0 0,1-2 0 0 0,-1 0 0 0 0,26-6 0 0 0,-21 2 7 0 0,1-1 0 0 0,-1-1 1 0 0,0-1-1 0 0,-1-2 0 0 0,0 0 0 0 0,38-25 0 0 0,-54 30-6 0 0,1 0-1 0 0,-1 0 0 0 0,0-1 0 0 0,0 0 1 0 0,-1-1-1 0 0,0 1 0 0 0,0-1 1 0 0,0-1-1 0 0,-2 1 0 0 0,1-1 0 0 0,-1 0 1 0 0,0-1-1 0 0,0 1 0 0 0,-1-1 1 0 0,-1 0-1 0 0,0 0 0 0 0,0 0 0 0 0,-1 0 1 0 0,0-1-1 0 0,-1 1 0 0 0,0 0 1 0 0,-1-1-1 0 0,0 1 0 0 0,0-1 0 0 0,-1 1 1 0 0,0-1-1 0 0,-4-11 0 0 0,1 8-4 0 0,0 1-1 0 0,-1 0 1 0 0,0 0 0 0 0,-1 0-1 0 0,-1 1 1 0 0,0-1 0 0 0,-1 2-1 0 0,0-1 1 0 0,0 1-1 0 0,-1 0 1 0 0,-1 1 0 0 0,0 0-1 0 0,-17-13 1 0 0,19 17-21 0 0,0 0 0 0 0,-1 1 0 0 0,1 0 1 0 0,-1 1-1 0 0,0 0 0 0 0,0 0 0 0 0,0 1 0 0 0,-1 0 1 0 0,1 0-1 0 0,-1 1 0 0 0,0 1 0 0 0,0 0 0 0 0,0 0 1 0 0,1 0-1 0 0,-1 2 0 0 0,0-1 0 0 0,0 1 0 0 0,0 0 1 0 0,1 1-1 0 0,-13 4 0 0 0,16-4-233 0 0,0 0 0 0 0,0 1 0 0 0,0 0 0 0 0,0 0 0 0 0,1 0 0 0 0,-1 1 0 0 0,-8 8 0 0 0,-6 13-3032 0 0,18-22 2373 0 0,1 0-1 0 0,-1 0 1 0 0,1 0-1 0 0,0 0 1 0 0,0 1-1 0 0,1-1 1 0 0,-2 6-1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88 1484 0 0,'-4'-20'5603'0'0,"0"0"0"0"0,-12-28 1730 0 0,5 95-4807 0 0,-13 88-1266 0 0,-2 18-1256 0 0,24-134-1220 0 0,1 0 0 0 0,1 0-1 0 0,1 0 1 0 0,0-1 0 0 0,2 1 0 0 0,4 19 0 0 0,1-16-3930 0 0,0-4-2604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10 309 2012 0 0,'-10'-16'11290'0'0,"12"10"-10911"0"0,14 2 1257 0 0,17-7-212 0 0,-10 5-779 0 0,-1-2 0 0 0,32-14 0 0 0,-44 16-553 0 0,0 0 1 0 0,0 0 0 0 0,-1-1-1 0 0,1 0 1 0 0,-1 0 0 0 0,13-16-1 0 0,-18 18-75 0 0,1-1 0 0 0,-1-1 0 0 0,0 1-1 0 0,0-1 1 0 0,-1 1 0 0 0,0-1-1 0 0,0 0 1 0 0,-1-1 0 0 0,1 1 0 0 0,-2 0-1 0 0,3-11 1 0 0,-3 4 9 0 0,0 1-1 0 0,0-1 1 0 0,-2-20-1 0 0,1 34-26 0 0,0-1 0 0 0,-1 1 0 0 0,1 0-1 0 0,0-1 1 0 0,0 1 0 0 0,0 0 0 0 0,0-1 0 0 0,0 1 0 0 0,0 0-1 0 0,0 0 1 0 0,-1-1 0 0 0,1 1 0 0 0,0 0 0 0 0,0-1 0 0 0,0 1-1 0 0,-1 0 1 0 0,1 0 0 0 0,0 0 0 0 0,0-1 0 0 0,-1 1 0 0 0,1 0-1 0 0,0 0 1 0 0,0 0 0 0 0,-1-1 0 0 0,1 1 0 0 0,0 0-1 0 0,-1 0 1 0 0,1 0 0 0 0,0 0 0 0 0,-1 0 0 0 0,1 0 0 0 0,0 0-1 0 0,0 0 1 0 0,-1 0 0 0 0,1 0 0 0 0,0 0 0 0 0,-1 0 0 0 0,1 0-1 0 0,0 0 1 0 0,-1 0 0 0 0,1 0 0 0 0,0 0 0 0 0,-1 0 0 0 0,1 1-1 0 0,-11 3-10 0 0,7 1 10 0 0,-1 0-1 0 0,1 0 0 0 0,0 1 1 0 0,0-1-1 0 0,0 1 0 0 0,1 0 1 0 0,0 0-1 0 0,0 0 0 0 0,-2 8 0 0 0,0-2 2 0 0,-14 34 190 0 0,3 1 1 0 0,1 0-1 0 0,3 1 1 0 0,-11 88-1 0 0,7 198 950 0 0,16-332-526 0 0,0-15-63 0 0,0-10-483 0 0,2-1-1 0 0,1 2 0 0 0,1-1 0 0 0,1 0 1 0 0,1 1-1 0 0,1 0 0 0 0,0 0 0 0 0,2 0 1 0 0,17-29-1 0 0,-16 32-54 0 0,2 1-1 0 0,0 0 1 0 0,2 1 0 0 0,0 0 0 0 0,0 1 0 0 0,1 0-1 0 0,1 1 1 0 0,1 1 0 0 0,0 1 0 0 0,25-15-1 0 0,-35 24-12 0 0,0 1-1 0 0,0 1 0 0 0,0-1 0 0 0,0 1 0 0 0,0 1 0 0 0,0-1 0 0 0,1 1 0 0 0,-1 0 0 0 0,0 1 0 0 0,9 0 0 0 0,-13 0 1 0 0,-1 0 1 0 0,0 0-1 0 0,1 0 1 0 0,-1 0-1 0 0,1 1 1 0 0,-1-1-1 0 0,1 1 1 0 0,-1-1 0 0 0,0 1-1 0 0,1 0 1 0 0,-1 0-1 0 0,0 0 1 0 0,0 0-1 0 0,0 1 1 0 0,0-1-1 0 0,0 1 1 0 0,0-1-1 0 0,0 1 1 0 0,0 0 0 0 0,-1-1-1 0 0,1 1 1 0 0,0 0-1 0 0,-1 0 1 0 0,0 0-1 0 0,1 0 1 0 0,-1 1-1 0 0,0-1 1 0 0,0 0-1 0 0,0 0 1 0 0,-1 1 0 0 0,1-1-1 0 0,0 0 1 0 0,0 6-1 0 0,-2-3 0 0 0,1 1-1 0 0,-1-1 0 0 0,0 1 1 0 0,0 0-1 0 0,0-1 0 0 0,-1 0 1 0 0,0 1-1 0 0,0-1 0 0 0,0 0 1 0 0,-1 0-1 0 0,1 0 0 0 0,-1 0 1 0 0,-1-1-1 0 0,1 1 0 0 0,-8 7 1 0 0,-5 5-11 0 0,-1-1 0 0 0,-25 19-1 0 0,32-27 19 0 0,0-1-1 0 0,-1 0 0 0 0,0 0 0 0 0,-1-1 0 0 0,1-1 0 0 0,-1 0 1 0 0,-14 4-1 0 0,20-8-3 0 0,1 1 1 0 0,-1-1-1 0 0,0 0 1 0 0,0 0-1 0 0,0-1 0 0 0,0 0 1 0 0,0 0-1 0 0,0 0 1 0 0,0-1-1 0 0,0 0 1 0 0,0 0-1 0 0,0 0 0 0 0,0-1 1 0 0,1 0-1 0 0,-1 0 1 0 0,-8-5-1 0 0,13 6 35 0 0,1 1-40 0 0,0-1 0 0 0,1 1 0 0 0,-1-1 0 0 0,0 1 0 0 0,1-1 0 0 0,-1 1 0 0 0,1-1 0 0 0,-1 1 0 0 0,1-1 1 0 0,-1 1-1 0 0,1-1 0 0 0,0 1 0 0 0,-1 0 0 0 0,1 0 0 0 0,-1-1 0 0 0,1 1 0 0 0,0 0 0 0 0,-1 0 0 0 0,1 0 0 0 0,0-1 0 0 0,-1 1 0 0 0,1 0 0 0 0,0 0 1 0 0,-1 0-1 0 0,1 0 0 0 0,1 0 0 0 0,23 8-7 0 0,-16-4 38 0 0,0 1 0 0 0,17 13 0 0 0,9 12 130 0 0,-1 2 1 0 0,29 37-1 0 0,30 29-2550 0 0,-89-95 1786 0 0,0 1 0 0 0,0-1 0 0 0,1 0 0 0 0,-1 0 1 0 0,0-1-1 0 0,10 5 0 0 0,16-1-7154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4:5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9 118 1896 0 0,'-9'-30'20802'0'0,"10"28"-20551"0"0,4-2 464 0 0,9 3-109 0 0,1-1 0 0 0,-1 0 1 0 0,0-1-1 0 0,15-5 0 0 0,23-5-159 0 0,31-5-325 0 0,-32 1-4863 0 0,-19-1-2391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63 2504 0 0,'13'-63'23096'0'0,"-14"71"-21780"0"0,-8 34-636 0 0,3 1-1 0 0,1 0 1 0 0,3 0-1 0 0,3 64 0 0 0,-1-103-666 0 0,1 0-1 0 0,-1-1 1 0 0,1 1-1 0 0,0-1 0 0 0,0 1 1 0 0,0-1-1 0 0,0 1 1 0 0,0-1-1 0 0,1 0 0 0 0,0 1 1 0 0,0-1-1 0 0,0 0 1 0 0,0 0-1 0 0,0 0 0 0 0,0-1 1 0 0,1 1-1 0 0,-1 0 0 0 0,1-1 1 0 0,0 0-1 0 0,0 0 1 0 0,0 0-1 0 0,0 0 0 0 0,0 0 1 0 0,0 0-1 0 0,1-1 1 0 0,-1 1-1 0 0,1-1 0 0 0,-1 0 1 0 0,1 0-1 0 0,-1 0 1 0 0,1-1-1 0 0,-1 1 0 0 0,1-1 1 0 0,7 0-1 0 0,0-1 0 0 0,-1 0 0 0 0,1 0 0 0 0,0-1 0 0 0,0 0 1 0 0,-1-1-1 0 0,1 0 0 0 0,-1-1 0 0 0,0 0 0 0 0,0-1 0 0 0,15-9 0 0 0,-10 3-67 0 0,-1 0 0 0 0,0 0 0 0 0,-1-2 1 0 0,0 0-1 0 0,-1 0 0 0 0,12-18 0 0 0,-3 1 376 0 0,32-65 1 0 0,-52 93-243 0 0,0-3 91 0 0,0 8 93 0 0,-3 13 84 0 0,-5 10-116 0 0,-7 50 0 0 0,4-15-307 0 0,-4 15-1123 0 0,-8 124 0 0 0,19-107-4040 0 0,5 0-5169 0 0,1-48-1527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192 103 672 0 0,'12'-39'9238'0'0,"-11"37"-9337"0"0,-1 1 426 0 0,1-1 1 0 0,-1 1-1 0 0,0 0 0 0 0,0 0 0 0 0,1-1 0 0 0,-1 1 0 0 0,0 0 0 0 0,0-1 0 0 0,0 1 1 0 0,0 0-1 0 0,-1-1 0 0 0,1 1 0 0 0,0 0 0 0 0,0 0 0 0 0,-1-1 0 0 0,1 1 0 0 0,-1 0 1 0 0,1 0-1 0 0,-1 0 0 0 0,0-1 0 0 0,1 1 0 0 0,-1 0 0 0 0,-1-2 0 0 0,0 3-272 0 0,1 1-40 0 0,-19 25-18 0 0,1 1 0 0 0,2 1 0 0 0,1 0-1 0 0,1 1 1 0 0,1 1 0 0 0,-12 40 0 0 0,18-50 11 0 0,-9 27 14 0 0,-12 49 1 0 0,25-76-18 0 0,0 0 0 0 0,1 1 1 0 0,1-1-1 0 0,1 1 1 0 0,1 26-1 0 0,0-42 7 0 0,1-1 1 0 0,-1 0-1 0 0,1 1 0 0 0,0-1 1 0 0,0 1-1 0 0,0-1 0 0 0,1 0 0 0 0,-1 0 1 0 0,1 0-1 0 0,0 0 0 0 0,0 0 1 0 0,1 0-1 0 0,-1 0 0 0 0,1-1 1 0 0,0 1-1 0 0,0-1 0 0 0,0 0 1 0 0,0 0-1 0 0,0 0 0 0 0,1 0 1 0 0,-1 0-1 0 0,1-1 0 0 0,0 0 1 0 0,0 1-1 0 0,0-2 0 0 0,0 1 0 0 0,0 0 1 0 0,0-1-1 0 0,1 1 0 0 0,-1-1 1 0 0,0-1-1 0 0,1 1 0 0 0,-1 0 1 0 0,1-1-1 0 0,-1 0 0 0 0,1 0 1 0 0,4-1-1 0 0,13-2 98 0 0,-1 0-1 0 0,1-1 1 0 0,-1-2-1 0 0,-1 0 1 0 0,1-1 0 0 0,-1-1-1 0 0,20-11 1 0 0,-11 3 61 0 0,-1 0-1 0 0,-1-2 1 0 0,-1-1 0 0 0,26-24 0 0 0,-40 32-71 0 0,-1-1 0 0 0,0 0 0 0 0,-1-1 1 0 0,0 0-1 0 0,0 0 0 0 0,-2-1 0 0 0,0 0 0 0 0,0-1 1 0 0,-1 0-1 0 0,-1 0 0 0 0,-1 0 0 0 0,4-18 0 0 0,-6 22-81 0 0,-1 0 0 0 0,-1 0 0 0 0,0-1 0 0 0,-1 1 0 0 0,0 0 0 0 0,-1-1 0 0 0,0 1 0 0 0,0 0 0 0 0,-2 0 0 0 0,1-1 0 0 0,-1 2 0 0 0,-1-1-1 0 0,0 0 1 0 0,0 1 0 0 0,-1-1 0 0 0,-1 1 0 0 0,1 1 0 0 0,-10-12 0 0 0,7 11-18 0 0,0 1-1 0 0,-1 0 1 0 0,0 0-1 0 0,0 1 1 0 0,-1 0 0 0 0,-16-10-1 0 0,19 13-161 0 0,0 1 0 0 0,-1 1 0 0 0,0-1 0 0 0,0 1 0 0 0,0 0-1 0 0,0 1 1 0 0,0 0 0 0 0,0 0 0 0 0,-1 1 0 0 0,-10-1 0 0 0,15 2-193 0 0,1 1 0 0 0,-1-1 1 0 0,1 1-1 0 0,-1-1 0 0 0,1 1 1 0 0,-7 3-1 0 0,9-4 79 0 0,1 0 1 0 0,-1 1-1 0 0,0-1 0 0 0,0 0 0 0 0,1 1 1 0 0,-1-1-1 0 0,0 1 0 0 0,0-1 1 0 0,1 1-1 0 0,-1-1 0 0 0,-2 4-1373 0 0,2-3 1373 0 0,1-1 1 0 0,0 1-1 0 0,-1 0 0 0 0,1 0 0 0 0,0-1 1 0 0,-1 1-1 0 0,1 0 0 0 0,0 0 1 0 0,0 0-1 0 0,0-1 0 0 0,0 1 1 0 0,0 0-1 0 0,0 0 0 0 0,0 1 0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34 1420 0 0,'8'-34'17429'0'0,"-6"50"-16097"0"0,-1-1 0 0 0,-2 30-1 0 0,-17 76 506 0 0,13-92-1502 0 0,-58 318 513 0 0,61-329-1602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90 1440 0 0,'-5'-21'16385'0'0,"6"14"-14197"0"0,2 3-2103 0 0,1 2 0 0 0,0-1-1 0 0,1 0 1 0 0,-1 1 0 0 0,0 0-1 0 0,1 0 1 0 0,0 0 0 0 0,5-1-1 0 0,46-10-1539 0 0,-40 10 275 0 0,23-7-2343 0 0,-13 3-2321 0 0,-9 2-525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3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79 844 0 0,'-13'-28'11938'0'0,"13"27"-11807"0"0,-1 0 1 0 0,1 0-1 0 0,0 0 1 0 0,-1 0-1 0 0,1 0 1 0 0,0 0-1 0 0,0 0 0 0 0,0 0 1 0 0,-1 0-1 0 0,1 0 1 0 0,0 0-1 0 0,1 0 1 0 0,-1 0-1 0 0,0 0 1 0 0,0 0-1 0 0,0 0 1 0 0,1 0-1 0 0,-1 0 0 0 0,0 0 1 0 0,1 0-1 0 0,-1 0 1 0 0,1 0-1 0 0,-1 0 1 0 0,1 0-1 0 0,0-1 1 0 0,1 0 0 0 0,0 1-1 0 0,0-1 1 0 0,0 0 0 0 0,0 1 0 0 0,0 0 0 0 0,1-1 0 0 0,-1 1-1 0 0,0 0 1 0 0,1 0 0 0 0,3-1 0 0 0,0 0-34 0 0,0 1 0 0 0,1-1 0 0 0,0 1-1 0 0,-1 0 1 0 0,1 1 0 0 0,0 0 0 0 0,-1 0 0 0 0,8 1 0 0 0,-10 0-49 0 0,0-1 0 0 0,0 1 0 0 0,0 0 0 0 0,0 1 0 0 0,-1-1 0 0 0,1 1 0 0 0,0 0 0 0 0,-1 0 1 0 0,1 0-1 0 0,-1 0 0 0 0,1 0 0 0 0,-1 1 0 0 0,0-1 0 0 0,0 1 0 0 0,0 0 0 0 0,-1 0 0 0 0,1 0 0 0 0,-1 1 0 0 0,0-1 0 0 0,1 0 0 0 0,-1 1 0 0 0,-1 0 0 0 0,1-1 0 0 0,0 1 0 0 0,-1 0 0 0 0,0 0 0 0 0,0 0 1 0 0,0 0-1 0 0,0 4 0 0 0,0 4 30 0 0,-1-1 1 0 0,-1 1-1 0 0,1 0 1 0 0,-2-1 0 0 0,0 1-1 0 0,0-1 1 0 0,-1 0-1 0 0,0 1 1 0 0,-6 10 0 0 0,-110 228 2010 0 0,111-237-1956 0 0,-36 76 509 0 0,44-88-621 0 0,-1 0 0 0 0,1 0 1 0 0,-1 0-1 0 0,1 1 0 0 0,0-1 0 0 0,-1 0 0 0 0,1 0 0 0 0,0 1 0 0 0,0-1 1 0 0,0 0-1 0 0,0 0 0 0 0,0 1 0 0 0,0-1 0 0 0,0 0 0 0 0,1 1 0 0 0,-1-1 0 0 0,0 0 1 0 0,1 0-1 0 0,-1 0 0 0 0,1 1 0 0 0,-1-1 0 0 0,2 1 0 0 0,-1-1-8 0 0,0 0 0 0 0,0 0 0 0 0,0 0 0 0 0,0 0 0 0 0,0-1 0 0 0,1 1 0 0 0,-1 0 0 0 0,0-1-1 0 0,0 1 1 0 0,1-1 0 0 0,-1 0 0 0 0,0 1 0 0 0,1-1 0 0 0,-1 0 0 0 0,0 0 0 0 0,1 0 0 0 0,-1 0 0 0 0,1 0-1 0 0,-1 0 1 0 0,0 0 0 0 0,1 0 0 0 0,-1 0 0 0 0,3-2 0 0 0,15-3-644 0 0,1-1 0 0 0,-1-1 0 0 0,-1 0 0 0 0,1-2 0 0 0,19-12 0 0 0,45-35-10091 0 0,-54 33 3117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24 354 2392 0 0,'-24'-20'15258'0'0,"29"8"-13394"0"0,8-2-1496 0 0,1 2 1 0 0,1-1-1 0 0,-1 2 1 0 0,22-13-1 0 0,-12 9-235 0 0,23-21 1 0 0,-40 30-113 0 0,0-1 1 0 0,-1 1-1 0 0,0-1 1 0 0,0 0-1 0 0,-1-1 1 0 0,0 1-1 0 0,7-14 1 0 0,-6 8-37 0 0,-1 0 0 0 0,7-24 0 0 0,-11 33-4 0 0,0 0-1 0 0,0 0 1 0 0,-1 0-1 0 0,1 0 1 0 0,-1 0-1 0 0,0 0 1 0 0,0 0-1 0 0,-1 0 0 0 0,1 0 1 0 0,-1 0-1 0 0,0 0 1 0 0,0 0-1 0 0,-3-7 1 0 0,4 10 19 0 0,-3 1-9 0 0,1 0 0 0 0,0 1 0 0 0,-1-1 1 0 0,1 1-1 0 0,0 0 0 0 0,0 0 1 0 0,0 0-1 0 0,0 0 0 0 0,0 0 0 0 0,0 1 1 0 0,0-1-1 0 0,0 0 0 0 0,0 1 1 0 0,0-1-1 0 0,1 1 0 0 0,-1 0 0 0 0,1 0 1 0 0,-1 0-1 0 0,1-1 0 0 0,0 1 1 0 0,-2 4-1 0 0,-4 7 13 0 0,1-1 1 0 0,-6 21-1 0 0,6-17 46 0 0,-6 17 354 0 0,1 0 1 0 0,-10 67-1 0 0,0 73 586 0 0,15-117-804 0 0,-28 257 809 0 0,30-302-783 0 0,-2-15-55 0 0,-1-18-94 0 0,7 11-61 0 0,2-1-1 0 0,-1 0 1 0 0,2 0-1 0 0,-1 0 1 0 0,2 1-1 0 0,7-19 1 0 0,0 5 11 0 0,25-41 1 0 0,-22 42-52 0 0,1 1 0 0 0,2 1 0 0 0,0 1 0 0 0,1 0 0 0 0,1 1 0 0 0,0 1 0 0 0,2 1 0 0 0,42-29 0 0 0,-62 46 34 0 0,0 0-1 0 0,1 1 0 0 0,-1-1 1 0 0,0 0-1 0 0,1 0 1 0 0,-1 1-1 0 0,0-1 0 0 0,1 1 1 0 0,-1-1-1 0 0,1 1 1 0 0,-1 0-1 0 0,1-1 0 0 0,-1 1 1 0 0,1 0-1 0 0,-1 0 1 0 0,1 0-1 0 0,-1 0 0 0 0,1 0 1 0 0,-1 1-1 0 0,0-1 0 0 0,1 0 1 0 0,-1 1-1 0 0,1-1 1 0 0,-1 1-1 0 0,1-1 0 0 0,-1 1 1 0 0,0 0-1 0 0,0 0 1 0 0,1-1-1 0 0,-1 1 0 0 0,0 0 1 0 0,0 0-1 0 0,0 0 0 0 0,2 2 1 0 0,-2-1 10 0 0,0 0 0 0 0,1 0 0 0 0,-1 0 0 0 0,0 1 0 0 0,0-1 0 0 0,-1 0 0 0 0,1 1 0 0 0,0-1 0 0 0,-1 0 0 0 0,1 1 0 0 0,-1-1 0 0 0,0 1 0 0 0,0-1 0 0 0,0 0 0 0 0,0 1 0 0 0,0-1 0 0 0,-1 1 1 0 0,1-1-1 0 0,-2 4 0 0 0,-2 5 2 0 0,-2 0 1 0 0,1 0 0 0 0,-2 0-1 0 0,1-1 1 0 0,-1 0 0 0 0,-1 0-1 0 0,0 0 1 0 0,0-1 0 0 0,-12 9-1 0 0,-9 7 20 0 0,-53 35-1 0 0,-18 3 68 0 0,98-62-97 0 0,2-1 2 0 0,0 0 0 0 0,0 0-1 0 0,0 0 1 0 0,-1 0 0 0 0,1 0 0 0 0,0 0-1 0 0,0 0 1 0 0,0 0 0 0 0,-1 0-1 0 0,1 0 1 0 0,0 0 0 0 0,0 0-1 0 0,0 0 1 0 0,-1 0 0 0 0,1 0 0 0 0,0 0-1 0 0,0 0 1 0 0,0 1 0 0 0,0-1-1 0 0,-1 0 1 0 0,1 0 0 0 0,0 0-1 0 0,0 0 1 0 0,0 0 0 0 0,0 0 0 0 0,-1 1-1 0 0,1-1 1 0 0,0 0 0 0 0,0 0-1 0 0,0 0 1 0 0,0 0 0 0 0,0 0-1 0 0,0 1 1 0 0,-1-1 0 0 0,1 0 0 0 0,0 0-1 0 0,0 0 1 0 0,0 1 0 0 0,0-1-1 0 0,5 8 7 0 0,13 8-8 0 0,173 104 1616 0 0,-142-90-1486 0 0,-24-15-57 0 0,24 18 0 0 0,-14-13-71 0 0,-26-16 8 0 0,-7-3 7 0 0,8 5 38 0 0,-9-5-50 0 0,0-1-1 0 0,0 1 1 0 0,0-1-1 0 0,0 1 0 0 0,0-1 1 0 0,-1 1-1 0 0,1-1 1 0 0,0 0-1 0 0,1 0 0 0 0,-1 1 1 0 0,0-1-1 0 0,0 0 1 0 0,0 0-1 0 0,0 0 0 0 0,0 0 1 0 0,0 0-1 0 0,0 0 1 0 0,0-1-1 0 0,0 1 0 0 0,0 0 1 0 0,0 0-1 0 0,0-1 1 0 0,0 1-1 0 0,0-1 0 0 0,0 1 1 0 0,0-1-1 0 0,-1 1 1 0 0,1-1-1 0 0,1 0 0 0 0,-1 0 16 0 0,4-2 485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71 1808 0 0,'-13'4'15785'0'0,"34"-9"-13875"0"0,28-7-1757 0 0,81-16 959 0 0,-11 2-4856 0 0,-109 23 1230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49 2300 0 0,'6'-24'11112'0'0,"-5"0"-1053"0"0,-4 44-8137 0 0,-2 25-1060 0 0,0-19-655 0 0,3 0-1 0 0,0-1 0 0 0,1 1 0 0 0,6 52 0 0 0,-5-75-204 0 0,1 1 1 0 0,0-1 0 0 0,0 1-1 0 0,0-1 1 0 0,0 1 0 0 0,1-1-1 0 0,-1 0 1 0 0,1 0-1 0 0,0 0 1 0 0,0 0 0 0 0,0 0-1 0 0,0 0 1 0 0,1 0 0 0 0,-1-1-1 0 0,1 1 1 0 0,-1-1-1 0 0,1 1 1 0 0,0-1 0 0 0,0 0-1 0 0,0 0 1 0 0,0-1 0 0 0,1 1-1 0 0,-1-1 1 0 0,0 1-1 0 0,1-1 1 0 0,-1 0 0 0 0,1 0-1 0 0,-1-1 1 0 0,1 1-1 0 0,0-1 1 0 0,-1 1 0 0 0,8-2-1 0 0,-3 1-5 0 0,0-1 0 0 0,0 0 0 0 0,1 0 0 0 0,-1-1 0 0 0,0 0 0 0 0,0 0 0 0 0,0-1 0 0 0,-1 0 0 0 0,1-1 0 0 0,-1 0 0 0 0,0 0 0 0 0,0 0 0 0 0,10-9 0 0 0,-4 1 77 0 0,-2-1 0 0 0,0 0 0 0 0,0-1 0 0 0,-1-1 0 0 0,-1 1 0 0 0,0-1 0 0 0,-1-1 0 0 0,-1 0 0 0 0,8-25 1 0 0,-26 79 1070 0 0,2 0 0 0 0,-9 73 0 0 0,-1 110-1003 0 0,17-51-2449 0 0,5-139-3095 0 0,10 49 1 0 0,-8-64-939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9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45 1904 0 0,'-6'-10'6309'0'0,"5"6"-5290"0"0,0 0-1 0 0,0 0 0 0 0,-1 1 0 0 0,0-1 1 0 0,1 1-1 0 0,-1-1 0 0 0,-4-3 0 0 0,5 6-590 0 0,-7 14-2642 0 0,2 27-4700 0 0,3-26 1659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1 304 0 0,'-7'24'10997'0'0,"6"-12"-9120"0"0,0-10-1499 0 0,1 0 0 0 0,-1 0 0 0 0,1 0 0 0 0,0 1-1 0 0,-1-1 1 0 0,1 0 0 0 0,1 0 0 0 0,-1 1 0 0 0,0-1-1 0 0,1 3 1 0 0,0-3-678 0 0,15-4-2722 0 0,-2-1-2639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0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21 2028 0 0,'8'-20'11265'0'0,"-11"21"-11140"0"0,1 1 0 0 0,-1-1 0 0 0,1 1 0 0 0,-1 0-1 0 0,1 0 1 0 0,0 0 0 0 0,0 0 0 0 0,0 0 0 0 0,0 0 0 0 0,0 1 0 0 0,1-1-1 0 0,-1 1 1 0 0,1-1 0 0 0,-1 1 0 0 0,1-1 0 0 0,0 1 0 0 0,-1 4 0 0 0,-3 8 46 0 0,0-1 1 0 0,-3 19-1 0 0,4-9-118 0 0,1 1-1 0 0,0-1 0 0 0,2 1 0 0 0,1 0 0 0 0,1-1 0 0 0,1 1 1 0 0,1-1-1 0 0,2 1 0 0 0,7 27 0 0 0,-8-41 24 0 0,0 1 0 0 0,0 0 0 0 0,2-1 0 0 0,-1 0 0 0 0,1 0 0 0 0,1 0 0 0 0,0-1 1 0 0,0 0-1 0 0,1 0 0 0 0,0-1 0 0 0,1 0 0 0 0,0 0 0 0 0,0-1 0 0 0,1 0 0 0 0,0-1 0 0 0,1 0 0 0 0,-1-1 0 0 0,1 0 0 0 0,23 9 0 0 0,-25-12 57 0 0,1-1 0 0 0,0 0-1 0 0,0 0 1 0 0,0-1 0 0 0,0 0-1 0 0,0-1 1 0 0,0 0 0 0 0,0 0 0 0 0,0-1-1 0 0,0-1 1 0 0,0 0 0 0 0,0 0-1 0 0,0-1 1 0 0,0 0 0 0 0,-1 0-1 0 0,13-7 1 0 0,-9 2-1 0 0,0 1 1 0 0,0-1-1 0 0,-1-1 0 0 0,0-1 1 0 0,-1 1-1 0 0,0-2 0 0 0,0 1 0 0 0,-1-2 1 0 0,0 1-1 0 0,10-18 0 0 0,-12 15-80 0 0,0-1 0 0 0,-1 0-1 0 0,0-1 1 0 0,-1 1 0 0 0,-1-1-1 0 0,0-1 1 0 0,-2 1 0 0 0,0-1-1 0 0,0 1 1 0 0,-1-32 0 0 0,-2 39-39 0 0,0 0-1 0 0,-1 1 1 0 0,-1-1 0 0 0,0 1 0 0 0,0-1-1 0 0,0 1 1 0 0,-1 0 0 0 0,0 0 0 0 0,-9-15-1 0 0,9 17-12 0 0,-1 1-1 0 0,0 0 0 0 0,-1 0 0 0 0,1 0 0 0 0,-1 0 1 0 0,0 1-1 0 0,0 0 0 0 0,0 0 0 0 0,-1 0 0 0 0,1 0 1 0 0,-1 1-1 0 0,0 0 0 0 0,0 1 0 0 0,-9-4 0 0 0,6 4-65 0 0,0-1-1 0 0,-1 1 0 0 0,1 1 1 0 0,-1 0-1 0 0,1 0 0 0 0,-1 1 1 0 0,1 0-1 0 0,-1 0 1 0 0,1 1-1 0 0,-1 1 0 0 0,1 0 1 0 0,-1 0-1 0 0,1 0 0 0 0,0 1 1 0 0,0 1-1 0 0,0 0 0 0 0,1 0 1 0 0,-1 0-1 0 0,1 1 0 0 0,-8 6 1 0 0,1 1-861 0 0,0 0 0 0 0,1 0 0 0 0,-22 25 1 0 0,17-15-3214 0 0,-25 41 0 0 0,25-33-2563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0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1660 0 0,'1'-3'2482'0'0,"28"-68"16447"0"0,-25 57-17375 0 0,0 27-6635 0 0,-4-9 4035 0 0,1 1 0 0 0,-1 0 1 0 0,-1 0-1 0 0,1-1 1 0 0,-2 9-1 0 0,0 4-3707 0 0,1-1-1360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2448 0 0,'0'14'6079'0'0,"-4"4"133"0"0,0 5 294 0 0,6-10-6025 0 0,16-13-7167 0 0,-6-4 1713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0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109 113 908 0 0,'2'-5'1195'0'0,"-1"2"-267"0"0,0 0 0 0 0,0 1 0 0 0,0-1 0 0 0,0 0 0 0 0,0 0 0 0 0,-1 0 0 0 0,1 0 0 0 0,-1-1 0 0 0,0 1-1 0 0,0 0 1 0 0,0 0 0 0 0,0 0 0 0 0,0 0 0 0 0,-1 0 0 0 0,0 0 0 0 0,-1-4 881 0 0,-5 6-513 0 0,6 1-1251 0 0,1 0 0 0 0,-1 0-1 0 0,1 0 1 0 0,-1 0 0 0 0,1 0 0 0 0,-1 0 0 0 0,0 0 0 0 0,1 0-1 0 0,-1 0 1 0 0,1 0 0 0 0,-1 0 0 0 0,1 0 0 0 0,-1 0-1 0 0,1 1 1 0 0,-1-1 0 0 0,1 0 0 0 0,-1 0 0 0 0,1 1 0 0 0,-1-1-1 0 0,1 0 1 0 0,-1 1 0 0 0,1-1 0 0 0,0 0 0 0 0,-1 1-1 0 0,1-1 1 0 0,0 1 0 0 0,-1-1 0 0 0,1 0 0 0 0,0 1 0 0 0,-1-1-1 0 0,1 1 1 0 0,0 0 0 0 0,-9 11 211 0 0,1 1 1 0 0,1 0-1 0 0,0 0 1 0 0,1 0-1 0 0,0 1 1 0 0,-4 15-1 0 0,-18 88 45 0 0,26-110-270 0 0,-1 8 15 0 0,1 0 0 0 0,0-1 0 0 0,1 1 0 0 0,1 0 0 0 0,0 0 0 0 0,1 0 0 0 0,4 25 0 0 0,-4-35-6 0 0,0 0-1 0 0,1-1 0 0 0,-1 1 1 0 0,1-1-1 0 0,0 1 1 0 0,0-1-1 0 0,0 0 1 0 0,1 0-1 0 0,-1 1 1 0 0,1-2-1 0 0,0 1 1 0 0,0 0-1 0 0,0-1 1 0 0,1 1-1 0 0,-1-1 1 0 0,1 0-1 0 0,0 0 1 0 0,0 0-1 0 0,0-1 1 0 0,0 0-1 0 0,1 1 0 0 0,-1-1 1 0 0,0-1-1 0 0,1 1 1 0 0,0-1-1 0 0,-1 1 1 0 0,7 0-1 0 0,2-1 34 0 0,0-1-1 0 0,1 0 1 0 0,-1-1-1 0 0,0 0 1 0 0,0-1-1 0 0,0 0 0 0 0,0-1 1 0 0,-1-1-1 0 0,1 0 1 0 0,-1-1-1 0 0,0 0 1 0 0,19-11-1 0 0,-12 5-22 0 0,-1 0-1 0 0,-1-2 1 0 0,0 0 0 0 0,-1-1-1 0 0,0 0 1 0 0,-1-1-1 0 0,14-19 1 0 0,-15 15-12 0 0,0-1 0 0 0,-1 0-1 0 0,-1-1 1 0 0,12-31 0 0 0,-20 43-32 0 0,-1 1 0 0 0,0-1 0 0 0,-1 0 0 0 0,1 0 0 0 0,-2 0 1 0 0,1 0-1 0 0,-2-1 0 0 0,1 1 0 0 0,-1 0 0 0 0,0 0 0 0 0,-1-1 0 0 0,0 1 1 0 0,-1 0-1 0 0,-3-13 0 0 0,3 17-7 0 0,0 1 0 0 0,0 0 0 0 0,0 0 0 0 0,0 0 0 0 0,-1 0 0 0 0,1 0 0 0 0,-1 0 0 0 0,0 1 0 0 0,0-1 0 0 0,-1 1 0 0 0,1 0 0 0 0,-1 0 0 0 0,0 0 0 0 0,1 0 0 0 0,-6-1 0 0 0,3 0-118 0 0,-1 1 0 0 0,0 1 0 0 0,0-1 0 0 0,-1 1 0 0 0,1 1 0 0 0,0-1 0 0 0,-1 1 0 0 0,-12 0 0 0 0,4 1-471 0 0,-1 1 0 0 0,1 1 1 0 0,-1 0-1 0 0,1 2 0 0 0,0-1 0 0 0,0 2 0 0 0,-29 12 1 0 0,26-7-930 0 0,0 1 1 0 0,-32 24-1 0 0,-4 9-4969 0 0,19-14-1013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1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60 0 0,'-12'4'13616'0'0,"10"-3"-13464"0"0,1 1 1 0 0,-1-1-1 0 0,1 0 1 0 0,-1 0-1 0 0,1 1 1 0 0,-1-1-1 0 0,1 1 1 0 0,0-1-1 0 0,0 1 1 0 0,0 0-1 0 0,0-1 1 0 0,0 1-1 0 0,0 0 1 0 0,0 0-1 0 0,1 0 1 0 0,-1 0-1 0 0,0 0 1 0 0,1-1-1 0 0,0 1 1 0 0,-1 0-1 0 0,1 0 1 0 0,0 0-1 0 0,0 0 0 0 0,1 4 1 0 0,-1 7-1025 0 0,1 0 0 0 0,3 18-1 0 0,3 1-5351 0 0,-3-16-19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1 184 0 0,'-49'74'18390'0'0,"48"-73"-17898"0"0,-9 13 985 0 0,27-15-6229 0 0,2-8-1634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1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109 337 552 0 0,'43'-52'16873'0'0,"-48"65"-14127"0"0,-22 37-826 0 0,3 2-1 0 0,-24 70 1 0 0,36-83-1644 0 0,1 0 0 0 0,3 0 1 0 0,1 1-1 0 0,-2 46 1 0 0,8-82-231 0 0,1 0-1 0 0,0 0 1 0 0,1 1 0 0 0,-1-1 0 0 0,1 0 0 0 0,-1 0 0 0 0,1 0-1 0 0,0 0 1 0 0,1 0 0 0 0,-1 0 0 0 0,1 0 0 0 0,0 0-1 0 0,0-1 1 0 0,0 1 0 0 0,0-1 0 0 0,4 5 0 0 0,-4-6-20 0 0,0 0 0 0 0,1 0 0 0 0,-1-1 1 0 0,1 1-1 0 0,-1 0 0 0 0,1-1 0 0 0,0 1 1 0 0,0-1-1 0 0,-1 0 0 0 0,1 0 0 0 0,0 0 0 0 0,0 0 1 0 0,0-1-1 0 0,0 1 0 0 0,0-1 0 0 0,1 0 1 0 0,-1 0-1 0 0,0 0 0 0 0,0 0 0 0 0,0 0 0 0 0,0-1 1 0 0,6-1-1 0 0,4-2-3 0 0,0 0 0 0 0,-1-1 0 0 0,1-1 0 0 0,-1 0 0 0 0,0 0 1 0 0,0-1-1 0 0,-1-1 0 0 0,0 0 0 0 0,0 0 0 0 0,-1-1 0 0 0,12-14 0 0 0,4-6-23 0 0,-1-2 0 0 0,33-55 0 0 0,-46 68 0 0 0,-1 0 0 0 0,-1-2 0 0 0,-1 1 0 0 0,-1-1 0 0 0,-1 0 0 0 0,9-38 0 0 0,-14 49 12 0 0,-1 0 0 0 0,0 0 0 0 0,0 0 0 0 0,-1 0-1 0 0,0 0 1 0 0,-1 0 0 0 0,0 0 0 0 0,-1 0 0 0 0,1 0-1 0 0,-2 0 1 0 0,1 1 0 0 0,-1-1 0 0 0,-1 1-1 0 0,1-1 1 0 0,-1 1 0 0 0,-1 0 0 0 0,1 0 0 0 0,-10-10-1 0 0,-6-3-159 0 0,0 1 0 0 0,-2 0-1 0 0,-40-27 1 0 0,14 10-1822 0 0,42 32 1291 0 0,0 0-1 0 0,1 0 1 0 0,-1 0 0 0 0,1-1 0 0 0,1 0-1 0 0,-1 0 1 0 0,-3-7 0 0 0,6 9-426 0 0,0 0 1 0 0,0 0 0 0 0,0 0-1 0 0,1 0 1 0 0,0-1-1 0 0,0 1 1 0 0,0 0-1 0 0,0-8 1 0 0,2-12-7750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12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502 257 156 0 0,'-8'-20'3121'0'0,"4"12"-1936"0"0,1-1 1 0 0,0 1 0 0 0,0-1-1 0 0,1 1 1 0 0,0-1-1 0 0,-1-12 1 0 0,4 18-1025 0 0,-1-1 1 0 0,1 1 0 0 0,0 0 0 0 0,-1 0-1 0 0,1 0 1 0 0,1-1 0 0 0,-1 1-1 0 0,0 0 1 0 0,1 1 0 0 0,0-1-1 0 0,-1 0 1 0 0,1 0 0 0 0,0 1-1 0 0,1-1 1 0 0,-1 1 0 0 0,0-1 0 0 0,1 1-1 0 0,-1 0 1 0 0,4-2 0 0 0,4-3 109 0 0,0 1 0 0 0,0 0-1 0 0,20-7 1 0 0,8-3-37 0 0,2 3-1 0 0,0 1 0 0 0,0 2 0 0 0,1 2 0 0 0,0 1 1 0 0,0 2-1 0 0,74 2 0 0 0,-108 3-231 0 0,0 1-1 0 0,0-1 1 0 0,0 1 0 0 0,-1 1-1 0 0,1-1 1 0 0,-1 1 0 0 0,1 1-1 0 0,-1-1 1 0 0,0 1 0 0 0,1 0-1 0 0,-1 0 1 0 0,-1 1-1 0 0,8 5 1 0 0,-7-4-19 0 0,-1 1 0 0 0,0 0 1 0 0,0 0-1 0 0,0 0 0 0 0,-1 0 0 0 0,0 1 0 0 0,0 0 1 0 0,-1 0-1 0 0,1 0 0 0 0,-2 0 0 0 0,4 11 0 0 0,1 10 27 0 0,-1-1-1 0 0,4 55 1 0 0,-6 61 728 0 0,-4-94-379 0 0,11 424 2785 0 0,-4 607 568 0 0,-57-161-1945 0 0,12-274 237 0 0,32-522-1523 0 0,-19 279 1404 0 0,21-360-1733 0 0,-2 0-1 0 0,-1 0 1 0 0,-15 43 0 0 0,17-70-114 0 0,-1 1 1 0 0,0-2-1 0 0,-2 1 1 0 0,1-1-1 0 0,-2 0 0 0 0,0 0 1 0 0,-1-1-1 0 0,0 0 1 0 0,-1-1-1 0 0,0 0 1 0 0,-14 11-1 0 0,8-10-335 0 0,-1-1 1 0 0,0 0-1 0 0,-1-1 0 0 0,0-1 0 0 0,-1-1 1 0 0,0-1-1 0 0,-1-1 0 0 0,1 0 1 0 0,-1-1-1 0 0,-1-2 0 0 0,-24 3 0 0 0,-25-2-1956 0 0,1-2 0 0 0,-79-9 0 0 0,-32 1-1027 0 0,106 7-3221 0 0,-3-3-3761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8:5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0 408 0 0,'0'0'5269'0'0,"-7"11"-5325"0"0,2-3-2221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4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0 367 424 0 0,'3'-14'10326'0'0,"-2"11"-9746"0"0,7 3-542 0 0,-1 0 0 0 0,0 0 0 0 0,0-1-1 0 0,1 0 1 0 0,-1 0 0 0 0,0-1-1 0 0,0 0 1 0 0,0-1 0 0 0,-1 1 0 0 0,9-5-1 0 0,67-39 143 0 0,-74 41-163 0 0,5-4-9 0 0,-1 0-1 0 0,0 0 1 0 0,-1-1-1 0 0,0-1 0 0 0,-1 0 1 0 0,0 0-1 0 0,-1-1 0 0 0,0 0 1 0 0,-1-1-1 0 0,0 0 1 0 0,-1 0-1 0 0,0-1 0 0 0,-2 0 1 0 0,1 0-1 0 0,-1 0 0 0 0,4-23 1 0 0,-6 8 21 0 0,-3 28-31 0 0,0-1 0 0 0,0 1 0 0 0,0-1 0 0 0,0 1-1 0 0,0 0 1 0 0,0-1 0 0 0,-1 1 0 0 0,1-1 0 0 0,0 1-1 0 0,-1 0 1 0 0,1-1 0 0 0,-1 1 0 0 0,0 0-1 0 0,1 0 1 0 0,-1-1 0 0 0,-1-1 0 0 0,1 4 0 0 0,-1-1 1 0 0,1 0-1 0 0,0 1 0 0 0,0-1 1 0 0,-1 1-1 0 0,1 0 0 0 0,0-1 1 0 0,0 1-1 0 0,0 0 0 0 0,0 0 1 0 0,0-1-1 0 0,0 1 1 0 0,0 0-1 0 0,0 0 0 0 0,0 0 1 0 0,1 0-1 0 0,-2 3 0 0 0,-11 15 12 0 0,2 1 0 0 0,0 1 0 0 0,2 0 0 0 0,-11 32 0 0 0,-20 93 71 0 0,29-100-66 0 0,-21 109 362 0 0,-11 169-1 0 0,25-172-213 0 0,8-88 3229 0 0,4-70-3110 0 0,-3-6-153 0 0,7-7-99 0 0,0-1 0 0 0,2 0 0 0 0,0 0 0 0 0,2 0 0 0 0,0 0 0 0 0,1 1 0 0 0,1-1 0 0 0,12-36 0 0 0,0 15-80 0 0,1 0 0 0 0,43-74 1 0 0,-44 88 23 0 0,2 0 1 0 0,39-46-1 0 0,-48 64 19 0 0,-1 0 0 0 0,1 1 0 0 0,1 0 0 0 0,0 1 0 0 0,0 0 1 0 0,0 0-1 0 0,1 1 0 0 0,0 0 0 0 0,0 1 0 0 0,17-5 0 0 0,-26 9 8 0 0,0 0 0 0 0,0 1 0 0 0,0-1 1 0 0,0 1-1 0 0,0 0 0 0 0,1 0 0 0 0,-1-1 0 0 0,0 2 1 0 0,0-1-1 0 0,0 0 0 0 0,0 0 0 0 0,0 1 0 0 0,0-1 0 0 0,1 1 1 0 0,-1-1-1 0 0,0 1 0 0 0,0 0 0 0 0,0 0 0 0 0,-1 0 1 0 0,1 0-1 0 0,0 0 0 0 0,0 1 0 0 0,-1-1 0 0 0,1 0 0 0 0,0 1 1 0 0,-1-1-1 0 0,1 1 0 0 0,-1 0 0 0 0,0-1 0 0 0,0 1 1 0 0,1 0-1 0 0,0 2 0 0 0,-1 0 6 0 0,1-1 0 0 0,-1 1 0 0 0,1 0 0 0 0,-1 1 1 0 0,0-1-1 0 0,0 0 0 0 0,-1 0 0 0 0,1 0 0 0 0,-1 0 0 0 0,0 1 0 0 0,0-1 1 0 0,-1 0-1 0 0,1 0 0 0 0,-3 8 0 0 0,-4 7 18 0 0,-1 1 0 0 0,-1-2 0 0 0,0 1 0 0 0,-2-1 0 0 0,0-1 0 0 0,-1 0 0 0 0,-1-1 1 0 0,0 0-1 0 0,-1-1 0 0 0,-1 0 0 0 0,0-1 0 0 0,-1-1 0 0 0,-1 0 0 0 0,0-2 0 0 0,-20 12 0 0 0,31-19-19 0 0,-1-1 3 0 0,-23 2-8 0 0,-23-7-50 0 0,46-1 43 0 0,19 9-7 0 0,261 131 139 0 0,-140-67-263 0 0,8-3-2751 0 0,-42-31-3586 0 0,-55-24 893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4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285 233 976 0 0,'-5'-27'3717'0'0,"2"0"-1"0"0,0-1 1 0 0,2-46-1 0 0,1 50-1936 0 0,0 22-1704 0 0,0-1 0 0 0,1 1 1 0 0,-1-1-1 0 0,0 0 0 0 0,1 1 1 0 0,-1-1-1 0 0,1 1 0 0 0,0-1 1 0 0,0 1-1 0 0,0 0 1 0 0,0-1-1 0 0,0 1 0 0 0,1 0 1 0 0,-1-1-1 0 0,1 1 0 0 0,-1 0 1 0 0,1 0-1 0 0,0 0 0 0 0,0 1 1 0 0,4-4-1 0 0,-4 4-13 0 0,2 1-16 0 0,0 1-39 0 0,0-1 0 0 0,0 1 1 0 0,0 0-1 0 0,0 0 0 0 0,0 1 0 0 0,-1-1 0 0 0,1 1 1 0 0,0 0-1 0 0,-1 0 0 0 0,1 0 0 0 0,-1 0 0 0 0,0 1 1 0 0,1-1-1 0 0,-1 1 0 0 0,-1 0 0 0 0,6 5 0 0 0,-5-2 2 0 0,0 1-1 0 0,0-1 0 0 0,0 1 0 0 0,-1 0 1 0 0,0 0-1 0 0,0 0 0 0 0,-1 0 0 0 0,0 0 0 0 0,0 0 1 0 0,-1 0-1 0 0,1 0 0 0 0,-2 0 0 0 0,1 0 1 0 0,-1 1-1 0 0,0-1 0 0 0,0 0 0 0 0,-1 0 0 0 0,-5 12 1 0 0,-4 9 21 0 0,-1-1 0 0 0,-2-1 0 0 0,-22 33 0 0 0,9-15 20 0 0,2-4 141 0 0,24-39-152 0 0,-2 3 0 0 0,3-4-38 0 0,0 0 0 0 0,0 0 0 0 0,0 0 0 0 0,0 0 0 0 0,0 0 0 0 0,0 0 0 0 0,0 0 0 0 0,0 0 0 0 0,0 0-1 0 0,0 0 1 0 0,0 0 0 0 0,0 0 0 0 0,0 0 0 0 0,0 0 0 0 0,0 0 0 0 0,0 1 0 0 0,0-1 0 0 0,0 0 0 0 0,0 0 0 0 0,0 0 0 0 0,0 0 0 0 0,0 0 0 0 0,0 0 0 0 0,0 0 0 0 0,0 0 0 0 0,0 0 0 0 0,0 0-1 0 0,0 0 1 0 0,0 0 0 0 0,0 0 0 0 0,0 0 0 0 0,0 0 0 0 0,0 0 0 0 0,0 0 0 0 0,0 0 0 0 0,0 1 0 0 0,0-1 0 0 0,0 0 0 0 0,0 0 0 0 0,0 0 0 0 0,0 0 0 0 0,0 0 0 0 0,0 0 0 0 0,7-3-5 0 0,0 1 0 0 0,0-1 0 0 0,0 1 0 0 0,1 1 0 0 0,-1 0 1 0 0,0 0-1 0 0,1 0 0 0 0,-1 1 0 0 0,1 0 0 0 0,-1 0 0 0 0,1 1 1 0 0,-1 0-1 0 0,1 0 0 0 0,12 5 0 0 0,-14-5 24 0 0,0 1-1 0 0,0 0 0 0 0,-1 1 1 0 0,1-1-1 0 0,-1 1 0 0 0,0 0 1 0 0,0 1-1 0 0,0-1 0 0 0,0 1 1 0 0,0 0-1 0 0,-1 0 0 0 0,1 1 1 0 0,-1-1-1 0 0,-1 1 0 0 0,1 0 1 0 0,0 0-1 0 0,-1 0 0 0 0,5 11 1 0 0,-7-12 116 0 0,0 0 0 0 0,-1 1 1 0 0,1-1-1 0 0,-1 0 1 0 0,0 0-1 0 0,0 0 1 0 0,-1 0-1 0 0,1 1 0 0 0,-1-1 1 0 0,0 0-1 0 0,0 0 1 0 0,0 0-1 0 0,-1 0 0 0 0,1 0 1 0 0,-1-1-1 0 0,0 1 1 0 0,0 0-1 0 0,0-1 1 0 0,-1 1-1 0 0,1-1 0 0 0,-1 0 1 0 0,0 0-1 0 0,-3 3 1 0 0,-1 2 202 0 0,-1-1 1 0 0,0 0-1 0 0,0 0 1 0 0,-1 0-1 0 0,0-2 1 0 0,0 1 0 0 0,-20 8-1 0 0,10-7 55 0 0,-1-1 0 0 0,0-1-1 0 0,0-1 1 0 0,0-1 0 0 0,0 0 0 0 0,-1-2-1 0 0,-36-1 1 0 0,7-6-1957 0 0,-2-5-4194 0 0,2-5-5849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50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24 1228 0 0,'0'-23'14717'0'0,"-33"186"-11159"0"0,9-47-3994 0 0,8 1-4834 0 0,16-92 782 0 0,1-4-2417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53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294 157 1516 0 0,'3'-24'6283'0'0,"-9"-36"1464"0"0,5 59-7190 0 0,-1-3 289 0 0,2 2-624 0 0,-1 0 0 0 0,0 0-1 0 0,0 0 1 0 0,0 1 0 0 0,0-1-1 0 0,0 0 1 0 0,0 1 0 0 0,0-1-1 0 0,0 0 1 0 0,-1 1-1 0 0,-2-3 1 0 0,2 4-209 0 0,0 0-1 0 0,0 0 1 0 0,1 0 0 0 0,-1 0-1 0 0,0 0 1 0 0,0 0-1 0 0,0 1 1 0 0,1-1-1 0 0,-1 0 1 0 0,0 1 0 0 0,0 0-1 0 0,1-1 1 0 0,-1 1-1 0 0,0 0 1 0 0,1 0 0 0 0,-1 0-1 0 0,1 0 1 0 0,-1 0-1 0 0,-1 2 1 0 0,-29 29 120 0 0,25-25-108 0 0,-2 4 4 0 0,1 0 1 0 0,0 0 0 0 0,0 1 0 0 0,1 0-1 0 0,-8 19 1 0 0,-19 66 579 0 0,21-58-233 0 0,8-20-319 0 0,1-1 0 0 0,0 0-1 0 0,2 1 1 0 0,0 0 0 0 0,1 0 0 0 0,2 31 0 0 0,2-20-29 0 0,1 0 1 0 0,1 0 0 0 0,14 41 0 0 0,-14-55-16 0 0,0 0 0 0 0,2 0 0 0 0,0 0 0 0 0,1-1 0 0 0,0 0 1 0 0,1-1-1 0 0,14 18 0 0 0,-17-27 8 0 0,-1 1 0 0 0,0-1 0 0 0,1 1 0 0 0,0-2 0 0 0,0 1 0 0 0,1-1 0 0 0,-1 0 0 0 0,1 0 0 0 0,0 0 0 0 0,0-1 1 0 0,0-1-1 0 0,1 1 0 0 0,-1-1 0 0 0,0 0 0 0 0,1 0 0 0 0,0-1 0 0 0,-1 0 0 0 0,11-1 0 0 0,-5 0-5 0 0,0-2 0 0 0,0 1 0 0 0,0-2 0 0 0,0 0 0 0 0,-1 0 0 0 0,1-2 0 0 0,-1 1 0 0 0,0-1 0 0 0,0-1 0 0 0,-1 0 0 0 0,1-1 0 0 0,-1 0 0 0 0,-1-1 0 0 0,1 0 0 0 0,-1 0 0 0 0,12-15 0 0 0,-5 4 69 0 0,-1 0 1 0 0,0-1 0 0 0,-2-1 0 0 0,0 0-1 0 0,-2-1 1 0 0,0-1 0 0 0,13-37-1 0 0,-16 33 44 0 0,-1 0-1 0 0,-1-1 0 0 0,-2 0 1 0 0,0 0-1 0 0,0-57 0 0 0,-5 67-63 0 0,-1-1-1 0 0,-1 1 0 0 0,0 0 1 0 0,-2 0-1 0 0,0 0 0 0 0,-1 0 1 0 0,0 0-1 0 0,-2 1 0 0 0,0 0 1 0 0,-11-20-1 0 0,13 30-55 0 0,0 0 0 0 0,0-1 0 0 0,-1 2 0 0 0,0-1 0 0 0,0 1 0 0 0,0 0 0 0 0,-1 0 0 0 0,0 0 0 0 0,0 1 0 0 0,0 0 0 0 0,-1 1 0 0 0,0 0 0 0 0,-12-5 0 0 0,9 5-64 0 0,-1 1 0 0 0,1 0 0 0 0,-1 1 0 0 0,0 0-1 0 0,0 1 1 0 0,0 0 0 0 0,-1 1 0 0 0,1 0 0 0 0,-12 3 0 0 0,2 0-406 0 0,-1 2 0 0 0,1 1 0 0 0,1 0 0 0 0,-1 2 0 0 0,1 0 0 0 0,0 2 0 0 0,1 0 0 0 0,0 1 0 0 0,1 1 0 0 0,-20 16 0 0 0,18-11-884 0 0,1 2 1 0 0,-21 25-1 0 0,-7 17-4606 0 0,19-20-799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45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37 117 512 0 0,'13'-106'12220'0'0,"-13"104"-11915"0"0,1-6 2007 0 0,2 21-1794 0 0,-1 1 0 0 0,0-1 0 0 0,-1 1 0 0 0,0 0-1 0 0,-1 0 1 0 0,-2 19 0 0 0,-18 87-240 0 0,13-84-161 0 0,-6 22-1867 0 0,-1 2-6197 0 0,11-37 679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4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107 272 1264 0 0,'4'-26'7830'0'0,"-11"7"-3870"0"0,7 18-3929 0 0,0 1 0 0 0,0 0 0 0 0,-1-1 0 0 0,1 1 0 0 0,0 0 1 0 0,0-1-1 0 0,-1 1 0 0 0,1 0 0 0 0,0-1 0 0 0,0 1 0 0 0,-1 0 0 0 0,1 0 0 0 0,0-1 0 0 0,-1 1 1 0 0,1 0-1 0 0,-1 0 0 0 0,1 0 0 0 0,0 0 0 0 0,-1-1 0 0 0,1 1 0 0 0,-1 0 0 0 0,1 0 0 0 0,0 0 1 0 0,-1 0-1 0 0,1 0 0 0 0,-1 0 0 0 0,1 0 0 0 0,0 0 0 0 0,-1 0 0 0 0,1 0 0 0 0,-1 0 0 0 0,1 0 1 0 0,0 1-1 0 0,-1-1 0 0 0,1 0 0 0 0,-1 0 0 0 0,1 0 0 0 0,0 0 0 0 0,-1 1 0 0 0,1-1 0 0 0,0 0 0 0 0,-1 0 1 0 0,1 1-1 0 0,0-1 0 0 0,0 0 0 0 0,-1 1 0 0 0,1-1 0 0 0,0 0 0 0 0,0 1 0 0 0,-1-1 0 0 0,1 0 1 0 0,0 1-1 0 0,0-1 0 0 0,0 0 0 0 0,-1 1 0 0 0,-10 17 25 0 0,0 1 1 0 0,0 1-1 0 0,2-1 0 0 0,1 1 0 0 0,0 1 1 0 0,1-1-1 0 0,2 1 0 0 0,0 1 0 0 0,1-1 0 0 0,-2 33 1 0 0,6-47-46 0 0,0 1 1 0 0,0 0-1 0 0,1 0 1 0 0,0-1-1 0 0,0 1 1 0 0,1-1-1 0 0,0 1 1 0 0,0-1-1 0 0,1 0 0 0 0,4 9 1 0 0,-5-12-1 0 0,-1-1 0 0 0,1 0 0 0 0,1 0 0 0 0,-1-1 0 0 0,0 1 1 0 0,1 0-1 0 0,-1-1 0 0 0,1 1 0 0 0,0-1 0 0 0,0 0 0 0 0,0 0 0 0 0,0 0 0 0 0,0 0 0 0 0,0-1 1 0 0,0 1-1 0 0,1-1 0 0 0,-1 0 0 0 0,1 0 0 0 0,-1 0 0 0 0,1 0 0 0 0,-1-1 0 0 0,1 1 0 0 0,6-1 0 0 0,1-1 72 0 0,0 0 0 0 0,1-1 0 0 0,-1 0 0 0 0,0 0 0 0 0,0-2 0 0 0,0 1 0 0 0,0-1 0 0 0,-1-1-1 0 0,1 0 1 0 0,-1-1 0 0 0,-1 1 0 0 0,1-2 0 0 0,10-8 0 0 0,-6 3 121 0 0,0-1 0 0 0,0 0 0 0 0,-1-1 0 0 0,-1-1 1 0 0,0 0-1 0 0,-1-1 0 0 0,10-18 0 0 0,-12 16-50 0 0,0-1 0 0 0,-1 0 0 0 0,-1-1 0 0 0,-1 0 1 0 0,0 0-1 0 0,3-33 0 0 0,-7 40-75 0 0,-1 1 0 0 0,-1-1 0 0 0,0 0 1 0 0,-1 1-1 0 0,0-1 0 0 0,-1 1 0 0 0,0-1 0 0 0,-1 1 0 0 0,0 0 1 0 0,-1 0-1 0 0,-1 0 0 0 0,-5-11 0 0 0,7 17-94 0 0,0 0 1 0 0,-1 1-1 0 0,0-1 0 0 0,0 1 0 0 0,0 0 1 0 0,0 1-1 0 0,-1-1 0 0 0,0 1 0 0 0,0-1 1 0 0,0 1-1 0 0,0 1 0 0 0,-1-1 0 0 0,1 1 0 0 0,-1 0 1 0 0,0 0-1 0 0,0 1 0 0 0,0 0 0 0 0,0 0 1 0 0,-1 0-1 0 0,1 1 0 0 0,0 0 0 0 0,-1 0 1 0 0,1 0-1 0 0,-1 1 0 0 0,1 0 0 0 0,-1 0 0 0 0,1 1 1 0 0,-1 0-1 0 0,1 0 0 0 0,0 0 0 0 0,-1 1 1 0 0,1 0-1 0 0,0 0 0 0 0,0 1 0 0 0,0-1 1 0 0,0 2-1 0 0,1-1 0 0 0,-1 0 0 0 0,-6 7 1 0 0,5-4-477 0 0,1 0 1 0 0,0 1 0 0 0,1 0-1 0 0,0 0 1 0 0,0 0 0 0 0,0 1-1 0 0,1-1 1 0 0,-4 11 0 0 0,-11 39-7151 0 0,14-33 1980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4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28 980 0 0,'0'0'2262'0'0,"-11"-27"9004"0"0,9 29-11184 0 0,-1 0 0 0 0,1 1 1 0 0,0-1-1 0 0,0 1 0 0 0,0 0 0 0 0,1-1 0 0 0,-1 1 1 0 0,1 0-1 0 0,0 0 0 0 0,-2 5 0 0 0,-9 38 163 0 0,8-30-147 0 0,-5 22 35 0 0,1 1 1 0 0,-4 75-1 0 0,11-96-92 0 0,2 0 1 0 0,0 0-1 0 0,0 0 0 0 0,2 0 1 0 0,0-1-1 0 0,1 1 0 0 0,1-1 1 0 0,13 30-1 0 0,-16-42 69 0 0,0 0-1 0 0,1-1 1 0 0,-1 1 0 0 0,1-1 0 0 0,0 0 0 0 0,1 0 0 0 0,-1 0-1 0 0,1 0 1 0 0,-1-1 0 0 0,1 1 0 0 0,0-1 0 0 0,0 0-1 0 0,1 0 1 0 0,-1 0 0 0 0,1-1 0 0 0,-1 0 0 0 0,1 0-1 0 0,0 0 1 0 0,0 0 0 0 0,0-1 0 0 0,0 1 0 0 0,0-1 0 0 0,0-1-1 0 0,0 1 1 0 0,1-1 0 0 0,-1 0 0 0 0,0 0 0 0 0,0 0-1 0 0,0-1 1 0 0,0 0 0 0 0,1 0 0 0 0,-1 0 0 0 0,0 0-1 0 0,-1-1 1 0 0,1 0 0 0 0,6-3 0 0 0,-1-1 26 0 0,-1 0 1 0 0,1-1 0 0 0,-1 1-1 0 0,-1-2 1 0 0,1 1-1 0 0,-2-1 1 0 0,1-1-1 0 0,-1 1 1 0 0,0-1-1 0 0,-1-1 1 0 0,0 1-1 0 0,0-1 1 0 0,-1 0 0 0 0,0 0-1 0 0,-1-1 1 0 0,6-19-1 0 0,-5 10-67 0 0,-1-1 1 0 0,-1 0-1 0 0,0 0 0 0 0,-2 0 0 0 0,-1 0 0 0 0,0 0 1 0 0,-1 0-1 0 0,-5-24 0 0 0,4 37-57 0 0,1 1 0 0 0,-2-1 0 0 0,1 1 0 0 0,-1-1 1 0 0,0 1-1 0 0,0 0 0 0 0,-1 0 0 0 0,0 0 0 0 0,-1 1 0 0 0,1-1 0 0 0,-1 1 0 0 0,0 0 0 0 0,-1 1 0 0 0,1-1 0 0 0,-1 1 0 0 0,0 0 0 0 0,0 0 0 0 0,-1 1 1 0 0,0 0-1 0 0,-13-6 0 0 0,13 7-146 0 0,0 0 0 0 0,0 1 0 0 0,0 0 0 0 0,0 1 0 0 0,0 0 0 0 0,0 0 0 0 0,-1 0 0 0 0,1 1 0 0 0,-14 1 0 0 0,14 0-337 0 0,0 0 0 0 0,0 1-1 0 0,0 0 1 0 0,0 0-1 0 0,0 1 1 0 0,1-1 0 0 0,-1 1-1 0 0,1 1 1 0 0,-1 0-1 0 0,-9 7 1 0 0,-13 18-6938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0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21 348 0 0,'0'-18'13460'0'0,"0"18"-13459"0"0,0 0 1 0 0,0 0-1 0 0,0 0 0 0 0,0 0 0 0 0,-1 0 1 0 0,1 0-1 0 0,0 0 0 0 0,0 1 1 0 0,0-1-1 0 0,0 0 0 0 0,0 0 0 0 0,0 0 1 0 0,-1 0-1 0 0,1 0 0 0 0,0 0 1 0 0,0 0-1 0 0,0 0 0 0 0,0 0 0 0 0,0 0 1 0 0,-1 0-1 0 0,1 0 0 0 0,0 0 1 0 0,0 0-1 0 0,0 0 0 0 0,0 0 1 0 0,0 0-1 0 0,-1 0 0 0 0,1 0 0 0 0,0 0 1 0 0,0 0-1 0 0,0 0 0 0 0,0-1 1 0 0,0 1-1 0 0,0 0 0 0 0,0 0 0 0 0,-1 0 1 0 0,1 0-1 0 0,0 0 0 0 0,0 0 1 0 0,0 0-1 0 0,0 0 0 0 0,0 0 1 0 0,0-1-1 0 0,0 1 0 0 0,0 0 0 0 0,0 0 1 0 0,0 0-1 0 0,-1 0 0 0 0,1 0 1 0 0,0 0-1 0 0,0-1 0 0 0,0 1 0 0 0,0 0 1 0 0,0 0-1 0 0,0 0 0 0 0,0 0 1 0 0,0-1-1 0 0,-2 19 1 0 0,4 24 55 0 0,-1 0 0 0 0,-3 0 0 0 0,-7 50 1 0 0,3-37-33 0 0,-42 287 129 0 0,44-304 248 0 0,3-25-2500 0 0,-1 1-4014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1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46 203 172 0 0,'-40'-61'8791'0'0,"39"60"-8712"0"0,0-1 1 0 0,0 0-1 0 0,0 0 1 0 0,1 0 0 0 0,-1-1-1 0 0,1 1 1 0 0,0 0-1 0 0,0 0 1 0 0,-1 0-1 0 0,1 0 1 0 0,1 0-1 0 0,-1 0 1 0 0,0 0 0 0 0,0 0-1 0 0,1-1 1 0 0,-1 1-1 0 0,1 0 1 0 0,0 0-1 0 0,-1 0 1 0 0,1 1-1 0 0,0-1 1 0 0,0 0 0 0 0,1 0-1 0 0,-1 0 1 0 0,0 1-1 0 0,0-1 1 0 0,1 0-1 0 0,1-1 1 0 0,3-3 3 0 0,1 0-1 0 0,-1 0 1 0 0,1 0 0 0 0,0 1 0 0 0,10-5-1 0 0,-4 2-10 0 0,0 2 0 0 0,0 0-1 0 0,0 1 1 0 0,1 0 0 0 0,28-6-1 0 0,-36 10-47 0 0,1 0 0 0 0,-1 1-1 0 0,0-1 1 0 0,0 1 0 0 0,0 0 0 0 0,1 0-1 0 0,-1 1 1 0 0,0 0 0 0 0,0 0 0 0 0,0 0-1 0 0,0 1 1 0 0,0 0 0 0 0,0 0 0 0 0,0 1-1 0 0,-1 0 1 0 0,9 4 0 0 0,-12-5-6 0 0,1 0 1 0 0,-1 0-1 0 0,0 0 1 0 0,0 1-1 0 0,0-1 0 0 0,0 0 1 0 0,0 1-1 0 0,-1-1 1 0 0,1 1-1 0 0,-1 0 1 0 0,0-1-1 0 0,1 1 1 0 0,-1 0-1 0 0,-1 0 0 0 0,2 5 1 0 0,-1-3 8 0 0,-1 1 0 0 0,1 0 1 0 0,-1-1-1 0 0,-1 1 0 0 0,1-1 1 0 0,-1 1-1 0 0,-2 10 0 0 0,-3 2 22 0 0,-1-1 0 0 0,0 1 0 0 0,-19 30 0 0 0,13-27 170 0 0,0-1 0 0 0,-2 0-1 0 0,0-1 1 0 0,-1-1 0 0 0,0 0 0 0 0,-2-1-1 0 0,0-1 1 0 0,-1-1 0 0 0,-23 15 0 0 0,-19 4 2246 0 0,60-33-2405 0 0,0-1-57 0 0,1 0 0 0 0,0 0-1 0 0,-1 0 1 0 0,1-1 0 0 0,0 2-1 0 0,-1-1 1 0 0,1 0 0 0 0,0 0-1 0 0,-1 0 1 0 0,1 0 0 0 0,0 0-1 0 0,-1 0 1 0 0,1 0 0 0 0,0 0-1 0 0,0 0 1 0 0,-1 1 0 0 0,1-1-1 0 0,0 0 1 0 0,-1 0 0 0 0,1 0 0 0 0,0 0-1 0 0,0 1 1 0 0,-1-1 0 0 0,1 0-1 0 0,0 0 1 0 0,0 1 0 0 0,0-1-1 0 0,-1 0 1 0 0,1 1 0 0 0,0-1-1 0 0,0 0 1 0 0,0 0 0 0 0,0 1-1 0 0,0-1 1 0 0,0 0 0 0 0,0 1-1 0 0,0-1 1 0 0,0 0 0 0 0,-1 1-1 0 0,1-1 1 0 0,0 0 0 0 0,1 1-1 0 0,-1-1 1 0 0,0 0 0 0 0,0 1-1 0 0,0-1 1 0 0,0 0 0 0 0,0 1-1 0 0,0-1 1 0 0,0 1 0 0 0,10 15 42 0 0,163 141-1155 0 0,-110-102-2445 0 0,-17-24-3241 0 0,-29-21 2457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91 154 404 0 0,'-8'-20'4657'0'0,"2"6"-2134"0"0,1 0 0 0 0,-6-21 0 0 0,11 33-2465 0 0,-1-1-1 0 0,1 1 1 0 0,0-1-1 0 0,0 0 0 0 0,0 1 1 0 0,1-1-1 0 0,-1 1 0 0 0,0-1 1 0 0,1 0-1 0 0,0 1 0 0 0,0-1 1 0 0,-1 1-1 0 0,1 0 1 0 0,1-1-1 0 0,-1 1 0 0 0,0 0 1 0 0,1-1-1 0 0,-1 1 0 0 0,1 0 1 0 0,-1 0-1 0 0,1 0 0 0 0,0 1 1 0 0,0-1-1 0 0,0 0 1 0 0,0 1-1 0 0,0-1 0 0 0,1 1 1 0 0,-1-1-1 0 0,0 1 0 0 0,1 0 1 0 0,-1 0-1 0 0,1 0 0 0 0,-1 1 1 0 0,1-1-1 0 0,-1 0 1 0 0,1 1-1 0 0,-1 0 0 0 0,1 0 1 0 0,0-1-1 0 0,-1 1 0 0 0,1 1 1 0 0,-1-1-1 0 0,1 0 0 0 0,0 1 1 0 0,-1-1-1 0 0,1 1 1 0 0,-1 0-1 0 0,1 0 0 0 0,-1 0 1 0 0,0 0-1 0 0,1 0 0 0 0,-1 1 1 0 0,0-1-1 0 0,4 4 0 0 0,-3-1-40 0 0,0 0-1 0 0,0 0 0 0 0,0 1 0 0 0,0-1 0 0 0,-1 1 0 0 0,0 0 1 0 0,0 0-1 0 0,0 0 0 0 0,-1 0 0 0 0,0 0 0 0 0,0 0 0 0 0,0 1 1 0 0,0-1-1 0 0,-1 0 0 0 0,0 0 0 0 0,0 1 0 0 0,0-1 0 0 0,-1 0 1 0 0,-2 10-1 0 0,-2 7 54 0 0,0 1 0 0 0,-2-1 0 0 0,-10 21 0 0 0,9-29 233 0 0,7-12-158 0 0,-1 1 0 0 0,1-1 0 0 0,0 0 1 0 0,0 1-1 0 0,0-1 0 0 0,0 1 0 0 0,0-1 0 0 0,-1 6 0 0 0,17-14-80 0 0,27 0-46 0 0,-38 6-16 0 0,0 0 0 0 0,0 0 0 0 0,0 0 0 0 0,0 0 0 0 0,0 1 0 0 0,0 0 0 0 0,0 0 0 0 0,6 2 0 0 0,-6-2 13 0 0,0 1 0 0 0,-1-1-1 0 0,1 1 1 0 0,0 0 0 0 0,-1 0 0 0 0,1 0 0 0 0,-1 1 0 0 0,0-1-1 0 0,0 1 1 0 0,0 0 0 0 0,0 0 0 0 0,0 0 0 0 0,-1 0 0 0 0,1 0-1 0 0,-1 0 1 0 0,0 1 0 0 0,3 5 0 0 0,-4-6 89 0 0,0 1 0 0 0,0-1 0 0 0,-1 1 0 0 0,1-1 0 0 0,-1 1 0 0 0,0-1 0 0 0,0 1 0 0 0,0-1 0 0 0,-1 1 0 0 0,1-1 0 0 0,-1 1 0 0 0,0-1 0 0 0,1 1 0 0 0,-2-1 0 0 0,-2 7 0 0 0,1-3 117 0 0,-1-1 0 0 0,1 1 0 0 0,-2-1-1 0 0,1 0 1 0 0,-1 0 0 0 0,0-1 0 0 0,0 1-1 0 0,0-1 1 0 0,-1 0 0 0 0,1-1 0 0 0,-1 1-1 0 0,-1-1 1 0 0,1 0 0 0 0,-1-1-1 0 0,-12 6 1 0 0,7-5-163 0 0,1-1 0 0 0,0-1-1 0 0,-1 0 1 0 0,1 0 0 0 0,-1-1-1 0 0,0-1 1 0 0,0 0 0 0 0,1-1 0 0 0,-1 0-1 0 0,0 0 1 0 0,1-1 0 0 0,-21-7 0 0 0,31 9-148 0 0,0-1 0 0 0,0 1 0 0 0,0-1 0 0 0,0 1 0 0 0,0-1 0 0 0,1 1 0 0 0,-1-1 0 0 0,0 0 1 0 0,0 1-1 0 0,0-1 0 0 0,1 0 0 0 0,-1 0 0 0 0,0 1 0 0 0,1-1 0 0 0,-1 0 0 0 0,1 0 0 0 0,-1 0 1 0 0,1 0-1 0 0,-1 0 0 0 0,1 0 0 0 0,0 0 0 0 0,-1 0 0 0 0,1 0 0 0 0,0 0 0 0 0,0 0 0 0 0,0 0 0 0 0,-1 0 1 0 0,1 0-1 0 0,0 0 0 0 0,1 0 0 0 0,-1 0 0 0 0,0 0 0 0 0,0 0 0 0 0,0 0 0 0 0,1 0 0 0 0,-1 0 1 0 0,0 0-1 0 0,1 0 0 0 0,-1 0 0 0 0,1 0 0 0 0,-1 0 0 0 0,2-1 0 0 0,1-4-709 0 0,1 0-1 0 0,0 0 1 0 0,1 1-1 0 0,6-8 1 0 0,-11 13 761 0 0,36-34-7099 0 0,-15 15 142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17 216 2236 0 0,'-17'3'15229'0'0,"35"-3"-14109"0"0,32-3-565 0 0,63-19 33 0 0,16-2-1504 0 0,-46 10-4444 0 0,-82 14 5193 0 0,0 0 0 0 0,1 0 0 0 0,-1-1 0 0 0,0 1 0 0 0,1-1 0 0 0,-1 1 0 0 0,0-1 0 0 0,1 1 0 0 0,-1-1 0 0 0,0 0-1 0 0,0 1 1 0 0,0-1 0 0 0,1 0 0 0 0,-1 0 0 0 0,0 0 0 0 0,0 0 0 0 0,0 0 0 0 0,-1 0 0 0 0,1 0 0 0 0,0 0 0 0 0,0 0 0 0 0,0-1 0 0 0,-1 1 0 0 0,1 0 0 0 0,-1 0 0 0 0,1-1 0 0 0,-1 1 0 0 0,1 0 0 0 0,-1-1 0 0 0,0 1 0 0 0,0 0 0 0 0,0-1 0 0 0,0-1 0 0 0,0-4 478 0 0,0 0 0 0 0,-1 1 0 0 0,0-1 0 0 0,-1 1 1 0 0,-2-9-1 0 0,1 4 844 0 0,0-1 881 0 0,0 0-1 0 0,0 0 1 0 0,-8-15 2113 0 0,14 29-3971 0 0,-1 0-146 0 0,0 0-1 0 0,0 0 1 0 0,0 0-1 0 0,-1 1 0 0 0,1-1 1 0 0,0 1-1 0 0,-1-1 1 0 0,0 1-1 0 0,1 0 0 0 0,-1-1 1 0 0,0 1-1 0 0,-1 0 1 0 0,1 0-1 0 0,0 0 0 0 0,-1 0 1 0 0,0 0-1 0 0,1 0 1 0 0,-1-1-1 0 0,-1 5 1 0 0,1 12 85 0 0,-6 33 0 0 0,6-49-109 0 0,-7 39-713 0 0,-2-1 0 0 0,-27 75 0 0 0,-19 10-7830 0 0,19-59-511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3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33 223 1088 0 0,'0'0'2772'0'0,"1"-20"4930"0"0,-3 40-6951 0 0,1 0 0 0 0,3 28 0 0 0,-1-4-263 0 0,-12 275 720 0 0,7-260 869 0 0,-6-69-1851 0 0,8 6-210 0 0,1 0 0 0 0,-1 0 0 0 0,1 0 0 0 0,1 0 0 0 0,-1 0 0 0 0,0 0 0 0 0,1-1 1 0 0,0 1-1 0 0,0 0 0 0 0,1-5 0 0 0,-1-9-17 0 0,-1-40-7 0 0,3-1-1 0 0,3 0 0 0 0,21-106 1 0 0,-18 127-13 0 0,24-73 0 0 0,-28 99 15 0 0,1 1 1 0 0,0-1-1 0 0,1 1 0 0 0,0 0 1 0 0,1 1-1 0 0,0-1 1 0 0,1 1-1 0 0,0 1 0 0 0,0-1 1 0 0,11-8-1 0 0,-14 13-3 0 0,-3 4 8 0 0,-1-1 0 0 0,0 1 0 0 0,1 0 0 0 0,-1 0 1 0 0,1 0-1 0 0,-1 0 0 0 0,1 1 0 0 0,-1-1 0 0 0,1 0 0 0 0,-1 0 1 0 0,1 1-1 0 0,0-1 0 0 0,0 1 0 0 0,-1 0 0 0 0,1-1 0 0 0,0 1 0 0 0,1 0 1 0 0,0 0 1 0 0,-1-1 1 0 0,1 1 0 0 0,-1 0 0 0 0,1 0 0 0 0,-1 0-1 0 0,1 0 1 0 0,-1 0 0 0 0,1 1 0 0 0,-1-1-1 0 0,0 1 1 0 0,1 0 0 0 0,-1-1 0 0 0,0 1-1 0 0,1 0 1 0 0,-1 1 0 0 0,0-1 0 0 0,0 0 0 0 0,0 0-1 0 0,0 1 1 0 0,0-1 0 0 0,0 1 0 0 0,0 0-1 0 0,-1 0 1 0 0,1 0 0 0 0,0-1 0 0 0,-1 1 0 0 0,0 1-1 0 0,1-1 1 0 0,-1 0 0 0 0,0 0 0 0 0,0 0-1 0 0,0 1 1 0 0,-1-1 0 0 0,1 0 0 0 0,0 1 0 0 0,0 3-1 0 0,1 3 10 0 0,-1 1 0 0 0,0 0 0 0 0,-1 0-1 0 0,1 0 1 0 0,-2 0 0 0 0,1-1 0 0 0,-2 1 0 0 0,-2 12-1 0 0,-1-1 17 0 0,-2 0-1 0 0,0 0 1 0 0,-1 0-1 0 0,-19 33 1 0 0,22-45-12 0 0,0-1 0 0 0,-1 0 0 0 0,0 0 1 0 0,0 0-1 0 0,-1-1 0 0 0,0 1 0 0 0,0-2 0 0 0,0 1 1 0 0,-1-1-1 0 0,0 0 0 0 0,-1-1 0 0 0,-16 9 0 0 0,20-13-1 0 0,-15 4-18 0 0,4-3 14 0 0,-23-3-42 0 0,25 3-17 0 0,13 3 25 0 0,9 3 26 0 0,9 4-39 0 0,20 14-85 0 0,-1 2 0 0 0,53 51 0 0 0,-66-54-987 0 0,21 22-2164 0 0,-10-20-2798 0 0,-19-20 1094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88 492 0 0,'-2'-2'2463'0'0,"-7"-7"750"0"0,6 5-2341 0 0,-1 1 0 0 0,1-1 0 0 0,0 0 0 0 0,0 0 0 0 0,0 0 0 0 0,0 0 1 0 0,1-1-1 0 0,0 1 0 0 0,0-1 0 0 0,-2-4 0 0 0,4 7-509 0 0,1-1-223 0 0,0 1 1 0 0,0 0-1 0 0,0-1 1 0 0,0 1-1 0 0,1 0 0 0 0,-1 0 1 0 0,4-4-1 0 0,-4 6-126 0 0,1-1 1 0 0,-1 1 0 0 0,1 0-1 0 0,-1-1 1 0 0,1 1-1 0 0,-1 0 1 0 0,1 0-1 0 0,0 0 1 0 0,-1 0-1 0 0,1 0 1 0 0,-1 0-1 0 0,1 1 1 0 0,-1-1-1 0 0,1 0 1 0 0,-1 1 0 0 0,1-1-1 0 0,-1 1 1 0 0,1 0-1 0 0,-1-1 1 0 0,1 1-1 0 0,-1 0 1 0 0,0 0-1 0 0,0 0 1 0 0,1 0-1 0 0,1 2 1 0 0,0 1 2 0 0,-1 0 0 0 0,1 0 0 0 0,-1 0 0 0 0,0 0-1 0 0,0 1 1 0 0,-1-1 0 0 0,1 1 0 0 0,-1-1 0 0 0,0 1 0 0 0,0-1 0 0 0,-1 1 0 0 0,1 0 0 0 0,-1-1 0 0 0,0 1-1 0 0,0 0 1 0 0,-1-1 0 0 0,0 7 0 0 0,-3 9 47 0 0,0 0 0 0 0,-12 30 1 0 0,13-41-38 0 0,-9 12 69 0 0,8-15-42 0 0,7-11 57 0 0,-1 3-104 0 0,34-8-1 0 0,-21 8-4 0 0,-10 2 2 0 0,1 1-7 0 0,1 0 0 0 0,-1 1 1 0 0,0 0-1 0 0,-1 0 0 0 0,1 0 0 0 0,0 1 1 0 0,-1-1-1 0 0,1 1 0 0 0,-1 1 0 0 0,0-1 0 0 0,0 1 1 0 0,0 0-1 0 0,0 0 0 0 0,4 6 0 0 0,-6-6 89 0 0,0 0 0 0 0,-1 0 0 0 0,1 0 0 0 0,-1 0 0 0 0,0 1 0 0 0,0-1 0 0 0,-1 1 0 0 0,1-1 0 0 0,-1 1 0 0 0,0 0 0 0 0,0 0 0 0 0,-1-1 0 0 0,0 1 0 0 0,0 9 0 0 0,0-6 140 0 0,-2-1-1 0 0,1 1 1 0 0,-1 0 0 0 0,0-1 0 0 0,0 1-1 0 0,-1-1 1 0 0,0 0 0 0 0,-1 1 0 0 0,0-2 0 0 0,0 1-1 0 0,0 0 1 0 0,0-1 0 0 0,-1 0 0 0 0,0 0-1 0 0,-1 0 1 0 0,0-1 0 0 0,1 1 0 0 0,-1-1-1 0 0,-13 7 1 0 0,10-7-143 0 0,-1-1-1 0 0,0 0 0 0 0,0-1 0 0 0,0 0 1 0 0,-1-1-1 0 0,1 0 0 0 0,-1-1 0 0 0,1 0 1 0 0,-1 0-1 0 0,1-1 0 0 0,-1-1 1 0 0,1 0-1 0 0,-1 0 0 0 0,-17-5 0 0 0,26 6-186 0 0,0-1-1 0 0,1 1 0 0 0,-1-1 0 0 0,0 1 0 0 0,1-1 1 0 0,-1 0-1 0 0,0 1 0 0 0,1-1 0 0 0,-1 0 1 0 0,1 0-1 0 0,-1 0 0 0 0,1 0 0 0 0,0-1 1 0 0,-1 1-1 0 0,1 0 0 0 0,0-1 0 0 0,0 1 0 0 0,0 0 1 0 0,0-1-1 0 0,0 1 0 0 0,0-1 0 0 0,0 0 1 0 0,1 1-1 0 0,-1-1 0 0 0,1 0 0 0 0,-1 1 1 0 0,1-1-1 0 0,-1 0 0 0 0,1 0 0 0 0,0 1 0 0 0,0-1 1 0 0,0 0-1 0 0,0 0 0 0 0,0 0 0 0 0,0 1 1 0 0,1-1-1 0 0,-1 0 0 0 0,0 0 0 0 0,1 1 1 0 0,0-3-1 0 0,3-6-1515 0 0,1 0 1 0 0,0 0-1 0 0,0 1 1 0 0,1 0-1 0 0,7-10 1 0 0,-8 12-625 0 0,8-10-4522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4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32 84 0 0,'-3'0'2763'0'0,"-41"3"8555"0"0,41-3-9960 0 0,-17 3 3270 0 0,15-3-2660 0 0,20-3-1900 0 0,30-4 71 0 0,58-11-18 0 0,-100 17-118 0 0,0 1 6 0 0,-1-1-225 0 0,29-4 598 0 0,-8 3-5264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5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289 106 1500 0 0,'3'-9'1753'0'0,"0"0"1"0"0,-1 0-1 0 0,0 0 0 0 0,-1 0 0 0 0,0 0 0 0 0,0-1 1 0 0,-1 1-1 0 0,0 0 0 0 0,-2-14 892 0 0,-1 23-2334 0 0,1 0-272 0 0,0 1-1 0 0,-1-1 1 0 0,1 1-1 0 0,0 0 0 0 0,0-1 1 0 0,0 1-1 0 0,0 0 1 0 0,0 0-1 0 0,0 1 1 0 0,0-1-1 0 0,1 0 1 0 0,-1 1-1 0 0,0-1 0 0 0,1 1 1 0 0,-1-1-1 0 0,1 1 1 0 0,-1 0-1 0 0,1-1 1 0 0,0 1-1 0 0,-2 2 1 0 0,-29 51 144 0 0,25-41-115 0 0,-35 69 41 0 0,4 3-1 0 0,-29 96 1 0 0,15 2-9 0 0,45-149-76 0 0,1-1-1 0 0,3 1 1 0 0,0 51-1 0 0,4-68-160 0 0,0 1 0 0 0,1-1 0 0 0,1 0 0 0 0,7 24 0 0 0,-7-34 43 0 0,0 0 0 0 0,0 0 0 0 0,0-1 0 0 0,1 1 0 0 0,1-1 1 0 0,-1 0-1 0 0,1 0 0 0 0,0-1 0 0 0,0 1 0 0 0,1-1 0 0 0,11 10 1 0 0,-14-15-219 0 0,-1 1 1 0 0,1-1 0 0 0,0 1-1 0 0,-1-1 1 0 0,1 0 0 0 0,0 0-1 0 0,-1 0 1 0 0,1-1 0 0 0,0 1 0 0 0,5 0-1 0 0,18-2-6206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85 2660 0 0,'-21'-67'15828'0'0,"11"50"-12177"0"0,8 24-3376 0 0,1 1-1 0 0,0-1 0 0 0,1 1 0 0 0,-1 0 0 0 0,2 10 0 0 0,0 14 279 0 0,-37 354 1073 0 0,29-321-2282 0 0,7-44-3650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5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71 1504 0 0,'-17'-11'19356'0'0,"16"10"-18666"0"0,2-1-651 0 0,0 0-1 0 0,1 0 1 0 0,-1 0 0 0 0,1 0-1 0 0,-1 1 1 0 0,1-1-1 0 0,0 1 1 0 0,0-1 0 0 0,0 1-1 0 0,0-1 1 0 0,0 1 0 0 0,0 0-1 0 0,0 0 1 0 0,0 0 0 0 0,0 1-1 0 0,0-1 1 0 0,4 0 0 0 0,44-12-1017 0 0,-49 13 937 0 0,19-4-1302 0 0,9-1-1436 0 0,-8-1-4932 0 0,-4 0 721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53 116 1140 0 0,'-10'-21'6198'0'0,"9"19"-5788"0"0,-1-1-1 0 0,1 1 0 0 0,0-1 0 0 0,0 0 0 0 0,-1 1 0 0 0,2-1 1 0 0,-1 0-1 0 0,0 0 0 0 0,1 0 0 0 0,-1 1 0 0 0,1-1 0 0 0,0 0 1 0 0,0 0-1 0 0,0 0 0 0 0,0 0 0 0 0,0 0 0 0 0,2-5 0 0 0,-1 6-298 0 0,0-1 1 0 0,-1 1-1 0 0,1 0 0 0 0,1 0 0 0 0,-1 0 0 0 0,0 0 0 0 0,0 0 0 0 0,1 0 0 0 0,-1 0 0 0 0,1 1 0 0 0,-1-1 0 0 0,1 0 1 0 0,0 1-1 0 0,0-1 0 0 0,0 1 0 0 0,-1 0 0 0 0,1 0 0 0 0,1-1 0 0 0,-1 1 0 0 0,0 1 0 0 0,0-1 0 0 0,0 0 1 0 0,0 0-1 0 0,1 1 0 0 0,-1-1 0 0 0,0 1 0 0 0,1 0 0 0 0,2 0 0 0 0,-2 0-77 0 0,0 0-1 0 0,1 0 0 0 0,-1 0 1 0 0,0 1-1 0 0,0 0 1 0 0,0-1-1 0 0,0 1 1 0 0,1 0-1 0 0,-1 1 0 0 0,-1-1 1 0 0,1 0-1 0 0,0 1 1 0 0,0 0-1 0 0,0-1 0 0 0,-1 1 1 0 0,1 0-1 0 0,-1 0 1 0 0,0 1-1 0 0,1-1 1 0 0,1 3-1 0 0,0 2-5 0 0,-1 0 0 0 0,0 0-1 0 0,0 0 1 0 0,0 1 0 0 0,-1-1 0 0 0,0 0-1 0 0,0 1 1 0 0,-1 0 0 0 0,0-1 0 0 0,-1 1-1 0 0,1 0 1 0 0,-1 0 0 0 0,-1-1 0 0 0,0 1-1 0 0,0 0 1 0 0,-3 12 0 0 0,-3 6 23 0 0,-1-1-1 0 0,-1 1 1 0 0,-17 33-1 0 0,-77 140 1191 0 0,101-196-1218 0 0,0 1 0 0 0,0 0 0 0 0,0 0 0 0 0,1 0 0 0 0,0 0 0 0 0,0 0 1 0 0,0 0-1 0 0,-1 5 0 0 0,2-8-15 0 0,0 0 0 0 0,0 0 0 0 0,0 0 0 0 0,0 0 0 0 0,1 0 0 0 0,-1 0 0 0 0,0 0 0 0 0,0 0 0 0 0,1 0 0 0 0,-1 0 0 0 0,0 0 0 0 0,1 0 0 0 0,-1 0 0 0 0,1-1 0 0 0,-1 1 0 0 0,1 0 0 0 0,0 0 0 0 0,-1 0 0 0 0,1-1 0 0 0,0 1 1 0 0,0 0-1 0 0,-1-1 0 0 0,1 1 0 0 0,0 0 0 0 0,0-1 0 0 0,0 1 0 0 0,0-1 0 0 0,0 0 0 0 0,-1 1 0 0 0,1-1 0 0 0,0 0 0 0 0,0 1 0 0 0,0-1 0 0 0,0 0 0 0 0,0 0 0 0 0,0 0 0 0 0,0 0 0 0 0,0 0 0 0 0,0 0 0 0 0,0 0 0 0 0,1 0 0 0 0,14-2-541 0 0,-1-1 0 0 0,0 0-1 0 0,0-1 1 0 0,0-1 0 0 0,22-9 0 0 0,-6 2-1776 0 0,18-12-4649 0 0,-25 10 741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100 109 2068 0 0,'-9'-25'8909'0'0,"-8"-41"785"0"0,17 64-9273 0 0,-1 0 0 0 0,0 0 0 0 0,0 1 1 0 0,1-1-1 0 0,-1 0 0 0 0,0 0 1 0 0,0 1-1 0 0,-3-3 0 0 0,3 7-411 0 0,0-1 0 0 0,0 1-1 0 0,0-1 1 0 0,0 1 0 0 0,0 0-1 0 0,1-1 1 0 0,-1 1 0 0 0,1 0-1 0 0,0 0 1 0 0,0 0 0 0 0,0-1-1 0 0,0 6 1 0 0,5 40 53 0 0,-5-48-61 0 0,3 42 54 0 0,-2 44 0 0 0,-1-51-35 0 0,-1 19 72 0 0,-2-1 0 0 0,-12 63 1 0 0,8-55-16 0 0,6-45-105 0 0,-1-1 0 0 0,-7 29 0 0 0,7-35-39 0 0,0 0 0 0 0,1 0 0 0 0,-1 12-1 0 0,0 0 4454 0 0,-10-40-3819 0 0,9 6-577 0 0,2 0 0 0 0,-1 0 0 0 0,2 0 1 0 0,0 0-1 0 0,0 0 0 0 0,1 0 0 0 0,1 0 0 0 0,0 0 1 0 0,1 0-1 0 0,0 1 0 0 0,1-1 0 0 0,0 1 0 0 0,9-15 1 0 0,7-14-270 0 0,2 2 0 0 0,41-55 0 0 0,-51 78 184 0 0,1 1 1 0 0,1 0-1 0 0,0 1 1 0 0,1 1-1 0 0,0 0 0 0 0,1 1 1 0 0,24-14-1 0 0,-38 25 74 0 0,-1 1 1 0 0,1-1-1 0 0,0 1 0 0 0,-1-1 1 0 0,1 1-1 0 0,-1-1 0 0 0,1 1 0 0 0,0 0 1 0 0,0 0-1 0 0,-1 0 0 0 0,1 0 0 0 0,0 0 1 0 0,2 1-1 0 0,-3-1 17 0 0,-1 0-1 0 0,1 0 1 0 0,0 0 0 0 0,-1 0-1 0 0,1 1 1 0 0,0-1 0 0 0,-1 0 0 0 0,1 0-1 0 0,0 1 1 0 0,-1-1 0 0 0,1 0-1 0 0,-1 1 1 0 0,1-1 0 0 0,-1 1 0 0 0,1-1-1 0 0,-1 1 1 0 0,1-1 0 0 0,-1 1-1 0 0,1-1 1 0 0,-1 1 0 0 0,1-1 0 0 0,-1 1-1 0 0,0 0 1 0 0,1-1 0 0 0,-1 1-1 0 0,0 0 1 0 0,0-1 0 0 0,0 1 0 0 0,1 0-1 0 0,-1-1 1 0 0,0 1 0 0 0,0 0-1 0 0,0-1 1 0 0,0 2 0 0 0,-2 7-2 0 0,0 0 0 0 0,0 0 0 0 0,-1 0 0 0 0,-1-1 0 0 0,1 1 0 0 0,-1-1 0 0 0,0 0 0 0 0,-1 0 0 0 0,0-1 0 0 0,-1 1 0 0 0,-9 10 0 0 0,-7 6 21 0 0,-49 40 1 0 0,52-49-28 0 0,-26 13-1 0 0,40-25 13 0 0,4-2-47 0 0,-13 9-194 0 0,14-8 253 0 0,30 24-52 0 0,27 34 168 0 0,-42-43-1066 0 0,0-1 0 0 0,0 0 0 0 0,20 13 0 0 0,-32-26 79 0 0,1-1 1 0 0,0 1-1 0 0,1-1 1 0 0,-1 0-1 0 0,0 0 1 0 0,0-1-1 0 0,8 3 1 0 0,-9-4-107 0 0,0 1 0 0 0,0-1 0 0 0,0 0-1 0 0,-1 0 1 0 0,1 0 0 0 0,0 0 0 0 0,6-1 0 0 0,6-4-5735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58 1884 0 0,'-18'-26'7267'0'0,"3"3"-496"0"0,16 22-6626 0 0,-1 1 1 0 0,0-1-1 0 0,1 0 1 0 0,-1 1-1 0 0,1-1 0 0 0,-1 1 1 0 0,1 0-1 0 0,-1-1 0 0 0,1 1 1 0 0,-1-1-1 0 0,1 1 0 0 0,0 0 1 0 0,-1-1-1 0 0,1 1 0 0 0,-1 0 1 0 0,1 0-1 0 0,0-1 0 0 0,-1 1 1 0 0,1 0-1 0 0,0 0 1 0 0,-1 0-1 0 0,1 0 0 0 0,0 0 1 0 0,-1 0-1 0 0,1 0 0 0 0,0 0 1 0 0,-1 0-1 0 0,1 0 0 0 0,0 0 1 0 0,-1 1-1 0 0,1-1 0 0 0,0 0 1 0 0,-1 0-1 0 0,1 1 0 0 0,-1-1 1 0 0,1 0-1 0 0,0 1 0 0 0,-1-1 1 0 0,1 0-1 0 0,-1 1 1 0 0,1-1-1 0 0,-1 1 0 0 0,1 0 1 0 0,27 27 759 0 0,-15-10-546 0 0,-1 1 0 0 0,-1 1 0 0 0,0 0 0 0 0,-2 0 0 0 0,0 1 0 0 0,11 43 0 0 0,-10-24-118 0 0,-2 1 1 0 0,4 77-1 0 0,-11-65-270 0 0,-4 0 0 0 0,-1-1 0 0 0,-3 0 0 0 0,-2 0 0 0 0,-2 0 0 0 0,-3-1 0 0 0,-2-1 0 0 0,-25 55 0 0 0,27-74-1081 0 0,-2 0 1 0 0,-1-1-1 0 0,-31 40 0 0 0,27-44-3560 0 0,-38 39 0 0 0,15-24-5346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09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81 124 480 0 0,'1'6'7356'0'0,"-1"6"-4140"0"0,-3 44-4117 0 0,2-38 1813 0 0,-4 45-696 0 0,-16 65 0 0 0,0 8-67 0 0,19-116 212 0 0,-2-1 1 0 0,0 0 0 0 0,-9 28 836 0 0,6-75-850 0 0,8-4-336 0 0,2 0 0 0 0,12-60 1 0 0,27-60 6 0 0,9 5-60 0 0,-40 121 31 0 0,2 1 0 0 0,0 1-1 0 0,25-36 1 0 0,-35 57 4 0 0,0-1 1 0 0,0 0-1 0 0,0 1 0 0 0,1 0 0 0 0,0 0 0 0 0,0 0 0 0 0,4-2 1 0 0,-6 4 7 0 0,1 1 1 0 0,-2 0-3 0 0,0 0 1 0 0,1 1-1 0 0,-1-1 1 0 0,0 0-1 0 0,0 1 1 0 0,0-1-1 0 0,0 1 1 0 0,1-1-1 0 0,-1 1 1 0 0,0 0-1 0 0,0-1 1 0 0,0 1-1 0 0,0 0 1 0 0,0 0-1 0 0,-1 0 1 0 0,1 0-1 0 0,0 0 1 0 0,0 0-1 0 0,0 0 1 0 0,-1 0-1 0 0,1 0 1 0 0,-1 0-1 0 0,1 0 1 0 0,-1 0-1 0 0,1 0 0 0 0,-1 0 1 0 0,1 1-1 0 0,-1-1 1 0 0,0 0-1 0 0,0 0 1 0 0,0 1-1 0 0,0-1 1 0 0,0 0-1 0 0,0 0 1 0 0,0 1-1 0 0,0-1 1 0 0,0 0-1 0 0,0 0 1 0 0,-1 2-1 0 0,0 0 1 0 0,-1 15 12 0 0,-1-1 0 0 0,-1 0 1 0 0,-1 0-1 0 0,0 0 0 0 0,-1 0 0 0 0,-1-1 0 0 0,-16 28 1 0 0,0-7 41 0 0,-54 68 1 0 0,61-84-49 0 0,6-8 12 0 0,-22 23 0 0 0,30-35-16 0 0,2 1-1 0 0,-4 5-4 0 0,3-5 17 0 0,0 0-1 0 0,0 0 1 0 0,0 0 0 0 0,0 0 0 0 0,1 0 0 0 0,-1 0 0 0 0,0 0 0 0 0,1 0-1 0 0,0 1 1 0 0,-1-1 0 0 0,1 0 0 0 0,0 0 0 0 0,0 1 0 0 0,1-1-1 0 0,-1 0 1 0 0,0 0 0 0 0,1 0 0 0 0,-1 1 0 0 0,1-1 0 0 0,0 0 0 0 0,-1 0-1 0 0,1 0 1 0 0,0 0 0 0 0,3 3 0 0 0,15 33 359 0 0,11 13 261 0 0,-16-29-407 0 0,18 37 1 0 0,-7-10-146 0 0,-24-48-68 0 0,0 1-5 0 0,-1 0-1 0 0,1 0 1 0 0,0 0-1 0 0,0 0 1 0 0,0 0-1 0 0,0-1 1 0 0,0 1-1 0 0,1 0 1 0 0,2 2-1 0 0,8 12-35 0 0,-12-15 243 0 0,5 9-1036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1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51 1160 0 0,'-4'-10'7131'0'0,"-4"-4"-3128"0"0,6 4-2620 0 0,2 9-1362 0 0,1 0-1 0 0,0-1 1 0 0,0 1 0 0 0,0 0 0 0 0,0 0 0 0 0,0 0 0 0 0,0 0 0 0 0,1 0 0 0 0,-1 0 0 0 0,0 1 0 0 0,1-1 0 0 0,-1 0 0 0 0,0 1 0 0 0,1-1 0 0 0,-1 1 0 0 0,0-1 0 0 0,1 1 0 0 0,-1-1 0 0 0,1 1-1 0 0,-1 0 1 0 0,1 0 0 0 0,-1 0 0 0 0,1 0 0 0 0,-1 0 0 0 0,1 0 0 0 0,-1 0 0 0 0,1 1 0 0 0,-1-1 0 0 0,3 1 0 0 0,0 0-11 0 0,1 0 0 0 0,-1 0 0 0 0,1 1 0 0 0,-1-1 0 0 0,0 1 1 0 0,0 0-1 0 0,0 0 0 0 0,0 1 0 0 0,5 3 0 0 0,-5-2 6 0 0,0 0 1 0 0,0 0-1 0 0,-1 0 0 0 0,1 1 0 0 0,-1-1 1 0 0,0 1-1 0 0,-1 0 0 0 0,1 0 0 0 0,-1 0 1 0 0,0 0-1 0 0,0 0 0 0 0,1 6 0 0 0,-2-1-6 0 0,1-1 0 0 0,-1 1 0 0 0,0 0 0 0 0,-1 0 0 0 0,0 0 0 0 0,-3 12 0 0 0,-1 3 147 0 0,-2 0 0 0 0,0 0 0 0 0,-2 0 1 0 0,-14 30-1 0 0,-65 105 1977 0 0,82-152-2038 0 0,-4 13 104 0 0,9-21-197 0 0,0 1 0 0 0,0-1 0 0 0,0 0 0 0 0,0 1 0 0 0,-1-1 0 0 0,1 0 0 0 0,0 1 0 0 0,0-1 0 0 0,0 0 0 0 0,0 1 0 0 0,0-1 0 0 0,0 0 0 0 0,0 1 0 0 0,0-1 0 0 0,0 0 0 0 0,0 1 0 0 0,0-1 0 0 0,0 0 0 0 0,0 1 0 0 0,1-1 0 0 0,-1 0 0 0 0,0 1 0 0 0,0-1 0 0 0,0 0 0 0 0,0 1 0 0 0,0-1 0 0 0,1 0 0 0 0,-1 1 0 0 0,0-1 0 0 0,0 0 0 0 0,1 0 0 0 0,-1 1 0 0 0,0-1 0 0 0,0 0 0 0 0,1 0 0 0 0,-1 0 0 0 0,0 1 0 0 0,1-1 0 0 0,-1 0 0 0 0,0 0 0 0 0,1 0 0 0 0,-1 0 0 0 0,0 0 0 0 0,1 0 0 0 0,-1 0 0 0 0,0 0 0 0 0,1 0 0 0 0,-1 0 0 0 0,0 0 0 0 0,1 0 0 0 0,-1 0 0 0 0,1 0 0 0 0,-1 0 0 0 0,0 0 0 0 0,1 0 0 0 0,-1 0 0 0 0,0 0 0 0 0,1 0 0 0 0,-1 0 0 0 0,1-1 0 0 0,30-10-662 0 0,1-2 0 0 0,-1-1-1 0 0,54-35 1 0 0,-35 20-1885 0 0,-8 5-1624 0 0,-2-3-2165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1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76 468 0 0,'16'-50'9377'0'0,"-18"28"-4375"0"0,0 22-4929 0 0,-1-1 1 0 0,1 0-1 0 0,-1 0 1 0 0,0 1-1 0 0,1 0 1 0 0,-1-1-1 0 0,0 1 1 0 0,1 0-1 0 0,-1 0 1 0 0,0 0-1 0 0,1 1 1 0 0,-1-1-1 0 0,1 1 1 0 0,-1-1-1 0 0,1 1 1 0 0,-1 0-1 0 0,1 0 1 0 0,-1 0-1 0 0,1 0 1 0 0,-1 1-1 0 0,1-1 1 0 0,0 0-1 0 0,-3 4 1 0 0,-9 5-15 0 0,2 0 1 0 0,-18 18-1 0 0,30-28-58 0 0,-16 18 40 0 0,1 0 0 0 0,0 2 1 0 0,1-1-1 0 0,2 2 0 0 0,0 0 0 0 0,1 0 0 0 0,-9 25 0 0 0,-2 13 41 0 0,-20 91 1 0 0,24-59 209 0 0,3 0 0 0 0,4 0 0 0 0,2 117 0 0 0,33 277 1212 0 0,-17-406-1355 0 0,83 1280 3084 0 0,-111-6-1309 0 0,-63-637-1110 0 0,8-92-56 0 0,65-482-617 0 0,14 280 0 0 0,-2-407-141 0 0,1 1-1 0 0,0-1 0 0 0,1 1 0 0 0,0-1 1 0 0,8 20-1 0 0,-10-31 1 0 0,1 0 0 0 0,0 0 1 0 0,0-1-1 0 0,1 1 0 0 0,-1 0 0 0 0,1-1 0 0 0,0 1 1 0 0,0-1-1 0 0,0 0 0 0 0,0 0 0 0 0,0 0 1 0 0,1 0-1 0 0,-1-1 0 0 0,1 1 0 0 0,0-1 0 0 0,0 0 1 0 0,0 0-1 0 0,0 0 0 0 0,0-1 0 0 0,0 0 1 0 0,0 1-1 0 0,1-1 0 0 0,7 0 0 0 0,10 1-118 0 0,0-2-1 0 0,1-1 0 0 0,-1 0 1 0 0,0-2-1 0 0,0 0 1 0 0,23-8-1 0 0,130-45-1475 0 0,-139 43 1199 0 0,365-142-4824 0 0,-137 41-2911 0 0,-112 47-415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0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23 332 0 0,'1'-10'10938'0'0,"-2"3"-7979"0"0,1 2-1466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0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0 984 0 0,'-2'10'5263'0'0,"-1"-3"-3343"0"0,-7 20 5904 0 0,8-17-9981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52 2900 0 0,'-2'-1'501'0'0,"-3"-2"1080"0"0,1 1-1 0 0,-1-1 1 0 0,1 0-1 0 0,-1 0 1 0 0,1 0-1 0 0,0-1 1 0 0,0 1-1 0 0,-4-7 679 0 0,4-1-811 0 0,2 6-1176 0 0,11 5-916 0 0,-8 1 438 0 0,0-1 0 0 0,0 1 0 0 0,0-1-1 0 0,-1 1 1 0 0,1-1 0 0 0,0 1 0 0 0,0 0-1 0 0,0 0 1 0 0,-1-1 0 0 0,1 1 0 0 0,0 0-1 0 0,-1 0 1 0 0,1 0 0 0 0,-1-1 0 0 0,1 1-1 0 0,-1 0 1 0 0,1 0 0 0 0,-1 0-1 0 0,1 1 1 0 0,4 20-5798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1 476 0 0,'0'10'4037'0'0,"-1"1"1"0"0,-1-1-1 0 0,-2 12 1 0 0,0-1-122 0 0,3-19-3200 0 0,3 8 216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2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2620 0 0,'4'-10'7130'0'0,"-3"8"-6424"0"0,0 0 1 0 0,1 0 0 0 0,-1 0-1 0 0,1 0 1 0 0,-1 0 0 0 0,1 0-1 0 0,0 0 1 0 0,0 0 0 0 0,0 1-1 0 0,0-1 1 0 0,0 1 0 0 0,0-1-1 0 0,4-1 1 0 0,-4 3-147 0 0,6 6-343 0 0,-7-3-409 0 0,0 0 0 0 0,0 0 0 0 0,0 0 1 0 0,0 0-1 0 0,0 0 0 0 0,-1 0 0 0 0,1 0 0 0 0,-1 0 1 0 0,0 1-1 0 0,0-1 0 0 0,0 0 0 0 0,-1 5 0 0 0,-10 42-6742 0 0,8-39 4141 0 0,-2 9-3002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2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2156 0 0,'-5'106'19500'0'0,"5"-104"-19098"0"0,2 8-13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51 932 0 0,'1'-2'2160'0'0,"0"0"-1869"0"0,0 1 0 0 0,0 0 0 0 0,-1 0 0 0 0,1 0 0 0 0,-1 0-1 0 0,1-1 1 0 0,-1 1 0 0 0,1 0 0 0 0,-1 0 0 0 0,0-1 0 0 0,0 1-1 0 0,1 0 1 0 0,-1-1 0 0 0,0 1 0 0 0,0 0 0 0 0,0 0 0 0 0,-1-1 0 0 0,1 1-1 0 0,0 0 1 0 0,0-1 0 0 0,-1 1 0 0 0,1 0 0 0 0,-1 0 0 0 0,1-1 0 0 0,-1 1-1 0 0,1 0 1 0 0,-1 0 0 0 0,0 0 0 0 0,0 0 0 0 0,1 0 0 0 0,-1 0-1 0 0,0 0 1 0 0,-1-1 0 0 0,-1 1-200 0 0,1 0-1 0 0,0 0 1 0 0,0 0 0 0 0,-1 0-1 0 0,1 1 1 0 0,-1-1-1 0 0,1 1 1 0 0,-1 0 0 0 0,1 0-1 0 0,0 0 1 0 0,-1 0 0 0 0,1 0-1 0 0,-1 0 1 0 0,1 1-1 0 0,-1-1 1 0 0,1 1 0 0 0,0-1-1 0 0,-1 1 1 0 0,1 0-1 0 0,0 0 1 0 0,-1 0 0 0 0,1 1-1 0 0,0-1 1 0 0,-3 3-1 0 0,-4 2-25 0 0,0 1 0 0 0,0 0 0 0 0,1 1 0 0 0,-9 8 0 0 0,-1 7-32 0 0,1 0 1 0 0,0 0-1 0 0,2 2 1 0 0,1 0-1 0 0,0 1 0 0 0,2 0 1 0 0,2 1-1 0 0,0 0 1 0 0,1 1-1 0 0,2 0 1 0 0,1 0-1 0 0,-2 32 0 0 0,7-50-7 0 0,0-1 0 0 0,1 0-1 0 0,1 0 1 0 0,0 1 0 0 0,0-1-1 0 0,0 0 1 0 0,1 0-1 0 0,1 0 1 0 0,0 0 0 0 0,0-1-1 0 0,0 1 1 0 0,9 14 0 0 0,-8-17 68 0 0,0 0 1 0 0,0-1 0 0 0,0 0 0 0 0,1 0 0 0 0,0 0 0 0 0,0 0-1 0 0,0-1 1 0 0,1 0 0 0 0,-1 0 0 0 0,1 0 0 0 0,0-1 0 0 0,0 1-1 0 0,0-2 1 0 0,1 1 0 0 0,-1-1 0 0 0,1 1 0 0 0,12 1 0 0 0,-1-2 86 0 0,0-1 0 0 0,0 0 0 0 0,0-1 0 0 0,0-1 0 0 0,-1-1 0 0 0,1-1 0 0 0,0 0 0 0 0,-1-1 0 0 0,0-1 0 0 0,0 0 0 0 0,0-2 0 0 0,-1 0 0 0 0,1 0 0 0 0,-2-2 0 0 0,1 0 0 0 0,-1-1 0 0 0,-1 0 0 0 0,16-15 0 0 0,-17 14-103 0 0,-1 0 1 0 0,-1-1-1 0 0,0-1 1 0 0,-1 0-1 0 0,0 0 1 0 0,0-1-1 0 0,-2 0 0 0 0,0-1 1 0 0,-1 0-1 0 0,0 0 1 0 0,-1 0-1 0 0,0-1 1 0 0,-2 0-1 0 0,0 0 0 0 0,-1 0 1 0 0,0-1-1 0 0,-1 1 1 0 0,-1-1-1 0 0,-2-27 0 0 0,0 35-71 0 0,0-1 1 0 0,-1 1-1 0 0,0 0 0 0 0,0 0 0 0 0,-1 0 0 0 0,-1 0 0 0 0,1 0 0 0 0,-1 1 0 0 0,-1 0 0 0 0,0-1 0 0 0,0 2 0 0 0,0-1 0 0 0,-1 1 0 0 0,0-1 0 0 0,-11-8 0 0 0,11 11-45 0 0,0 0-1 0 0,-1 1 1 0 0,1 0 0 0 0,-1 0-1 0 0,0 0 1 0 0,0 1-1 0 0,-1 0 1 0 0,1 1-1 0 0,-1-1 1 0 0,1 1 0 0 0,-1 1-1 0 0,0-1 1 0 0,0 2-1 0 0,1-1 1 0 0,-1 1-1 0 0,0 0 1 0 0,0 0 0 0 0,-15 4-1 0 0,5 0-380 0 0,1 0 1 0 0,-1 2-1 0 0,1 0 0 0 0,0 1 0 0 0,0 1 1 0 0,0 0-1 0 0,1 1 0 0 0,1 1 1 0 0,-16 13-1 0 0,1 2-2031 0 0,1 2 0 0 0,2 1 0 0 0,-30 38 0 0 0,23-25-3595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73 1880 0 0,'2'-3'1045'0'0,"0"1"-410"0"0,-1 0-1 0 0,0 0 0 0 0,0-1 0 0 0,0 1 1 0 0,0 0-1 0 0,0 0 0 0 0,0-1 1 0 0,0 1-1 0 0,-1 0 0 0 0,1-1 0 0 0,-1 1 1 0 0,0-1-1 0 0,0 1 0 0 0,0 0 1 0 0,0-1-1 0 0,0 1 0 0 0,0-1 0 0 0,-1 1 1 0 0,1-1-1 0 0,-1 1 0 0 0,0-3 1 0 0,0 4-62 0 0,-8 0 277 0 0,8 1-822 0 0,0 0-1 0 0,0-1 1 0 0,0 1 0 0 0,0 0-1 0 0,1 0 1 0 0,-1 0-1 0 0,0 0 1 0 0,0 1-1 0 0,0-1 1 0 0,0 0-1 0 0,1 0 1 0 0,-1 0 0 0 0,0 1-1 0 0,0-1 1 0 0,0 0-1 0 0,-1 1 1 0 0,-4 4 52 0 0,-1 0 0 0 0,1 0 0 0 0,0 0-1 0 0,0 1 1 0 0,0 0 0 0 0,1 0 0 0 0,-5 7 0 0 0,-30 49 100 0 0,37-58-162 0 0,-12 22 30 0 0,2-1 0 0 0,0 2 0 0 0,-8 28 0 0 0,16-40-6 0 0,1 0 0 0 0,0 1 1 0 0,1-1-1 0 0,1 1 0 0 0,0 0 0 0 0,1-1 0 0 0,2 20 1 0 0,-1-30 44 0 0,1-1 1 0 0,-1 1-1 0 0,1-1 1 0 0,0 1-1 0 0,0-1 1 0 0,1 0 0 0 0,-1 1-1 0 0,1-1 1 0 0,0 0-1 0 0,0 0 1 0 0,1 0-1 0 0,-1 0 1 0 0,1-1 0 0 0,-1 1-1 0 0,1-1 1 0 0,7 7-1 0 0,-5-7 37 0 0,-1 0 1 0 0,1 0-1 0 0,0-1 0 0 0,0 0 0 0 0,0 0 0 0 0,0 0 0 0 0,0 0 0 0 0,0-1 0 0 0,0 1 1 0 0,1-1-1 0 0,-1-1 0 0 0,9 1 0 0 0,-1-1 35 0 0,-1-1 0 0 0,1 0 1 0 0,0-1-1 0 0,0 0 0 0 0,-1-1 0 0 0,1-1 1 0 0,-1 0-1 0 0,0-1 0 0 0,0 0 0 0 0,0 0 0 0 0,11-9 1 0 0,-11 6-104 0 0,-1-1 0 0 0,0 0 1 0 0,-1-1-1 0 0,0-1 0 0 0,0 1 0 0 0,-1-2 1 0 0,-1 1-1 0 0,0-1 0 0 0,0 0 1 0 0,-1-1-1 0 0,-1 0 0 0 0,7-18 0 0 0,-8 18-50 0 0,-1 0-1 0 0,0-1 0 0 0,-1 1 0 0 0,-1-1 0 0 0,0 1 0 0 0,-1-1 1 0 0,0 0-1 0 0,-1 0 0 0 0,-1 0 0 0 0,0 1 0 0 0,-1-1 0 0 0,-7-26 0 0 0,8 34-109 0 0,-1 1-1 0 0,0-1 1 0 0,-1 1-1 0 0,1 0 0 0 0,-1-1 1 0 0,0 2-1 0 0,0-1 0 0 0,-1 0 1 0 0,0 0-1 0 0,0 1 1 0 0,0 0-1 0 0,0 0 0 0 0,0 0 1 0 0,-1 1-1 0 0,0-1 0 0 0,1 1 1 0 0,-1 0-1 0 0,-1 0 1 0 0,1 1-1 0 0,0-1 0 0 0,-1 1 1 0 0,1 0-1 0 0,-1 1 0 0 0,1-1 1 0 0,-1 1-1 0 0,0 0 1 0 0,0 1-1 0 0,-8 0 0 0 0,-2 0-838 0 0,1 1 0 0 0,-1 1 0 0 0,1 1 0 0 0,0 0 0 0 0,0 1 0 0 0,0 0 0 0 0,0 1 0 0 0,1 1 0 0 0,-23 12 0 0 0,3 2-3510 0 0,-1 2-2176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141 114 2116 0 0,'17'-34'13610'0'0,"-32"48"-11932"0"0,-3 15-1073 0 0,1 2-1 0 0,1 0 0 0 0,2 0 0 0 0,-19 64 1 0 0,20-46-463 0 0,2 1-1 0 0,-8 84 1 0 0,18-119-102 0 0,1-1-1 0 0,0 0 0 0 0,0 0 0 0 0,2 0 1 0 0,0 0-1 0 0,0 0 0 0 0,1 0 1 0 0,7 17-1 0 0,-8-26-2 0 0,-1 0 1 0 0,2 0-1 0 0,-1-1 1 0 0,1 1-1 0 0,-1-1 1 0 0,1 0-1 0 0,1 1 1 0 0,-1-1-1 0 0,0 0 0 0 0,1-1 1 0 0,0 1-1 0 0,0-1 1 0 0,0 0-1 0 0,0 0 1 0 0,1 0-1 0 0,-1 0 1 0 0,1-1-1 0 0,0 1 1 0 0,0-1-1 0 0,-1-1 0 0 0,1 1 1 0 0,0-1-1 0 0,1 0 1 0 0,-1 0-1 0 0,6 1 1 0 0,0-2 77 0 0,0 0 0 0 0,0 0 1 0 0,-1-1-1 0 0,1 0 0 0 0,0-1 1 0 0,-1 0-1 0 0,1-1 1 0 0,-1 0-1 0 0,0 0 0 0 0,0-1 1 0 0,11-7-1 0 0,-8 4-21 0 0,-1-1 0 0 0,0 0 1 0 0,-1-1-1 0 0,0 0 0 0 0,0-1 0 0 0,-1-1 1 0 0,15-18-1 0 0,-12 9-42 0 0,0 0 1 0 0,-1-1-1 0 0,-1 0 0 0 0,-1-1 1 0 0,0 0-1 0 0,-2 0 0 0 0,-1-1 1 0 0,-1 0-1 0 0,6-45 0 0 0,-11 56-36 0 0,0 0 1 0 0,-1-1-1 0 0,-1 1 0 0 0,0 0 0 0 0,0 0 1 0 0,-2-1-1 0 0,1 1 0 0 0,-2 1 0 0 0,1-1 0 0 0,-2 0 1 0 0,1 1-1 0 0,-2 0 0 0 0,1 0 0 0 0,-2 0 1 0 0,-13-18-1 0 0,5 11-630 0 0,-1 1 1 0 0,0 1 0 0 0,-1 0-1 0 0,-1 1 1 0 0,0 1-1 0 0,-1 0 1 0 0,-31-15 0 0 0,17 6-3621 0 0,15 5-2471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4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1235 103 880 0 0,'-2'-1'2099'0'0,"-49"-15"10587"0"0,31 4-6242 0 0,28 8-6331 0 0,0-1 0 0 0,0 1 0 0 0,0 0 0 0 0,1 1 1 0 0,-1 0-1 0 0,16-3 0 0 0,61-8 151 0 0,-52 9-189 0 0,67-8 3 0 0,-1 4-1 0 0,142 5 1 0 0,-234 5-85 0 0,0-1 0 0 0,0 1 0 0 0,0 0 1 0 0,0 0-1 0 0,0 1 0 0 0,-1 0 0 0 0,1 0 1 0 0,-1 1-1 0 0,1 0 0 0 0,-1 0 0 0 0,0 0 0 0 0,0 1 1 0 0,0 0-1 0 0,8 7 0 0 0,-9-5 3 0 0,1 0 1 0 0,-1 0-1 0 0,0 1 1 0 0,0 0-1 0 0,-1 0 1 0 0,0 0-1 0 0,0 1 0 0 0,-1-1 1 0 0,0 1-1 0 0,0 0 1 0 0,2 15-1 0 0,2 21 63 0 0,-2 0 0 0 0,-3 1 0 0 0,-1-1-1 0 0,-5 49 1 0 0,1-26-22 0 0,-10 258-11 0 0,-5 236 907 0 0,-9 915 914 0 0,8-1019-1781 0 0,-5 232 451 0 0,12-99 1002 0 0,11-563-1423 0 0,-10 139 2671 0 0,10-162-2722 0 0,0 0 1 0 0,0 0-1 0 0,-1-1 1 0 0,1 1-1 0 0,-1-1 1 0 0,0 0-1 0 0,0 1 1 0 0,-1-1-1 0 0,1 0 1 0 0,-1 0-1 0 0,1 0 1 0 0,-1-1-1 0 0,0 1 1 0 0,0 0-1 0 0,0-1 1 0 0,0 0 0 0 0,-1 0-1 0 0,1 0 1 0 0,-1 0-1 0 0,-3 1 1 0 0,-11 5 2 0 0,-1-1 1 0 0,-30 8 0 0 0,42-13-21 0 0,-396 74-1118 0 0,286-58 206 0 0,-449 78-5528 0 0,185-27-4217 0 0,162-26-512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 0 0,'0'0'372'0'0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51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9 329 924 0 0,'10'-33'11359'0'0,"-3"9"-7655"0"0,-5 19-3580 0 0,-1 1 1 0 0,1 0 0 0 0,0 0 0 0 0,1 0 0 0 0,-1 0 0 0 0,1 1 0 0 0,3-5 0 0 0,4-3-11 0 0,72-89 362 0 0,-74 88-472 0 0,0-1 0 0 0,-1 0 1 0 0,0 0-1 0 0,-1-1 1 0 0,0 0-1 0 0,5-21 0 0 0,-11 25-150 0 0,-8 15 111 0 0,-8 16 20 0 0,-1 14 28 0 0,2 1 1 0 0,1 1-1 0 0,-12 50 0 0 0,-16 118 121 0 0,38-185-131 0 0,-10 76-5 0 0,-7 38 276 0 0,20-132-246 0 0,-5 1-5 0 0,4-2-15 0 0,-1-11 19 0 0,2-1-25 0 0,0 0 0 0 0,1 0 0 0 0,0 1-1 0 0,1-1 1 0 0,0 0 0 0 0,0 0 0 0 0,7-20-1 0 0,-1 7-24 0 0,1 0-1 0 0,17-33 0 0 0,-11 30 1 0 0,1 0 0 0 0,1 1 1 0 0,25-32-1 0 0,-34 50 18 0 0,1-1 1 0 0,-1 1 0 0 0,1 1-1 0 0,1-1 1 0 0,-1 2-1 0 0,1-1 1 0 0,0 1-1 0 0,1 0 1 0 0,-1 1-1 0 0,1 0 1 0 0,1 1-1 0 0,14-5 1 0 0,-23 8 5 0 0,0 0 1 0 0,1 1 0 0 0,-1-1-1 0 0,0 1 1 0 0,1 0 0 0 0,-1 0-1 0 0,1 0 1 0 0,-1 0 0 0 0,0 0-1 0 0,1 0 1 0 0,-1 1-1 0 0,0-1 1 0 0,1 1 0 0 0,-1-1-1 0 0,0 1 1 0 0,1 0 0 0 0,-1 0-1 0 0,0 0 1 0 0,0 0 0 0 0,0 1-1 0 0,0-1 1 0 0,0 0 0 0 0,0 1-1 0 0,0-1 1 0 0,-1 1 0 0 0,1 0-1 0 0,0 0 1 0 0,-1 0 0 0 0,0 0-1 0 0,2 2 1 0 0,-1 0 7 0 0,0-1 0 0 0,-1 1 0 0 0,0 0 0 0 0,1 0 0 0 0,-1 0 0 0 0,-1 0 1 0 0,1 0-1 0 0,0 0 0 0 0,-1 0 0 0 0,0 0 0 0 0,0 1 0 0 0,0-1 0 0 0,-1 0 0 0 0,1 0 0 0 0,-3 8 0 0 0,-1-2 5 0 0,0 0-1 0 0,0 1 1 0 0,-1-1-1 0 0,-1-1 0 0 0,1 1 1 0 0,-1-1-1 0 0,-1 0 1 0 0,0 0-1 0 0,0-1 0 0 0,-1 0 1 0 0,0 0-1 0 0,0-1 1 0 0,-1 0-1 0 0,0 0 1 0 0,0-1-1 0 0,-19 10 0 0 0,24-15-12 0 0,1 0 0 0 0,0 0 1 0 0,-1-1-1 0 0,1 1 0 0 0,-1-1 0 0 0,1 0 0 0 0,-1 0 0 0 0,1 0 0 0 0,0 0 0 0 0,-1 0 0 0 0,1-1 0 0 0,-1 0 0 0 0,1 0 0 0 0,0 0 0 0 0,-1 0 0 0 0,1 0 0 0 0,0 0 0 0 0,0-1 0 0 0,-3-2 1 0 0,-5-1-8 0 0,9 4 4 0 0,0 1-1 0 0,1-1 1 0 0,-1 0-1 0 0,0 0 1 0 0,1 0-1 0 0,-1 0 0 0 0,0 0 1 0 0,1-1-1 0 0,-1 1 1 0 0,1 0-1 0 0,0-1 1 0 0,-2-2-1 0 0,3 4 5 0 0,0 0-1 0 0,0 0 1 0 0,0-1-1 0 0,0 1 1 0 0,-1 0-1 0 0,1 0 1 0 0,0 0-1 0 0,0 0 1 0 0,1 0 0 0 0,-1 0-1 0 0,0 0 1 0 0,0 0-1 0 0,0 0 1 0 0,0 0-1 0 0,0-1 1 0 0,0 1-1 0 0,0 0 1 0 0,0 0 0 0 0,0 0-1 0 0,0 0 1 0 0,0 0-1 0 0,0 0 1 0 0,0 0-1 0 0,0 0 1 0 0,0 0 0 0 0,0 0-1 0 0,0 0 1 0 0,0 0-1 0 0,0 0 1 0 0,0 0-1 0 0,0 0 1 0 0,1 0-1 0 0,-1-1 1 0 0,0 1 0 0 0,0 0-1 0 0,0 0 1 0 0,0 0-1 0 0,0 0 1 0 0,0 0-1 0 0,0 0 1 0 0,0 0-1 0 0,0 0 1 0 0,0 0 0 0 0,1 0-1 0 0,-1 0 1 0 0,0 0-1 0 0,0 0 1 0 0,0 0-1 0 0,0 0 1 0 0,0 0-1 0 0,0 0 1 0 0,0 1 0 0 0,0-1-1 0 0,0 0 1 0 0,0 0-1 0 0,0 0 1 0 0,0 0-1 0 0,1 0 1 0 0,-1 0-1 0 0,0 0 1 0 0,0 0 0 0 0,0 0-1 0 0,0 0 1 0 0,0 0-1 0 0,0 0 1 0 0,0 0-1 0 0,0 0 1 0 0,0 1-1 0 0,15 9 514 0 0,20 20-502 0 0,78 61 1021 0 0,-97-80-2385 0 0,31 14 0 0 0,-34-19-557 0 0,1-1 1 0 0,0 0 0 0 0,16 2 0 0 0,-6-3-5186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5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8 114 1584 0 0,'-7'-3'19589'0'0,"35"2"-18560"0"0,-1-2 0 0 0,51-10-1 0 0,56-23-2550 0 0,-63 12-3260 0 0,-25 3-3625 0 0,-24 9 1263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5:51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76 1316 0 0,'-1'-11'3888'0'0,"0"0"-1"0"0,-1 0 0 0 0,0 0 1 0 0,-6-15 1109 0 0,7 24-4401 0 0,-3-2 54 0 0,1 13-343 0 0,-7 59 243 0 0,-4 52-216 0 0,14-108-322 0 0,0-1-1 0 0,1 1 1 0 0,0 0-1 0 0,0 0 0 0 0,2-1 1 0 0,-1 1-1 0 0,9 21 1 0 0,-10-31-18 0 0,0 1 0 0 0,1 0 1 0 0,-1-1-1 0 0,1 1 0 0 0,-1-1 1 0 0,1 0-1 0 0,0 1 0 0 0,0-1 1 0 0,0 0-1 0 0,1 0 0 0 0,-1 0 1 0 0,0 0-1 0 0,1-1 1 0 0,-1 1-1 0 0,1-1 0 0 0,-1 1 1 0 0,6 1-1 0 0,-3-2-3 0 0,0 0 1 0 0,0 0 0 0 0,0 0-1 0 0,0 0 1 0 0,1-1-1 0 0,-1 0 1 0 0,0 0-1 0 0,0-1 1 0 0,9-1-1 0 0,-4 0-6 0 0,0-1 1 0 0,0 0-1 0 0,0-1 0 0 0,0 0 0 0 0,-1 0 0 0 0,0-1 0 0 0,0 0 0 0 0,0 0 0 0 0,15-14 0 0 0,-3-3 51 0 0,-1-1 0 0 0,-2-1 0 0 0,0 0 1 0 0,22-43-1 0 0,-25 43 381 0 0,3-15 3194 0 0,-19 51-2845 0 0,-28 144 434 0 0,16-70-1416 0 0,-36 200-765 0 0,12-147-4087 0 0,-15-4-6323 0 0,28-86 1220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29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28 492 0 0,'-22'-7'13373'0'0,"21"7"-13258"0"0,0 0 1 0 0,0 1 0 0 0,1-1 0 0 0,-1 0 0 0 0,0 0 0 0 0,1 1-1 0 0,-1-1 1 0 0,0 0 0 0 0,1 1 0 0 0,-1-1 0 0 0,0 0 0 0 0,1 1-1 0 0,-1-1 1 0 0,1 1 0 0 0,-1-1 0 0 0,1 1 0 0 0,-1-1 0 0 0,1 1-1 0 0,-1 0 1 0 0,1-1 0 0 0,-1 1 0 0 0,1 0 0 0 0,0-1 0 0 0,-1 2-1 0 0,2-2-42 0 0,-1 1-1 0 0,1-1 1 0 0,0 1-1 0 0,-1-1 0 0 0,1 1 1 0 0,0-1-1 0 0,-1 1 0 0 0,1-1 1 0 0,0 0-1 0 0,0 1 0 0 0,-1-1 1 0 0,1 0-1 0 0,0 0 0 0 0,0 1 1 0 0,-1-1-1 0 0,1 0 0 0 0,0 0 1 0 0,0 0-1 0 0,0 0 0 0 0,0 0 1 0 0,-1 0-1 0 0,1 0 0 0 0,0 0 1 0 0,0-1-1 0 0,0 1 0 0 0,0 0 1 0 0,116-9-21 0 0,73-6 50 0 0,-78 5 1635 0 0,-110 9-1493 0 0,1 1-142 0 0,7-1-19 0 0,-7 1 107 0 0,-1-1-159 0 0,9 0 2 0 0,-9 1 82 0 0,6 1-364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0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69 788 0 0,'-4'-34'10774'0'0,"-3"0"-4742"0"0,6 33-5890 0 0,-3 16 2 0 0,0 15-69 0 0,2 1 0 0 0,1 37 0 0 0,1-59-66 0 0,1 0-1 0 0,0 0 0 0 0,1 0 0 0 0,-1 0 1 0 0,2 0-1 0 0,-1 0 0 0 0,2 0 1 0 0,-1-1-1 0 0,1 1 0 0 0,0-1 0 0 0,0 0 1 0 0,8 9-1 0 0,-9-13 1 0 0,0-1 1 0 0,1 0-1 0 0,-1 0 0 0 0,1 0 0 0 0,0-1 1 0 0,0 1-1 0 0,0-1 0 0 0,0 0 0 0 0,0 0 1 0 0,0 0-1 0 0,0-1 0 0 0,1 1 0 0 0,-1-1 1 0 0,1 0-1 0 0,-1 0 0 0 0,1-1 0 0 0,-1 1 1 0 0,1-1-1 0 0,-1 0 0 0 0,1 0 0 0 0,0-1 1 0 0,-1 1-1 0 0,5-2 0 0 0,2 0 3 0 0,-1-1 1 0 0,0 0-1 0 0,-1-1 0 0 0,1 1 1 0 0,-1-2-1 0 0,1 0 0 0 0,-1 0 1 0 0,-1 0-1 0 0,12-10 0 0 0,-10 7 118 0 0,0-1-1 0 0,-1-1 1 0 0,0 0-1 0 0,0 0 0 0 0,-1-1 1 0 0,-1 0-1 0 0,1 0 1 0 0,-2-1-1 0 0,0 1 0 0 0,0-2 1 0 0,-1 1-1 0 0,5-20 1 0 0,-9 27 361 0 0,0 0 1 0 0,-1 0-1 0 0,1-1 1 0 0,-1-9 0 0 0,-1 0 326 0 0,1 13-433 0 0,-1 5-362 0 0,0 0 1 0 0,0-1 0 0 0,0 1-1 0 0,0 0 1 0 0,0 0 0 0 0,1 0-1 0 0,-1-1 1 0 0,1 1 0 0 0,0 0-1 0 0,0 0 1 0 0,0 4 0 0 0,0 1 50 0 0,-16 217 1810 0 0,9-97-1340 0 0,-14 150 133 0 0,16-226-96 0 0,5-51-538 0 0,-1 2 55 0 0,0 2-248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57 1024 0 0,'-4'0'1952'0'0,"-10"1"-286"0"0,8-1 1046 0 0,-24-1 3919 0 0,28 0-5657 0 0,-13 0 2413 0 0,13 1-2631 0 0,-2 0-754 0 0,-19 2 7929 0 0,5 6-6489 0 0,172-38-1419 0 0,-45 6 0 0 0,-70 15 84 0 0,-36 9-59 0 0,8-2 100 0 0,-44 7-137 0 0,-122 14 75 0 0,89-13 78 0 0,63-5-203 0 0,-30 2-312 0 0,30-3 293 0 0,5 0-136 0 0,9-3 182 0 0,6-1 10 0 0,-4 1 0 0 0,19-2 10 0 0,-30 5-7 0 0,0-1 4 0 0,6 0-1 0 0,-6 1 5 0 0,1 0 1 0 0,6-1-2 0 0,-7 0-6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2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18 1636 0 0,'-7'-17'12011'0'0,"4"17"-11849"0"0,-2 1-125 0 0,1 0 0 0 0,-1 1 0 0 0,1-1 0 0 0,0 1 0 0 0,-1 0 0 0 0,1 0-1 0 0,0 1 1 0 0,0-1 0 0 0,0 1 0 0 0,0 0 0 0 0,1 0 0 0 0,-1 0 0 0 0,1 0 0 0 0,0 1 0 0 0,-4 4 0 0 0,-7 10 98 0 0,-22 38-1 0 0,28-44-45 0 0,-28 52 543 0 0,-42 100-1 0 0,-12 77 258 0 0,65-163-401 0 0,-20 97 0 0 0,39-142-403 0 0,2-1 1 0 0,0 1-1 0 0,3 0 1 0 0,0-1 0 0 0,9 66-1 0 0,-6-85-35 0 0,0-1 0 0 0,1 0-1 0 0,1 0 1 0 0,0-1 0 0 0,1 1 0 0 0,0-1 0 0 0,0 0-1 0 0,1 0 1 0 0,1-1 0 0 0,13 17 0 0 0,-16-23-125 0 0,0 1-1 0 0,1-1 1 0 0,0 0 0 0 0,-1 0 0 0 0,1-1 0 0 0,1 0-1 0 0,-1 1 1 0 0,1-2 0 0 0,10 5 0 0 0,-11-5-273 0 0,1-1 0 0 0,0 0 0 0 0,0 0 0 0 0,0 0 0 0 0,0-1 0 0 0,0 0 0 0 0,0 0 0 0 0,0 0 0 0 0,0-1 0 0 0,-1 0 0 0 0,10-2 0 0 0,8-4-4215 0 0,2-3-2489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37 132 1556 0 0,'-19'-124'18235'0'0,"18"117"-17412"0"0,-1 13-546 0 0,1 13-62 0 0,10 93 1455 0 0,-10 166 1 0 0,-19-35-1008 0 0,18-233 677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66 496 0 0,'-14'-8'14823'0'0,"10"4"-13660"0"0,12 0-914 0 0,0 0 1 0 0,0 1 0 0 0,0 0 0 0 0,0 0 0 0 0,0 0 0 0 0,0 1 0 0 0,1 1 0 0 0,17-2 0 0 0,12-4-27 0 0,70-11 30 0 0,-105 17-268 0 0,20 0-550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3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1212 0 0,'12'-37'7470'0'0,"-10"29"-6420"0"0,1 0 1 0 0,0 0 0 0 0,0-1 0 0 0,6-9-1 0 0,-7 15-903 0 0,0 0-1 0 0,0 1 0 0 0,0-1 0 0 0,1 0 0 0 0,-1 1 1 0 0,1 0-1 0 0,-1 0 0 0 0,1 0 0 0 0,0 0 1 0 0,0 0-1 0 0,0 0 0 0 0,0 1 0 0 0,0-1 0 0 0,0 1 1 0 0,4-1-1 0 0,-3 0-73 0 0,1 1-1 0 0,0 0 1 0 0,0 0 0 0 0,0 0-1 0 0,0 1 1 0 0,0 0 0 0 0,-1 0-1 0 0,1 0 1 0 0,0 0 0 0 0,0 1-1 0 0,0 0 1 0 0,0 0 0 0 0,0 0 0 0 0,-1 1-1 0 0,1-1 1 0 0,-1 1 0 0 0,1 0-1 0 0,-1 1 1 0 0,1-1 0 0 0,-1 1-1 0 0,0-1 1 0 0,0 1 0 0 0,-1 1 0 0 0,6 3-1 0 0,-5-1-43 0 0,1 0-1 0 0,-1-1 1 0 0,0 1-1 0 0,0 1 1 0 0,0-1-1 0 0,-1 1 1 0 0,0-1-1 0 0,-1 1 1 0 0,1 0-1 0 0,-1 0 0 0 0,0 0 1 0 0,-1 0-1 0 0,0 0 1 0 0,0 0-1 0 0,-1 1 1 0 0,0 7-1 0 0,-1 6 11 0 0,-2 1-1 0 0,0-1 0 0 0,-1 1 1 0 0,-2-1-1 0 0,-15 40 0 0 0,-55 95 199 0 0,58-124-116 0 0,-3 3 681 0 0,14-24-338 0 0,1-1 0 0 0,-9 19 1 0 0,15-27-397 0 0,0 0-46 0 0,-1-1-15 0 0,1-1 0 0 0,0 1 0 0 0,0 0 0 0 0,0 0-1 0 0,0-1 1 0 0,0 1 0 0 0,0 0 0 0 0,0 0 0 0 0,1-1 0 0 0,-1 1 0 0 0,0 0 0 0 0,0-1 0 0 0,0 1 0 0 0,1 0 0 0 0,-1-1-1 0 0,0 1 1 0 0,1 0 0 0 0,-1-1 0 0 0,1 1 0 0 0,-1 0 0 0 0,1-1 0 0 0,-1 1 0 0 0,1-1 0 0 0,-1 1 0 0 0,1-1 0 0 0,-1 1-1 0 0,1-1 1 0 0,0 0 0 0 0,-1 1 0 0 0,1-1 0 0 0,0 0 0 0 0,-1 1 0 0 0,1-1 0 0 0,0 0 0 0 0,0 0 0 0 0,-1 0 0 0 0,1 1-1 0 0,0-1 1 0 0,0 0 0 0 0,-1 0 0 0 0,1 0 0 0 0,1-1 0 0 0,30 5-680 0 0,1-1 0 0 0,48-3 0 0 0,68-17-10349 0 0,-104 10 4721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4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81 488 1296 0 0,'-62'-13'14761'0'0,"60"13"-14621"0"0,1 0-64 0 0,0 0 1 0 0,1 0 0 0 0,-1-1 0 0 0,0 1-1 0 0,1 0 1 0 0,-1 0 0 0 0,1 0 0 0 0,-1 0 0 0 0,0 0-1 0 0,1-1 1 0 0,-1 1 0 0 0,1 0 0 0 0,-1-1-1 0 0,1 1 1 0 0,-1 0 0 0 0,0-1 0 0 0,1 1-1 0 0,0 0 1 0 0,-1-1 0 0 0,1 1 0 0 0,-1-1 0 0 0,1 1-1 0 0,-1-1 1 0 0,1 1 0 0 0,0-1 0 0 0,0 0-1 0 0,-1 1 1 0 0,1-1 0 0 0,0 1 0 0 0,0-1-1 0 0,-1 0 1 0 0,1 1 0 0 0,0-1 0 0 0,0 1 0 0 0,0-1-1 0 0,0 0 1 0 0,0 1 0 0 0,0-1 0 0 0,0 0-1 0 0,0 1 1 0 0,0-1 0 0 0,0 0 0 0 0,1 1 0 0 0,-1-1-1 0 0,0 1 1 0 0,0-1 0 0 0,0 0 0 0 0,1 1-1 0 0,0-2 1 0 0,14-15 231 0 0,0 1 0 0 0,32-27 0 0 0,-26 26-207 0 0,34-38 0 0 0,-41 36-93 0 0,-1 0-1 0 0,-1 0 1 0 0,0-1-1 0 0,-2 0 1 0 0,0-1-1 0 0,-1-1 1 0 0,-1 1-1 0 0,-1-1 1 0 0,-1-1-1 0 0,4-34 1 0 0,-10 56-6 0 0,3-33-165 0 0,-3 34 160 0 0,0 0 0 0 0,0 0 1 0 0,0 0-1 0 0,0 0 1 0 0,0-1-1 0 0,0 1 1 0 0,0 0-1 0 0,0 0 1 0 0,0 0-1 0 0,0 0 1 0 0,0 0-1 0 0,0-1 0 0 0,0 1 1 0 0,0 0-1 0 0,0 0 1 0 0,0 0-1 0 0,0 0 1 0 0,0 0-1 0 0,0-1 1 0 0,0 1-1 0 0,0 0 1 0 0,0 0-1 0 0,0 0 0 0 0,0 0 1 0 0,-1 0-1 0 0,1 0 1 0 0,0-1-1 0 0,0 1 1 0 0,0 0-1 0 0,0 0 1 0 0,0 0-1 0 0,0 0 1 0 0,-1 0-1 0 0,1 0 1 0 0,0 0-1 0 0,0 0 0 0 0,0 0 1 0 0,0 0-1 0 0,0-1 1 0 0,-1 1-1 0 0,1 0 1 0 0,0 0-1 0 0,0 0 1 0 0,0 0-1 0 0,0 0 1 0 0,0 0-1 0 0,-1 0 0 0 0,1 0 1 0 0,0 0-1 0 0,-11 16-35 0 0,-1 11 22 0 0,1 1 0 0 0,1 0 0 0 0,2 1 0 0 0,-6 37-1 0 0,4-22 48 0 0,-45 285 228 0 0,23-116 14 0 0,29-198-155 0 0,-3 29 2300 0 0,-4-64-1843 0 0,8-2-568 0 0,2 1-1 0 0,0 0 1 0 0,1 0 0 0 0,2 0 0 0 0,0 0 0 0 0,1 0 0 0 0,1 0 0 0 0,0 1 0 0 0,2 0 0 0 0,1 0 0 0 0,0 0 0 0 0,2 1 0 0 0,0 1 0 0 0,1 0-1 0 0,0 0 1 0 0,2 1 0 0 0,19-21 0 0 0,-26 31-23 0 0,1 2-1 0 0,0-1 0 0 0,0 1 1 0 0,0 0-1 0 0,0 0 1 0 0,1 1-1 0 0,0 0 0 0 0,0 0 1 0 0,0 1-1 0 0,1 0 0 0 0,-1 0 1 0 0,12-1-1 0 0,-19 3 14 0 0,0 1-1 0 0,1 0 0 0 0,-1 0 1 0 0,0-1-1 0 0,1 1 0 0 0,-1 0 1 0 0,1 1-1 0 0,-1-1 0 0 0,1 0 1 0 0,-1 0-1 0 0,0 1 0 0 0,1-1 1 0 0,-1 0-1 0 0,0 1 0 0 0,1-1 1 0 0,-1 1-1 0 0,0 0 0 0 0,0-1 1 0 0,0 1-1 0 0,1 0 0 0 0,-1 0 1 0 0,0 0-1 0 0,0 0 0 0 0,0 0 1 0 0,0 0-1 0 0,0 0 0 0 0,-1 0 1 0 0,1 0-1 0 0,0 1 0 0 0,0-1 1 0 0,-1 0-1 0 0,1 0 0 0 0,-1 1 1 0 0,1-1-1 0 0,-1 0 0 0 0,1 1 1 0 0,-1-1-1 0 0,0 0 0 0 0,0 1 1 0 0,0-1-1 0 0,0 1 0 0 0,0-1 1 0 0,0 3-1 0 0,-1 2 12 0 0,1 1-1 0 0,-1-1 1 0 0,-1 0-1 0 0,1 0 1 0 0,-1 1-1 0 0,0-1 1 0 0,-6 10 0 0 0,1-5-7 0 0,0 0 1 0 0,-1-1 0 0 0,0 0 0 0 0,-1 0 0 0 0,-1-1 0 0 0,1 0 0 0 0,-1 0 0 0 0,-1-1 0 0 0,1 0 0 0 0,-1-1 0 0 0,-1-1 0 0 0,1 0-1 0 0,-1 0 1 0 0,0-1 0 0 0,-16 5 0 0 0,26-10-27 0 0,0 1 17 0 0,0 0 0 0 0,0 0 1 0 0,0 1-1 0 0,1-1 0 0 0,-1 0 1 0 0,0 1-1 0 0,0-1 0 0 0,-1 3 1 0 0,5 1 82 0 0,0 0 0 0 0,1 0 1 0 0,0 0-1 0 0,0-1 0 0 0,0 1 1 0 0,0-1-1 0 0,1 0 1 0 0,4 4-1 0 0,38 33 1018 0 0,-24-22-838 0 0,15 12 50 0 0,47 32 1 0 0,-66-51-1352 0 0,1-1-1 0 0,33 14 1 0 0,-15-15-2840 0 0,-13-12-4126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98 1576 0 0,'-2'-13'1902'0'0,"0"8"-848"0"0,1 1 0 0 0,0-1 0 0 0,0 0 1 0 0,0 0-1 0 0,1 0 0 0 0,0 0 0 0 0,0 0 1 0 0,0 0-1 0 0,0 0 0 0 0,1 0 0 0 0,0 0 1 0 0,0 1-1 0 0,3-9 0 0 0,-3 12-934 0 0,-1 0 1 0 0,1 1-1 0 0,0-1 1 0 0,-1 0-1 0 0,1 1 1 0 0,0-1-1 0 0,0 1 1 0 0,-1-1-1 0 0,1 1 0 0 0,0 0 1 0 0,0-1-1 0 0,0 1 1 0 0,0 0-1 0 0,0-1 1 0 0,0 1-1 0 0,0 0 0 0 0,-1 0 1 0 0,1 0-1 0 0,0 0 1 0 0,0 0-1 0 0,0 0 1 0 0,0 0-1 0 0,0 0 1 0 0,0 0-1 0 0,0 0 0 0 0,2 1 1 0 0,22 9 1362 0 0,-16-3-1229 0 0,0 0 1 0 0,-1 0-1 0 0,0 1 1 0 0,0 0-1 0 0,0 0 0 0 0,-1 1 1 0 0,0 0-1 0 0,-1 0 0 0 0,0 1 1 0 0,-1-1-1 0 0,0 1 0 0 0,6 16 1 0 0,-1 4-90 0 0,-1 0 0 0 0,-1 0 0 0 0,5 40 0 0 0,-8-20-3 0 0,-1-1-1 0 0,-3 1 1 0 0,-2 0 0 0 0,-2-1-1 0 0,-18 97 1 0 0,7-86-624 0 0,-3 0 1 0 0,-2-1-1 0 0,-3-1 1 0 0,-39 77-1 0 0,43-103-1390 0 0,-1-1-1 0 0,-38 48 1 0 0,40-59-1312 0 0,0-1 1 0 0,-27 22-1 0 0,11-16-4985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23 1408 0 0,'0'-16'6749'0'0,"0"16"-6696"0"0,0 0 0 0 0,0-1 0 0 0,0 1 0 0 0,0 0 0 0 0,0 0-1 0 0,0 0 1 0 0,0 0 0 0 0,0 0 0 0 0,0-1 0 0 0,0 1-1 0 0,0 0 1 0 0,0 0 0 0 0,0 0 0 0 0,0 0 0 0 0,0-1 0 0 0,0 1-1 0 0,0 0 1 0 0,0 0 0 0 0,0 0 0 0 0,0 0 0 0 0,0-1 0 0 0,0 1-1 0 0,0 0 1 0 0,0 0 0 0 0,0 0 0 0 0,0 0 0 0 0,0-1 0 0 0,-1 1-1 0 0,1 0 1 0 0,0 0 53 0 0,0 0-53 0 0,0 0-1 0 0,0 0 1 0 0,0 0 0 0 0,-1-1 0 0 0,1 1 0 0 0,0 0 0 0 0,0 0-1 0 0,0 0 1 0 0,0 0 0 0 0,-1 0 0 0 0,1 0 0 0 0,0 0 0 0 0,0 0-1 0 0,0 0 1 0 0,0 0 0 0 0,-1 0 0 0 0,1 0 0 0 0,0 0 0 0 0,0 0-1 0 0,0 0 1 0 0,0 0 0 0 0,-1 0 0 0 0,1 0 0 0 0,0 0-1 0 0,0 0 1 0 0,0 0 0 0 0,-12 12 1372 0 0,-11 21 87 0 0,-35 70 1585 0 0,-72 180 0 0 0,-5 121-1123 0 0,115-329-1652 0 0,-12 96 0 0 0,28-140-227 0 0,1 0 0 0 0,2 0-1 0 0,2 1 1 0 0,0-1 0 0 0,12 59-1 0 0,-11-77-69 0 0,2 0-1 0 0,0 0 1 0 0,1 0-1 0 0,0-1 1 0 0,0 0-1 0 0,2 0 1 0 0,-1 0-1 0 0,1-1 1 0 0,17 20-1 0 0,-19-25-173 0 0,1-1 1 0 0,1 1-1 0 0,-1-1 0 0 0,1 0 0 0 0,0 0 0 0 0,0-1 1 0 0,0 0-1 0 0,0 0 0 0 0,1-1 0 0 0,0 1 0 0 0,0-2 1 0 0,-1 1-1 0 0,2-1 0 0 0,-1-1 0 0 0,0 1 0 0 0,17 0 1 0 0,-12-2-777 0 0,0-1-1 0 0,1 0 1 0 0,13-3 0 0 0,18-9-5223 0 0,-1-8-2906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46 419 2716 0 0,'-41'-37'16630'0'0,"40"37"-16570"0"0,1 0 0 0 0,0-1 1 0 0,-1 1-1 0 0,1-1 0 0 0,0 1 0 0 0,-1-1 1 0 0,1 1-1 0 0,0-1 0 0 0,0 1 1 0 0,-1-1-1 0 0,1 1 0 0 0,0-1 0 0 0,0 1 1 0 0,0-1-1 0 0,0 1 0 0 0,0-1 1 0 0,0 1-1 0 0,0-2 0 0 0,9-7 196 0 0,0 0-1 0 0,1 0 0 0 0,1 1 0 0 0,20-13 1 0 0,-15 11-172 0 0,27-24 0 0 0,-28 19-86 0 0,-1-1-1 0 0,-1 0 1 0 0,0-1-1 0 0,-1 0 1 0 0,-1-1-1 0 0,-1 0 1 0 0,0-1-1 0 0,-2 0 1 0 0,0-1-1 0 0,-1 1 1 0 0,-1-1-1 0 0,4-25 1 0 0,-10 32-116 0 0,-7 16-10 0 0,-8 19 35 0 0,-4 29 108 0 0,2 2-1 0 0,3 0 0 0 0,-11 73 0 0 0,13-60 69 0 0,-21 134 233 0 0,-9 44 156 0 0,30-184 943 0 0,12-59-1401 0 0,0-1 1 0 0,-1 0 0 0 0,1 1 0 0 0,0-1 0 0 0,0 0 0 0 0,0 0 0 0 0,0 1 0 0 0,0-1 0 0 0,0 0 0 0 0,0 1 0 0 0,0-1 0 0 0,0 0 0 0 0,-1 0 0 0 0,1 1 0 0 0,0-1 0 0 0,0 0 0 0 0,0 0 0 0 0,0 0 0 0 0,-1 1 0 0 0,1-1 0 0 0,0 0 0 0 0,0 0 0 0 0,-1 0 0 0 0,1 0 0 0 0,0 1 0 0 0,0-1 0 0 0,-1 0 0 0 0,1 0-1 0 0,0 0 1 0 0,-1 0 0 0 0,1 0 0 0 0,0 0 0 0 0,0 0 0 0 0,-1 0 0 0 0,1 0 0 0 0,0 0 0 0 0,-1 0 0 0 0,1 0 0 0 0,0 0 0 0 0,0 0 0 0 0,-1 0 0 0 0,1 0 0 0 0,0 0 0 0 0,-1 0 0 0 0,1 0 0 0 0,0 0 0 0 0,0 0 0 0 0,-1-1 0 0 0,1 1 0 0 0,0 0 0 0 0,0 0 0 0 0,-1 0 0 0 0,1 0 0 0 0,0-1 0 0 0,0 1 0 0 0,-1-1 0 0 0,-10-11 191 0 0,6 1-190 0 0,0 0 1 0 0,1 0-1 0 0,0 0 1 0 0,1-1-1 0 0,0 1 0 0 0,1-1 1 0 0,0 0-1 0 0,1 0 1 0 0,0 0-1 0 0,1 1 0 0 0,0-1 1 0 0,3-19-1 0 0,0 10-59 0 0,1 0 0 0 0,1 0-1 0 0,1 0 1 0 0,1 1 0 0 0,0 0-1 0 0,14-23 1 0 0,-11 23 20 0 0,2 2-1 0 0,1-1 1 0 0,0 2-1 0 0,1-1 1 0 0,1 2 0 0 0,1 0-1 0 0,26-21 1 0 0,-31 29 5 0 0,-1 0 0 0 0,1 1-1 0 0,0 0 1 0 0,1 1 0 0 0,0 0 0 0 0,0 1 0 0 0,0 0 0 0 0,0 1 0 0 0,1 1 0 0 0,0-1 0 0 0,0 2 0 0 0,0 0-1 0 0,0 1 1 0 0,14 0 0 0 0,-23 1 23 0 0,0 0 0 0 0,1 1 0 0 0,-1-1 0 0 0,0 1 0 0 0,0 0 0 0 0,0 0 0 0 0,0 1 0 0 0,0-1 1 0 0,0 1-1 0 0,0 0 0 0 0,0 0 0 0 0,0 0 0 0 0,-1 1 0 0 0,1-1 0 0 0,-1 1 0 0 0,0 0 0 0 0,0 0 0 0 0,0 0 0 0 0,3 4 0 0 0,-4-4 0 0 0,0 0 0 0 0,-1 0 0 0 0,1 0 0 0 0,-1 1 0 0 0,0-1 0 0 0,0 0 0 0 0,0 1 0 0 0,0-1 0 0 0,-1 1 0 0 0,1-1 0 0 0,-1 1 0 0 0,0-1 0 0 0,0 1-1 0 0,-1-1 1 0 0,1 1 0 0 0,0-1 0 0 0,-1 1 0 0 0,0-1 0 0 0,0 1 0 0 0,0-1 0 0 0,0 0 0 0 0,-1 0 0 0 0,-2 6 0 0 0,-2 1 3 0 0,-1-1 0 0 0,1 1-1 0 0,-2-1 1 0 0,1 0 0 0 0,-1 0-1 0 0,-1-1 1 0 0,1 0 0 0 0,-1-1-1 0 0,-1 0 1 0 0,1 0 0 0 0,-19 9 0 0 0,15-10 10 0 0,0 0 1 0 0,-1 0-1 0 0,1-2 1 0 0,-1 1 0 0 0,0-2-1 0 0,-1 0 1 0 0,1-1 0 0 0,-27 2-1 0 0,6-3 39 0 0,32-1-24 0 0,2 0-35 0 0,0 0 1 0 0,0 0-1 0 0,0 0 1 0 0,-1 1-1 0 0,1-1 1 0 0,0 0-1 0 0,0 0 1 0 0,0 1-1 0 0,0-1 1 0 0,0 1-1 0 0,0-1 0 0 0,0 1 1 0 0,0-1-1 0 0,-2 2 1 0 0,5 4 64 0 0,0 0 1 0 0,0 0-1 0 0,1-1 1 0 0,0 1-1 0 0,0-1 1 0 0,0 1-1 0 0,7 6 1 0 0,34 39 736 0 0,-24-29-601 0 0,9 11-162 0 0,1-1 1 0 0,37 29 0 0 0,-54-51-1065 0 0,-1-1 0 0 0,2-1 0 0 0,23 12 0 0 0,-28-16-611 0 0,0-1 0 0 0,1 0 0 0 0,-1 0 0 0 0,1-1 0 0 0,0 0 0 0 0,18 1 0 0 0,-4-4-6969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85 184 0 0,'-16'-37'24319'0'0,"17"37"-24143"0"0,14-9 2352 0 0,27-2-1676 0 0,-32 9-444 0 0,75-12 81 0 0,-28 9-3379 0 0,-22 2-2329 0 0,-2-1-3800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80 1548 0 0,'-6'-40'17087'0'0,"-3"11"-11371"0"0,6 19-2046 0 0,-3 17-2963 0 0,-3 19-756 0 0,-25 153 1028 0 0,29-137-835 0 0,1-1 1 0 0,3 59 0 0 0,1-96-134 0 0,0-1-1 0 0,0 1 1 0 0,1 0-1 0 0,0 0 1 0 0,-1-1-1 0 0,1 1 1 0 0,0 0-1 0 0,1-1 1 0 0,-1 1-1 0 0,1-1 1 0 0,-1 0-1 0 0,1 1 1 0 0,0-1-1 0 0,0 0 1 0 0,1 0-1 0 0,-1 0 1 0 0,1 0 0 0 0,-1-1-1 0 0,7 6 1 0 0,-6-6-39 0 0,1 0 0 0 0,0-1 0 0 0,0 1 0 0 0,0-1 0 0 0,0 0 1 0 0,0 0-1 0 0,0 0 0 0 0,0 0 0 0 0,0-1 0 0 0,0 0 1 0 0,0 0-1 0 0,0 0 0 0 0,0 0 0 0 0,1 0 0 0 0,-1-1 1 0 0,0 0-1 0 0,0 0 0 0 0,4-1 0 0 0,4-3-160 0 0,1 0 0 0 0,-1-1 0 0 0,0 0 0 0 0,-1-1-1 0 0,0 0 1 0 0,0-1 0 0 0,0 0 0 0 0,-1-1 0 0 0,0 0 0 0 0,-1-1 0 0 0,0 1-1 0 0,13-20 1 0 0,-5 4-70 0 0,-2 1 0 0 0,0-2 0 0 0,-2 0-1 0 0,18-49 1 0 0,2-58 2640 0 0,-30 113-1529 0 0,-2 19-453 0 0,-1 4-87 0 0,0 3-187 0 0,1 27 849 0 0,-5 45 0 0 0,0-18-269 0 0,-23 191-1262 0 0,5-83-496 0 0,22-116-5792 0 0,0-32 598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6:3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353 119 2752 0 0,'-10'-28'3835'0'0,"2"6"628"0"0,-1-1 0 0 0,-14-23 3480 0 0,25 47-7719 0 0,0 1 1 0 0,-1-1-1 0 0,1 1 0 0 0,-1-1 1 0 0,1 1-1 0 0,-1-1 0 0 0,0 1 1 0 0,0 0-1 0 0,1-1 0 0 0,-1 1 1 0 0,0 0-1 0 0,1 4 0 0 0,1-1 243 0 0,20 37 158 0 0,-2 2-1 0 0,-2 0 1 0 0,-2 1-1 0 0,-2 0 1 0 0,-2 2-1 0 0,-2 0 1 0 0,10 94-1 0 0,-15-60-464 0 0,-5 0 0 0 0,-2-1-1 0 0,-25 158 1 0 0,13-169-390 0 0,-3-2 1 0 0,-2 0-1 0 0,-4-1 1 0 0,-41 88-1 0 0,35-98-2428 0 0,-55 81 1 0 0,51-93-1647 0 0,-1-1 0 0 0,-42 40 0 0 0,14-25-6391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6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1144 0 0,'0'0'3034'0'0,"11"-7"-1876"0"0,-5 4-3160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0 756 0 0,'0'0'2288'0'0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6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0 164 0 0,'-16'2'2760'0'0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6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1560 0 0,'0'0'4445'0'0,"4"7"-4061"0"0,4-2-1361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0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0 164 0 0,'0'0'5244'0'0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0 844 0 0,'0'0'2779'0'0,"-8"29"7083"0"0,8-28-9770 0 0,0 0 0 0 0,0 0 1 0 0,0 0-1 0 0,0 0 0 0 0,1 0 1 0 0,-1 0-1 0 0,0 0 1 0 0,1 0-1 0 0,-1 0 0 0 0,1 0 1 0 0,-1 0-1 0 0,1 0 0 0 0,-1 0 1 0 0,1 0-1 0 0,0 0 0 0 0,0 0 1 0 0,-1-1-1 0 0,1 1 1 0 0,0 0-1 0 0,0-1 0 0 0,0 1 1 0 0,0 0-1 0 0,0-1 0 0 0,-1 1 1 0 0,1-1-1 0 0,0 0 0 0 0,0 1 1 0 0,0-1-1 0 0,1 0 1 0 0,-1 1-1 0 0,0-1 0 0 0,2 0 1 0 0,45 8 765 0 0,-39-7-592 0 0,365 20 1523 0 0,-223-17-1585 0 0,62 5-46 0 0,658 37 117 0 0,-185 5 63 0 0,197 21-152 0 0,2-29-100 0 0,340-65-65 0 0,-1064 16-2 0 0,-50 2-21 0 0,661-21-8 0 0,-355 6 50 0 0,-409 19-37 0 0,45-2 50 0 0,-23-1-76 0 0,-1-2 57 0 0,13 0-1307 0 0,-79-3-3241 0 0,-51 0-2798 0 0,42 1 1987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72 388 0 0,'-60'8'2912'0'0,"23"-3"-189"0"0,-41 10 0 0 0,76-14-2496 0 0,-13 3 916 0 0,14-3-1089 0 0,1-1-1 0 0,-1 0 1 0 0,1 0 0 0 0,0 1-1 0 0,-1-1 1 0 0,1 0 0 0 0,0 1-1 0 0,-1-1 1 0 0,1 0-1 0 0,0 1 1 0 0,-1-1 0 0 0,1 1-1 0 0,0-1 1 0 0,0 0-1 0 0,-1 1 1 0 0,1-1 0 0 0,0 1-1 0 0,0-1 1 0 0,0 1 0 0 0,0-1-1 0 0,-1 1 1 0 0,1-1-1 0 0,0 1 1 0 0,0-1 0 0 0,0 0-1 0 0,0 1 1 0 0,0-1-1 0 0,0 1 1 0 0,0-1 0 0 0,1 1-1 0 0,-1-1 1 0 0,0 1-1 0 0,1 1 25 0 0,0-1 0 0 0,0-1 0 0 0,-1 1 0 0 0,1 0 0 0 0,0 0 0 0 0,0 0 0 0 0,1 0 0 0 0,-1-1 0 0 0,0 1 0 0 0,0 0 0 0 0,0-1 0 0 0,2 1 0 0 0,41 12 863 0 0,-39-12-794 0 0,36 7 529 0 0,1-2-1 0 0,51 0 1 0 0,86-6-105 0 0,-110-2-310 0 0,811-38 1461 0 0,-425 13-1107 0 0,1428-48-2 0 0,-143 56-471 0 0,-1652 20-136 0 0,211 7 14 0 0,-258-6-10 0 0,51 1 46 0 0,-59-3-31 0 0,-31 0-14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6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34 1260 0 0,'-3'0'2184'0'0,"-25"0"2377"0"0,25 0-3534 0 0,-1-1-184 0 0,-5 1 157 0 0,-1-1-1 0 0,1-1 1 0 0,0 0 0 0 0,-10-3-1 0 0,17 4-512 0 0,-19-7 1401 0 0,21 8-1888 0 0,0 0 1 0 0,-1 0 0 0 0,1 0 0 0 0,0 0 0 0 0,-1 0 0 0 0,1 0 0 0 0,0 0 0 0 0,0 1 0 0 0,-1-1-1 0 0,1 0 1 0 0,0 0 0 0 0,0 0 0 0 0,-1 0 0 0 0,1 0 0 0 0,0 1 0 0 0,0-1 0 0 0,-1 0 0 0 0,1 0-1 0 0,0 0 1 0 0,0 1 0 0 0,0-1 0 0 0,0 0 0 0 0,-1 0 0 0 0,1 1 0 0 0,0-1 0 0 0,0 0 0 0 0,0 0 0 0 0,0 1-1 0 0,0-1 1 0 0,0 0 0 0 0,0 1 0 0 0,0-1 0 0 0,0 0 0 0 0,0 0 0 0 0,0 1 0 0 0,0-1 0 0 0,0 0-1 0 0,0 1 1 0 0,0-1 0 0 0,0 0 0 0 0,0 0 0 0 0,0 1 0 0 0,0-1 0 0 0,14 10 111 0 0,27 5 577 0 0,-16-11-415 0 0,0 0-1 0 0,0-2 0 0 0,39 0 0 0 0,77-11-45 0 0,246-34 141 0 0,-315 36 1241 0 0,-69 7-1485 0 0,11 0-774 0 0,-15 6-746 0 0,-1 9-2246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91 1932 0 0,'-1'-3'2028'0'0,"-30"-72"12015"0"0,30 74-13642 0 0,1 0-376 0 0,0 1-1 0 0,0-1 1 0 0,0 1 0 0 0,0-1-1 0 0,0 1 1 0 0,0-1-1 0 0,0 1 1 0 0,-1-1-1 0 0,1 1 1 0 0,0-1 0 0 0,0 1-1 0 0,0 0 1 0 0,-1-1-1 0 0,1 1 1 0 0,0-1-1 0 0,-1 1 1 0 0,1 0-1 0 0,0-1 1 0 0,-1 1 0 0 0,1 0-1 0 0,0-1 1 0 0,-1 1-1 0 0,1 0 1 0 0,-1 0-1 0 0,1-1 1 0 0,0 1 0 0 0,-1 0-1 0 0,1 0 1 0 0,-1 0-1 0 0,1 0 1 0 0,-1 0-1 0 0,1-1 1 0 0,-1 1 0 0 0,1 0-1 0 0,-1 0 1 0 0,1 0-1 0 0,-1 0 1 0 0,1 0-1 0 0,-1 0 1 0 0,1 1-1 0 0,-1-1 1 0 0,1 0 0 0 0,0 0-1 0 0,-1 0 1 0 0,1 0-1 0 0,-1 1 1 0 0,1-1-1 0 0,-1 0 1 0 0,1 0 0 0 0,0 1-1 0 0,-1-1 1 0 0,1 0-1 0 0,-1 0 1 0 0,1 1-1 0 0,0-1 1 0 0,-1 1-1 0 0,-12 24 23 0 0,0 0 0 0 0,2 1 0 0 0,1 0-1 0 0,1 1 1 0 0,1 0 0 0 0,2 0 0 0 0,0 1-1 0 0,2 0 1 0 0,1 0 0 0 0,2 51 0 0 0,1-68-31 0 0,1-1 0 0 0,0 0 0 0 0,1 0 0 0 0,0 0 0 0 0,1 0 0 0 0,0 0 0 0 0,1 0 0 0 0,0-1 0 0 0,0 1 0 0 0,10 15 0 0 0,-11-21-5 0 0,0 0 0 0 0,0 0 0 0 0,1-1 0 0 0,-1 1 0 0 0,1-1 0 0 0,0 0 0 0 0,-1 0 0 0 0,1 0 0 0 0,0 0 0 0 0,1-1 1 0 0,-1 0-1 0 0,0 0 0 0 0,1 0 0 0 0,0 0 0 0 0,-1-1 0 0 0,1 0 0 0 0,0 0 0 0 0,-1 0 0 0 0,1 0 0 0 0,0-1 0 0 0,0 0 0 0 0,0 0 0 0 0,0 0 0 0 0,9-2 0 0 0,-5 0 0 0 0,1 0 0 0 0,-1 0-1 0 0,0-1 1 0 0,0-1 0 0 0,0 0 0 0 0,0 0-1 0 0,-1-1 1 0 0,0 0 0 0 0,0 0 0 0 0,0-1-1 0 0,0 0 1 0 0,-1 0 0 0 0,0 0 0 0 0,12-16-1 0 0,-8 8 47 0 0,-1-1 0 0 0,0-1 0 0 0,-1 0 0 0 0,-1 0 0 0 0,0 0 0 0 0,-2-1-1 0 0,6-18 1 0 0,3-7 1731 0 0,-15 40-1701 0 0,2-7 308 0 0,-15 91 442 0 0,-3 28 389 0 0,-14 396 60 0 0,29-468-1326 0 0,-1 13-879 0 0,-1-20-3428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2544 0 0,'0'0'14706'0'0,"16"4"-13088"0"0,11-3-1175 0 0,0-1-1 0 0,1-1 0 0 0,-1-2 0 0 0,41-8 0 0 0,3-1-270 0 0,-37 7-392 0 0,-17 2-1548 0 0,1 1-3412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8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65 1512 0 0,'-7'-25'6478'0'0,"6"21"-5586"0"0,-1-1 0 0 0,0 1 0 0 0,0 0 0 0 0,0 0 0 0 0,-5-7 0 0 0,6 10-357 0 0,1 1-514 0 0,0-1 0 0 0,0 1 1 0 0,0 0-1 0 0,0 0 0 0 0,0 0 1 0 0,0-1-1 0 0,0 1 0 0 0,0 0 1 0 0,0 0-1 0 0,0 0 0 0 0,0-1 1 0 0,0 1-1 0 0,0 0 0 0 0,0 0 1 0 0,-1 0-1 0 0,1 0 0 0 0,0-1 1 0 0,0 1-1 0 0,0 0 0 0 0,0 0 1 0 0,0 0-1 0 0,0 0 0 0 0,0-1 1 0 0,-1 1-1 0 0,1 0 0 0 0,0 0 1 0 0,0 0-1 0 0,0 0 0 0 0,0 0 1 0 0,-1-1-1 0 0,1 1 0 0 0,0 0 1 0 0,0 0-1 0 0,0 0 0 0 0,0 0 1 0 0,-1 0-1 0 0,1 0 0 0 0,-9 3 523 0 0,-6 10 102 0 0,2 5-129 0 0,1-1 1 0 0,0 2-1 0 0,1 0 1 0 0,-16 39-1 0 0,-22 86 752 0 0,41-118-1031 0 0,-21 72 383 0 0,4 3 1 0 0,5 0-1 0 0,-8 109 0 0 0,25-175-502 0 0,2 0-1 0 0,7 62 1 0 0,-4-80-255 0 0,1-1-1 0 0,1 1 1 0 0,0 0 0 0 0,2-1-1 0 0,0 0 1 0 0,0 0 0 0 0,15 25-1 0 0,-18-37-170 0 0,0 0-1 0 0,0 0 1 0 0,0 0-1 0 0,1 0 1 0 0,-1 0-1 0 0,1-1 1 0 0,0 0-1 0 0,0 1 0 0 0,0-2 1 0 0,0 1-1 0 0,1 0 1 0 0,-1-1-1 0 0,8 3 1 0 0,-6-3-695 0 0,-1 0 0 0 0,1-1 0 0 0,-1 0 0 0 0,1 0 0 0 0,-1-1 1 0 0,1 1-1 0 0,8-2 0 0 0,10-2-5995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43 102 164 0 0,'-7'-100'16775'0'0,"7"98"-16244"0"0,1 35 4887 0 0,3 16-3315 0 0,2 36-362 0 0,-5 19-1095 0 0,-5 0-1 0 0,-3 1 0 0 0,-26 120 0 0 0,30-213-1459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40 672 0 0,'0'0'19346'0'0,"14"-3"-17607"0"0,51 0-779 0 0,65-12-1 0 0,-10 0-7469 0 0,-119 16 6275 0 0,0-1 1 0 0,0 0 0 0 0,-1 0 0 0 0,1 0 0 0 0,0 0 0 0 0,0-1 0 0 0,-1 1 0 0 0,1 0-1 0 0,0 0 1 0 0,0 0 0 0 0,-1-1 0 0 0,1 1 0 0 0,0 0 0 0 0,-1-1 0 0 0,1 1-1 0 0,0 0 1 0 0,0-1 0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19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240 120 1624 0 0,'-14'-5'1979'0'0,"0"1"179"0"0,1 0 0 0 0,-1-1 0 0 0,1-1 1 0 0,0 0-1 0 0,0-1 0 0 0,-18-13 0 0 0,30 19-2115 0 0,1 1-1 0 0,-1-1 0 0 0,1 0 0 0 0,-1 1 0 0 0,1-1 0 0 0,-1 0 1 0 0,1 1-1 0 0,0-1 0 0 0,-1 0 0 0 0,1 1 0 0 0,0-1 0 0 0,0 0 1 0 0,-1 0-1 0 0,1 1 0 0 0,0-1 0 0 0,0 0 0 0 0,0 0 0 0 0,0 0 1 0 0,0 1-1 0 0,0-1 0 0 0,0 0 0 0 0,0 0 0 0 0,0 0 1 0 0,1 1-1 0 0,-1-1 0 0 0,0 0 0 0 0,0 0 0 0 0,1 1 0 0 0,0-2 1 0 0,0 0-6 0 0,0 0 0 0 0,0 0 1 0 0,0 1-1 0 0,0-1 0 0 0,0 1 1 0 0,1-1-1 0 0,-1 1 0 0 0,1-1 1 0 0,2-1-1 0 0,2-1-6 0 0,1 1 0 0 0,0 0 0 0 0,-1 1 0 0 0,1-1 0 0 0,0 1 0 0 0,1 1 0 0 0,-1-1 0 0 0,0 1 0 0 0,0 1 0 0 0,1-1 0 0 0,-1 1 0 0 0,0 0 0 0 0,1 1 0 0 0,-1 0 0 0 0,0 0 0 0 0,0 0 1 0 0,13 5-1 0 0,-14-4-16 0 0,-1 0 1 0 0,1 0-1 0 0,-1 0 1 0 0,0 1-1 0 0,1 0 1 0 0,-1 0-1 0 0,0 0 1 0 0,-1 1-1 0 0,1 0 0 0 0,-1 0 1 0 0,1 0-1 0 0,-1 0 1 0 0,0 0-1 0 0,-1 1 1 0 0,1 0-1 0 0,-1 0 1 0 0,0 0-1 0 0,0 0 1 0 0,-1 1-1 0 0,1-1 1 0 0,-1 1-1 0 0,2 6 1 0 0,-3 0 11 0 0,0 1 0 0 0,0-1 0 0 0,-1 1 0 0 0,-1-1 1 0 0,0 1-1 0 0,0-1 0 0 0,-1 1 0 0 0,-1-1 0 0 0,0 0 0 0 0,-1 0 0 0 0,0 0 0 0 0,-9 16 1 0 0,-6 8 79 0 0,-1-1-1 0 0,-37 49 1 0 0,-107 106 1024 0 0,143-166-956 0 0,8-11-79 0 0,6-6 15 0 0,0 1 1 0 0,0-1-1 0 0,1 1 0 0 0,-7 12 0 0 0,13-20-94 0 0,0 0 1 0 0,0 1-1 0 0,0-1 1 0 0,0 1 0 0 0,0-1-1 0 0,0 0 1 0 0,0 1-1 0 0,0-1 1 0 0,1 1-1 0 0,-1-1 1 0 0,0 0-1 0 0,0 1 1 0 0,0-1-1 0 0,0 0 1 0 0,1 1 0 0 0,-1-1-1 0 0,0 0 1 0 0,0 1-1 0 0,1-1 1 0 0,-1 0-1 0 0,0 0 1 0 0,0 1-1 0 0,1-1 1 0 0,-1 0-1 0 0,0 0 1 0 0,1 1 0 0 0,-1-1-1 0 0,0 0 1 0 0,1 0-1 0 0,0 0 1 0 0,10 5 191 0 0,-11-4-211 0 0,11 1 116 0 0,1 1 0 0 0,-1-2 1 0 0,1 1-1 0 0,0-2 0 0 0,0 1 1 0 0,-1-2-1 0 0,1 1 0 0 0,20-5 1 0 0,-12 2-59 0 0,2 1-218 0 0,102-12 528 0 0,-48 6-4142 0 0,-73 8 3099 0 0,1-1 0 0 0,-1 0 0 0 0,1 0-1 0 0,-1 0 1 0 0,1 0 0 0 0,-1-1 0 0 0,6-3-1 0 0,9-7-6305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81 451 2268 0 0,'-74'-62'20823'0'0,"73"62"-20778"0"0,1 0 0 0 0,0 0 1 0 0,-1-1-1 0 0,1 1 0 0 0,0 0 0 0 0,-1 0 0 0 0,1 0 1 0 0,0-1-1 0 0,-1 1 0 0 0,1 0 0 0 0,0-1 1 0 0,0 1-1 0 0,-1 0 0 0 0,1 0 0 0 0,0-1 1 0 0,0 1-1 0 0,0 0 0 0 0,0-1 0 0 0,-1 1 1 0 0,1-1-1 0 0,0 1 0 0 0,0 0 0 0 0,0-1 1 0 0,0 1-1 0 0,0 0 0 0 0,0-1 0 0 0,0 1 1 0 0,0-1-1 0 0,0 1 0 0 0,0 0 0 0 0,0-1 1 0 0,0 0-1 0 0,4-14 464 0 0,10-1-359 0 0,0 1-1 0 0,0 0 1 0 0,23-16 0 0 0,-16 14-131 0 0,22-25 1 0 0,-37 35-96 0 0,0 0 0 0 0,0-1 1 0 0,-1 0-1 0 0,1 0 0 0 0,-2 0 1 0 0,1-1-1 0 0,3-11 1 0 0,-2 0-51 0 0,-1 0 0 0 0,-1-1 1 0 0,-1 1-1 0 0,0-1 1 0 0,-2-26-1 0 0,-1 45 30 0 0,-6 17-186 0 0,2 5 235 0 0,0 1 0 0 0,-2 39 0 0 0,1-8 46 0 0,-1-4 114 0 0,-83 553 1121 0 0,84-568-1189 0 0,3-16 752 0 0,-1-1-1 0 0,-8 23 678 0 0,9-40-1202 0 0,0-1-240 0 0,0 0 0 0 0,-1 0 0 0 0,1 0 0 0 0,0-1 0 0 0,1 1 1 0 0,-1-1-1 0 0,0 1 0 0 0,1-1 0 0 0,-1 0 0 0 0,1 1 0 0 0,0-1 0 0 0,0 0 1 0 0,0 0-1 0 0,0 0 0 0 0,1 0 0 0 0,-1 0 0 0 0,1 0 0 0 0,-1 0 0 0 0,1 0 1 0 0,1-5-1 0 0,-2-10-3 0 0,2 0 1 0 0,3-21-1 0 0,0 12-65 0 0,2 1 1 0 0,1-1-1 0 0,0 2 0 0 0,2-1 0 0 0,1 1 1 0 0,1 0-1 0 0,2 1 0 0 0,0 1 0 0 0,1 0 1 0 0,1 1-1 0 0,1 0 0 0 0,1 1 0 0 0,1 1 1 0 0,40-34-1 0 0,-55 51 22 0 0,0 1-1 0 0,1-1 1 0 0,0 1 0 0 0,-1 0-1 0 0,1 0 1 0 0,0 0 0 0 0,0 0 0 0 0,0 1-1 0 0,0 0 1 0 0,0 0 0 0 0,1 0-1 0 0,-1 0 1 0 0,0 0 0 0 0,0 1-1 0 0,1 0 1 0 0,-1 0 0 0 0,8 1 0 0 0,-10 0 5 0 0,0-1-1 0 0,0 1 1 0 0,0 0 0 0 0,-1-1 0 0 0,1 1 0 0 0,0 0 0 0 0,-1 0 0 0 0,1 0 0 0 0,0 1 0 0 0,-1-1 0 0 0,0 0 0 0 0,1 1 0 0 0,-1-1 0 0 0,0 1 0 0 0,1-1 0 0 0,-1 1 0 0 0,0-1-1 0 0,0 1 1 0 0,0 0 0 0 0,-1 0 0 0 0,1-1 0 0 0,0 1 0 0 0,-1 0 0 0 0,1 0 0 0 0,-1 0 0 0 0,1 0 0 0 0,-1 0 0 0 0,0 0 0 0 0,0 0 0 0 0,0 0 0 0 0,0 2 0 0 0,-1 4-10 0 0,1 0 1 0 0,-1-1 0 0 0,0 1 0 0 0,-1 0 0 0 0,-4 14 0 0 0,-3-3 15 0 0,0-1 1 0 0,-1-1-1 0 0,-1 1 1 0 0,0-2-1 0 0,-1 1 1 0 0,-1-2-1 0 0,-25 24 1 0 0,32-35 21 0 0,1-1 0 0 0,-1 0 0 0 0,1-1 0 0 0,-1 1 0 0 0,0-1 0 0 0,-11 2 0 0 0,15-3 15 0 0,-10 3-115 0 0,11-4 77 0 0,1 0 0 0 0,0 0 1 0 0,-1 0-1 0 0,1 0 0 0 0,0 0 0 0 0,-1 0 1 0 0,1 1-1 0 0,0-1 0 0 0,-1 0 0 0 0,1 0 0 0 0,0 0 1 0 0,0 0-1 0 0,-1 1 0 0 0,1-1 0 0 0,0 0 1 0 0,0 0-1 0 0,-1 1 0 0 0,1-1 0 0 0,0 0 1 0 0,0 0-1 0 0,0 1 0 0 0,-1-1 0 0 0,1 0 0 0 0,0 1 1 0 0,0-1-1 0 0,0 0 0 0 0,0 1 0 0 0,0-1 1 0 0,0 0-1 0 0,0 1 0 0 0,-1-1 0 0 0,1 1 1 0 0,7 11-44 0 0,23 15 44 0 0,-23-21-9 0 0,159 122-617 0 0,-156-121 382 0 0,2 1-852 0 0,0 0 0 0 0,0-1 0 0 0,28 11 0 0 0,-13-10-2892 0 0,-1-5-3508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43 135 2648 0 0,'-14'-108'11308'0'0,"14"107"-11227"0"0,0 0 0 0 0,-1 0-1 0 0,1 1 1 0 0,0-1 0 0 0,0 0 0 0 0,0 0 0 0 0,0 0 0 0 0,-1 1-1 0 0,1-1 1 0 0,0 0 0 0 0,1 0 0 0 0,-1 0 0 0 0,0 1 0 0 0,0-1 0 0 0,0 0-1 0 0,0 0 1 0 0,1 0 0 0 0,-1 1 0 0 0,0-1 0 0 0,1 0 0 0 0,-1 1-1 0 0,0-1 1 0 0,1 0 0 0 0,-1 1 0 0 0,1-1 0 0 0,-1 0 0 0 0,1 1-1 0 0,-1-1 1 0 0,1 1 0 0 0,0-1 0 0 0,-1 1 0 0 0,1-1 0 0 0,0 1-1 0 0,-1-1 1 0 0,1 1 0 0 0,0 0 0 0 0,0-1 0 0 0,-1 1 0 0 0,1 0-1 0 0,0 0 1 0 0,0-1 0 0 0,0 1 0 0 0,-1 0 0 0 0,1 0 0 0 0,0 0 0 0 0,0 0-1 0 0,0 0 1 0 0,-1 0 0 0 0,3 1 0 0 0,2-1 160 0 0,0 1 0 0 0,0 0 1 0 0,0 1-1 0 0,0-1 0 0 0,-1 1 0 0 0,9 4 0 0 0,1 2 91 0 0,-2 1-1 0 0,1 0 0 0 0,-1 1 0 0 0,-1 1 0 0 0,1 0 0 0 0,-2 0 0 0 0,0 1 0 0 0,0 0 0 0 0,-1 1 0 0 0,-1 0 0 0 0,0 0 0 0 0,11 25 0 0 0,-4-2 212 0 0,-1 1-1 0 0,-2 0 0 0 0,13 73 1 0 0,-14-46-175 0 0,-3 0 0 0 0,-3 1 0 0 0,-3 72 0 0 0,-5-94-283 0 0,-1 0 0 0 0,-2 0 0 0 0,-2-1 0 0 0,-2 0-1 0 0,-26 68 1 0 0,11-48-95 0 0,-33 58-1 0 0,44-96-902 0 0,-1 0-1 0 0,0-2 0 0 0,-2 1 1 0 0,0-2-1 0 0,-25 23 1 0 0,6-15-3447 0 0,9-15-2647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1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67 268 0 0,'-3'-13'3226'0'0,"3"8"-2184"0"0,-1 0-1 0 0,0-1 0 0 0,0 1 1 0 0,-1 0-1 0 0,1 0 0 0 0,-1 0 1 0 0,0 0-1 0 0,-5-6 1 0 0,6 9-594 0 0,-15 3 200 0 0,12 1-557 0 0,0 0 1 0 0,0 0-1 0 0,0 1 0 0 0,0-1 0 0 0,0 1 0 0 0,0 0 1 0 0,1 0-1 0 0,-1 0 0 0 0,1 0 0 0 0,0 1 0 0 0,0-1 1 0 0,0 1-1 0 0,-4 8 0 0 0,0-2 78 0 0,-14 19 289 0 0,2 1 0 0 0,1 0-1 0 0,-18 44 1 0 0,-33 104 895 0 0,59-149-1136 0 0,-23 66 435 0 0,5 2 1 0 0,3 0-1 0 0,-17 160 0 0 0,40-236-572 0 0,1 1 1 0 0,0 0-1 0 0,2 0 1 0 0,1 0-1 0 0,1-1 1 0 0,1 1 0 0 0,0-1-1 0 0,10 27 1 0 0,-10-39-323 0 0,-1-1 1 0 0,1 0 0 0 0,1 0-1 0 0,-1 0 1 0 0,1 0 0 0 0,1-1-1 0 0,-1 0 1 0 0,1 0-1 0 0,13 10 1 0 0,-14-12-418 0 0,1-1-1 0 0,0-1 1 0 0,0 1-1 0 0,0-1 1 0 0,1 0 0 0 0,-1 0-1 0 0,1-1 1 0 0,-1 0-1 0 0,1 0 1 0 0,0-1 0 0 0,0 0-1 0 0,0 0 1 0 0,0 0-1 0 0,7-1 1 0 0,15-1-6776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2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34 429 764 0 0,'-19'-19'9947'0'0,"18"19"-9637"0"0,0-1 0 0 0,0 0 0 0 0,0 0 1 0 0,0 0-1 0 0,0 0 0 0 0,0 1 0 0 0,0-1 0 0 0,0-1 0 0 0,0 1 0 0 0,0 0 1 0 0,1 0-1 0 0,-1 0 0 0 0,1 0 0 0 0,-1 0 0 0 0,0-1 0 0 0,1 0 0 0 0,0 1-250 0 0,0 0-1 0 0,0 0 0 0 0,1 0 0 0 0,-1 1 0 0 0,1-1 0 0 0,-1 0 0 0 0,1 0 0 0 0,-1 1 0 0 0,1-1 0 0 0,-1 1 0 0 0,1-1 0 0 0,-1 0 0 0 0,1 1 0 0 0,0-1 1 0 0,-1 1-1 0 0,1-1 0 0 0,0 1 0 0 0,0 0 0 0 0,-1-1 0 0 0,1 1 0 0 0,0 0 0 0 0,0-1 0 0 0,0 1 0 0 0,1 0 0 0 0,18-8 81 0 0,-1 0 0 0 0,0-1 0 0 0,0-1 0 0 0,-1 0 0 0 0,0-2 0 0 0,19-15 0 0 0,-28 18-126 0 0,0 1 0 0 0,0-2 1 0 0,-1 1-1 0 0,0-1 1 0 0,-1 0-1 0 0,0-1 1 0 0,-1 1-1 0 0,0-2 1 0 0,-1 1-1 0 0,0 0 1 0 0,5-20-1 0 0,12-72 102 0 0,-14 56 60 0 0,-8 46-186 0 0,-10 9 33 0 0,-7 33 14 0 0,3 2-1 0 0,0 0 1 0 0,-9 59 0 0 0,10-42-3 0 0,10-49-25 0 0,-101 481 359 0 0,96-456-121 0 0,-2 13 2777 0 0,3-97-2180 0 0,10 13-817 0 0,1 0 1 0 0,1 0-1 0 0,3 1 0 0 0,0 0 1 0 0,22-55-1 0 0,-18 62-57 0 0,0 0 0 0 0,2 1-1 0 0,1 1 1 0 0,1 0 0 0 0,1 0 0 0 0,1 2 0 0 0,22-23 0 0 0,-32 38 16 0 0,1 1-1 0 0,-1-1 1 0 0,1 1 0 0 0,1 1 0 0 0,-1 0 0 0 0,1 0 0 0 0,0 1 0 0 0,0 0 0 0 0,21-6 0 0 0,-28 10 12 0 0,0 1-1 0 0,0 0 0 0 0,0-1 0 0 0,0 1 0 0 0,1 0 0 0 0,-1 0 0 0 0,0 1 0 0 0,0-1 0 0 0,0 1 1 0 0,0 0-1 0 0,0-1 0 0 0,1 1 0 0 0,-2 0 0 0 0,1 1 0 0 0,0-1 0 0 0,0 1 0 0 0,0-1 0 0 0,-1 1 1 0 0,4 2-1 0 0,-2-1 7 0 0,0 1 0 0 0,0-1-1 0 0,0 1 1 0 0,-1 0 0 0 0,1 0 0 0 0,-1 0 0 0 0,0 1 0 0 0,0-1 0 0 0,0 1 0 0 0,2 5 0 0 0,-4-4-2 0 0,1 0 0 0 0,-1 1-1 0 0,0 0 1 0 0,0-1 0 0 0,0 1 0 0 0,-1 0 0 0 0,0-1 0 0 0,-1 1 0 0 0,1 0 0 0 0,-1-1 0 0 0,-1 1-1 0 0,1-1 1 0 0,-1 1 0 0 0,0-1 0 0 0,0 0 0 0 0,-1 1 0 0 0,0-1 0 0 0,0-1 0 0 0,-1 1 0 0 0,-6 9-1 0 0,0-2 1 0 0,0 0-1 0 0,-1 0 0 0 0,-1-1 0 0 0,0 0 0 0 0,0-1 0 0 0,-2-1 0 0 0,-15 11 0 0 0,18-14 12 0 0,0-1 0 0 0,-1 0 0 0 0,0 0-1 0 0,0-1 1 0 0,0 0 0 0 0,0-1 0 0 0,-1-1 0 0 0,1 0 0 0 0,-1 0 0 0 0,-19 0 0 0 0,-20 0 99 0 0,49-3-127 0 0,0 0 19 0 0,-20 1-59 0 0,13 3-20 0 0,10-4 73 0 0,0 1 1 0 0,0-1-1 0 0,0 1 1 0 0,1-1-1 0 0,-1 1 1 0 0,0-1 0 0 0,0 0-1 0 0,0 1 1 0 0,0-1-1 0 0,1 0 1 0 0,-1 1-1 0 0,0-1 1 0 0,0 1-1 0 0,1-1 1 0 0,-1 0-1 0 0,0 0 1 0 0,1 1 0 0 0,-1-1-1 0 0,0 0 1 0 0,1 1-1 0 0,-1-1 1 0 0,1 0-1 0 0,-1 0 1 0 0,0 0-1 0 0,1 0 1 0 0,-1 1-1 0 0,1-1 1 0 0,0 0-1 0 0,51 32 59 0 0,92 76 0 0 0,-12-8-4155 0 0,-90-76 852 0 0,-11-12-2582 0 0,-2-3-2187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25 3316 0 0,'-34'-24'17562'0'0,"62"26"-16404"0"0,0 0 0 0 0,30 8 0 0 0,45 5-769 0 0,-28-9-1180 0 0,-23 0-5507 0 0,-35-8 91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3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53 130 1244 0 0,'-3'-19'4539'0'0,"-2"0"-1"0"0,0 0 1 0 0,-10-26-1 0 0,11 35-2961 0 0,-2-7-546 0 0,4 17-743 0 0,1 10 133 0 0,-5 98 1534 0 0,3-74-1764 0 0,1 0 0 0 0,1 0 0 0 0,2 0-1 0 0,7 37 1 0 0,-8-67-172 0 0,1 0 0 0 0,0-1 0 0 0,0 1 0 0 0,0-1 0 0 0,0 1-1 0 0,1-1 1 0 0,-1 0 0 0 0,1 1 0 0 0,0-1 0 0 0,0 0 0 0 0,0 0 0 0 0,0 0-1 0 0,1 0 1 0 0,-1-1 0 0 0,1 1 0 0 0,0-1 0 0 0,0 1 0 0 0,0-1-1 0 0,0 0 1 0 0,0 0 0 0 0,0 0 0 0 0,0-1 0 0 0,1 1 0 0 0,-1-1 0 0 0,1 0-1 0 0,-1 0 1 0 0,7 1 0 0 0,-5-1-13 0 0,0-1 0 0 0,1 0 0 0 0,-1 0 0 0 0,1 0 0 0 0,-1-1 0 0 0,0 0 0 0 0,1 0 0 0 0,-1 0 0 0 0,0 0 0 0 0,0-1-1 0 0,0 0 1 0 0,0 0 0 0 0,0-1 0 0 0,0 1 0 0 0,0-1 0 0 0,-1 0 0 0 0,0 0 0 0 0,7-6 0 0 0,2-5-29 0 0,0 0-1 0 0,0-1 1 0 0,-2 0 0 0 0,0-1-1 0 0,11-21 1 0 0,35-88-22 0 0,-53 114 100 0 0,4-8 61 0 0,-5 18-55 0 0,-2 13 1 0 0,-2 6 239 0 0,-1 0-1 0 0,-5 24 1 0 0,-1 10 389 0 0,-20 156 442 0 0,3-25-860 0 0,23-171-583 0 0,0 12-928 0 0,-1 31-1 0 0,3-48-338 0 0,1-1-1 0 0,0 1 1 0 0,0-1-1 0 0,0 1 0 0 0,4 8 1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312 169 992 0 0,'-18'-60'6911'0'0,"12"38"-4030"0"0,0 1 0 0 0,-13-27 0 0 0,19 48-2836 0 0,-1-1 0 0 0,1 1 0 0 0,0 0 0 0 0,0-1-1 0 0,-1 1 1 0 0,1 0 0 0 0,0-1 0 0 0,0 1 0 0 0,0-1 0 0 0,-1 1 0 0 0,1 0 0 0 0,0-1-1 0 0,0 1 1 0 0,0-1 0 0 0,0 1 0 0 0,0 0 0 0 0,0-1 0 0 0,0 1 0 0 0,0-1-1 0 0,0 1 1 0 0,0 0 0 0 0,0-1 0 0 0,0 1 0 0 0,0-1 0 0 0,0 1 0 0 0,0-1-1 0 0,0 1 1 0 0,1 0 0 0 0,-1-1 0 0 0,0 1 0 0 0,0 0 0 0 0,0-1 0 0 0,1 1-1 0 0,-1 0 1 0 0,0-1 0 0 0,0 1 0 0 0,1 0 0 0 0,-1-1 0 0 0,0 1 0 0 0,1 0 0 0 0,-1 0-1 0 0,0-1 1 0 0,1 1 0 0 0,-1 0 0 0 0,1 0 0 0 0,-1 0 0 0 0,0-1 0 0 0,1 1-1 0 0,-1 0 1 0 0,1 0 0 0 0,-1 0 0 0 0,0 0 0 0 0,1 0 0 0 0,-1 0 0 0 0,1 0-1 0 0,-1 0 1 0 0,1 0 0 0 0,-1 0 0 0 0,0 0 0 0 0,1 0 0 0 0,-1 0 0 0 0,1 0-1 0 0,-1 1 1 0 0,1-1 0 0 0,2 1 71 0 0,0-1-1 0 0,0 1 0 0 0,0 0 0 0 0,0 0 1 0 0,0 0-1 0 0,0 0 0 0 0,4 3 1 0 0,14 14 384 0 0,0 0 1 0 0,-2 1 0 0 0,0 1 0 0 0,-2 1-1 0 0,0 0 1 0 0,-1 2 0 0 0,-1 0-1 0 0,-1 0 1 0 0,-2 1 0 0 0,19 50 0 0 0,-15-27-170 0 0,-2 0-1 0 0,-2 1 1 0 0,-2 0 0 0 0,-3 1 0 0 0,3 60 0 0 0,-9-14-200 0 0,-4 0 0 0 0,-4 1 1 0 0,-3-2-1 0 0,-6 0 0 0 0,-3 0 0 0 0,-37 109 1 0 0,27-123-1050 0 0,-3-1 1 0 0,-3-2 0 0 0,-72 115-1 0 0,16-62-3457 0 0,-12-11-3708 0 0,38-54-2182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 5673 0 0,'-12'-3'14249'0'0,"0"-1"-12613"0"0,-4 3-2752 0 0,-4 4-3777 0 0,2-3-11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6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50 240 0 0,'-9'-8'6560'0'0,"-22"-18"3302"0"0,33 25-9822 0 0,0 0 1 0 0,0 1 0 0 0,1-1-1 0 0,-1 0 1 0 0,0 1 0 0 0,0 0-1 0 0,0-1 1 0 0,1 1 0 0 0,3 0-1 0 0,-2 0-26 0 0,153-10 327 0 0,-54 13-3021 0 0,-67 4-435 0 0,-17 2-1951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1784 0 0,'-125'66'13002'0'0,"123"-65"-12599"0"0,2-1-374 0 0,0 0 0 0 0,0 1 0 0 0,0-1 0 0 0,-1 0 0 0 0,1 0 0 0 0,0 0 0 0 0,0 0 0 0 0,0 0 0 0 0,0 1 0 0 0,0-1 0 0 0,-1 0 0 0 0,1 0 1 0 0,0 0-1 0 0,0 0 0 0 0,0 1 0 0 0,0-1 0 0 0,0 0 0 0 0,0 0 0 0 0,0 0 0 0 0,0 1 0 0 0,0-1 0 0 0,0 0 0 0 0,0 0 0 0 0,0 0 0 0 0,0 1 0 0 0,0-1 0 0 0,0 0 0 0 0,0 0 1 0 0,0 0-1 0 0,0 1 0 0 0,0-1 0 0 0,0 0 0 0 0,0 0 0 0 0,0 0 0 0 0,0 1 0 0 0,1-1 0 0 0,-1 0 0 0 0,0 0 0 0 0,42 3 259 0 0,0-3 0 0 0,0-1 0 0 0,49-9 0 0 0,-37 5-721 0 0,14-1-839 0 0,80-10-6501 0 0,-106 10 2181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226 208 2436 0 0,'0'-4'874'0'0,"1"1"0"0"0,-1-1 0 0 0,0 0 0 0 0,0 0 1 0 0,0 0-1 0 0,-1 0 0 0 0,1 0 0 0 0,-1 0 0 0 0,0 1 0 0 0,-2-7 0 0 0,-13-16 2227 0 0,15 26-3053 0 0,1-1-1 0 0,-1 1 1 0 0,0-1 0 0 0,1 1-1 0 0,-1-1 1 0 0,1 1-1 0 0,-1 0 1 0 0,0-1 0 0 0,0 1-1 0 0,1 0 1 0 0,-1 0-1 0 0,0-1 1 0 0,1 1 0 0 0,-1 0-1 0 0,0 0 1 0 0,0 0 0 0 0,1 0-1 0 0,-1 0 1 0 0,0 0-1 0 0,0 0 1 0 0,1 0 0 0 0,-1 0-1 0 0,0 0 1 0 0,0 0-1 0 0,1 1 1 0 0,-1-1 0 0 0,-1 1-1 0 0,-15 9 363 0 0,5 3-206 0 0,1 1 1 0 0,0 0 0 0 0,1 1-1 0 0,1 0 1 0 0,0 0-1 0 0,-12 31 1 0 0,-28 104 184 0 0,45-138-352 0 0,-4 19 42 0 0,0 0 0 0 0,-5 59 0 0 0,12-75-43 0 0,1 0-1 0 0,0 0 1 0 0,1 0 0 0 0,0 0 0 0 0,1 0-1 0 0,1-1 1 0 0,1 1 0 0 0,6 17 0 0 0,-8-25-17 0 0,1-1-1 0 0,0 0 1 0 0,0 0 0 0 0,1 0 0 0 0,0-1 0 0 0,0 1 0 0 0,0-1 0 0 0,1 0 0 0 0,-1 0-1 0 0,1 0 1 0 0,1-1 0 0 0,-1 1 0 0 0,1-1 0 0 0,10 6 0 0 0,-7-6 10 0 0,-1-1 0 0 0,1 0 1 0 0,0 0-1 0 0,0-1 0 0 0,1 0 1 0 0,-1 0-1 0 0,0-1 0 0 0,1 0 0 0 0,16-2 1 0 0,-5-1 150 0 0,-1 0 0 0 0,1-2 0 0 0,-1-1 0 0 0,0 0 1 0 0,0-2-1 0 0,0 0 0 0 0,-1-1 0 0 0,0-1 0 0 0,18-12 0 0 0,-20 10-6 0 0,-1-2 0 0 0,0 0 0 0 0,-1 0-1 0 0,0-1 1 0 0,-1-1 0 0 0,-1-1 0 0 0,-1 0 0 0 0,0 0-1 0 0,-1-1 1 0 0,0-1 0 0 0,-2 0 0 0 0,0 0-1 0 0,-1-1 1 0 0,-1 0 0 0 0,-1 0 0 0 0,8-39-1 0 0,-11 39-92 0 0,0 0-1 0 0,-1-1 0 0 0,-1 1 0 0 0,-1-1 1 0 0,-1 1-1 0 0,0-1 0 0 0,-2 1 0 0 0,0-1 1 0 0,-1 1-1 0 0,-1 0 0 0 0,-1 0 0 0 0,0 1 1 0 0,-1 0-1 0 0,-2 0 0 0 0,1 1 0 0 0,-2 0 0 0 0,-19-26 1 0 0,22 34-74 0 0,-1 0 1 0 0,-1 1 0 0 0,1 0-1 0 0,-2 0 1 0 0,1 1 0 0 0,-1 0-1 0 0,0 0 1 0 0,0 1 0 0 0,-1 1-1 0 0,0-1 1 0 0,-11-3 0 0 0,16 8-111 0 0,1-1 0 0 0,-1 1 1 0 0,1-1-1 0 0,-1 2 1 0 0,1-1-1 0 0,-1 0 0 0 0,1 1 1 0 0,-1 0-1 0 0,0 1 0 0 0,1-1 1 0 0,-1 1-1 0 0,1 0 0 0 0,-1 0 1 0 0,1 1-1 0 0,-1 0 0 0 0,1 0 1 0 0,0 0-1 0 0,0 0 0 0 0,0 1 1 0 0,0 0-1 0 0,0 0 0 0 0,1 0 1 0 0,-1 1-1 0 0,1-1 0 0 0,-5 6 1 0 0,3-2-425 0 0,0 0-1 0 0,1 1 1 0 0,-1-1 0 0 0,2 1 0 0 0,-1 1 0 0 0,1-1 0 0 0,-5 13 0 0 0,2 3-4276 0 0,-8 39 0 0 0,10-31-2481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4588 0 0,'13'7'3473'0'0,"-2"-2"-853"0"0,-1 0-876 0 0,0 4-540 0 0,2-2-524 0 0,2 2-728 0 0,3 1-732 0 0,0 0-1316 0 0,-3-1-1484 0 0,0-2-1821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28 1096 0 0,'-3'-1'1941'0'0,"-66"-20"8795"0"0,67 21-9976 0 0,-25-5 1688 0 0,25 4-1660 0 0,39 17 179 0 0,14-9-627 0 0,1-2 0 0 0,-1-2 0 0 0,82-6 0 0 0,-39-2-131 0 0,-91 5-191 0 0,0 0 12 0 0,46-2-4142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9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2556 0 0,'1'-5'1823'0'0,"1"0"-1"0"0,-1-1 0 0 0,0 1 0 0 0,0-1 1 0 0,0-10 1285 0 0,-1 11-1274 0 0,-1-9 1661 0 0,-1 23-2670 0 0,0 8-664 0 0,2-1 1 0 0,0 19-1 0 0,1-5-27 0 0,-2 51 84 0 0,0 57-49 0 0,3-112-129 0 0,0 1 1 0 0,2-1 0 0 0,8 29 0 0 0,-12-51-26 0 0,1 0 0 0 0,1-1-1 0 0,-1 1 1 0 0,0 0 0 0 0,1-1 0 0 0,0 0 0 0 0,0 1-1 0 0,0-1 1 0 0,0 0 0 0 0,1 0 0 0 0,-1 0-1 0 0,1 0 1 0 0,-1 0 0 0 0,1-1 0 0 0,0 1 0 0 0,0-1-1 0 0,0 0 1 0 0,7 3 0 0 0,-7-3-7 0 0,1-1 1 0 0,0 0-1 0 0,0 0 0 0 0,0-1 1 0 0,0 1-1 0 0,0-1 0 0 0,0 0 0 0 0,0 0 1 0 0,0 0-1 0 0,0 0 0 0 0,0-1 1 0 0,0 0-1 0 0,0 0 0 0 0,0 0 1 0 0,0 0-1 0 0,0 0 0 0 0,6-4 1 0 0,2-2 3 0 0,-1 0 0 0 0,0 0 0 0 0,0-1 0 0 0,-1-1 0 0 0,0 1 0 0 0,-1-2 1 0 0,1 1-1 0 0,-2-1 0 0 0,12-17 0 0 0,-4 3 6 0 0,-2 0 1 0 0,0-1-1 0 0,14-38 0 0 0,-14 28 1253 0 0,-3-1 0 0 0,12-52 0 0 0,-20 72-369 0 0,0 2 116 0 0,-10 23-587 0 0,-2 13-269 0 0,0-1-1 0 0,1 1 1 0 0,1 1 0 0 0,-7 43 0 0 0,5-22-13 0 0,-12 63 74 0 0,5 1-1 0 0,4 0 1 0 0,4 130-1 0 0,7-206-182 0 0,0-13-17 0 0,1-1 0 0 0,3 29-1 0 0,-3-36-1062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5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1324 0 0,'9'-5'17976'0'0,"5"2"-17462"0"0,0 0 0 0 0,-1 1-1 0 0,19 0 1 0 0,19-2-194 0 0,169-37 417 0 0,-162 29-651 0 0,3 2-331 0 0,-59 10-164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82 188 0 0,'-3'0'2090'0'0,"-45"-13"5498"0"0,48 13-7544 0 0,-1 0 1 0 0,1 0 0 0 0,-1 0 0 0 0,1-1 0 0 0,-1 1 0 0 0,1 0 0 0 0,0 0 0 0 0,-1-1-1 0 0,1 1 1 0 0,-1 0 0 0 0,1 0 0 0 0,0-1 0 0 0,-1 1 0 0 0,1 0 0 0 0,0-1 0 0 0,-1 1-1 0 0,1 0 1 0 0,0-1 0 0 0,0 1 0 0 0,-1-1 0 0 0,1 1 0 0 0,0-1 0 0 0,0 1 0 0 0,0 0-1 0 0,0-1 1 0 0,-1 1 0 0 0,1-1 0 0 0,0 1 0 0 0,0-1 0 0 0,0 1 0 0 0,0-1 0 0 0,0 1-1 0 0,0-1 1 0 0,0 1 0 0 0,0-1 0 0 0,0 1 0 0 0,1-1 0 0 0,-1 1 0 0 0,0 0 0 0 0,0-1-1 0 0,0 1 1 0 0,0-1 0 0 0,1 1 0 0 0,-1-1 0 0 0,0 1 0 0 0,0 0 0 0 0,1-1 0 0 0,-1 1-1 0 0,15-17 807 0 0,-10 13-711 0 0,1 0 1 0 0,0 0 0 0 0,0 1 0 0 0,1 0 0 0 0,-1 0-1 0 0,0 0 1 0 0,1 1 0 0 0,0 0 0 0 0,0 0 0 0 0,0 1 0 0 0,-1 0-1 0 0,1 0 1 0 0,0 1 0 0 0,0-1 0 0 0,0 2 0 0 0,0-1-1 0 0,0 1 1 0 0,9 1 0 0 0,-11 0-96 0 0,1-1 0 0 0,-1 1 0 0 0,0 0 0 0 0,0 0 0 0 0,1 1 0 0 0,-1 0 0 0 0,-1-1 0 0 0,1 2 0 0 0,0-1 0 0 0,-1 0 0 0 0,1 1 0 0 0,-1 0 0 0 0,0 0 0 0 0,-1 0 0 0 0,1 1 0 0 0,-1-1 0 0 0,1 1 0 0 0,-1 0 0 0 0,-1 0 0 0 0,1 0 0 0 0,-1 0 1 0 0,4 11-1 0 0,-4-4 99 0 0,0 1 0 0 0,0 0 0 0 0,-1 0 1 0 0,-1-1-1 0 0,0 1 0 0 0,-1 0 1 0 0,0 0-1 0 0,-1 0 0 0 0,-1-1 1 0 0,0 1-1 0 0,-8 22 0 0 0,-4 3 250 0 0,-1-1-1 0 0,-31 50 1 0 0,-90 127 891 0 0,105-166-1065 0 0,11-14 174 0 0,21-32-332 0 0,0-2-50 0 0,0 1 1 0 0,0 0-1 0 0,0 0 1 0 0,0-1-1 0 0,0 1 1 0 0,1 0 0 0 0,-1 0-1 0 0,0-1 1 0 0,1 1-1 0 0,-1 0 1 0 0,0-1-1 0 0,1 1 1 0 0,-1 0 0 0 0,1-1-1 0 0,-1 1 1 0 0,1-1-1 0 0,0 1 1 0 0,-1-1-1 0 0,1 1 1 0 0,-1-1-1 0 0,1 1 1 0 0,0-1 0 0 0,-1 0-1 0 0,1 1 1 0 0,0-1-1 0 0,0 0 1 0 0,-1 1-1 0 0,1-1 1 0 0,0 0 0 0 0,0 0-1 0 0,-1 0 1 0 0,1 0-1 0 0,0 0 1 0 0,0 0-1 0 0,-1 0 1 0 0,1 0-1 0 0,0 0 1 0 0,1 0 0 0 0,41-7 81 0 0,-24 3-48 0 0,23-4-1018 0 0,-1-2 0 0 0,61-22-1 0 0,15-17-8154 0 0,-70 26 1446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60 456 2480 0 0,'-41'-28'11363'0'0,"22"15"-6758"0"0,21 11-4523 0 0,-1 0-1 0 0,0 1 0 0 0,0-1 0 0 0,1 1 0 0 0,-1-1 0 0 0,1 1 1 0 0,-1 0-1 0 0,1-1 0 0 0,0 1 0 0 0,-1 0 0 0 0,1 0 1 0 0,0 0-1 0 0,3-1 0 0 0,33-12 177 0 0,-16 6-88 0 0,20-10 7 0 0,-1-2 1 0 0,74-48 0 0 0,-101 58-158 0 0,0-1 0 0 0,0-1 0 0 0,-1 0 0 0 0,-1 0 0 0 0,0-2 1 0 0,-1 1-1 0 0,0-1 0 0 0,-1-1 0 0 0,-1 0 0 0 0,13-27 0 0 0,13-53-164 0 0,-35 93 122 0 0,-1 4-6 0 0,-8 10 7 0 0,1-1-1 0 0,1 2 0 0 0,0-1 0 0 0,0 1 1 0 0,-7 23-1 0 0,2-8 32 0 0,-37 86 20 0 0,4 2 0 0 0,6 2 0 0 0,-48 240 0 0 0,46-136 576 0 0,41-220-401 0 0,-13-11-66 0 0,11 5-129 0 0,0 0 0 0 0,0 0 1 0 0,1-1-1 0 0,-1 1 0 0 0,1 0 1 0 0,0-1-1 0 0,0 1 0 0 0,1-1 1 0 0,-1 1-1 0 0,2-9 0 0 0,-2 10-3 0 0,1-21-8 0 0,1 1 0 0 0,0 0-1 0 0,2 0 1 0 0,1 0 0 0 0,1 0-1 0 0,0 1 1 0 0,2 0 0 0 0,0 0-1 0 0,2 0 1 0 0,1 1 0 0 0,13-22 0 0 0,-13 26-13 0 0,0 1 1 0 0,2 1 0 0 0,-1 0 0 0 0,2 1 0 0 0,0 0 0 0 0,1 1 0 0 0,0 0 0 0 0,1 1 0 0 0,1 1 0 0 0,0 1 0 0 0,0 0 0 0 0,1 1 0 0 0,0 0 0 0 0,18-5 0 0 0,-30 12 11 0 0,1 1 0 0 0,-1-1 0 0 0,0 1 0 0 0,1 1 1 0 0,-1-1-1 0 0,1 1 0 0 0,-1 0 0 0 0,0 0 0 0 0,1 0 0 0 0,-1 1 0 0 0,1 0 0 0 0,-1 0 1 0 0,0 0-1 0 0,0 1 0 0 0,1 0 0 0 0,-1 0 0 0 0,0 0 0 0 0,8 6 0 0 0,-10-6 4 0 0,0 0 0 0 0,0 0 0 0 0,0 1 0 0 0,-1-1 0 0 0,1 1 0 0 0,-1 0 0 0 0,0-1 0 0 0,1 1 0 0 0,-1 0 0 0 0,-1 1 0 0 0,1-1 0 0 0,0 0 0 0 0,-1 1 0 0 0,0-1 1 0 0,1 0-1 0 0,-1 1 0 0 0,-1 0 0 0 0,1-1 0 0 0,0 1 0 0 0,-1-1 0 0 0,0 1 0 0 0,0 0 0 0 0,0-1 0 0 0,0 1 0 0 0,-1 0 0 0 0,1-1 0 0 0,-1 1 0 0 0,-2 6 0 0 0,-1 2 3 0 0,-1 1 1 0 0,-1 0 0 0 0,0-1 0 0 0,0 0-1 0 0,-1-1 1 0 0,-1 0 0 0 0,-16 20 0 0 0,17-23 3 0 0,-1 0 0 0 0,0 0 0 0 0,-1-1 0 0 0,1 0 0 0 0,-1-1 1 0 0,-1 0-1 0 0,1 0 0 0 0,-1-1 0 0 0,0 0 0 0 0,-12 3 0 0 0,20-7-7 0 0,1 0 0 0 0,-1 0 0 0 0,0 0 0 0 0,0-1 0 0 0,1 1 0 0 0,-1-1-1 0 0,0 1 1 0 0,0-1 0 0 0,0 0 0 0 0,0 0 0 0 0,1 1 0 0 0,-1-1 0 0 0,-3-1 0 0 0,-7-1 31 0 0,-12-3 31 0 0,-26-10 0 0 0,49 15-71 0 0,-1 0-39 0 0,2 1 45 0 0,-1-1 1 0 0,1 0-1 0 0,0 0 1 0 0,0 1-1 0 0,-1-1 0 0 0,1 0 1 0 0,0 1-1 0 0,0-1 0 0 0,-1 0 1 0 0,1 1-1 0 0,0-1 1 0 0,0 0-1 0 0,0 1 0 0 0,0-1 1 0 0,0 1-1 0 0,0-1 1 0 0,-1 0-1 0 0,1 1 0 0 0,0-1 1 0 0,0 1-1 0 0,0-1 1 0 0,0 0-1 0 0,0 1 0 0 0,0-1 1 0 0,1 1-1 0 0,-1-1 0 0 0,0 0 1 0 0,0 1-1 0 0,0-1 1 0 0,0 0-1 0 0,0 1 0 0 0,1-1 1 0 0,-1 0-1 0 0,0 1 1 0 0,0-1-1 0 0,0 0 0 0 0,1 1 1 0 0,-1-1-1 0 0,0 0 1 0 0,0 1-1 0 0,1-1 0 0 0,-1 0 1 0 0,0 0-1 0 0,1 0 0 0 0,-1 1 1 0 0,0-1-1 0 0,1 0 1 0 0,27 34-10 0 0,157 171 47 0 0,-177-197-333 0 0,0-1-1 0 0,1 0 1 0 0,0-1 0 0 0,1 0 0 0 0,-1 0-1 0 0,1-1 1 0 0,21 8 0 0 0,-23-11-1012 0 0,1 1 0 0 0,0-1 1 0 0,0-1-1 0 0,0 0 0 0 0,0 0 0 0 0,11-1 1 0 0,7-2-6499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7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51 200 420 0 0,'-14'-36'4310'0'0,"4"10"-697"0"0,1 0-1 0 0,-8-37 0 0 0,17 61-3505 0 0,0 1 0 0 0,-1-1-1 0 0,1 1 1 0 0,0-1 0 0 0,0 0-1 0 0,0 1 1 0 0,0-1-1 0 0,0 0 1 0 0,1 1 0 0 0,-1-1-1 0 0,0 1 1 0 0,1-1 0 0 0,-1 1-1 0 0,1-1 1 0 0,0 1-1 0 0,-1-1 1 0 0,1 1 0 0 0,0-1-1 0 0,0 1 1 0 0,0 0-1 0 0,2-2 1 0 0,-1 1-20 0 0,0 1 1 0 0,0-1-1 0 0,0 1 0 0 0,0 0 0 0 0,0 0 1 0 0,1 0-1 0 0,-1 0 0 0 0,0 0 1 0 0,1 0-1 0 0,-1 1 0 0 0,1-1 0 0 0,3 1 1 0 0,2-1 14 0 0,0 1 0 0 0,0 0 0 0 0,0 1 0 0 0,-1 0 0 0 0,1 0 0 0 0,0 1 0 0 0,13 4 0 0 0,-13-3-40 0 0,0 1-1 0 0,0 0 0 0 0,0 0 0 0 0,0 1 1 0 0,0 0-1 0 0,-1 0 0 0 0,0 1 0 0 0,0 0 1 0 0,-1 0-1 0 0,1 1 0 0 0,-1 0 0 0 0,-1 0 1 0 0,8 12-1 0 0,-10-13 28 0 0,0-1-1 0 0,0 1 1 0 0,-1 0 0 0 0,0 0 0 0 0,0 0 0 0 0,-1 0 0 0 0,0 1-1 0 0,0-1 1 0 0,0 0 0 0 0,-1 1 0 0 0,0-1 0 0 0,0 0-1 0 0,-1 1 1 0 0,1-1 0 0 0,-1 0 0 0 0,-1 1 0 0 0,1-1-1 0 0,-1 0 1 0 0,0 0 0 0 0,-3 6 0 0 0,-5 8 427 0 0,-1-1 0 0 0,0 0 0 0 0,-2-1 0 0 0,-19 24 0 0 0,-65 59 2125 0 0,74-78-2017 0 0,22-22-609 0 0,1-1-1 0 0,-1 0 1 0 0,1 0-1 0 0,0 1 1 0 0,-1-1 0 0 0,1 0-1 0 0,0 1 1 0 0,-1-1-1 0 0,1 1 1 0 0,0-1 0 0 0,0 0-1 0 0,-1 1 1 0 0,1-1-1 0 0,0 1 1 0 0,0-1 0 0 0,-1 1-1 0 0,1-1 1 0 0,0 1-1 0 0,0-1 1 0 0,0 0 0 0 0,0 1-1 0 0,0-1 1 0 0,0 1-1 0 0,0-1 1 0 0,0 1 0 0 0,0-1-1 0 0,0 1 1 0 0,0-1-1 0 0,0 1 1 0 0,13 5 135 0 0,25-7-53 0 0,-35 1-48 0 0,184-24 618 0 0,-105 13-1819 0 0,-2 1-3775 0 0,-49 9-3165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47 872 0 0,'-2'0'4880'0'0,"-11"0"-1045"0"0,-8 4 4151 0 0,34-2-6512 0 0,25-1-773 0 0,-34-1-452 0 0,207-18 1365 0 0,-118 6-1383 0 0,104-11 104 0 0,-195 23-410 0 0,1 0-630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54 1532 0 0,'-11'-20'6745'0'0,"-1"3"-2466"0"0,9 13-2955 0 0,-6-8 2619 0 0,5 11-2349 0 0,2 9-931 0 0,0 10-32 0 0,-56 384 3690 0 0,47-347-4323 0 0,-31 130-1745 0 0,40-178-487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356 152 628 0 0,'89'-60'18214'0'0,"-87"56"-17198"0"0,-1-2 12 0 0,-12 4-853 0 0,-3 3-129 0 0,0 0 0 0 0,1 1 1 0 0,-1 1-1 0 0,1 0 0 0 0,-1 1 0 0 0,-22 10 1 0 0,-77 43 5 0 0,105-53-40 0 0,-24 13-2 0 0,-30 23 1 0 0,54-35-4 0 0,0 2 0 0 0,0-1 1 0 0,1 1-1 0 0,0 0 0 0 0,0 0 1 0 0,1 1-1 0 0,-1 0 1 0 0,-7 15-1 0 0,13-21-8 0 0,0 0 0 0 0,0 1 0 0 0,0-1 0 0 0,0 0 0 0 0,1 1 0 0 0,-1-1 0 0 0,1 1 0 0 0,0-1 0 0 0,-1 1 0 0 0,1-1 0 0 0,1 1 0 0 0,-1-1 0 0 0,0 0 0 0 0,0 1 0 0 0,1-1 0 0 0,0 1 0 0 0,-1-1 0 0 0,1 0 0 0 0,0 1 0 0 0,0-1 0 0 0,0 0 0 0 0,0 0 0 0 0,1 0 0 0 0,-1 1 0 0 0,1-1 0 0 0,-1-1 0 0 0,1 1 0 0 0,3 3 0 0 0,5 4 5 0 0,0-1 0 0 0,1 0 0 0 0,0 0 0 0 0,15 6 0 0 0,-4-1 8 0 0,48 29-4 0 0,-37-23-5 0 0,-1 0 0 0 0,47 39-1 0 0,-71-52 6 0 0,-1 1-1 0 0,1 1 0 0 0,-1-1 0 0 0,-1 1 1 0 0,1 1-1 0 0,-1-1 0 0 0,-1 1 0 0 0,0 0 1 0 0,0 0-1 0 0,-1 1 0 0 0,0-1 0 0 0,0 1 0 0 0,-1 0 1 0 0,2 11-1 0 0,-4-16 45 0 0,0 0 1 0 0,-1 1-1 0 0,1-1 1 0 0,-1 0-1 0 0,0 1 0 0 0,-1-1 1 0 0,1 0-1 0 0,-1 1 0 0 0,0-1 1 0 0,-1 0-1 0 0,1 0 1 0 0,-1 0-1 0 0,0 0 0 0 0,0 0 1 0 0,-1 0-1 0 0,1 0 1 0 0,-1-1-1 0 0,-5 7 0 0 0,4-6-7 0 0,-1-1-1 0 0,0 0 1 0 0,0 0-1 0 0,0 0 1 0 0,0 0 0 0 0,-1-1-1 0 0,0 0 1 0 0,0 0-1 0 0,0 0 1 0 0,0-1-1 0 0,0 0 1 0 0,0 0-1 0 0,0 0 1 0 0,-14 1-1 0 0,5-2-25 0 0,0 0-1 0 0,0-1 0 0 0,0 0 0 0 0,-1-1 1 0 0,1-1-1 0 0,0-1 0 0 0,0 0 0 0 0,1 0 0 0 0,-1-2 1 0 0,1 0-1 0 0,0-1 0 0 0,0 0 0 0 0,0-1 0 0 0,1 0 1 0 0,0-1-1 0 0,0-1 0 0 0,1 0 0 0 0,-15-14 1 0 0,24 20-15 0 0,1-1 0 0 0,-1 1 0 0 0,1-1 0 0 0,-1 1 0 0 0,1-1 0 0 0,0 0 1 0 0,0 0-1 0 0,1 0 0 0 0,-1 0 0 0 0,1 0 0 0 0,0-1 0 0 0,0 1 1 0 0,0 0-1 0 0,0 0 0 0 0,1-1 0 0 0,0 1 0 0 0,0-1 0 0 0,0 1 1 0 0,0 0-1 0 0,1-1 0 0 0,0 1 0 0 0,0 0 0 0 0,0 0 0 0 0,0-1 1 0 0,1 1-1 0 0,-1 0 0 0 0,1 0 0 0 0,4-5 0 0 0,3-7 8 0 0,1 1 0 0 0,1 0 1 0 0,0 1-1 0 0,1 0 0 0 0,21-18 0 0 0,16-10-54 0 0,75-49 0 0 0,-81 62 89 0 0,-2-1 1 0 0,-1-2-1 0 0,51-52 0 0 0,-87 79-40 0 0,1-1 0 0 0,-1 1-1 0 0,0-1 1 0 0,-1 1 0 0 0,1-1 0 0 0,-1 0-1 0 0,-1-1 1 0 0,1 1 0 0 0,-1 0-1 0 0,0-1 1 0 0,0 0 0 0 0,-1 1 0 0 0,0-1-1 0 0,1-9 1 0 0,-2 11-10 0 0,0 0-1 0 0,-1 1 1 0 0,0-1-1 0 0,0 1 1 0 0,0-1 0 0 0,0 1-1 0 0,0-1 1 0 0,-1 1-1 0 0,0 0 1 0 0,0 0-1 0 0,0 0 1 0 0,0 0-1 0 0,-1 0 1 0 0,0 0 0 0 0,1 1-1 0 0,-1-1 1 0 0,-1 1-1 0 0,1-1 1 0 0,0 1-1 0 0,-1 1 1 0 0,-7-6 0 0 0,2 3-18 0 0,0 0 0 0 0,0 0 1 0 0,0 1-1 0 0,-1 0 0 0 0,1 1 0 0 0,-1 0 1 0 0,0 1-1 0 0,0 0 0 0 0,0 0 1 0 0,0 1-1 0 0,-18 0 0 0 0,22 1-268 0 0,-1 1 0 0 0,1 0 0 0 0,-1 0-1 0 0,1 0 1 0 0,0 1 0 0 0,-1-1-1 0 0,1 2 1 0 0,0-1 0 0 0,0 1 0 0 0,0 0-1 0 0,1 0 1 0 0,-1 0 0 0 0,1 1-1 0 0,0 0 1 0 0,0 0 0 0 0,0 0 0 0 0,0 1-1 0 0,1-1 1 0 0,-6 8 0 0 0,8-9-177 0 0,0 0 1 0 0,1 0 0 0 0,-1 0-1 0 0,1 1 1 0 0,0-1 0 0 0,0 0-1 0 0,-2 6 1 0 0,2 13-5075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298 268 660 0 0,'3'-68'9437'0'0,"-1"40"-5732"0"0,-2 0 0 0 0,-5-52 1 0 0,5 26-681 0 0,0 53-2847 0 0,-1-5-53 0 0,-2 4-10 0 0,-130 515 903 0 0,27-74 79 0 0,74-298-910 0 0,29-127-115 0 0,2-8 430 0 0,0 0 0 0 0,-1 1 0 0 0,0-1 0 0 0,-3 7-1 0 0,4-11 152 0 0,-6-36 6 0 0,6 12-626 0 0,2-1 0 0 0,1 1 0 0 0,1 0 0 0 0,0 0 0 0 0,2 0 0 0 0,13-39 0 0 0,2 10-116 0 0,43-81-1 0 0,-46 101 57 0 0,1 1-1 0 0,2 1 0 0 0,1 0 0 0 0,1 2 0 0 0,2 0 0 0 0,0 1 0 0 0,2 2 1 0 0,1 1-1 0 0,29-21 0 0 0,-48 39 5 0 0,1 0 0 0 0,-1 1 1 0 0,1 0-1 0 0,0 0 0 0 0,0 1 1 0 0,0 0-1 0 0,17-3 0 0 0,-23 5 16 0 0,0 1-1 0 0,0 0 1 0 0,0 0-1 0 0,0 0 1 0 0,0 1-1 0 0,0-1 1 0 0,0 1-1 0 0,-1-1 1 0 0,1 1-1 0 0,0 0 1 0 0,0 0-1 0 0,0 0 1 0 0,-1 0-1 0 0,1 1 1 0 0,-1-1-1 0 0,1 1 1 0 0,-1 0-1 0 0,0-1 1 0 0,1 1-1 0 0,-1 0 1 0 0,0 1-1 0 0,0-1 1 0 0,0 0-1 0 0,-1 0 1 0 0,3 3-1 0 0,-2-1 3 0 0,0-1 0 0 0,-1 1-1 0 0,1 0 1 0 0,-1 0 0 0 0,1-1-1 0 0,-1 1 1 0 0,0 0 0 0 0,-1 0-1 0 0,1 0 1 0 0,-1 0-1 0 0,0 0 1 0 0,1 0 0 0 0,-2 0-1 0 0,1 0 1 0 0,0 0 0 0 0,-1 0-1 0 0,-1 5 1 0 0,-3 3 6 0 0,0 0 0 0 0,0 1 0 0 0,-2-2 0 0 0,1 1 0 0 0,-1-1 0 0 0,-1 0 0 0 0,0 0 0 0 0,-11 10 0 0 0,6-7 4 0 0,-1-2 0 0 0,0 0 0 0 0,-1 0-1 0 0,0-1 1 0 0,-23 12 0 0 0,27-18 28 0 0,0 0 0 0 0,0 0 1 0 0,0-1-1 0 0,-1 0 0 0 0,0-1 0 0 0,0-1 0 0 0,0 0 1 0 0,-16 1-1 0 0,28-3-31 0 0,-28 3-144 0 0,27-3 137 0 0,1 0 0 0 0,-1 0 0 0 0,1 0 0 0 0,0 1 0 0 0,-1-1 0 0 0,1 0 0 0 0,0 0 0 0 0,0 0 0 0 0,-1 0 0 0 0,1 1 0 0 0,0-1 0 0 0,-1 0 0 0 0,1 0 0 0 0,0 1 0 0 0,0-1 0 0 0,0 0 0 0 0,-1 1 0 0 0,1-1 0 0 0,0 0 0 0 0,0 1 0 0 0,0-1 0 0 0,0 0 0 0 0,-1 1 0 0 0,1-1 0 0 0,0 0 0 0 0,0 1 0 0 0,0 0 4 0 0,0 0 0 0 0,1 0 0 0 0,-1 0 0 0 0,0 0 0 0 0,1 0 0 0 0,-1-1 0 0 0,1 1 0 0 0,-1 0 0 0 0,1 0 0 0 0,-1 0 0 0 0,1-1 0 0 0,-1 1 0 0 0,1 0 0 0 0,0 0-1 0 0,0 0 1 0 0,56 65-54 0 0,-39-44 65 0 0,0-1 0 0 0,23 21-1 0 0,0-6 106 0 0,1-3 0 0 0,76 48-1 0 0,-86-63-97 0 0,-7-2 49 0 0,1-2 0 0 0,44 18 0 0 0,-20-7 277 0 0,-49-24-301 0 0,0 0-19 0 0,0-1 1 0 0,0 0-1 0 0,0 1 0 0 0,0-1 1 0 0,0 0-1 0 0,0 0 1 0 0,0 1-1 0 0,0-1 0 0 0,0 0 1 0 0,0 0-1 0 0,0 0 1 0 0,0 0-1 0 0,0 0 0 0 0,0-1 1 0 0,0 1-1 0 0,0 0 1 0 0,0 0-1 0 0,0-1 0 0 0,0 1 1 0 0,-1 0-1 0 0,1-1 1 0 0,1 0-1 0 0,-1 0-93 0 0,0 0 0 0 0,0-1 0 0 0,-1 1 1 0 0,1 0-1 0 0,-1 0 0 0 0,1-1 0 0 0,-1 1 0 0 0,1 0 0 0 0,-1-1 1 0 0,0 1-1 0 0,0 0 0 0 0,0-1 0 0 0,0-1 0 0 0,-4-17-8463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0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726 145 2264 0 0,'-10'-135'9506'0'0,"11"125"-8695"0"0,6 18-383 0 0,6 17 116 0 0,11 41-77 0 0,-3 1 0 0 0,-3 1 0 0 0,-3 1 0 0 0,-3 0 0 0 0,-3 1 0 0 0,-3 0 0 0 0,-3 0 0 0 0,-11 130 0 0 0,-6-71-263 0 0,-5-1-1 0 0,-50 177 0 0 0,43-219-158 0 0,-4-2 0 0 0,-4-1 0 0 0,-3-2 1 0 0,-66 107-1 0 0,53-111-837 0 0,-4-2 0 0 0,-83 89 1 0 0,89-113-3085 0 0,-99 78 1 0 0,79-80-2187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80 0 0,'0'0'13354'0'0,"6"-7"-12429"0"0,24 1-451 0 0,0 2 1 0 0,44 0-1 0 0,-6 0-336 0 0,469-16 8 0 0,-535 20-283 0 0,0 0-1 0 0,0 0 0 0 0,0 0 1 0 0,0 0-1 0 0,0 0 1 0 0,0 0-1 0 0,1 1 0 0 0,-1-1 1 0 0,0 1-1 0 0,0-1 1 0 0,-1 1-1 0 0,1 0 0 0 0,0 0 1 0 0,0 0-1 0 0,0 0 1 0 0,0 0-1 0 0,-1 0 1 0 0,1 0-1 0 0,0 1 0 0 0,-1-1 1 0 0,2 2-1 0 0,-3-2-3 0 0,0-1-1 0 0,0 1 1 0 0,1-1 0 0 0,-1 1-1 0 0,0-1 1 0 0,0 1-1 0 0,-1-1 1 0 0,1 1 0 0 0,0 0-1 0 0,0-1 1 0 0,0 1 0 0 0,0-1-1 0 0,0 0 1 0 0,0 1-1 0 0,-1-1 1 0 0,1 1 0 0 0,0-1-1 0 0,0 1 1 0 0,-1-1-1 0 0,1 1 1 0 0,0-1 0 0 0,-1 0-1 0 0,1 1 1 0 0,0-1 0 0 0,-1 0-1 0 0,1 1 1 0 0,-1 0-1 0 0,-11 6-2891 0 0,12-6 2855 0 0,-10 4-3287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7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1412 0 0,'-103'59'12674'0'0,"97"-56"-12202"0"0,1 1 785 0 0,12 0-511 0 0,0-4-676 0 0,-1 1 1 0 0,1-1 0 0 0,0 0-1 0 0,0 0 1 0 0,0-1-1 0 0,11-2 1 0 0,9 0 22 0 0,165-18 140 0 0,-64 2-2967 0 0,-64 8-3418 0 0,-33 7 61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410 136 772 0 0,'-8'-85'17106'0'0,"8"83"-16482"0"0,-1-8 1321 0 0,1 9-1929 0 0,0 1 0 0 0,0 0 1 0 0,0 0-1 0 0,-1-1 1 0 0,1 1-1 0 0,0 0 1 0 0,0 0-1 0 0,-1-1 0 0 0,1 1 1 0 0,0 0-1 0 0,0 0 1 0 0,-1 0-1 0 0,1 0 1 0 0,0-1-1 0 0,-1 1 0 0 0,1 0 1 0 0,0 0-1 0 0,0 0 1 0 0,-1 0-1 0 0,1 0 1 0 0,0 0-1 0 0,-1 0 0 0 0,1 0 1 0 0,0 0-1 0 0,-1 0 1 0 0,1 0-1 0 0,0 0 1 0 0,-1 0-1 0 0,1 0 0 0 0,0 0 1 0 0,-1 0-1 0 0,1 0 1 0 0,0 0-1 0 0,-1 0 1 0 0,1 1-1 0 0,0-1 0 0 0,0 0 1 0 0,-1 0-1 0 0,-18 13 277 0 0,-16 20 35 0 0,35-32-315 0 0,-180 199 1273 0 0,154-167-1138 0 0,2 2 1 0 0,1 0 0 0 0,2 2 0 0 0,-24 54 0 0 0,42-82-80 0 0,0-1 1 0 0,0 0 0 0 0,1 1-1 0 0,0 0 1 0 0,1-1-1 0 0,0 1 1 0 0,0 0-1 0 0,0 0 1 0 0,2 0 0 0 0,-1-1-1 0 0,1 1 1 0 0,2 11-1 0 0,-1-14 27 0 0,0 1-1 0 0,0-1 0 0 0,1 0 0 0 0,-1 1 0 0 0,2-1 1 0 0,-1-1-1 0 0,1 1 0 0 0,-1 0 0 0 0,2-1 0 0 0,-1 0 1 0 0,0 0-1 0 0,1 0 0 0 0,0 0 0 0 0,0-1 0 0 0,1 0 1 0 0,8 5-1 0 0,0-1 64 0 0,1-1 0 0 0,1 0 0 0 0,-1-1 1 0 0,1-1-1 0 0,0-1 0 0 0,0 0 0 0 0,1-1 1 0 0,-1-1-1 0 0,28 1 0 0 0,-12-3 136 0 0,1-1 1 0 0,-1-2-1 0 0,0-1 0 0 0,33-9 0 0 0,-40 7-108 0 0,0-2-1 0 0,0 0 1 0 0,-1-2 0 0 0,0-1-1 0 0,-1 0 1 0 0,0-2 0 0 0,-1-1-1 0 0,0 0 1 0 0,35-32-1 0 0,-41 31-122 0 0,-1-1 0 0 0,-1 0 0 0 0,-1-1 0 0 0,0-1-1 0 0,-1 0 1 0 0,-1 0 0 0 0,-1-1 0 0 0,-1-1-1 0 0,0 1 1 0 0,-2-2 0 0 0,0 1 0 0 0,5-28 0 0 0,-9 33-31 0 0,-1 1-1 0 0,0-1 1 0 0,-1 1 0 0 0,-1-1 0 0 0,-1 1 0 0 0,0-1 0 0 0,-1 1 0 0 0,0-1 0 0 0,-1 1 0 0 0,0 0-1 0 0,-10-23 1 0 0,9 27-13 0 0,-1 1 0 0 0,0-1-1 0 0,0 1 1 0 0,-1 0 0 0 0,-1 0-1 0 0,1 1 1 0 0,-1-1 0 0 0,-1 2-1 0 0,1-1 1 0 0,-1 1 0 0 0,-1 0 0 0 0,1 1-1 0 0,-1 0 1 0 0,-1 0 0 0 0,1 1-1 0 0,-14-6 1 0 0,9 6-420 0 0,0 0 0 0 0,0 1 1 0 0,-1 1-1 0 0,0 0 0 0 0,0 1 0 0 0,1 0 1 0 0,-1 1-1 0 0,0 1 0 0 0,0 1 0 0 0,0 0 1 0 0,0 1-1 0 0,0 0 0 0 0,0 1 0 0 0,1 1 1 0 0,-26 10-1 0 0,14-3-693 0 0,1 2 0 0 0,0 1 0 0 0,1 1 0 0 0,1 0 0 0 0,0 2 0 0 0,2 1 1 0 0,-32 32-1 0 0,16-10-4969 0 0,0-2-3100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8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0 628 0 0,'-14'9'-220'0'0,"2"1"80"0"0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 1604 0 0,'-152'81'9823'0'0,"152"-81"-9739"0"0,-1 0 1 0 0,1 1-1 0 0,-1-1 0 0 0,1 0 1 0 0,0 0-1 0 0,-1 0 0 0 0,1 0 1 0 0,-1 1-1 0 0,1-1 0 0 0,0 0 1 0 0,-1 0-1 0 0,1 1 0 0 0,-1-1 0 0 0,1 0 1 0 0,0 1-1 0 0,-1-1 0 0 0,1 1 1 0 0,0-1-1 0 0,0 0 0 0 0,-1 1 1 0 0,1-1-1 0 0,0 1 0 0 0,0-1 1 0 0,0 0-1 0 0,0 1 0 0 0,-1-1 1 0 0,1 1-1 0 0,0-1 0 0 0,0 1 1 0 0,0-1-1 0 0,0 1 0 0 0,0-1 1 0 0,0 1-1 0 0,0-1 0 0 0,0 1 0 0 0,1 0 34 0 0,0 0-1 0 0,0 0 0 0 0,0-1 0 0 0,0 1 0 0 0,0 0 1 0 0,0-1-1 0 0,0 1 0 0 0,0-1 0 0 0,1 1 0 0 0,-1-1 1 0 0,0 1-1 0 0,2-1 0 0 0,38 6 634 0 0,-40-6-720 0 0,66 2 450 0 0,114-12-1 0 0,-35 1-1105 0 0,-63 7-2221 0 0,-28 2-3731 0 0,-36 0 1300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4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244 112 1784 0 0,'-67'33'5673'0'0,"-73"47"0"0"0,124-73-4740 0 0,-2 3-63 0 0,18-10-836 0 0,0 0-1 0 0,0 0 1 0 0,-1 0-1 0 0,1 0 1 0 0,0 0 0 0 0,0 0-1 0 0,0 0 1 0 0,0 0 0 0 0,0 0-1 0 0,-1 0 1 0 0,1 1 0 0 0,0-1-1 0 0,0 0 1 0 0,0 0 0 0 0,0 0-1 0 0,0 0 1 0 0,0 0 0 0 0,0 1-1 0 0,-1-1 1 0 0,1 0 0 0 0,0 0-1 0 0,0 0 1 0 0,0 0 0 0 0,0 0-1 0 0,0 1 1 0 0,0-1-1 0 0,0 0 1 0 0,0 0 0 0 0,0 0-1 0 0,0 0 1 0 0,0 1 0 0 0,0-1-1 0 0,0 0 1 0 0,0 0 0 0 0,0 0-1 0 0,0 0 1 0 0,0 1 0 0 0,0-1-1 0 0,0 0 1 0 0,0 0 0 0 0,1 0-1 0 0,-1 0 1 0 0,0 1 0 0 0,0-1-1 0 0,0 0 1 0 0,0 0 0 0 0,0 0-1 0 0,0 0 1 0 0,0 0 0 0 0,1 0-1 0 0,-1 1 1 0 0,0-1-1 0 0,0 0 1 0 0,0 0 0 0 0,0 0-1 0 0,0 0 1 0 0,1 0 0 0 0,-1 0-1 0 0,0 0 1 0 0,0 0 0 0 0,0 0-1 0 0,0 0 1 0 0,1 0 0 0 0,-1 0-1 0 0,0 0 1 0 0,0 0 0 0 0,0 0-1 0 0,1 0 1 0 0,0 0-5 0 0,0 1-1 0 0,0-1 1 0 0,1 0 0 0 0,-1 0-1 0 0,0 0 1 0 0,0-1 0 0 0,0 1 0 0 0,1 0-1 0 0,-1 0 1 0 0,0-1 0 0 0,0 1 0 0 0,0 0-1 0 0,0-1 1 0 0,1 1 0 0 0,0-2-1 0 0,3 0 43 0 0,311-102 397 0 0,-108 29-4739 0 0,-117 35-2030 0 0,-49 17 1024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80 460 0 0,'-88'-70'13313'0'0,"82"62"-11907"0"0,12 6-16 0 0,10 4-579 0 0,-3 2-526 0 0,0 1 0 0 0,-1 0 0 0 0,0 0 0 0 0,0 1-1 0 0,0 1 1 0 0,12 9 0 0 0,0-1-57 0 0,2 1-160 0 0,0 2-1 0 0,-2 0 1 0 0,0 2 0 0 0,-2 0-1 0 0,0 2 1 0 0,-1 1 0 0 0,-1 0 0 0 0,-1 1-1 0 0,-1 1 1 0 0,-2 1 0 0 0,0 1-1 0 0,-2 0 1 0 0,-1 0 0 0 0,-1 2 0 0 0,-1 0-1 0 0,-2 0 1 0 0,-1 0 0 0 0,-1 1-1 0 0,-1 1 1 0 0,-2-1 0 0 0,-1 1 0 0 0,-3 61-1 0 0,-6-38 17 0 0,-2 0 0 0 0,-3 0 0 0 0,-3-1 0 0 0,-1-1 0 0 0,-3 0 0 0 0,-45 91 0 0 0,-60 69-1665 0 0,-20-18-5220 0 0,108-153 2341 0 0,1-5-2041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29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1692 0 0,'-3'1'2710'0'0,"-5"1"-1033"0"0,-6 1 1474 0 0,1 1 1 0 0,0 0-1 0 0,0 1 1 0 0,-19 9 628 0 0,31-14-3592 0 0,-1 0-1 0 0,1 1 1 0 0,-1-1-1 0 0,1 1 0 0 0,-1-1 1 0 0,1 1-1 0 0,-1 0 0 0 0,1-1 1 0 0,0 1-1 0 0,-1 0 1 0 0,1 0-1 0 0,0 0 0 0 0,0 0 1 0 0,0 0-1 0 0,-1 0 1 0 0,1 1-1 0 0,-1 1 0 0 0,2-2-138 0 0,1-1 0 0 0,-1 1 1 0 0,1-1-1 0 0,-1 1 0 0 0,1 0 0 0 0,0-1 0 0 0,-1 1 0 0 0,1-1 0 0 0,-1 1 0 0 0,1-1 0 0 0,0 0 0 0 0,-1 1 0 0 0,1-1 0 0 0,0 0 0 0 0,0 1 0 0 0,-1-1 0 0 0,1 0 0 0 0,0 0 0 0 0,0 0 0 0 0,-1 1 0 0 0,2-1 0 0 0,13 3 261 0 0,9 2 98 0 0,1-2 0 0 0,-1-1 0 0 0,41-1-1 0 0,70-13 13 0 0,-121 10-361 0 0,150-13 195 0 0,-161 15-238 0 0,44-5 120 0 0,-44 5-240 0 0,5-3-2927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0 482 508 0 0,'5'-10'11046'0'0,"-2"9"-10754"0"0,-1 0 1 0 0,0-1-1 0 0,1 1 1 0 0,-1 0-1 0 0,1 1 1 0 0,0-1-1 0 0,-1 0 1 0 0,1 1-1 0 0,0 0 1 0 0,2-1 0 0 0,25-5 685 0 0,-5-4-804 0 0,0-1 0 0 0,-1-2 0 0 0,0 0 0 0 0,-1-2 0 0 0,-1-1-1 0 0,0 0 1 0 0,-1-2 0 0 0,-1 0 0 0 0,0-1 0 0 0,23-32 0 0 0,-36 42-142 0 0,-1-1-1 0 0,-1 1 1 0 0,1-1 0 0 0,-2 0-1 0 0,1-1 1 0 0,-2 1 0 0 0,1-1-1 0 0,-1 0 1 0 0,-1 0 0 0 0,0 0-1 0 0,0 0 1 0 0,-1 0 0 0 0,-1 0 0 0 0,0 0-1 0 0,0 0 1 0 0,-1 0 0 0 0,-1 0-1 0 0,0 0 1 0 0,0 0 0 0 0,-4-11-1 0 0,5 21-21 0 0,1-1-1 0 0,-1 1 1 0 0,1 0-1 0 0,-1-1 1 0 0,1 1-1 0 0,-1 0 1 0 0,0-1-1 0 0,0 1 1 0 0,1 0-1 0 0,-1 0 1 0 0,0 0-1 0 0,0 0 1 0 0,0 0-1 0 0,0 0 1 0 0,0 0-1 0 0,-1 0 1 0 0,0-1-1 0 0,1 2-5 0 0,0 0-1 0 0,0 0 1 0 0,0-1 0 0 0,0 1-1 0 0,0 0 1 0 0,0 0-1 0 0,0 0 1 0 0,0 0 0 0 0,0 0-1 0 0,0 0 1 0 0,1 0-1 0 0,-1 1 1 0 0,0-1 0 0 0,0 0-1 0 0,0 1 1 0 0,0-1-1 0 0,0 0 1 0 0,0 1 0 0 0,-1 0-1 0 0,-2 2 0 0 0,0 1-1 0 0,0-1 1 0 0,0 1-1 0 0,1 0 0 0 0,-1-1 1 0 0,1 2-1 0 0,0-1 1 0 0,-3 5-1 0 0,-3 8 5 0 0,0 1 1 0 0,1 0-1 0 0,1 0 0 0 0,-6 22 1 0 0,-14 81 81 0 0,21-91-42 0 0,-55 377 1229 0 0,23 1-409 0 0,36-383-846 0 0,-10 267 1446 0 0,11-279-779 0 0,0 1 1284 0 0,-1-14-1296 0 0,-2-9-654 0 0,0-6 18 0 0,0 0 0 0 0,1 0 0 0 0,1 0 1 0 0,1 0-1 0 0,0-1 0 0 0,1 1 0 0 0,0-1 0 0 0,4-19 0 0 0,-2 14-22 0 0,4-34-13 0 0,2 1 1 0 0,2 0 0 0 0,3 1-1 0 0,2 0 1 0 0,3 1 0 0 0,2 0-1 0 0,2 2 1 0 0,2 1 0 0 0,58-88-1 0 0,-70 118-13 0 0,2 2-1 0 0,0-1 1 0 0,1 2-1 0 0,0 0 1 0 0,33-26-1 0 0,-42 38-10 0 0,0 1 1 0 0,0-1-1 0 0,0 1 0 0 0,0 0 1 0 0,1 1-1 0 0,-1-1 0 0 0,1 1 1 0 0,-1 0-1 0 0,1 1 0 0 0,7-1 0 0 0,-9 2 4 0 0,0 0 0 0 0,0 0-1 0 0,0 0 1 0 0,0 1-1 0 0,0 0 1 0 0,0 0-1 0 0,0 1 1 0 0,0-1-1 0 0,0 1 1 0 0,-1 0 0 0 0,1 0-1 0 0,-1 0 1 0 0,1 1-1 0 0,-1 0 1 0 0,5 3-1 0 0,-5-3 13 0 0,0 0-1 0 0,-1 1 0 0 0,1-1 1 0 0,-1 1-1 0 0,0-1 1 0 0,0 1-1 0 0,0 0 0 0 0,0 0 1 0 0,-1 1-1 0 0,1-1 1 0 0,-1 0-1 0 0,0 1 0 0 0,-1-1 1 0 0,1 1-1 0 0,-1 0 0 0 0,1 5 1 0 0,-1-3 6 0 0,-1 0 1 0 0,0 0-1 0 0,0 1 0 0 0,-1-1 1 0 0,1 0-1 0 0,-2 0 1 0 0,1 0-1 0 0,-1 0 1 0 0,0 0-1 0 0,-3 7 0 0 0,-2 1 16 0 0,-1 0 0 0 0,0 0 0 0 0,-1-1 0 0 0,-1 0 0 0 0,0 0 0 0 0,-1-1 0 0 0,-1 0-1 0 0,-20 17 1 0 0,23-22-9 0 0,0-1-1 0 0,0 0 0 0 0,0-1 1 0 0,-1 0-1 0 0,0 0 1 0 0,0-1-1 0 0,0-1 0 0 0,-1 0 1 0 0,0 0-1 0 0,1-1 0 0 0,-2 0 1 0 0,1-1-1 0 0,0 0 1 0 0,0-1-1 0 0,0 0 0 0 0,-21-1 1 0 0,-37-8 166 0 0,66 7-146 0 0,-16-1 52 0 0,19 2-80 0 0,-1 0-1 0 0,1 0 1 0 0,0 0 0 0 0,0 0 0 0 0,-1 0-1 0 0,1 0 1 0 0,0-1 0 0 0,0 1 0 0 0,-1 0-1 0 0,1 0 1 0 0,0 0 0 0 0,0 0 0 0 0,-1 0 0 0 0,1 0-1 0 0,0 0 1 0 0,0 0 0 0 0,-1 0 0 0 0,1 1-1 0 0,0-1 1 0 0,0 0 0 0 0,-1 0 0 0 0,1 0-1 0 0,0 0 1 0 0,0 0 0 0 0,-1 0 0 0 0,1 0 0 0 0,0 1-1 0 0,0-1 1 0 0,0 0 0 0 0,-1 0 0 0 0,1 0-1 0 0,0 0 1 0 0,0 1 0 0 0,0-1 0 0 0,-1 0-1 0 0,1 0 1 0 0,0 1 0 0 0,0-1 0 0 0,0 0-1 0 0,7 12 27 0 0,25 17-49 0 0,-23-22 5 0 0,54 49 20 0 0,149 123 25 0 0,-163-141-1 0 0,2-3-1 0 0,82 43 1 0 0,-1-12 2146 0 0,-130-65-1472 0 0,-1-1-655 0 0,0 0 0 0 0,0 0 0 0 0,1 0-1 0 0,-1 0 1 0 0,0 0 0 0 0,0 0 0 0 0,0 0 0 0 0,0 0-1 0 0,1-1 1 0 0,-1 1 0 0 0,0-1 0 0 0,0 1 0 0 0,0 0-1 0 0,0-1 1 0 0,0 0 0 0 0,0 1 0 0 0,1-2-1 0 0,-1 1 39 0 0,0-1-58 0 0,1 1 0 0 0,-1-1 0 0 0,0 0 0 0 0,0 0-1 0 0,0 0 1 0 0,0 0 0 0 0,-1 0 0 0 0,1 0 0 0 0,-1 0 0 0 0,1-4-1 0 0,-1-11-740 0 0,-2 3-5059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50 608 0 0,'19'-12'2087'0'0,"12"-11"2366"0"0,-12 9-1036 0 0,-12 13-1115 0 0,-8 10-1724 0 0,-41 73 1156 0 0,-1 3-645 0 0,-194 587 2844 0 0,65 19-2422 0 0,81-83-822 0 0,84-501-628 0 0,4-1 0 0 0,6 1 0 0 0,27 184 0 0 0,-22-245-109 0 0,3 0 0 0 0,1 0 0 0 0,2-1 0 0 0,2-1 0 0 0,2 0 0 0 0,28 48 0 0 0,-34-73-190 0 0,0 0 0 0 0,1 0 0 0 0,1-1 1 0 0,1-1-1 0 0,0 0 0 0 0,1-1 0 0 0,1-1 1 0 0,0 0-1 0 0,1-2 0 0 0,1 0 0 0 0,0-1 1 0 0,1 0-1 0 0,0-2 0 0 0,40 15 0 0 0,-31-17-790 0 0,-1-1 0 0 0,48 6-1 0 0,-46-10-1792 0 0,32-1 1 0 0,15-6-4792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4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66 640 0 0,'-10'-6'6575'0'0,"5"3"-4576"0"0,-13-6 3267 0 0,17 4-3617 0 0,13 2-1340 0 0,191-21 638 0 0,-106 14-827 0 0,-20 5 103 0 0,-74 5-203 0 0,4 2-250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3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1 134 876 0 0,'6'-19'3358'0'0,"0"1"0"0"0,-1-1-1 0 0,-1-1 1 0 0,2-38 0 0 0,-4 101-2078 0 0,-2 28-905 0 0,-6-3-177 0 0,-3 54 3 0 0,9-107-188 0 0,0 1 0 0 0,1 0 1 0 0,1-1-1 0 0,1 1 1 0 0,7 22-1 0 0,-9-34-10 0 0,0-1-1 0 0,0 1 1 0 0,0-1 0 0 0,1 0-1 0 0,0 0 1 0 0,0 0-1 0 0,0 0 1 0 0,0 0 0 0 0,0 0-1 0 0,0 0 1 0 0,1-1-1 0 0,-1 1 1 0 0,1-1 0 0 0,0 0-1 0 0,0 1 1 0 0,0-1 0 0 0,0-1-1 0 0,0 1 1 0 0,0 0-1 0 0,0-1 1 0 0,1 0 0 0 0,4 2-1 0 0,-2-2-2 0 0,0 0-1 0 0,0-1 0 0 0,0 0 1 0 0,0 0-1 0 0,0 0 0 0 0,-1-1 1 0 0,1 0-1 0 0,0 0 0 0 0,0 0 1 0 0,0-1-1 0 0,-1 1 0 0 0,11-6 0 0 0,-4 1-1 0 0,0-1 0 0 0,-1 0 0 0 0,0-1 0 0 0,-1 0 0 0 0,1-1 0 0 0,-2 0 0 0 0,1-1 0 0 0,-1 1 0 0 0,0-2 0 0 0,-1 1 0 0 0,-1-1 0 0 0,8-13 0 0 0,6-17-31 0 0,-1 0-1 0 0,15-49 1 0 0,-33 84 21 0 0,-1 4-15 0 0,0 5 30 0 0,1 1 53 0 0,-1 0 1 0 0,0 1 0 0 0,-1-1-1 0 0,1 0 1 0 0,-1 1 0 0 0,0-1-1 0 0,0 1 1 0 0,0 5 0 0 0,-8 44 570 0 0,5-32-455 0 0,-12 83 330 0 0,-51 419 376 0 0,61-493-975 0 0,0 10-1336 0 0,6-15-4871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1736 0 0,'-9'8'5705'0'0,"8"-7"-5576"0"0,-13 11 2046 0 0,14-12-2200 0 0,0 0-1 0 0,-1 0 1 0 0,1 0 0 0 0,0 1-1 0 0,0-1 1 0 0,0 0-1 0 0,0 0 1 0 0,0 1 0 0 0,-1-1-1 0 0,1 0 1 0 0,0 0 0 0 0,0 1-1 0 0,0-1 1 0 0,0 0-1 0 0,0 1 1 0 0,0-1 0 0 0,0 0-1 0 0,0 0 1 0 0,0 1-1 0 0,0-1 1 0 0,0 0 0 0 0,0 0-1 0 0,0 1 1 0 0,0-1-1 0 0,0 0 1 0 0,0 1 0 0 0,0-1-1 0 0,0 0 1 0 0,0 0-1 0 0,1 1 1 0 0,-1-1 0 0 0,0 0-1 0 0,0 0 1 0 0,0 0-1 0 0,0 1 1 0 0,1-1 0 0 0,-1 0-1 0 0,0 0 1 0 0,0 0 0 0 0,0 1-1 0 0,1-1 1 0 0,-1 0-1 0 0,0 0 1 0 0,0 0 0 0 0,1 0-1 0 0,-1 0 1 0 0,0 1-1 0 0,0-1 1 0 0,1 0 0 0 0,-1 0-1 0 0,0 0 1 0 0,0 0-1 0 0,1 0 1 0 0,-1 0 0 0 0,0 0-1 0 0,1 0 1 0 0,-1 0-1 0 0,0 0 1 0 0,0 0 0 0 0,1 0-1 0 0,-1 0 1 0 0,0 0 0 0 0,0 0-1 0 0,1-1 1 0 0,8 2-2455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3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0 460 0 0,'0'0'4408'0'0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2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20 996 0 0,'-2'-1'1908'0'0,"-57"-8"9263"0"0,57 8-10267 0 0,-39-4 6438 0 0,30 2-11871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1824 0 0,'0'0'12698'0'0,"0"-1"-12676"0"0,0 1 1 0 0,0-1-1 0 0,0 1 1 0 0,0 0-1 0 0,1-1 1 0 0,-1 1-1 0 0,0 0 1 0 0,0-1-1 0 0,0 1 1 0 0,0 0-1 0 0,1 0 1 0 0,-1-1-1 0 0,0 1 1 0 0,0 0-1 0 0,0-1 1 0 0,1 1-1 0 0,-1 0 1 0 0,0 0-1 0 0,1 0 1 0 0,-1-1-1 0 0,0 1 1 0 0,1 0-1 0 0,-1 0 1 0 0,0 0-1 0 0,1-1 1 0 0,216-29 1152 0 0,29-3-1062 0 0,-22 8 36 0 0,-204 25-262 0 0,-20 0 31 0 0,1 0 1 0 0,-1 0 0 0 0,0 0 0 0 0,0 0 0 0 0,1 1 0 0 0,-1-1 0 0 0,0 0-1 0 0,0 0 1 0 0,1 0 0 0 0,-1 0 0 0 0,0 0 0 0 0,0 1 0 0 0,0-1 0 0 0,1 0 0 0 0,-1 0-1 0 0,0 0 1 0 0,0 1 0 0 0,0-1 0 0 0,1 0 0 0 0,-1 0 0 0 0,0 0 0 0 0,0 1-1 0 0,0-1 1 0 0,0 0 0 0 0,0 0 0 0 0,0 1 0 0 0,0-1 0 0 0,0 0 0 0 0,0 0-1 0 0,0 1 1 0 0,0-1 0 0 0,1 0 0 0 0,-2 1 0 0 0,1-1 0 0 0,0 0 0 0 0,0 0 0 0 0,0 1-1 0 0,0-1 1 0 0,0 0 0 0 0,0 0 0 0 0,0 1 0 0 0,0-1 0 0 0,0 0 0 0 0,0 0-1 0 0,0 1 1 0 0,-1-1 0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5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405 137 1620 0 0,'12'-29'8450'0'0,"-4"2"-4996"0"0,-8 25-3014 0 0,-4-22 989 0 0,1 20-1356 0 0,0 0 1 0 0,-1 0 0 0 0,1 1-1 0 0,-1-1 1 0 0,0 1-1 0 0,0 0 1 0 0,0 0 0 0 0,0 0-1 0 0,-6-2 1 0 0,4 2-70 0 0,0 0 0 0 0,-1 0 0 0 0,1 1 0 0 0,-1 0 0 0 0,1 1 0 0 0,-1-1 0 0 0,0 1 0 0 0,1 1 0 0 0,-1-1 0 0 0,0 1 0 0 0,0 0 0 0 0,1 0 0 0 0,-1 1 0 0 0,-7 2 0 0 0,6-1-12 0 0,0 0 0 0 0,0 1 0 0 0,0 1 1 0 0,0-1-1 0 0,1 1 0 0 0,-1 1 0 0 0,1-1 1 0 0,0 1-1 0 0,1 0 0 0 0,-13 13 0 0 0,2 0-6 0 0,0 2 0 0 0,1 0-1 0 0,2 1 1 0 0,0 0-1 0 0,-18 38 1 0 0,18-28 10 0 0,1 1 1 0 0,2 0-1 0 0,-13 57 1 0 0,22-79 6 0 0,1 1 1 0 0,-1 0 0 0 0,2-1-1 0 0,-1 1 1 0 0,1 0-1 0 0,1-1 1 0 0,0 1 0 0 0,4 17-1 0 0,-4-26 3 0 0,0 1 0 0 0,0 0-1 0 0,0 0 1 0 0,0 0-1 0 0,0-1 1 0 0,1 1 0 0 0,-1-1-1 0 0,1 1 1 0 0,0-1-1 0 0,0 1 1 0 0,0-1 0 0 0,0 0-1 0 0,0 0 1 0 0,0 0 0 0 0,1 0-1 0 0,-1 0 1 0 0,1-1-1 0 0,-1 1 1 0 0,1-1 0 0 0,-1 0-1 0 0,1 1 1 0 0,0-1-1 0 0,0 0 1 0 0,0-1 0 0 0,0 1-1 0 0,0 0 1 0 0,0-1 0 0 0,-1 0-1 0 0,1 1 1 0 0,0-1-1 0 0,0 0 1 0 0,0-1 0 0 0,0 1-1 0 0,0 0 1 0 0,3-2-1 0 0,8-1-2 0 0,-1 0-1 0 0,0-1 0 0 0,0-1 0 0 0,0 0 0 0 0,-1 0 1 0 0,1-2-1 0 0,-1 1 0 0 0,-1-2 0 0 0,1 1 0 0 0,-1-2 1 0 0,-1 1-1 0 0,0-1 0 0 0,0-1 0 0 0,0 0 0 0 0,-2 0 1 0 0,10-14-1 0 0,0-3 320 0 0,-1-1 0 0 0,-1-1 1 0 0,-2 0-1 0 0,-1-1 0 0 0,17-54 0 0 0,-23 63 46 0 0,-4 19-208 0 0,-3 12-109 0 0,-4 27 709 0 0,-12 48-1 0 0,3-15-220 0 0,-60 324 888 0 0,33-184-1207 0 0,28-142-663 0 0,5-22-6047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6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1 591 1416 0 0,'22'-36'10995'0'0,"-21"34"-10671"0"0,0 0 0 0 0,0 0 0 0 0,1 1 0 0 0,-1-1-1 0 0,0 1 1 0 0,1-1 0 0 0,0 1 0 0 0,-1 0 0 0 0,1-1 0 0 0,-1 1 0 0 0,1 0-1 0 0,0 0 1 0 0,0 0 0 0 0,3-1 0 0 0,-1 0-245 0 0,22-12 667 0 0,34-19 590 0 0,101-75 1 0 0,-144 95-1318 0 0,-1-1 0 0 0,-1-1-1 0 0,0 0 1 0 0,-1-1 0 0 0,-1 0 0 0 0,0-2 0 0 0,-1 1-1 0 0,-1-1 1 0 0,-1-1 0 0 0,10-24 0 0 0,-12 23-4 0 0,-1-1 1 0 0,-2 0-1 0 0,1 0 1 0 0,-2-1-1 0 0,2-39 1 0 0,-6 58-30 0 0,0 3 12 0 0,-1 0 1 0 0,1-1 0 0 0,0 1 0 0 0,0 0-1 0 0,-1 0 1 0 0,1-1 0 0 0,0 1 0 0 0,-1 0-1 0 0,1 0 1 0 0,-1 0 0 0 0,1 0 0 0 0,0 0-1 0 0,-1-1 1 0 0,1 1 0 0 0,0 0 0 0 0,-1 0-1 0 0,1 0 1 0 0,-1 0 0 0 0,1 0 0 0 0,0 0-1 0 0,-1 0 1 0 0,1 0 0 0 0,-1 0 0 0 0,1 1-1 0 0,0-1 1 0 0,-1 0 0 0 0,1 0-1 0 0,0 0 1 0 0,-1 0 0 0 0,1 0 0 0 0,0 1-1 0 0,-1-1 1 0 0,1 0 0 0 0,-1 1 0 0 0,-12 15-22 0 0,-9 30 5 0 0,20-40 13 0 0,-238 644 640 0 0,192-481-386 0 0,7-21-35 0 0,27-99 1088 0 0,14-47-973 0 0,-4 5 406 0 0,2-16-692 0 0,1 1 1 0 0,1-1-1 0 0,0 0 1 0 0,0 0-1 0 0,1 1 1 0 0,0-1-1 0 0,0 0 1 0 0,5-13-1 0 0,-4 11 27 0 0,8-32-55 0 0,2 1 0 0 0,2 0 0 0 0,1 1 0 0 0,3 1 0 0 0,1 0 1 0 0,2 2-1 0 0,1 0 0 0 0,2 1 0 0 0,2 2 0 0 0,1 0 0 0 0,63-60 1 0 0,-81 86-28 0 0,1 1 0 0 0,1 0 0 0 0,0 1 1 0 0,0 0-1 0 0,0 0 0 0 0,14-5 0 0 0,-22 11 7 0 0,1-1-1 0 0,-1 1 1 0 0,0 0-1 0 0,1 0 1 0 0,-1 0-1 0 0,1 0 1 0 0,-1 1-1 0 0,1 0 1 0 0,-1-1-1 0 0,1 1 1 0 0,0 0-1 0 0,-1 1 1 0 0,1-1-1 0 0,-1 1 1 0 0,1-1-1 0 0,-1 1 1 0 0,0 0-1 0 0,1 0 1 0 0,-1 1-1 0 0,0-1 1 0 0,1 1-1 0 0,-1-1 1 0 0,0 1 0 0 0,0 0-1 0 0,-1 0 1 0 0,1 1-1 0 0,4 3 1 0 0,-5-4 1 0 0,0 1 1 0 0,-1-1-1 0 0,1 1 1 0 0,0-1 0 0 0,-1 1-1 0 0,0 0 1 0 0,0-1 0 0 0,0 1-1 0 0,0 0 1 0 0,0 0-1 0 0,0 0 1 0 0,-1 0 0 0 0,1 0-1 0 0,-1 0 1 0 0,0 3 0 0 0,0 0 2 0 0,-1 0 1 0 0,0 0-1 0 0,0 0 1 0 0,0 0 0 0 0,-1-1-1 0 0,1 1 1 0 0,-5 7 0 0 0,0-1-7 0 0,-1 0 1 0 0,0 0 0 0 0,0 0 0 0 0,-2-1 0 0 0,-17 19 0 0 0,18-22 9 0 0,0-1 0 0 0,-1 1 0 0 0,0-2 0 0 0,0 1 1 0 0,-1-2-1 0 0,0 1 0 0 0,0-1 0 0 0,-11 4 0 0 0,14-6-4 0 0,-1-1-1 0 0,1 0 1 0 0,-1-1-1 0 0,0 1 1 0 0,0-2-1 0 0,1 1 0 0 0,-1-1 1 0 0,0 0-1 0 0,0 0 1 0 0,0-1-1 0 0,1 0 1 0 0,-14-4-1 0 0,18 4 5 0 0,-1 0-22 0 0,0-1 0 0 0,0 1 0 0 0,0 0 1 0 0,0 1-1 0 0,-1-1 0 0 0,1 1 0 0 0,0-1 0 0 0,-1 1 1 0 0,-6 1-1 0 0,26 26-20 0 0,101 192 3 0 0,-36-58-274 0 0,-79-159-59 0 0,1 0 1 0 0,-1 0-1 0 0,1 0 0 0 0,-1 0 1 0 0,1 0-1 0 0,-1 0 0 0 0,1-1 0 0 0,0 1 1 0 0,0-1-1 0 0,0 1 0 0 0,0-1 0 0 0,0 1 1 0 0,0-1-1 0 0,1 0 0 0 0,-1 0 1 0 0,0 0-1 0 0,0 0 0 0 0,5 0 0 0 0,-2 0-926 0 0,0 0 1 0 0,1-1-1 0 0,-1 0 0 0 0,0 0 0 0 0,0-1 0 0 0,8-1 0 0 0,10-3-4409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153 219 1536 0 0,'-6'-4'772'0'0,"0"0"-1"0"0,0-1 0 0 0,0 0 1 0 0,0 0-1 0 0,1-1 0 0 0,-1 0 1 0 0,1 0-1 0 0,1 0 0 0 0,-1 0 1 0 0,-4-10-1 0 0,8 13-636 0 0,0 0-1 0 0,-1-1 0 0 0,1 1 1 0 0,1 0-1 0 0,-1-1 1 0 0,0 1-1 0 0,1-1 1 0 0,0 1-1 0 0,0-1 1 0 0,0 1-1 0 0,0-1 0 0 0,0 1 1 0 0,1-1-1 0 0,-1 1 1 0 0,1-1-1 0 0,0 1 1 0 0,0 0-1 0 0,0-1 0 0 0,1 1 1 0 0,-1 0-1 0 0,1 0 1 0 0,0 0-1 0 0,0 0 1 0 0,0 0-1 0 0,3-3 1 0 0,0 1-42 0 0,0 0 1 0 0,0 0-1 0 0,1 0 1 0 0,0 0 0 0 0,0 1-1 0 0,0 0 1 0 0,0 0 0 0 0,0 1-1 0 0,1 0 1 0 0,0 0-1 0 0,0 0 1 0 0,13-2 0 0 0,-10 3-34 0 0,1 0-1 0 0,0 1 1 0 0,-1 0 0 0 0,1 0 0 0 0,0 1 0 0 0,-1 1 0 0 0,1 0 0 0 0,18 4 0 0 0,-21-3-34 0 0,-1 0 0 0 0,0 1 0 0 0,1-1 0 0 0,-1 1 0 0 0,0 1 0 0 0,0 0-1 0 0,-1 0 1 0 0,1 0 0 0 0,-1 0 0 0 0,0 1 0 0 0,0 0 0 0 0,5 6 0 0 0,-7-6 6 0 0,-1-1 0 0 0,0 1 0 0 0,0-1 0 0 0,0 1 0 0 0,-1 0 0 0 0,1 0 0 0 0,-1 0 0 0 0,0 1 0 0 0,-1-1 0 0 0,1 0 0 0 0,-1 1 0 0 0,0-1 0 0 0,-1 1 0 0 0,1-1 0 0 0,-1 1 0 0 0,0 0 0 0 0,0-1 0 0 0,-2 6 0 0 0,-1 8 54 0 0,-2 0 1 0 0,0-1-1 0 0,-1 0 0 0 0,-1 0 0 0 0,0 0 0 0 0,-2-1 0 0 0,0 0 1 0 0,-1-1-1 0 0,0 0 0 0 0,-1 0 0 0 0,-24 24 0 0 0,-13 10 618 0 0,-107 81 0 0 0,97-85-257 0 0,45-35-391 0 0,4-4 17 0 0,1 0 0 0 0,-13 13 0 0 0,20-19 56 0 0,1 1-93 0 0,1-1 0 0 0,0 1 0 0 0,0-1 0 0 0,0 0 0 0 0,0 1 1 0 0,0-1-1 0 0,0 0 0 0 0,0 0 0 0 0,0 0 0 0 0,0 0 0 0 0,1 0 0 0 0,-1 0 0 0 0,0 0 0 0 0,1 0 0 0 0,-1 0 0 0 0,1 0 0 0 0,-1-1 0 0 0,1 1 0 0 0,-1-1 1 0 0,1 1-1 0 0,-1-1 0 0 0,1 0 0 0 0,-1 0 0 0 0,4 1 0 0 0,42 0 182 0 0,-47-1-216 0 0,74-4-616 0 0,118-22 1 0 0,-104 5-2862 0 0,-4-7-3295 0 0,-35 8 13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9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212 496 2480 0 0,'-64'-18'15596'0'0,"62"17"-14766"0"0,3 1-796 0 0,-1-1 0 0 0,0 1 1 0 0,0 0-1 0 0,0 0 0 0 0,1 0 0 0 0,-1-1 1 0 0,0 1-1 0 0,0 0 0 0 0,0 0 1 0 0,0-1-1 0 0,0 1 0 0 0,0 0 0 0 0,1 0 1 0 0,-1-1-1 0 0,0 1 0 0 0,0 0 1 0 0,0 0-1 0 0,0-1 0 0 0,0 1 0 0 0,0 0 1 0 0,0 0-1 0 0,0-1 0 0 0,0 1 1 0 0,0 0-1 0 0,0 0 0 0 0,0-1 0 0 0,0 1 1 0 0,0 0-1 0 0,-1 0 0 0 0,1-1 0 0 0,0 1 1 0 0,0 0-1 0 0,0 0 0 0 0,0-1 1 0 0,0 1-1 0 0,-1 0 0 0 0,1 0 0 0 0,0 0 1 0 0,0-1-1 0 0,0 1 0 0 0,-1 0 1 0 0,1 0-1 0 0,0 0 0 0 0,0 0 0 0 0,0-1 1 0 0,-1 1-1 0 0,1 0 0 0 0,0 0 1 0 0,0 0-1 0 0,-1 0 0 0 0,1 0 0 0 0,0 0 1 0 0,0 0-1 0 0,-1 0 0 0 0,1 0 1 0 0,0 0-1 0 0,0 0 0 0 0,-1 0 0 0 0,1 0 1 0 0,0 0-1 0 0,-1 0 0 0 0,1 0 1 0 0,0 0-1 0 0,0 0 0 0 0,-1 0 0 0 0,1 0 1 0 0,0 0-1 0 0,-1 1 0 0 0,14-18 582 0 0,77-48 156 0 0,-19 16-519 0 0,-57 38-238 0 0,-1 0 1 0 0,0-1-1 0 0,-1 0 0 0 0,-1-1 0 0 0,0 0 0 0 0,0-1 1 0 0,-1 0-1 0 0,-1-1 0 0 0,0 0 0 0 0,-2-1 0 0 0,1 1 1 0 0,-2-1-1 0 0,0-1 0 0 0,-1 1 0 0 0,-1-1 1 0 0,3-19-1 0 0,-4 21-40 0 0,3-42-263 0 0,-22 64 253 0 0,11-3 30 0 0,1 1 0 0 0,-1-1-1 0 0,1 1 1 0 0,0 0 0 0 0,0 0-1 0 0,1 1 1 0 0,-1-1 0 0 0,1 1-1 0 0,-2 5 1 0 0,-4 6-13 0 0,-46 86 52 0 0,-49 129-1 0 0,-19 118 203 0 0,57-101-23 0 0,25-88 529 0 0,34-147 478 0 0,0-12-405 0 0,6-2-797 0 0,0-1 0 0 0,0 0-1 0 0,1 0 1 0 0,-1 0 0 0 0,0 0 0 0 0,1 0 0 0 0,-1 0 0 0 0,1 0 0 0 0,-1 0 0 0 0,1 0 0 0 0,-1 0-1 0 0,1-1 1 0 0,0 1 0 0 0,-1 0 0 0 0,1 0 0 0 0,0 0 0 0 0,0 0 0 0 0,0 0 0 0 0,0-1 0 0 0,0-1-1 0 0,2-21-27 0 0,0-1 1 0 0,1 1-1 0 0,2 0 0 0 0,0 0 0 0 0,2 1 0 0 0,0 0 0 0 0,2 0 0 0 0,1 0 0 0 0,15-27 0 0 0,-5 17 21 0 0,0 0 1 0 0,3 1-1 0 0,0 1 1 0 0,2 2-1 0 0,34-31 1 0 0,-38 40-27 0 0,1 0 0 0 0,2 2 0 0 0,40-25 0 0 0,-55 38 3 0 0,1 0-1 0 0,-1 0 1 0 0,1 1 0 0 0,0 1 0 0 0,0 0 0 0 0,0 0 0 0 0,0 0 0 0 0,1 2 0 0 0,-1-1 0 0 0,1 1 0 0 0,-1 1 0 0 0,1 0-1 0 0,16 2 1 0 0,-23-2 3 0 0,0 1-1 0 0,0 0 0 0 0,-1 0 0 0 0,1 0 1 0 0,0 0-1 0 0,-1 1 0 0 0,1-1 0 0 0,-1 1 0 0 0,0 0 1 0 0,0 0-1 0 0,1 0 0 0 0,-1 1 0 0 0,-1-1 0 0 0,1 1 1 0 0,0-1-1 0 0,-1 1 0 0 0,1 0 0 0 0,-1 0 1 0 0,0 0-1 0 0,0 1 0 0 0,0-1 0 0 0,0 0 0 0 0,0 1 1 0 0,-1-1-1 0 0,0 1 0 0 0,0 0 0 0 0,0-1 1 0 0,0 1-1 0 0,0 0 0 0 0,-1 0 0 0 0,1-1 0 0 0,-1 1 1 0 0,0 0-1 0 0,0 0 0 0 0,-1 0 0 0 0,1-1 1 0 0,-1 1-1 0 0,0 0 0 0 0,0-1 0 0 0,0 1 0 0 0,0 0 1 0 0,-1-1-1 0 0,1 1 0 0 0,-4 4 0 0 0,-4 5 10 0 0,0-1 0 0 0,-1 0 0 0 0,0 0 0 0 0,0-1 0 0 0,-2 0 0 0 0,1-1 0 0 0,-1 0-1 0 0,-1-1 1 0 0,0 0 0 0 0,0-1 0 0 0,-1 0 0 0 0,0-1 0 0 0,0-1 0 0 0,-1 0 0 0 0,1-1-1 0 0,-27 5 1 0 0,30-9-13 0 0,0-1 0 0 0,-1 0 0 0 0,1 0 0 0 0,-1-1 0 0 0,1-1 0 0 0,0 0 0 0 0,0 0-1 0 0,0-1 1 0 0,0-1 0 0 0,0 0 0 0 0,-11-6 0 0 0,20 10 1 0 0,-5-3-17 0 0,5 2-10 0 0,10 9-3 0 0,19 22 80 0 0,42 61-1 0 0,-48-60-205 0 0,2 0 0 0 0,46 46 0 0 0,-65-73-216 0 0,1-1-1 0 0,-1 1 0 0 0,1-1 0 0 0,0 0 1 0 0,0 0-1 0 0,0-1 0 0 0,0 1 0 0 0,1-1 1 0 0,-1-1-1 0 0,1 1 0 0 0,-1-1 1 0 0,10 2-1 0 0,-9-3-871 0 0,-1 1 0 0 0,1-1 1 0 0,0-1-1 0 0,0 1 1 0 0,-1-1-1 0 0,1 0 0 0 0,9-2 1 0 0,3-5-6305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0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1012 0 0,'0'-17'2168'0'0,"2"-74"6644"0"0,-1 80-7823 0 0,1 0-1 0 0,-1 1 1 0 0,2-1 0 0 0,0 1 0 0 0,0 0-1 0 0,6-13 1 0 0,-8 21-896 0 0,0 0 0 0 0,0-1-1 0 0,1 1 1 0 0,-1 0 0 0 0,1 0 0 0 0,0 1-1 0 0,-1-1 1 0 0,1 0 0 0 0,0 0 0 0 0,0 1 0 0 0,0-1-1 0 0,0 1 1 0 0,0 0 0 0 0,1 0 0 0 0,-1 0-1 0 0,0 0 1 0 0,1 0 0 0 0,-1 0 0 0 0,0 0-1 0 0,1 1 1 0 0,-1-1 0 0 0,1 1 0 0 0,-1 0 0 0 0,1 0-1 0 0,-1-1 1 0 0,1 2 0 0 0,-1-1 0 0 0,1 0-1 0 0,-1 1 1 0 0,1-1 0 0 0,-1 1 0 0 0,1-1-1 0 0,4 3 1 0 0,-2-1-28 0 0,-1 0 1 0 0,1 0-1 0 0,0 1 0 0 0,0 0 0 0 0,-1 0 0 0 0,0 0 0 0 0,1 0 1 0 0,-1 0-1 0 0,0 1 0 0 0,-1 0 0 0 0,1 0 0 0 0,-1 0 1 0 0,1 0-1 0 0,-1 1 0 0 0,3 6 0 0 0,-4-5 64 0 0,0 0-1 0 0,-1 0 1 0 0,1 0 0 0 0,-1 0-1 0 0,-1 0 1 0 0,1 0-1 0 0,-1 0 1 0 0,0 0 0 0 0,-1 0-1 0 0,0 0 1 0 0,1 0-1 0 0,-2 0 1 0 0,1 0 0 0 0,-1 0-1 0 0,0 0 1 0 0,0-1-1 0 0,-5 9 1 0 0,-5 9 604 0 0,-1 0 1 0 0,-28 35-1 0 0,36-51-649 0 0,-18 23 352 0 0,10-14-102 0 0,1 0 1 0 0,-15 27-1 0 0,27-42-327 0 0,0-1 0 0 0,1 1 0 0 0,-1-1 0 0 0,0 1 0 0 0,0-1 1 0 0,1 1-1 0 0,-1-1 0 0 0,0 0 0 0 0,0 1 0 0 0,1-1 0 0 0,-1 1 0 0 0,0-1 0 0 0,1 0 0 0 0,-1 1 0 0 0,1-1 0 0 0,-1 0 0 0 0,0 0 1 0 0,1 1-1 0 0,-1-1 0 0 0,1 0 0 0 0,-1 0 0 0 0,1 1 0 0 0,-1-1 0 0 0,1 0 0 0 0,-1 0 0 0 0,1 0 0 0 0,-1 0 0 0 0,1 0 0 0 0,-1 0 1 0 0,1 0-1 0 0,-1 0 0 0 0,1 0 0 0 0,-1 0 0 0 0,1 0 0 0 0,0 0 0 0 0,17 1 19 0 0,27-2-965 0 0,1-2 0 0 0,-1-3 0 0 0,78-18-1 0 0,-4 0-3142 0 0,10 9-2318 0 0,-78 9 1784 0 0,14 0-3554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55 2728 0 0,'-38'4'3671'0'0,"20"-2"-816"0"0,0 0 0 0 0,-22-1 0 0 0,46-12-1934 0 0,-1 8-830 0 0,-1 0 0 0 0,1 1-1 0 0,-1-1 1 0 0,1 1 0 0 0,0 0-1 0 0,-1 1 1 0 0,1-1 0 0 0,0 1-1 0 0,10-1 1 0 0,-7 0-17 0 0,138-23 283 0 0,-96 21-2781 0 0,-1 3-3714 0 0,-33 1-119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61 2196 0 0,'-7'5'1154'0'0,"4"-3"-503"0"0,-1 0 1 0 0,1 1-1 0 0,-1-1 1 0 0,1 1-1 0 0,0 0 1 0 0,0 0 0 0 0,0 0-1 0 0,0 0 1 0 0,1 1-1 0 0,-1-1 1 0 0,-2 6-1 0 0,6-9-563 0 0,-1 1-1 0 0,0-1 0 0 0,1 1 0 0 0,-1-1 0 0 0,0 1 1 0 0,1-1-1 0 0,-1 0 0 0 0,0 1 0 0 0,1-1 0 0 0,-1 1 0 0 0,1-1 1 0 0,-1 0-1 0 0,1 0 0 0 0,-1 1 0 0 0,1-1 0 0 0,-1 0 1 0 0,1 0-1 0 0,-1 1 0 0 0,1-1 0 0 0,0 0 0 0 0,-1 0 1 0 0,1 0-1 0 0,-1 0 0 0 0,1 0 0 0 0,-1 0 0 0 0,1 0 1 0 0,0 0-1 0 0,16 1 368 0 0,-16-1-437 0 0,15 0 297 0 0,1-2-1 0 0,0 1 1 0 0,27-8-1 0 0,-4 2-104 0 0,137-32-1726 0 0,-61 3-4542 0 0,-58 17 485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0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1014 34 2440 0 0,'28'-34'8372'0'0,"-50"43"-5008"0"0,-8 11-2138 0 0,1 1 1 0 0,1 2-1 0 0,-40 40 1 0 0,-64 91 87 0 0,108-122-1150 0 0,2 0 0 0 0,-20 37 0 0 0,35-54 27 0 0,0-1 0 0 0,0 1 0 0 0,2 0 0 0 0,-1 1-1 0 0,2-1 1 0 0,0 1 0 0 0,-2 28 0 0 0,6-39-35 0 0,0-1 0 0 0,0 1 0 0 0,0-1 0 0 0,0 0 0 0 0,1 1 0 0 0,0-1 0 0 0,0 0 0 0 0,0 1 0 0 0,1-1 0 0 0,-1 0 0 0 0,1 0 0 0 0,0 0 0 0 0,0 0 0 0 0,0-1 0 0 0,1 1 0 0 0,3 4 0 0 0,-2-4 3 0 0,0 0 0 0 0,1 0 0 0 0,0 0 0 0 0,-1-1 0 0 0,1 0 0 0 0,0 0 0 0 0,1 0 0 0 0,-1-1 0 0 0,1 1 0 0 0,9 2 0 0 0,2-2 74 0 0,0 0 1 0 0,0 0-1 0 0,0-2 0 0 0,1 0 1 0 0,-1-1-1 0 0,0-1 0 0 0,22-3 1 0 0,-12-1-19 0 0,-1-1 0 0 0,0-1 1 0 0,0-1-1 0 0,0-1 1 0 0,-1-2-1 0 0,0 0 1 0 0,45-30-1 0 0,-55 31-130 0 0,0-1 0 0 0,-1-1 0 0 0,0 0 0 0 0,-1 0-1 0 0,0-1 1 0 0,-1-1 0 0 0,-1 0 0 0 0,0-1 0 0 0,0 0 0 0 0,-2-1 0 0 0,0 0 0 0 0,11-30 0 0 0,-18 40-77 0 0,0 0 1 0 0,0 0 0 0 0,-1-1-1 0 0,0 1 1 0 0,-1 0 0 0 0,1-1-1 0 0,-1 1 1 0 0,0-1 0 0 0,-1 1-1 0 0,0 0 1 0 0,0-1 0 0 0,0 1-1 0 0,-1 0 1 0 0,0 0 0 0 0,0 0-1 0 0,0 0 1 0 0,-1 0 0 0 0,0 0-1 0 0,0 0 1 0 0,0 1 0 0 0,-1 0-1 0 0,0 0 1 0 0,0 0 0 0 0,0 0-1 0 0,-9-7 1 0 0,-2-1-29 0 0,0 1 0 0 0,-1 1 0 0 0,-1 0 0 0 0,1 1 0 0 0,-2 1 0 0 0,1 1 0 0 0,-25-9 0 0 0,3 5-425 0 0,-1 1 0 0 0,-1 2-1 0 0,1 2 1 0 0,-1 2 0 0 0,-1 1 0 0 0,-52 3 0 0 0,5 6-2368 0 0,-162 29 0 0 0,-7 25-5810 0 0,226-51 6172 0 0,-64 14-6904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6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82 764 0 0,'-5'1'2584'0'0,"4"-1"-1893"0"0,-41 6 15072 0 0,62-6-15276 0 0,1 0-1 0 0,0-2 1 0 0,-1 0 0 0 0,1-1 0 0 0,22-7-1 0 0,6 0-162 0 0,47-8 48 0 0,71-11-949 0 0,-97 14-5298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34 2636 0 0,'-2'-2'2377'0'0,"-36"-27"10880"0"0,33 28-11783 0 0,5 1-1395 0 0,0 0 0 0 0,0 0-1 0 0,-1 0 1 0 0,1 0 0 0 0,0-1 0 0 0,-1 1-1 0 0,1 0 1 0 0,0 0 0 0 0,-1 0-1 0 0,1 0 1 0 0,0 0 0 0 0,-1 0-1 0 0,1 0 1 0 0,0 0 0 0 0,-1 0-1 0 0,1 0 1 0 0,-1 0 0 0 0,1 0-1 0 0,0 0 1 0 0,-1 0 0 0 0,1 0-1 0 0,0 1 1 0 0,-1-1 0 0 0,1 0-1 0 0,0 0 1 0 0,0 0 0 0 0,-1 0-1 0 0,1 1 1 0 0,0-1 0 0 0,-1 0-1 0 0,1 0 1 0 0,0 1 0 0 0,0-1-1 0 0,0 0 1 0 0,-1 0 0 0 0,1 1-1 0 0,0-1 1 0 0,0 0 0 0 0,0 1-1 0 0,-1-1 1 0 0,1 0 0 0 0,0 1-1 0 0,0-1 1 0 0,0 0 0 0 0,0 1-1 0 0,0-1 1 0 0,0 0 0 0 0,0 1-1 0 0,0-1 1 0 0,0 0 0 0 0,0 1-1 0 0,0-1 1 0 0,0 1 0 0 0,-6 88 4548 0 0,-15 47-2650 0 0,3-29-1294 0 0,-31 174-1372 0 0,47-269 203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36 0 0,'44'-106'18436'0'0,"-44"105"-18218"0"0,0 0-1 0 0,0 0 1 0 0,1-1 0 0 0,-1 1 0 0 0,1 0 0 0 0,-1 0 0 0 0,1 0-1 0 0,-1 0 1 0 0,1 0 0 0 0,0 0 0 0 0,0 0 0 0 0,-1 0-1 0 0,1 0 1 0 0,2-2 0 0 0,-1 16 1382 0 0,-5 35-822 0 0,3-47-747 0 0,-4 33 320 0 0,-5 84 348 0 0,8-104-635 0 0,2 0-1 0 0,0 1 1 0 0,1-1 0 0 0,0 0 0 0 0,8 28-1 0 0,-8-38-49 0 0,-1 0 0 0 0,1 1 0 0 0,0-1 0 0 0,1 0 0 0 0,-1 0 0 0 0,1 0-1 0 0,-1-1 1 0 0,1 1 0 0 0,0-1 0 0 0,0 1 0 0 0,1-1 0 0 0,-1 0 0 0 0,1 0 0 0 0,0-1-1 0 0,-1 1 1 0 0,1-1 0 0 0,0 1 0 0 0,1-1 0 0 0,-1-1 0 0 0,0 1 0 0 0,0 0 0 0 0,1-1-1 0 0,-1 0 1 0 0,1 0 0 0 0,-1 0 0 0 0,1-1 0 0 0,8 0 0 0 0,-4 0-33 0 0,1-1 1 0 0,0 0-1 0 0,-1 0 1 0 0,0-1-1 0 0,1-1 1 0 0,-1 0-1 0 0,0 0 0 0 0,0 0 1 0 0,0-1-1 0 0,0-1 1 0 0,-1 1-1 0 0,11-9 1 0 0,-6 2-32 0 0,1-1 1 0 0,-1 0 0 0 0,-1-1 0 0 0,-1 0 0 0 0,16-23 0 0 0,42-80-31 0 0,-30 48 358 0 0,-28 54 130 0 0,-11 14-384 0 0,0 0-1 0 0,1 0 0 0 0,-1 0 1 0 0,0 0-1 0 0,0 0 0 0 0,0 0 1 0 0,0 0-1 0 0,1 0 1 0 0,-1 1-1 0 0,0-1 0 0 0,0 0 1 0 0,0 0-1 0 0,0 0 0 0 0,0 0 1 0 0,0 0-1 0 0,1 0 0 0 0,-1 1 1 0 0,0-1-1 0 0,0 0 0 0 0,0 0 1 0 0,0 0-1 0 0,0 0 1 0 0,0 1-1 0 0,0-1 0 0 0,0 0 1 0 0,0 0-1 0 0,0 0 0 0 0,0 1 1 0 0,0-1-1 0 0,0 0 0 0 0,0 0 1 0 0,0 0-1 0 0,0 0 0 0 0,0 1 1 0 0,0-1-1 0 0,0 0 1 0 0,0 0-1 0 0,0 0 0 0 0,0 1 1 0 0,0-1-1 0 0,0 0 0 0 0,0 0 1 0 0,-6 37 1849 0 0,4-27-1815 0 0,-122 541 2775 0 0,79-424-2478 0 0,19-57-1726 0 0,2 1-4772 0 0,22-64 4948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84 1964 0 0,'-3'-1'4187'0'0,"-39"-4"7838"0"0,26 5-7310 0 0,7 0-4383 0 0,25-2 167 0 0,2 0-448 0 0,331-46 248 0 0,-242 35-622 0 0,-94 12-53 0 0,-8 1-436 0 0,1-1 0 0 0,-1 0 1 0 0,1 0-1 0 0,-1 0 1 0 0,0 0-1 0 0,1-1 1 0 0,6-3-1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66 188 0 0,'-19'-27'6075'0'0,"17"22"-4871"0"0,-1 0 1 0 0,-1 1-1 0 0,1-1 1 0 0,-1 1-1 0 0,1-1 1 0 0,-9-6 1414 0 0,10 14-2199 0 0,0 0-1 0 0,0-1 1 0 0,1 1 0 0 0,-1 0 0 0 0,1 0 0 0 0,-1 0 0 0 0,1 0-1 0 0,0 0 1 0 0,0 0 0 0 0,1 0 0 0 0,-1 0 0 0 0,0 4 0 0 0,-2 49 1388 0 0,2-19-607 0 0,-3 0-455 0 0,-31 213 922 0 0,11-114-1631 0 0,18-45-6032 0 0,6-87 4786 0 0,1 9-827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1441 85 1172 0 0,'15'-19'2499'0'0,"0"2"401"0"0,0 1-1 0 0,17-16 1 0 0,-30 31-2360 0 0,-3 5-366 0 0,0-1 0 0 0,-1 1 0 0 0,1-1 0 0 0,0 0 0 0 0,-1 0 0 0 0,0 1 0 0 0,0-1 0 0 0,0 0 0 0 0,0-1 0 0 0,-1 1 0 0 0,1 0 0 0 0,-1-1 0 0 0,1 1 0 0 0,-4 2 0 0 0,-3 3 83 0 0,-119 116 745 0 0,-284 213 0 0 0,-179 59-3914 0 0,589-395 2889 0 0,-225 140-6187 0 0,109-76-22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30 284 0 0,'-4'0'2180'0'0,"-55"-8"6823"0"0,56 8-8118 0 0,-28-4 2317 0 0,28 4-2017 0 0,53 7 173 0 0,347-22-289 0 0,-317 11-834 0 0,-78 4-215 0 0,17-1-526 0 0,-4-4-2159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7:51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69 700 0 0,'6'-21'5115'0'0,"12"-26"8544"0"0,-29 133-12647 0 0,-13 201-375 0 0,24-276-623 0 0,1-1 1 0 0,-1 0 0 0 0,2 1 0 0 0,-1-1-1 0 0,1 0 1 0 0,1 0 0 0 0,6 16 0 0 0,-8-23-7 0 0,1 0 1 0 0,-1 0-1 0 0,1 0 1 0 0,0 0-1 0 0,0 0 1 0 0,0 0-1 0 0,0 0 1 0 0,1-1-1 0 0,-1 1 1 0 0,1-1-1 0 0,0 0 1 0 0,0 0-1 0 0,-1 0 1 0 0,1 0-1 0 0,1 0 1 0 0,-1-1-1 0 0,0 1 1 0 0,0-1-1 0 0,0 0 1 0 0,1 0-1 0 0,-1 0 1 0 0,1 0-1 0 0,-1-1 1 0 0,1 1-1 0 0,-1-1 0 0 0,4 0 1 0 0,6-1-1 0 0,0 0 0 0 0,-1-1 0 0 0,1 0 0 0 0,-1-1 0 0 0,1 0 0 0 0,-1-1-1 0 0,0-1 1 0 0,0 0 0 0 0,-1 0 0 0 0,0-1 0 0 0,0 0 0 0 0,0-1 0 0 0,0-1 0 0 0,-1 0 0 0 0,-1 0 0 0 0,1 0 0 0 0,-1-2 0 0 0,14-17 0 0 0,-7 5 139 0 0,0-1 1 0 0,-2 0 0 0 0,-1-1 0 0 0,0-1-1 0 0,-2 0 1 0 0,-1 0 0 0 0,12-48 0 0 0,-15 38 1282 0 0,-7 30-1120 0 0,-2 6-78 0 0,-6 19-119 0 0,-110 352 1091 0 0,106-332-1204 0 0,10-34-19 0 0,-42 151 138 0 0,36-119-455 0 0,1 0-1 0 0,-3 46 0 0 0,10-76-80 0 0,-1-4 18 0 0,1-1 0 0 0,-1 1 1 0 0,1 0-1 0 0,0 0 0 0 0,0 0 0 0 0,0-1 0 0 0,1 1 0 0 0,-1 0 1 0 0,1 0-1 0 0,0-1 0 0 0,0 1 0 0 0,0-1 0 0 0,1 1 0 0 0,-1-1 1 0 0,4 6-1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1020 41 852 0 0,'6'-41'11000'0'0,"-25"55"-10113"0"0,-189 216 146 0 0,131-144-1147 0 0,-290 324 10 0 0,113-146-5859 0 0,154-168 776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48 1100 0 0,'-10'11'3417'0'0,"0"0"-1"0"0,-14 20 1 0 0,24-29-3066 0 0,-1 1 114 0 0,0 4 227 0 0,1-7-682 0 0,0 0-1 0 0,0 0 1 0 0,1 1 0 0 0,-1-1 0 0 0,0 0-1 0 0,1 0 1 0 0,-1 0 0 0 0,0 1 0 0 0,1-1 0 0 0,-1 0-1 0 0,0 0 1 0 0,1 0 0 0 0,-1 0 0 0 0,0 0-1 0 0,1 0 1 0 0,-1 0 0 0 0,1 0 0 0 0,-1 0-1 0 0,0 0 1 0 0,1 0 0 0 0,-1 0 0 0 0,0 0 0 0 0,1 0-1 0 0,-1 0 1 0 0,0 0 0 0 0,1 0 0 0 0,-1 0-1 0 0,1-1 1 0 0,173-44 580 0 0,-57 12-606 0 0,23 3-1790 0 0,-118 27-254 0 0,0 1 0 0 0,28 1 1 0 0,-32 3-1267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2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 1912 0 0,'-125'123'7781'0'0,"110"-103"-7008"0"0,14-20-712 0 0,1 1 1 0 0,-1 0 0 0 0,1 0 0 0 0,-1 0-1 0 0,1-1 1 0 0,0 1 0 0 0,-1 0 0 0 0,1 0-1 0 0,0 0 1 0 0,0 0 0 0 0,0 0 0 0 0,-1 0-1 0 0,1-1 1 0 0,0 1 0 0 0,0 0 0 0 0,0 0-1 0 0,0 0 1 0 0,1 0 0 0 0,-1 0 0 0 0,0 0-1 0 0,0 0 1 0 0,1 1 0 0 0,0-1-25 0 0,1-1 0 0 0,-1 1 0 0 0,0 0 0 0 0,1-1 0 0 0,-1 0 0 0 0,0 1 0 0 0,1-1 0 0 0,-1 0 0 0 0,1 1 0 0 0,-1-1 0 0 0,1 0 0 0 0,-1 0 0 0 0,1 0 0 0 0,-1 0 0 0 0,1 0 0 0 0,-1-1 0 0 0,1 1 0 0 0,1-1 0 0 0,-2 1 6 0 0,23-5 111 0 0,-1-1 0 0 0,0-1 1 0 0,33-15-1 0 0,63-36-1238 0 0,-111 54 918 0 0,78-42-4719 0 0,-47 21 175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55 1444 0 0,'-13'-45'8336'0'0,"12"44"-7630"0"0,14-8 1307 0 0,-5 10-1808 0 0,0 0 1 0 0,0 1-1 0 0,-1 0 0 0 0,1 0 1 0 0,-1 1-1 0 0,1 0 0 0 0,-1 0 1 0 0,0 0-1 0 0,0 1 0 0 0,0 0 1 0 0,-1 1-1 0 0,1-1 0 0 0,-1 1 1 0 0,9 10-1 0 0,4 4-49 0 0,-1 1-1 0 0,-1 1 0 0 0,16 25 1 0 0,-13-16-123 0 0,-2 2 0 0 0,-1 0 1 0 0,-2 1-1 0 0,-1 1 0 0 0,11 41 0 0 0,-13-27 180 0 0,-1 1 0 0 0,-3 0-1 0 0,2 64 1 0 0,-8-41-528 0 0,-14 122-1 0 0,-33 61-3930 0 0,25-177 183 0 0,-1-12-1844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467 197 1820 0 0,'0'-3'1394'0'0,"-1"-9"-464"0"0,1 1 0 0 0,0-1 0 0 0,1 1 0 0 0,0 0 0 0 0,1-1 0 0 0,4-15 1 0 0,-4 19-755 0 0,1 1 0 0 0,0 0 0 0 0,0-1 0 0 0,0 1 0 0 0,1 0-1 0 0,0 0 1 0 0,0 1 0 0 0,1-1 0 0 0,0 1 0 0 0,9-9 0 0 0,-12 14-167 0 0,-1-1 0 0 0,1 1 0 0 0,0 0 0 0 0,0 0 0 0 0,0 0-1 0 0,0 0 1 0 0,1 0 0 0 0,-1 0 0 0 0,0 1 0 0 0,0-1 0 0 0,0 1-1 0 0,1-1 1 0 0,-1 1 0 0 0,0 0 0 0 0,0 0 0 0 0,1 0 0 0 0,-1 0 0 0 0,0 0-1 0 0,1 0 1 0 0,-1 1 0 0 0,0-1 0 0 0,0 1 0 0 0,0 0 0 0 0,1 0-1 0 0,-1 0 1 0 0,0 0 0 0 0,0 0 0 0 0,0 0 0 0 0,0 0 0 0 0,-1 1-1 0 0,4 2 1 0 0,2 1-14 0 0,-2 0-1 0 0,1 0 1 0 0,-1 1-1 0 0,1 0 0 0 0,-1 0 1 0 0,-1 0-1 0 0,0 1 1 0 0,5 8-1 0 0,-3-1 0 0 0,-1 1 1 0 0,0-1-1 0 0,-1 1 0 0 0,-1 0 0 0 0,-1 0 1 0 0,0 0-1 0 0,0 0 0 0 0,-2 0 0 0 0,0 0 1 0 0,0 1-1 0 0,-2-1 0 0 0,0 0 0 0 0,-1 0 1 0 0,-5 18-1 0 0,-2 0 11 0 0,-1-1 0 0 0,-2 0 0 0 0,-1-1 0 0 0,-2-1 1 0 0,-25 38-1 0 0,19-37 39 0 0,0-1 0 0 0,-2-1 0 0 0,-1-2-1 0 0,-46 40 1 0 0,50-50-24 0 0,-1-1-1 0 0,0 0 1 0 0,-1-2 0 0 0,-1 0-1 0 0,-1-2 1 0 0,0-1-1 0 0,-26 9 1 0 0,46-19-24 0 0,-1 1 0 0 0,0-1 0 0 0,0 0 1 0 0,0-1-1 0 0,0 1 0 0 0,0-1 0 0 0,0 0 0 0 0,0-1 1 0 0,0 0-1 0 0,0 1 0 0 0,0-2 0 0 0,1 1 0 0 0,-1-1 1 0 0,0 0-1 0 0,1 0 0 0 0,-1-1 0 0 0,1 1 0 0 0,0-1 1 0 0,0 0-1 0 0,0-1 0 0 0,0 1 0 0 0,0-1 0 0 0,1 0 1 0 0,-1 0-1 0 0,1-1 0 0 0,0 1 0 0 0,1-1 0 0 0,-1 0 1 0 0,1 0-1 0 0,0 0 0 0 0,0 0 0 0 0,1 0 0 0 0,-1-1 1 0 0,1 0-1 0 0,0 1 0 0 0,1-1 0 0 0,-1 0 0 0 0,1 0 1 0 0,-1-10-1 0 0,2 10 15 0 0,-1 0 0 0 0,1 0 0 0 0,0 0 0 0 0,0 0 0 0 0,1 0 0 0 0,-1 0 0 0 0,1 0 0 0 0,1 0 0 0 0,-1 0 0 0 0,1 0 0 0 0,0 1 0 0 0,0-1 0 0 0,1 1 0 0 0,0-1 0 0 0,0 1 0 0 0,0 0 0 0 0,0 0 0 0 0,1 0 0 0 0,0 0 0 0 0,0 1 0 0 0,0 0 0 0 0,1 0 0 0 0,-1 0 0 0 0,1 0 0 0 0,0 1 0 0 0,0-1 0 0 0,0 1 0 0 0,1 1 0 0 0,-1-1 0 0 0,1 1 0 0 0,-1 0 0 0 0,10-2 0 0 0,1 1 87 0 0,0 1 0 0 0,1 0-1 0 0,-1 1 1 0 0,1 1 0 0 0,-1 1-1 0 0,0 1 1 0 0,1 0 0 0 0,-1 1-1 0 0,0 0 1 0 0,0 1 0 0 0,-1 1 0 0 0,1 1-1 0 0,-1 0 1 0 0,23 13 0 0 0,-1 4-88 0 0,0 0 0 0 0,-2 3 0 0 0,0 1 1 0 0,39 40-1 0 0,-66-59-315 0 0,46 40-1760 0 0,-15-22-2914 0 0,-19-18 790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1 557 408 0 0,'1'-2'2370'0'0,"2"-4"-870"0"0,-2 3-602 0 0,1-1-1 0 0,-1 1 0 0 0,1-1 1 0 0,-1 0-1 0 0,0 1 0 0 0,1-7 1 0 0,-1 8-688 0 0,0 1 1 0 0,1-1 0 0 0,0 1 0 0 0,-1 0-1 0 0,1-1 1 0 0,0 1 0 0 0,-1 0 0 0 0,1 0-1 0 0,0 0 1 0 0,0 0 0 0 0,0 0 0 0 0,0 1-1 0 0,2-1 1 0 0,-1-1-204 0 0,43-18 642 0 0,0-2 0 0 0,57-37 0 0 0,-85 47-603 0 0,0 0-1 0 0,-2-1 1 0 0,1-1-1 0 0,-2-1 1 0 0,0 0-1 0 0,-1-1 1 0 0,0-1 0 0 0,14-22-1 0 0,-21 26-39 0 0,-1 1 0 0 0,0-2 0 0 0,0 1 0 0 0,-1-1 0 0 0,-1 0 0 0 0,0 0 0 0 0,-1 0 0 0 0,-1 0 0 0 0,0-1 0 0 0,-1 1 0 0 0,0-1 0 0 0,-1 1 0 0 0,-1-1 0 0 0,0 1 0 0 0,-4-16 0 0 0,5 30-8 0 0,0 0-1 0 0,0-1 1 0 0,0 1-1 0 0,0 0 1 0 0,0-1-1 0 0,-1 1 1 0 0,1 0 0 0 0,0-1-1 0 0,0 1 1 0 0,0 0-1 0 0,-1-1 1 0 0,1 1-1 0 0,0 0 1 0 0,0-1-1 0 0,-1 1 1 0 0,1 0 0 0 0,0 0-1 0 0,-1 0 1 0 0,1-1-1 0 0,0 1 1 0 0,0 0-1 0 0,-1 0 1 0 0,1 0-1 0 0,-1 0 1 0 0,1-1 0 0 0,0 1-1 0 0,-1 0 1 0 0,1 0-1 0 0,0 0 1 0 0,-1 0-1 0 0,1 0 1 0 0,0 0 0 0 0,-1 0-1 0 0,1 0 1 0 0,-1 0-1 0 0,1 0 1 0 0,0 0-1 0 0,-1 0 1 0 0,1 1-1 0 0,0-1 1 0 0,-1 0 0 0 0,1 0-1 0 0,0 0 1 0 0,-1 0-1 0 0,0 1 1 0 0,-11 7-15 0 0,4 1 0 0 0,0 1-1 0 0,1 0 0 0 0,0 0 0 0 0,1 0 0 0 0,0 1 1 0 0,1 0-1 0 0,0 0 0 0 0,-5 16 0 0 0,7-18 3 0 0,-72 200 8 0 0,-65 292-1 0 0,108-356 434 0 0,27-133-24 0 0,0-15-58 0 0,-2-16-157 0 0,5 7-178 0 0,1 0 1 0 0,1 0-1 0 0,0 0 1 0 0,1 1 0 0 0,0-1-1 0 0,1 0 1 0 0,0 1 0 0 0,1-1-1 0 0,4-11 1 0 0,1 2-23 0 0,1 1 1 0 0,0-1-1 0 0,22-32 1 0 0,-16 30 17 0 0,2 1 1 0 0,0 0-1 0 0,1 1 1 0 0,34-29 0 0 0,-42 41-9 0 0,1 0 1 0 0,0 1 0 0 0,0 1-1 0 0,0 0 1 0 0,1 1-1 0 0,0 0 1 0 0,1 0 0 0 0,-1 1-1 0 0,1 1 1 0 0,0 0-1 0 0,20-3 1 0 0,-29 7 2 0 0,-1-1 1 0 0,1 1 0 0 0,-1-1-1 0 0,0 1 1 0 0,1 0-1 0 0,-1 1 1 0 0,0-1-1 0 0,1 0 1 0 0,-1 1-1 0 0,0 0 1 0 0,1 0-1 0 0,-1 0 1 0 0,0 0 0 0 0,0 0-1 0 0,0 1 1 0 0,0 0-1 0 0,0-1 1 0 0,0 1-1 0 0,0 0 1 0 0,-1 0-1 0 0,1 0 1 0 0,-1 1-1 0 0,1-1 1 0 0,-1 1 0 0 0,0-1-1 0 0,0 1 1 0 0,0 0-1 0 0,0 0 1 0 0,0 0-1 0 0,-1 0 1 0 0,0 0-1 0 0,1 0 1 0 0,-1 0-1 0 0,0 1 1 0 0,0-1 0 0 0,-1 0-1 0 0,1 0 1 0 0,-1 1-1 0 0,0-1 1 0 0,1 1-1 0 0,-1-1 1 0 0,-1 0-1 0 0,1 1 1 0 0,-1-1-1 0 0,1 0 1 0 0,-1 1 0 0 0,0-1-1 0 0,-2 5 1 0 0,-1 5 3 0 0,-2 0 1 0 0,0-1 0 0 0,0 1 0 0 0,-1-1 0 0 0,0-1-1 0 0,-1 1 1 0 0,-1-1 0 0 0,1 0 0 0 0,-17 14-1 0 0,17-18 2 0 0,0 1 0 0 0,-1-1 0 0 0,0 0-1 0 0,0-1 1 0 0,-1 0 0 0 0,1-1 0 0 0,-1 0-1 0 0,-1 0 1 0 0,1-1 0 0 0,-1 0 0 0 0,1-1-1 0 0,-14 2 1 0 0,20-4-6 0 0,0 0 0 0 0,0-1-1 0 0,-1 0 1 0 0,1 0 0 0 0,0 0 0 0 0,0 0-1 0 0,0 0 1 0 0,-1-1 0 0 0,1 0 0 0 0,0 0-1 0 0,0 0 1 0 0,0 0 0 0 0,0-1 0 0 0,0 0-1 0 0,0 0 1 0 0,0 0 0 0 0,1 0 0 0 0,-1 0-1 0 0,1-1 1 0 0,0 1 0 0 0,-1-1 0 0 0,1 0-1 0 0,0 0 1 0 0,1 0 0 0 0,-1-1 0 0 0,0 1-1 0 0,1-1 1 0 0,-3-4 0 0 0,5 7-3 0 0,0 1-1 0 0,-1-1 1 0 0,1 0 0 0 0,-1 1 0 0 0,1-1 0 0 0,0 0-1 0 0,0 0 1 0 0,-1 1 0 0 0,1-1 0 0 0,0 0 0 0 0,0 0-1 0 0,0 0 1 0 0,0 1 0 0 0,0-1 0 0 0,0 0-1 0 0,0 0 1 0 0,0 0 0 0 0,0 1 0 0 0,1-1 0 0 0,-1 0-1 0 0,0 0 1 0 0,0 1 0 0 0,1-2 0 0 0,0 1 1 0 0,0 1 1 0 0,-1 0 0 0 0,1-1 0 0 0,-1 1 0 0 0,1 0 0 0 0,0-1-1 0 0,0 1 1 0 0,-1 0 0 0 0,1 0 0 0 0,0 0 0 0 0,-1-1 0 0 0,1 1-1 0 0,0 0 1 0 0,0 0 0 0 0,-1 0 0 0 0,1 0 0 0 0,0 0 0 0 0,0 0-1 0 0,0 1 1 0 0,3 0 4 0 0,1 0-1 0 0,-1 0 0 0 0,0 0 1 0 0,0 1-1 0 0,7 3 0 0 0,2 6 9 0 0,0 0 1 0 0,-1 1-1 0 0,-1 1 0 0 0,0 0 0 0 0,-1 0 0 0 0,0 1 0 0 0,11 21 1 0 0,-4-7 13 0 0,-15-25-54 0 0,6 10-91 0 0,1 0 0 0 0,0-1 0 0 0,18 19 0 0 0,-23-28-301 0 0,0 1 0 0 0,0-1-1 0 0,1 0 1 0 0,-1 0 0 0 0,9 4 0 0 0,-8-5-471 0 0,0-1 1 0 0,0 1-1 0 0,0-1 1 0 0,0 0 0 0 0,0 0-1 0 0,9 1 1 0 0,5-2-4654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39 154 1420 0 0,'-11'-41'4779'0'0,"9"36"-4130"0"0,-1-1 0 0 0,1 0 0 0 0,1 1 0 0 0,-1-1 1 0 0,1 0-1 0 0,1 0 0 0 0,-1 0 0 0 0,1 0 0 0 0,0-1 0 0 0,0 1 0 0 0,0 0 0 0 0,3-11 0 0 0,-2 15-583 0 0,0 0-1 0 0,0 1 0 0 0,0-1 0 0 0,0 1 1 0 0,0-1-1 0 0,1 1 0 0 0,-1-1 1 0 0,0 1-1 0 0,1 0 0 0 0,-1 0 0 0 0,1 0 1 0 0,-1 0-1 0 0,1 0 0 0 0,-1 0 1 0 0,1 0-1 0 0,0 0 0 0 0,0 1 0 0 0,-1-1 1 0 0,1 1-1 0 0,0-1 0 0 0,0 1 1 0 0,0-1-1 0 0,0 1 0 0 0,0 0 0 0 0,-1 0 1 0 0,4 0-1 0 0,1 1 2 0 0,0-1-1 0 0,0 1 1 0 0,-1 0 0 0 0,1 0-1 0 0,0 1 1 0 0,10 3 0 0 0,-12-3-34 0 0,0 0 0 0 0,0 0 0 0 0,0 0 0 0 0,0 0 0 0 0,-1 1 0 0 0,1 0 0 0 0,-1-1 0 0 0,1 1 0 0 0,-1 1 0 0 0,0-1-1 0 0,0 0 1 0 0,-1 1 0 0 0,1-1 0 0 0,-1 1 0 0 0,1 0 0 0 0,-1 0 0 0 0,1 4 0 0 0,-1-2 67 0 0,0 0 0 0 0,-1 1-1 0 0,0-1 1 0 0,0 0 0 0 0,-1 1-1 0 0,0-1 1 0 0,0 0 0 0 0,0 1-1 0 0,-1-1 1 0 0,-2 11 0 0 0,-3 4 272 0 0,-1 1 0 0 0,-1-2 1 0 0,-1 1-1 0 0,0-1 0 0 0,-22 32 1 0 0,-67 90 1871 0 0,98-141-2224 0 0,-1-1 1 0 0,0 1-1 0 0,1 0 1 0 0,-1 0-1 0 0,1-1 1 0 0,-1 1-1 0 0,1 0 1 0 0,0 0-1 0 0,-1 0 1 0 0,1 0-1 0 0,0 0 1 0 0,-1 0-1 0 0,1 0 1 0 0,0-1-1 0 0,0 1 1 0 0,0 0-1 0 0,0 0 1 0 0,0 0-1 0 0,0 2 1 0 0,1-3-17 0 0,0 1 1 0 0,0-1-1 0 0,0 1 1 0 0,0-1-1 0 0,0 0 1 0 0,0 0-1 0 0,0 0 1 0 0,0 1-1 0 0,0-1 0 0 0,0 0 1 0 0,0 0-1 0 0,0 0 1 0 0,0 0-1 0 0,0-1 1 0 0,0 1-1 0 0,0 0 1 0 0,0 0-1 0 0,-1-1 1 0 0,3 0-1 0 0,142-40-961 0 0,-14 3-1170 0 0,52-1-2254 0 0,-60 17-2460 0 0,-54 11 17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57 107 1348 0 0,'-3'1'1941'0'0,"-51"8"11978"0"0,271-60-12006 0 0,-81 16-1724 0 0,-32 15-1207 0 0,-68 15-2439 0 0,1 1-4286 0 0,-22 3 3055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6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446 142 2344 0 0,'-64'-112'12095'0'0,"63"110"-11986"0"0,0 0-1 0 0,0 0 1 0 0,0 1 0 0 0,0-1-1 0 0,0 0 1 0 0,0 1-1 0 0,-1-1 1 0 0,1 0 0 0 0,0 1-1 0 0,-1-1 1 0 0,1 1-1 0 0,-1 0 1 0 0,0 0 0 0 0,1-1-1 0 0,-1 1 1 0 0,0 0-1 0 0,0 0 1 0 0,1 1-1 0 0,-4-2 1 0 0,3 2-86 0 0,0 0-1 0 0,-1 0 0 0 0,1 0 1 0 0,-1 0-1 0 0,1 1 1 0 0,-1-1-1 0 0,1 1 1 0 0,-1 0-1 0 0,1-1 1 0 0,0 1-1 0 0,-1 0 0 0 0,1 0 1 0 0,0 1-1 0 0,0-1 1 0 0,-4 3-1 0 0,-10 8-1 0 0,0 0-1 0 0,1 1 1 0 0,1 1-1 0 0,-15 17 1 0 0,-47 66-15 0 0,42-50-9 0 0,30-41 1 0 0,-56 76-10 0 0,52-69 11 0 0,1-1-1 0 0,0 1 1 0 0,1 1-1 0 0,-8 25 1 0 0,13-37 5 0 0,0-1 0 0 0,1 1 0 0 0,0-1 1 0 0,-1 1-1 0 0,1 0 0 0 0,0-1 0 0 0,0 1 0 0 0,0-1 0 0 0,0 1 1 0 0,0 0-1 0 0,0-1 0 0 0,0 1 0 0 0,1-1 0 0 0,-1 1 0 0 0,0-1 1 0 0,1 1-1 0 0,-1-1 0 0 0,1 1 0 0 0,0-1 0 0 0,0 1 0 0 0,-1-1 1 0 0,1 0-1 0 0,2 3 0 0 0,-1-3 1 0 0,0 1 1 0 0,0-1-1 0 0,0 0 0 0 0,0 0 1 0 0,0 0-1 0 0,1 0 1 0 0,-1 0-1 0 0,0 0 0 0 0,0-1 1 0 0,1 1-1 0 0,-1-1 1 0 0,1 0-1 0 0,-1 0 0 0 0,3 1 1 0 0,7-2 12 0 0,0 0-1 0 0,0 0 1 0 0,0-1 0 0 0,0-1 0 0 0,14-5 0 0 0,-7 2 2 0 0,-1-2-1 0 0,-1 0 1 0 0,1-1 0 0 0,-2-1-1 0 0,1-1 1 0 0,-1 0-1 0 0,19-18 1 0 0,-8 3 42 0 0,-1-1 0 0 0,41-56 0 0 0,-28 31 47 0 0,-38 51-116 0 0,-1 2-4 0 0,1-1 11 0 0,-1 0 0 0 0,1 0 0 0 0,-1 1 0 0 0,1-1 0 0 0,-1 0 0 0 0,0 1-1 0 0,1-1 1 0 0,-1 1 0 0 0,0-1 0 0 0,0 0 0 0 0,1 1 0 0 0,-1-1-1 0 0,0 1 1 0 0,0-1 0 0 0,1 1 0 0 0,-1-1 0 0 0,0 1 0 0 0,0-1-1 0 0,0 1 1 0 0,0-1 0 0 0,0 1 0 0 0,0-1 0 0 0,0 1 0 0 0,0-1 0 0 0,0 1-1 0 0,0-1 1 0 0,0 1 0 0 0,0-1 0 0 0,0 1 0 0 0,0 0 0 0 0,-3 18 73 0 0,3-18-61 0 0,-83 335 2406 0 0,16-82-2084 0 0,58-196-1558 0 0,8-55 840 0 0,1 0 0 0 0,0 0 1 0 0,0 0-1 0 0,0 0 0 0 0,1 0 0 0 0,-1 0 1 0 0,1 0-1 0 0,-1-1 0 0 0,1 1 1 0 0,0 0-1 0 0,0 0 0 0 0,0 0 0 0 0,1-1 1 0 0,-1 1-1 0 0,1-1 0 0 0,2 4 1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0 593 1264 0 0,'24'-21'6668'0'0,"20"-15"2061"0"0,5 5-6218 0 0,0 5-1978 0 0,-2-2-1 0 0,73-55 0 0 0,-103 69-512 0 0,0-1 0 0 0,-1-1 0 0 0,0 0 0 0 0,-2-1 0 0 0,0 0-1 0 0,-1-1 1 0 0,0-1 0 0 0,-2 0 0 0 0,13-29 0 0 0,-11 18-28 0 0,-2-1 0 0 0,-1-1 0 0 0,6-33 0 0 0,-16 64 6 0 0,0 1 1 0 0,0 0-1 0 0,0 0 0 0 0,0-1 1 0 0,0 1-1 0 0,0 0 0 0 0,0-1 1 0 0,0 1-1 0 0,0 0 1 0 0,0 0-1 0 0,0-1 0 0 0,0 1 1 0 0,0 0-1 0 0,0-1 0 0 0,0 1 1 0 0,0 0-1 0 0,0 0 0 0 0,0-1 1 0 0,0 1-1 0 0,0 0 0 0 0,0-1 1 0 0,0 1-1 0 0,0 0 1 0 0,-1 0-1 0 0,1-1 0 0 0,0 1 1 0 0,0 0-1 0 0,0 0 0 0 0,0 0 1 0 0,-1-1-1 0 0,1 1 0 0 0,0 0 1 0 0,0 0-1 0 0,-1 0 0 0 0,1 0 1 0 0,0-1-1 0 0,0 1 1 0 0,-1 0-1 0 0,1 0 0 0 0,0 0 1 0 0,0 0-1 0 0,-1 0 0 0 0,1 0 1 0 0,0 0-1 0 0,-1 0 0 0 0,1 0 1 0 0,0 0-1 0 0,0 0 1 0 0,-1 0-1 0 0,1 0 0 0 0,0 0 1 0 0,-1 0-1 0 0,1 0 0 0 0,0 0 1 0 0,0 0-1 0 0,-1 0 0 0 0,1 0 1 0 0,-14 7-29 0 0,5 2 25 0 0,0 0 1 0 0,1 1-1 0 0,0 0 1 0 0,0 1-1 0 0,1 0 1 0 0,1 0 0 0 0,-1 0-1 0 0,-5 18 1 0 0,2-9 0 0 0,-262 628 679 0 0,249-587-589 0 0,-5 13 12 0 0,-29 70 1344 0 0,57-143-1404 0 0,0 0-1 0 0,0-1 1 0 0,0 1 0 0 0,0-1-1 0 0,0 1 1 0 0,0-1-1 0 0,-1 1 1 0 0,1 0 0 0 0,0-1-1 0 0,-1 1 1 0 0,1-1 0 0 0,0 1-1 0 0,-1-1 1 0 0,1 1-1 0 0,0-1 1 0 0,-1 1 0 0 0,1-1-1 0 0,-1 0 1 0 0,1 1-1 0 0,-1-1 1 0 0,1 0 0 0 0,-1 1-1 0 0,1-1 1 0 0,-1 0 0 0 0,1 1-1 0 0,-1-1 1 0 0,0 0-1 0 0,1 0 1 0 0,-1 0 0 0 0,1 0-1 0 0,-1 0 1 0 0,0 0-1 0 0,1 0 1 0 0,-1 0 0 0 0,0 0-1 0 0,1 0 1 0 0,-1 0 0 0 0,1 0-1 0 0,-1 0 1 0 0,0 0-1 0 0,1 0 1 0 0,-1 0 0 0 0,1-1-1 0 0,-1 1 1 0 0,0-1-1 0 0,0 0-23 0 0,-1 0-1 0 0,1 0 0 0 0,0-1 0 0 0,0 1 1 0 0,0-1-1 0 0,0 1 0 0 0,0-1 0 0 0,1 1 1 0 0,-1-1-1 0 0,0 1 0 0 0,1-1 0 0 0,-1 0 1 0 0,1 1-1 0 0,0-1 0 0 0,-1 0 0 0 0,1-2 1 0 0,0-16 1 0 0,1-1 0 0 0,0 1 0 0 0,2 0 0 0 0,0-1 1 0 0,1 1-1 0 0,2 0 0 0 0,0 1 0 0 0,0 0 0 0 0,2 0 1 0 0,1 0-1 0 0,0 1 0 0 0,20-30 0 0 0,-9 21-34 0 0,0 0-1 0 0,2 1 1 0 0,1 1-1 0 0,0 1 1 0 0,2 2 0 0 0,1 0-1 0 0,29-18 1 0 0,-43 32 4 0 0,0 1 0 0 0,0 1 0 0 0,1 0 0 0 0,0 0 1 0 0,0 2-1 0 0,24-7 0 0 0,-32 10 5 0 0,1 1 0 0 0,-1-1 0 0 0,1 1 0 0 0,-1 0 0 0 0,1 0 0 0 0,0 0 0 0 0,-1 1 1 0 0,10 2-1 0 0,-12-2 2 0 0,1 0 1 0 0,-1 0 0 0 0,0 1 0 0 0,0-1 0 0 0,0 1 0 0 0,-1 0 0 0 0,1 0-1 0 0,0 0 1 0 0,-1 0 0 0 0,1 0 0 0 0,-1 1 0 0 0,0-1 0 0 0,1 1 0 0 0,-1-1-1 0 0,2 6 1 0 0,-2-5 5 0 0,-1 1-1 0 0,0-1 1 0 0,0 1 0 0 0,0-1-1 0 0,0 1 1 0 0,-1-1-1 0 0,1 1 1 0 0,-1 0-1 0 0,0-1 1 0 0,0 1 0 0 0,0 0-1 0 0,-1-1 1 0 0,1 1-1 0 0,-1-1 1 0 0,0 1-1 0 0,0-1 1 0 0,0 1 0 0 0,-1-1-1 0 0,1 1 1 0 0,-1-1-1 0 0,-3 6 1 0 0,-3 3 3 0 0,1-1 1 0 0,-2 1-1 0 0,0-1 0 0 0,-12 12 1 0 0,9-12-1 0 0,0 0 1 0 0,0-1-1 0 0,-1 0 1 0 0,0-1-1 0 0,-1-1 1 0 0,0 0-1 0 0,0-1 1 0 0,0 0-1 0 0,-1-1 1 0 0,0-1 0 0 0,-1 0-1 0 0,-17 3 1 0 0,28-8-8 0 0,1 0 1 0 0,-1 0-1 0 0,0 0 1 0 0,0-1 0 0 0,0 1-1 0 0,0-1 1 0 0,1 0-1 0 0,-1-1 1 0 0,0 1-1 0 0,1-1 1 0 0,0 0 0 0 0,-1 0-1 0 0,1 0 1 0 0,0-1-1 0 0,0 0 1 0 0,-6-4 0 0 0,9 6 2 0 0,1 1 1 0 0,0-1 0 0 0,-1 0-1 0 0,1 1 1 0 0,0-1 0 0 0,0 1-1 0 0,0-1 1 0 0,-1 0 0 0 0,1 1-1 0 0,0-1 1 0 0,0 0 0 0 0,0 1-1 0 0,0-1 1 0 0,0 0 0 0 0,0 1-1 0 0,0-1 1 0 0,0 0 0 0 0,0 1 0 0 0,0-1-1 0 0,1 0 1 0 0,-1 1 0 0 0,0-1-1 0 0,0 0 1 0 0,0 1 0 0 0,1-1-1 0 0,-1 1 1 0 0,0-1 0 0 0,2 0-1 0 0,-2-1-3 0 0,1 1-1 0 0,0 0 1 0 0,0 0-1 0 0,0-1 1 0 0,0 1 0 0 0,0 0-1 0 0,0 0 1 0 0,1 0-1 0 0,-1 0 1 0 0,0 0-1 0 0,3-1 1 0 0,-1 1 1 0 0,0 0 0 0 0,0 0-1 0 0,0 1 1 0 0,0-1 0 0 0,0 1 0 0 0,0 0 0 0 0,0 0-1 0 0,0 0 1 0 0,0 0 0 0 0,1 0 0 0 0,-1 1 0 0 0,0-1-1 0 0,0 1 1 0 0,4 1 0 0 0,-1 1-2 0 0,-1 0-1 0 0,1-1 1 0 0,-1 2-1 0 0,1-1 1 0 0,-1 1 0 0 0,8 7-1 0 0,0 2-24 0 0,0 0 1 0 0,-2 1-1 0 0,1 1 0 0 0,9 16 0 0 0,31 60 63 0 0,32 44-952 0 0,-72-119 441 0 0,0 0 0 0 0,2-2 0 0 0,0 1 0 0 0,0-1 0 0 0,1-1 0 0 0,18 11 0 0 0,-11-9-605 0 0,1-2 1 0 0,0-1-1 0 0,1-1 0 0 0,34 11 1 0 0,-30-13-2145 0 0,53 8 1 0 0,-16-9-2444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95 580 0 0,'-3'-1'2614'0'0,"-49"-31"9585"0"0,50 31-11682 0 0,3 0-462 0 0,-1 0 0 0 0,0 0-1 0 0,1 0 1 0 0,-1 0 0 0 0,0 0 0 0 0,1 0 0 0 0,0 0-1 0 0,-1 0 1 0 0,1 0 0 0 0,-1 0 0 0 0,1 1 0 0 0,0-1-1 0 0,0 0 1 0 0,-1 0 0 0 0,1 1 0 0 0,0-1 0 0 0,0 1-1 0 0,0-1 1 0 0,0 0 0 0 0,0 1 0 0 0,0 0-1 0 0,0-1 1 0 0,1 0 0 0 0,30-9 54 0 0,-23 8 33 0 0,24-6-251 0 0,56-8 1 0 0,-11 11-6821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5 520 0 0,'-24'17'2269'0'0,"-9"5"1216"0"0,-31 29 0 0 0,62-50-3261 0 0,0 1 1 0 0,1-1-1 0 0,-1 1 0 0 0,1 0 1 0 0,-1 0-1 0 0,1 0 1 0 0,0 0-1 0 0,0 0 0 0 0,0 0 1 0 0,0 0-1 0 0,-1 3 1 0 0,2-5-171 0 0,0 1 1 0 0,0 0 0 0 0,0 0-1 0 0,0-1 1 0 0,0 1 0 0 0,0 0 0 0 0,0-1-1 0 0,0 1 1 0 0,0 0 0 0 0,0 0-1 0 0,1-1 1 0 0,-1 1 0 0 0,0 0 0 0 0,1-1-1 0 0,-1 1 1 0 0,0-1 0 0 0,1 1-1 0 0,-1 0 1 0 0,1-1 0 0 0,-1 1 0 0 0,1-1-1 0 0,-1 1 1 0 0,1-1 0 0 0,-1 1-1 0 0,1-1 1 0 0,-1 0 0 0 0,1 1-1 0 0,0-1 1 0 0,-1 0 0 0 0,1 1 0 0 0,0-1-1 0 0,-1 0 1 0 0,1 0 0 0 0,0 1-1 0 0,-1-1 1 0 0,1 0 0 0 0,0 0 0 0 0,0 0-1 0 0,0 0 1 0 0,17 2 146 0 0,0-2 0 0 0,0 0 0 0 0,-1 0 0 0 0,1-2-1 0 0,0 0 1 0 0,18-5 0 0 0,-7 2-136 0 0,31-7-1382 0 0,90-30 1 0 0,-13-7-4817 0 0,-79 27 1192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7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42 448 0 0,'-12'-9'5621'0'0,"8"9"-5258"0"0,-1 0 1 0 0,1 0 0 0 0,0 0-1 0 0,-1 1 1 0 0,1 0 0 0 0,-1-1 0 0 0,1 1-1 0 0,0 1 1 0 0,-1-1 0 0 0,1 1-1 0 0,0 0 1 0 0,0 0 0 0 0,0 0 0 0 0,0 0-1 0 0,1 1 1 0 0,-1-1 0 0 0,1 1 0 0 0,-1 0-1 0 0,-4 6 1 0 0,-8 6 542 0 0,2 2 1 0 0,-22 30-1 0 0,18-20-124 0 0,1 1 0 0 0,1 0 0 0 0,2 1 0 0 0,1 1 0 0 0,-17 57 0 0 0,23-62-394 0 0,2 0 0 0 0,0 1-1 0 0,2-1 1 0 0,1 1 0 0 0,1 0-1 0 0,1 0 1 0 0,6 47 0 0 0,-5-70-243 0 0,-1 0 0 0 0,1 0 0 0 0,-1 0 0 0 0,1 0 1 0 0,0 0-1 0 0,0-1 0 0 0,1 1 0 0 0,-1 0 0 0 0,0-1 1 0 0,1 1-1 0 0,0-1 0 0 0,-1 1 0 0 0,1-1 0 0 0,0 0 1 0 0,0 0-1 0 0,0 0 0 0 0,1 0 0 0 0,-1 0 0 0 0,3 1 1 0 0,-2-1-49 0 0,0-1 0 0 0,0 0 0 0 0,1 0 0 0 0,-1 0 0 0 0,0 0 0 0 0,0-1 0 0 0,1 1 1 0 0,-1-1-1 0 0,1 0 0 0 0,-1 0 0 0 0,0 0 0 0 0,1 0 0 0 0,-1-1 0 0 0,0 1 0 0 0,0-1 0 0 0,6-2 1 0 0,6-2-2 0 0,0-1 0 0 0,-1-1 1 0 0,0 0-1 0 0,-1-1 1 0 0,1-1-1 0 0,-2 0 1 0 0,15-12-1 0 0,74-81 252 0 0,-95 95-331 0 0,13-14 139 0 0,-2 0 0 0 0,-1-1 1 0 0,21-38-1 0 0,-28 44 47 0 0,-2 0 0 0 0,0 0 1 0 0,0-1-1 0 0,-2 0 0 0 0,0 0 1 0 0,4-29-1 0 0,-8 38-170 0 0,-1-1 1 0 0,0 0-1 0 0,0 1 1 0 0,-1-1 0 0 0,0 1-1 0 0,-1-1 1 0 0,0 1-1 0 0,0-1 1 0 0,0 1-1 0 0,-1 0 1 0 0,-1 0-1 0 0,1 0 1 0 0,-1 1-1 0 0,-1-1 1 0 0,1 1-1 0 0,-1 0 1 0 0,0 0-1 0 0,-1 0 1 0 0,0 1-1 0 0,0 0 1 0 0,0 0 0 0 0,-1 1-1 0 0,0-1 1 0 0,-14-7-1 0 0,11 7-303 0 0,0 1 0 0 0,0 0 0 0 0,-1 0 1 0 0,1 2-1 0 0,-1-1 0 0 0,0 1 0 0 0,0 1 0 0 0,0 0 0 0 0,0 0 0 0 0,-1 1 0 0 0,1 0 0 0 0,0 1 1 0 0,0 1-1 0 0,-1 0 0 0 0,1 0 0 0 0,0 1 0 0 0,0 0 0 0 0,-17 7 0 0 0,17-4-550 0 0,0 0 1 0 0,0 0-1 0 0,1 2 0 0 0,0-1 0 0 0,0 1 1 0 0,0 1-1 0 0,-8 8 0 0 0,10-8-963 0 0,2-1 0 0 0,-1 1 0 0 0,1 0 0 0 0,0 1 0 0 0,-5 9 0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8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0 548 0 0,'-3'1'1462'0'0,"-32"20"3727"0"0,33-21-4641 0 0,2 4 666 0 0,-1-3-1182 0 0,1-1 1 0 0,0 0 0 0 0,0 1-1 0 0,0-1 1 0 0,0 0-1 0 0,-1 1 1 0 0,1-1 0 0 0,0 0-1 0 0,0 1 1 0 0,0-1-1 0 0,0 0 1 0 0,0 1 0 0 0,0-1-1 0 0,0 0 1 0 0,0 1-1 0 0,0-1 1 0 0,0 1 0 0 0,0-1-1 0 0,0 0 1 0 0,1 1 0 0 0,-1-1-1 0 0,0 0 1 0 0,0 1-1 0 0,0-1 1 0 0,0 0 0 0 0,0 0-1 0 0,1 1 1 0 0,-1-1-1 0 0,0 0 1 0 0,0 1 0 0 0,0-1-1 0 0,1 0 1 0 0,-1 0-1 0 0,0 1 1 0 0,1-1 0 0 0,-1 0-1 0 0,0 0 1 0 0,0 0 0 0 0,1 0-1 0 0,-1 1 1 0 0,0-1-1 0 0,1 0 1 0 0,9 4 130 0 0,0-1-1 0 0,0-1 1 0 0,0 1 0 0 0,0-2 0 0 0,0 1-1 0 0,13-1 1 0 0,68-2 78 0 0,-62 0-183 0 0,52 0-1100 0 0,-28 3-3514 0 0,-33-1 757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8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31 1744 0 0,'-7'5'611'0'0,"2"-2"-180"0"0,0 0 0 0 0,1 1 0 0 0,-1-1-1 0 0,1 1 1 0 0,0 0 0 0 0,0 0 0 0 0,1 0 0 0 0,-1 0-1 0 0,1 1 1 0 0,0 0 0 0 0,0 0 0 0 0,0-1-1 0 0,1 1 1 0 0,-4 9 0 0 0,6-12-376 0 0,0-1 0 0 0,0 0 1 0 0,0 0-1 0 0,0 0 0 0 0,0 1 1 0 0,0-1-1 0 0,0 0 0 0 0,1 0 0 0 0,-1 0 1 0 0,0 0-1 0 0,1 0 0 0 0,-1 1 0 0 0,1-1 1 0 0,-1 0-1 0 0,1 0 0 0 0,0 0 1 0 0,-1 0-1 0 0,1 0 0 0 0,0-1 0 0 0,0 1 1 0 0,-1 0-1 0 0,1 0 0 0 0,0 0 1 0 0,0-1-1 0 0,0 1 0 0 0,0 0 0 0 0,0-1 1 0 0,0 1-1 0 0,0-1 0 0 0,0 1 1 0 0,1-1-1 0 0,-1 1 0 0 0,1-1 0 0 0,4 2 86 0 0,0 0 0 0 0,-1-1-1 0 0,1 0 1 0 0,10 1 0 0 0,6-2 0 0 0,0-1 1 0 0,0-1 0 0 0,-1 0 0 0 0,1-2-1 0 0,37-11 1 0 0,100-47-1768 0 0,-140 53-586 0 0,32-21-1 0 0,-18 9-1582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09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20 184 0 0,'-20'-14'4671'0'0,"18"12"-3766"0"0,-6-2 2050 0 0,64 66 871 0 0,-34-40-3042 0 0,35 49 0 0 0,-36-38-629 0 0,-2 0 0 0 0,-1 1 0 0 0,-1 1 0 0 0,-3 1 0 0 0,0 0 0 0 0,-3 1-1 0 0,13 66 1 0 0,-17-56-97 0 0,-3 1-1 0 0,-1-1 0 0 0,-3 0 1 0 0,-1 1-1 0 0,-16 92 0 0 0,0-58-122 0 0,-35 107 0 0 0,-18-17-4869 0 0,47-131 1445 0 0,0-7-1246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54 562 1420 0 0,'-54'-2'8900'0'0,"56"1"-8811"0"0,-1 0 0 0 0,1-1-1 0 0,0 1 1 0 0,-1 0 0 0 0,1 0-1 0 0,0 0 1 0 0,-1 0 0 0 0,1 0-1 0 0,4-1 1 0 0,-2 0 72 0 0,34-20 421 0 0,62-46 0 0 0,-74 49-453 0 0,13-9 25 0 0,-1-2 0 0 0,63-64 0 0 0,-88 79-136 0 0,0 0 1 0 0,-2-1-1 0 0,1-1 0 0 0,-2 1 0 0 0,0-1 0 0 0,-2-1 1 0 0,1 0-1 0 0,-2 0 0 0 0,9-35 0 0 0,-16 51-25 0 0,3-8-23 0 0,-1 1-1 0 0,0-1 1 0 0,-1 1-1 0 0,0-1 1 0 0,0 1-1 0 0,-2-12 1 0 0,1 19-6 0 0,-9 8 76 0 0,5 1-30 0 0,0-1 0 0 0,1 1 1 0 0,0-1-1 0 0,0 1 1 0 0,1 0-1 0 0,0 0 1 0 0,0 1-1 0 0,-2 12 1 0 0,0 1-7 0 0,-61 287-12 0 0,7-25 209 0 0,-23-5 57 0 0,77-267-118 0 0,-1-1 0 0 0,0 1 1 0 0,0-1-1 0 0,-1 1 0 0 0,-7 9 0 0 0,12-20-131 0 0,1 1 0 0 0,-1-1 0 0 0,1 1 0 0 0,0 0 0 0 0,-1-1 0 0 0,1 1 0 0 0,-1-1 0 0 0,1 1 0 0 0,-1-1 0 0 0,1 1 0 0 0,-1-1 0 0 0,0 0 0 0 0,1 1 0 0 0,-1-1 0 0 0,0 0 0 0 0,1 1 0 0 0,-1-1 0 0 0,0 0 0 0 0,1 0 0 0 0,-1 1 0 0 0,0-1 0 0 0,1 0 0 0 0,-1 0 0 0 0,0 0 0 0 0,0 0 0 0 0,1 0 0 0 0,-1 0 0 0 0,0 0 0 0 0,0 0 0 0 0,1-1 0 0 0,-1 1 0 0 0,0 0 0 0 0,1 0 0 0 0,-1-1 0 0 0,0 1 0 0 0,1 0 0 0 0,-1-1 0 0 0,0 1 0 0 0,1 0 0 0 0,-1-1 0 0 0,1 1 0 0 0,-1-1 0 0 0,1 1 0 0 0,-1-1 0 0 0,1 1 0 0 0,-1-1 0 0 0,1 1 0 0 0,0-1 0 0 0,-1 0 0 0 0,1 1 0 0 0,0-1 0 0 0,-1 0 0 0 0,1 0 0 0 0,-3-4 5 0 0,1 1 0 0 0,0-1 0 0 0,0 1 0 0 0,1-1 0 0 0,-1 0 0 0 0,0-5 0 0 0,1-6-4 0 0,0 1 0 0 0,1-1 0 0 0,1 0 1 0 0,1 1-1 0 0,0-1 0 0 0,1 1 0 0 0,0 0 1 0 0,10-24-1 0 0,0 3-5 0 0,3 0 1 0 0,25-44-1 0 0,-22 50 17 0 0,0 0 0 0 0,2 1 0 0 0,1 1 0 0 0,44-43 0 0 0,-53 59-16 0 0,1 0 0 0 0,0 0 0 0 0,1 1 0 0 0,1 1 0 0 0,-1 0 0 0 0,2 1-1 0 0,-1 1 1 0 0,1 1 0 0 0,0 0 0 0 0,33-7 0 0 0,-46 13-11 0 0,1 0 1 0 0,-1 0-1 0 0,0 1 0 0 0,1 0 0 0 0,-1 0 1 0 0,0 0-1 0 0,1 0 0 0 0,-1 1 1 0 0,1 0-1 0 0,-1 0 0 0 0,0 0 0 0 0,0 0 1 0 0,0 1-1 0 0,0 0 0 0 0,0-1 1 0 0,0 2-1 0 0,4 1 0 0 0,-6-2 4 0 0,0 0 0 0 0,0 0 0 0 0,0 0 0 0 0,0 0 0 0 0,-1 0 0 0 0,1 1 0 0 0,-1-1 0 0 0,1 1 0 0 0,-1-1 0 0 0,0 1-1 0 0,0-1 1 0 0,0 1 0 0 0,0-1 0 0 0,0 1 0 0 0,-1 0 0 0 0,1 0 0 0 0,-1-1 0 0 0,0 1 0 0 0,0 0 0 0 0,0 0 0 0 0,0-1 0 0 0,0 1 0 0 0,-1 0 0 0 0,1 0 0 0 0,-1-1 0 0 0,0 1-1 0 0,-1 4 1 0 0,-3 5 2 0 0,0 1-1 0 0,-1-1 0 0 0,-1 1 0 0 0,0-2 1 0 0,-1 1-1 0 0,0-1 0 0 0,0 0 0 0 0,-17 16 0 0 0,13-15 5 0 0,-1-1-1 0 0,0-1 0 0 0,0 0 0 0 0,-1 0 0 0 0,-1-1 1 0 0,-26 12-1 0 0,34-18 3 0 0,5-2-5 0 0,0 0-1 0 0,-1 0 0 0 0,1 0 1 0 0,-1-1-1 0 0,1 1 1 0 0,-1 0-1 0 0,1-1 0 0 0,-4 0 1 0 0,-23 1 10 0 0,23-4-11 0 0,2 0 0 0 0,1 2-2 0 0,0 0-1 0 0,0 0 1 0 0,0 0-1 0 0,0-1 1 0 0,1 0-1 0 0,-1 1 0 0 0,1-1 1 0 0,-1 0-1 0 0,1 0 1 0 0,0 0-1 0 0,0-1 0 0 0,0 1 1 0 0,0-1-1 0 0,0 1 1 0 0,0-1-1 0 0,1 1 1 0 0,-1-1-1 0 0,1 0 0 0 0,0 0 1 0 0,-1 0-1 0 0,0-5 1 0 0,2 8 0 0 0,0-1 1 0 0,1 1-1 0 0,-1-1 1 0 0,0 1 0 0 0,0-1-1 0 0,0 1 1 0 0,1-1-1 0 0,-1 1 1 0 0,0 0-1 0 0,1-1 1 0 0,-1 1 0 0 0,0-1-1 0 0,1 1 1 0 0,-1 0-1 0 0,0-1 1 0 0,1 1 0 0 0,-1 0-1 0 0,1 0 1 0 0,-1-1-1 0 0,1 1 1 0 0,-1 0-1 0 0,1 0 1 0 0,-1 0 0 0 0,0-1-1 0 0,1 1 1 0 0,-1 0-1 0 0,1 0 1 0 0,0 0-1 0 0,16 0 5 0 0,-7 3 38 0 0,-1 0 1 0 0,0 1-1 0 0,0 0 1 0 0,0 0-1 0 0,-1 1 0 0 0,0 0 1 0 0,0 1-1 0 0,0 0 0 0 0,0 0 1 0 0,-1 1-1 0 0,9 10 0 0 0,10 13 208 0 0,32 47 0 0 0,-51-66-257 0 0,17 24 22 0 0,38 51 193 0 0,-52-74-316 0 0,1-1-1 0 0,0 0 0 0 0,0 0 0 0 0,22 15 0 0 0,-26-22-322 0 0,0 0-1 0 0,-1-1 1 0 0,1 0 0 0 0,1 0-1 0 0,-1-1 1 0 0,0 1 0 0 0,11 0-1 0 0,29 1-4839 0 0,-15-7 463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0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71 2308 0 0,'0'-5'528'0'0,"0"1"36"0"0,0 0 1 0 0,-1-1 0 0 0,1 1-1 0 0,-1-1 1 0 0,0 1-1 0 0,0 0 1 0 0,0 0 0 0 0,-1-1-1 0 0,1 1 1 0 0,-1 0 0 0 0,0 0-1 0 0,0 1 1 0 0,-4-6-1 0 0,4 7 157 0 0,-2 3-23 0 0,0 0-516 0 0,0 1 0 0 0,0-1 0 0 0,0 1-1 0 0,0 0 1 0 0,0 0 0 0 0,1 0 0 0 0,-1 1 0 0 0,1-1 0 0 0,0 1 0 0 0,-1 0-1 0 0,1 0 1 0 0,0 0 0 0 0,1 0 0 0 0,-6 8 0 0 0,-9 14 492 0 0,2 1 1 0 0,0 1-1 0 0,-20 53 0 0 0,-21 91 317 0 0,-17 116-245 0 0,60-225-647 0 0,4 2 0 0 0,-3 103-1 0 0,12-150-342 0 0,1 1-1 0 0,0-1 1 0 0,7 30-1 0 0,-7-41-247 0 0,1 0 0 0 0,0-1 0 0 0,1 1 0 0 0,-1 0 0 0 0,7 10 0 0 0,-6-13-202 0 0,-1 0-1 0 0,1 0 0 0 0,0 0 1 0 0,-1 0-1 0 0,1 0 0 0 0,1-1 1 0 0,-1 1-1 0 0,0-1 0 0 0,1 0 1 0 0,3 2-1 0 0,10 2-4947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57 148 488 0 0,'-7'-7'1046'0'0,"0"0"-1"0"0,0-1 1 0 0,1 0 0 0 0,0 0 0 0 0,0 0-1 0 0,-6-15 1 0 0,11 21-967 0 0,0 0 0 0 0,0 0 0 0 0,0 0 0 0 0,1 0-1 0 0,-1 0 1 0 0,1 0 0 0 0,0 0 0 0 0,-1 0 0 0 0,1 0 0 0 0,0 0 0 0 0,0 0 0 0 0,0 0 0 0 0,1 0-1 0 0,-1 0 1 0 0,0 0 0 0 0,1 0 0 0 0,-1 0 0 0 0,1 0 0 0 0,0 0 0 0 0,0 0 0 0 0,-1 0 0 0 0,1 0 0 0 0,1 1-1 0 0,-1-1 1 0 0,0 0 0 0 0,0 1 0 0 0,1-1 0 0 0,-1 0 0 0 0,0 1 0 0 0,1 0 0 0 0,0-1 0 0 0,-1 1-1 0 0,1 0 1 0 0,0 0 0 0 0,0 0 0 0 0,-1 0 0 0 0,1 0 0 0 0,0 0 0 0 0,2 0 0 0 0,4-1 62 0 0,0-1 0 0 0,0 2 0 0 0,0-1 0 0 0,0 1 0 0 0,0 0 0 0 0,0 1 1 0 0,0 0-1 0 0,1 0 0 0 0,-1 0 0 0 0,0 1 0 0 0,0 1 0 0 0,0-1 0 0 0,15 6 0 0 0,-11-3-66 0 0,1 1 0 0 0,-1 0-1 0 0,0 1 1 0 0,-1 0 0 0 0,1 1-1 0 0,-1 0 1 0 0,19 17 0 0 0,-24-18-41 0 0,-1-1 0 0 0,0 1 0 0 0,0 0 0 0 0,-1 0 1 0 0,1 0-1 0 0,-1 1 0 0 0,-1 0 0 0 0,1 0 0 0 0,-1-1 1 0 0,-1 2-1 0 0,1-1 0 0 0,-1 0 0 0 0,2 14 0 0 0,-3-10-2 0 0,0-1-1 0 0,-1 1 0 0 0,-1-1 0 0 0,0 1 0 0 0,0-1 0 0 0,-1 1 0 0 0,0-1 0 0 0,-1 0 0 0 0,-4 11 0 0 0,-3 2-28 0 0,-1 0 0 0 0,-1-1 0 0 0,0 0 0 0 0,-2-1 0 0 0,-1 0 0 0 0,-1-1-1 0 0,-27 27 1 0 0,30-33 20 0 0,0-1-1 0 0,0-1 0 0 0,-2 0 0 0 0,1-1 1 0 0,-1-1-1 0 0,-19 10 0 0 0,33-19-8 0 0,-1 0-1 0 0,1-1 0 0 0,0 1 1 0 0,-1-1-1 0 0,1 1 0 0 0,0-1 1 0 0,-1 0-1 0 0,1 0 1 0 0,0 1-1 0 0,-1-1 0 0 0,1 0 1 0 0,-1 0-1 0 0,1 0 0 0 0,0-1 1 0 0,-1 1-1 0 0,1 0 0 0 0,-1 0 1 0 0,1-1-1 0 0,0 1 1 0 0,-1-1-1 0 0,1 1 0 0 0,0-1 1 0 0,0 1-1 0 0,-2-2 0 0 0,2 1-10 0 0,1 1-1 0 0,0-1 1 0 0,0 1-1 0 0,0 0 1 0 0,-1-1-1 0 0,1 1 1 0 0,0-1-1 0 0,0 1 0 0 0,0-1 1 0 0,0 1-1 0 0,0-1 1 0 0,0 1-1 0 0,0-1 1 0 0,0 1-1 0 0,0 0 1 0 0,0-1-1 0 0,0 1 1 0 0,0-1-1 0 0,0 1 0 0 0,0-1 1 0 0,1 1-1 0 0,-1-1 1 0 0,0 1-1 0 0,0 0 1 0 0,0-1-1 0 0,1 1 1 0 0,-1-1-1 0 0,0 1 1 0 0,0 0-1 0 0,1-1 0 0 0,-1 1 1 0 0,0 0-1 0 0,1-1 1 0 0,-1 1-1 0 0,0 0 1 0 0,1-1-1 0 0,13-10 18 0 0,-3 6 22 0 0,-1 1 0 0 0,1 1 0 0 0,0-1 0 0 0,0 2 0 0 0,0 0-1 0 0,0 0 1 0 0,1 1 0 0 0,-1 0 0 0 0,0 1 0 0 0,22 2 0 0 0,8 4-104 0 0,68 19 1 0 0,-27-5-1094 0 0,-59-15-1214 0 0,1-1 1 0 0,35 0-1 0 0,-33-5-2254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1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62 461 2196 0 0,'0'-18'2829'0'0,"2"-38"6595"0"0,2 53-8802 0 0,-4 3-565 0 0,0 0 0 0 0,0-1-1 0 0,0 1 1 0 0,0 0 0 0 0,0 0 0 0 0,1-1 0 0 0,-1 1 0 0 0,0 0-1 0 0,0 0 1 0 0,0-1 0 0 0,1 1 0 0 0,-1 0 0 0 0,0 0 0 0 0,0 0 0 0 0,1-1-1 0 0,-1 1 1 0 0,0 0 0 0 0,1 0 0 0 0,-1 0 0 0 0,0 0 0 0 0,0 0-1 0 0,1 0 1 0 0,-1 0 0 0 0,0 0 0 0 0,1 0 0 0 0,-1 0 0 0 0,0 0 0 0 0,1 0-1 0 0,-1 0 1 0 0,17-3 179 0 0,-1 0-1 0 0,0 0 1 0 0,0-2-1 0 0,0 0 1 0 0,0 0-1 0 0,-1-2 1 0 0,0 0-1 0 0,-1 0 1 0 0,1-2-1 0 0,15-11 1 0 0,-20 12-230 0 0,0 0 0 0 0,0 0 0 0 0,-1-1 1 0 0,0 0-1 0 0,0-1 0 0 0,-1 0 1 0 0,-1 0-1 0 0,1-1 0 0 0,-2 0 0 0 0,0 0 1 0 0,0-1-1 0 0,-1 1 0 0 0,7-24 0 0 0,-11 33-8 0 0,11-64 19 0 0,-11 61-28 0 0,-1 0 1 0 0,0 0 0 0 0,0-1-1 0 0,0 1 1 0 0,-1 0 0 0 0,1 0-1 0 0,-1 0 1 0 0,-1 0 0 0 0,1 0-1 0 0,-4-7 1 0 0,5 11 6 0 0,0 0-1 0 0,0 1 1 0 0,-1-1-1 0 0,1 1 1 0 0,0-1-1 0 0,-1 0 1 0 0,1 1-1 0 0,0-1 1 0 0,-1 1-1 0 0,1-1 1 0 0,-1 1 0 0 0,1-1-1 0 0,-1 1 1 0 0,1-1-1 0 0,-1 1 1 0 0,0 0-1 0 0,1-1 1 0 0,-1 1-1 0 0,1 0 1 0 0,-1 0-1 0 0,0-1 1 0 0,1 1-1 0 0,-1 0 1 0 0,0 0-1 0 0,1 0 1 0 0,-1 0 0 0 0,-1 0-1 0 0,1 0 1 0 0,-1 0-1 0 0,1 1 1 0 0,0-1-1 0 0,-1 1 1 0 0,1-1-1 0 0,0 1 1 0 0,0 0-1 0 0,0-1 1 0 0,-1 1-1 0 0,1 0 1 0 0,0 0-1 0 0,-1 2 1 0 0,-3 2-4 0 0,0 1 0 0 0,0 0 0 0 0,1 1 1 0 0,-4 6-1 0 0,-29 65 74 0 0,-51 159 0 0 0,63-162 67 0 0,-122 363 496 0 0,140-425-132 0 0,7-12-487 0 0,-1-1 0 0 0,1 0 1 0 0,0 0-1 0 0,0 0 1 0 0,0 0-1 0 0,0 0 0 0 0,-1 0 1 0 0,1 0-1 0 0,0 0 1 0 0,0 1-1 0 0,0-1 0 0 0,-1 0 1 0 0,1 0-1 0 0,0 0 0 0 0,0 0 1 0 0,-1 0-1 0 0,1 0 1 0 0,0 0-1 0 0,0 0 0 0 0,0 0 1 0 0,-1 0-1 0 0,1-1 1 0 0,0 1-1 0 0,0 0 0 0 0,0 0 1 0 0,-1 0-1 0 0,1 0 1 0 0,0 0-1 0 0,0 0 0 0 0,0 0 1 0 0,0 0-1 0 0,-1 0 1 0 0,1-1-1 0 0,-1 0 3 0 0,0 0 0 0 0,0-1 0 0 0,0 1 0 0 0,1 0 0 0 0,-1-1 0 0 0,0 1 0 0 0,1-1 0 0 0,-1 1 0 0 0,1-1 0 0 0,0 1 0 0 0,-1-1 0 0 0,1-2 0 0 0,-1-12-26 0 0,1 0 1 0 0,1 0-1 0 0,0 0 0 0 0,1-1 0 0 0,1 1 1 0 0,0 1-1 0 0,8-22 0 0 0,-1 9-53 0 0,1 1 0 0 0,1 0 0 0 0,17-27 0 0 0,-19 38 49 0 0,1 0 0 0 0,1 0 1 0 0,0 1-1 0 0,2 0 0 0 0,-1 2 0 0 0,1-1 0 0 0,24-16 1 0 0,-27 22 7 0 0,0 1-1 0 0,0 1 1 0 0,1 0 0 0 0,0 0 0 0 0,0 1 0 0 0,0 0 0 0 0,0 1 0 0 0,1 1 0 0 0,0 0 0 0 0,0 1 0 0 0,-1 0 0 0 0,15 0 0 0 0,-22 2 8 0 0,-1 0 0 0 0,0 0 0 0 0,0 1 0 0 0,0-1 0 0 0,0 1 0 0 0,0 0 0 0 0,0 0 0 0 0,0 0 0 0 0,0 1-1 0 0,0-1 1 0 0,0 1 0 0 0,0 0 0 0 0,-1 0 0 0 0,1 0 0 0 0,-1 1 0 0 0,6 4 0 0 0,-7-5 1 0 0,-1 0-1 0 0,1 1 1 0 0,0-1 0 0 0,-1 1-1 0 0,0 0 1 0 0,1-1 0 0 0,-1 1-1 0 0,0 0 1 0 0,-1 0 0 0 0,1-1-1 0 0,0 1 1 0 0,-1 0 0 0 0,1 0-1 0 0,-1 0 1 0 0,0 0-1 0 0,0 0 1 0 0,0 0 0 0 0,-1 0-1 0 0,1 0 1 0 0,-1-1 0 0 0,1 1-1 0 0,-1 0 1 0 0,0 0 0 0 0,-1 3-1 0 0,-2 2 5 0 0,0 0-1 0 0,0 0 1 0 0,0 0-1 0 0,-1-1 1 0 0,0 1-1 0 0,0-1 1 0 0,-1 0-1 0 0,0-1 1 0 0,0 1-1 0 0,-1-1 1 0 0,-14 10-1 0 0,12-10 44 0 0,-1 0 1 0 0,0 0-1 0 0,0-1 0 0 0,-1 0 1 0 0,1-1-1 0 0,-1 0 1 0 0,0-1-1 0 0,-19 4 0 0 0,26-7-63 0 0,0 1 0 0 0,1-1 0 0 0,-1 0-1 0 0,0 0 1 0 0,0 0 0 0 0,0-1 0 0 0,0 1 0 0 0,1-1-1 0 0,-1 0 1 0 0,0 0 0 0 0,1 0 0 0 0,-4-2-1 0 0,5 2 1 0 0,0 0 0 0 0,0 0-1 0 0,0 0 1 0 0,0-1 0 0 0,1 1-1 0 0,-1 0 1 0 0,1-1 0 0 0,-1 0 0 0 0,1 1-1 0 0,-1-1 1 0 0,1 0 0 0 0,0 1-1 0 0,0-1 1 0 0,0 0 0 0 0,0 0-1 0 0,0 0 1 0 0,-1-4 0 0 0,2 4 8 0 0,1 0 0 0 0,-1 0 0 0 0,0 0 0 0 0,1 0 0 0 0,0 0 0 0 0,-1 0 0 0 0,1 0 0 0 0,0 0 1 0 0,0 0-1 0 0,0 1 0 0 0,0-1 0 0 0,0 0 0 0 0,1 1 0 0 0,-1-1 0 0 0,0 0 0 0 0,1 1 1 0 0,-1 0-1 0 0,1-1 0 0 0,-1 1 0 0 0,1 0 0 0 0,3-2 0 0 0,-1 2 6 0 0,0 0 0 0 0,-1 0 0 0 0,1 0 0 0 0,0 1 0 0 0,-1-1 0 0 0,1 1-1 0 0,0 0 1 0 0,0 0 0 0 0,0 1 0 0 0,-1-1 0 0 0,1 1 0 0 0,0-1 0 0 0,-1 1 0 0 0,1 1-1 0 0,6 2 1 0 0,-3-1 26 0 0,-1 1 0 0 0,0 0 0 0 0,0 0 0 0 0,-1 0-1 0 0,1 1 1 0 0,-1 0 0 0 0,9 10 0 0 0,1 6 61 0 0,-1 0 0 0 0,0 0 1 0 0,17 41-1 0 0,-25-49-252 0 0,1 0-1 0 0,0 0 1 0 0,12 16-1 0 0,-14-24-207 0 0,0 0-1 0 0,-1 0 0 0 0,2 0 1 0 0,-1-1-1 0 0,0 0 1 0 0,1 0-1 0 0,0 0 1 0 0,0-1-1 0 0,9 5 0 0 0,-4-3-1003 0 0,1-1-1 0 0,-1 0 0 0 0,1-1 0 0 0,0 0 1 0 0,21 1-1 0 0,1-2-4201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2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83 980 0 0,'-3'0'3844'0'0,"-4"-1"-2829"0"0,-22 0 9681 0 0,20 1-7909 0 0,10 1-2670 0 0,-1-1 1 0 0,1 1 0 0 0,0-1-1 0 0,-1 1 1 0 0,1-1-1 0 0,0 0 1 0 0,-1 1 0 0 0,1-1-1 0 0,0 0 1 0 0,0 1-1 0 0,0-1 1 0 0,-1 0 0 0 0,1 0-1 0 0,0 0 1 0 0,0 0-1 0 0,0 0 1 0 0,0 0 0 0 0,1 0-1 0 0,11 0 427 0 0,31-2-169 0 0,0-3 1 0 0,0-1-1 0 0,77-23 0 0 0,-58 13-2963 0 0,-32 9-106 0 0,28-7-7095 0 0,-39 7 3663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409 132 1992 0 0,'1'-3'675'0'0,"1"0"-1"0"0,-1 0 1 0 0,0 0 0 0 0,0-1-1 0 0,0 1 1 0 0,-1 0 0 0 0,1-1-1 0 0,-1 1 1 0 0,1 0 0 0 0,-1-1-1 0 0,0 1 1 0 0,0 0-1 0 0,-1-1 1 0 0,-1-5 0 0 0,1 5-316 0 0,0 0 1 0 0,-1 0-1 0 0,1 1 1 0 0,-1-1-1 0 0,0 1 1 0 0,0-1-1 0 0,0 1 1 0 0,-1 0 0 0 0,1 0-1 0 0,-1 0 1 0 0,-4-4-1 0 0,3 4-250 0 0,0-1 0 0 0,0 1 0 0 0,-1 0 0 0 0,0 0 0 0 0,1 1 0 0 0,-1-1 0 0 0,0 1 0 0 0,0 0 0 0 0,0 1 0 0 0,-1-1 0 0 0,1 1 1 0 0,0 0-1 0 0,-1 0 0 0 0,1 1 0 0 0,0-1 0 0 0,-1 1 0 0 0,1 0 0 0 0,-8 2 0 0 0,1 1-55 0 0,0 0 0 0 0,0 2 0 0 0,1-1 1 0 0,0 2-1 0 0,0-1 0 0 0,0 1 0 0 0,0 1 1 0 0,1 0-1 0 0,0 1 0 0 0,-13 13 0 0 0,3-1 52 0 0,0 1-1 0 0,2 1 1 0 0,-23 35-1 0 0,31-41-62 0 0,1-1 0 0 0,-10 25-1 0 0,17-34-28 0 0,-1 0-1 0 0,1 0 1 0 0,1 0-1 0 0,-1 0 1 0 0,1 0-1 0 0,0 1 1 0 0,0-1 0 0 0,1 0-1 0 0,0 1 1 0 0,1 8-1 0 0,-1-13-6 0 0,1 1-1 0 0,0 0 1 0 0,0 0-1 0 0,0-1 1 0 0,0 1 0 0 0,1 0-1 0 0,-1-1 1 0 0,1 1-1 0 0,-1-1 1 0 0,1 0-1 0 0,0 0 1 0 0,0 1 0 0 0,0-1-1 0 0,0 0 1 0 0,0-1-1 0 0,0 1 1 0 0,1 0-1 0 0,-1-1 1 0 0,1 1 0 0 0,-1-1-1 0 0,1 0 1 0 0,-1 1-1 0 0,1-1 1 0 0,0-1-1 0 0,0 1 1 0 0,0 0 0 0 0,-1-1-1 0 0,1 1 1 0 0,0-1-1 0 0,0 0 1 0 0,0 0 0 0 0,4 0-1 0 0,4-1-22 0 0,0 0-1 0 0,0 0 0 0 0,0-1 1 0 0,0 0-1 0 0,0-1 1 0 0,-1 0-1 0 0,13-6 1 0 0,-11 3 16 0 0,-1 0 0 0 0,1 0 0 0 0,-1-2-1 0 0,0 1 1 0 0,0-1 0 0 0,-1-1 0 0 0,12-13 0 0 0,-4 2 16 0 0,-1-1-1 0 0,22-37 1 0 0,-24 36 5 0 0,16-30 3 0 0,-31 52-17 0 0,0-1-1 0 0,0 1 1 0 0,0 0-1 0 0,0-1 1 0 0,0 1-1 0 0,0 0 1 0 0,0 0-1 0 0,0-1 1 0 0,0 1-1 0 0,0 0 1 0 0,0-1-1 0 0,1 1 1 0 0,-1 0-1 0 0,0 0 1 0 0,0-1-1 0 0,0 1 1 0 0,0 0-1 0 0,1 0 1 0 0,-1-1-1 0 0,0 1 1 0 0,0 0-1 0 0,1 0 1 0 0,-1 0-1 0 0,0 0 1 0 0,0-1-1 0 0,1 1 1 0 0,-1 0-1 0 0,0 0 1 0 0,0 0-1 0 0,1 0 1 0 0,-1 0-1 0 0,0 0 1 0 0,1 0-1 0 0,-1 0 1 0 0,0 0-1 0 0,1-1 1 0 0,-1 1-1 0 0,1 1 1 0 0,2 12 420 0 0,-3 20 377 0 0,-32 145 847 0 0,19-120-1512 0 0,-9 107 0 0 0,22-157-336 0 0,0 37-1048 0 0,0-43 857 0 0,1 1 0 0 0,-1-1 0 0 0,0 1 0 0 0,1-1 0 0 0,0 1-1 0 0,0-1 1 0 0,0 1 0 0 0,0-1 0 0 0,0 1 0 0 0,0-1 0 0 0,0 0 0 0 0,1 0 0 0 0,2 3 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2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71 452 0 0,'0'-5'1001'0'0,"1"-1"-1"0"0,0 1 1 0 0,1 0-1 0 0,-1-1 1 0 0,1 1-1 0 0,0 0 1 0 0,0 0-1 0 0,1 0 1 0 0,-1 1 0 0 0,1-1-1 0 0,0 1 1 0 0,6-7-1 0 0,-8 11-782 0 0,1 0 0 0 0,-1 1 0 0 0,1-1 0 0 0,-1 0 0 0 0,1 1-1 0 0,-1-1 1 0 0,0 1 0 0 0,1 0 0 0 0,-1-1 0 0 0,1 1 0 0 0,-1 0-1 0 0,0 0 1 0 0,0 0 0 0 0,0 0 0 0 0,2 1 0 0 0,4 6 292 0 0,1 0-1 0 0,-1 0 1 0 0,-1 1 0 0 0,0 0-1 0 0,0 0 1 0 0,-1 1 0 0 0,0-1 0 0 0,-1 1-1 0 0,6 18 1 0 0,1 10 191 0 0,7 49-1 0 0,-16-78-567 0 0,7 49 151 0 0,-3 0-1 0 0,-2 0 0 0 0,-3 1 1 0 0,-2-1-1 0 0,-3 1 1 0 0,-15 74-1 0 0,9-81-723 0 0,-3 0-1 0 0,-2-1 1 0 0,-3-1 0 0 0,-1-1-1 0 0,-3 0 1 0 0,-1-2 0 0 0,-35 51-1 0 0,15-42-3817 0 0,11-25-2348 0 0,7-11-2163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73 1100 0 0,'-90'-19'11305'0'0,"82"17"-9302"0"0,8 1-1954 0 0,0 1-1 0 0,1-1 1 0 0,-1 0 0 0 0,1 0-1 0 0,-1 0 1 0 0,1 1 0 0 0,-1-1-1 0 0,1 0 1 0 0,0 1 0 0 0,-1-1-1 0 0,1 0 1 0 0,0 1-1 0 0,-1-1 1 0 0,1 1 0 0 0,0-1-1 0 0,0 1 1 0 0,0-1 0 0 0,-1 1-1 0 0,1 0 1 0 0,0-1 0 0 0,0 1-1 0 0,0 0 1 0 0,1-1 0 0 0,27-6 277 0 0,-22 6-193 0 0,33-9-94 0 0,50-4 1 0 0,-46 10-2508 0 0,-2 3-3557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3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22 1604 0 0,'-63'38'8264'0'0,"62"-38"-8203"0"0,1 0 0 0 0,0 0 1 0 0,-1 0-1 0 0,1 1 0 0 0,0-1 1 0 0,0 0-1 0 0,-1 0 0 0 0,1 0 1 0 0,0 0-1 0 0,0 1 0 0 0,-1-1 1 0 0,1 0-1 0 0,0 0 1 0 0,0 0-1 0 0,-1 1 0 0 0,1-1 1 0 0,0 0-1 0 0,0 1 0 0 0,0-1 1 0 0,0 0-1 0 0,0 0 0 0 0,0 1 1 0 0,-1-1-1 0 0,1 0 0 0 0,0 1 1 0 0,0-1-1 0 0,0 0 1 0 0,0 0-1 0 0,0 1 0 0 0,0-1 1 0 0,0 0-1 0 0,0 1 0 0 0,0-1 1 0 0,0 1-1 0 0,1-1-9 0 0,-1 1 0 0 0,1-1 0 0 0,-1 0 0 0 0,1 1 1 0 0,-1-1-1 0 0,1 0 0 0 0,-1 1 0 0 0,1-1 0 0 0,-1 0 0 0 0,1 0 0 0 0,-1 1 0 0 0,1-1 0 0 0,-1 0 0 0 0,1 0 1 0 0,0 0-1 0 0,-1 0 0 0 0,1 0 0 0 0,-1 0 0 0 0,1 0 0 0 0,1 0 0 0 0,27-1-182 0 0,1-2 1 0 0,-1-1-1 0 0,45-12 0 0 0,33-17-5903 0 0,-66 18 1880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430 169 1912 0 0,'-12'-17'2552'0'0,"-1"0"1"0"0,-1 1-1 0 0,0 1 0 0 0,-1 0 0 0 0,-1 1 1 0 0,-18-13-1 0 0,33 27-2505 0 0,0-1 0 0 0,0 0 1 0 0,1 1-1 0 0,-1-1 0 0 0,0 1 0 0 0,0-1 1 0 0,0 1-1 0 0,0-1 0 0 0,0 1 1 0 0,0 0-1 0 0,0-1 0 0 0,0 1 0 0 0,0 0 1 0 0,0 0-1 0 0,0 0 0 0 0,0-1 0 0 0,0 1 1 0 0,0 0-1 0 0,0 1 0 0 0,0-1 1 0 0,0 0-1 0 0,0 0 0 0 0,-2 1 0 0 0,1 0-33 0 0,1 1 1 0 0,-1-1-1 0 0,1 1 0 0 0,-1-1 0 0 0,1 1 0 0 0,-1 0 0 0 0,1 0 0 0 0,0 0 0 0 0,-2 2 0 0 0,-2 4 130 0 0,-15 26 430 0 0,2 0 0 0 0,-18 47 0 0 0,-21 77 450 0 0,45-122-865 0 0,-24 80 183 0 0,32-100-266 0 0,1 0 1 0 0,0 0 0 0 0,2 0 0 0 0,0 0-1 0 0,1 23 1 0 0,0-35-15 0 0,1-1 1 0 0,-1 1-1 0 0,1 0 0 0 0,0-1 0 0 0,-1 1 0 0 0,2-1 0 0 0,-1 1 0 0 0,0-1 1 0 0,1 1-1 0 0,-1-1 0 0 0,1 0 0 0 0,0 0 0 0 0,0 0 0 0 0,1 0 0 0 0,-1 0 1 0 0,0 0-1 0 0,1 0 0 0 0,0-1 0 0 0,-1 0 0 0 0,1 1 0 0 0,0-1 0 0 0,1 0 1 0 0,-1 0-1 0 0,0 0 0 0 0,0-1 0 0 0,1 1 0 0 0,-1-1 0 0 0,1 0 1 0 0,-1 0-1 0 0,1 0 0 0 0,0-1 0 0 0,-1 1 0 0 0,1-1 0 0 0,5 0 0 0 0,6 0 175 0 0,0-1-1 0 0,0 0 0 0 0,-1-1 0 0 0,1-1 0 0 0,-1 0 0 0 0,1-1 0 0 0,19-9 1 0 0,-10 2-65 0 0,-1 0 0 0 0,0-2 0 0 0,-1 0 1 0 0,-1-2-1 0 0,0 0 0 0 0,-1-2 1 0 0,-1 0-1 0 0,29-33 0 0 0,-28 27-140 0 0,-2-2 0 0 0,0 0 0 0 0,-1-1 0 0 0,-2 0-1 0 0,-1-1 1 0 0,22-58 0 0 0,-32 72-5 0 0,0 0-1 0 0,-1-1 0 0 0,0 1 1 0 0,-1-1-1 0 0,-1 0 1 0 0,0 1-1 0 0,-1-1 0 0 0,-2-18 1 0 0,2 25-23 0 0,-2 0 0 0 0,1 1 0 0 0,-1-1-1 0 0,0 1 1 0 0,0 0 0 0 0,-1 0 0 0 0,1-1 0 0 0,-2 2 0 0 0,1-1 0 0 0,0 0 0 0 0,-1 1 0 0 0,0-1 0 0 0,-1 1 0 0 0,1 0 0 0 0,-1 0 0 0 0,0 1-1 0 0,0 0 1 0 0,0 0 0 0 0,-7-5 0 0 0,-3 2-167 0 0,0-1 1 0 0,-1 2-1 0 0,0 0 0 0 0,1 1 0 0 0,-2 0 1 0 0,1 2-1 0 0,0 0 0 0 0,-1 0 0 0 0,0 2 1 0 0,1 0-1 0 0,-1 1 0 0 0,0 0 0 0 0,0 2 0 0 0,1 0 1 0 0,-26 6-1 0 0,13-1-1135 0 0,0 2 1 0 0,0 1-1 0 0,-26 13 1 0 0,21-6-4026 0 0,-58 37 1 0 0,44-20-4893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4116 0 0,'31'-3'11249'0'0,"-10"-1"-8560"0"0,-2 3-2861 0 0,-4 1-3529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31:23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9 232 0 0,'0'0'1083'0'0,"14"-4"2964"0"0,2 1-1859 0 0,-7 1-5658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86 828 1184 0 0,'0'0'4531'0'0,"-2"0"-3482"0"0,-1 0-758 0 0,0 0 1 0 0,0 0-1 0 0,0 0 0 0 0,0 1 1 0 0,1-1-1 0 0,-1 1 0 0 0,0 0 1 0 0,0 0-1 0 0,1 0 0 0 0,-1 0 1 0 0,0 0-1 0 0,1 1 0 0 0,-5 2 1 0 0,4-2-201 0 0,0 1 0 0 0,0-1 1 0 0,0 1-1 0 0,0 0 0 0 0,0-1 1 0 0,0 2-1 0 0,1-1 1 0 0,-1 0-1 0 0,1 0 0 0 0,0 1 1 0 0,0-1-1 0 0,0 1 0 0 0,0 0 1 0 0,1-1-1 0 0,-2 8 0 0 0,3-10-80 0 0,-1 0-1 0 0,1-1 0 0 0,0 1 0 0 0,0 0 1 0 0,0-1-1 0 0,0 1 0 0 0,0 0 0 0 0,0 0 1 0 0,1-1-1 0 0,-1 1 0 0 0,0 0 0 0 0,0-1 1 0 0,0 1-1 0 0,1 0 0 0 0,-1-1 0 0 0,0 1 1 0 0,1 0-1 0 0,-1-1 0 0 0,1 1 0 0 0,-1-1 0 0 0,1 1 1 0 0,-1-1-1 0 0,1 1 0 0 0,-1-1 0 0 0,1 1 1 0 0,-1-1-1 0 0,1 1 0 0 0,-1-1 0 0 0,1 0 1 0 0,0 1-1 0 0,-1-1 0 0 0,1 0 0 0 0,0 1 1 0 0,-1-1-1 0 0,1 0 0 0 0,0 0 0 0 0,0 0 1 0 0,-1 0-1 0 0,1 0 0 0 0,0 0 0 0 0,-1 0 0 0 0,1 0 1 0 0,0 0-1 0 0,1 0 0 0 0,28-6 287 0 0,-16-2-236 0 0,-1-1 1 0 0,0 0-1 0 0,0 0 0 0 0,0-1 0 0 0,-1-1 1 0 0,-1 0-1 0 0,15-17 0 0 0,-13 13-13 0 0,25-28-2 0 0,-2-2 0 0 0,-2-1 0 0 0,-2-2 0 0 0,33-64 0 0 0,79-217-226 0 0,-89 166 131 0 0,-47 148-101 0 0,-3 15 97 0 0,1 12 46 0 0,-5-11 1 0 0,1 9 21 0 0,0 1 1 0 0,0-1 0 0 0,-1 1 0 0 0,-1-1 0 0 0,1 1 0 0 0,-3 19 0 0 0,0 0 23 0 0,-7 137 173 0 0,-61 324 0 0 0,-14-125-6 0 0,56-271 12 0 0,-71 164 0 0 0,98-259-214 0 0,-20 41 579 0 0,19-37-518 0 0,0-1-1 0 0,0 0 1 0 0,0 0 0 0 0,-1 0-1 0 0,1-1 1 0 0,-1 1-1 0 0,1 0 1 0 0,-1-1 0 0 0,-6 4-1 0 0,8-5-54 0 0,0-1-1 0 0,0 0 1 0 0,0 0 0 0 0,0 1-1 0 0,0-1 1 0 0,0 0 0 0 0,0 0-1 0 0,-1 0 1 0 0,1 0 0 0 0,0 0 0 0 0,0 0-1 0 0,0 0 1 0 0,0-1 0 0 0,0 1-1 0 0,0 0 1 0 0,0 0 0 0 0,0-1-1 0 0,0 1 1 0 0,0-1 0 0 0,0 1-1 0 0,0-1 1 0 0,0 1 0 0 0,0-1-1 0 0,1 0 1 0 0,-1 1 0 0 0,0-1-1 0 0,0 0 1 0 0,0 0 0 0 0,1 0-1 0 0,-1 0 1 0 0,1 1 0 0 0,-1-1-1 0 0,0 0 1 0 0,1 0 0 0 0,0 0-1 0 0,-1 0 1 0 0,1 0 0 0 0,-1 0-1 0 0,1-1 1 0 0,-3-6-1 0 0,0 0-1 0 0,1 0 1 0 0,-2-13-1 0 0,-2-17-21 0 0,3-1 0 0 0,1 0 0 0 0,5-63 0 0 0,4 29-28 0 0,18-73 1 0 0,-16 106 18 0 0,2 1 1 0 0,1 0-1 0 0,2 0 0 0 0,1 2 1 0 0,2 0-1 0 0,24-37 0 0 0,-30 57 12 0 0,0-1 0 0 0,2 2 0 0 0,0-1-1 0 0,1 2 1 0 0,1 0 0 0 0,0 0 0 0 0,1 2 0 0 0,0 0-1 0 0,1 1 1 0 0,1 0 0 0 0,-1 1 0 0 0,2 2 0 0 0,31-13-1 0 0,-43 19 13 0 0,0 1 0 0 0,0 0 0 0 0,1 1-1 0 0,-1 0 1 0 0,1 0 0 0 0,-1 0 0 0 0,1 1-1 0 0,-1 0 1 0 0,1 0 0 0 0,-1 1 0 0 0,1 0-1 0 0,-1 1 1 0 0,0 0 0 0 0,10 3 0 0 0,-13-4 1 0 0,-1 1 1 0 0,1 0-1 0 0,0 0 1 0 0,-1 1-1 0 0,1-1 1 0 0,-1 1-1 0 0,0 0 1 0 0,0 0-1 0 0,0 0 1 0 0,0 0-1 0 0,0 0 1 0 0,-1 0-1 0 0,0 1 1 0 0,1 0-1 0 0,-1-1 1 0 0,0 1-1 0 0,-1 0 1 0 0,1 0-1 0 0,-1 0 1 0 0,0 0-1 0 0,0 0 1 0 0,0 0-1 0 0,0 0 1 0 0,-1 0-1 0 0,1 1 1 0 0,-1 6-1 0 0,-1 2 1 0 0,-1-1 0 0 0,0 1 0 0 0,0 0 0 0 0,-1-1 0 0 0,-1 1 0 0 0,0-1 0 0 0,-1 0 0 0 0,0 0 0 0 0,-1-1 0 0 0,0 1 0 0 0,-1-1 0 0 0,0-1 0 0 0,0 1 0 0 0,-18 17 0 0 0,15-17 3 0 0,-2 0 1 0 0,1-1 0 0 0,-2 0 0 0 0,1 0-1 0 0,-1-1 1 0 0,0-1 0 0 0,-1 0 0 0 0,0-1 0 0 0,0-1-1 0 0,-1 0 1 0 0,-29 7 0 0 0,36-12-6 0 0,0 0 0 0 0,0 0 0 0 0,0-1 0 0 0,0 0-1 0 0,0-1 1 0 0,1 0 0 0 0,-1 0 0 0 0,0-1 0 0 0,0 0 0 0 0,-8-3 0 0 0,12 4-5 0 0,0-1 1 0 0,1 1-1 0 0,-1-1 0 0 0,0 0 1 0 0,1 0-1 0 0,0 0 1 0 0,-1 0-1 0 0,1-1 0 0 0,0 1 1 0 0,0-1-1 0 0,0 0 0 0 0,1 0 1 0 0,-1 0-1 0 0,1 0 1 0 0,-1 0-1 0 0,1-1 0 0 0,0 1 1 0 0,0-1-1 0 0,1 1 0 0 0,-1-1 1 0 0,-1-5-1 0 0,3 8 1 0 0,-1 0 0 0 0,1 0-1 0 0,0 0 1 0 0,0 1 0 0 0,0-1 0 0 0,0 0 0 0 0,0 0-1 0 0,0 0 1 0 0,0 0 0 0 0,0 0 0 0 0,0 0-1 0 0,0 0 1 0 0,0 1 0 0 0,1-1 0 0 0,-1 0 0 0 0,0 0-1 0 0,1 0 1 0 0,-1 0 0 0 0,0 1 0 0 0,1-1-1 0 0,-1 0 1 0 0,1 0 0 0 0,0 1 0 0 0,-1-1 0 0 0,1 0-1 0 0,-1 1 1 0 0,1-1 0 0 0,0 0 0 0 0,0 1-1 0 0,-1-1 1 0 0,1 1 0 0 0,1-1 0 0 0,3 0 1 0 0,-1 1 1 0 0,1-1-1 0 0,0 1 1 0 0,0 0-1 0 0,-1 1 0 0 0,1-1 1 0 0,0 1-1 0 0,0 0 1 0 0,-1 0-1 0 0,1 0 1 0 0,-1 1-1 0 0,1-1 0 0 0,-1 1 1 0 0,0 0-1 0 0,1 1 1 0 0,-1-1-1 0 0,0 1 1 0 0,0 0-1 0 0,4 4 0 0 0,-5-5 8 0 0,15 13 49 0 0,0 1 0 0 0,-1 0 1 0 0,-1 1-1 0 0,0 1 0 0 0,-2 0 0 0 0,21 35 0 0 0,59 130 273 0 0,-28-46-124 0 0,-61-128-306 0 0,0 0-1 0 0,1-1 1 0 0,0 0 0 0 0,0 0 0 0 0,8 8-1 0 0,-10-13-245 0 0,-1 0-1 0 0,0 0 1 0 0,1-1-1 0 0,-1 0 1 0 0,1 0-1 0 0,4 3 1 0 0,-5-4-252 0 0,0 0 1 0 0,0 0 0 0 0,1-1-1 0 0,-1 1 1 0 0,0 0-1 0 0,0-1 1 0 0,0 0 0 0 0,0 0-1 0 0,5 0 1 0 0,10-3-4887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1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11 117 2768 0 0,'-10'-14'13792'0'0,"30"13"-13441"0"0,-1-1 1 0 0,1 0 0 0 0,-1-2-1 0 0,33-10 1 0 0,79-34-3699 0 0,-94 33-100 0 0,-19 7-360 0 0,-3-1-1506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2044 0 0,'-25'33'4239'0'0,"15"-20"-2175"0"0,0 1 1 0 0,0-1-1 0 0,2 2 1 0 0,-11 20 0 0 0,19-35-2009 0 0,0 1 0 0 0,-1 0 0 0 0,1 0 1 0 0,0 0-1 0 0,0 0 0 0 0,0 0 1 0 0,0 0-1 0 0,0 0 0 0 0,0 0 1 0 0,0 0-1 0 0,0 0 0 0 0,0 0 1 0 0,0-1-1 0 0,0 1 0 0 0,0 0 0 0 0,1 0 1 0 0,-1 0-1 0 0,0 0 0 0 0,1 0 1 0 0,-1 0-1 0 0,1-1 0 0 0,-1 1 1 0 0,1 0-1 0 0,-1 0 0 0 0,1-1 1 0 0,0 1-1 0 0,-1 0 0 0 0,1-1 0 0 0,0 1 1 0 0,-1 0-1 0 0,1-1 0 0 0,0 1 1 0 0,0-1-1 0 0,0 1 0 0 0,-1-1 1 0 0,1 0-1 0 0,0 1 0 0 0,0-1 0 0 0,0 0 1 0 0,0 0-1 0 0,1 1 0 0 0,4 0 28 0 0,-1 0 0 0 0,1 0 0 0 0,-1 0 0 0 0,10-1 0 0 0,-15 0-84 0 0,24-2-441 0 0,0-1 1 0 0,0-1 0 0 0,0-1-1 0 0,-1-2 1 0 0,34-12 0 0 0,-44 14-223 0 0,62-22-6084 0 0,-39 9-187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153 194 1056 0 0,'-2'-3'1051'0'0,"-16"-19"5018"0"0,17 21-5787 0 0,0 0 1 0 0,0 0 0 0 0,0 1 0 0 0,0-1 0 0 0,0 0 0 0 0,0 1 0 0 0,0-1 0 0 0,0 1 0 0 0,0-1 0 0 0,-1 1 0 0 0,1-1 0 0 0,0 1 0 0 0,0 0 0 0 0,-1 0 0 0 0,1 0 0 0 0,0 0-1 0 0,0-1 1 0 0,-1 2 0 0 0,1-1 0 0 0,0 0 0 0 0,0 0 0 0 0,-1 0 0 0 0,-1 1 0 0 0,-2 2-52 0 0,0 0-1 0 0,0 0 1 0 0,0 0 0 0 0,1 1 0 0 0,-1 0-1 0 0,1 0 1 0 0,0 0 0 0 0,0 0-1 0 0,0 1 1 0 0,1-1 0 0 0,-1 1 0 0 0,1 0-1 0 0,0 0 1 0 0,1 0 0 0 0,-1 1-1 0 0,1-1 1 0 0,-2 7 0 0 0,-3 8 11 0 0,1 1 0 0 0,1 0 0 0 0,-4 31 0 0 0,5-13-69 0 0,2-1 0 0 0,1 0 1 0 0,9 74-1 0 0,-4-88-132 0 0,0-1 1 0 0,2 0-1 0 0,0 1 0 0 0,2-2 0 0 0,0 1 0 0 0,2-1 1 0 0,17 30-1 0 0,-24-46-8 0 0,1 0 1 0 0,0-1-1 0 0,1 1 1 0 0,-1-1-1 0 0,1 0 1 0 0,0 0-1 0 0,0-1 1 0 0,1 1-1 0 0,-1-1 1 0 0,1 0-1 0 0,11 5 1 0 0,-12-7-13 0 0,-1 0-1 0 0,1-1 1 0 0,0 1 0 0 0,0-1 0 0 0,0-1 0 0 0,0 1 0 0 0,0-1 0 0 0,0 1-1 0 0,0-2 1 0 0,0 1 0 0 0,0 0 0 0 0,0-1 0 0 0,0 0 0 0 0,0 0-1 0 0,0-1 1 0 0,8-3 0 0 0,1-1 0 0 0,0-2 0 0 0,-1 0 0 0 0,0 0-1 0 0,0-2 1 0 0,-1 1 0 0 0,0-1 0 0 0,-1-1 0 0 0,0 0 0 0 0,0-1 0 0 0,-2 0-1 0 0,1 0 1 0 0,11-22 0 0 0,-5 4 1 0 0,-1 0-1 0 0,-1 0 0 0 0,-1-2 1 0 0,14-57-1 0 0,-18 54-3 0 0,-3-1 1 0 0,0 0-1 0 0,-2 0 0 0 0,-2-39 0 0 0,-2 59 55 0 0,-1 0-1 0 0,0-1 0 0 0,-2 1 0 0 0,1 0 1 0 0,-2 0-1 0 0,-1 1 0 0 0,0-1 1 0 0,0 1-1 0 0,-2 0 0 0 0,0 0 1 0 0,-13-19-1 0 0,16 28-51 0 0,-1 0 0 0 0,0 0 0 0 0,0 0 1 0 0,0 1-1 0 0,-1 0 0 0 0,0 0 0 0 0,0 1 0 0 0,-1-1 1 0 0,1 1-1 0 0,-1 0 0 0 0,0 1 0 0 0,0 0 0 0 0,0 0 1 0 0,0 1-1 0 0,0-1 0 0 0,-1 2 0 0 0,1-1 0 0 0,-1 1 1 0 0,1 0-1 0 0,-1 0 0 0 0,0 1 0 0 0,1 0 0 0 0,-1 1 0 0 0,0-1 1 0 0,1 2-1 0 0,-14 2 0 0 0,11-1-254 0 0,0 0 0 0 0,0 1 0 0 0,1 0 0 0 0,-1 1 0 0 0,1-1 0 0 0,0 2 0 0 0,0-1 0 0 0,1 2 0 0 0,-1-1 0 0 0,1 1 0 0 0,1 0 0 0 0,-1 0 0 0 0,1 1 0 0 0,0 0 0 0 0,1 1 0 0 0,0-1 0 0 0,1 1-1 0 0,-1 0 1 0 0,-3 11 0 0 0,5-8-952 0 0,0 0 1 0 0,-4 21-1 0 0,3 5-4389 0 0,5-8-2008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170 144 624 0 0,'1'-3'1001'0'0,"1"-1"0"0"0,-2 0 0 0 0,1 0 0 0 0,0 1 0 0 0,-1-1 0 0 0,0 0 0 0 0,0-7-1 0 0,0 9-818 0 0,-1 0 0 0 0,1 1-1 0 0,-1-1 1 0 0,0 0-1 0 0,1 1 1 0 0,-1-1-1 0 0,0 0 1 0 0,0 1 0 0 0,0-1-1 0 0,0 1 1 0 0,0 0-1 0 0,0-1 1 0 0,-1 1-1 0 0,1 0 1 0 0,0 0 0 0 0,-1-1-1 0 0,-2 0 1 0 0,2 0 81 0 0,-14 2 132 0 0,15 1-377 0 0,-1-1 1 0 0,0 0-1 0 0,1 1 0 0 0,-1-1 0 0 0,1 1 0 0 0,-1-1 0 0 0,1 1 0 0 0,-1 0 0 0 0,1 0 0 0 0,-1-1 0 0 0,1 1 0 0 0,0 0 0 0 0,-1 0 0 0 0,1 1 0 0 0,0-1 0 0 0,0 0 0 0 0,0 0 0 0 0,0 0 0 0 0,-1 3 0 0 0,-16 27 76 0 0,16-28-72 0 0,-15 39 61 0 0,2-1 0 0 0,1 2 0 0 0,2 0 0 0 0,3 0 0 0 0,-9 83 0 0 0,16-103-54 0 0,1 1 1 0 0,4 45-1 0 0,-3-63-3 0 0,1-1 1 0 0,0 1-1 0 0,0-1 1 0 0,0 0-1 0 0,1 1 1 0 0,-1-1-1 0 0,2 0 1 0 0,-1 0 0 0 0,0 0-1 0 0,1 0 1 0 0,0 0-1 0 0,0-1 1 0 0,0 1-1 0 0,1-1 1 0 0,0 0-1 0 0,0 0 1 0 0,0 0-1 0 0,5 4 1 0 0,-5-6 4 0 0,0-1-1 0 0,0 1 1 0 0,0-1 0 0 0,0 0 0 0 0,0 0 0 0 0,1 0 0 0 0,-1 0 0 0 0,0-1-1 0 0,0 0 1 0 0,1 0 0 0 0,-1 0 0 0 0,0 0 0 0 0,0-1 0 0 0,1 1 0 0 0,-1-1 0 0 0,0 0-1 0 0,0-1 1 0 0,0 1 0 0 0,5-3 0 0 0,6-3 6 0 0,-1 0-1 0 0,0 0 1 0 0,24-19-1 0 0,-23 14-12 0 0,-1-1 0 0 0,-1 0 0 0 0,0-1 0 0 0,0-1 0 0 0,-1 0 0 0 0,-1 0 0 0 0,-1-1 0 0 0,0-1 0 0 0,-1 0 0 0 0,-1 0 0 0 0,0 0 0 0 0,-2-1-1 0 0,0-1 1 0 0,7-34 0 0 0,-10 35-21 0 0,0 1-1 0 0,-1-1 0 0 0,-1 0 0 0 0,-1 0 0 0 0,-1 0 0 0 0,0 0 0 0 0,-1 1 1 0 0,-1-1-1 0 0,-1 0 0 0 0,0 1 0 0 0,-1 0 0 0 0,-1 0 0 0 0,-1 1 1 0 0,0-1-1 0 0,-1 1 0 0 0,-11-16 0 0 0,17 30-5 0 0,0-1 1 0 0,0 1-1 0 0,1-1 0 0 0,-2 1 0 0 0,1-1 1 0 0,0 1-1 0 0,0 0 0 0 0,-1 0 0 0 0,1 1 1 0 0,-1-1-1 0 0,1 0 0 0 0,-1 1 0 0 0,0-1 1 0 0,0 1-1 0 0,0 0 0 0 0,1 0 0 0 0,-1 0 1 0 0,0 0-1 0 0,-1 1 0 0 0,-4-1 1 0 0,4 1 0 0 0,0 1 0 0 0,0-1 0 0 0,0 1 0 0 0,0 0 0 0 0,0 1 1 0 0,1-1-1 0 0,-1 1 0 0 0,0-1 0 0 0,1 1 0 0 0,-1 0 1 0 0,1 0-1 0 0,0 1 0 0 0,0-1 0 0 0,0 1 0 0 0,-5 5 0 0 0,-5 6 5 0 0,1 0-1 0 0,0 1 0 0 0,1 1 1 0 0,1-1-1 0 0,1 2 0 0 0,0 0 0 0 0,1 0 1 0 0,1 0-1 0 0,0 1 0 0 0,1 0 1 0 0,1 0-1 0 0,1 1 0 0 0,-2 22 0 0 0,6-36 1 0 0,0-1 0 0 0,0 1-1 0 0,1-1 1 0 0,-1 1 0 0 0,1 0-1 0 0,2 5 1 0 0,-3-9-1 0 0,0 0 0 0 0,1 0 0 0 0,-1 0 0 0 0,0 0 0 0 0,1 0 0 0 0,-1 0 0 0 0,1 0 0 0 0,0 0 0 0 0,-1 0 0 0 0,1 0 0 0 0,0 0 0 0 0,0 0 0 0 0,-1-1 0 0 0,1 1 0 0 0,0 0 0 0 0,0 0 0 0 0,0-1 0 0 0,0 1 0 0 0,0-1 0 0 0,0 1 0 0 0,0-1 0 0 0,0 1 0 0 0,0-1 0 0 0,0 1 0 0 0,0-1 0 0 0,0 0 0 0 0,0 0 0 0 0,0 0 0 0 0,1 0 0 0 0,-1 1 0 0 0,0-2 0 0 0,0 1 0 0 0,0 0 0 0 0,0 0 0 0 0,2-1 0 0 0,11-2 0 0 0,-1-2 1 0 0,0 0-1 0 0,0 0 0 0 0,-1-2 0 0 0,1 1 1 0 0,-1-1-1 0 0,-1-1 0 0 0,0 0 0 0 0,14-13 1 0 0,12-14-8 0 0,40-52 1 0 0,-51 55-7 0 0,1 2 0 0 0,56-47 0 0 0,-80 74 7 0 0,0 0 1 0 0,1 1 0 0 0,0 0 0 0 0,-1 0-1 0 0,1 0 1 0 0,0 0 0 0 0,0 0 0 0 0,0 1-1 0 0,0 0 1 0 0,0 0 0 0 0,0 0-1 0 0,0 0 1 0 0,1 0 0 0 0,-1 1 0 0 0,0 0-1 0 0,7 0 1 0 0,-6 1 3 0 0,-1 1 1 0 0,1-1-1 0 0,-1 1 0 0 0,1 0 1 0 0,-1 0-1 0 0,1 0 0 0 0,-1 0 1 0 0,0 1-1 0 0,0-1 0 0 0,0 1 1 0 0,-1 0-1 0 0,1 1 0 0 0,-1-1 1 0 0,5 6-1 0 0,5 8 10 0 0,0 1 0 0 0,-1 0 0 0 0,0 1 0 0 0,-2 0 0 0 0,0 1 0 0 0,-2 0 1 0 0,13 41-1 0 0,-10-19 91 0 0,-2 1 1 0 0,6 86-1 0 0,-13-99 1065 0 0,-1-1-1 0 0,-6 48 1 0 0,5-76-1097 0 0,0 0 1 0 0,0 0 0 0 0,0 0-1 0 0,0 0 1 0 0,0 1 0 0 0,-1-1-1 0 0,1 0 1 0 0,0 0 0 0 0,-1 0-1 0 0,1 0 1 0 0,0 0 0 0 0,-1 0-1 0 0,1 0 1 0 0,-1 0 0 0 0,0 0-1 0 0,1 0 1 0 0,-1 0 0 0 0,0 0-1 0 0,0-1 1 0 0,1 1 0 0 0,-1 0-1 0 0,0 0 1 0 0,0-1 0 0 0,0 1-1 0 0,-1 0 1 0 0,1-1-50 0 0,0-1 0 0 0,0 1 0 0 0,0 0 1 0 0,1-1-1 0 0,-1 1 0 0 0,0-1 0 0 0,0 0 0 0 0,0 1 0 0 0,1-1 1 0 0,-1 0-1 0 0,0 1 0 0 0,1-1 0 0 0,-1 0 0 0 0,1 0 0 0 0,-1 1 1 0 0,1-1-1 0 0,-1 0 0 0 0,1 0 0 0 0,-1 0 0 0 0,1 0 0 0 0,0 0 1 0 0,0 0-1 0 0,-1 0 0 0 0,1 0 0 0 0,0 0 0 0 0,0 0 0 0 0,0 1 1 0 0,0-1-1 0 0,0-2 0 0 0,-2-12-25 0 0,1 0 0 0 0,1 0 0 0 0,1-1 0 0 0,0 1 0 0 0,0 0 0 0 0,2 0 0 0 0,0 0 0 0 0,0 0 1 0 0,2 0-1 0 0,-1 1 0 0 0,2 0 0 0 0,0 0 0 0 0,11-17 0 0 0,-5 10-398 0 0,1 1 1 0 0,1 1-1 0 0,0 0 0 0 0,2 1 1 0 0,0 1-1 0 0,1 0 0 0 0,36-27 1 0 0,-31 29-541 0 0,1 1 0 0 0,1 1 0 0 0,45-17 1 0 0,30-3-5154 0 0,-46 17 109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1 732 1904 0 0,'3'12'16605'0'0,"-2"-12"-16498"0"0,18-10 1196 0 0,21-16-1287 0 0,21-20 277 0 0,-2-2 1 0 0,52-56-1 0 0,-92 85-278 0 0,-2-1-1 0 0,-1-1 1 0 0,0 0 0 0 0,-2-1-1 0 0,0-1 1 0 0,-2 0 0 0 0,0-1-1 0 0,-2 0 1 0 0,12-40 0 0 0,-13 24-44 0 0,-1 0 1 0 0,-2-1-1 0 0,0-68 1 0 0,-8 91-86 0 0,2 18 111 0 0,-1 0 1 0 0,1 0 0 0 0,0 0 0 0 0,0 0-1 0 0,0 0 1 0 0,-1 0 0 0 0,1 0 0 0 0,0 0 0 0 0,0 0-1 0 0,0 0 1 0 0,-1 0 0 0 0,1 0 0 0 0,0 0-1 0 0,0 0 1 0 0,0 0 0 0 0,-1 0 0 0 0,1 1-1 0 0,0-1 1 0 0,0 0 0 0 0,0 0 0 0 0,0 0 0 0 0,-1 0-1 0 0,1 1 1 0 0,0-1 0 0 0,0 0 0 0 0,0 0-1 0 0,0 0 1 0 0,0 1 0 0 0,0-1 0 0 0,0 0 0 0 0,-1 0-1 0 0,1 0 1 0 0,0 1 0 0 0,0-1 0 0 0,0 0-1 0 0,0 1 1 0 0,-12 32-61 0 0,12-32 64 0 0,-61 280 15 0 0,48-210 13 0 0,-19 121 42 0 0,-46 213 55 0 0,75-389-126 0 0,-24 81 71 0 0,22-83-41 0 0,-1 0 1 0 0,0 0-1 0 0,0-1 1 0 0,-14 21-1 0 0,19-33-25 0 0,0 1 0 0 0,0-1 0 0 0,-1 0 0 0 0,1 1 0 0 0,0-1 0 0 0,0 0 0 0 0,-1 1 0 0 0,1-1 0 0 0,-1 0 0 0 0,1 0 0 0 0,-1 0 0 0 0,1 0 0 0 0,-1-1 0 0 0,0 1 0 0 0,1 0 0 0 0,-4 0 0 0 0,4-1-4 0 0,-1 0 0 0 0,1 0 0 0 0,0 0 0 0 0,-1 0 1 0 0,1 0-1 0 0,0 0 0 0 0,-1-1 0 0 0,1 1 0 0 0,0-1 0 0 0,0 1 0 0 0,-1-1 0 0 0,1 1 0 0 0,0-1 0 0 0,0 0 0 0 0,0 1 0 0 0,0-1 0 0 0,-2-1 0 0 0,-1-2-4 0 0,1 0-1 0 0,0 0 1 0 0,0 0 0 0 0,0 0-1 0 0,0-1 1 0 0,1 1 0 0 0,-1-1 0 0 0,1 1-1 0 0,0-1 1 0 0,-1-7 0 0 0,-2-9-14 0 0,1 0 1 0 0,1 0-1 0 0,1 0 0 0 0,1-1 1 0 0,1 1-1 0 0,1-1 0 0 0,1 1 1 0 0,0 0-1 0 0,2-1 1 0 0,1 1-1 0 0,0 1 0 0 0,1-1 1 0 0,2 1-1 0 0,0 0 0 0 0,1 1 1 0 0,1-1-1 0 0,0 2 0 0 0,2 0 1 0 0,0 0-1 0 0,27-30 1 0 0,-30 40 4 0 0,-1-1 1 0 0,1 1 0 0 0,1 1 0 0 0,-1 0 0 0 0,2 0 0 0 0,-1 1 0 0 0,0 0 0 0 0,1 0-1 0 0,0 1 1 0 0,1 1 0 0 0,-1 0 0 0 0,15-3 0 0 0,7 4 2 0 0,-18 7 8 0 0,-8-1-1 0 0,-4-2 1 0 0,0 0 1 0 0,0 0 0 0 0,0 1-1 0 0,0-1 1 0 0,-1 1-1 0 0,1-1 1 0 0,0 1 0 0 0,-1 0-1 0 0,0 0 1 0 0,1 1-1 0 0,-1-1 1 0 0,0 0-1 0 0,0 1 1 0 0,0-1 0 0 0,0 1-1 0 0,-1 0 1 0 0,1-1-1 0 0,-1 1 1 0 0,0 0 0 0 0,2 5-1 0 0,-2-5 1 0 0,-1-1 1 0 0,0 0-1 0 0,0 0 0 0 0,0 1 1 0 0,0-1-1 0 0,0 0 0 0 0,0 1 1 0 0,-1-1-1 0 0,1 0 0 0 0,-1 0 1 0 0,0 0-1 0 0,1 1 0 0 0,-1-1 1 0 0,0 0-1 0 0,0 0 1 0 0,0 0-1 0 0,-1 0 0 0 0,1-1 1 0 0,0 1-1 0 0,-1 0 0 0 0,1 0 1 0 0,-1-1-1 0 0,0 1 0 0 0,1-1 1 0 0,-1 1-1 0 0,0-1 0 0 0,0 0 1 0 0,0 0-1 0 0,-3 2 0 0 0,-1 0-1 0 0,-1-1 1 0 0,1 1-1 0 0,-1-1 0 0 0,0 0 0 0 0,0-1 1 0 0,0 0-1 0 0,0 0 0 0 0,0 0 1 0 0,0-1-1 0 0,0 0 0 0 0,0 0 0 0 0,0-1 1 0 0,0 0-1 0 0,0 0 0 0 0,0-1 0 0 0,-8-2 1 0 0,13 3-21 0 0,2 1 16 0 0,-1 0 1 0 0,0 0 0 0 0,1 0-1 0 0,-1 0 1 0 0,0 0-1 0 0,1 0 1 0 0,-1 0-1 0 0,0 0 1 0 0,1 0 0 0 0,-1 0-1 0 0,0 0 1 0 0,1 0-1 0 0,-1 0 1 0 0,0 0-1 0 0,1 1 1 0 0,-1-1 0 0 0,0 0-1 0 0,1 0 1 0 0,-1 1-1 0 0,1-1 1 0 0,-1 1-1 0 0,1-1 1 0 0,-1 0 0 0 0,1 1-1 0 0,-1-1 1 0 0,1 1-1 0 0,-1-1 1 0 0,1 1-1 0 0,-1-1 1 0 0,1 1 0 0 0,0 0-1 0 0,-1-1 1 0 0,1 1-1 0 0,0-1 1 0 0,0 1-1 0 0,-1 0 1 0 0,1-1 0 0 0,0 1-1 0 0,0 0 1 0 0,0-1-1 0 0,0 1 1 0 0,0 0-1 0 0,0 0 1 0 0,1 3 3 0 0,0 1 0 0 0,0-1 0 0 0,1 0 0 0 0,0 0 0 0 0,-1 0-1 0 0,4 4 1 0 0,-1 1-9 0 0,18 35 13 0 0,104 187 84 0 0,-121-223-331 0 0,1 0 0 0 0,0 0 0 0 0,1-1 0 0 0,-1 0 0 0 0,1 0 0 0 0,1 0 0 0 0,-1-1-1 0 0,1 0 1 0 0,10 5 0 0 0,-12-8-755 0 0,1 0-1 0 0,-1 0 0 0 0,0-1 0 0 0,1 1 1 0 0,0-2-1 0 0,-1 1 0 0 0,1-1 1 0 0,10 1-1 0 0,4-2-5619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4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31 636 0 0,'-1'-8'18864'0'0,"20"8"-18843"0"0,-1 0-1 0 0,0-1 0 0 0,1-1 0 0 0,28-7 0 0 0,11-2-7217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50 480 0 0,'-69'75'12008'0'0,"68"-75"-11907"0"0,1 0-1 0 0,-1 0 0 0 0,1 1 1 0 0,0-1-1 0 0,-1 0 0 0 0,1 1 1 0 0,-1-1-1 0 0,1 0 0 0 0,0 1 0 0 0,0-1 1 0 0,-1 1-1 0 0,1-1 0 0 0,0 0 1 0 0,0 1-1 0 0,-1-1 0 0 0,1 1 0 0 0,0-1 1 0 0,0 1-1 0 0,0-1 0 0 0,0 1 1 0 0,0-1-1 0 0,0 1 0 0 0,0-1 0 0 0,0 1 1 0 0,0-1-1 0 0,0 1 0 0 0,0-1 1 0 0,0 1-1 0 0,12 4 1150 0 0,21-8-574 0 0,133-50-1619 0 0,-55 11-3692 0 0,-72 27 1813 0 0,36-14-3697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5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406 220 1560 0 0,'13'-13'1909'0'0,"-1"0"0"0"0,0 0 1 0 0,-1-1-1 0 0,18-29 0 0 0,-27 40-1782 0 0,0 0 0 0 0,-1 0 0 0 0,1-1 0 0 0,-1 1 0 0 0,0 0 0 0 0,0-1 0 0 0,0 1 0 0 0,0 0 0 0 0,0-1 0 0 0,-1 1 1 0 0,0-1-1 0 0,1 1 0 0 0,-1-1 0 0 0,-1 1 0 0 0,1-1 0 0 0,0 1 0 0 0,-1-1 0 0 0,0 1 0 0 0,0-1 0 0 0,0 1 0 0 0,0 0 0 0 0,0 0 0 0 0,-1-1 0 0 0,1 1 0 0 0,-1 0 0 0 0,0 0 0 0 0,0 0 0 0 0,0 1 1 0 0,0-1-1 0 0,-1 0 0 0 0,1 1 0 0 0,-4-3 0 0 0,3 3-104 0 0,0 0 0 0 0,0 0 1 0 0,-1 0-1 0 0,1 1 0 0 0,0 0 1 0 0,-1 0-1 0 0,1-1 0 0 0,0 2 1 0 0,-1-1-1 0 0,0 0 0 0 0,1 1 1 0 0,-1 0-1 0 0,1 0 1 0 0,-1 0-1 0 0,1 0 0 0 0,-1 0 1 0 0,0 1-1 0 0,-4 1 0 0 0,-2 0 11 0 0,-1 1-1 0 0,1 1 1 0 0,0 0-1 0 0,-18 9 0 0 0,4 1 22 0 0,1 1 0 0 0,0 1 0 0 0,1 2 0 0 0,1 0 0 0 0,-34 38 0 0 0,31-28-5 0 0,1 1 0 0 0,2 0 0 0 0,-34 66 0 0 0,48-81-34 0 0,1 0 1 0 0,0 0 0 0 0,2 0-1 0 0,-5 18 1 0 0,8-26-6 0 0,0 0-1 0 0,0 1 1 0 0,1-1 0 0 0,-1 1 0 0 0,1-1 0 0 0,1 0-1 0 0,-1 1 1 0 0,1-1 0 0 0,0 1 0 0 0,1-1 0 0 0,-1 0-1 0 0,5 9 1 0 0,-5-13 1 0 0,0 1-1 0 0,1-1 1 0 0,-1 1-1 0 0,1-1 1 0 0,0 0 0 0 0,0 1-1 0 0,0-1 1 0 0,0 0-1 0 0,0 0 1 0 0,0-1-1 0 0,0 1 1 0 0,1 0 0 0 0,-1-1-1 0 0,1 1 1 0 0,-1-1-1 0 0,5 2 1 0 0,-2-2-1 0 0,0 1 0 0 0,1-1 1 0 0,-1 0-1 0 0,0-1 0 0 0,1 1 1 0 0,-1-1-1 0 0,1 0 0 0 0,5-1 1 0 0,5-1 12 0 0,0-2-1 0 0,0 1 1 0 0,-1-2 0 0 0,28-11 0 0 0,-27 9-6 0 0,-1-1 0 0 0,0-1 0 0 0,-1 0 1 0 0,0 0-1 0 0,-1-2 0 0 0,0 1 0 0 0,0-2 0 0 0,21-25 0 0 0,-20 19 24 0 0,-2-1 0 0 0,0 0 0 0 0,0 0 0 0 0,-2-1 0 0 0,-1-1 0 0 0,9-27 0 0 0,-2 12 710 0 0,-16 36-747 0 0,0 0 1 0 0,0 0 0 0 0,0 0 0 0 0,0-1 0 0 0,0 1-1 0 0,0 0 1 0 0,0 0 0 0 0,0 0 0 0 0,0 0 0 0 0,0 0-1 0 0,0 0 1 0 0,0-1 0 0 0,0 1 0 0 0,0 0 0 0 0,0 0-1 0 0,0 0 1 0 0,0 0 0 0 0,0 0 0 0 0,0 0 0 0 0,1 0-1 0 0,-1-1 1 0 0,0 1 0 0 0,0 0 0 0 0,0 0 0 0 0,0 0-1 0 0,0 0 1 0 0,0 0 0 0 0,0 0 0 0 0,1 0 0 0 0,-1 0 0 0 0,0 0-1 0 0,0 0 1 0 0,0 0 0 0 0,0 0 0 0 0,0 0 0 0 0,0 0-1 0 0,1 0 1 0 0,-1 0 0 0 0,0 0 0 0 0,0 0 0 0 0,0 0-1 0 0,0 0 1 0 0,0 0 0 0 0,0 0 0 0 0,1 0 0 0 0,-1 0-1 0 0,0 0 1 0 0,0 0 0 0 0,0 0 0 0 0,0 0 0 0 0,0 0-1 0 0,0 0 1 0 0,1 0 0 0 0,-1 0 0 0 0,0 0 0 0 0,0 0-1 0 0,0 0 1 0 0,0 1 0 0 0,0 20 109 0 0,-24 405 548 0 0,24-415-654 0 0,-1 25-225 0 0,-6 112-2811 0 0,4-125 134 0 0,-1 0 1 0 0,-7 25-1 0 0,2-23-2200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5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232 137 1872 0 0,'-95'53'7136'0'0,"-22"13"2187"0"0,100-52-7071 0 0,15-13-1389 0 0,4 0-21 0 0,4-1-597 0 0,0 0 1 0 0,0 0-1 0 0,0 0 0 0 0,0-1 0 0 0,0 0 1 0 0,0 0-1 0 0,0-1 0 0 0,8-3 1 0 0,9-1 98 0 0,171-43 882 0 0,366-80-308 0 0,-173 58-968 0 0,-360 65-1412 0 0,-25 5 774 0 0,-24 11-6633 0 0,-20 10-1655 0 0,25-10 2893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0 504 0 0,'-121'96'11211'0'0,"36"-37"1122"0"0,89-60-11568 0 0,22-6-222 0 0,1 1 0 0 0,0 1 0 0 0,1 2 0 0 0,52 0 1 0 0,-67 3-512 0 0,0 0 1 0 0,0 2 0 0 0,0-1 0 0 0,-1 2-1 0 0,1 0 1 0 0,0 0 0 0 0,-1 1 0 0 0,0 1 0 0 0,0 0-1 0 0,0 0 1 0 0,-1 1 0 0 0,21 15 0 0 0,-28-17-23 0 0,1 0 0 0 0,-1 0 0 0 0,-1 0 0 0 0,1 0 1 0 0,-1 0-1 0 0,1 1 0 0 0,-1 0 0 0 0,-1 0 0 0 0,1 0 0 0 0,-1 0 1 0 0,1 0-1 0 0,-2 0 0 0 0,4 11 0 0 0,-4-8 7 0 0,0 0-1 0 0,-1 1 1 0 0,1-1-1 0 0,-2 0 0 0 0,1 1 1 0 0,-1-1-1 0 0,0 0 1 0 0,-4 13-1 0 0,-2 0 20 0 0,-1 1 0 0 0,-2-1 0 0 0,0-1 0 0 0,0 0 0 0 0,-26 35 0 0 0,-1-6 256 0 0,-3-2 1 0 0,-1-2 0 0 0,-88 74-1 0 0,-161 95 2627 0 0,287-212-2865 0 0,-6 6 99 0 0,9-8-153 0 0,1 0 1 0 0,-1 1-1 0 0,0-1 0 0 0,0 0 0 0 0,0 0 1 0 0,0 0-1 0 0,0 1 0 0 0,0-1 0 0 0,1 0 1 0 0,-1 0-1 0 0,0 0 0 0 0,0 0 0 0 0,0 0 1 0 0,1 1-1 0 0,-1-1 0 0 0,0 0 1 0 0,0 0-1 0 0,0 0 0 0 0,1 0 0 0 0,-1 0 1 0 0,0 0-1 0 0,0 0 0 0 0,0 0 0 0 0,1 0 1 0 0,-1 0-1 0 0,0 0 0 0 0,0 0 0 0 0,1 0 1 0 0,-1 0-1 0 0,0 0 0 0 0,0 0 0 0 0,0 0 1 0 0,1 0-1 0 0,-1 0 0 0 0,0 0 1 0 0,0 0-1 0 0,1 0 0 0 0,-1 0 0 0 0,0-1 1 0 0,0 1-1 0 0,0 0 0 0 0,0 0 0 0 0,1 0 1 0 0,-1 0-1 0 0,0 0 0 0 0,0-1 0 0 0,13-3-2 0 0,-13 4 2 0 0,97-38-168 0 0,659-231-5563 0 0,-564 217 908 0 0,-46 13-5210 0 0,-83 21 425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18:2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1 403 364 0 0,'0'0'659'0'0,"2"-10"1708"0"0,-1 9-2324 0 0,0 0 0 0 0,0 0 1 0 0,0 0-1 0 0,0 0 1 0 0,1 0-1 0 0,-1 0 1 0 0,0 0-1 0 0,0 0 0 0 0,0 1 1 0 0,1-1-1 0 0,-1 1 1 0 0,0-1-1 0 0,1 1 0 0 0,-1-1 1 0 0,1 1-1 0 0,-1 0 1 0 0,1-1-1 0 0,-1 1 1 0 0,0 0-1 0 0,1 0 0 0 0,-1 0 1 0 0,1 0-1 0 0,1 1 1 0 0,44 8-82 0 0,-17-3 111 0 0,894 28 360 0 0,339-71 428 0 0,-737 12-632 0 0,1185-76 325 0 0,-567 26-394 0 0,1 32-62 0 0,705 54 26 0 0,-1635-7-108 0 0,1070 28 130 0 0,-332-6 39 0 0,-498-26-181 0 0,641-83 0 0 0,-727 34-16 0 0,303-35-3035 0 0,-626 79 1229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248 217 1228 0 0,'0'0'5943'0'0,"-16"13"-5119"0"0,4 31-260 0 0,11-43-524 0 0,0 2 32 0 0,1 1 0 0 0,-1-1-1 0 0,1 1 1 0 0,0-1 0 0 0,0 1-1 0 0,0-1 1 0 0,1 6 0 0 0,2-9-39 0 0,1-1 0 0 0,-1 1 1 0 0,1-1-1 0 0,-1 0 0 0 0,0 1 0 0 0,1-2 1 0 0,-1 1-1 0 0,0 0 0 0 0,0-1 0 0 0,0 1 0 0 0,0-1 1 0 0,0 0-1 0 0,0 0 0 0 0,3-4 0 0 0,42-37 119 0 0,-44 39-139 0 0,21-21 104 0 0,-1-1 0 0 0,0-1 0 0 0,-2-1 0 0 0,-2-1 0 0 0,25-44 0 0 0,-44 72-113 0 0,-1 0-1 0 0,0 0 1 0 0,1 0-1 0 0,-1 0 1 0 0,0 0 0 0 0,0 1-1 0 0,1-1 1 0 0,-1 0-1 0 0,0 0 1 0 0,0 0-1 0 0,0 0 1 0 0,0 0-1 0 0,0 0 1 0 0,0 0-1 0 0,-1 0 1 0 0,1 1-1 0 0,0-1 1 0 0,0 0-1 0 0,-1 0 1 0 0,1 0 0 0 0,0 0-1 0 0,-1 0 1 0 0,1 1-1 0 0,-1-1 1 0 0,1 0-1 0 0,-1 0 1 0 0,1 1-1 0 0,-1-1 1 0 0,-1 0-1 0 0,0 0-5 0 0,0 0 0 0 0,0 0 0 0 0,0 1-1 0 0,0-1 1 0 0,0 1 0 0 0,0-1 0 0 0,-1 1-1 0 0,1 0 1 0 0,0 0 0 0 0,0 0 0 0 0,0 0-1 0 0,-1 1 1 0 0,1-1 0 0 0,0 0 0 0 0,0 1-1 0 0,0 0 1 0 0,0-1 0 0 0,0 1 0 0 0,0 0-1 0 0,0 0 1 0 0,-3 2 0 0 0,-2 1-16 0 0,-10 4 20 0 0,0 2 0 0 0,0 0-1 0 0,1 1 1 0 0,1 0 0 0 0,-17 17 0 0 0,-63 72-166 0 0,44-34 107 0 0,45-58 54 0 0,2 0 0 0 0,-1 0 0 0 0,1 1 0 0 0,0-1-1 0 0,1 1 1 0 0,-4 14 0 0 0,6-21 5 0 0,1 0 0 0 0,0 0 0 0 0,0-1 1 0 0,-1 1-1 0 0,2 0 0 0 0,-1 0 0 0 0,0-1 0 0 0,0 1 0 0 0,0 0 1 0 0,1 0-1 0 0,-1-1 0 0 0,1 1 0 0 0,0 0 0 0 0,-1-1 0 0 0,1 1 1 0 0,0 0-1 0 0,0-1 0 0 0,0 1 0 0 0,0-1 0 0 0,0 0 0 0 0,0 1 0 0 0,0-1 1 0 0,1 0-1 0 0,-1 0 0 0 0,0 1 0 0 0,2 0 0 0 0,4 2-2 0 0,1 0-1 0 0,-1 0 0 0 0,0-1 0 0 0,13 4 1 0 0,5 3 23 0 0,-6 0-25 0 0,-1 0 0 0 0,0 1 0 0 0,-1 1 0 0 0,26 24 0 0 0,-35-29 30 0 0,-1 0 1 0 0,0 1-1 0 0,0 0 0 0 0,-1 0 0 0 0,0 1 0 0 0,-1-1 0 0 0,1 1 0 0 0,-2 1 1 0 0,1-1-1 0 0,-1 1 0 0 0,4 15 0 0 0,-7-18 86 0 0,-1 0 1 0 0,0-1 0 0 0,0 1-1 0 0,0 0 1 0 0,0 0-1 0 0,-1-1 1 0 0,0 1-1 0 0,-1 0 1 0 0,0-1-1 0 0,0 1 1 0 0,0-1-1 0 0,-1 0 1 0 0,1 0-1 0 0,-2 0 1 0 0,1 0-1 0 0,-1 0 1 0 0,1-1-1 0 0,-2 1 1 0 0,-5 6-1 0 0,3-4 177 0 0,-1 0 0 0 0,0-1 0 0 0,-1 1 0 0 0,1-2 1 0 0,-1 1-1 0 0,-1-1 0 0 0,1 0 0 0 0,-1-1 0 0 0,0 0 0 0 0,0-1 0 0 0,-12 4 0 0 0,13-7-170 0 0,0 1 0 0 0,0-1-1 0 0,-1-1 1 0 0,1 0 0 0 0,-1 0-1 0 0,1-1 1 0 0,0 0 0 0 0,-1 0-1 0 0,1-1 1 0 0,0-1 0 0 0,0 1-1 0 0,-11-6 1 0 0,12 4-102 0 0,-1 1 1 0 0,1-1-1 0 0,1-1 0 0 0,-1 1 1 0 0,0-2-1 0 0,1 1 0 0 0,0-1 1 0 0,1 0-1 0 0,-1 0 0 0 0,1 0 1 0 0,0-1-1 0 0,-9-15 0 0 0,13 20-105 0 0,1 0-1 0 0,0 0 0 0 0,0 0 0 0 0,0 0 0 0 0,0-1 1 0 0,1 1-1 0 0,-1 0 0 0 0,1-1 0 0 0,-1 1 1 0 0,1-1-1 0 0,0 1 0 0 0,0 0 0 0 0,0-1 1 0 0,0 1-1 0 0,0-1 0 0 0,0 1 0 0 0,1 0 0 0 0,-1-1 1 0 0,1 1-1 0 0,0 0 0 0 0,2-5 0 0 0,-1 4-408 0 0,0 0-1 0 0,0 0 0 0 0,1-1 1 0 0,0 1-1 0 0,0 1 1 0 0,0-1-1 0 0,0 0 0 0 0,0 1 1 0 0,0 0-1 0 0,0-1 0 0 0,1 1 1 0 0,6-2-1 0 0,4-3-2717 0 0,3-2-1172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67 552 0 0,'11'-37'6669'0'0,"-2"8"-726"0"0,-16 52-4938 0 0,-52 158-772 0 0,-52 175 98 0 0,65-183 179 0 0,45-170-220 0 0,11-15-184 0 0,6-13-93 0 0,16-33 0 0 0,-19 32-31 0 0,19-27 1 0 0,-28 48 17 0 0,5-9-26 0 0,1 0-1 0 0,0 1 1 0 0,1 0 0 0 0,1 1 0 0 0,15-14 0 0 0,-25 25 23 0 0,-1 0 1 0 0,1 0-1 0 0,-1 0 1 0 0,1 0 0 0 0,0 0-1 0 0,0 1 1 0 0,-1-1-1 0 0,1 1 1 0 0,0-1 0 0 0,0 1-1 0 0,0-1 1 0 0,0 1-1 0 0,-1 0 1 0 0,1 0-1 0 0,0 0 1 0 0,0 0 0 0 0,0 0-1 0 0,0 1 1 0 0,0-1-1 0 0,0 0 1 0 0,-1 1-1 0 0,1-1 1 0 0,0 1 0 0 0,0 0-1 0 0,-1 0 1 0 0,1 0-1 0 0,0-1 1 0 0,-1 2 0 0 0,1-1-1 0 0,-1 0 1 0 0,3 2-1 0 0,0 2 9 0 0,1-1 0 0 0,-1 0 0 0 0,-1 1 0 0 0,1 0 0 0 0,-1 0 0 0 0,0 0 0 0 0,0 0 0 0 0,4 9 0 0 0,-3-1 38 0 0,-1 0 1 0 0,0 1-1 0 0,-1-1 1 0 0,1 24 0 0 0,-2-23-302 0 0,0-1 1 0 0,1 1 0 0 0,0-1-1 0 0,6 18 1 0 0,-7-29 76 0 0,-1-1 0 0 0,1 1 0 0 0,0 0 1 0 0,-1-1-1 0 0,1 1 0 0 0,0 0 0 0 0,0-1 0 0 0,0 1 0 0 0,0-1 1 0 0,0 0-1 0 0,0 1 0 0 0,1-1 0 0 0,-1 0 0 0 0,0 0 0 0 0,1 0 0 0 0,-1 1 1 0 0,1-2-1 0 0,-1 1 0 0 0,1 0 0 0 0,0 0 0 0 0,-1 0 0 0 0,4 0 1 0 0,-2 0 6 0 0,0-1 0 0 0,0 0 1 0 0,0 0-1 0 0,0-1 1 0 0,-1 1-1 0 0,1-1 1 0 0,0 1-1 0 0,0-1 0 0 0,0 0 1 0 0,-1 0-1 0 0,1 0 1 0 0,4-3-1 0 0,5-2-156 0 0,-2-2 1 0 0,1 1-1 0 0,-1-2 0 0 0,0 1 0 0 0,9-11 0 0 0,-7 5 385 0 0,-1 0-1 0 0,0-1 0 0 0,0-1 1 0 0,8-17-1 0 0,-8 11 1295 0 0,-1-1 0 0 0,11-33 0 0 0,-21 47-200 0 0,-7 16-770 0 0,-9 18-149 0 0,3 3 82 0 0,-15 53 0 0 0,24-66-253 0 0,0 0-1 0 0,2 0 1 0 0,0 0-1 0 0,0 0 1 0 0,2 24 0 0 0,0-35-14 0 0,0 0 1 0 0,0 0 0 0 0,1 0-1 0 0,0-1 1 0 0,0 1 0 0 0,0 0-1 0 0,0 0 1 0 0,0-1 0 0 0,1 1-1 0 0,-1-1 1 0 0,5 7 0 0 0,-4-8-15 0 0,-1-1 1 0 0,1 1 0 0 0,0-1-1 0 0,0 0 1 0 0,0 1-1 0 0,-1-1 1 0 0,1 0-1 0 0,1 0 1 0 0,-1 0-1 0 0,0 0 1 0 0,0-1 0 0 0,0 1-1 0 0,0 0 1 0 0,0-1-1 0 0,1 0 1 0 0,-1 1-1 0 0,0-1 1 0 0,0 0 0 0 0,1 0-1 0 0,-1 0 1 0 0,3-1-1 0 0,2 0-3 0 0,-1 0 1 0 0,1-1-1 0 0,-1 0 0 0 0,0 0 0 0 0,1 0 0 0 0,-1-1 1 0 0,0 0-1 0 0,0 0 0 0 0,-1-1 0 0 0,1 0 0 0 0,-1 1 0 0 0,0-2 1 0 0,0 1-1 0 0,0-1 0 0 0,4-5 0 0 0,3-3-17 0 0,-1-1 0 0 0,-1 0 0 0 0,0-1 0 0 0,10-22-1 0 0,-13 21 15 0 0,0 0 0 0 0,-1 0 0 0 0,-1-1 0 0 0,0 0 0 0 0,3-21 0 0 0,-7 31-17 0 0,0 0 1 0 0,0 0-1 0 0,-1 0 1 0 0,0 0-1 0 0,0 0 1 0 0,-1 0-1 0 0,0 0 1 0 0,0 0-1 0 0,0 0 1 0 0,-1 0-1 0 0,0 0 1 0 0,-1 1-1 0 0,0-1 1 0 0,0 1-1 0 0,-6-11 1 0 0,8 15-10 0 0,0 1 0 0 0,-1-1 0 0 0,1 1 0 0 0,0 0 1 0 0,0-1-1 0 0,-1 1 0 0 0,1 0 0 0 0,-1 0 0 0 0,1 0 0 0 0,-1 0 0 0 0,0 0 1 0 0,1 0-1 0 0,-1 1 0 0 0,0-1 0 0 0,0 1 0 0 0,0-1 0 0 0,1 1 1 0 0,-1-1-1 0 0,-3 1 0 0 0,2 0 1 0 0,-1 0-1 0 0,1 1 1 0 0,0-1 0 0 0,-1 1-1 0 0,1 0 1 0 0,0 0 0 0 0,0 0-1 0 0,0 1 1 0 0,0-1 0 0 0,-4 3-1 0 0,-3 2 4 0 0,1 1-1 0 0,-1 1 0 0 0,1 0 0 0 0,1 0 0 0 0,-10 11 0 0 0,7-6 19 0 0,2 0 0 0 0,0 0 0 0 0,0 1 0 0 0,1 0 0 0 0,1 1 0 0 0,-8 21 0 0 0,12-29-100 0 0,1 0 0 0 0,0 1-1 0 0,0-1 1 0 0,1 0 0 0 0,-1 1-1 0 0,2-1 1 0 0,-1 1 0 0 0,1-1-1 0 0,0 1 1 0 0,1-1 0 0 0,0 1-1 0 0,0-1 1 0 0,0 0 0 0 0,1 1-1 0 0,0-1 1 0 0,4 7 0 0 0,-4-10-127 0 0,0 0 0 0 0,0-1 1 0 0,1 1-1 0 0,-1-1 0 0 0,1 1 1 0 0,0-1-1 0 0,0 0 0 0 0,0 0 1 0 0,0 0-1 0 0,1-1 0 0 0,-1 1 1 0 0,1-1-1 0 0,0 0 0 0 0,0 0 1 0 0,0 0-1 0 0,0 0 0 0 0,4 1 1 0 0,0-1-467 0 0,0-1 0 0 0,0 1 0 0 0,0-1 0 0 0,0-1 0 0 0,0 0 1 0 0,1 0-1 0 0,15-2 0 0 0,-1-2-1945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6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18 203 476 0 0,'5'-15'1971'0'0,"-1"0"-1"0"0,0 0 1 0 0,-1 0-1 0 0,0-1 1 0 0,0-23-1 0 0,-4 46-1859 0 0,0 1-1 0 0,0-1 1 0 0,-1 0 0 0 0,-2 8-1 0 0,-3 10 127 0 0,-15 112 437 0 0,21-123-617 0 0,1-1 0 0 0,0 1 0 0 0,1 0 0 0 0,0 0 0 0 0,1 0 1 0 0,0-1-1 0 0,9 27 0 0 0,-10-39-42 0 0,-1 1 0 0 0,1 0-1 0 0,0-1 1 0 0,-1 1 0 0 0,1 0 0 0 0,0-1 0 0 0,0 1-1 0 0,0-1 1 0 0,0 0 0 0 0,1 1 0 0 0,-1-1 0 0 0,0 0-1 0 0,0 1 1 0 0,1-1 0 0 0,-1 0 0 0 0,1 0 0 0 0,-1 0 0 0 0,4 1-1 0 0,20 5 96 0 0,-17-9-100 0 0,-3 0 6 0 0,2 0-12 0 0,0 0 1 0 0,1-1-1 0 0,-1 0 1 0 0,-1 0 0 0 0,1 0-1 0 0,0-1 1 0 0,-1 0-1 0 0,1-1 1 0 0,-1 1 0 0 0,-1-1-1 0 0,1 0 1 0 0,8-10-1 0 0,-1-1-28 0 0,-1 0 0 0 0,0 0-1 0 0,14-27 1 0 0,-9 8-38 0 0,-1-1 1 0 0,21-71 0 0 0,-37 105 24 0 0,0 28-44 0 0,0-24 80 0 0,-7 35 63 0 0,3 0-1 0 0,0 67 1 0 0,4-104-63 0 0,0 13 25 0 0,1 0 1 0 0,0-1-1 0 0,1 1 0 0 0,1-1 0 0 0,4 15 0 0 0,-6-24-13 0 0,0 0 0 0 0,0-1 1 0 0,1 1-1 0 0,-1 0 0 0 0,1-1 0 0 0,-1 1 0 0 0,1-1 0 0 0,0 0 1 0 0,0 0-1 0 0,0 1 0 0 0,0-1 0 0 0,1 0 0 0 0,-1-1 0 0 0,0 1 0 0 0,1 0 1 0 0,-1-1-1 0 0,1 1 0 0 0,0-1 0 0 0,0 0 0 0 0,-1 0 0 0 0,1 0 1 0 0,0 0-1 0 0,0 0 0 0 0,0-1 0 0 0,0 1 0 0 0,0-1 0 0 0,0 0 1 0 0,3 0-1 0 0,7-1-2 0 0,0 0 1 0 0,0-1 0 0 0,1-1-1 0 0,-1 0 1 0 0,-1 0 0 0 0,1-2 0 0 0,-1 1-1 0 0,1-2 1 0 0,-1 0 0 0 0,-1 0-1 0 0,1-1 1 0 0,-1 0 0 0 0,20-18-1 0 0,-18 13-15 0 0,0 0-1 0 0,0-1 0 0 0,-2 0 1 0 0,1-1-1 0 0,-2-1 1 0 0,0 0-1 0 0,-1 0 0 0 0,0 0 1 0 0,12-33-1 0 0,-18 39 12 0 0,-1 0-1 0 0,1-1 1 0 0,-2 1-1 0 0,1-1 1 0 0,-2 1-1 0 0,1-1 1 0 0,-1 1-1 0 0,0-1 1 0 0,-1 1-1 0 0,0-1 1 0 0,-1 1-1 0 0,0-1 1 0 0,-3-9-1 0 0,3 14-1 0 0,0 1 0 0 0,0-1 0 0 0,0 0 0 0 0,-1 1 0 0 0,1 0-1 0 0,-1 0 1 0 0,0-1 0 0 0,0 2 0 0 0,-1-1 0 0 0,1 0-1 0 0,-1 1 1 0 0,0-1 0 0 0,0 1 0 0 0,0 0 0 0 0,0 0-1 0 0,0 1 1 0 0,-1-1 0 0 0,1 1 0 0 0,-1 0 0 0 0,0 0 0 0 0,1 1-1 0 0,-1-1 1 0 0,0 1 0 0 0,0 0 0 0 0,0 1 0 0 0,-7-1-1 0 0,5 1-3 0 0,0 0 0 0 0,0 0 0 0 0,0 1 0 0 0,0 0 0 0 0,0 0 0 0 0,-10 4 0 0 0,15-4 0 0 0,-1 0 0 0 0,0 0-1 0 0,0 0 1 0 0,1 0 0 0 0,-1 0 0 0 0,0 1-1 0 0,1 0 1 0 0,0-1 0 0 0,-1 1 0 0 0,1 0 0 0 0,0 0-1 0 0,0 0 1 0 0,0 0 0 0 0,0 1 0 0 0,0-1-1 0 0,0 1 1 0 0,-1 3 0 0 0,2-6 3 0 0,1 1 1 0 0,0 0-1 0 0,-1 0 1 0 0,1 0-1 0 0,0 0 0 0 0,0 0 1 0 0,0 0-1 0 0,0 0 0 0 0,0 0 1 0 0,0-1-1 0 0,0 1 1 0 0,0 0-1 0 0,0 0 0 0 0,0 0 1 0 0,0 0-1 0 0,0 0 0 0 0,1 0 1 0 0,-1 0-1 0 0,0 0 0 0 0,1-1 1 0 0,-1 1-1 0 0,1 0 1 0 0,-1 0-1 0 0,1 0 0 0 0,0 0 1 0 0,1 1 2 0 0,0 0 0 0 0,0-1 0 0 0,0 0 0 0 0,0 1 1 0 0,0-1-1 0 0,0 0 0 0 0,0 0 0 0 0,0 0 0 0 0,5 1 0 0 0,4 1 14 0 0,-1-1-1 0 0,1 0 0 0 0,13 0 1 0 0,-24-2-19 0 0,39 1-619 0 0,-1-2 0 0 0,64-9 1 0 0,16-11-5271 0 0,-60 9 723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7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62 632 968 0 0,'0'0'1756'0'0,"-17"-2"3135"0"0,16 2-4828 0 0,0 1 1 0 0,0-1-1 0 0,0 0 1 0 0,0 0 0 0 0,-1 1-1 0 0,1-1 1 0 0,0 1-1 0 0,0-1 1 0 0,0 1-1 0 0,0-1 1 0 0,0 1 0 0 0,0 0-1 0 0,1-1 1 0 0,-1 1-1 0 0,0 0 1 0 0,-1 1-1 0 0,-11 23 774 0 0,10-15-718 0 0,0-1 0 0 0,1 1 0 0 0,0 0 0 0 0,0 0 0 0 0,1 0 0 0 0,1 0 0 0 0,0 1 0 0 0,0-1 0 0 0,1 0 1 0 0,3 15-1 0 0,-4-23-111 0 0,1-1 1 0 0,-1 1-1 0 0,1-1 0 0 0,-1 1 1 0 0,1-1-1 0 0,-1 0 1 0 0,1 1-1 0 0,0-1 1 0 0,-1 0-1 0 0,1 1 1 0 0,0-1-1 0 0,0 0 1 0 0,0 0-1 0 0,0 0 1 0 0,0 0-1 0 0,0 0 0 0 0,1 0 1 0 0,-1 0-1 0 0,0 0 1 0 0,0-1-1 0 0,1 1 1 0 0,-1 0-1 0 0,0-1 1 0 0,1 1-1 0 0,-1-1 1 0 0,1 1-1 0 0,-1-1 0 0 0,1 0 1 0 0,-1 1-1 0 0,1-1 1 0 0,-1 0-1 0 0,1 0 1 0 0,-1 0-1 0 0,1 0 1 0 0,-1 0-1 0 0,1-1 1 0 0,-1 1-1 0 0,1 0 0 0 0,1-1 1 0 0,4-1-8 0 0,0 0 0 0 0,-1-1 1 0 0,1 1-1 0 0,0-1 0 0 0,-1-1 0 0 0,9-5 0 0 0,-1-2-12 0 0,0 0-1 0 0,-1-1 0 0 0,0-1 1 0 0,-1 0-1 0 0,-1 0 0 0 0,0-1 1 0 0,-1-1-1 0 0,9-16 1 0 0,4-12-27 0 0,29-77 1 0 0,-31 64 4 0 0,-3-2 0 0 0,-2-1 0 0 0,-3 0-1 0 0,-2 0 1 0 0,-3-1 0 0 0,0-71 0 0 0,-8 130 31 0 0,0 1 0 0 0,0-1 1 0 0,0 1-1 0 0,1-1 0 0 0,-1 1 0 0 0,0-1 1 0 0,0 0-1 0 0,0 1 0 0 0,-1-1 0 0 0,1 1 0 0 0,0-1 1 0 0,0 1-1 0 0,0-1 0 0 0,0 1 0 0 0,0-1 0 0 0,-1 1 1 0 0,1-1-1 0 0,0 1 0 0 0,-1-1 0 0 0,1 1 1 0 0,0-1-1 0 0,-1 1 0 0 0,1-1 0 0 0,0 1 0 0 0,-1-1 1 0 0,-10 7-14 0 0,-6 21 23 0 0,-13 58 34 0 0,4 0-1 0 0,3 2 0 0 0,-19 150 1 0 0,40-221-12 0 0,-2 14 74 0 0,-1 50 0 0 0,5-72-92 0 0,0-1 0 0 0,1 1 0 0 0,0 0 0 0 0,0-1 0 0 0,1 1 0 0 0,0-1 0 0 0,0 0 0 0 0,0 1-1 0 0,1-1 1 0 0,1 0 0 0 0,7 12 0 0 0,-9-16-7 0 0,0 0 0 0 0,1 0-1 0 0,0 0 1 0 0,0 0 0 0 0,-1-1 0 0 0,2 1 0 0 0,-1-1-1 0 0,0 0 1 0 0,0 0 0 0 0,1 0 0 0 0,-1-1 0 0 0,1 1-1 0 0,-1-1 1 0 0,9 2 0 0 0,-6-1-11 0 0,1-2-1 0 0,-1 1 1 0 0,1-1-1 0 0,-1 0 1 0 0,1 0-1 0 0,-1-1 1 0 0,0 0 0 0 0,9-2-1 0 0,0-1-47 0 0,-1-1-1 0 0,-1 0 1 0 0,1-1 0 0 0,-1-1-1 0 0,0 0 1 0 0,0-1 0 0 0,13-11-1 0 0,-6 3-52 0 0,-2-2 0 0 0,0 0 0 0 0,-1-2-1 0 0,0 0 1 0 0,-2 0 0 0 0,0-1 0 0 0,16-34-1 0 0,-7 6-17 0 0,-3 0-1 0 0,23-79 0 0 0,-33 88 252 0 0,-2-2 0 0 0,-1 1 0 0 0,-3-1 0 0 0,1-72 1 0 0,-6 113-125 0 0,0 1 0 0 0,0 0 0 0 0,0 0 0 0 0,0-1 1 0 0,0 1-1 0 0,0 0 0 0 0,1 0 0 0 0,-1-1 0 0 0,0 1 1 0 0,0 0-1 0 0,0-1 0 0 0,0 1 0 0 0,0 0 1 0 0,-1 0-1 0 0,1-1 0 0 0,0 1 0 0 0,0 0 0 0 0,0 0 1 0 0,0-1-1 0 0,0 1 0 0 0,0 0 0 0 0,0 0 0 0 0,0-1 1 0 0,-1 1-1 0 0,1 0 0 0 0,0 0 0 0 0,0-1 0 0 0,0 1 1 0 0,0 0-1 0 0,-1 0 0 0 0,1 0 0 0 0,0 0 1 0 0,0-1-1 0 0,-1 1 0 0 0,1 0 0 0 0,0 0 0 0 0,-1 0 1 0 0,-7 8-25 0 0,-6 18-45 0 0,-26 108 267 0 0,5 1 1 0 0,-17 151-1 0 0,47-257 73 0 0,0 35 0 0 0,18-73-229 0 0,-7 3-40 0 0,-1 0 1 0 0,0-1 0 0 0,0 1-1 0 0,-1-1 1 0 0,0-1 0 0 0,4-7-1 0 0,7-14 18 0 0,3 1-110 0 0,2 0 0 0 0,29-32 0 0 0,-39 49 74 0 0,0 1-1 0 0,1 0 1 0 0,0 0-1 0 0,1 1 1 0 0,0 1 0 0 0,0 0-1 0 0,26-12 1 0 0,-31 16 18 0 0,-4 3-4 0 0,-1 0-1 0 0,1 0 1 0 0,0 0 0 0 0,-1 0-1 0 0,1 1 1 0 0,0-1 0 0 0,0 1-1 0 0,0 0 1 0 0,0-1 0 0 0,-1 1-1 0 0,4 1 1 0 0,-2-1 16 0 0,0 0 0 0 0,0 0 0 0 0,0 0 1 0 0,0 1-1 0 0,0-1 0 0 0,0 1 0 0 0,0 0 0 0 0,0 0 0 0 0,0 1 1 0 0,-1-1-1 0 0,1 1 0 0 0,0 0 0 0 0,-1 0 0 0 0,0 0 0 0 0,1 0 0 0 0,-1 1 1 0 0,0-1-1 0 0,0 1 0 0 0,0 0 0 0 0,3 4 0 0 0,-2-2 46 0 0,-1 1-1 0 0,1-1 1 0 0,-1 1-1 0 0,0 0 1 0 0,-1 0-1 0 0,1 0 1 0 0,-1 1-1 0 0,0-1 1 0 0,-1 0-1 0 0,0 1 1 0 0,0-1-1 0 0,0 9 1 0 0,-1 28 146 0 0,-1 0 1 0 0,-14 80 0 0 0,14-122-229 0 0,1 1 1 0 0,0-1-1 0 0,0 0 1 0 0,-1 0-1 0 0,1 1 1 0 0,0-1-1 0 0,0 0 1 0 0,0 0-1 0 0,0 1 1 0 0,1-1-1 0 0,-1 0 1 0 0,0 0-1 0 0,0 1 1 0 0,1-1-1 0 0,-1 0 1 0 0,1 0-1 0 0,-1 0 1 0 0,1 0-1 0 0,0 0 1 0 0,-1 1-1 0 0,1-1 1 0 0,0 0-1 0 0,0 0 1 0 0,-1-1-1 0 0,1 1 1 0 0,0 0-1 0 0,0 0 1 0 0,0 0-1 0 0,0-1 1 0 0,0 1-1 0 0,1 0 1 0 0,-1-1-1 0 0,0 1 1 0 0,0-1-1 0 0,0 1 1 0 0,3 0-1 0 0,0 0-225 0 0,1-1-1 0 0,0 1 0 0 0,0-1 1 0 0,0 0-1 0 0,0-1 1 0 0,-1 1-1 0 0,1-1 0 0 0,5-1 1 0 0,6-2-1071 0 0,0-1 1 0 0,-1 0-1 0 0,22-12 1 0 0,-11 5-959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172 464 976 0 0,'14'-14'2321'0'0,"22"-28"-1"0"0,-32 36-1800 0 0,0 0 0 0 0,0-1 1 0 0,0 1-1 0 0,-1-1 0 0 0,0 0 0 0 0,0 0 0 0 0,2-13 0 0 0,-4 19-477 0 0,-1 0-1 0 0,0 0 0 0 0,1 0 1 0 0,-1 0-1 0 0,0 0 0 0 0,0 0 1 0 0,0 1-1 0 0,0-1 0 0 0,0 0 1 0 0,0 0-1 0 0,0 0 0 0 0,0 0 1 0 0,0 0-1 0 0,-1 0 0 0 0,1 0 1 0 0,0 0-1 0 0,-1 0 0 0 0,1 0 0 0 0,0 0 1 0 0,-1 1-1 0 0,1-1 0 0 0,-1 0 1 0 0,1 0-1 0 0,-1 1 0 0 0,0-1 1 0 0,1 0-1 0 0,-1 0 0 0 0,0 1 1 0 0,0-1-1 0 0,1 1 0 0 0,-1-1 1 0 0,0 1-1 0 0,0-1 0 0 0,0 1 1 0 0,0-1-1 0 0,0 1 0 0 0,-1-1-21 0 0,0 1 0 0 0,0 0-1 0 0,0 0 1 0 0,0 0 0 0 0,0 0-1 0 0,0 0 1 0 0,0 0-1 0 0,0 0 1 0 0,0 1 0 0 0,0-1-1 0 0,0 1 1 0 0,0-1 0 0 0,0 1-1 0 0,0 0 1 0 0,-3 2-1 0 0,-12 9 10 0 0,0 1 0 0 0,1 0-1 0 0,0 1 1 0 0,1 1-1 0 0,1 1 1 0 0,0 0-1 0 0,1 1 1 0 0,1 0-1 0 0,0 1 1 0 0,2 0 0 0 0,0 1-1 0 0,1 0 1 0 0,1 0-1 0 0,-8 27 1 0 0,14-40-1 0 0,1-4-20 0 0,1 0 0 0 0,-1 1-1 0 0,1-1 1 0 0,0 0-1 0 0,0 0 1 0 0,-1 0 0 0 0,1 0-1 0 0,1 0 1 0 0,-1 0-1 0 0,0 0 1 0 0,0 0 0 0 0,1 3-1 0 0,-1-3 1 0 0,1-1 1 0 0,-1 1-1 0 0,0-1 1 0 0,0 1-1 0 0,0-1 0 0 0,1 1 1 0 0,-1-1-1 0 0,1 1 0 0 0,-1-1 1 0 0,1 1-1 0 0,0-1 1 0 0,0 0-1 0 0,-1 1 0 0 0,1-1 1 0 0,0 0-1 0 0,0 0 0 0 0,0 1 1 0 0,0-1-1 0 0,0 0 1 0 0,1 0-1 0 0,-1 0 0 0 0,0 0 1 0 0,0-1-1 0 0,1 1 0 0 0,-1 0 1 0 0,1 0-1 0 0,-1-1 1 0 0,0 1-1 0 0,1-1 0 0 0,-1 1 1 0 0,1-1-1 0 0,1 1 0 0 0,4-2-5 0 0,-1 1-1 0 0,1-1 1 0 0,0 0-1 0 0,-1-1 1 0 0,0 0-1 0 0,1 0 1 0 0,-1 0-1 0 0,0-1 1 0 0,0 1-1 0 0,0-1 0 0 0,0-1 1 0 0,-1 1-1 0 0,1-1 1 0 0,-1 0-1 0 0,0 0 1 0 0,0-1-1 0 0,-1 0 1 0 0,1 0-1 0 0,-1 0 0 0 0,6-8 1 0 0,5-12-16 0 0,0 0-1 0 0,-2-1 1 0 0,15-40 0 0 0,-7 16-4 0 0,-6 26-153 0 0,-15 24 167 0 0,0 0 0 0 0,0 0 0 0 0,0 0 0 0 0,0 0-1 0 0,0 0 1 0 0,0-1 0 0 0,1 1 0 0 0,-1 0 0 0 0,0 0-1 0 0,0 0 1 0 0,0 0 0 0 0,0 0 0 0 0,0 0 0 0 0,0 0-1 0 0,1 0 1 0 0,-1 0 0 0 0,0 0 0 0 0,0 0 0 0 0,0 0 0 0 0,0 0-1 0 0,0 0 1 0 0,1 0 0 0 0,-1 0 0 0 0,0 0 0 0 0,0 0-1 0 0,0 0 1 0 0,0 0 0 0 0,0 0 0 0 0,1 1 0 0 0,-1-1-1 0 0,0 0 1 0 0,0 0 0 0 0,0 0 0 0 0,0 0 0 0 0,0 0-1 0 0,0 0 1 0 0,0 0 0 0 0,1 0 0 0 0,-1 0 0 0 0,0 1-1 0 0,0-1 1 0 0,3 14 14 0 0,-1 6 34 0 0,-2 0-1 0 0,0 0 1 0 0,-4 23 0 0 0,2-26-12 0 0,1 1 1 0 0,0-1-1 0 0,1 1 0 0 0,4 27 1 0 0,-3-39-2 0 0,0-1 1 0 0,0 0 0 0 0,0 0-1 0 0,1 1 1 0 0,0-1 0 0 0,0 0-1 0 0,0 0 1 0 0,5 6 0 0 0,-6-9-31 0 0,1-1 0 0 0,0 1 0 0 0,-1 0 0 0 0,1-1 0 0 0,0 0 0 0 0,0 1 0 0 0,0-1 0 0 0,0 0 0 0 0,0 0 0 0 0,0 0 0 0 0,0 0 0 0 0,1 0 0 0 0,-1 0 0 0 0,0-1 0 0 0,0 1 0 0 0,1-1 0 0 0,-1 0 0 0 0,1 1 0 0 0,-1-1 0 0 0,0 0 0 0 0,5-1 0 0 0,6 0-167 0 0,0-2 1 0 0,0 1-1 0 0,0-2 1 0 0,0 1-1 0 0,0-2 1 0 0,-1 0-1 0 0,0 0 1 0 0,0-1 0 0 0,0-1-1 0 0,10-7 1 0 0,1-2-395 0 0,-2-1-1 0 0,0-1 1 0 0,34-37 0 0 0,-31 26 479 0 0,-1 0 0 0 0,-1-2 1 0 0,-2 0-1 0 0,-2-1 0 0 0,0-1 0 0 0,21-59 0 0 0,-28 59 1086 0 0,-1-1-1 0 0,-2 0 1 0 0,-1 0 0 0 0,2-40-1 0 0,-8 68-582 0 0,0-18 198 0 0,-1 24-614 0 0,0 1-1 0 0,0-1 1 0 0,-1 0-1 0 0,1 0 1 0 0,0 0 0 0 0,0 0-1 0 0,0 0 1 0 0,0 1 0 0 0,0-1-1 0 0,-1 0 1 0 0,1 0-1 0 0,0 0 1 0 0,0 0 0 0 0,0 0-1 0 0,-1 0 1 0 0,1 0 0 0 0,0 0-1 0 0,0 0 1 0 0,0 0 0 0 0,-1 0-1 0 0,1 0 1 0 0,0 0-1 0 0,0 0 1 0 0,0 0 0 0 0,-1 0-1 0 0,1 0 1 0 0,0 0 0 0 0,0 0-1 0 0,0 0 1 0 0,-1 0 0 0 0,1 0-1 0 0,0 0 1 0 0,0 0-1 0 0,0 0 1 0 0,0 0 0 0 0,-1 0-1 0 0,1-1 1 0 0,0 1 0 0 0,0 0-1 0 0,0 0 1 0 0,0 0 0 0 0,0 0-1 0 0,-1 0 1 0 0,1-1-1 0 0,0 1 1 0 0,0 0 0 0 0,0 0-1 0 0,0 0 1 0 0,0 0 0 0 0,0-1-1 0 0,0 1 1 0 0,0 0-1 0 0,0 0 1 0 0,0 0 0 0 0,-1-1-1 0 0,1 1 1 0 0,0 0 0 0 0,0 0-1 0 0,0 0 1 0 0,0-1 0 0 0,0 1-1 0 0,1 0 1 0 0,-1 0-1 0 0,0 0 1 0 0,0-1 0 0 0,0 1-1 0 0,0 0 1 0 0,-3 4 15 0 0,0 1-1 0 0,0 0 1 0 0,0 0 0 0 0,1 0 0 0 0,0 0-1 0 0,0 0 1 0 0,0 0 0 0 0,0 1-1 0 0,0 6 1 0 0,-2 4 98 0 0,-21 64 640 0 0,5 0-1 0 0,2 2 1 0 0,-10 136-1 0 0,27-208-708 0 0,1-1-1 0 0,0 0 0 0 0,1 0 0 0 0,0 0 1 0 0,0 0-1 0 0,4 15 0 0 0,-4-22-59 0 0,0 0 0 0 0,0 0 0 0 0,0 1 0 0 0,0-1 0 0 0,0 0 0 0 0,1 0 0 0 0,-1 0 0 0 0,1 0 0 0 0,-1 0 0 0 0,1 0 0 0 0,0-1 0 0 0,-1 1-1 0 0,1 0 1 0 0,0-1 0 0 0,0 0 0 0 0,0 1 0 0 0,1-1 0 0 0,-1 0 0 0 0,0 0 0 0 0,0 0 0 0 0,1 0 0 0 0,-1 0 0 0 0,0-1 0 0 0,1 1 0 0 0,-1-1 0 0 0,1 0 0 0 0,-1 1 0 0 0,5-1 0 0 0,1-1-388 0 0,0 1 1 0 0,0-1 0 0 0,0-1-1 0 0,0 1 1 0 0,0-2 0 0 0,-1 1-1 0 0,1-1 1 0 0,13-6 0 0 0,29-23-6156 0 0,-23 11 482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97 105 2084 0 0,'-94'-10'13862'0'0,"92"10"-12922"0"0,4-2-728 0 0,11-3-122 0 0,0-1-1 0 0,0 2 0 0 0,0 0 1 0 0,1 0-1 0 0,-1 1 1 0 0,20-1-1 0 0,19-5-195 0 0,4-4-673 0 0,25-6-1907 0 0,-27 4-3716 0 0,-37 8 1055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1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59 101 876 0 0,'-48'0'8694'0'0,"41"0"-8827"0"0,3 0 852 0 0,12-8-264 0 0,-3 4-400 0 0,1 2-1 0 0,-1-1 1 0 0,1 1 0 0 0,0 0 0 0 0,-1 0-1 0 0,1 0 1 0 0,10-1 0 0 0,2-1 0 0 0,144-30-1720 0 0,-68 15-1923 0 0,-29 4 141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0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35 704 660 0 0,'-3'3'398'0'0,"0"-1"0"0"0,0 2 0 0 0,0-1 0 0 0,0 0 1 0 0,0 1-1 0 0,1-1 0 0 0,-1 1 0 0 0,1 0 0 0 0,0 0 0 0 0,-2 4 0 0 0,4-5-247 0 0,-1-1 0 0 0,0 0 0 0 0,0 0 0 0 0,1 1 0 0 0,0-1 0 0 0,-1 0 0 0 0,1 1 0 0 0,0-1 0 0 0,0 1 0 0 0,0-1 0 0 0,1 0 0 0 0,-1 1 0 0 0,0-1 0 0 0,1 0 0 0 0,0 1 0 0 0,-1-1 0 0 0,1 0 0 0 0,0 0 0 0 0,0 0 0 0 0,2 2 0 0 0,-2-2-90 0 0,0-1-1 0 0,0 0 1 0 0,0 0-1 0 0,1 0 1 0 0,-1 0-1 0 0,0 0 1 0 0,1 0-1 0 0,-1-1 1 0 0,1 1-1 0 0,-1 0 1 0 0,1-1-1 0 0,-1 1 1 0 0,1-1-1 0 0,0 1 1 0 0,-1-1 0 0 0,1 0-1 0 0,-1 0 1 0 0,1 0-1 0 0,0 0 1 0 0,-1 0-1 0 0,1 0 1 0 0,2-1-1 0 0,34-7 136 0 0,-37 8-188 0 0,23-9 7 0 0,1-1 1 0 0,-1-1-1 0 0,-1-1 0 0 0,0-1 0 0 0,0-1 0 0 0,-2-1 1 0 0,1-1-1 0 0,-2-1 0 0 0,-1-1 0 0 0,0 0 0 0 0,-1-1 1 0 0,19-27-1 0 0,-14 13-27 0 0,-1-2-1 0 0,-1 0 1 0 0,-2-1 0 0 0,-2-1 0 0 0,-1-1 0 0 0,-2-1-1 0 0,11-47 1 0 0,-3-10 64 0 0,-23 85-175 0 0,-7 13 33 0 0,-7 16 51 0 0,-11 42 72 0 0,3 0 1 0 0,-18 77 0 0 0,25-79 45 0 0,-19 85 123 0 0,32-127-167 0 0,2 0 1 0 0,-1 0-1 0 0,2 0 1 0 0,0 0-1 0 0,1 0 1 0 0,1 0-1 0 0,3 17 1 0 0,-4-30-27 0 0,0 0-1 0 0,0 0 1 0 0,0 1 0 0 0,0-1 0 0 0,0 0 0 0 0,1 0 0 0 0,0 0 0 0 0,-1 0 0 0 0,1 0 0 0 0,0-1 0 0 0,0 1-1 0 0,1-1 1 0 0,-1 1 0 0 0,0-1 0 0 0,1 0 0 0 0,0 0 0 0 0,-1 0 0 0 0,1 0 0 0 0,4 2 0 0 0,-2-2-5 0 0,0 0 1 0 0,0-1-1 0 0,0 0 1 0 0,0 0-1 0 0,1 0 1 0 0,-1-1-1 0 0,0 1 0 0 0,0-1 1 0 0,0-1-1 0 0,0 1 1 0 0,8-2-1 0 0,4-2-24 0 0,0-1 0 0 0,-1 0 0 0 0,0-1 1 0 0,0-1-1 0 0,0 0 0 0 0,23-16 0 0 0,-17 7-44 0 0,0-2 0 0 0,-1 0 0 0 0,0-1 0 0 0,-2-2 0 0 0,0 0 0 0 0,-2 0 0 0 0,0-2 0 0 0,-1 0 0 0 0,22-45 0 0 0,-7 2-65 0 0,-3-1 0 0 0,30-109 0 0 0,-48 142 136 0 0,0 3 21 0 0,-2 1 0 0 0,9-62 0 0 0,-17 91-27 0 0,0 0 1 0 0,0 0-1 0 0,0 0 0 0 0,0 0 0 0 0,0 0 0 0 0,0 0 0 0 0,0 0 1 0 0,0 1-1 0 0,0-1 0 0 0,0 0 0 0 0,0 0 0 0 0,0 0 1 0 0,-1 0-1 0 0,1 0 0 0 0,0 0 0 0 0,-1 0 0 0 0,1 1 0 0 0,-2-2 1 0 0,2 2-3 0 0,0-1 0 0 0,-1 1 1 0 0,1 0-1 0 0,-1 0 0 0 0,1 0 1 0 0,-1 0-1 0 0,1 0 0 0 0,0 0 1 0 0,-1 1-1 0 0,1-1 1 0 0,-1 0-1 0 0,1 0 0 0 0,0 0 1 0 0,-1 0-1 0 0,1 0 0 0 0,-1 1 1 0 0,1-1-1 0 0,0 0 0 0 0,-1 0 1 0 0,1 1-1 0 0,0-1 0 0 0,-1 0 1 0 0,1 0-1 0 0,0 1 0 0 0,-1-1 1 0 0,1 1-1 0 0,-21 28-54 0 0,0 19 71 0 0,-25 84-1 0 0,30-79 72 0 0,-91 386 1225 0 0,107-439-1289 0 0,0 1-1 0 0,-1-1 1 0 0,1 1 0 0 0,0 0-1 0 0,0-1 1 0 0,0 1-1 0 0,0-1 1 0 0,-1 1-1 0 0,1-1 1 0 0,0 1 0 0 0,0 0-1 0 0,0-1 1 0 0,0 1-1 0 0,1 0 1 0 0,-1-1-1 0 0,0 1 1 0 0,0-1 0 0 0,0 1-1 0 0,0-1 1 0 0,1 1-1 0 0,-1 0 1 0 0,0-1-1 0 0,1 1 1 0 0,8-7 76 0 0,10-21-166 0 0,9-23-11 0 0,51-70 1 0 0,-68 106 55 0 0,1 0-1 0 0,0 1 1 0 0,0 0-1 0 0,1 1 1 0 0,1 0-1 0 0,0 1 1 0 0,1 0-1 0 0,0 2 1 0 0,18-9-1 0 0,-29 16 20 0 0,-1 0-1 0 0,1 0 1 0 0,0 1-1 0 0,0 0 1 0 0,1 0 0 0 0,-1 0-1 0 0,0 0 1 0 0,0 0-1 0 0,0 1 1 0 0,1 0-1 0 0,-1 0 1 0 0,0 0-1 0 0,0 0 1 0 0,1 1-1 0 0,-1 0 1 0 0,0 0-1 0 0,0 0 1 0 0,0 0-1 0 0,0 1 1 0 0,0-1-1 0 0,5 4 1 0 0,-5-2 14 0 0,0 0 0 0 0,-1 0 0 0 0,1 1 1 0 0,-1-1-1 0 0,1 1 0 0 0,-1 0 0 0 0,0 0 0 0 0,-1 0 0 0 0,1 0 0 0 0,-1 0 0 0 0,0 1 1 0 0,0-1-1 0 0,0 1 0 0 0,0 0 0 0 0,-1-1 0 0 0,0 1 0 0 0,1 8 0 0 0,1 24 76 0 0,-1 0-1 0 0,-6 69 1 0 0,0-13 262 0 0,4-92-343 0 0,0 0 1 0 0,0 0-1 0 0,0 0 0 0 0,0 0 0 0 0,0 0 1 0 0,1 0-1 0 0,-1 0 0 0 0,0 0 0 0 0,0 0 1 0 0,1 0-1 0 0,-1 0 0 0 0,1 0 0 0 0,-1 0 1 0 0,1 0-1 0 0,-1-1 0 0 0,1 1 1 0 0,0 0-1 0 0,-1 0 0 0 0,1-1 0 0 0,0 1 1 0 0,-1 0-1 0 0,1-1 0 0 0,0 1 0 0 0,0-1 1 0 0,0 1-1 0 0,0-1 0 0 0,0 1 0 0 0,-1-1 1 0 0,1 1-1 0 0,0-1 0 0 0,0 0 0 0 0,0 0 1 0 0,0 1-1 0 0,0-1 0 0 0,0 0 0 0 0,0 0 1 0 0,0 0-1 0 0,0 0 0 0 0,0 0 1 0 0,0 0-1 0 0,0-1 0 0 0,0 1 0 0 0,2-1 1 0 0,3 0 1 0 0,1 0 0 0 0,-1-1 1 0 0,0 0-1 0 0,12-5 0 0 0,4-5 7 0 0,0-1 0 0 0,-1-1 0 0 0,0 0 0 0 0,33-32 0 0 0,-22 15-29 0 0,51-65-1 0 0,-70 79-7 0 0,0-1 0 0 0,-2-1-1 0 0,0 1 1 0 0,-1-2 0 0 0,11-31-1 0 0,-20 50 25 0 0,-1 0-1 0 0,0 0 1 0 0,0 0-1 0 0,0-1 0 0 0,0 1 1 0 0,0 0-1 0 0,0 0 0 0 0,0 0 1 0 0,0 0-1 0 0,0 0 0 0 0,0 0 1 0 0,-1 0-1 0 0,1 0 1 0 0,0-1-1 0 0,-1 1 0 0 0,1 0 1 0 0,-1 0-1 0 0,1 0 0 0 0,-1 1 1 0 0,1-1-1 0 0,-2-1 0 0 0,1 0-1 0 0,-2 3-4 0 0,-4 2 13 0 0,0 0 1 0 0,1 0-1 0 0,0 0 0 0 0,-1 1 1 0 0,2 0-1 0 0,-1 0 1 0 0,0 1-1 0 0,1 0 0 0 0,0 0 1 0 0,0 0-1 0 0,0 0 1 0 0,1 1-1 0 0,-1 0 0 0 0,-5 10 1 0 0,0 1 26 0 0,1 1-1 0 0,0 0 1 0 0,1 0 0 0 0,-7 25 0 0 0,14-37-18 0 0,-1 0 0 0 0,1 1 1 0 0,0-1-1 0 0,1 0 0 0 0,0 0 1 0 0,0 1-1 0 0,0-1 0 0 0,0 0 1 0 0,1 0-1 0 0,3 12 0 0 0,-3-14 6 0 0,1 0 0 0 0,-1 0 0 0 0,1-1 0 0 0,0 1 0 0 0,0 0 0 0 0,0-1 0 0 0,0 1 0 0 0,1-1 0 0 0,-1 0 0 0 0,1 1 0 0 0,0-1 0 0 0,0-1 0 0 0,0 1 0 0 0,1 0 0 0 0,-1-1 0 0 0,0 1 0 0 0,5 1 0 0 0,6 2 1 0 0,-1-1 0 0 0,1-1-1 0 0,1 0 1 0 0,-1 0 0 0 0,1-2 0 0 0,-1 0-1 0 0,1 0 1 0 0,0-2 0 0 0,-1 1 0 0 0,1-2-1 0 0,17-2 1 0 0,-10-1-638 0 0,0 0 0 0 0,0-1 1 0 0,-1-1-1 0 0,1-1 0 0 0,-1-1 1 0 0,34-18-1 0 0,-22 5-2290 0 0,-3-2-841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92 1812 0 0,'-252'36'8906'0'0,"407"-74"-7580"0"0,152-31-7117 0 0,-217 49 1942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105 397 348 0 0,'-21'9'2582'0'0,"0"1"-1"0"0,-26 16 1 0 0,45-25-2366 0 0,-10 7 1059 0 0,10-4-416 0 0,11-8-704 0 0,49-28 218 0 0,86-63 0 0 0,-90 56-356 0 0,-1-2-1 0 0,-3-3 0 0 0,-1-2 0 0 0,49-60 1 0 0,-94 102-14 0 0,0-2-23 0 0,1 0 0 0 0,-1 0 0 0 0,0 0 0 0 0,4-8-1 0 0,-7 12-7 0 0,-1 1 29 0 0,0 1-1 0 0,0 0 0 0 0,0 0 0 0 0,0 0 1 0 0,0 0-1 0 0,0-1 0 0 0,0 1 0 0 0,0 0 1 0 0,0 0-1 0 0,0 0 0 0 0,-1 0 0 0 0,1 0 1 0 0,0-1-1 0 0,0 1 0 0 0,0 0 0 0 0,0 0 1 0 0,0 0-1 0 0,0 0 0 0 0,-1 0 0 0 0,1 0 1 0 0,0 0-1 0 0,0 0 0 0 0,0-1 0 0 0,0 1 1 0 0,-1 0-1 0 0,1 0 0 0 0,0 0 0 0 0,0 0 1 0 0,0 0-1 0 0,0 0 0 0 0,-1 0 0 0 0,1 0 1 0 0,0 0-1 0 0,0 0 0 0 0,0 0 0 0 0,0 0 1 0 0,-1 0-1 0 0,1 0 0 0 0,0 0 0 0 0,0 1 1 0 0,-13 2-18 0 0,-8 7-59 0 0,3 2 70 0 0,1 0-1 0 0,-24 24 1 0 0,35-31 6 0 0,0 1 1 0 0,0 1-1 0 0,1-1 1 0 0,0 1-1 0 0,0 0 1 0 0,1 0-1 0 0,0 0 1 0 0,0 1-1 0 0,-4 11 1 0 0,7-14 1 0 0,0 0 0 0 0,0-1 1 0 0,1 1-1 0 0,0 0 0 0 0,-1 0 0 0 0,1 0 1 0 0,1 0-1 0 0,-1-1 0 0 0,1 1 1 0 0,0 0-1 0 0,0 0 0 0 0,0-1 1 0 0,1 1-1 0 0,0 0 0 0 0,-1-1 0 0 0,2 0 1 0 0,-1 1-1 0 0,5 5 0 0 0,4 6 18 0 0,2-1-1 0 0,0-1 0 0 0,22 20 1 0 0,-20-21-9 0 0,-1 0 0 0 0,16 21 0 0 0,-29-32 4 0 0,1 0 0 0 0,-1 0 1 0 0,1 0-1 0 0,-1 0 0 0 0,0 1 0 0 0,0-1 1 0 0,0 0-1 0 0,0 0 0 0 0,0 1 1 0 0,0-1-1 0 0,-1 1 0 0 0,1-1 0 0 0,-1 1 1 0 0,0-1-1 0 0,0 1 0 0 0,0-1 1 0 0,0 1-1 0 0,0-1 0 0 0,0 1 0 0 0,-1-1 1 0 0,1 1-1 0 0,-1-1 0 0 0,-1 4 1 0 0,0-3 8 0 0,1-1 1 0 0,-1 1 0 0 0,0-1-1 0 0,0 1 1 0 0,0-1 0 0 0,0 0-1 0 0,-1 0 1 0 0,1 0 0 0 0,-1 0-1 0 0,1-1 1 0 0,-1 1 0 0 0,1-1 0 0 0,-1 1-1 0 0,0-1 1 0 0,0 0 0 0 0,0 0-1 0 0,0 0 1 0 0,0-1 0 0 0,-4 2-1 0 0,-27 2 14 0 0,0-1 0 0 0,-1-2 0 0 0,1-1 0 0 0,-60-8 0 0 0,82 3-440 0 0,13-2-918 0 0,16-9-2768 0 0,-15 14 3429 0 0,10-7-2876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2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53 1680 0 0,'0'0'4078'0'0,"-13"6"-2272"0"0,6 4-1494 0 0,1 1 1 0 0,1 0-1 0 0,-1 0 1 0 0,2 0-1 0 0,0 1 1 0 0,0-1-1 0 0,1 1 1 0 0,-3 21-1 0 0,5-25-269 0 0,0 0 0 0 0,0 0-1 0 0,1 0 1 0 0,0 0 0 0 0,1 0 0 0 0,-1 0 0 0 0,2 0-1 0 0,-1 0 1 0 0,1 0 0 0 0,0 0 0 0 0,1 0-1 0 0,0-1 1 0 0,0 1 0 0 0,6 9 0 0 0,-6-14-30 0 0,0 1 0 0 0,1-1 1 0 0,-1 0-1 0 0,1 0 1 0 0,0 0-1 0 0,0 0 0 0 0,-1-1 1 0 0,2 0-1 0 0,-1 0 1 0 0,0 0-1 0 0,0 0 0 0 0,1-1 1 0 0,-1 1-1 0 0,1-1 1 0 0,-1 0-1 0 0,1 0 0 0 0,0-1 1 0 0,-1 0-1 0 0,1 1 1 0 0,0-2-1 0 0,7 0 0 0 0,4 0-1 0 0,0-1 0 0 0,-1-1 0 0 0,1-1-1 0 0,29-11 1 0 0,-31 10-22 0 0,-1-2 1 0 0,0 1-1 0 0,0-2 0 0 0,-1 1 0 0 0,0-2 1 0 0,0 0-1 0 0,-1 0 0 0 0,-1-1 1 0 0,1 0-1 0 0,16-23 0 0 0,-12 12 20 0 0,-2 0 1 0 0,0-1-1 0 0,-2-1 0 0 0,0 0 0 0 0,10-35 1 0 0,-6 19 388 0 0,-14 38-264 0 0,-2 1-133 0 0,0 1 0 0 0,0-1 1 0 0,0 1-1 0 0,1-1 1 0 0,-1 0-1 0 0,0 1 0 0 0,0 0 1 0 0,1-1-1 0 0,-1 1 0 0 0,0-1 1 0 0,1 1-1 0 0,-1 0 1 0 0,1 0-1 0 0,-1-1 0 0 0,1 1 1 0 0,-1 0-1 0 0,1 0 0 0 0,-1 1 1 0 0,-9 19 29 0 0,8-15-10 0 0,-206 497 2564 0 0,75-173-1481 0 0,109-272-973 0 0,-13 33 247 0 0,-80 141 1 0 0,110-221-302 0 0,-1 0 0 0 0,0 0-1 0 0,-18 18 1 0 0,22-25-23 0 0,-1-1-1 0 0,1 1 1 0 0,0-1-1 0 0,-1 0 1 0 0,0 0-1 0 0,1 0 1 0 0,-1 0-1 0 0,0-1 1 0 0,0 0-1 0 0,-1 0 1 0 0,-9 2-1 0 0,12-4-41 0 0,0 0 0 0 0,0 0 0 0 0,0 0 0 0 0,0 0 0 0 0,0 0 0 0 0,0-1-1 0 0,0 1 1 0 0,0-1 0 0 0,0 0 0 0 0,0 0 0 0 0,0 0 0 0 0,1 0 0 0 0,-1-1-1 0 0,0 1 1 0 0,1-1 0 0 0,-1 1 0 0 0,1-1 0 0 0,-1 0 0 0 0,1 0 0 0 0,0 0 0 0 0,0 0-1 0 0,0-1 1 0 0,0 1 0 0 0,0 0 0 0 0,0-1 0 0 0,-2-5 0 0 0,0 1-11 0 0,0-1 1 0 0,1 0 0 0 0,0 0-1 0 0,1-1 1 0 0,-1 1 0 0 0,2-1-1 0 0,-1 1 1 0 0,0-9 0 0 0,2 0-11 0 0,0 1 0 0 0,2-1 1 0 0,0 1-1 0 0,0 0 0 0 0,2 0 1 0 0,0 0-1 0 0,0 1 0 0 0,10-21 1 0 0,0 5-8 0 0,2 0 1 0 0,36-55 0 0 0,-10 31-18 0 0,1 2 0 0 0,3 1 0 0 0,3 3 0 0 0,91-73 0 0 0,242-140-234 0 0,-202 155-83 0 0,94-62-126 0 0,-269 167 454 0 0,-1-2 1 0 0,-1 1-1 0 0,1 0 0 0 0,0-1 0 0 0,-1 1 1 0 0,0-1-1 0 0,5-7 0 0 0,-8 10 19 0 0,0 1 0 0 0,0 0 0 0 0,1 0 0 0 0,-1-1 0 0 0,0 1 0 0 0,0 0 0 0 0,0-1 0 0 0,0 1 0 0 0,0 0 0 0 0,0-1 0 0 0,0 1 0 0 0,0 0 0 0 0,0-1-1 0 0,-1 1 1 0 0,1 0 0 0 0,0-1 0 0 0,0 1 0 0 0,0 0 0 0 0,0 0 0 0 0,0-1 0 0 0,0 1 0 0 0,-1 0 0 0 0,1-1 0 0 0,0 1 0 0 0,0 0 0 0 0,0 0 0 0 0,-1-1 0 0 0,1 1 0 0 0,0 0 0 0 0,0 0 0 0 0,-1 0 0 0 0,1 0 0 0 0,0-1 0 0 0,-1 1-1 0 0,1 0 1 0 0,0 0 0 0 0,0 0 0 0 0,-1 0 0 0 0,1 0 0 0 0,-1 0 0 0 0,-16-3 11 0 0,3 5-32 0 0,0 1 0 0 0,1 1 0 0 0,0 1 0 0 0,0 0 0 0 0,0 0 0 0 0,-23 14 0 0 0,29-14 18 0 0,0-1 1 0 0,0 1-1 0 0,0 0 0 0 0,0 1 1 0 0,1 0-1 0 0,0 0 0 0 0,0 0 1 0 0,1 0-1 0 0,0 1 0 0 0,0 0 1 0 0,0 0-1 0 0,1 1 0 0 0,-3 7 1 0 0,5-11 5 0 0,1 0 1 0 0,1 0 0 0 0,-1 0-1 0 0,1 0 1 0 0,-1 0 0 0 0,1 0 0 0 0,0 0-1 0 0,1-1 1 0 0,-1 1 0 0 0,1 0-1 0 0,-1 0 1 0 0,1 0 0 0 0,0 0-1 0 0,1-1 1 0 0,-1 1 0 0 0,1 0-1 0 0,-1-1 1 0 0,1 1 0 0 0,0-1-1 0 0,1 0 1 0 0,2 5 0 0 0,7 6 7 0 0,1 0 1 0 0,0-1-1 0 0,21 16 1 0 0,0 2-6 0 0,-22-19 0 0 0,-7-9 9 0 0,-1 1 0 0 0,0 0 0 0 0,0 0 0 0 0,0 0 1 0 0,0 0-1 0 0,-1 1 0 0 0,0 0 0 0 0,1-1 0 0 0,-2 1 0 0 0,1 0 0 0 0,-1 1 0 0 0,4 9 0 0 0,-6-14-6 0 0,-1 1 0 0 0,1-1-1 0 0,0 0 1 0 0,-1 1 0 0 0,1-1 0 0 0,-1 0 0 0 0,1 0-1 0 0,-1 0 1 0 0,0 1 0 0 0,1-1 0 0 0,-1 0-1 0 0,0 0 1 0 0,0 0 0 0 0,0 0 0 0 0,0 0 0 0 0,0 0-1 0 0,0 0 1 0 0,-2 1 0 0 0,-20 13 60 0 0,4-7-49 0 0,-1-2 0 0 0,0 0 0 0 0,0-1-1 0 0,0-2 1 0 0,-1 0 0 0 0,-27 1 0 0 0,16-1-25 0 0,30-3-115 0 0,-13-7-1621 0 0,16 5 1291 0 0,0 0 0 0 0,0 0 0 0 0,0 0 0 0 0,1 0 1 0 0,-1 0-1 0 0,1 0 0 0 0,0 0 0 0 0,-1 0 0 0 0,1 1 1 0 0,0-1-1 0 0,4-2 0 0 0,2-2-1687 0 0,6-7-2647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3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57 1488 0 0,'-14'-57'10668'0'0,"1"64"-9717"0"0,9-2-750 0 0,0 0 0 0 0,0 1 0 0 0,1-1 0 0 0,0 1 0 0 0,-1 0 0 0 0,2 0 0 0 0,-1 0 0 0 0,1 0-1 0 0,-2 8 1 0 0,0-3 22 0 0,-44 127 1279 0 0,-55 273-1 0 0,100-397-1597 0 0,1-1 1 0 0,1 1-1 0 0,0 0 0 0 0,1 0 0 0 0,0-1 0 0 0,4 23 0 0 0,-4-33-136 0 0,1 0 0 0 0,0 1 0 0 0,0-1 0 0 0,1 0 1 0 0,-1 0-1 0 0,1 0 0 0 0,-1 0 0 0 0,1 0 0 0 0,0 0 0 0 0,0 0 0 0 0,0-1 0 0 0,1 1 1 0 0,2 3-1 0 0,-2-5-219 0 0,0 1 1 0 0,0 0 0 0 0,0 0-1 0 0,1-1 1 0 0,-1 0-1 0 0,0 1 1 0 0,0-1 0 0 0,1-1-1 0 0,-1 1 1 0 0,1 0 0 0 0,-1-1-1 0 0,1 0 1 0 0,-1 1-1 0 0,1-1 1 0 0,5-1 0 0 0,13-2-4365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3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246 169 2076 0 0,'2'-10'8646'0'0,"-4"11"-8569"0"0,1 0-1 0 0,0-1 0 0 0,-1 1 1 0 0,1 0-1 0 0,0 0 0 0 0,-1 0 1 0 0,1 0-1 0 0,0 0 0 0 0,0 0 1 0 0,0 0-1 0 0,0 0 1 0 0,0 1-1 0 0,0-1 0 0 0,0 0 1 0 0,1 1-1 0 0,-1-1 0 0 0,0 0 1 0 0,1 1-1 0 0,-1-1 0 0 0,1 1 1 0 0,0-1-1 0 0,-1 1 0 0 0,1-1 1 0 0,0 3-1 0 0,0-2 24 0 0,4 2 102 0 0,-4-4-185 0 0,0 1 0 0 0,1 0 0 0 0,-1-1 0 0 0,1 1 0 0 0,-1-1 0 0 0,1 1 0 0 0,-1 0 0 0 0,1-1 0 0 0,-1 1 0 0 0,1-1 0 0 0,0 1 0 0 0,-1-1 0 0 0,1 0 1 0 0,0 1-1 0 0,-1-1 0 0 0,1 0 0 0 0,0 1 0 0 0,0-1 0 0 0,-1 0 0 0 0,1 0 0 0 0,0 0 0 0 0,0 0 0 0 0,-1 1 0 0 0,3-1 0 0 0,1 0 1 0 0,0 0 0 0 0,0 0 0 0 0,1-1-1 0 0,-1 1 1 0 0,0-1 0 0 0,0 0 0 0 0,0 0 0 0 0,0-1-1 0 0,0 1 1 0 0,0-1 0 0 0,0 1 0 0 0,0-1-1 0 0,0-1 1 0 0,-1 1 0 0 0,1 0 0 0 0,-1-1 0 0 0,0 0-1 0 0,0 0 1 0 0,0 0 0 0 0,0 0 0 0 0,0 0 0 0 0,0 0-1 0 0,-1-1 1 0 0,0 0 0 0 0,0 1 0 0 0,0-1-1 0 0,2-5 1 0 0,0 1-14 0 0,-1-1 0 0 0,-1 0 0 0 0,0 0-1 0 0,0 1 1 0 0,0-1 0 0 0,0-12 0 0 0,-2 18-16 0 0,0 0 0 0 0,0 0 0 0 0,0 0 1 0 0,0 0-1 0 0,0 0 0 0 0,-1 0 0 0 0,1 0 0 0 0,-1 0 1 0 0,0 0-1 0 0,0 1 0 0 0,0-1 0 0 0,0 0 0 0 0,-1 1 1 0 0,1-1-1 0 0,0 0 0 0 0,-1 1 0 0 0,0 0 1 0 0,0-1-1 0 0,0 1 0 0 0,0 0 0 0 0,0 0 0 0 0,-3-3 1 0 0,1 4-1 0 0,1 0 1 0 0,0 0 0 0 0,-1 0 0 0 0,1 1 0 0 0,-1-1 0 0 0,1 1 0 0 0,-1 0 0 0 0,1 0-1 0 0,-1 0 1 0 0,1 0 0 0 0,-1 0 0 0 0,1 1 0 0 0,-1 0 0 0 0,-4 1 0 0 0,6-1 10 0 0,-9 2 1 0 0,0 1-1 0 0,0 0 0 0 0,0 0 0 0 0,0 2 1 0 0,1-1-1 0 0,0 1 0 0 0,-12 9 1 0 0,1 2 58 0 0,1 0 0 0 0,-20 22 1 0 0,25-24-12 0 0,1 1 1 0 0,1 1 0 0 0,-16 25-1 0 0,26-36-28 0 0,-1 0 0 0 0,1 0 0 0 0,0 0 0 0 0,1 1 0 0 0,-1-1 0 0 0,2 1 0 0 0,-1-1 0 0 0,0 1 0 0 0,1 0 0 0 0,1 0 0 0 0,-1-1 0 0 0,1 1-1 0 0,0 0 1 0 0,2 11 0 0 0,-1-15-7 0 0,0 0 0 0 0,0 0 0 0 0,0 0-1 0 0,1-1 1 0 0,-1 1 0 0 0,1 0 0 0 0,0-1-1 0 0,0 1 1 0 0,0-1 0 0 0,0 1 0 0 0,0-1-1 0 0,1 0 1 0 0,-1 0 0 0 0,1 0 0 0 0,-1 0-1 0 0,1 0 1 0 0,0-1 0 0 0,0 1 0 0 0,0-1-1 0 0,0 0 1 0 0,0 0 0 0 0,0 0 0 0 0,0 0-1 0 0,4 0 1 0 0,4 2-200 0 0,0-2-1 0 0,0 1 1 0 0,0-1-1 0 0,0-1 0 0 0,20-1 1 0 0,-11-2-1066 0 0,1-1 1 0 0,-1 0-1 0 0,0-2 0 0 0,0 0 1 0 0,19-10-1 0 0,-8 2-2072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4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43 1260 0 0,'18'-42'9090'0'0,"-16"66"-8121"0"0,-28 177 1456 0 0,15-133-2089 0 0,11-68-331 0 0,-1 4 104 0 0,1-1 0 0 0,0 0 0 0 0,-1 0 0 0 0,0 1-1 0 0,0-1 1 0 0,0 0 0 0 0,0 0 0 0 0,0 0 0 0 0,0 0 0 0 0,-1 0 0 0 0,0-1 0 0 0,1 1 0 0 0,-4 3-1 0 0,4-5 18 0 0,0-2-108 0 0,0 1-1 0 0,0-1 0 0 0,1 0 0 0 0,-1 0 0 0 0,0 1 0 0 0,0-1 0 0 0,0 0 0 0 0,1 0 0 0 0,-1 0 0 0 0,0 0 0 0 0,1 0 0 0 0,-2-1 0 0 0,1-8-24 0 0,0-1-1 0 0,1 0 0 0 0,0 1 0 0 0,0-1 0 0 0,1 1 1 0 0,1-1-1 0 0,-1 1 0 0 0,2-1 0 0 0,0 1 0 0 0,0 0 0 0 0,0 0 1 0 0,2 0-1 0 0,-1 0 0 0 0,1 1 0 0 0,7-10 0 0 0,-8 11-6 0 0,2 1-1 0 0,-1-1 0 0 0,1 1 1 0 0,0 0-1 0 0,0 1 1 0 0,1 0-1 0 0,-1 0 0 0 0,2 0 1 0 0,-1 1-1 0 0,0 0 1 0 0,1 0-1 0 0,0 1 0 0 0,0 0 1 0 0,1 0-1 0 0,-1 1 1 0 0,1 0-1 0 0,0 1 0 0 0,10-2 1 0 0,-14 3 13 0 0,0 1 0 0 0,1 0 0 0 0,-1 0 0 0 0,0 1-1 0 0,0-1 1 0 0,0 1 0 0 0,1 1 0 0 0,-1-1 0 0 0,0 0 0 0 0,0 1 0 0 0,0 0 0 0 0,-1 0 0 0 0,1 1 0 0 0,0 0 0 0 0,-1-1 0 0 0,0 1 0 0 0,1 1 0 0 0,-1-1 0 0 0,0 1 0 0 0,-1-1 0 0 0,1 1 0 0 0,-1 0 0 0 0,0 0 0 0 0,0 1-1 0 0,0-1 1 0 0,0 1 0 0 0,-1-1 0 0 0,3 7 0 0 0,-1-2 15 0 0,0 0-1 0 0,-1 1 0 0 0,0 0 0 0 0,-1-1 0 0 0,0 1 1 0 0,-1 0-1 0 0,0 0 0 0 0,0 0 0 0 0,-1 1 1 0 0,0-1-1 0 0,-1 0 0 0 0,0 0 0 0 0,-4 16 0 0 0,1-12 15 0 0,3-7 0 0 0,-1-1 0 0 0,0 1-1 0 0,0 0 1 0 0,-1-1-1 0 0,1 0 1 0 0,-1 0 0 0 0,-1 0-1 0 0,1 0 1 0 0,-6 6-1 0 0,7-15-24 0 0,1 3-3 0 0,1 0 0 0 0,0 0 0 0 0,0 0 0 0 0,0 0-1 0 0,-1 0 1 0 0,1 0 0 0 0,0-1 0 0 0,0 1 0 0 0,0 0 0 0 0,-1 0 0 0 0,1 0 0 0 0,0 0 0 0 0,0 0 0 0 0,0 0 0 0 0,0-1 0 0 0,0 1 0 0 0,-1 0 0 0 0,1 0 0 0 0,0 0 0 0 0,0-1 0 0 0,0 1 0 0 0,0 0 0 0 0,0 0 0 0 0,0 0 0 0 0,0-1 0 0 0,0 1 0 0 0,0 0 0 0 0,0 0 0 0 0,0 0 0 0 0,0-1 0 0 0,0 1-1 0 0,0 0 1 0 0,0 0 0 0 0,0 0 0 0 0,0-1 0 0 0,0 1 0 0 0,0 0 0 0 0,0 0 0 0 0,0 0 0 0 0,0-1 0 0 0,4-12-17 0 0,0 0 1 0 0,0 1-1 0 0,2-1 0 0 0,-1 1 1 0 0,2 0-1 0 0,0 1 0 0 0,10-15 1 0 0,7-5-31 0 0,35-36 1 0 0,-37 45 35 0 0,0 1-1 0 0,2 1 1 0 0,0 1-1 0 0,1 1 1 0 0,35-19-1 0 0,-60 37 12 0 0,3-2-4 0 0,-1 1 1 0 0,1 0-1 0 0,0 0 1 0 0,0 0-1 0 0,0 0 0 0 0,0 0 1 0 0,0 0-1 0 0,3 0 1 0 0,25 0-2 0 0,-21 8 10 0 0,-6-3-2 0 0,-2-2 16 0 0,1 1 1 0 0,-1 0-1 0 0,0 0 0 0 0,0 0 0 0 0,0 0 1 0 0,0 0-1 0 0,0 1 0 0 0,-1-1 0 0 0,1 1 1 0 0,-1-1-1 0 0,0 1 0 0 0,0-1 1 0 0,0 1-1 0 0,-1 0 0 0 0,0-1 0 0 0,1 1 1 0 0,-1 0-1 0 0,0-1 0 0 0,0 1 0 0 0,-1 0 1 0 0,0 4-1 0 0,-2 7 201 0 0,0 1 1 0 0,-1-1-1 0 0,-9 25 1 0 0,-2-3 24 0 0,3-9-92 0 0,2 1-1 0 0,-8 33 1 0 0,18-61-143 0 0,0 0 0 0 0,-1 0 0 0 0,1 0 0 0 0,0 1 0 0 0,0-1 0 0 0,0 0 0 0 0,0 0 0 0 0,0 0 0 0 0,0 0 0 0 0,1 0 0 0 0,-1 0 0 0 0,0 0 0 0 0,0 0 0 0 0,1 1 0 0 0,-1-1 0 0 0,1 0 0 0 0,-1 0 0 0 0,1 0 0 0 0,-1-1 0 0 0,1 1 0 0 0,0 0 0 0 0,-1 0 0 0 0,1 0 1 0 0,0 0-1 0 0,0 0 0 0 0,0-1 0 0 0,0 1 0 0 0,-1 0 0 0 0,1-1 0 0 0,0 1 0 0 0,0-1 0 0 0,0 1 0 0 0,0-1 0 0 0,0 0 0 0 0,1 1 0 0 0,-1-1 0 0 0,0 0 0 0 0,0 1 0 0 0,0-1 0 0 0,0 0 0 0 0,2 0 0 0 0,4 0-13 0 0,0 0 0 0 0,-1 0 1 0 0,1 0-1 0 0,0-1 0 0 0,9-2 1 0 0,-7 1-201 0 0,0-1 1 0 0,-1 0 0 0 0,1-1 0 0 0,-1 0-1 0 0,0 0 1 0 0,0-1 0 0 0,0 0 0 0 0,0 0-1 0 0,6-7 1 0 0,2-2-2538 0 0,-1-1-1 0 0,24-32 0 0 0,-22 24-2714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4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74 1920 0 0,'-201'0'8273'0'0,"83"-2"-3383"0"0,99 0-3968 0 0,25-4-247 0 0,8 0-535 0 0,110-14-1751 0 0,138-4-1 0 0,-144 16-3558 0 0,-45 2-853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5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261 440 1484 0 0,'-10'-21'1972'0'0,"0"0"1"0"0,-1 1-1 0 0,-20-26 1 0 0,30 45-1953 0 0,1 0 0 0 0,-1 1 1 0 0,1-1-1 0 0,-1 0 0 0 0,1 1 1 0 0,-1-1-1 0 0,0 1 1 0 0,1-1-1 0 0,-1 1 0 0 0,0-1 1 0 0,1 1-1 0 0,-1 0 1 0 0,0-1-1 0 0,0 1 0 0 0,1 0 1 0 0,-1-1-1 0 0,0 1 1 0 0,0 0-1 0 0,0 0 0 0 0,1 0 1 0 0,-1 0-1 0 0,0 0 1 0 0,0 0-1 0 0,-1 0 0 0 0,0 0 2 0 0,0 1-1 0 0,0-1 1 0 0,0 1-1 0 0,0 0 1 0 0,1 0 0 0 0,-1 0-1 0 0,0 0 1 0 0,0 0-1 0 0,-2 2 1 0 0,-3 3 28 0 0,1 0 1 0 0,0 0 0 0 0,-7 11 0 0 0,-13 17 59 0 0,-26 46 1 0 0,44-66-93 0 0,1 0 0 0 0,0 0 1 0 0,1 1-1 0 0,1 0 0 0 0,0 0 1 0 0,-4 28-1 0 0,9-41-4 0 0,-1 0 1 0 0,1 1-1 0 0,0-1 0 0 0,-1 0 0 0 0,1 1 1 0 0,1-1-1 0 0,-1 1 0 0 0,0-1 1 0 0,1 0-1 0 0,-1 1 0 0 0,1-1 0 0 0,-1 0 1 0 0,1 1-1 0 0,0-1 0 0 0,0 0 1 0 0,0 0-1 0 0,1 0 0 0 0,-1 0 0 0 0,0 0 1 0 0,1 0-1 0 0,-1 0 0 0 0,3 2 1 0 0,-1-2-10 0 0,0 0-1 0 0,0-1 1 0 0,1 1 0 0 0,-1-1 0 0 0,1 0 0 0 0,-1 1 0 0 0,1-2 0 0 0,-1 1 0 0 0,1 0 0 0 0,-1-1 0 0 0,1 1 0 0 0,0-1 0 0 0,-1 0 0 0 0,5-1 0 0 0,4 0 0 0 0,0 0 0 0 0,0-1 0 0 0,0 0 0 0 0,-1-1 0 0 0,1-1 0 0 0,-1 1 0 0 0,0-2 0 0 0,0 0 0 0 0,0 0 0 0 0,18-13 0 0 0,-16 9-10 0 0,-1-1 0 0 0,0 0 0 0 0,-1-1 0 0 0,0-1 0 0 0,-1 1 0 0 0,0-2 1 0 0,16-25-1 0 0,-18 24 1 0 0,0 0 0 0 0,-1-1 1 0 0,-1 0-1 0 0,0 0 0 0 0,-1-1 1 0 0,-1 1-1 0 0,0-1 0 0 0,-1 0 1 0 0,-1 0-1 0 0,-1-1 0 0 0,0 1 1 0 0,-1 0-1 0 0,0 0 0 0 0,-2-1 1 0 0,0 1-1 0 0,0 0 0 0 0,-7-18 1 0 0,8 30-2 0 0,0 0 1 0 0,-1 0-1 0 0,1 0 1 0 0,-1 1-1 0 0,0-1 1 0 0,0 0-1 0 0,0 1 1 0 0,-1 0 0 0 0,1 0-1 0 0,-1-1 1 0 0,0 1-1 0 0,0 1 1 0 0,0-1-1 0 0,0 0 1 0 0,0 1-1 0 0,-1 0 1 0 0,1-1-1 0 0,-7-2 1 0 0,5 4-4 0 0,1 0 0 0 0,-1 0 0 0 0,1 0-1 0 0,-1 1 1 0 0,1-1 0 0 0,-1 1 0 0 0,1 0 0 0 0,-1 1 0 0 0,0-1 0 0 0,1 1 0 0 0,-1 0 0 0 0,1 0-1 0 0,0 0 1 0 0,-1 0 0 0 0,1 1 0 0 0,-8 4 0 0 0,1 0 12 0 0,-1 1 0 0 0,1 1 0 0 0,0 0 1 0 0,1 0-1 0 0,0 1 0 0 0,0 0 0 0 0,1 1 0 0 0,0 0 0 0 0,-11 17 0 0 0,10-11 8 0 0,1-1 0 0 0,0 1-1 0 0,1 1 1 0 0,0 0-1 0 0,2 0 1 0 0,-7 24 0 0 0,11-32-8 0 0,0-1 0 0 0,1 1 0 0 0,0-1 0 0 0,0 1 1 0 0,1-1-1 0 0,0 1 0 0 0,1 0 0 0 0,0-1 0 0 0,0 1 0 0 0,1-1 1 0 0,0 0-1 0 0,4 9 0 0 0,-4-12 4 0 0,0 0-1 0 0,1 0 1 0 0,0 0 0 0 0,0-1-1 0 0,0 1 1 0 0,0-1 0 0 0,1 0 0 0 0,0 0-1 0 0,0 0 1 0 0,0 0 0 0 0,0-1 0 0 0,0 0-1 0 0,1 0 1 0 0,0 0 0 0 0,-1 0-1 0 0,1-1 1 0 0,0 1 0 0 0,0-1 0 0 0,10 2-1 0 0,4 0 1 0 0,-1-1 0 0 0,1-1 0 0 0,-1-1 0 0 0,1-1-1 0 0,0 0 1 0 0,-1-1 0 0 0,1-1 0 0 0,28-7-1 0 0,-13 1-3 0 0,-1-2 0 0 0,-1-1 0 0 0,56-27 0 0 0,-65 26 13 0 0,-1-1 0 0 0,-1-1-1 0 0,0-1 1 0 0,0-1-1 0 0,-2-1 1 0 0,0 0-1 0 0,-1-2 1 0 0,-1 0 0 0 0,-1-1-1 0 0,-1 0 1 0 0,0-1-1 0 0,-2-1 1 0 0,0-1-1 0 0,-1 1 1 0 0,-2-2 0 0 0,0 0-1 0 0,-2 0 1 0 0,0 0-1 0 0,-2-1 1 0 0,-1 0-1 0 0,3-36 1 0 0,-7 56 7 0 0,-1 0-1 0 0,-1 1 0 0 0,1-1 1 0 0,-1 0-1 0 0,1 1 1 0 0,-3-6-1 0 0,3 9-20 0 0,0 0-1 0 0,0 1 1 0 0,-1-1-1 0 0,1 1 1 0 0,0-1-1 0 0,-1 0 1 0 0,1 1-1 0 0,0-1 1 0 0,-1 1-1 0 0,1-1 1 0 0,-1 1-1 0 0,1-1 1 0 0,-1 1 0 0 0,1-1-1 0 0,-1 1 1 0 0,1 0-1 0 0,-1-1 1 0 0,1 1-1 0 0,-1 0 1 0 0,0-1-1 0 0,0 1-1 0 0,0 0-1 0 0,0 0 0 0 0,0 0 1 0 0,0 0-1 0 0,0 1 1 0 0,0-1-1 0 0,0 0 0 0 0,1 0 1 0 0,-1 1-1 0 0,0-1 0 0 0,0 1 1 0 0,0-1-1 0 0,1 0 1 0 0,-1 1-1 0 0,0 0 0 0 0,0-1 1 0 0,1 1-1 0 0,-1-1 1 0 0,0 1-1 0 0,0 1 0 0 0,-7 7-1 0 0,-1 1 0 0 0,2 1 0 0 0,-1 0 0 0 0,1 0 0 0 0,-6 14 0 0 0,-26 66 47 0 0,26-59-50 0 0,-137 392 335 0 0,25 9 574 0 0,83-280-622 0 0,-3 9 203 0 0,-40 285 1 0 0,84-436-455 0 0,-1-1 19 0 0,1 0 1 0 0,0 0-1 0 0,1 0 1 0 0,1 12 0 0 0,-1-20-34 0 0,0 0 0 0 0,0 0 0 0 0,1 0 0 0 0,-1 0 0 0 0,0-1 0 0 0,1 1 0 0 0,0 0 0 0 0,-1 0 0 0 0,1-1 0 0 0,0 1 0 0 0,0 0 0 0 0,0-1 0 0 0,0 1 0 0 0,0-1 0 0 0,0 0 0 0 0,0 1 1 0 0,1-1-1 0 0,-1 0 0 0 0,0 1 0 0 0,1-1 0 0 0,-1 0 0 0 0,1 0 0 0 0,0 0 0 0 0,-1 0 0 0 0,1-1 0 0 0,0 1 0 0 0,-1 0 0 0 0,1-1 0 0 0,0 1 0 0 0,2 0 0 0 0,6-1 4 0 0,0 0 0 0 0,0 0-1 0 0,0-1 1 0 0,1 0 0 0 0,-1-1-1 0 0,0 0 1 0 0,-1 0 0 0 0,1-1-1 0 0,0-1 1 0 0,-1 0 0 0 0,1 0-1 0 0,-1 0 1 0 0,-1-1 0 0 0,1-1-1 0 0,15-12 1 0 0,-12 9-15 0 0,1-2 0 0 0,-2 0 0 0 0,0 0 0 0 0,0-1 0 0 0,-1 0 0 0 0,-1-1 0 0 0,0 0 0 0 0,0-1-1 0 0,11-26 1 0 0,-15 25 3 0 0,0 1 0 0 0,0-1-1 0 0,-2 0 1 0 0,0 0 0 0 0,-1-1-1 0 0,0 1 1 0 0,-1-1 0 0 0,-1 1 0 0 0,0-1-1 0 0,-1 1 1 0 0,-1-1 0 0 0,-1 1-1 0 0,0 0 1 0 0,-9-27 0 0 0,4 21 23 0 0,-1 1 1 0 0,-1 0-1 0 0,-1 1 1 0 0,-1 0 0 0 0,0 1-1 0 0,-2 0 1 0 0,0 1 0 0 0,-1 0-1 0 0,-29-25 1 0 0,-62-37 53 0 0,66 51-67 0 0,-40-36 1 0 0,78 62-82 0 0,0 0 1 0 0,0 0-1 0 0,0 0 1 0 0,0 0-1 0 0,0 0 1 0 0,1 0-1 0 0,-1 0 1 0 0,1-1-1 0 0,0 1 1 0 0,0 0-1 0 0,0-1 1 0 0,0 1-1 0 0,0-1 1 0 0,0 1-1 0 0,1-1 1 0 0,-1 0-1 0 0,1 1 1 0 0,-1-1-1 0 0,1 0 1 0 0,0 1-1 0 0,0-1 0 0 0,1 0 1 0 0,-1 1-1 0 0,0-1 1 0 0,1 1-1 0 0,0-1 1 0 0,-1 0-1 0 0,1 1 1 0 0,0-1-1 0 0,0 1 1 0 0,1 0-1 0 0,2-5 1 0 0,3-3-1098 0 0,1 0-1 0 0,0 0 1 0 0,0 1 0 0 0,1 0 0 0 0,17-12 0 0 0,2-2-3683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97 932 0 0,'-12'-4'3167'0'0,"3"4"-554"0"0,6 0-2257 0 0,0-1-1 0 0,0 1 0 0 0,0 0 0 0 0,-1 1 0 0 0,1-1 1 0 0,0 1-1 0 0,-4 0 0 0 0,6 0-335 0 0,0-1-1 0 0,1 1 1 0 0,-1-1-1 0 0,0 0 1 0 0,1 1 0 0 0,-1-1-1 0 0,1 1 1 0 0,-1 0 0 0 0,1-1-1 0 0,-1 1 1 0 0,1-1-1 0 0,-1 1 1 0 0,1 0 0 0 0,0-1-1 0 0,-1 1 1 0 0,1 0 0 0 0,0 0-1 0 0,0-1 1 0 0,-1 1 0 0 0,1 0-1 0 0,0 0 1 0 0,0-1-1 0 0,0 1 1 0 0,0 0 0 0 0,0 0-1 0 0,0-1 1 0 0,0 1 0 0 0,0 0-1 0 0,0 0 1 0 0,0-1 0 0 0,1 1-1 0 0,-1 0 1 0 0,0 0-1 0 0,0-1 1 0 0,1 1 0 0 0,-1 0-1 0 0,1-1 1 0 0,0 2 0 0 0,0 0 10 0 0,0 0 0 0 0,0 0 0 0 0,1 0 0 0 0,-1 0 0 0 0,1 0 0 0 0,-1-1 0 0 0,1 1 1 0 0,0-1-1 0 0,0 1 0 0 0,-1-1 0 0 0,1 1 0 0 0,0-1 0 0 0,0 0 0 0 0,0 0 0 0 0,1 0 0 0 0,-1 0 1 0 0,0 0-1 0 0,0-1 0 0 0,0 1 0 0 0,1-1 0 0 0,-1 1 0 0 0,0-1 0 0 0,1 0 0 0 0,-1 0 0 0 0,0 0 1 0 0,1 0-1 0 0,-1 0 0 0 0,0-1 0 0 0,4 0 0 0 0,-1 0-18 0 0,-1 0-1 0 0,0 0 1 0 0,0 0-1 0 0,0 0 1 0 0,0-1 0 0 0,0 1-1 0 0,0-1 1 0 0,0 0-1 0 0,0-1 1 0 0,-1 1-1 0 0,1 0 1 0 0,-1-1 0 0 0,1 0-1 0 0,-1 0 1 0 0,5-6-1 0 0,-6 5-11 0 0,0 1-1 0 0,0-1 0 0 0,-1 1 0 0 0,1-1 0 0 0,-1 0 1 0 0,1 0-1 0 0,-1 0 0 0 0,-1 0 0 0 0,1 0 0 0 0,-1 0 1 0 0,1 0-1 0 0,-1 0 0 0 0,0 0 0 0 0,-1-7 0 0 0,0 9-1 0 0,1 0-1 0 0,-1-1 0 0 0,1 1 1 0 0,-1 0-1 0 0,0 0 1 0 0,0-1-1 0 0,0 1 0 0 0,-1 0 1 0 0,1 0-1 0 0,0 0 0 0 0,-1 1 1 0 0,1-1-1 0 0,-1 0 0 0 0,1 0 1 0 0,-1 1-1 0 0,0-1 0 0 0,0 1 1 0 0,0 0-1 0 0,0-1 1 0 0,0 1-1 0 0,0 0 0 0 0,0 0 1 0 0,0 0-1 0 0,-1 1 0 0 0,1-1 1 0 0,-4 0-1 0 0,-1 0-5 0 0,0 0 0 0 0,0 1 0 0 0,0 0 0 0 0,-1 0 0 0 0,1 1 0 0 0,0 0 0 0 0,0 0 0 0 0,0 1 0 0 0,0 0-1 0 0,0 0 1 0 0,1 1 0 0 0,-1-1 0 0 0,-11 8 0 0 0,-4 3 5 0 0,0 1 0 0 0,-28 24-1 0 0,21-13 37 0 0,0 1-1 0 0,-38 46 1 0 0,55-58-24 0 0,1 1 0 0 0,0 0 0 0 0,1 1 0 0 0,1 0 0 0 0,0 1 0 0 0,2 0 0 0 0,-9 25 0 0 0,15-39 8 0 0,0 0 0 0 0,0 0 0 0 0,0 1 0 0 0,1-1 0 0 0,-1 0 0 0 0,1 1 0 0 0,0-1 0 0 0,0 1 0 0 0,0-1-1 0 0,0 0 1 0 0,1 1 0 0 0,0-1 0 0 0,-1 0 0 0 0,1 1 0 0 0,0-1 0 0 0,0 0 0 0 0,1 0 0 0 0,-1 0 0 0 0,1 0 0 0 0,-1 0 0 0 0,1 0 0 0 0,0 0 0 0 0,0-1 0 0 0,1 1 0 0 0,-1-1 0 0 0,0 1 0 0 0,1-1 0 0 0,-1 0 0 0 0,1 0 0 0 0,0 0 0 0 0,0 0 0 0 0,0-1 0 0 0,0 1 0 0 0,0-1 0 0 0,0 1 0 0 0,0-1 0 0 0,0 0 0 0 0,1 0 0 0 0,-1-1 0 0 0,6 2 0 0 0,11 0 7 0 0,0 0 0 0 0,1-1 1 0 0,-1-1-1 0 0,25-4 0 0 0,80-17-100 0 0,-76 12 131 0 0,-19-3-261 0 0,-28 11-10 0 0,19-7-5679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99 1600 0 0,'4'-7'997'0'0,"0"0"0"0"0,-1 0 0 0 0,0 0 0 0 0,0-1 0 0 0,0 0 0 0 0,-1 1 0 0 0,0-1 0 0 0,-1 0 0 0 0,1-12 0 0 0,-2 19-972 0 0,-1 0 0 0 0,1 1 0 0 0,-1-1 0 0 0,1 0 0 0 0,-1 1 0 0 0,1-1-1 0 0,-1 0 1 0 0,0 1 0 0 0,1-1 0 0 0,-1 1 0 0 0,0-1 0 0 0,0 1 0 0 0,1-1 0 0 0,-1 1 0 0 0,0-1 0 0 0,0 1 0 0 0,0 0 0 0 0,0-1 0 0 0,1 1 0 0 0,-1 0 0 0 0,0 0 0 0 0,0 0 0 0 0,0 0 0 0 0,0 0 0 0 0,0 0 0 0 0,0 0 0 0 0,0 0 0 0 0,0 0 0 0 0,1 0 0 0 0,-1 0 0 0 0,0 1 0 0 0,0-1 0 0 0,-1 1-1 0 0,-14 7 35 0 0,0 0 0 0 0,1 1 0 0 0,1 1 0 0 0,-1 1 0 0 0,1 0-1 0 0,1 0 1 0 0,-12 15 0 0 0,2-1-6 0 0,1 1-1 0 0,-34 53 1 0 0,51-71-26 0 0,0 1-1 0 0,0 0 1 0 0,1 0 0 0 0,0 0-1 0 0,1 0 1 0 0,0 1 0 0 0,-3 18-1 0 0,5-26-20 0 0,1 1 0 0 0,0-1 0 0 0,0 0 0 0 0,0 1 0 0 0,0-1-1 0 0,1 0 1 0 0,-1 1 0 0 0,0-1 0 0 0,1 0 0 0 0,0 1 0 0 0,-1-1-1 0 0,1 0 1 0 0,0 0 0 0 0,0 0 0 0 0,0 0 0 0 0,1 0 0 0 0,-1 0-1 0 0,0 0 1 0 0,1 0 0 0 0,-1 0 0 0 0,1 0 0 0 0,0-1 0 0 0,0 1-1 0 0,-1-1 1 0 0,1 1 0 0 0,0-1 0 0 0,0 0 0 0 0,0 0 0 0 0,1 0-1 0 0,-1 0 1 0 0,0 0 0 0 0,0 0 0 0 0,1-1 0 0 0,-1 1 0 0 0,0-1-1 0 0,0 1 1 0 0,1-1 0 0 0,2 0 0 0 0,2 1-7 0 0,1-1 1 0 0,-1 0-1 0 0,0 0 1 0 0,0-1-1 0 0,0 0 1 0 0,-1 0 0 0 0,1-1-1 0 0,0 1 1 0 0,0-2-1 0 0,-1 1 1 0 0,1-1-1 0 0,-1 0 1 0 0,0 0-1 0 0,1 0 1 0 0,-2-1-1 0 0,1 0 1 0 0,0 0-1 0 0,-1-1 1 0 0,0 0-1 0 0,0 0 1 0 0,5-6-1 0 0,0-1 12 0 0,-1-1 0 0 0,0 1 0 0 0,-1-2 0 0 0,0 1 0 0 0,-2-1 0 0 0,1 0 0 0 0,-2 0 0 0 0,7-25 0 0 0,-8 28 166 0 0,0 0-4 0 0,-6 10-119 0 0,-3 6-31 0 0,-5 9 50 0 0,0 0 0 0 0,1 1 0 0 0,1 1 0 0 0,0-1 0 0 0,-6 19 0 0 0,-1 1 186 0 0,-169 412 1897 0 0,105-242-1669 0 0,29-79-275 0 0,-37 93-67 0 0,83-212-791 0 0,-3 10 341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7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40 138 2096 0 0,'49'-135'10392'0'0,"-48"132"-9909"0"0,-2 11-443 0 0,-1-1 1 0 0,1 1 0 0 0,-1-1 0 0 0,-1 1 0 0 0,-4 10 0 0 0,-1 5 8 0 0,-11 38 101 0 0,7-26-62 0 0,2 1 0 0 0,1 0 1 0 0,-6 59-1 0 0,14-92-77 0 0,1-1 1 0 0,0 1-1 0 0,0 0 1 0 0,0 0-1 0 0,1 0 1 0 0,-1 0-1 0 0,1 0 0 0 0,0 0 1 0 0,-1-1-1 0 0,1 1 1 0 0,0 0-1 0 0,3 4 1 0 0,-3-6-4 0 0,0 1 0 0 0,0-1 0 0 0,0 1 1 0 0,1-1-1 0 0,-1 0 0 0 0,1 0 0 0 0,-1 1 1 0 0,1-1-1 0 0,-1 0 0 0 0,1 0 0 0 0,-1-1 0 0 0,1 1 1 0 0,0 0-1 0 0,0 0 0 0 0,2 0 0 0 0,1 0-1 0 0,0-1-1 0 0,0 1 0 0 0,1-1 1 0 0,-1-1-1 0 0,0 1 0 0 0,0-1 1 0 0,0 1-1 0 0,0-1 0 0 0,0-1 0 0 0,0 1 1 0 0,0-1-1 0 0,0 0 0 0 0,4-2 1 0 0,8-5-29 0 0,-1-1 1 0 0,0 0-1 0 0,-1-1 0 0 0,-1-1 1 0 0,1 0-1 0 0,-2-1 1 0 0,0 0-1 0 0,17-23 1 0 0,-7 5-10 0 0,-2-1 1 0 0,-1-1-1 0 0,18-41 1 0 0,-10 16 77 0 0,-27 56-32 0 0,-2 5-60 0 0,-44 118 1197 0 0,1-6-658 0 0,38-94-425 0 0,0 0-1 0 0,1 1 0 0 0,-3 34 0 0 0,8-55-108 0 0,0 1-1 0 0,0 0 1 0 0,0 0 0 0 0,0 0 0 0 0,0-1 0 0 0,0 1 0 0 0,1 0-1 0 0,-1 0 1 0 0,0-1 0 0 0,1 1 0 0 0,0 0 0 0 0,-1-1 0 0 0,1 1-1 0 0,0 0 1 0 0,0-1 0 0 0,0 1 0 0 0,0-1 0 0 0,0 1 0 0 0,0-1-1 0 0,0 0 1 0 0,0 0 0 0 0,3 3 0 0 0,-1-3-120 0 0,0 1 0 0 0,-1-1 0 0 0,1 0 0 0 0,0 0 0 0 0,1 0 1 0 0,-1 0-1 0 0,0 0 0 0 0,0-1 0 0 0,0 1 0 0 0,0-1 0 0 0,6 0 0 0 0,6-1-663 0 0,-1 0 0 0 0,1-1 0 0 0,-1-1-1 0 0,22-7 1 0 0,1-3-1940 0 0,3-3-868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275 132 1308 0 0,'7'-7'908'0'0,"0"-1"1"0"0,-1 0-1 0 0,-1-1 1 0 0,1 1-1 0 0,-1-1 0 0 0,-1 0 1 0 0,1-1-1 0 0,-2 1 0 0 0,6-18 1 0 0,-9 26-874 0 0,0 0 1 0 0,0 0 0 0 0,0 0-1 0 0,0 0 1 0 0,0 0 0 0 0,0 0-1 0 0,0 0 1 0 0,0 0 0 0 0,0 0-1 0 0,0 0 1 0 0,-1 0-1 0 0,1 1 1 0 0,0-1 0 0 0,-1 0-1 0 0,1 0 1 0 0,0 0 0 0 0,-1 0-1 0 0,1 0 1 0 0,-1 1 0 0 0,1-1-1 0 0,-1 0 1 0 0,0 1 0 0 0,1-1-1 0 0,-1 0 1 0 0,0 1 0 0 0,0-1-1 0 0,1 0 1 0 0,-1 1 0 0 0,0 0-1 0 0,0-1 1 0 0,0 1 0 0 0,0-1-1 0 0,1 1 1 0 0,-1 0 0 0 0,0 0-1 0 0,0-1 1 0 0,0 1 0 0 0,0 0-1 0 0,0 0 1 0 0,0 0 0 0 0,0 0-1 0 0,0 0 1 0 0,0 0-1 0 0,0 0 1 0 0,0 0 0 0 0,0 1-1 0 0,-1-1 1 0 0,-6 2 13 0 0,-1 1 0 0 0,1 0 0 0 0,-1 0-1 0 0,1 0 1 0 0,0 1 0 0 0,0 1 0 0 0,-10 6 0 0 0,-48 41 117 0 0,42-31-102 0 0,1 1 0 0 0,-25 30 0 0 0,40-42-28 0 0,-1 1 0 0 0,2 0 1 0 0,0 0-1 0 0,0 1 0 0 0,1 0 0 0 0,1 0 1 0 0,-8 25-1 0 0,12-35-24 0 0,0 1 0 0 0,1 0 1 0 0,-1-1-1 0 0,1 1 0 0 0,0 0 1 0 0,0 0-1 0 0,0-1 0 0 0,0 1 0 0 0,0 0 1 0 0,1 0-1 0 0,-1 0 0 0 0,1-1 1 0 0,0 1-1 0 0,-1 0 0 0 0,1-1 1 0 0,0 1-1 0 0,1-1 0 0 0,-1 1 0 0 0,0-1 1 0 0,1 0-1 0 0,2 4 0 0 0,-1-4-4 0 0,-1 0-1 0 0,0 0 1 0 0,1-1-1 0 0,-1 1 0 0 0,1-1 1 0 0,-1 1-1 0 0,1-1 1 0 0,0 0-1 0 0,-1 0 0 0 0,1 0 1 0 0,0-1-1 0 0,0 1 1 0 0,0-1-1 0 0,0 1 0 0 0,0-1 1 0 0,-1 0-1 0 0,1 0 1 0 0,0 0-1 0 0,0 0 0 0 0,5-2 1 0 0,4-1-18 0 0,-1 0-1 0 0,1-1 1 0 0,-1 0-1 0 0,0-1 1 0 0,0-1 0 0 0,-1 1-1 0 0,1-2 1 0 0,-1 1-1 0 0,-1-2 1 0 0,1 1 0 0 0,-1-1-1 0 0,0 0 1 0 0,-1-1-1 0 0,12-16 1 0 0,-2 1-22 0 0,-1-2-1 0 0,-1 0 1 0 0,-2 0-1 0 0,19-47 1 0 0,-32 71-1 0 0,-18 27 6 0 0,-6 15 104 0 0,-18 42 1 0 0,35-68-44 0 0,1 0 1 0 0,0 0 0 0 0,1 0 0 0 0,1 1 0 0 0,0 0 0 0 0,1 0-1 0 0,0 15 1 0 0,1-27-43 0 0,1-1 0 0 0,0 0 0 0 0,0 1 0 0 0,0-1 0 0 0,1 0 0 0 0,-1 1 0 0 0,1-1 0 0 0,-1 0 0 0 0,1 0 0 0 0,0 1 0 0 0,0-1 0 0 0,0 0 0 0 0,0 0 0 0 0,0 0 0 0 0,0 0 0 0 0,0 0 0 0 0,1 0 0 0 0,-1 0 0 0 0,1-1 0 0 0,0 1 0 0 0,-1 0 0 0 0,1-1 0 0 0,0 1 0 0 0,0-1 0 0 0,0 0 0 0 0,0 0 0 0 0,0 0 0 0 0,0 0 0 0 0,0 0 0 0 0,0 0 0 0 0,1 0 0 0 0,-1-1 0 0 0,0 1 0 0 0,0-1 0 0 0,1 1 0 0 0,-1-1 0 0 0,0 0 0 0 0,1 0 0 0 0,-1 0 0 0 0,3-1 0 0 0,6 0-324 0 0,0 0 1 0 0,0-1 0 0 0,-1 0 0 0 0,1-1 0 0 0,-1 0 0 0 0,0-1 0 0 0,14-6 0 0 0,-10 1-600 0 0,0 1 0 0 0,0-2 0 0 0,-1 0 0 0 0,0 0 0 0 0,22-24 0 0 0,-9 3-1725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8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282 265 1648 0 0,'21'-54'4057'0'0,"23"-91"0"0"0,-29 93-1871 0 0,-15 52-2157 0 0,0-1-1 0 0,1 1 0 0 0,-1-1 0 0 0,0 1 0 0 0,0-1 0 0 0,0 0 0 0 0,1 1 0 0 0,-1-1 1 0 0,0 0-1 0 0,0 1 0 0 0,0-1 0 0 0,0 1 0 0 0,0-1 0 0 0,0 0 0 0 0,0 1 1 0 0,-1-1-1 0 0,1 0 0 0 0,0 1 0 0 0,0-1 0 0 0,-1 0 0 0 0,-7 5 380 0 0,-12 18-94 0 0,-6 21 289 0 0,2 0 0 0 0,-35 86 0 0 0,-20 102 478 0 0,59-169-914 0 0,7-23-59 0 0,-27 83 248 0 0,-26 134 0 0 0,64-244-445 0 0,0 0 1 0 0,0-1 0 0 0,1 1-1 0 0,1 0 1 0 0,1 13 0 0 0,-1-22-48 0 0,1 0 1 0 0,-1 0-1 0 0,1 0 1 0 0,0 0-1 0 0,-1 0 1 0 0,2 0-1 0 0,-1-1 1 0 0,0 1 0 0 0,0 0-1 0 0,1 0 1 0 0,-1-1-1 0 0,1 1 1 0 0,0-1-1 0 0,0 0 1 0 0,0 1-1 0 0,0-1 1 0 0,0 0-1 0 0,1 0 1 0 0,-1 0 0 0 0,0-1-1 0 0,1 1 1 0 0,0 0-1 0 0,-1-1 1 0 0,1 0-1 0 0,4 2 1 0 0,0-1-491 0 0,0 0 0 0 0,0-1 0 0 0,0 0-1 0 0,1 0 1 0 0,-1-1 0 0 0,0 0 0 0 0,1 0 0 0 0,-1-1 0 0 0,0 0 0 0 0,13-3 0 0 0,7-4-3169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71 144 580 0 0,'9'-15'1876'0'0,"-1"0"0"0"0,0-1-1 0 0,-2 0 1 0 0,1 0 0 0 0,-2-1 0 0 0,7-30 0 0 0,-12 45-1453 0 0,-2 4-268 0 0,-16 29 2 0 0,1 1 0 0 0,1 0 0 0 0,1 1 0 0 0,-13 49 0 0 0,21-62-96 0 0,1-2 1 0 0,1 1-1 0 0,-4 21 1 0 0,8-32-288 0 0,0 0 0 0 0,0 0 0 0 0,1 0 0 0 0,0 0 0 0 0,1 0 0 0 0,0 0 0 0 0,3 15 0 0 0,-3-22 72 0 0,-1 1 1 0 0,1-1-1 0 0,-1 1 0 0 0,1-1 1 0 0,0 0-1 0 0,0 1 0 0 0,-1-1 1 0 0,1 0-1 0 0,0 1 0 0 0,0-1 1 0 0,0 0-1 0 0,0 0 0 0 0,1 0 1 0 0,-1 0-1 0 0,0 0 0 0 0,0 0 1 0 0,1-1-1 0 0,-1 1 0 0 0,0 0 1 0 0,1-1-1 0 0,1 1 1 0 0,1 0-528 0 0,0 0 1 0 0,-1 0-1 0 0,1-1 1 0 0,0 1-1 0 0,0-1 1 0 0,5-1-1 0 0,8 0-2283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4 253 1572 0 0,'42'-58'7877'0'0,"-32"42"-5528"0"0,-10 37-1600 0 0,-40 96 625 0 0,40-116-1369 0 0,-4 13 104 0 0,0-1 0 0 0,1 2 0 0 0,1-1 0 0 0,-1 26 0 0 0,3-37-81 0 0,0 0 0 0 0,1 1 1 0 0,-1-1-1 0 0,1 0 0 0 0,0 0 0 0 0,-1 0 1 0 0,1 0-1 0 0,1 0 0 0 0,-1 0 0 0 0,0 0 0 0 0,1 0 1 0 0,2 4-1 0 0,-2-5-11 0 0,0-1-1 0 0,-1 1 1 0 0,1 0 0 0 0,0-1-1 0 0,0 0 1 0 0,0 1 0 0 0,0-1 0 0 0,1 0-1 0 0,-1 0 1 0 0,0 0 0 0 0,0 0-1 0 0,1-1 1 0 0,-1 1 0 0 0,0 0 0 0 0,1-1-1 0 0,-1 0 1 0 0,1 0 0 0 0,-1 0-1 0 0,3 0 1 0 0,5 0-10 0 0,-1-1-1 0 0,0-1 0 0 0,0 1 1 0 0,0-1-1 0 0,0-1 1 0 0,0 0-1 0 0,0 0 1 0 0,0-1-1 0 0,-1 0 0 0 0,0 0 1 0 0,0-1-1 0 0,0 0 1 0 0,0-1-1 0 0,-1 0 1 0 0,0 0-1 0 0,0 0 1 0 0,0-1-1 0 0,-1 0 0 0 0,9-13 1 0 0,-4 4-10 0 0,0-1-1 0 0,-1 0 1 0 0,-1-1-1 0 0,-1 0 1 0 0,0-1 0 0 0,-2 1-1 0 0,0-1 1 0 0,5-30 0 0 0,-10 43-6 0 0,0 1 0 0 0,0-1 0 0 0,-1 0 0 0 0,0 1-1 0 0,0-1 1 0 0,0 1 0 0 0,-1-1 0 0 0,0 0 0 0 0,0 1 0 0 0,0-1 0 0 0,-1 1 0 0 0,0 0 0 0 0,0 0 0 0 0,0-1 0 0 0,-1 1 0 0 0,0 0 0 0 0,0 1 0 0 0,0-1 0 0 0,0 0 0 0 0,-1 1 0 0 0,1 0-1 0 0,-1 0 1 0 0,0 0 0 0 0,-1 0 0 0 0,1 1 0 0 0,-1 0 0 0 0,1 0 0 0 0,-1 0 0 0 0,0 0 0 0 0,0 1 0 0 0,0-1 0 0 0,-1 1 0 0 0,1 1 0 0 0,0-1 0 0 0,-10-1 0 0 0,10 3 1 0 0,0 0 1 0 0,-1 0-1 0 0,1 0 0 0 0,0 1 1 0 0,0 0-1 0 0,0 0 1 0 0,0 0-1 0 0,0 1 0 0 0,0 0 1 0 0,0 0-1 0 0,1 0 1 0 0,-1 0-1 0 0,0 1 1 0 0,1-1-1 0 0,0 1 0 0 0,-4 4 1 0 0,2-3 5 0 0,1 1 0 0 0,0 0 0 0 0,0 0 0 0 0,0 1 0 0 0,1-1 0 0 0,0 1 0 0 0,0 0 0 0 0,0 0 0 0 0,1 1 0 0 0,-4 10 0 0 0,6-15 2 0 0,0-1 0 0 0,0 1 0 0 0,1 0 0 0 0,-1-1 0 0 0,1 1 0 0 0,-1 0 0 0 0,1 0 1 0 0,0-1-1 0 0,0 1 0 0 0,0 0 0 0 0,0 0 0 0 0,0 0 0 0 0,0-1 0 0 0,0 1 0 0 0,0 0 0 0 0,1 0 0 0 0,-1-1 0 0 0,1 1 0 0 0,0 0 0 0 0,-1-1 0 0 0,1 1 0 0 0,0 0 0 0 0,0-1 1 0 0,0 1-1 0 0,0-1 0 0 0,0 1 0 0 0,0-1 0 0 0,0 0 0 0 0,0 0 0 0 0,1 1 0 0 0,-1-1 0 0 0,1 0 0 0 0,-1 0 0 0 0,1 0 0 0 0,-1 0 0 0 0,1 0 0 0 0,-1-1 0 0 0,1 1 0 0 0,0 0 1 0 0,2 0-1 0 0,3 1-31 0 0,1-1 0 0 0,-1 0 0 0 0,0 0 1 0 0,1-1-1 0 0,-1 0 0 0 0,1 0 0 0 0,8-2 1 0 0,29-6-257 0 0,0-3 1 0 0,77-29-1 0 0,-40 12 151 0 0,-67 23 111 0 0,-1 0-14 0 0,0 0 0 0 0,0 1 1 0 0,0 1-1 0 0,29-2 1 0 0,-41 5 40 0 0,-1 0 0 0 0,1 0 1 0 0,0 1-1 0 0,-1-1 0 0 0,1 1 1 0 0,0-1-1 0 0,-1 1 0 0 0,1 0 1 0 0,-1-1-1 0 0,1 1 1 0 0,-1 0-1 0 0,1 0 0 0 0,-1 0 1 0 0,1 0-1 0 0,-1 0 0 0 0,0 1 1 0 0,0-1-1 0 0,0 0 0 0 0,0 1 1 0 0,0-1-1 0 0,0 0 1 0 0,0 1-1 0 0,0-1 0 0 0,0 1 1 0 0,-1 0-1 0 0,1-1 0 0 0,0 1 1 0 0,-1-1-1 0 0,0 1 0 0 0,1 0 1 0 0,-1 1-1 0 0,1 4 24 0 0,0 1-1 0 0,0-1 1 0 0,-1 0-1 0 0,1 0 1 0 0,-3 12-1 0 0,-2 8 83 0 0,-2-1 0 0 0,0 0 0 0 0,-18 45 0 0 0,-43 69 414 0 0,45-104 880 0 0,21-34-775 0 0,-5-6-446 0 0,5 4-178 0 0,1 0 1 0 0,0 0-1 0 0,-1 0 0 0 0,1 0 1 0 0,0 0-1 0 0,-1 0 0 0 0,1 0 0 0 0,0 0 1 0 0,-1 0-1 0 0,1 0 0 0 0,0 0 1 0 0,-1-1-1 0 0,1 1 0 0 0,0 0 1 0 0,-1 0-1 0 0,1 0 0 0 0,0-1 1 0 0,0 1-1 0 0,-1 0 0 0 0,1 0 1 0 0,0-1-1 0 0,0 1 0 0 0,-1 0 0 0 0,1 0 1 0 0,0-1-1 0 0,0 1 0 0 0,0 0 1 0 0,-1-1-1 0 0,1 1 0 0 0,0 0 1 0 0,0-1-1 0 0,0 1 0 0 0,0 0 1 0 0,0-1-1 0 0,0 1 0 0 0,0-1 1 0 0,2-13 11 0 0,1 1 0 0 0,0 0 1 0 0,1-1-1 0 0,1 1 0 0 0,0 1 1 0 0,1-1-1 0 0,0 1 0 0 0,1 0 1 0 0,12-17-1 0 0,10-9-57 0 0,47-49 1 0 0,-52 62 2 0 0,53-43 1 0 0,-64 59 14 0 0,-1 0 0 0 0,1 1 1 0 0,0 0-1 0 0,1 1 0 0 0,0 1 0 0 0,29-10 0 0 0,-41 15 20 0 0,0 1 1 0 0,1-1-1 0 0,-1 1 0 0 0,1-1 1 0 0,-1 1-1 0 0,0 0 0 0 0,1-1 0 0 0,-1 2 1 0 0,1-1-1 0 0,-1 0 0 0 0,1 0 1 0 0,-1 1-1 0 0,1-1 0 0 0,-1 1 0 0 0,0 0 1 0 0,1-1-1 0 0,-1 1 0 0 0,0 0 1 0 0,0 0-1 0 0,0 1 0 0 0,0-1 0 0 0,1 0 1 0 0,-2 1-1 0 0,1 0 0 0 0,0-1 1 0 0,0 1-1 0 0,0 0 0 0 0,-1 0 0 0 0,1 0 1 0 0,-1 0-1 0 0,0 0 0 0 0,1 0 1 0 0,-1 0-1 0 0,0 0 0 0 0,0 1 0 0 0,0-1 1 0 0,-1 0-1 0 0,1 1 0 0 0,0 2 1 0 0,1 5 7 0 0,-1 0 1 0 0,0 0 0 0 0,0 0 0 0 0,-1-1-1 0 0,0 1 1 0 0,-1 0 0 0 0,0 0-1 0 0,-4 15 1 0 0,-8 14 23 0 0,0-1-1 0 0,-3-1 1 0 0,-29 53-1 0 0,-2 5 42 0 0,39-68-126 0 0,8-26 42 0 0,0 0 0 0 0,0-1 0 0 0,0 1 0 0 0,0 0 0 0 0,0-1 0 0 0,0 1 0 0 0,0 0 0 0 0,0-1 0 0 0,0 1 0 0 0,0 0 0 0 0,1-1 0 0 0,-1 1 1 0 0,0 0-1 0 0,1-1 0 0 0,-1 1 0 0 0,0-1 0 0 0,1 1 0 0 0,-1-1 0 0 0,1 1 0 0 0,-1-1 0 0 0,1 1 0 0 0,-1-1 0 0 0,1 1 0 0 0,-1-1 0 0 0,1 1 0 0 0,-1-1 0 0 0,1 0 0 0 0,0 1 0 0 0,-1-1 0 0 0,1 0 0 0 0,-1 0 0 0 0,1 1 0 0 0,0-1 0 0 0,-1 0 0 0 0,1 0 0 0 0,0 0 0 0 0,0 0 0 0 0,-1 0 0 0 0,2 0 0 0 0,15 0-331 0 0,1-1 0 0 0,0 0 1 0 0,-1-2-1 0 0,1 0 1 0 0,-1-1-1 0 0,0 0 0 0 0,0-2 1 0 0,-1 0-1 0 0,22-11 0 0 0,16-11-369 0 0,70-47-1 0 0,-70 39 670 0 0,-1-3-1 0 0,-2-2 1 0 0,-1-2-1 0 0,76-86 1 0 0,-94 83 653 0 0,-30 42-540 0 0,0 1 0 0 0,-1 0 0 0 0,1 0 0 0 0,-1-1 0 0 0,0 1 1 0 0,0-1-1 0 0,0 1 0 0 0,0-1 0 0 0,0 0 0 0 0,-1 1 0 0 0,0-1 0 0 0,0-5 0 0 0,0 8-51 0 0,0 0 0 0 0,0 0-1 0 0,-1-1 1 0 0,1 1 0 0 0,0 0-1 0 0,-1 0 1 0 0,1 0 0 0 0,-1 0-1 0 0,1 0 1 0 0,-1 0 0 0 0,0 0-1 0 0,1 0 1 0 0,-1 0 0 0 0,0 0 0 0 0,0 0-1 0 0,0 0 1 0 0,0 1 0 0 0,0-1-1 0 0,0 0 1 0 0,0 1 0 0 0,0-1-1 0 0,0 0 1 0 0,-1 0 0 0 0,-1 0 1 0 0,1 1 1 0 0,-1-1 0 0 0,0 1 0 0 0,1 0 0 0 0,-1 0 0 0 0,1 0 0 0 0,-1 0 0 0 0,0 0 0 0 0,1 0 0 0 0,-4 1 0 0 0,-2 1-13 0 0,1 0 1 0 0,0 1-1 0 0,-1-1 1 0 0,1 2-1 0 0,1-1 0 0 0,-12 7 1 0 0,11-4-9 0 0,-1 0 0 0 0,1 0 0 0 0,1 0 0 0 0,-1 1 0 0 0,1 0 0 0 0,0 0 0 0 0,1 1 1 0 0,-7 10-1 0 0,10-13 21 0 0,0-1 0 0 0,0 0 0 0 0,0 1 1 0 0,1-1-1 0 0,-1 1 0 0 0,1 0 0 0 0,1 0 1 0 0,-1-1-1 0 0,1 1 0 0 0,-1 0 0 0 0,1 0 1 0 0,1 0-1 0 0,-1-1 0 0 0,1 1 1 0 0,-1 0-1 0 0,1 0 0 0 0,1-1 0 0 0,1 6 1 0 0,23 47 197 0 0,-15-34 18 0 0,17 47 0 0 0,-26-64-5 0 0,0 1 1 0 0,-1-1 0 0 0,1 1 0 0 0,-2-1-1 0 0,1 1 1 0 0,-1-1 0 0 0,0 1 0 0 0,0-1-1 0 0,-1 1 1 0 0,1-1 0 0 0,-2 1 0 0 0,-2 9 0 0 0,2-11-103 0 0,-1 0 1 0 0,1 0 0 0 0,-1 0-1 0 0,-1 0 1 0 0,1 0 0 0 0,-1-1-1 0 0,1 1 1 0 0,-1-1 0 0 0,-1 0-1 0 0,1 0 1 0 0,0-1 0 0 0,-1 1-1 0 0,0-1 1 0 0,0 0 0 0 0,0 0-1 0 0,0-1 1 0 0,0 1 0 0 0,-1-1-1 0 0,1 0 1 0 0,-1-1 0 0 0,1 1 0 0 0,-1-1-1 0 0,-10 1 1 0 0,2-1-198 0 0,0 0-1 0 0,0-1 1 0 0,0 0 0 0 0,0-1-1 0 0,1-1 1 0 0,-1 0 0 0 0,0-1-1 0 0,-24-8 1 0 0,12 0-1943 0 0,-36-21-1 0 0,5-2-4249 0 0,20 10-532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29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47 468 0 0,'-19'-11'4779'0'0,"-16"-9"2544"0"0,15 4-5214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29 2512 0 0,'-76'23'10305'0'0,"80"-24"-9957"0"0,273-33-1417 0 0,-176 24-3519 0 0,-36 3-516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460 312 1100 0 0,'5'-11'1049'0'0,"-1"1"-1"0"0,0-1 0 0 0,0-1 1 0 0,-1 1-1 0 0,-1 0 1 0 0,0-1-1 0 0,0-16 1 0 0,-1 14-785 0 0,-1 1 1 0 0,-1 0 0 0 0,0 0 0 0 0,-1 0-1 0 0,-1 0 1 0 0,0 0 0 0 0,0 0 0 0 0,-1 1-1 0 0,-1-1 1 0 0,-10-19 0 0 0,13 30-256 0 0,1-1 1 0 0,-1 0-1 0 0,1 0 1 0 0,-1 1-1 0 0,0-1 0 0 0,0 1 1 0 0,-1-1-1 0 0,1 1 1 0 0,0 0-1 0 0,-1 0 1 0 0,1 0-1 0 0,-1 0 1 0 0,0 0-1 0 0,1 1 0 0 0,-1-1 1 0 0,0 1-1 0 0,0 0 1 0 0,0 0-1 0 0,0 0 1 0 0,-1 0-1 0 0,1 0 0 0 0,0 1 1 0 0,0-1-1 0 0,0 1 1 0 0,0 0-1 0 0,-1 0 1 0 0,1 0-1 0 0,0 0 1 0 0,0 1-1 0 0,0-1 0 0 0,-1 1 1 0 0,1 0-1 0 0,0 0 1 0 0,0 0-1 0 0,0 0 1 0 0,-3 2-1 0 0,-9 5-29 0 0,1 1-1 0 0,0 0 1 0 0,1 1-1 0 0,-1 0 1 0 0,-16 18-1 0 0,-2 3 52 0 0,3 1 0 0 0,0 1 0 0 0,2 2 0 0 0,2 0-1 0 0,1 2 1 0 0,-30 63 0 0 0,49-90-21 0 0,1 0 0 0 0,0 0 0 0 0,1 1 1 0 0,0-1-1 0 0,-2 13 0 0 0,5-22-7 0 0,-1 1 1 0 0,1 0-1 0 0,0 0 1 0 0,0 0-1 0 0,0 0 0 0 0,0 0 1 0 0,0 0-1 0 0,0-1 1 0 0,0 1-1 0 0,1 0 0 0 0,-1 0 1 0 0,1 0-1 0 0,-1 0 1 0 0,1-1-1 0 0,0 1 0 0 0,0 0 1 0 0,0-1-1 0 0,0 1 1 0 0,0-1-1 0 0,0 1 1 0 0,0-1-1 0 0,0 1 0 0 0,1-1 1 0 0,-1 0-1 0 0,0 1 1 0 0,1-1-1 0 0,-1 0 0 0 0,1 0 1 0 0,0 0-1 0 0,-1 0 1 0 0,1 0-1 0 0,0-1 0 0 0,-1 1 1 0 0,1 0-1 0 0,0-1 1 0 0,0 1-1 0 0,3-1 1 0 0,5 1-4 0 0,-1 0 1 0 0,1-1-1 0 0,0-1 1 0 0,-1 1 0 0 0,1-1-1 0 0,0-1 1 0 0,-1 0 0 0 0,16-6-1 0 0,-2 0-35 0 0,-1-1 0 0 0,30-17 0 0 0,-34 15 38 0 0,-1 0 0 0 0,0-1 0 0 0,-1-1 0 0 0,0 0 0 0 0,-1-1 0 0 0,0-1 0 0 0,-1 0 0 0 0,-1-1 0 0 0,-1-1 1 0 0,0 0-1 0 0,-1 0 0 0 0,-1-1 0 0 0,0-1 0 0 0,-2 0 0 0 0,0 0 0 0 0,9-37 0 0 0,-15 46 30 0 0,-4 11-8 0 0,-6 15 3 0 0,-64 200 329 0 0,64-186-288 0 0,2 0 0 0 0,1 1 0 0 0,1-1 0 0 0,2 1-1 0 0,2 42 1 0 0,0-64-142 0 0,1-1 0 0 0,1 0-1 0 0,0 0 1 0 0,0 0 0 0 0,0 0-1 0 0,5 10 1 0 0,-6-15-316 0 0,1-1 0 0 0,-1 1 0 0 0,1 0 0 0 0,0-1 0 0 0,-1 1-1 0 0,1-1 1 0 0,0 1 0 0 0,1-1 0 0 0,-1 0 0 0 0,0 0 0 0 0,1 0 0 0 0,-1 0 0 0 0,1 0 0 0 0,-1 0 0 0 0,1-1 0 0 0,0 0-1 0 0,0 1 1 0 0,4 0 0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71 680 0 0,'10'-46'7606'0'0,"-9"45"-7546"0"0,-1 1 0 0 0,1-1 0 0 0,-1 0-1 0 0,1 1 1 0 0,-1-1 0 0 0,1 1 0 0 0,-1-1 0 0 0,1 0 0 0 0,0 1-1 0 0,-1-1 1 0 0,1 1 0 0 0,0 0 0 0 0,-1-1 0 0 0,1 1-1 0 0,0-1 1 0 0,0 1 0 0 0,-1 0 0 0 0,1 0 0 0 0,0-1 0 0 0,0 1-1 0 0,0 0 1 0 0,0 0 0 0 0,-1 0 0 0 0,1 0 0 0 0,0 0 0 0 0,0 0-1 0 0,0 0 1 0 0,-1 0 0 0 0,1 0 0 0 0,0 1 0 0 0,0-1 0 0 0,0 0-1 0 0,-1 0 1 0 0,1 1 0 0 0,0-1 0 0 0,1 1 0 0 0,5 4 27 0 0,0 0 1 0 0,1 1-1 0 0,-2 0 1 0 0,1 0 0 0 0,-1 1-1 0 0,0 0 1 0 0,0 0 0 0 0,-1 0-1 0 0,0 1 1 0 0,0-1-1 0 0,-1 1 1 0 0,0 0 0 0 0,0 1-1 0 0,-1-1 1 0 0,3 12-1 0 0,-3-10 9 0 0,-1 0 0 0 0,0-1 0 0 0,-1 1 0 0 0,0 0 0 0 0,-1 0 0 0 0,0 0 0 0 0,0 0 0 0 0,-1 0-1 0 0,-1 0 1 0 0,1 0 0 0 0,-2 0 0 0 0,1-1 0 0 0,-1 1 0 0 0,-5 10 0 0 0,2-8 167 0 0,0-1 0 0 0,0 0 1 0 0,-11 14-1 0 0,14-21-143 0 0,0 0 0 0 0,0-1-1 0 0,-1 0 1 0 0,0 1 0 0 0,1-1 0 0 0,-1 0 0 0 0,0-1-1 0 0,-1 1 1 0 0,1-1 0 0 0,0 0 0 0 0,-7 3 0 0 0,8-4 16 0 0,-3-3 32 0 0,6 2-162 0 0,-1 0 0 0 0,0 0 0 0 0,1 0 0 0 0,-1 0 0 0 0,0 0-1 0 0,1 0 1 0 0,-1 0 0 0 0,0 0 0 0 0,1 0 0 0 0,-1 0 0 0 0,0-1 0 0 0,1 1-1 0 0,-1 0 1 0 0,0-1 0 0 0,1 1 0 0 0,-1 0 0 0 0,0-1 0 0 0,0-2 1 0 0,0 1 0 0 0,0 0 1 0 0,1 0-1 0 0,-1-1 0 0 0,1 1 0 0 0,0 0 0 0 0,-1-1 1 0 0,1 1-1 0 0,0 0 0 0 0,0-1 0 0 0,1 1 1 0 0,-1 0-1 0 0,0-1 0 0 0,1 1 0 0 0,-1 0 1 0 0,1-1-1 0 0,0 1 0 0 0,0 0 0 0 0,0 0 0 0 0,2-4 1 0 0,4-8-8 0 0,18-24 1 0 0,-20 31 2 0 0,28-36-25 0 0,2 2 1 0 0,47-43-1 0 0,15-17 12 0 0,-90 88-22 0 0,-16 13-9 0 0,-18 15 14 0 0,7 2 31 0 0,1 2 0 0 0,0 0 1 0 0,2 0-1 0 0,0 2 0 0 0,2 0 0 0 0,0 1 0 0 0,1 1 0 0 0,2 0 0 0 0,0 1 0 0 0,-15 44 0 0 0,25-62 9 0 0,0 0-1 0 0,1 0 1 0 0,0 1-1 0 0,0-1 0 0 0,0 0 1 0 0,1 0-1 0 0,-1 1 1 0 0,2-1-1 0 0,-1 0 0 0 0,1 0 1 0 0,1 8-1 0 0,-1-10 0 0 0,0-1 0 0 0,0 0 0 0 0,1 1 0 0 0,-1-1 0 0 0,1 0 0 0 0,0 0 0 0 0,0 0 0 0 0,0 0 0 0 0,0 0 0 0 0,0 0 0 0 0,1-1 0 0 0,-1 1 0 0 0,1-1 0 0 0,0 0 0 0 0,0 1 0 0 0,0-1 0 0 0,0 0 0 0 0,0-1 0 0 0,0 1 0 0 0,5 1 0 0 0,6 2-22 0 0,1-1 1 0 0,-1-1 0 0 0,1 0 0 0 0,-1-1 0 0 0,1-1-1 0 0,0 0 1 0 0,21-2 0 0 0,104-18-1959 0 0,-123 17 1522 0 0,19-6-3020 0 0,62-19 0 0 0,-51 10-1378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3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77 1384 0 0,'-3'0'2264'0'0,"-44"-9"10676"0"0,47 9-12894 0 0,0 0-1 0 0,0 0 1 0 0,0 0 0 0 0,0 0 0 0 0,0-1 0 0 0,-1 1 0 0 0,23-7 596 0 0,33-5-434 0 0,133-16 419 0 0,-108 19-2702 0 0,7-2-6168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3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12 2680 0 0,'-19'-6'5034'0'0,"16"5"-4289"0"0,1 0 1 0 0,0 0-1 0 0,0 0 0 0 0,-1 1 0 0 0,1-1 1 0 0,0 1-1 0 0,-1 0 0 0 0,1-1 1 0 0,-3 1-1 0 0,4 1-622 0 0,0-1 0 0 0,0 0-1 0 0,0 1 1 0 0,-1-1 0 0 0,1 1 0 0 0,0 0 0 0 0,0-1-1 0 0,0 1 1 0 0,0 0 0 0 0,1 0 0 0 0,-1-1 0 0 0,0 1 0 0 0,0 0-1 0 0,0 0 1 0 0,1 0 0 0 0,-1 0 0 0 0,0 0 0 0 0,1 0-1 0 0,-1 0 1 0 0,1 1 0 0 0,-1-1 0 0 0,0 1 0 0 0,-5 15 491 0 0,1-1 0 0 0,1 1 1 0 0,-4 26-1 0 0,1-4-200 0 0,-11 46-151 0 0,-12 167 0 0 0,30-243-656 0 0,0 1 0 0 0,1-1 0 0 0,-1 0 0 0 0,2 0-1 0 0,3 15 1 0 0,-4-20-197 0 0,0 0-1 0 0,1-1 0 0 0,0 1 1 0 0,-1-1-1 0 0,1 1 1 0 0,1-1-1 0 0,-1 0 1 0 0,0 1-1 0 0,4 2 1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97 2436 0 0,'47'-96'14690'0'0,"-47"109"-13743"0"0,-4 20-3 0 0,-38 188 1536 0 0,-17 125-1447 0 0,43-239-432 0 0,13-93 231 0 0,3-17-478 0 0,4-24-166 0 0,3 6-123 0 0,1 0 0 0 0,1 1 0 0 0,19-31-1 0 0,-22 42-89 0 0,0 0 0 0 0,1 0 0 0 0,0 0 0 0 0,1 1 0 0 0,0 0 0 0 0,0 0 0 0 0,1 1 0 0 0,0 0 0 0 0,10-6 0 0 0,-16 11 19 0 0,1 1 1 0 0,0-1 0 0 0,-1 1 0 0 0,1 0 0 0 0,0 0-1 0 0,0 0 1 0 0,0 1 0 0 0,0-1 0 0 0,0 1-1 0 0,0 0 1 0 0,0 0 0 0 0,0 0 0 0 0,0 1 0 0 0,0-1-1 0 0,0 1 1 0 0,0 0 0 0 0,0 0 0 0 0,0 0 0 0 0,-1 1-1 0 0,1-1 1 0 0,0 1 0 0 0,-1 0 0 0 0,1 0 0 0 0,-1 0-1 0 0,0 1 1 0 0,0-1 0 0 0,0 1 0 0 0,5 5 0 0 0,-2-2-8 0 0,-1 0 1 0 0,0 0 0 0 0,0 0-1 0 0,0 0 1 0 0,-1 1 0 0 0,0 0-1 0 0,0 0 1 0 0,-1 0 0 0 0,0 0-1 0 0,0 0 1 0 0,-1 1 0 0 0,1 0 0 0 0,1 14-1 0 0,-4-18 19 0 0,0 1-1 0 0,0 0 1 0 0,0 0 0 0 0,-1-1-1 0 0,1 1 1 0 0,-1-1 0 0 0,0 1-1 0 0,-1 0 1 0 0,1-1-1 0 0,-1 0 1 0 0,0 1 0 0 0,0-1-1 0 0,0 0 1 0 0,0 0 0 0 0,-1 0-1 0 0,-3 4 1 0 0,1-3 3 0 0,-1 1 0 0 0,1-1 0 0 0,-1-1 0 0 0,0 1 0 0 0,-1-1 0 0 0,1 0 0 0 0,-1 0 0 0 0,0-1 0 0 0,-8 3 0 0 0,-13 3 20 0 0,0-1-1 0 0,0-2 1 0 0,-1-1-1 0 0,-31 1 1 0 0,57-5-26 0 0,-8 0-185 0 0,-1-1 1 0 0,1 1-1 0 0,0-2 1 0 0,0 0-1 0 0,0 0 1 0 0,-18-4-1 0 0,29 4 87 0 0,-1 1-1 0 0,1 0 0 0 0,-1 0 1 0 0,1 0-1 0 0,-1-1 0 0 0,1 1 1 0 0,-1 0-1 0 0,1-1 0 0 0,-1 1 1 0 0,1 0-1 0 0,0-1 0 0 0,-1 1 1 0 0,1 0-1 0 0,0-1 0 0 0,-1 1 1 0 0,1-1-1 0 0,0 1 0 0 0,-1-1 1 0 0,1 1-1 0 0,0-1 0 0 0,0 1 0 0 0,-1-1 1 0 0,1 1-1 0 0,0-1 0 0 0,0 1 1 0 0,0-1-1 0 0,0 0 0 0 0,0 1 1 0 0,0-1-1 0 0,0 1 0 0 0,0-1 1 0 0,0 1-1 0 0,0-1 0 0 0,0 0 1 0 0,0 1-1 0 0,0-1 0 0 0,0 1 1 0 0,1-1-1 0 0,-1 0 0 0 0,11-18-2963 0 0,15-7-4111 0 0,-11 10 379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 1020 0 0,'7'-5'9984'0'0,"-5"13"-9102"0"0,-1 1-1 0 0,-1-1 0 0 0,1 1 0 0 0,-2-1 0 0 0,0 12 0 0 0,-1 31 854 0 0,3-40-1512 0 0,1 0 0 0 0,0 1 0 0 0,1-1 0 0 0,0 0 0 0 0,0-1 0 0 0,1 1 0 0 0,0 0 0 0 0,7 9-1 0 0,-9-15-181 0 0,1-1 0 0 0,1 1 0 0 0,-1-1 0 0 0,1 0 0 0 0,-1 0 0 0 0,1-1 0 0 0,0 1 0 0 0,1-1-1 0 0,-1 0 1 0 0,1 0 0 0 0,-1 0 0 0 0,1 0 0 0 0,0-1 0 0 0,0 0 0 0 0,0 0 0 0 0,0 0-1 0 0,0-1 1 0 0,11 2 0 0 0,-9-2-23 0 0,1-1 0 0 0,-1 1 0 0 0,1-1 0 0 0,-1-1 0 0 0,1 0-1 0 0,-1 0 1 0 0,0 0 0 0 0,1-1 0 0 0,-1 0 0 0 0,0 0 0 0 0,0-1 0 0 0,0 0-1 0 0,0 0 1 0 0,0-1 0 0 0,-1 1 0 0 0,0-2 0 0 0,0 1 0 0 0,9-8-1 0 0,-5 3-24 0 0,-1-1-1 0 0,-1 0 1 0 0,0 0-1 0 0,0 0 1 0 0,-1-1-1 0 0,0 0 0 0 0,-1-1 1 0 0,0 1-1 0 0,7-22 1 0 0,-29 74-265 0 0,-38 111 745 0 0,-67 332 1648 0 0,37-136-169 0 0,83-343-1933 0 0,-41 136 1506 0 0,36-124-1050 0 0,-1-1 0 0 0,-1 0 1 0 0,0 0-1 0 0,-1-1 0 0 0,-1 0 0 0 0,-13 16 0 0 0,19-27-233 0 0,0 0 0 0 0,0 0 0 0 0,-1 0 0 0 0,-7 5-1 0 0,10-8-161 0 0,0 0 0 0 0,0 1 0 0 0,0-1 0 0 0,0 0 0 0 0,0-1 0 0 0,0 1 0 0 0,-1 0 0 0 0,1-1 0 0 0,0 1 0 0 0,-1-1 0 0 0,1 1 0 0 0,-1-1 0 0 0,1 0 0 0 0,0 0 0 0 0,-4-1 0 0 0,1 0-77 0 0,0 0 0 0 0,0-1 0 0 0,0 0 0 0 0,0 0 0 0 0,0 0 0 0 0,1 0 0 0 0,-1-1 0 0 0,1 0 1 0 0,-1 0-1 0 0,1 0 0 0 0,0 0 0 0 0,0-1 0 0 0,-4-4 0 0 0,3 1-1 0 0,0 0 0 0 0,0 0 0 0 0,1 0 1 0 0,0-1-1 0 0,0 1 0 0 0,0-1 0 0 0,-3-13 0 0 0,3 4-2 0 0,0 0 1 0 0,1 0-1 0 0,1 0 0 0 0,0 0 0 0 0,2 0 0 0 0,0-1 0 0 0,4-30 0 0 0,1 23-629 0 0,0 0-1 0 0,2 1 1 0 0,1 0-1 0 0,1 0 1 0 0,0 1-1 0 0,2 0 1 0 0,1 1-1 0 0,1 0 1 0 0,1 1-1 0 0,0 0 1 0 0,29-30-1 0 0,-12 20-820 0 0,1 1 0 0 0,1 2 0 0 0,1 2 0 0 0,2 1 0 0 0,75-40 0 0 0,-40 27-5868 0 0,-32 21 527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4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30 149 764 0 0,'-8'-13'6797'0'0,"-12"-18"5274"0"0,20 29-11680 0 0,0 2-379 0 0,0-1 1 0 0,-1 1 0 0 0,1 0-1 0 0,0 0 1 0 0,0-1 0 0 0,0 1 0 0 0,0 0-1 0 0,0-1 1 0 0,0 1 0 0 0,0 0-1 0 0,0-1 1 0 0,0 1 0 0 0,0 0-1 0 0,0-1 1 0 0,0 1 0 0 0,0 0-1 0 0,0-1 1 0 0,0 1 0 0 0,0 0-1 0 0,0-1 1 0 0,0 1 0 0 0,0 0-1 0 0,1 0 1 0 0,-1-1 0 0 0,0 1-1 0 0,0 0 1 0 0,0-1 0 0 0,1 1 0 0 0,131-24 676 0 0,-35 7-846 0 0,-61 11-504 0 0,-7 1-701 0 0,35-11 0 0 0,-55 13-433 0 0,0 0 0 0 0,-1-1 0 0 0,0 0 0 0 0,13-8 0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 40 0 0,'-45'-9'9782'0'0,"42"9"-8918"0"0,-2 2 634 0 0,5-2-1414 0 0,-1 0 1 0 0,1 0 0 0 0,-1 0-1 0 0,1 1 1 0 0,-1-1 0 0 0,1 0-1 0 0,-1 0 1 0 0,1 0 0 0 0,-1 0-1 0 0,1 1 1 0 0,-1-1 0 0 0,1 0-1 0 0,-1 0 1 0 0,1 1 0 0 0,-1-1 0 0 0,1 0-1 0 0,0 1 1 0 0,-1-1 0 0 0,0 1-1 0 0,-2 5 523 0 0,1 0 0 0 0,-1 0 1 0 0,1 1-1 0 0,1-1 0 0 0,-1 0 0 0 0,1 1 0 0 0,0 0 0 0 0,0 9 0 0 0,3 59 1191 0 0,0-26-1220 0 0,-6 83 165 0 0,1 60-3489 0 0,8-158-314 0 0,4-15-3954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5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93 1556 0 0,'5'-4'984'0'0,"-1"0"0"0"0,1-1-1 0 0,-1 0 1 0 0,0 0 0 0 0,0 0 0 0 0,-1 0 0 0 0,1-1-1 0 0,-1 1 1 0 0,0-1 0 0 0,-1 0 0 0 0,1 0 0 0 0,1-6-1 0 0,-4 11-920 0 0,0 0 1 0 0,-1 0-1 0 0,1 1 0 0 0,0-1 0 0 0,0 0 0 0 0,0 0 0 0 0,0 1 0 0 0,-1-1 0 0 0,1 0 0 0 0,0 1 0 0 0,-1-1 1 0 0,1 0-1 0 0,0 1 0 0 0,-1-1 0 0 0,1 0 0 0 0,-1 1 0 0 0,1-1 0 0 0,-1 1 0 0 0,1-1 0 0 0,-1 1 1 0 0,1-1-1 0 0,-1 1 0 0 0,0-1 0 0 0,1 1 0 0 0,-1-1 0 0 0,0 1 0 0 0,1 0 0 0 0,-1 0 0 0 0,0-1 1 0 0,0 1-1 0 0,1 0 0 0 0,-1 0 0 0 0,0 0 0 0 0,0 0 0 0 0,1 0 0 0 0,-1 0 0 0 0,0 0 0 0 0,-1 0 0 0 0,-27 2 830 0 0,13 2-670 0 0,0 0-1 0 0,1 1 1 0 0,-1 1 0 0 0,1 1 0 0 0,1 0-1 0 0,0 1 1 0 0,-21 15 0 0 0,4 0 77 0 0,1 1 0 0 0,-27 30 0 0 0,30-27 20 0 0,2 1 1 0 0,-39 55 0 0 0,56-70-161 0 0,0 0-1 0 0,1 0 1 0 0,0 1-1 0 0,1 0 1 0 0,0 0 0 0 0,1 0-1 0 0,1 1 1 0 0,1 0-1 0 0,-4 27 1 0 0,7-39-99 0 0,-1 1 0 0 0,1-1 0 0 0,0 1 0 0 0,1-1 0 0 0,-1 1 0 0 0,1-1 0 0 0,-1 1 0 0 0,1-1 0 0 0,0 0 0 0 0,1 1 0 0 0,-1-1 0 0 0,0 0 0 0 0,1 0 0 0 0,0 0 0 0 0,0 0 0 0 0,0 0 0 0 0,0 0 0 0 0,3 3 1 0 0,-1-3-1 0 0,0 0 0 0 0,0 0 0 0 0,0 0 0 0 0,0-1 1 0 0,0 1-1 0 0,1-1 0 0 0,-1 0 0 0 0,1 0 0 0 0,0-1 1 0 0,0 0-1 0 0,7 2 0 0 0,7-1 26 0 0,1-1 0 0 0,-1-1 0 0 0,1 0 0 0 0,-1-2-1 0 0,27-4 1 0 0,-25 2-189 0 0,1-1-1 0 0,31-11 0 0 0,-42 11-761 0 0,1 0-1 0 0,-1-1 1 0 0,12-7 0 0 0,-2-8-4467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5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99 1160 0 0,'-44'-22'13670'0'0,"3"-5"-5428"0"0,40 26-7939 0 0,11-9 266 0 0,10 3-484 0 0,0 1 1 0 0,1 0-1 0 0,0 2 1 0 0,0 0 0 0 0,37 0-1 0 0,-42 2-70 0 0,94-3-1101 0 0,-109 5 1058 0 0,1 0 0 0 0,-1 0-1 0 0,0 0 1 0 0,0 0 0 0 0,0 0-1 0 0,1 0 1 0 0,-1 0 0 0 0,0 0 0 0 0,0 1-1 0 0,0-1 1 0 0,0 0 0 0 0,1 1-1 0 0,-1-1 1 0 0,0 1 0 0 0,0-1-1 0 0,0 1 1 0 0,0 0 0 0 0,0-1 0 0 0,0 1-1 0 0,1 1 1 0 0,-2-1 14 0 0,0 0 0 0 0,1 0 0 0 0,-1 0 0 0 0,0 0-1 0 0,0-1 1 0 0,0 1 0 0 0,1 0 0 0 0,-1 0 0 0 0,0 0 0 0 0,0 0 0 0 0,0 0 0 0 0,0 0-1 0 0,-1 0 1 0 0,1 0 0 0 0,0 0 0 0 0,0 0 0 0 0,-1-1 0 0 0,1 1 0 0 0,-1 2 0 0 0,-3 4-14 0 0,0 0 1 0 0,-1 0 0 0 0,0 0 0 0 0,-7 8 0 0 0,7-8-8 0 0,-24 24-35 0 0,0 0 1 0 0,-56 43 0 0 0,2-1 49 0 0,0 4 218 0 0,67-64-111 0 0,11-9 85 0 0,1-1-1 0 0,0 1 1 0 0,-1 0-1 0 0,2 0 0 0 0,-1 0 1 0 0,-3 5-1 0 0,6-7 192 0 0,1-2-334 0 0,0 1 1 0 0,0-1-1 0 0,1 1 1 0 0,-1-1-1 0 0,0 1 1 0 0,1-1-1 0 0,-1 1 1 0 0,0-1-1 0 0,1 1 1 0 0,-1-1-1 0 0,1 1 1 0 0,-1-1-1 0 0,0 1 1 0 0,1-1-1 0 0,-1 0 1 0 0,1 1-1 0 0,0-1 1 0 0,-1 0-1 0 0,1 1 0 0 0,-1-1 1 0 0,1 0-1 0 0,-1 0 1 0 0,1 1-1 0 0,0-1 1 0 0,-1 0-1 0 0,1 0 1 0 0,-1 0-1 0 0,1 0 1 0 0,0 0-1 0 0,-1 0 1 0 0,2 0-1 0 0,23 0 259 0 0,-21 0-236 0 0,46-5-236 0 0,0-1-1 0 0,50-14 1 0 0,97-34-5858 0 0,-119 32 1942 0 0,-22 5-797 0 0,2 2-2349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6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38 556 0 0,'-37'-9'7388'0'0,"29"8"-5373"0"0,-1-1 1 0 0,1-1-1 0 0,0 1 1 0 0,-14-7-1 0 0,21 8-1694 0 0,12-5 304 0 0,29 3-440 0 0,48 1 0 0 0,-43 6-3274 0 0,0 4-4704 0 0,-27-4 1742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21 2024 0 0,'-94'58'15472'0'0,"94"-57"-15404"0"0,0-1 0 0 0,1 1 0 0 0,-1-1 0 0 0,0 1 1 0 0,1-1-1 0 0,-1 1 0 0 0,1-1 0 0 0,-1 0 0 0 0,1 1 1 0 0,-1-1-1 0 0,1 0 0 0 0,0 1 0 0 0,-1-1 1 0 0,1 0-1 0 0,-1 0 0 0 0,1 0 0 0 0,-1 1 0 0 0,1-1 1 0 0,0 0-1 0 0,-1 0 0 0 0,1 0 0 0 0,1 0 0 0 0,265-30 82 0 0,-89-11-9934 0 0,-128 26 2758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732 133 432 0 0,'-4'-11'6344'0'0,"4"10"-6087"0"0,0 0 0 0 0,0 0 1 0 0,-1 1-1 0 0,1-1 0 0 0,0 0 1 0 0,-1 0-1 0 0,1 0 0 0 0,-1 0 0 0 0,1 0 1 0 0,-1 0-1 0 0,0 1 0 0 0,1-1 0 0 0,-1 0 1 0 0,0 1-1 0 0,1-1 0 0 0,-1 0 0 0 0,0 1 1 0 0,0-1-1 0 0,0 1 0 0 0,0-1 1 0 0,1 1-1 0 0,-1-1 0 0 0,0 1 0 0 0,0 0 1 0 0,0-1-1 0 0,-1 1 0 0 0,0 0-76 0 0,0 0 0 0 0,0 0 0 0 0,0 1 0 0 0,0-1 0 0 0,0 1 0 0 0,0-1 0 0 0,0 1 0 0 0,0-1 0 0 0,0 1 0 0 0,1 0 0 0 0,-1 0 0 0 0,-2 2 0 0 0,-6 4 113 0 0,2 0 1 0 0,-1 1-1 0 0,-13 14 0 0 0,-1 5 77 0 0,1 0 0 0 0,1 2 0 0 0,1 0 0 0 0,2 2 0 0 0,1 0 0 0 0,2 0 0 0 0,0 2-1 0 0,3 0 1 0 0,-16 61 0 0 0,27-90-278 0 0,0 1 0 0 0,0-1-1 0 0,0 1 1 0 0,1 0 0 0 0,0-1-1 0 0,0 1 1 0 0,1-1 0 0 0,-1 1-1 0 0,1-1 1 0 0,0 1 0 0 0,0-1 0 0 0,0 0-1 0 0,1 1 1 0 0,-1-1 0 0 0,1 0-1 0 0,0 0 1 0 0,0 0 0 0 0,1 0-1 0 0,-1 0 1 0 0,1 0 0 0 0,3 3-1 0 0,0-2 17 0 0,0 0 0 0 0,0 0-1 0 0,1-1 1 0 0,-1 1-1 0 0,1-2 1 0 0,0 1 0 0 0,1-1-1 0 0,-1 0 1 0 0,0 0-1 0 0,1-1 1 0 0,9 2 0 0 0,6 1-24 0 0,0-2 1 0 0,1 0 0 0 0,-1-2 0 0 0,1 0 0 0 0,-1-2 0 0 0,1 0 0 0 0,-1-2 0 0 0,0-1 0 0 0,0 0 0 0 0,0-2 0 0 0,-1 0-1 0 0,1-2 1 0 0,27-14 0 0 0,-33 14-36 0 0,-2 0 1 0 0,1-1-1 0 0,-1-1 0 0 0,-1-1 0 0 0,0 0 0 0 0,0-1 0 0 0,-1 0 1 0 0,-1-1-1 0 0,0 0 0 0 0,0-1 0 0 0,-2-1 0 0 0,0 0 0 0 0,0 0 0 0 0,-2-1 1 0 0,0 0-1 0 0,0 0 0 0 0,9-35 0 0 0,-14 42-47 0 0,-2 1 1 0 0,1-1-1 0 0,-1 0 1 0 0,0 0-1 0 0,-1 0 0 0 0,0 0 1 0 0,0 0-1 0 0,-1 0 0 0 0,-1 0 1 0 0,1 0-1 0 0,-1 0 0 0 0,-1 1 1 0 0,1-1-1 0 0,-7-12 0 0 0,3 11-13 0 0,0-1-1 0 0,-1 1 0 0 0,0 0 0 0 0,-1 0 0 0 0,0 1 0 0 0,-1 0 0 0 0,0 0 1 0 0,0 1-1 0 0,-16-11 0 0 0,1 3-23 0 0,-2 2 0 0 0,1 1 0 0 0,-2 1 0 0 0,0 1 0 0 0,0 1 0 0 0,-1 1 0 0 0,0 2 0 0 0,-35-5 0 0 0,33 9-303 0 0,-1 1 0 0 0,1 2-1 0 0,0 1 1 0 0,-1 1 0 0 0,1 2 0 0 0,0 1 0 0 0,0 1 0 0 0,-48 17-1 0 0,7 4-2240 0 0,1 3 1 0 0,-84 49-1 0 0,84-40-2504 0 0,1 1-2709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67 304 0 0,'-1'-2'2007'0'0,"-17"-44"7259"0"0,17 46-9186 0 0,1-1 0 0 0,0 1 0 0 0,-1 0 0 0 0,1-1 1 0 0,-1 1-1 0 0,1 0 0 0 0,0-1 0 0 0,-1 1 0 0 0,1-1 0 0 0,0 1 0 0 0,-1 0 0 0 0,1-1 0 0 0,0 1 0 0 0,0-1 0 0 0,-1 1 1 0 0,1-1-1 0 0,0 1 0 0 0,0-1 0 0 0,0 1 0 0 0,0-1 0 0 0,0 1 0 0 0,0-1 0 0 0,0 0 0 0 0,-3-6 1065 0 0,-4 16-888 0 0,3 1-94 0 0,1 0-1 0 0,1 0 0 0 0,-1 0 1 0 0,2 1-1 0 0,-2 13 0 0 0,0 5 107 0 0,-35 159 628 0 0,-63 188 0 0 0,62-244-556 0 0,29-101 1057 0 0,8-27-491 0 0,7-20-774 0 0,11-22-57 0 0,1 0-1 0 0,1 1 1 0 0,34-48 0 0 0,-41 68-88 0 0,1 1 0 0 0,1 0 0 0 0,1 1 0 0 0,0 1 0 0 0,1 0 0 0 0,0 0 0 0 0,1 2 0 0 0,35-21 0 0 0,-44 29 3 0 0,0 1 0 0 0,-1 0 0 0 0,1 0 0 0 0,0 1 0 0 0,1 0-1 0 0,-1 0 1 0 0,0 1 0 0 0,1 0 0 0 0,-1 0 0 0 0,9 0 0 0 0,-11 2 5 0 0,-1-1 0 0 0,1 1 1 0 0,-1 0-1 0 0,1 0 0 0 0,-1 0 0 0 0,0 1 1 0 0,0 0-1 0 0,1 0 0 0 0,-1 0 0 0 0,0 0 0 0 0,-1 0 1 0 0,1 1-1 0 0,0 0 0 0 0,-1-1 0 0 0,1 1 0 0 0,-1 1 1 0 0,5 5-1 0 0,-3-1 7 0 0,0-1 0 0 0,0 2 1 0 0,-1-1-1 0 0,0 0 0 0 0,0 1 0 0 0,-1 0 0 0 0,0 0 1 0 0,-1 0-1 0 0,0 0 0 0 0,0 0 0 0 0,-1 1 0 0 0,0-1 1 0 0,-1 0-1 0 0,0 1 0 0 0,-1-1 0 0 0,1 1 0 0 0,-2-1 1 0 0,1 0-1 0 0,-1 0 0 0 0,-4 10 0 0 0,2-6 9 0 0,0 0 1 0 0,-1 0-1 0 0,-1-1 0 0 0,0 1 0 0 0,0-1 0 0 0,-1-1 1 0 0,-1 1-1 0 0,0-1 0 0 0,-1 0 0 0 0,0-1 0 0 0,0 0 1 0 0,-1-1-1 0 0,-14 11 0 0 0,15-14 12 0 0,1-2-1 0 0,-1 1 1 0 0,0-1 0 0 0,-1-1-1 0 0,1 1 1 0 0,0-1 0 0 0,-1-1-1 0 0,0 0 1 0 0,1-1 0 0 0,-18 1-1 0 0,20-1-147 0 0,1-1-1 0 0,0 0 0 0 0,-1-1 0 0 0,1 0 1 0 0,0 0-1 0 0,-1 0 0 0 0,1-1 0 0 0,0 1 1 0 0,0-2-1 0 0,0 1 0 0 0,1-1 0 0 0,-1 1 1 0 0,0-2-1 0 0,1 1 0 0 0,0 0 1 0 0,0-1-1 0 0,-8-8 0 0 0,12 11-229 0 0,0 0-1 0 0,0-1 0 0 0,0 1 1 0 0,0-1-1 0 0,0 1 1 0 0,1-1-1 0 0,-1 1 1 0 0,0-1-1 0 0,1 0 1 0 0,0 1-1 0 0,-1-1 1 0 0,1 0-1 0 0,0 1 1 0 0,0-1-1 0 0,0 0 1 0 0,0 1-1 0 0,0-1 1 0 0,0 0-1 0 0,0 1 1 0 0,0-1-1 0 0,1 0 0 0 0,-1 1 1 0 0,1-1-1 0 0,-1 1 1 0 0,1-1-1 0 0,0 0 1 0 0,0 1-1 0 0,0 0 1 0 0,-1-1-1 0 0,3-1 1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1792 0 0,'2'-1'2050'0'0,"1"-1"-1497"0"0,0 1-1 0 0,0-1 1 0 0,1 1 0 0 0,-1 0-1 0 0,0 0 1 0 0,0 1-1 0 0,0-1 1 0 0,1 1-1 0 0,-1-1 1 0 0,0 1-1 0 0,5 1 1 0 0,-4-1-404 0 0,-1 1 1 0 0,0 0-1 0 0,0 0 1 0 0,0 0-1 0 0,0 0 1 0 0,0 0-1 0 0,0 1 1 0 0,0-1-1 0 0,0 1 1 0 0,0 0-1 0 0,-1 0 1 0 0,5 3-1 0 0,-1 1-87 0 0,0-1 0 0 0,-1 1 0 0 0,1 0 0 0 0,-1 1 0 0 0,0-1 0 0 0,-1 1 0 0 0,1 0 0 0 0,-1 0 0 0 0,-1 0 0 0 0,1 1 0 0 0,-1-1 0 0 0,-1 1-1 0 0,1 0 1 0 0,-1 0 0 0 0,-1 0 0 0 0,1 0 0 0 0,-1 0 0 0 0,-1 0 0 0 0,0 0 0 0 0,0 1 0 0 0,0-1 0 0 0,-1 0 0 0 0,0 0 0 0 0,-1 0-1 0 0,0 0 1 0 0,0 0 0 0 0,-1 0 0 0 0,1-1 0 0 0,-2 1 0 0 0,-4 7 0 0 0,7-13-28 0 0,-1-1 0 0 0,1 0 0 0 0,-1 0 0 0 0,1 1 1 0 0,-1-1-1 0 0,0 0 0 0 0,1 0 0 0 0,-1-1 0 0 0,0 1 0 0 0,0 0 0 0 0,0 0 0 0 0,-3 0 0 0 0,4-1-24 0 0,1 0-1 0 0,-1 0 0 0 0,1 1 0 0 0,-1-1 0 0 0,0 0 0 0 0,1 0 0 0 0,-1 0 1 0 0,1 0-1 0 0,-1 0 0 0 0,0 0 0 0 0,1 0 0 0 0,-1 0 0 0 0,0 0 1 0 0,1 0-1 0 0,-1 0 0 0 0,0-1 0 0 0,1 1 0 0 0,-1 0 0 0 0,1 0 1 0 0,-1 0-1 0 0,1-1 0 0 0,-1 1 0 0 0,0 0 0 0 0,1-1 0 0 0,-1 1 1 0 0,1-1-1 0 0,0 1 0 0 0,-1-1 0 0 0,1 1 0 0 0,-1-1 0 0 0,1 1 0 0 0,0-1 1 0 0,-1 1-1 0 0,1-1 0 0 0,0 1 0 0 0,-1-1 0 0 0,1 1 0 0 0,0-1 1 0 0,0 0-1 0 0,0 1 0 0 0,-1-1 0 0 0,1 0 0 0 0,0 1 0 0 0,0-1 1 0 0,0 0-1 0 0,1-8-4 0 0,0 1 1 0 0,1 0 0 0 0,0 0-1 0 0,0 0 1 0 0,1 1 0 0 0,0-1 0 0 0,0 0-1 0 0,1 1 1 0 0,0 0 0 0 0,0 0-1 0 0,1 0 1 0 0,0 0 0 0 0,8-8-1 0 0,9-9-13 0 0,50-43 0 0 0,71-41-71 0 0,-111 85 31 0 0,-41 40 35 0 0,-20 15 127 0 0,1 2 0 0 0,2 0 0 0 0,1 2 1 0 0,2 0-1 0 0,-18 41 0 0 0,35-66-53 0 0,1 0 1 0 0,0 0-1 0 0,1 0 1 0 0,0 1-1 0 0,1 0 1 0 0,-3 17-1 0 0,6-25-39 0 0,-1-1 0 0 0,1 0 0 0 0,0 1 0 0 0,0-1 0 0 0,1 1 0 0 0,-1-1 0 0 0,1 0 0 0 0,0 1 0 0 0,0-1 0 0 0,0 0 0 0 0,0 0 0 0 0,0 1 0 0 0,1-1 0 0 0,0 0 0 0 0,-1 0 0 0 0,1 0 0 0 0,0-1 0 0 0,0 1 0 0 0,1 0 0 0 0,-1-1 0 0 0,0 0 0 0 0,1 1 0 0 0,0-1 1 0 0,-1 0-1 0 0,1 0 0 0 0,0 0 0 0 0,4 1 0 0 0,3 1 4 0 0,0 1 0 0 0,0-2 0 0 0,1 0 0 0 0,-1 0-1 0 0,1-1 1 0 0,0 0 0 0 0,20 0 0 0 0,79-5-668 0 0,-101 2 484 0 0,97-11-2464 0 0,-36-1-2542 0 0,-19 1-909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87 1596 0 0,'-2'-1'3895'0'0,"-29"-7"8847"0"0,31 8-12702 0 0,13-3-273 0 0,182-33 2592 0 0,-95 17-3197 0 0,-4 3-4438 0 0,-78 12-806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44 120 0 0,'-23'-20'9539'0'0,"3"3"-3403"0"0,20 16-6053 0 0,-1 1 0 0 0,1-1 0 0 0,0 1-1 0 0,-1-1 1 0 0,1 1 0 0 0,-1 0 0 0 0,1-1-1 0 0,0 1 1 0 0,-1 0 0 0 0,1-1 0 0 0,-1 1-1 0 0,1 0 1 0 0,-1 0 0 0 0,1 0 0 0 0,-1-1-1 0 0,1 1 1 0 0,-1 0 0 0 0,0 0 0 0 0,1 0-1 0 0,-1 0 1 0 0,1 0 0 0 0,-1 0 0 0 0,1 0-1 0 0,-1 0 1 0 0,1 0 0 0 0,-1 0 0 0 0,1 0-1 0 0,-1 0 1 0 0,0 1 0 0 0,1-1 0 0 0,-1 0-1 0 0,1 0 1 0 0,-1 1 0 0 0,1-1 0 0 0,0 0-1 0 0,-1 0 1 0 0,1 1 0 0 0,-1-1 0 0 0,1 0-1 0 0,-1 1 1 0 0,1-1 0 0 0,0 1 0 0 0,-1-1-1 0 0,1 1 1 0 0,-8 27 624 0 0,2-1 0 0 0,-3 37 1 0 0,-3 16-316 0 0,6-54-434 0 0,-7 39-889 0 0,-10 101 0 0 0,23-161 510 0 0,0-1 0 0 0,0 0 0 0 0,0 0 0 0 0,1 0 0 0 0,-1 0 1 0 0,1 0-1 0 0,3 7 0 0 0,-4-9-119 0 0,1 0 0 0 0,0-1-1 0 0,0 1 1 0 0,0-1 0 0 0,0 1 0 0 0,0-1-1 0 0,0 0 1 0 0,0 1 0 0 0,0-1 0 0 0,1 0 0 0 0,-1 0-1 0 0,0 0 1 0 0,2 1 0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9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333 118 640 0 0,'18'-20'4450'0'0,"0"-2"0"0"0,17-27 0 0 0,-34 48-4316 0 0,-1 0-1 0 0,1 0 1 0 0,-1 0 0 0 0,1 1-1 0 0,-1-1 1 0 0,1 0 0 0 0,-1 0-1 0 0,0 0 1 0 0,0 0 0 0 0,1 0 0 0 0,-1 0-1 0 0,0 0 1 0 0,0 0 0 0 0,0 0-1 0 0,0-1 1 0 0,0 0 0 0 0,0 2-80 0 0,-1-1 1 0 0,1 1 0 0 0,0-1-1 0 0,0 1 1 0 0,-1 0 0 0 0,1-1-1 0 0,0 1 1 0 0,0-1-1 0 0,-1 1 1 0 0,1 0 0 0 0,-1-1-1 0 0,1 1 1 0 0,0 0 0 0 0,-1-1-1 0 0,1 1 1 0 0,-1 0 0 0 0,1 0-1 0 0,-1 0 1 0 0,1-1-1 0 0,0 1 1 0 0,-1 0 0 0 0,0 0-1 0 0,-2-1 49 0 0,1 1-1 0 0,-1 0 0 0 0,0 0 1 0 0,1 0-1 0 0,-1 0 0 0 0,1 0 1 0 0,-1 1-1 0 0,-3 0 0 0 0,-7 4 115 0 0,0 0 0 0 0,0 0 0 0 0,1 1 0 0 0,0 1 0 0 0,-19 13 0 0 0,-50 46 243 0 0,78-63-442 0 0,-28 24 180 0 0,-49 57 0 0 0,68-70-165 0 0,1 1-1 0 0,1 0 0 0 0,1 0 1 0 0,0 1-1 0 0,1 0 0 0 0,-11 29 1 0 0,18-42-29 0 0,0 0 0 0 0,0 0 0 0 0,0 0 0 0 0,1 0 0 0 0,-1 0 1 0 0,1 0-1 0 0,0 0 0 0 0,0 0 0 0 0,0 0 0 0 0,0 1 0 0 0,0-1 0 0 0,1 0 1 0 0,-1 0-1 0 0,1 0 0 0 0,0 0 0 0 0,0 0 0 0 0,0 0 0 0 0,0 0 1 0 0,1-1-1 0 0,-1 1 0 0 0,1 0 0 0 0,-1-1 0 0 0,1 1 0 0 0,0-1 0 0 0,3 3 1 0 0,-1-1-170 0 0,0-1 0 0 0,1 0 1 0 0,-1-1-1 0 0,1 1 1 0 0,-1-1-1 0 0,1 0 0 0 0,0 0 1 0 0,0 0-1 0 0,0 0 1 0 0,1-1-1 0 0,-1 0 0 0 0,0 0 1 0 0,0-1-1 0 0,6 1 1 0 0,8-1-1972 0 0,-1-1 0 0 0,0 0 0 0 0,1-1-1 0 0,33-9 1 0 0,-21 0-3261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35 1144 0 0,'-2'-14'5952'0'0,"-6"-6"1181"0"0,-5 25-5097 0 0,10 0-1799 0 0,0 1 0 0 0,1 0 1 0 0,-1-1-1 0 0,2 1 0 0 0,-1 0 0 0 0,1 0 1 0 0,-1 0-1 0 0,2 0 0 0 0,-1 1 0 0 0,1-1 1 0 0,0 0-1 0 0,0 0 0 0 0,0 0 0 0 0,1 0 1 0 0,1 7-1 0 0,-1-9-186 0 0,1 0 1 0 0,-1 1-1 0 0,1-1 0 0 0,-1 0 1 0 0,1 0-1 0 0,1 0 1 0 0,-1-1-1 0 0,0 1 1 0 0,1 0-1 0 0,0-1 0 0 0,0 0 1 0 0,0 1-1 0 0,0-1 1 0 0,0 0-1 0 0,1-1 0 0 0,-1 1 1 0 0,1-1-1 0 0,0 1 1 0 0,-1-1-1 0 0,1 0 0 0 0,0 0 1 0 0,5 1-1 0 0,1-1-38 0 0,0 1 0 0 0,1-1 0 0 0,-1-1 0 0 0,0 0 0 0 0,1 0-1 0 0,-1-1 1 0 0,0-1 0 0 0,1 1 0 0 0,-1-2 0 0 0,0 1 0 0 0,0-1-1 0 0,0-1 1 0 0,0 0 0 0 0,0-1 0 0 0,0 1 0 0 0,-1-2 0 0 0,0 1 0 0 0,0-2-1 0 0,0 1 1 0 0,0-1 0 0 0,-1 0 0 0 0,0-1 0 0 0,0 0 0 0 0,-1 0 0 0 0,0-1-1 0 0,0 1 1 0 0,-1-2 0 0 0,0 1 0 0 0,0-1 0 0 0,-1 0 0 0 0,0 0-1 0 0,5-13 1 0 0,-1-7-178 0 0,-9 28 104 0 0,-1 3 8 0 0,-7 16 1 0 0,-19 58 544 0 0,-17 81 0 0 0,-6 81 723 0 0,24-107-79 0 0,-53 161 0 0 0,41-198-510 0 0,34-85-427 0 0,-1 0 0 0 0,0 0 0 0 0,-1 0 0 0 0,0 0 0 0 0,-1-1 0 0 0,1 0 0 0 0,-13 11 0 0 0,15-16-131 0 0,0-1-1 0 0,1 1 1 0 0,-1 0-1 0 0,0-1 0 0 0,0 0 1 0 0,0 0-1 0 0,-1 0 1 0 0,1 0-1 0 0,0-1 1 0 0,-1 1-1 0 0,1-1 1 0 0,-1 0-1 0 0,0-1 1 0 0,1 1-1 0 0,-1-1 0 0 0,1 0 1 0 0,-1 0-1 0 0,0 0 1 0 0,1-1-1 0 0,-1 0 1 0 0,0 0-1 0 0,1 0 1 0 0,0 0-1 0 0,-1-1 0 0 0,1 1 1 0 0,0-1-1 0 0,-1 0 1 0 0,1 0-1 0 0,0-1 1 0 0,1 1-1 0 0,-1-1 1 0 0,0 0-1 0 0,-3-4 0 0 0,-1-1-43 0 0,0 0 0 0 0,1 0-1 0 0,0-1 1 0 0,1 1-1 0 0,0-1 1 0 0,0-1-1 0 0,1 1 1 0 0,0-1-1 0 0,1 0 1 0 0,0 0-1 0 0,0-1 1 0 0,1 1 0 0 0,-2-14-1 0 0,4 9-179 0 0,0 0 0 0 0,2 1-1 0 0,-1-1 1 0 0,2 0 0 0 0,0 1-1 0 0,1-1 1 0 0,0 1 0 0 0,1 0-1 0 0,1 0 1 0 0,0 0 0 0 0,1 0-1 0 0,0 1 1 0 0,1 0 0 0 0,1 1 0 0 0,13-19-1 0 0,-2 7-824 0 0,0 1-1 0 0,2 1 1 0 0,0 1-1 0 0,2 0 1 0 0,0 2-1 0 0,43-27 1 0 0,45-18-3795 0 0,-34 25-2383 0 0,-41 20 221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39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54 2376 0 0,'-23'-17'15294'0'0,"23"17"-15258"0"0,216-5 2072 0 0,-70-7-4707 0 0,-107 3-798 0 0,-16-2-2616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12 2552 0 0,'-10'-10'7006'0'0,"9"10"-6827"0"0,1-1 0 0 0,-1 1-1 0 0,1 0 1 0 0,-1 0 0 0 0,1 0-1 0 0,-1 0 1 0 0,1-1 0 0 0,-1 1-1 0 0,1 0 1 0 0,0 0 0 0 0,-1 0-1 0 0,1 0 1 0 0,-1 0 0 0 0,1 0-1 0 0,-1 0 1 0 0,1 0 0 0 0,-1 0 0 0 0,1 0-1 0 0,-1 1 1 0 0,1-1 0 0 0,-1 0-1 0 0,1 0 1 0 0,-1 1 0 0 0,-9 14 2775 0 0,0 32-970 0 0,7-32-1407 0 0,-45 222 1072 0 0,33-178-1533 0 0,-9 38-1374 0 0,21-82-295 0 0,1 1 0 0 0,0 17 0 0 0,5-14-4934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340 154 1588 0 0,'8'-10'1709'0'0,"0"0"1"0"0,-1-1-1 0 0,0 0 0 0 0,10-23 1 0 0,-16 31-1441 0 0,0 0-1 0 0,0 0 1 0 0,-1 0 0 0 0,1 0 0 0 0,-1 0 0 0 0,1 0 0 0 0,-1 0 0 0 0,0 0 0 0 0,0 0 0 0 0,0-1 0 0 0,-1-3 0 0 0,0 5-180 0 0,1 0 0 0 0,-1 0 0 0 0,0 0 0 0 0,0 0 0 0 0,0 0 0 0 0,0 0 0 0 0,0 1 0 0 0,-1-1 0 0 0,1 1 0 0 0,0-1 0 0 0,-1 0 0 0 0,1 1 0 0 0,-1 0 0 0 0,1-1 1 0 0,-1 1-1 0 0,0 0 0 0 0,0 0 0 0 0,0 0 0 0 0,-2-1 0 0 0,1 1-23 0 0,-1 0 1 0 0,0 0-1 0 0,1 0 1 0 0,-1 1 0 0 0,1-1-1 0 0,-1 1 1 0 0,0 0-1 0 0,1 0 1 0 0,-1 0-1 0 0,1 1 1 0 0,-5 0-1 0 0,0 1 5 0 0,-1 0 0 0 0,1 0 0 0 0,-15 7 0 0 0,1 2 54 0 0,0 1 0 0 0,1 0 1 0 0,1 2-1 0 0,0 1 0 0 0,-30 28 0 0 0,37-31-53 0 0,1 2 1 0 0,0 0-1 0 0,1 0 0 0 0,0 1 0 0 0,1 0 0 0 0,1 1 0 0 0,0 0 0 0 0,-9 24 1 0 0,17-38-58 0 0,0 1 1 0 0,0 0-1 0 0,0-1 0 0 0,0 1 1 0 0,1 0-1 0 0,-1 0 1 0 0,1 0-1 0 0,-1-1 1 0 0,1 1-1 0 0,0 0 1 0 0,0 0-1 0 0,0 0 1 0 0,1 0-1 0 0,-1 0 1 0 0,1-1-1 0 0,0 1 0 0 0,-1 0 1 0 0,1 0-1 0 0,0-1 1 0 0,1 1-1 0 0,-1-1 1 0 0,0 1-1 0 0,1-1 1 0 0,-1 1-1 0 0,1-1 1 0 0,0 0-1 0 0,0 0 1 0 0,0 0-1 0 0,0 0 0 0 0,0 0 1 0 0,0 0-1 0 0,1 0 1 0 0,-1-1-1 0 0,1 1 1 0 0,-1-1-1 0 0,1 0 1 0 0,-1 0-1 0 0,1 0 1 0 0,3 1-1 0 0,4 1 12 0 0,0 0 0 0 0,0-1 0 0 0,0-1-1 0 0,1 0 1 0 0,-1 0 0 0 0,0-1 0 0 0,1 0 0 0 0,-1-1 0 0 0,18-3-1 0 0,-15 1-26 0 0,1-1-1 0 0,-1-1 0 0 0,-1 0 1 0 0,1-1-1 0 0,-1 0 0 0 0,1-1 1 0 0,-2-1-1 0 0,1 0 0 0 0,-1 0 1 0 0,-1-1-1 0 0,1 0 0 0 0,-1-1 1 0 0,-1 0-1 0 0,0-1 0 0 0,15-22 1 0 0,39-54 706 0 0,-62 86-552 0 0,-1 1-135 0 0,1 0 0 0 0,-1 1 0 0 0,1-1-1 0 0,-1 1 1 0 0,0-1 0 0 0,1 0-1 0 0,-1 1 1 0 0,0-1 0 0 0,0 1 0 0 0,1-1-1 0 0,-1 0 1 0 0,0 1 0 0 0,0-1-1 0 0,0 1 1 0 0,1-1 0 0 0,-1 1 0 0 0,0-1-1 0 0,0 1 1 0 0,0-1 0 0 0,0 1-1 0 0,0-1 1 0 0,0 1 0 0 0,0-1 0 0 0,0 1-1 0 0,0-1 1 0 0,0 1 0 0 0,0-1-1 0 0,-1 1 1 0 0,1-1 0 0 0,0 2 0 0 0,-4 18 397 0 0,4-19-376 0 0,-16 61 1041 0 0,7-32-959 0 0,2 1 0 0 0,1 0 0 0 0,-4 57 1 0 0,10-85-365 0 0,0 0 0 0 0,0-1 1 0 0,1 1-1 0 0,-1 0 0 0 0,1 0 1 0 0,-1 0-1 0 0,1-1 1 0 0,0 1-1 0 0,0 0 0 0 0,0-1 1 0 0,1 1-1 0 0,-1-1 0 0 0,1 1 1 0 0,-1-1-1 0 0,1 0 0 0 0,0 0 1 0 0,0 0-1 0 0,2 2 0 0 0,-2-2-517 0 0,0 0-1 0 0,1 0 0 0 0,-1-1 1 0 0,1 0-1 0 0,-1 1 0 0 0,1-1 0 0 0,0 0 1 0 0,-1 0-1 0 0,1 0 0 0 0,0-1 0 0 0,4 1 1 0 0,10 1-5098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1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116 116 2528 0 0,'-41'-67'18493'0'0,"41"64"-18297"0"0,0 3-151 0 0,-1-1 0 0 0,1 0 0 0 0,0 0 0 0 0,0 1 0 0 0,0-1-1 0 0,0 0 1 0 0,0 0 0 0 0,0 0 0 0 0,0 1 0 0 0,1-1 0 0 0,-1 0 0 0 0,0 0 0 0 0,0 1 0 0 0,0-1 0 0 0,1 0 0 0 0,-1 0 0 0 0,0 1 0 0 0,1-1 0 0 0,-1 0 0 0 0,1 1 0 0 0,-1-1-1 0 0,1 1 1 0 0,-1-1 0 0 0,1 0 0 0 0,-1 1 0 0 0,1-1 0 0 0,0 1 0 0 0,-1-1 0 0 0,1 1 0 0 0,0 0 0 0 0,-1-1 0 0 0,1 1 0 0 0,0 0 0 0 0,-1-1 0 0 0,1 1 0 0 0,0 0-1 0 0,0 0 1 0 0,-1 0 0 0 0,1-1 0 0 0,0 1 0 0 0,1 0 0 0 0,30-7 61 0 0,0 1-1 0 0,0 1 1 0 0,0 2-1 0 0,1 1 0 0 0,41 4 1 0 0,-28-2-559 0 0,-45 0 432 0 0,1 0 0 0 0,-1 0 0 0 0,1 0-1 0 0,0 0 1 0 0,-1 0 0 0 0,1 0 0 0 0,-1 0 0 0 0,1 1-1 0 0,-1-1 1 0 0,1 1 0 0 0,-1-1 0 0 0,1 1 0 0 0,-1-1 0 0 0,1 1-1 0 0,-1 0 1 0 0,1 0 0 0 0,-1 0 0 0 0,0 0 0 0 0,0 0-1 0 0,3 2 1 0 0,-4-2 10 0 0,1 1 0 0 0,-1-1 0 0 0,1 0 0 0 0,-1 0 0 0 0,0 1 0 0 0,1-1 0 0 0,-1 1 0 0 0,0-1 0 0 0,0 0 0 0 0,0 1 0 0 0,0-1 0 0 0,0 0 0 0 0,-1 1 0 0 0,1-1 0 0 0,0 0 0 0 0,-1 1 0 0 0,1-1 0 0 0,-2 3 0 0 0,-3 6-17 0 0,0-1 1 0 0,-1 1 0 0 0,0-1-1 0 0,-11 12 1 0 0,15-18 13 0 0,-31 33-4 0 0,-1-2 0 0 0,-73 56 1 0 0,17-15 147 0 0,63-52-22 0 0,8-8 104 0 0,2 1 0 0 0,-19 21 0 0 0,35-35-37 0 0,1-2-157 0 0,0 1-1 0 0,1-1 1 0 0,-1 1 0 0 0,0-1 0 0 0,0 1 0 0 0,1-1-1 0 0,-1 1 1 0 0,0-1 0 0 0,0 0 0 0 0,1 1 0 0 0,-1-1 0 0 0,1 1-1 0 0,-1-1 1 0 0,0 0 0 0 0,1 1 0 0 0,-1-1 0 0 0,1 0-1 0 0,-1 0 1 0 0,1 1 0 0 0,-1-1 0 0 0,1 0 0 0 0,-1 0-1 0 0,1 0 1 0 0,-1 1 0 0 0,1-1 0 0 0,0 0 0 0 0,15 2 95 0 0,-15-2-109 0 0,19 0-270 0 0,1-1 0 0 0,-1-1 0 0 0,0-1-1 0 0,0-1 1 0 0,0 0 0 0 0,0-2 0 0 0,19-8 0 0 0,32-9-2383 0 0,92-34-7344 0 0,-110 36 3095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1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16 872 0 0,'-56'4'14154'0'0,"42"-3"-10532"0"0,11-1-2772 0 0,-12 0 1305 0 0,34-3-1372 0 0,70-4-210 0 0,13-1-3014 0 0,-38 6-8829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1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 2164 0 0,'-27'13'3078'0'0,"9"-5"848"0"0,0 1 0 0 0,-33 23 952 0 0,51-32-4790 0 0,1 1 0 0 0,-1-1 0 0 0,0 1 0 0 0,0-1-1 0 0,0 1 1 0 0,0 0 0 0 0,1-1 0 0 0,-1 1 0 0 0,0-1 0 0 0,1 0 0 0 0,-1 1-1 0 0,0-1 1 0 0,1 1 0 0 0,-1-1 0 0 0,0 1 0 0 0,1-1 0 0 0,-1 0-1 0 0,1 1 1 0 0,-1-1 0 0 0,1 0 0 0 0,-1 1 0 0 0,1-1 0 0 0,-1 0-1 0 0,1 0 1 0 0,-1 0 0 0 0,1 1 0 0 0,0-1 0 0 0,-1 0 0 0 0,2 0-1 0 0,19 2 27 0 0,-17-2 195 0 0,41 1-97 0 0,80-8 0 0 0,-13-9-4466 0 0,-53 1-3181 0 0,-29 6 74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2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667 99 1516 0 0,'23'-55'11357'0'0,"-22"53"-10920"0"0,0 0 1 0 0,0-1-1 0 0,0 1 1 0 0,-1 0-1 0 0,1-1 1 0 0,-1 1-1 0 0,1-1 1 0 0,-1 1-1 0 0,0-5 1 0 0,0 7-403 0 0,0-1 1 0 0,0 1-1 0 0,0-1 1 0 0,0 0-1 0 0,0 1 0 0 0,0-1 1 0 0,0 1-1 0 0,0-1 1 0 0,0 0-1 0 0,-1 1 0 0 0,1-1 1 0 0,0 1-1 0 0,0-1 1 0 0,-1 1-1 0 0,1-1 0 0 0,0 1 1 0 0,0-1-1 0 0,-1 1 1 0 0,1-1-1 0 0,-1 1 0 0 0,1 0 1 0 0,-1-1-1 0 0,1 1 1 0 0,0-1-1 0 0,-1 1 0 0 0,1 0 1 0 0,-1-1-1 0 0,0 1 1 0 0,1 0-1 0 0,-1 0 0 0 0,1 0 1 0 0,-1-1-1 0 0,1 1 1 0 0,-1 0-1 0 0,1 0 0 0 0,-1 0 1 0 0,0 0-1 0 0,1 0 1 0 0,-1 0-1 0 0,1 0 0 0 0,-1 0 1 0 0,0 0-1 0 0,1 0 1 0 0,-1 0-1 0 0,1 1 0 0 0,-2-1 1 0 0,-14 5 62 0 0,0 1 0 0 0,0 0 0 0 0,0 2 0 0 0,1-1 0 0 0,-19 14 0 0 0,-74 58 181 0 0,82-59-180 0 0,-21 17 148 0 0,-64 64 1 0 0,96-85-188 0 0,0 1 0 0 0,1 0 0 0 0,0 2-1 0 0,2-1 1 0 0,0 1 0 0 0,1 1 0 0 0,-10 27 0 0 0,19-44-33 0 0,1 0-1 0 0,0 1 1 0 0,0-1-1 0 0,0 0 1 0 0,0 1 0 0 0,1-1-1 0 0,-1 1 1 0 0,1-1-1 0 0,0 1 1 0 0,0-1 0 0 0,0 1-1 0 0,1-1 1 0 0,-1 1 0 0 0,1-1-1 0 0,0 1 1 0 0,0-1-1 0 0,0 1 1 0 0,0-1 0 0 0,1 0-1 0 0,-1 0 1 0 0,1 0-1 0 0,0 0 1 0 0,0 0 0 0 0,0 0-1 0 0,0 0 1 0 0,0 0 0 0 0,4 2-1 0 0,0 0 8 0 0,0-1-1 0 0,0 0 1 0 0,1 0-1 0 0,-1-1 1 0 0,1 1-1 0 0,0-1 1 0 0,0-1-1 0 0,0 0 1 0 0,0 0-1 0 0,1 0 1 0 0,13 1-1 0 0,-4-2 5 0 0,-1 0-1 0 0,0-1 0 0 0,0-1 1 0 0,1-1-1 0 0,-1 0 1 0 0,0-1-1 0 0,0-1 0 0 0,0 0 1 0 0,-1-1-1 0 0,0-1 1 0 0,0 0-1 0 0,0-1 0 0 0,-1-1 1 0 0,23-16-1 0 0,-25 16-28 0 0,-2 0 1 0 0,1-1-1 0 0,-1-1 0 0 0,-1 0 1 0 0,0 0-1 0 0,0-1 0 0 0,-1 0 1 0 0,0 0-1 0 0,-1-1 0 0 0,-1 0 1 0 0,1 0-1 0 0,-2-1 0 0 0,0 1 1 0 0,0-1-1 0 0,-1 0 0 0 0,-1-1 1 0 0,3-25-1 0 0,-5 32-12 0 0,-1-1 0 0 0,0 1 0 0 0,0-1 0 0 0,-1 1 1 0 0,0-1-1 0 0,0 1 0 0 0,-1 0 0 0 0,0 0 0 0 0,0 0 0 0 0,-1 0 0 0 0,0 0 0 0 0,0 0 0 0 0,-6-8 0 0 0,3 6 8 0 0,0 1-1 0 0,-1 1 0 0 0,0-1 1 0 0,0 1-1 0 0,0 0 0 0 0,-1 1 1 0 0,0 0-1 0 0,-17-10 0 0 0,4 6-224 0 0,-1 0 0 0 0,0 1 0 0 0,-1 2 0 0 0,1 0 0 0 0,-1 1 0 0 0,0 2 1 0 0,-40-4-1 0 0,25 6-1228 0 0,0 3 1 0 0,-49 5-1 0 0,-20 9-5218 0 0,104-15 6380 0 0,-60 10-6982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95 1872 0 0,'2'-4'561'0'0,"1"-3"679"0"0,-1 0 0 0 0,0-1 1 0 0,0 0-1 0 0,0 1 1 0 0,-1-1-1 0 0,0 0 0 0 0,0 0 1 0 0,-1-11-1 0 0,0 18-1209 0 0,0 1-1 0 0,-1-1 1 0 0,1 1 0 0 0,0-1-1 0 0,-1 1 1 0 0,1-1 0 0 0,0 0 0 0 0,-1 1-1 0 0,1 0 1 0 0,0-1 0 0 0,-1 1-1 0 0,1-1 1 0 0,-1 1 0 0 0,1-1 0 0 0,-1 1-1 0 0,1 0 1 0 0,-1-1 0 0 0,0 1-1 0 0,1 0 1 0 0,-1 0 0 0 0,1-1 0 0 0,-1 1-1 0 0,0 0 1 0 0,1 0 0 0 0,-1 0-1 0 0,1 0 1 0 0,-1 0 0 0 0,0 0 0 0 0,1 0-1 0 0,-1 0 1 0 0,0 0 0 0 0,1 0-1 0 0,-1 0 1 0 0,0 0 0 0 0,1 0 0 0 0,-1 0-1 0 0,0 1 1 0 0,-24 9 293 0 0,5 3-154 0 0,2 1-1 0 0,0 1 1 0 0,0 1-1 0 0,-30 36 0 0 0,-50 81 316 0 0,77-101-376 0 0,0 1 0 0 0,-28 64 0 0 0,44-87-90 0 0,1 1 1 0 0,0-1 0 0 0,1 1-1 0 0,1 0 1 0 0,-1 0 0 0 0,2 1-1 0 0,-1-1 1 0 0,2 0 0 0 0,-1 0 0 0 0,2 1-1 0 0,0-1 1 0 0,0 0 0 0 0,1 0-1 0 0,3 14 1 0 0,-3-20-6 0 0,0 0 0 0 0,0 0 0 0 0,0-1 0 0 0,1 1 0 0 0,0-1 0 0 0,-1 0 0 0 0,2 0 0 0 0,-1 0 0 0 0,0 0 0 0 0,1 0 0 0 0,0-1 0 0 0,7 7 0 0 0,-4-6-76 0 0,1 0 1 0 0,-1 0-1 0 0,1 0 1 0 0,-1-1-1 0 0,1 0 1 0 0,0-1-1 0 0,11 3 1 0 0,4-2-613 0 0,1-1-1 0 0,0 0 1 0 0,0-2 0 0 0,37-4 0 0 0,-37 1-755 0 0,0-1 1 0 0,0-1-1 0 0,0-1 1 0 0,32-14-1 0 0,-23 5-2384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61 142 1072 0 0,'5'-30'4185'0'0,"0"-1"1"0"0,-1-39-1 0 0,-4 69-4171 0 0,0 1 0 0 0,0 0 0 0 0,0-1 0 0 0,0 1 0 0 0,0 0 0 0 0,0-1 0 0 0,0 1 0 0 0,0-1-1 0 0,0 1 1 0 0,0 0 0 0 0,0-1 0 0 0,0 1 0 0 0,0 0 0 0 0,0-1 0 0 0,0 1 0 0 0,1 0 0 0 0,-1-1 0 0 0,0 1 0 0 0,0 0 0 0 0,0 0 0 0 0,1-1 0 0 0,-1 1 0 0 0,0 0 0 0 0,0-1 0 0 0,1 1 0 0 0,-1 0 0 0 0,0 0 0 0 0,1 0 0 0 0,-1-1-1 0 0,0 1 1 0 0,0 0 0 0 0,1 0 0 0 0,-1 0 0 0 0,0 0 0 0 0,1 0 0 0 0,-1 0 0 0 0,1 0 0 0 0,-1-1 0 0 0,0 1 0 0 0,1 0 0 0 0,-1 0 0 0 0,0 0 0 0 0,1 0 0 0 0,-1 0 0 0 0,0 1 0 0 0,1-1 0 0 0,-1 0 0 0 0,0 0 0 0 0,1 0 0 0 0,-1 0-1 0 0,0 0 1 0 0,1 0 0 0 0,-1 1 0 0 0,0-1 0 0 0,1 0 0 0 0,-1 0 0 0 0,0 0 0 0 0,1 1 0 0 0,15 11 64 0 0,-13-8-48 0 0,0 1-1 0 0,0 0 1 0 0,0-1 0 0 0,0 1 0 0 0,-1 1 0 0 0,0-1 0 0 0,0 0 0 0 0,0 1 0 0 0,-1-1-1 0 0,0 0 1 0 0,0 1 0 0 0,0 0 0 0 0,0-1 0 0 0,-1 11 0 0 0,-1 3 103 0 0,-1 1 1 0 0,-7 33-1 0 0,4-30 426 0 0,-1 0-1 0 0,-1-1 1 0 0,-1 1-1 0 0,-1-2 1 0 0,-1 1-1 0 0,-1-1 1 0 0,0-1-1 0 0,-27 34 1 0 0,31-44 93 0 0,-1 1 333 0 0,9-19-635 0 0,1 3-328 0 0,1 0 0 0 0,0 0 0 0 0,0 0 0 0 0,1 1 0 0 0,-1-1 0 0 0,1 1 0 0 0,0 0 0 0 0,0 0 1 0 0,10-6-1 0 0,4-6-17 0 0,135-119-82 0 0,20-19 7 0 0,-151 126-23 0 0,-21 26 63 0 0,-2-2-5 0 0,1 4 32 0 0,0 0 1 0 0,0 0 0 0 0,0 0-1 0 0,0-1 1 0 0,0 1 0 0 0,0 0 0 0 0,0 0-1 0 0,0 0 1 0 0,0-1 0 0 0,0 1-1 0 0,0 0 1 0 0,0 0 0 0 0,0 0 0 0 0,0-1-1 0 0,0 1 1 0 0,0 0 0 0 0,0 0-1 0 0,-1 0 1 0 0,1-1 0 0 0,0 1 0 0 0,0 0-1 0 0,0 0 1 0 0,0 0 0 0 0,0 0-1 0 0,0-1 1 0 0,-1 1 0 0 0,1 0 0 0 0,0 0-1 0 0,0 0 1 0 0,0 0 0 0 0,-1 0-1 0 0,1 0 1 0 0,0 0 0 0 0,0 0 0 0 0,0-1-1 0 0,0 1 1 0 0,-1 0 0 0 0,1 0-1 0 0,0 0 1 0 0,0 0 0 0 0,0 0 0 0 0,-1 0-1 0 0,-7 2-9 0 0,1 0-1 0 0,0 0 0 0 0,-1 1 1 0 0,1 0-1 0 0,0 0 0 0 0,0 0 1 0 0,1 1-1 0 0,-1 0 0 0 0,1 1 0 0 0,-11 9 1 0 0,-3 3 8 0 0,-33 40 1 0 0,46-48 9 0 0,-1 1 0 0 0,2 0 1 0 0,-1 1-1 0 0,-9 21 0 0 0,14-28 1 0 0,0 1 0 0 0,1 0-1 0 0,-1 0 1 0 0,1-1 0 0 0,0 1-1 0 0,0 0 1 0 0,1 0 0 0 0,-1 0-1 0 0,1 0 1 0 0,0 0-1 0 0,0 0 1 0 0,1 1 0 0 0,-1-1-1 0 0,3 6 1 0 0,-2-8-2 0 0,1 0 0 0 0,0-1 0 0 0,0 1 0 0 0,-1-1-1 0 0,2 1 1 0 0,-1-1 0 0 0,0 1 0 0 0,0-1 0 0 0,1 0 0 0 0,-1 0 0 0 0,1 0 0 0 0,0-1 0 0 0,-1 1-1 0 0,1 0 1 0 0,0-1 0 0 0,0 0 0 0 0,0 0 0 0 0,0 0 0 0 0,5 1 0 0 0,6 1 9 0 0,0 0 1 0 0,0-1-1 0 0,15 0 0 0 0,42 0-1017 0 0,75-8-1 0 0,70-22-5043 0 0,-161 16 1351 0 0,0-2-2503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92 284 0 0,'-43'-12'10687'0'0,"13"2"-3518"0"0,43 5-6082 0 0,136-13 457 0 0,43-7-3261 0 0,-166 21 483 0 0,20-3-1779 0 0,-17-3-3151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11 956 0 0,'-3'0'2482'0'0,"-38"-9"5266"0"0,39 8-6836 0 0,-14 1 2139 0 0,13 2-2758 0 0,-1 1 0 0 0,1 0 0 0 0,0 1 0 0 0,0-1 0 0 0,1 0-1 0 0,-1 1 1 0 0,1 0 0 0 0,0-1 0 0 0,-1 1 0 0 0,2 0 0 0 0,-1 0-1 0 0,0 0 1 0 0,1 0 0 0 0,-1 5 0 0 0,-16 66 1124 0 0,3-3-1004 0 0,-12 82 438 0 0,24-131-1431 0 0,2 1 0 0 0,0 0 0 0 0,2 0 0 0 0,4 34-1 0 0,-4-54 206 0 0,0 1 0 0 0,0-1-1 0 0,1 0 1 0 0,-1 1 0 0 0,1-1-1 0 0,0 0 1 0 0,3 5 0 0 0,14 12-6327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4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313 145 600 0 0,'16'-19'3056'0'0,"20"-25"3246"0"0,-33 39-5507 0 0,0 1 1 0 0,0-1-1 0 0,-1 1 0 0 0,0-1 0 0 0,1 0 1 0 0,-2 0-1 0 0,4-9 0 0 0,-5 13-673 0 0,0-1 0 0 0,1 1 0 0 0,-1 0 0 0 0,0 0 0 0 0,0 0 1 0 0,0 0-1 0 0,0-1 0 0 0,0 1 0 0 0,0 0 0 0 0,0 0 0 0 0,0 0 0 0 0,-1 0 0 0 0,1-1 0 0 0,0 1 0 0 0,-1 0 0 0 0,1 0 0 0 0,-1 0 0 0 0,1 0 0 0 0,-1 0 0 0 0,0 0 0 0 0,1 0 0 0 0,-1 0 1 0 0,0 0-1 0 0,-1-1 0 0 0,0 1-59 0 0,1 0 1 0 0,-1 1 0 0 0,0-1 0 0 0,1 0-1 0 0,-1 1 1 0 0,0 0 0 0 0,1-1-1 0 0,-1 1 1 0 0,0 0 0 0 0,0 0 0 0 0,1 0-1 0 0,-1 0 1 0 0,0 0 0 0 0,-2 1-1 0 0,-5 0-9 0 0,0 2-1 0 0,1-1 1 0 0,0 1 0 0 0,-1 0-1 0 0,-8 6 1 0 0,-12 9 6 0 0,1 1 1 0 0,2 1-1 0 0,0 2 1 0 0,1 0 0 0 0,1 2-1 0 0,1 1 1 0 0,1 0-1 0 0,-19 30 1 0 0,33-44-48 0 0,1 1 1 0 0,0 0-1 0 0,-6 15 1 0 0,11-23 0 0 0,0 1 0 0 0,0-1 1 0 0,1 1-1 0 0,0-1 1 0 0,0 1-1 0 0,0 0 0 0 0,0 0 1 0 0,1 0-1 0 0,0-1 0 0 0,0 1 1 0 0,0 0-1 0 0,1 8 1 0 0,0-11-11 0 0,0 0-1 0 0,0 0 1 0 0,1 0 0 0 0,-1 0 0 0 0,0 0 0 0 0,1-1 0 0 0,-1 1 0 0 0,1 0 0 0 0,0-1 0 0 0,-1 1 0 0 0,1-1 0 0 0,0 1 0 0 0,0-1 0 0 0,0 0 0 0 0,0 0-1 0 0,0 0 1 0 0,0 0 0 0 0,0 0 0 0 0,0 0 0 0 0,1 0 0 0 0,-1-1 0 0 0,0 1 0 0 0,0-1 0 0 0,1 0 0 0 0,-1 0 0 0 0,0 0 0 0 0,1 0 0 0 0,1 0-1 0 0,6 0 15 0 0,0-1-1 0 0,0 0 0 0 0,0 0 0 0 0,0-1 0 0 0,11-4 0 0 0,-10 2-21 0 0,-1 0-1 0 0,0-1 0 0 0,0 0 0 0 0,-1-1 1 0 0,0 0-1 0 0,0-1 0 0 0,0 0 0 0 0,-1 0 1 0 0,0-1-1 0 0,13-16 0 0 0,-4 3-8 0 0,-2-1 1 0 0,0-1-1 0 0,15-32 0 0 0,-18 33 317 0 0,15-23-1 0 0,-27 44 73 0 0,2 20 735 0 0,-11 18 560 0 0,-18 50-1 0 0,-2 4-894 0 0,23-65-712 0 0,1-13-174 0 0,2 1-1 0 0,0-1 1 0 0,0 1 0 0 0,1 0-1 0 0,1 0 1 0 0,0 0 0 0 0,1 16-1 0 0,1-28-70 0 0,-1-1-1 0 0,0 1 1 0 0,1 0-1 0 0,-1-1 1 0 0,1 1-1 0 0,-1-1 1 0 0,1 1-1 0 0,0-1 1 0 0,0 1-1 0 0,-1-1 0 0 0,1 0 1 0 0,0 1-1 0 0,0-1 1 0 0,0 0-1 0 0,1 0 1 0 0,-1 0-1 0 0,0 0 1 0 0,0 0-1 0 0,1 0 1 0 0,-1 0-1 0 0,0 0 0 0 0,1 0 1 0 0,-1 0-1 0 0,1-1 1 0 0,-1 1-1 0 0,1-1 1 0 0,0 1-1 0 0,-1-1 1 0 0,1 0-1 0 0,-1 1 1 0 0,1-1-1 0 0,0 0 0 0 0,-1 0 1 0 0,1 0-1 0 0,0 0 1 0 0,2-1-1 0 0,3 0-1014 0 0,-1 0 0 0 0,0-1-1 0 0,0 0 1 0 0,0 0 0 0 0,0 0-1 0 0,0-1 1 0 0,0 0 0 0 0,8-5-1 0 0,7-8-5855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4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201 138 2804 0 0,'8'-19'4302'0'0,"10"-14"5042"0"0,-12 46-7272 0 0,-6-6-1739 0 0,2 0 0 0 0,-1 1-1 0 0,1-1 1 0 0,0 0 0 0 0,0-1 0 0 0,1 1-1 0 0,0 0 1 0 0,1-1 0 0 0,5 11-1 0 0,-6-14-266 0 0,0 1 0 0 0,0-1 0 0 0,0 0 0 0 0,0 0 0 0 0,1 0 0 0 0,-1 0 0 0 0,1-1-1 0 0,-1 1 1 0 0,1-1 0 0 0,0 0 0 0 0,0 0 0 0 0,0 0 0 0 0,1-1 0 0 0,-1 0 0 0 0,0 1 0 0 0,0-1 0 0 0,7 0-1 0 0,-3 0-28 0 0,1 0-1 0 0,0-1 1 0 0,-1 0-1 0 0,1-1 1 0 0,-1 0-1 0 0,1 0 1 0 0,-1-1-1 0 0,1 0 1 0 0,-1-1-1 0 0,0 1 1 0 0,0-1-1 0 0,0-1 1 0 0,7-4-1 0 0,-6 2-33 0 0,0 0 0 0 0,0 0 0 0 0,-1-1 0 0 0,0 0 0 0 0,-1-1-1 0 0,0 0 1 0 0,0 0 0 0 0,0 0 0 0 0,-1-1 0 0 0,6-12-1 0 0,35-77-88 0 0,-46 96 46 0 0,-3 20-228 0 0,-30 135 851 0 0,9-50-56 0 0,8-22-98 0 0,-57 248 988 0 0,54-263-866 0 0,-3-2-1 0 0,-58 122 1 0 0,63-155-201 0 0,-3 0 0 0 0,-28 37 0 0 0,35-53-237 0 0,0-1 1 0 0,-1-1 0 0 0,-1 1 0 0 0,0-2-1 0 0,0 0 1 0 0,-20 11 0 0 0,29-20-76 0 0,0 0 1 0 0,0-1-1 0 0,0 0 1 0 0,0 0-1 0 0,0 0 1 0 0,-1-1 0 0 0,1 1-1 0 0,0-1 1 0 0,-1-1-1 0 0,1 1 1 0 0,-1-1-1 0 0,1 0 1 0 0,-1 0-1 0 0,-6-1 1 0 0,9 0-46 0 0,0 0-1 0 0,1 1 1 0 0,-1-1 0 0 0,1 0 0 0 0,-1 0-1 0 0,1-1 1 0 0,-1 1 0 0 0,1 0 0 0 0,0-1-1 0 0,0 1 1 0 0,0-1 0 0 0,0 0 0 0 0,0 0-1 0 0,0 0 1 0 0,0 0 0 0 0,0 0 0 0 0,1 0-1 0 0,-1 0 1 0 0,1-1 0 0 0,-1 1 0 0 0,1 0-1 0 0,0-1 1 0 0,0 1 0 0 0,0-1 0 0 0,1 0-1 0 0,-1 1 1 0 0,0-1 0 0 0,1 0 0 0 0,0 1-1 0 0,0-6 1 0 0,0-2-246 0 0,0 1 1 0 0,1-1-1 0 0,1 0 0 0 0,0 1 0 0 0,0-1 1 0 0,0 1-1 0 0,1-1 0 0 0,1 1 0 0 0,0 0 1 0 0,7-12-1 0 0,7-9-1497 0 0,33-42 0 0 0,-18 31-1431 0 0,53-53 0 0 0,4 15-5152 0 0,-47 46 1722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85 112 508 0 0,'-3'0'3083'0'0,"-50"2"11836"0"0,38-2-10199 0 0,2-2-906 0 0,15 0-3403 0 0,6-1-284 0 0,0-1 0 0 0,1 1-1 0 0,-1 0 1 0 0,1 1 0 0 0,0 0 0 0 0,-1 0 0 0 0,1 1-1 0 0,12-1 1 0 0,22-3 37 0 0,76-13-536 0 0,-70 12-3671 0 0,89-22 0 0 0,-99 13-575 0 0,-17-1-2275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5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32 1028 0 0,'-25'-31'13355'0'0,"20"31"-11777"0"0,5 0-1514 0 0,0 0 1 0 0,-1 0-1 0 0,1 0 0 0 0,-1 0 0 0 0,1 0 0 0 0,0 0 1 0 0,-1 0-1 0 0,1 0 0 0 0,-1 0 0 0 0,1 0 1 0 0,0 0-1 0 0,-1 0 0 0 0,1 0 0 0 0,-1 0 0 0 0,1 1 1 0 0,0-1-1 0 0,-1 0 0 0 0,1 0 0 0 0,-1 0 0 0 0,1 1 1 0 0,0-1-1 0 0,0 0 0 0 0,-1 0 0 0 0,1 1 1 0 0,0-1-1 0 0,-1 1 0 0 0,-9 27 3027 0 0,-6 32 0 0 0,-9 80-627 0 0,8-41-1882 0 0,2-34-365 0 0,-6 43-1186 0 0,19-91-800 0 0,1-1 1 0 0,1 24 0 0 0,0-37 787 0 0,2 8-178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6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61 748 0 0,'12'-21'4177'0'0,"-8"14"-2742"0"0,-1 1 1 0 0,1-1-1 0 0,0 1 1 0 0,7-7 1984 0 0,-11 34-517 0 0,-49 230 3267 0 0,-43 179-3640 0 0,88-413-2447 0 0,0-3 141 0 0,0 0-1 0 0,-8 20 0 0 0,11-32-109 0 0,0-2-119 0 0,0 0-1 0 0,0-1 1 0 0,1 1 0 0 0,-1 0-1 0 0,0-1 1 0 0,0 1 0 0 0,1 0-1 0 0,-1-1 1 0 0,0 1 0 0 0,1-1-1 0 0,-1 1 1 0 0,1-1 0 0 0,-1 1-1 0 0,0-1 1 0 0,1 0 0 0 0,-1 1-1 0 0,1-1 1 0 0,0 0 0 0 0,-1 1-1 0 0,1-1 1 0 0,0 0 0 0 0,-1 1-1 0 0,1-1 1 0 0,0 0 0 0 0,-1 0-1 0 0,1 0 1 0 0,0 1 0 0 0,0-1-1 0 0,0 0 1 0 0,0 0 0 0 0,0 1-1 0 0,0-1 1 0 0,0 0 0 0 0,0 0-1 0 0,0 0 1 0 0,1 0 0 0 0,4-34-225 0 0,-5 33 218 0 0,3-11-40 0 0,1 0 1 0 0,0 1-1 0 0,0 0 0 0 0,1 0 1 0 0,1 0-1 0 0,0 1 1 0 0,1 0-1 0 0,0 0 1 0 0,0 0-1 0 0,15-15 0 0 0,-15 19 24 0 0,1 0 0 0 0,-1 0 0 0 0,1 1-1 0 0,1 0 1 0 0,-1 0 0 0 0,1 1-1 0 0,0 0 1 0 0,0 1 0 0 0,0 0-1 0 0,1 0 1 0 0,-1 1 0 0 0,1 0 0 0 0,17-2-1 0 0,-22 4 28 0 0,1 1 0 0 0,-1 0-1 0 0,0 1 1 0 0,0-1 0 0 0,0 1 0 0 0,0 0-1 0 0,1 0 1 0 0,-1 1 0 0 0,-1-1-1 0 0,1 1 1 0 0,0 0 0 0 0,0 0-1 0 0,-1 1 1 0 0,1 0 0 0 0,-1 0 0 0 0,0 0-1 0 0,0 0 1 0 0,0 0 0 0 0,0 1-1 0 0,0 0 1 0 0,-1 0 0 0 0,0 0 0 0 0,1 0-1 0 0,1 5 1 0 0,0-2 76 0 0,-1 0 0 0 0,0 0 1 0 0,-1 0-1 0 0,0 1 0 0 0,0-1 0 0 0,0 1 1 0 0,-1 0-1 0 0,0 0 0 0 0,-1-1 0 0 0,0 1 0 0 0,0 1 1 0 0,-1-1-1 0 0,0 0 0 0 0,-1 12 0 0 0,-1-11 77 0 0,-1 0 0 0 0,1-1 0 0 0,-2 1-1 0 0,1-1 1 0 0,-1 0 0 0 0,0 0 0 0 0,-1 0 0 0 0,0-1-1 0 0,0 0 1 0 0,0 0 0 0 0,-1 0 0 0 0,0 0-1 0 0,-1-1 1 0 0,0 0 0 0 0,0 0 0 0 0,0-1 0 0 0,0 0-1 0 0,-1 0 1 0 0,0-1 0 0 0,0 0 0 0 0,-13 5-1 0 0,12-5-245 0 0,-1-1 0 0 0,0 0 0 0 0,0-1 0 0 0,0 0 0 0 0,0 0-1 0 0,-1-1 1 0 0,1 0 0 0 0,0-1 0 0 0,0 0 0 0 0,-1-1 0 0 0,1 0 0 0 0,0 0-1 0 0,0-1 1 0 0,0-1 0 0 0,0 0 0 0 0,0 0 0 0 0,0-1 0 0 0,-14-7 0 0 0,23 10-152 0 0,0 0 0 0 0,0 1 0 0 0,0-1 0 0 0,0 0 0 0 0,0 0 0 0 0,0 0 0 0 0,0 0 0 0 0,0 0 0 0 0,0 0 1 0 0,0 0-1 0 0,0 0 0 0 0,0 0 0 0 0,1 0 0 0 0,-1 0 0 0 0,0-1 0 0 0,1 1 0 0 0,-1 0 0 0 0,1 0 0 0 0,0-1 1 0 0,-1 1-1 0 0,1 0 0 0 0,0-1 0 0 0,0 1 0 0 0,0-1 0 0 0,0 1 0 0 0,0 0 0 0 0,0-1 0 0 0,0 1 0 0 0,0 0 1 0 0,1-2-1 0 0,0-1-952 0 0,1 0 0 0 0,-1 0-1 0 0,1 0 1 0 0,0 0 0 0 0,1 1 0 0 0,-1-1 0 0 0,5-5 0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68 200 0 0,'19'-30'20440'0'0,"-15"27"-19556"0"0,-1 1-268 0 0,1 0 0 0 0,0 0 1 0 0,-1 1-1 0 0,1-1 0 0 0,8-1 0 0 0,3 0-1072 0 0,1 1-1 0 0,23 0 1 0 0,-16 0 1558 0 0,41-3-887 0 0,75-3-204 0 0,-138 8-20 0 0,0-1-1 0 0,0 1 0 0 0,0 0 1 0 0,0 0-1 0 0,1 0 0 0 0,-1 1 0 0 0,0-1 1 0 0,0 0-1 0 0,0 0 0 0 0,0 0 1 0 0,0 1-1 0 0,0-1 0 0 0,0 1 0 0 0,0-1 1 0 0,0 1-1 0 0,0-1 0 0 0,0 1 1 0 0,0-1-1 0 0,-1 1 0 0 0,1 0 1 0 0,0 0-1 0 0,0-1 0 0 0,0 2 0 0 0,0-1 6 0 0,-1 0 0 0 0,0 1 0 0 0,0-1 0 0 0,1 0 0 0 0,-1 0 0 0 0,0 0 0 0 0,0 0 0 0 0,0 1 0 0 0,0-1 0 0 0,0 0 0 0 0,-1 0 0 0 0,1 0 0 0 0,0 0 0 0 0,0 1 0 0 0,-1-1 0 0 0,1 0-1 0 0,-2 1 1 0 0,-2 7-6 0 0,-1-1 0 0 0,0 0-1 0 0,-12 15 1 0 0,15-21-5 0 0,-29 31-17 0 0,0-1-1 0 0,-68 51 1 0 0,21-19 233 0 0,43-34 25 0 0,-62 53 1256 0 0,96-83-1446 0 0,1 0 0 0 0,0 1-1 0 0,-1-1 1 0 0,1 0-1 0 0,-1 0 1 0 0,1 0 0 0 0,0 1-1 0 0,-1-1 1 0 0,1 0-1 0 0,0 1 1 0 0,-1-1 0 0 0,1 0-1 0 0,0 1 1 0 0,0-1-1 0 0,-1 0 1 0 0,1 1 0 0 0,0-1-1 0 0,0 0 1 0 0,-1 1-1 0 0,1-1 1 0 0,0 1 0 0 0,0-1-1 0 0,0 0 1 0 0,0 1-1 0 0,0-1 1 0 0,0 1 0 0 0,0-1-1 0 0,0 1 1 0 0,0-1-1 0 0,0 1 1 0 0,0-1 0 0 0,0 0-1 0 0,0 1 1 0 0,0-1-1 0 0,0 1 1 0 0,0-1 0 0 0,0 1-1 0 0,1-1 1 0 0,-1 0-1 0 0,0 1 1 0 0,0-1 0 0 0,1 0-1 0 0,-1 1 1 0 0,0-1-1 0 0,0 0 1 0 0,1 1 0 0 0,-1-1-1 0 0,0 0 1 0 0,1 1-1 0 0,-1-1 1 0 0,1 1 0 0 0,19 6 802 0 0,1-6-736 0 0,0-1 0 0 0,0-1 0 0 0,0 0 0 0 0,0-2-1 0 0,-1-1 1 0 0,22-6 0 0 0,119-45-3222 0 0,-139 47 2243 0 0,133-47-5612 0 0,-50 22-2153 0 0,-51 17 141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6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80 1928 0 0,'-78'-29'19105'0'0,"76"28"-18299"0"0,1 1-767 0 0,1 0 1 0 0,0 0-1 0 0,0 0 1 0 0,0 0-1 0 0,-1 0 1 0 0,1 0-1 0 0,0 0 1 0 0,0 0-1 0 0,0 0 1 0 0,-1 0-1 0 0,1 0 1 0 0,0 0-1 0 0,0 0 1 0 0,0-1-1 0 0,0 1 1 0 0,0 0-1 0 0,-1 0 1 0 0,1 0-1 0 0,0 0 1 0 0,0 0-1 0 0,0-1 1 0 0,0 1-1 0 0,0 0 1 0 0,0 0-1 0 0,0 0 1 0 0,-1-1-1 0 0,1 1 1 0 0,0 0-1 0 0,0 0 1 0 0,0 0-1 0 0,0-1 1 0 0,0 1 0 0 0,0 0-1 0 0,0 0 1 0 0,0 0-1 0 0,0-1 1 0 0,0 1-1 0 0,0 0 1 0 0,0 0-1 0 0,0 0 1 0 0,0-1-1 0 0,0 1 1 0 0,1 0-1 0 0,-1 0 1 0 0,0 0-1 0 0,0 0 1 0 0,0-1-1 0 0,0 1 1 0 0,0 0-1 0 0,0 0 1 0 0,0 0-1 0 0,0 0 1 0 0,1-1-1 0 0,-1 1 1 0 0,0 0-1 0 0,0 0 1 0 0,0 0-1 0 0,0 0 1 0 0,1 0-1 0 0,18-9 703 0 0,26-1-449 0 0,124-9-1039 0 0,-112 17-4062 0 0,-3 1-6061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1 952 0 0,'-194'103'20661'0'0,"225"-95"-19775"0"0,-12-6-1231 0 0,0 0 0 0 0,0-1 0 0 0,0-1 0 0 0,0 0 0 0 0,35-7 0 0 0,41-15-9654 0 0,-64 12 1973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47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473 112 1560 0 0,'4'-16'5399'0'0,"11"-37"4998"0"0,-15 53-10386 0 0,0 0 0 0 0,0 0 1 0 0,0 0-1 0 0,1 0 0 0 0,-1-1 1 0 0,0 1-1 0 0,0 0 0 0 0,0 0 0 0 0,0 0 1 0 0,0-1-1 0 0,0 1 0 0 0,0 0 1 0 0,0 0-1 0 0,0 0 0 0 0,0 0 1 0 0,0-1-1 0 0,0 1 0 0 0,0 0 1 0 0,0 0-1 0 0,-1 0 0 0 0,1-1 1 0 0,0 1-1 0 0,0 0 0 0 0,0 0 1 0 0,0 0-1 0 0,0 0 0 0 0,0-1 1 0 0,0 1-1 0 0,0 0 0 0 0,-1 0 1 0 0,1 0-1 0 0,0 0 0 0 0,0 0 1 0 0,0 0-1 0 0,0-1 0 0 0,0 1 1 0 0,-1 0-1 0 0,1 0 0 0 0,0 0 0 0 0,0 0 1 0 0,0 0-1 0 0,-1 0 0 0 0,1 0 1 0 0,0 0-1 0 0,0 0 0 0 0,0 0 1 0 0,0 0-1 0 0,-1 0 0 0 0,1 0 1 0 0,0 0-1 0 0,0 0 0 0 0,0 0 1 0 0,-1 0-1 0 0,1 0 0 0 0,0 0 1 0 0,0 0-1 0 0,-11 4 188 0 0,10-4-184 0 0,-57 29 865 0 0,1 2 0 0 0,1 2 0 0 0,2 3 0 0 0,-90 76 0 0 0,133-102-798 0 0,1 0 1 0 0,0 1-1 0 0,1 0 0 0 0,0 1 1 0 0,1 0-1 0 0,0 0 1 0 0,1 1-1 0 0,-7 15 1 0 0,12-25-51 0 0,1 1 1 0 0,-1 0 0 0 0,1-1 0 0 0,0 1 0 0 0,1 0 0 0 0,-1 0 0 0 0,0 0 0 0 0,1-1 0 0 0,0 1 0 0 0,0 0 0 0 0,0 0 0 0 0,1 0 0 0 0,-1 0 0 0 0,1-1 0 0 0,0 1 0 0 0,0 0 0 0 0,0 0 0 0 0,0-1-1 0 0,1 1 1 0 0,0-1 0 0 0,0 1 0 0 0,-1-1 0 0 0,2 0 0 0 0,-1 1 0 0 0,0-1 0 0 0,1-1 0 0 0,-1 1 0 0 0,1 0 0 0 0,0 0 0 0 0,0-1 0 0 0,0 0 0 0 0,0 1 0 0 0,1-1 0 0 0,6 3 0 0 0,7 3 120 0 0,1-1 0 0 0,-1 0 0 0 0,2-1 0 0 0,-1-1 0 0 0,0-1 0 0 0,1 0 0 0 0,0-2 0 0 0,0 0 0 0 0,0-1 0 0 0,0-1-1 0 0,22-2 1 0 0,-23 0 35 0 0,0 0 0 0 0,0-1 0 0 0,0-1 0 0 0,-1-1 0 0 0,1-1-1 0 0,-1 0 1 0 0,0-1 0 0 0,-1-1 0 0 0,0 0 0 0 0,0-2-1 0 0,25-18 1 0 0,-31 19-128 0 0,0 0-1 0 0,0-1 0 0 0,-1 0 0 0 0,-1-1 1 0 0,0 0-1 0 0,0 0 0 0 0,-1-1 0 0 0,0 0 1 0 0,7-19-1 0 0,-11 25-55 0 0,-1-1 0 0 0,0 1 1 0 0,-1-1-1 0 0,1 1 1 0 0,-1-1-1 0 0,-1 0 0 0 0,1 0 1 0 0,-1 1-1 0 0,0-1 0 0 0,-1 0 1 0 0,1 0-1 0 0,-1 1 0 0 0,-1-1 1 0 0,1 0-1 0 0,-1 1 1 0 0,0-1-1 0 0,-1 1 0 0 0,1 0 1 0 0,-1 0-1 0 0,-8-11 0 0 0,0 2-181 0 0,-2 1-1 0 0,0 0 0 0 0,0 1 1 0 0,-1 1-1 0 0,-1 0 0 0 0,0 1 1 0 0,-1 1-1 0 0,0 0 0 0 0,0 1 1 0 0,-1 0-1 0 0,-33-11 0 0 0,13 8-1598 0 0,-1 2-1 0 0,0 1 1 0 0,-1 2-1 0 0,-64-4 0 0 0,5 8-6468 0 0,48 2 626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1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127 585 1296 0 0,'-96'19'9405'0'0,"94"-19"-9174"0"0,-6 2 283 0 0,6-3-193 0 0,6-6-171 0 0,1 1-122 0 0,1 0-1 0 0,1 1 1 0 0,-1 0-1 0 0,1 0 1 0 0,0 1-1 0 0,15-8 0 0 0,3-2 22 0 0,29-20 46 0 0,68-58 0 0 0,-96 70-75 0 0,-2-1 1 0 0,-1-1 0 0 0,-1-1-1 0 0,28-40 1 0 0,-33 37 12 0 0,-1 0-1 0 0,-2-1 1 0 0,-1-1 0 0 0,16-57-1 0 0,-27 80-43 0 0,-1-1 0 0 0,1 0 0 0 0,-2 0 0 0 0,1-12 0 0 0,-1 18-32 0 0,-3 3 5 0 0,-1 1 28 0 0,1 0 0 0 0,-1 1 1 0 0,1-1-1 0 0,0 1 0 0 0,0-1 1 0 0,0 1-1 0 0,1 0 0 0 0,-1 0 0 0 0,1 1 1 0 0,-1-1-1 0 0,1 0 0 0 0,-3 8 1 0 0,-23 52-72 0 0,23-49 76 0 0,-142 385 63 0 0,29-73 154 0 0,104-288-105 0 0,-1 0-1 0 0,-3-1 1 0 0,0-1 0 0 0,-35 49 0 0 0,52-82-48 0 0,-1-1 0 0 0,0 1 0 0 0,0-1 0 0 0,-1 0 1 0 0,1 1-1 0 0,0-1 0 0 0,-1 0 0 0 0,0-1 0 0 0,1 1 0 0 0,-1 0 0 0 0,-4 1 0 0 0,7-3-47 0 0,-1 0 0 0 0,0 0 0 0 0,0 1 0 0 0,1-1 0 0 0,-1 0 0 0 0,0 0 0 0 0,1 0 0 0 0,-1 0 0 0 0,0 0-1 0 0,0-1 1 0 0,1 1 0 0 0,-1 0 0 0 0,0 0 0 0 0,0 0 0 0 0,1-1 0 0 0,-1 1 0 0 0,0 0 0 0 0,1 0 0 0 0,-1-1 0 0 0,0 0-1 0 0,0 0-2 0 0,0 0-1 0 0,0 0 0 0 0,0-1 0 0 0,0 1 0 0 0,0 0 1 0 0,0-1-1 0 0,0 1 0 0 0,0 0 0 0 0,1-1 0 0 0,-1 1 1 0 0,0-1-1 0 0,0-2 0 0 0,-1-6 1 0 0,1 1 0 0 0,0-1 0 0 0,0 0 0 0 0,1 0 1 0 0,0 0-1 0 0,0 0 0 0 0,1 0 0 0 0,1 0 0 0 0,3-11 0 0 0,-1 3-19 0 0,2 0-1 0 0,0 0 0 0 0,1 1 1 0 0,10-18-1 0 0,-7 18 1 0 0,1 0 0 0 0,0 1-1 0 0,2 0 1 0 0,0 1 0 0 0,0 1 0 0 0,2 0 0 0 0,-1 0-1 0 0,2 2 1 0 0,0 0 0 0 0,35-20 0 0 0,-40 26 10 0 0,1 1 0 0 0,0 0 1 0 0,0 1-1 0 0,0 0 0 0 0,1 0 0 0 0,0 2 0 0 0,24-3 1 0 0,-27 5 3 0 0,-1 0 0 0 0,1 1 0 0 0,0 0 0 0 0,0 0 0 0 0,-1 1 0 0 0,1 0 1 0 0,-1 1-1 0 0,1 0 0 0 0,-1 0 0 0 0,0 1 0 0 0,11 7 0 0 0,-14-7 2 0 0,1 0 0 0 0,-1 1-1 0 0,0 0 1 0 0,0 0 0 0 0,0 0 0 0 0,-1 1-1 0 0,0 0 1 0 0,0 0 0 0 0,0 0-1 0 0,-1 1 1 0 0,0-1 0 0 0,0 1 0 0 0,0 0-1 0 0,-1 1 1 0 0,0-1 0 0 0,-1 0-1 0 0,0 1 1 0 0,0-1 0 0 0,0 1 0 0 0,0 13-1 0 0,-1 8 16 0 0,-1 0-1 0 0,-1 0 1 0 0,-2 0-1 0 0,-7 33 0 0 0,8-52-24 0 0,2-6 4 0 0,0-2-1 0 0,0-1-1 0 0,0 1 1 0 0,0 0-1 0 0,1-1 0 0 0,-1 1 1 0 0,0-1-1 0 0,1 1 1 0 0,-1 0-1 0 0,1-1 0 0 0,-1 1 1 0 0,1-1-1 0 0,0 0 1 0 0,0 1-1 0 0,0-1 1 0 0,0 0-1 0 0,0 1 0 0 0,0-1 1 0 0,0 0-1 0 0,0 0 1 0 0,0 0-1 0 0,0 0 0 0 0,1 0 1 0 0,-1 0-1 0 0,0 0 1 0 0,1 0-1 0 0,-1 0 0 0 0,1-1 1 0 0,-1 1-1 0 0,1-1 1 0 0,-1 1-1 0 0,1-1 1 0 0,-1 1-1 0 0,1-1 0 0 0,3 0 1 0 0,2 0-41 0 0,0-1 0 0 0,0 0 0 0 0,0 0 0 0 0,-1 0 0 0 0,1-1 0 0 0,8-3 0 0 0,-3 1-91 0 0,47-13-500 0 0,-2-2 0 0 0,96-47 0 0 0,-111 44 528 0 0,-2-2 0 0 0,0-1 0 0 0,-2-2 1 0 0,40-36-1 0 0,-70 56 203 0 0,0-1 0 0 0,-1 1-1 0 0,0-1 1 0 0,0-1 0 0 0,-1 1 0 0 0,0-1 0 0 0,0 0 0 0 0,-1-1 0 0 0,-1 1 0 0 0,1-1 0 0 0,-1 0 0 0 0,3-14-1 0 0,-7 23-71 0 0,0 0-1 0 0,1 0 0 0 0,-1-1 0 0 0,0 1 0 0 0,0 0 0 0 0,0 0 0 0 0,0 0 1 0 0,0-1-1 0 0,0 1 0 0 0,0 0 0 0 0,-1 0 0 0 0,1 0 0 0 0,0 0 0 0 0,-1-1 1 0 0,1 1-1 0 0,-1 0 0 0 0,1 0 0 0 0,-1 0 0 0 0,1 0 0 0 0,-1 0 0 0 0,0 0 1 0 0,0 0-1 0 0,1 0 0 0 0,-1 0 0 0 0,0 1 0 0 0,0-1 0 0 0,0 0 0 0 0,0 0 0 0 0,0 1 1 0 0,0-1-1 0 0,0 1 0 0 0,0-1 0 0 0,0 1 0 0 0,-1-1 0 0 0,1 1 0 0 0,0-1 1 0 0,-2 1-1 0 0,0-1 2 0 0,-1 1 1 0 0,0-1 0 0 0,1 1-1 0 0,-1 0 1 0 0,0 1 0 0 0,0-1-1 0 0,1 0 1 0 0,-1 1 0 0 0,0 0-1 0 0,-4 1 1 0 0,-8 5 31 0 0,0 1 0 0 0,1 0 0 0 0,0 1 0 0 0,0 1 0 0 0,1 0 0 0 0,0 1 0 0 0,-22 23 0 0 0,2 3 30 0 0,-43 60 0 0 0,68-85-73 0 0,1 0 1 0 0,1 0-1 0 0,0 0 0 0 0,0 1 1 0 0,1 0-1 0 0,1 1 1 0 0,0-1-1 0 0,-5 28 0 0 0,10-39-10 0 0,-1-1 0 0 0,1 1 0 0 0,0-1 0 0 0,0 0 0 0 0,0 1 1 0 0,0-1-1 0 0,0 0 0 0 0,0 1 0 0 0,0-1 0 0 0,0 1 0 0 0,1-1 0 0 0,-1 0 0 0 0,1 1 0 0 0,-1-1 0 0 0,1 0 0 0 0,-1 0 0 0 0,1 1 0 0 0,0-1 0 0 0,-1 0 0 0 0,1 0 0 0 0,0 0 0 0 0,0 0 0 0 0,0 0 0 0 0,1 1 0 0 0,0 0 2 0 0,0-1-1 0 0,1 0 1 0 0,-1 0 0 0 0,0-1-1 0 0,0 1 1 0 0,0 0-1 0 0,1-1 1 0 0,-1 1 0 0 0,0-1-1 0 0,1 0 1 0 0,-1 0 0 0 0,1 0-1 0 0,1 0 1 0 0,6-1 9 0 0,0-1 0 0 0,0 0 1 0 0,0 0-1 0 0,0-1 0 0 0,14-6 1 0 0,-10 2-18 0 0,-1 0 0 0 0,0 0 1 0 0,0-2-1 0 0,0 1 0 0 0,-1-2 1 0 0,-1 1-1 0 0,0-2 0 0 0,0 1 1 0 0,-1-2-1 0 0,0 1 0 0 0,-1-1 1 0 0,0-1-1 0 0,-1 0 0 0 0,0 0 1 0 0,9-24-1 0 0,13-35-129 0 0,-29 70 76 0 0,-13 34-46 0 0,-5 17 135 0 0,2-6-16 0 0,2 0 0 0 0,-14 73-1 0 0,27-114-6 0 0,-1 1 0 0 0,1 0 0 0 0,0-1 0 0 0,-1 1 0 0 0,1-1 0 0 0,0 1 0 0 0,1-1 0 0 0,-1 1 0 0 0,0-1 1 0 0,1 1-1 0 0,-1-1 0 0 0,1 1 0 0 0,0-1 0 0 0,0 1 0 0 0,0-1 0 0 0,0 0 0 0 0,2 3 0 0 0,-1-4-4 0 0,-1 1 0 0 0,1-1 1 0 0,-1 0-1 0 0,1 0 0 0 0,0-1 1 0 0,0 1-1 0 0,0 0 0 0 0,-1-1 0 0 0,1 1 1 0 0,0-1-1 0 0,0 1 0 0 0,0-1 0 0 0,0 0 1 0 0,0 0-1 0 0,0 0 0 0 0,0 0 1 0 0,-1 0-1 0 0,1 0 0 0 0,0-1 0 0 0,0 1 1 0 0,0 0-1 0 0,0-1 0 0 0,2 0 0 0 0,9-4 10 0 0,0 1 0 0 0,0-1 0 0 0,-1-1 0 0 0,0 0-1 0 0,0-1 1 0 0,20-15 0 0 0,-1-3-12 0 0,30-30 0 0 0,-2-5 28 0 0,-2-2 0 0 0,65-94 0 0 0,-121 155-26 0 0,1-2 61 0 0,0 0 1 0 0,0 0 0 0 0,0-1-1 0 0,0 1 1 0 0,-1 0 0 0 0,1-1-1 0 0,1-6 1 0 0,-4 9-66 0 0,0 1 0 0 0,0 0 0 0 0,0 0-1 0 0,0-1 1 0 0,0 1 0 0 0,0 0 0 0 0,0 0 0 0 0,-1 0 0 0 0,1 0-1 0 0,0 0 1 0 0,0 0 0 0 0,0 1 0 0 0,0-1 0 0 0,0 0 0 0 0,0 1-1 0 0,0-1 1 0 0,0 0 0 0 0,0 1 0 0 0,-2 0 0 0 0,-17 14 18 0 0,-1 1 0 0 0,2 1 0 0 0,0 1 0 0 0,1 1 0 0 0,-25 33 0 0 0,41-49-19 0 0,0 0 0 0 0,1 0 1 0 0,-1 0-1 0 0,0 0 0 0 0,1 1 0 0 0,0-1 0 0 0,0 0 1 0 0,0 1-1 0 0,0-1 0 0 0,0 1 0 0 0,1 0 1 0 0,-1-1-1 0 0,1 1 0 0 0,0-1 0 0 0,0 1 0 0 0,1-1 1 0 0,-1 1-1 0 0,1-1 0 0 0,-1 1 0 0 0,1-1 1 0 0,2 6-1 0 0,3 4 21 0 0,0 1 1 0 0,1-1-1 0 0,16 24 1 0 0,-3-7-14 0 0,-17-24 79 0 0,1 0 0 0 0,-1 0 1 0 0,0 0-1 0 0,-1 0 0 0 0,0 1 1 0 0,0-1-1 0 0,0 1 1 0 0,-1-1-1 0 0,2 10 0 0 0,-3-12 51 0 0,-1 0 1 0 0,1-1-1 0 0,-1 1 0 0 0,1-1 0 0 0,-1 1 0 0 0,0-1 0 0 0,0 1 0 0 0,0-1 0 0 0,-1 0 0 0 0,1 1 0 0 0,-1-1 0 0 0,0 0 0 0 0,0 0 0 0 0,0 0 0 0 0,0 0 0 0 0,-1-1 0 0 0,1 1 0 0 0,-1-1 1 0 0,-4 4-1 0 0,0 0 38 0 0,0-2 0 0 0,0 1 0 0 0,-1-1 0 0 0,1 0 0 0 0,-1-1-1 0 0,0 1 1 0 0,0-2 0 0 0,0 1 0 0 0,-1-1 0 0 0,1 0 0 0 0,-1-1 0 0 0,-10 1 0 0 0,4-1-78 0 0,-1-2 0 0 0,1 1 0 0 0,-1-2 0 0 0,1 0 0 0 0,0-1 0 0 0,-16-4 0 0 0,25 5-136 0 0,1 0 0 0 0,-1 0 0 0 0,0-1 0 0 0,1 0 0 0 0,-1 0 1 0 0,1 0-1 0 0,0-1 0 0 0,0 1 0 0 0,-7-8 0 0 0,11 10-136 0 0,-1 0 1 0 0,1-1-1 0 0,-1 0 1 0 0,1 1-1 0 0,0-1 1 0 0,0 0-1 0 0,0 0 1 0 0,0 0-1 0 0,0 1 1 0 0,0-1-1 0 0,1 0 1 0 0,-1 0-1 0 0,1 0 1 0 0,-1 0-1 0 0,1 0 1 0 0,0-1-1 0 0,0 1 1 0 0,0 0-1 0 0,0 0 1 0 0,0 0-1 0 0,0 0 1 0 0,0 0-1 0 0,1 0 1 0 0,-1 0-1 0 0,1 0 1 0 0,-1 0-1 0 0,1 0 1 0 0,0 0-1 0 0,0 0 1 0 0,2-3-1 0 0,0 1-898 0 0,0 0 0 0 0,0 0-1 0 0,0 0 1 0 0,1 1 0 0 0,-1-1-1 0 0,1 1 1 0 0,5-4 0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2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457 222 1336 0 0,'1'-17'2832'0'0,"1"-1"0"0"0,4-19 0 0 0,2-18 1557 0 0,-7 48-3768 0 0,-1 0-1 0 0,0-1 0 0 0,0 1 1 0 0,-1 0-1 0 0,-2-11 0 0 0,3 15-571 0 0,-1 1 0 0 0,1 0 0 0 0,-1 0 0 0 0,0 0 0 0 0,0 0 0 0 0,0 0 0 0 0,0 0-1 0 0,0 0 1 0 0,0 1 0 0 0,-1-1 0 0 0,1 0 0 0 0,0 0 0 0 0,-1 1 0 0 0,0-1 0 0 0,1 1 0 0 0,-1 0 0 0 0,0-1-1 0 0,1 1 1 0 0,-1 0 0 0 0,0 0 0 0 0,-3-1 0 0 0,1 1-34 0 0,0 0 0 0 0,1 1-1 0 0,-1-1 1 0 0,0 1 0 0 0,0 0 0 0 0,0 1 0 0 0,1-1 0 0 0,-1 0-1 0 0,0 1 1 0 0,1 0 0 0 0,-1 0 0 0 0,0 0 0 0 0,-5 3-1 0 0,-43 23 4 0 0,48-25-12 0 0,-28 19 13 0 0,1 1-1 0 0,1 2 1 0 0,1 0 0 0 0,1 2-1 0 0,1 1 1 0 0,2 1-1 0 0,0 2 1 0 0,-32 52-1 0 0,48-68-16 0 0,-12 29 0 0 0,19-37 2 0 0,0 0 0 0 0,0 0 0 0 0,0 0 0 0 0,1 0 1 0 0,0 0-1 0 0,0 0 0 0 0,0 1 0 0 0,1 6 0 0 0,0-11-2 0 0,0-1-1 0 0,1 1 1 0 0,-1-1 0 0 0,0 0-1 0 0,0 1 1 0 0,1-1 0 0 0,-1 0 0 0 0,1 1-1 0 0,0-1 1 0 0,-1 0 0 0 0,1 0-1 0 0,0 0 1 0 0,-1 1 0 0 0,1-1 0 0 0,0 0-1 0 0,0 0 1 0 0,0 0 0 0 0,0 0-1 0 0,0 0 1 0 0,2 1 0 0 0,0-1 2 0 0,-1 0 0 0 0,1 0 0 0 0,-1 0 0 0 0,1 0 0 0 0,0-1 1 0 0,-1 1-1 0 0,1-1 0 0 0,0 1 0 0 0,-1-1 0 0 0,4 0 0 0 0,6-1 10 0 0,0 0 0 0 0,0-1 1 0 0,20-6-1 0 0,-29 7-14 0 0,12-3 7 0 0,-2-1-1 0 0,1 0 1 0 0,-1-1 0 0 0,1-1 0 0 0,-2 0 0 0 0,1-1-1 0 0,-1 0 1 0 0,0-1 0 0 0,-1 0 0 0 0,16-17 0 0 0,-9 6-21 0 0,-1-1 1 0 0,-1 0 0 0 0,-2-1 0 0 0,25-46-1 0 0,-17 30-175 0 0,-20 36 150 0 0,-2 2 2 0 0,1 0 36 0 0,-1 1-1 0 0,1-1 1 0 0,-1 0-1 0 0,1 1 1 0 0,-1-1 0 0 0,1 0-1 0 0,-1 1 1 0 0,0-1-1 0 0,1 1 1 0 0,-1-1 0 0 0,0 1-1 0 0,0-1 1 0 0,1 1-1 0 0,-1-1 1 0 0,0 1 0 0 0,0-1-1 0 0,0 1 1 0 0,1 1-1 0 0,-5 57 36 0 0,1-32-12 0 0,1 39-1 0 0,2-59-11 0 0,1 0-1 0 0,0 0 0 0 0,0 0 1 0 0,0 0-1 0 0,1-1 1 0 0,0 1-1 0 0,0-1 0 0 0,1 1 1 0 0,0-1-1 0 0,6 11 0 0 0,-7-14-13 0 0,1 0 0 0 0,0-1-1 0 0,0 1 1 0 0,0 0 0 0 0,0-1-1 0 0,1 0 1 0 0,-1 1-1 0 0,1-1 1 0 0,-1-1 0 0 0,1 1-1 0 0,0 0 1 0 0,0-1 0 0 0,0 0-1 0 0,0 0 1 0 0,0 0-1 0 0,0-1 1 0 0,0 1 0 0 0,0-1-1 0 0,0 0 1 0 0,7 0 0 0 0,5-1-326 0 0,-1-1 1 0 0,0 0-1 0 0,1-1 0 0 0,17-7 1 0 0,69-27-3483 0 0,-36 6-1468 0 0,-18 6-977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2024 0 0,'0'-9'870'0'0,"0"0"0"0"0,1 0 1 0 0,0 0-1 0 0,1 0 0 0 0,-1 0 0 0 0,2 0 0 0 0,-1 0 0 0 0,1 1 0 0 0,8-16 1 0 0,-9 21-810 0 0,0 0 1 0 0,0 0-1 0 0,0 0 1 0 0,0 1-1 0 0,1-1 1 0 0,-1 0-1 0 0,1 1 1 0 0,-1 0-1 0 0,1 0 1 0 0,0 0-1 0 0,0 0 1 0 0,0 0-1 0 0,0 0 1 0 0,1 1-1 0 0,-1-1 1 0 0,0 1-1 0 0,1 0 1 0 0,-1 0-1 0 0,0 1 1 0 0,1-1-1 0 0,-1 0 1 0 0,1 1-1 0 0,0 0 1 0 0,-1 0-1 0 0,1 0 1 0 0,-1 0-1 0 0,1 1 1 0 0,3 0-1 0 0,-1 1-17 0 0,-1-1 0 0 0,1 1 0 0 0,-1 0 1 0 0,1 0-1 0 0,-1 1 0 0 0,0 0 0 0 0,0 0 0 0 0,0 0 0 0 0,0 0 0 0 0,-1 1 0 0 0,1 0 0 0 0,-1 0 0 0 0,0 0 0 0 0,0 0 0 0 0,0 1 1 0 0,-1-1-1 0 0,0 1 0 0 0,0 0 0 0 0,0 0 0 0 0,0 0 0 0 0,-1 1 0 0 0,3 6 0 0 0,-1-1 45 0 0,-1-1-1 0 0,0 1 0 0 0,-1 0 0 0 0,0 0 1 0 0,-1 0-1 0 0,0 0 0 0 0,-1 1 1 0 0,0-1-1 0 0,-1 0 0 0 0,-2 18 1 0 0,0-16 48 0 0,-1-1 0 0 0,1 1-1 0 0,-2 0 1 0 0,0-1 0 0 0,0 0 0 0 0,-1 0 0 0 0,-1-1 0 0 0,0 0 0 0 0,-1 0 0 0 0,-12 14 0 0 0,20-24-100 0 0,-1 0 1 0 0,0 0-1 0 0,0 0 0 0 0,0 0 1 0 0,0-1-1 0 0,0 1 1 0 0,0 0-1 0 0,0 0 1 0 0,-1-1-1 0 0,1 1 0 0 0,0-1 1 0 0,0 1-1 0 0,0-1 1 0 0,-1 1-1 0 0,1-1 1 0 0,-2 0-1 0 0,2 0-28 0 0,1 0 0 0 0,-1 0 0 0 0,1 0 0 0 0,-1 0 0 0 0,1-1 0 0 0,-1 1 0 0 0,1 0 0 0 0,-1 0 0 0 0,1-1 0 0 0,-1 1 0 0 0,1 0 0 0 0,-1-1 0 0 0,1 1 0 0 0,-1-1 0 0 0,1 1 0 0 0,0 0 0 0 0,-1-1 0 0 0,1 1 0 0 0,0-1 0 0 0,-1 1 0 0 0,1-1 0 0 0,0 1 0 0 0,-1-1 0 0 0,1 0 0 0 0,-1-3 1 0 0,0 1 1 0 0,0-1 0 0 0,1 0-1 0 0,-1 1 1 0 0,1-1 0 0 0,0 0-1 0 0,0 1 1 0 0,0-1 0 0 0,2-5-1 0 0,2-6-5 0 0,0 1-1 0 0,1-1 0 0 0,1 1 1 0 0,0 1-1 0 0,1-1 0 0 0,0 1 0 0 0,1 0 1 0 0,15-17-1 0 0,-9 11-24 0 0,2 2 1 0 0,1 0-1 0 0,0 1 1 0 0,34-24-1 0 0,-41 33 10 0 0,1 1-1 0 0,0 0 1 0 0,0 0-1 0 0,1 1 1 0 0,-1 1 0 0 0,1 0-1 0 0,0 1 1 0 0,0 0 0 0 0,24-2-1 0 0,-32 4 13 0 0,0 1 0 0 0,1 0 0 0 0,-1 0 0 0 0,0 0 0 0 0,0 0 0 0 0,1 1 0 0 0,-1 0 0 0 0,0-1-1 0 0,0 2 1 0 0,0-1 0 0 0,0 0 0 0 0,0 1 0 0 0,0 0 0 0 0,0 0 0 0 0,0 0 0 0 0,-1 0 0 0 0,1 1 0 0 0,-1-1-1 0 0,0 1 1 0 0,0 0 0 0 0,0 0 0 0 0,0 0 0 0 0,0 0 0 0 0,0 1 0 0 0,-1-1 0 0 0,0 1 0 0 0,0 0 0 0 0,0-1-1 0 0,0 1 1 0 0,0 0 0 0 0,2 8 0 0 0,-2-3 4 0 0,0 1-1 0 0,-1-1 0 0 0,0 1 1 0 0,-1-1-1 0 0,0 1 1 0 0,0 0-1 0 0,-2 10 0 0 0,-16 66 23 0 0,6-34-50 0 0,12-52-21 0 0,-1 0 0 0 0,1 1 1 0 0,0-1-1 0 0,0 1 0 0 0,0-1 0 0 0,0 1 0 0 0,0-1 1 0 0,0 0-1 0 0,-1 1 0 0 0,1-1 0 0 0,0 1 0 0 0,0-1 1 0 0,0 1-1 0 0,1-1 0 0 0,-1 1 0 0 0,0-1 0 0 0,0 0 1 0 0,0 1-1 0 0,0-1 0 0 0,0 1 0 0 0,0-1 1 0 0,1 0-1 0 0,-1 1 0 0 0,0-1 0 0 0,0 1 0 0 0,1-1 1 0 0,-1 0-1 0 0,0 1 0 0 0,0-1 0 0 0,1 0 0 0 0,-1 0 1 0 0,0 1-1 0 0,1-1 0 0 0,-1 0 0 0 0,1 0 0 0 0,-1 1 1 0 0,2-1-68 0 0,-1 0 0 0 0,1 0 0 0 0,-1 0 1 0 0,0 0-1 0 0,1-1 0 0 0,-1 1 0 0 0,0 0 1 0 0,1-1-1 0 0,-1 1 0 0 0,0-1 0 0 0,3 0 1 0 0,31-21-1900 0 0,-35 21 1983 0 0,184-148-4918 0 0,-74 37 12033 0 0,-117 127-6591 0 0,-17 27 234 0 0,-19 48 1 0 0,36-74-668 0 0,1 0 1 0 0,1 0-1 0 0,1 0 0 0 0,1 0 0 0 0,0 1 1 0 0,-1 30-1 0 0,4-45-48 0 0,0 1-1 0 0,0 0 1 0 0,0-1 0 0 0,0 1 0 0 0,1 0 0 0 0,-1-1-1 0 0,1 1 1 0 0,-1-1 0 0 0,1 1 0 0 0,0-1 0 0 0,0 1-1 0 0,1-1 1 0 0,-1 0 0 0 0,0 1 0 0 0,1-1 0 0 0,-1 0 0 0 0,1 0-1 0 0,0 0 1 0 0,-1 0 0 0 0,1 0 0 0 0,0-1 0 0 0,0 1-1 0 0,1-1 1 0 0,-1 1 0 0 0,0-1 0 0 0,0 1 0 0 0,5 1-1 0 0,-1-2 4 0 0,-1 1 0 0 0,1-1 0 0 0,0 0 0 0 0,-1-1-1 0 0,1 1 1 0 0,0-1 0 0 0,-1 0 0 0 0,1-1 0 0 0,0 1-1 0 0,-1-1 1 0 0,1 0 0 0 0,6-3 0 0 0,1 0 0 0 0,0-1 0 0 0,0 0 0 0 0,-1 0 0 0 0,0-2 1 0 0,0 1-1 0 0,-1-2 0 0 0,0 1 0 0 0,0-2 0 0 0,0 1 0 0 0,-1-1 0 0 0,15-18 0 0 0,-20 20-18 0 0,0 1-1 0 0,0-1 0 0 0,-1 0 1 0 0,0 0-1 0 0,0-1 0 0 0,-1 1 1 0 0,0-1-1 0 0,0 0 0 0 0,-1 0 1 0 0,0 0-1 0 0,0 0 0 0 0,-1 0 1 0 0,0 0-1 0 0,0-1 0 0 0,-1 1 1 0 0,0 0-1 0 0,0-1 0 0 0,-1 1 1 0 0,0 0-1 0 0,-3-11 0 0 0,3 15-6 0 0,-1 0-1 0 0,1 0 1 0 0,-1 0 0 0 0,1 0-1 0 0,-1 0 1 0 0,0 0 0 0 0,-1 1-1 0 0,1-1 1 0 0,0 1-1 0 0,-1-1 1 0 0,0 1 0 0 0,0 0-1 0 0,0 0 1 0 0,0 0-1 0 0,-1 1 1 0 0,1-1 0 0 0,-1 1-1 0 0,1 0 1 0 0,-1 0 0 0 0,0 0-1 0 0,0 0 1 0 0,0 0-1 0 0,0 1 1 0 0,0 0 0 0 0,0 0-1 0 0,0 0 1 0 0,0 0-1 0 0,-1 1 1 0 0,1 0 0 0 0,0-1-1 0 0,-6 2 1 0 0,-2 0 1 0 0,0 1 0 0 0,-1 0-1 0 0,1 0 1 0 0,0 2 0 0 0,0-1 0 0 0,0 1 0 0 0,1 1 0 0 0,-1 0-1 0 0,-14 10 1 0 0,7-3 2 0 0,1 1 0 0 0,1 1 0 0 0,0 0 0 0 0,1 1 0 0 0,-15 18 0 0 0,22-23 0 0 0,1 1 1 0 0,0-1-1 0 0,1 2 0 0 0,0-1 1 0 0,1 1-1 0 0,0 0 0 0 0,0 0 1 0 0,2 0-1 0 0,-6 21 1 0 0,9-30 5 0 0,1-1 1 0 0,-1 1-1 0 0,1 0 1 0 0,-1 0 0 0 0,1-1-1 0 0,0 1 1 0 0,0 0-1 0 0,0 0 1 0 0,1-1-1 0 0,-1 1 1 0 0,1 0 0 0 0,-1-1-1 0 0,1 1 1 0 0,0 0-1 0 0,0-1 1 0 0,0 1 0 0 0,0-1-1 0 0,1 0 1 0 0,-1 1-1 0 0,1-1 1 0 0,-1 0 0 0 0,1 0-1 0 0,3 3 1 0 0,-2-2 2 0 0,1-1 0 0 0,-1 0 0 0 0,1 0 0 0 0,0-1 0 0 0,0 1 0 0 0,0-1 0 0 0,0 1 1 0 0,0-1-1 0 0,0-1 0 0 0,0 1 0 0 0,0 0 0 0 0,0-1 0 0 0,0 0 0 0 0,7-1 0 0 0,7 0 2 0 0,0-2 0 0 0,0 0-1 0 0,-1-1 1 0 0,1-1-1 0 0,-1-1 1 0 0,0 0 0 0 0,-1-1-1 0 0,0-1 1 0 0,0 0 0 0 0,23-17-1 0 0,7-9-24 0 0,82-79-1 0 0,-17 1-210 0 0,-110 111 223 0 0,0 0-1 0 0,-1 0 1 0 0,1 0 0 0 0,0 0 0 0 0,0 1-1 0 0,0-1 1 0 0,-1 0 0 0 0,1 1-1 0 0,0-1 1 0 0,0 0 0 0 0,0 1 0 0 0,0 0-1 0 0,0-1 1 0 0,0 1 0 0 0,1-1-1 0 0,-1 1 1 0 0,0 0 0 0 0,0 0 0 0 0,0 0-1 0 0,0 0 1 0 0,0 0 0 0 0,0 0-1 0 0,0 0 1 0 0,1 0 0 0 0,1 0 0 0 0,-2 1 2 0 0,1 0 0 0 0,-1 0 0 0 0,1 0 0 0 0,-1 0 0 0 0,0 1 0 0 0,1-1 1 0 0,-1 0-1 0 0,0 1 0 0 0,0-1 0 0 0,0 0 0 0 0,0 1 0 0 0,0-1 1 0 0,0 1-1 0 0,1 2 0 0 0,1 6 5 0 0,0-1 0 0 0,0 1 1 0 0,0 0-1 0 0,1 15 0 0 0,-4-7 14 0 0,0 1-1 0 0,-1-1 0 0 0,-4 23 1 0 0,-1 26 363 0 0,2-71-341 0 0,4 4-39 0 0,-1 0 1 0 0,1 0-1 0 0,0 0 1 0 0,0 0 0 0 0,-1 0-1 0 0,1 0 1 0 0,0-1-1 0 0,-1 1 1 0 0,1 0 0 0 0,0 0-1 0 0,0 0 1 0 0,-1 0-1 0 0,1 0 1 0 0,0-1-1 0 0,0 1 1 0 0,0 0 0 0 0,-1 0-1 0 0,1-1 1 0 0,0 1-1 0 0,0 0 1 0 0,0 0-1 0 0,0-1 1 0 0,-1 1 0 0 0,1 0-1 0 0,0 0 1 0 0,0-1-1 0 0,0 1 1 0 0,0 0 0 0 0,0 0-1 0 0,0-1 1 0 0,0 1-1 0 0,0 0 1 0 0,0-1-1 0 0,0 1 1 0 0,0-1 0 0 0,1-7-5 0 0,0 0 0 0 0,0 0 0 0 0,1 0 0 0 0,0 0 0 0 0,0 0 0 0 0,1 0 0 0 0,0 0 1 0 0,1 1-1 0 0,0-1 0 0 0,0 1 0 0 0,0 0 0 0 0,1 0 0 0 0,0 1 0 0 0,10-11 0 0 0,0 2-17 0 0,0 0-1 0 0,1 1 1 0 0,1 1-1 0 0,30-19 1 0 0,-39 28 13 0 0,-1 1 0 0 0,0-1 0 0 0,1 1 0 0 0,-1 0 1 0 0,1 1-1 0 0,0-1 0 0 0,0 2 0 0 0,0-1 0 0 0,0 1 1 0 0,0 0-1 0 0,15 1 0 0 0,-20 0 31 0 0,1 1 1 0 0,-1-1-1 0 0,1 1 0 0 0,-1 0 0 0 0,1 0 1 0 0,-1 0-1 0 0,0 0 0 0 0,1 1 1 0 0,-1-1-1 0 0,0 1 0 0 0,0 0 0 0 0,0 0 1 0 0,0 0-1 0 0,-1 0 0 0 0,1 0 0 0 0,0 1 1 0 0,-1-1-1 0 0,0 1 0 0 0,1 0 1 0 0,-1-1-1 0 0,0 1 0 0 0,-1 0 0 0 0,1 0 1 0 0,0 1-1 0 0,-1-1 0 0 0,0 0 1 0 0,1 0-1 0 0,-1 1 0 0 0,0 4 0 0 0,1 2 132 0 0,-1 0 0 0 0,0 1-1 0 0,0 0 1 0 0,-1-1 0 0 0,-1 1 0 0 0,0-1-1 0 0,-3 17 1 0 0,-25 73 480 0 0,7-28-215 0 0,21-72-418 0 0,1 0 1 0 0,0 1-1 0 0,0-1 1 0 0,0 1 0 0 0,0-1-1 0 0,0 1 1 0 0,0-1-1 0 0,0 1 1 0 0,0-1 0 0 0,0 1-1 0 0,0-1 1 0 0,0 1-1 0 0,0-1 1 0 0,1 0 0 0 0,-1 1-1 0 0,0-1 1 0 0,0 1-1 0 0,0-1 1 0 0,0 1 0 0 0,1-1-1 0 0,-1 0 1 0 0,0 1-1 0 0,1-1 1 0 0,-1 0 0 0 0,0 1-1 0 0,1-1 1 0 0,-1 0-1 0 0,0 1 1 0 0,1-1 0 0 0,-1 0-1 0 0,1 1 1 0 0,18 3-277 0 0,22-9-979 0 0,-40 5 1132 0 0,55-13-3683 0 0,-19 1-2046 0 0,-8 1-992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4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55 3152 0 0,'-16'2'8155'0'0,"-10"-2"-2735"0"0,24 0-4836 0 0,4-2-425 0 0,1 0 0 0 0,-1 0 0 0 0,1 1 0 0 0,0-1 0 0 0,0 1 0 0 0,5-3 0 0 0,16-3-557 0 0,49-9 1 0 0,-7 6-3938 0 0,-35 5 369 0 0,5 0-2958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269 107 8 0 0,'13'-61'8693'0'0,"-4"16"-1532"0"0,-9 49-6904 0 0,0 1-1 0 0,0-1 0 0 0,0 1 1 0 0,-1 0-1 0 0,0-1 1 0 0,0 1-1 0 0,0-1 0 0 0,-3 7 1 0 0,0 2 104 0 0,-137 458 4265 0 0,43-156-3645 0 0,94-299-952 0 0,-5 11 9 0 0,1 0-1 0 0,2 1 0 0 0,1 0 1 0 0,-2 35-1 0 0,7-60-83 0 0,0 0 1 0 0,0 0-1 0 0,0-1 0 0 0,1 1 0 0 0,-1 0 1 0 0,1 0-1 0 0,0 0 0 0 0,0 0 0 0 0,0 0 0 0 0,2 3 1 0 0,-2-5-103 0 0,0 1 1 0 0,0-1-1 0 0,0 0 1 0 0,0 0-1 0 0,1 1 1 0 0,-1-1-1 0 0,0 0 1 0 0,0 0-1 0 0,1-1 1 0 0,-1 1-1 0 0,1 0 1 0 0,-1 0-1 0 0,0-1 1 0 0,1 1 0 0 0,0-1-1 0 0,-1 1 1 0 0,1-1-1 0 0,-1 1 1 0 0,1-1-1 0 0,-1 0 1 0 0,1 0-1 0 0,0 0 1 0 0,2 0-1 0 0,4-1-549 0 0,0 0 0 0 0,-1-1 0 0 0,1 0 0 0 0,-1 0 0 0 0,9-4 0 0 0,-10 3-580 0 0,0 0 0 0 0,0 0-1 0 0,0 0 1 0 0,6-5 0 0 0,8-9-6062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156 117 1532 0 0,'-63'-15'6424'0'0,"47"12"-5036"0"0,0-1 0 0 0,0 0-1 0 0,1-1 1 0 0,-15-7 0 0 0,31 11-1352 0 0,0 0 0 0 0,0 0 0 0 0,1 0-1 0 0,-1 0 1 0 0,0 0 0 0 0,0 0 0 0 0,1 0 0 0 0,-1 0 0 0 0,1 0 0 0 0,-1 1 0 0 0,3-2 0 0 0,101-19 165 0 0,116-8 0 0 0,-151 21-197 0 0,-58 6-4 0 0,1 1-1 0 0,0 0 1 0 0,1 1-1 0 0,-1 1 1 0 0,14 2-1 0 0,-22-2 1 0 0,-1 0 0 0 0,1 0 0 0 0,-1 0 0 0 0,0 1 0 0 0,0 0 0 0 0,0 0 0 0 0,0 0 0 0 0,0 1 0 0 0,0-1 0 0 0,-1 1 0 0 0,1 0 0 0 0,-1 0 0 0 0,1 0 0 0 0,-1 0 0 0 0,0 1 0 0 0,-1-1 0 0 0,1 1 0 0 0,3 5 0 0 0,3 8 55 0 0,-1 1-1 0 0,-1 0 1 0 0,-1 0-1 0 0,0 0 0 0 0,-1 1 1 0 0,4 38-1 0 0,-6-23 64 0 0,-1 0 0 0 0,-1 0 1 0 0,-6 38-1 0 0,4-57 24 0 0,-1 0 0 0 0,-1-1 0 0 0,0 1 0 0 0,-11 26 0 0 0,11-35-93 0 0,1 0-1 0 0,-1-1 1 0 0,0 0-1 0 0,-1 1 1 0 0,1-1-1 0 0,-1-1 1 0 0,0 1 0 0 0,0 0-1 0 0,-1-1 1 0 0,1 0-1 0 0,-1 0 1 0 0,0 0 0 0 0,0-1-1 0 0,-7 4 1 0 0,9-6-36 0 0,0 0 0 0 0,-1 0 1 0 0,1-1-1 0 0,-1 1 0 0 0,1-1 1 0 0,-1 0-1 0 0,1 0 0 0 0,-1 0 1 0 0,1-1-1 0 0,0 1 0 0 0,-1-1 1 0 0,1 1-1 0 0,-1-1 0 0 0,1-1 1 0 0,0 1-1 0 0,0 0 0 0 0,0-1 1 0 0,0 1-1 0 0,0-1 0 0 0,-4-3 1 0 0,5 4-16 0 0,0 0 1 0 0,0 0 0 0 0,0-1-1 0 0,0 1 1 0 0,0 0 0 0 0,1-1-1 0 0,-1 0 1 0 0,1 1-1 0 0,-1-1 1 0 0,1 0 0 0 0,-1 0-1 0 0,1 0 1 0 0,0 0 0 0 0,0 0-1 0 0,0 0 1 0 0,0 0 0 0 0,0 0-1 0 0,1 0 1 0 0,-1 0-1 0 0,1-1 1 0 0,-1-3 0 0 0,1 3-20 0 0,0 0 0 0 0,1-1 0 0 0,0 1 0 0 0,0 0 0 0 0,0 0 0 0 0,0 0 0 0 0,0 0 0 0 0,0 0 0 0 0,1 0 0 0 0,-1 0 0 0 0,1 0 0 0 0,0 1 0 0 0,3-4 0 0 0,6-6-214 0 0,1 0-1 0 0,0 1 0 0 0,1 0 1 0 0,22-14-1 0 0,-9 10-143 0 0,0 2-1 0 0,0 0 0 0 0,1 2 1 0 0,38-10-1 0 0,-10 2 44 0 0,-54 19 331 0 0,18-7 92 0 0,0 1 1 0 0,21-4-1 0 0,-38 10 0 0 0,2 0-36 0 0,-4 0-44 0 0,0 0-1 0 0,1 0 1 0 0,-1 0-1 0 0,0 0 1 0 0,1 0 0 0 0,-1 0-1 0 0,0 0 1 0 0,0 0-1 0 0,1 0 1 0 0,-1 0-1 0 0,0 0 1 0 0,0 0-1 0 0,1 0 1 0 0,-1 0-1 0 0,0 0 1 0 0,1 0-1 0 0,-1 0 1 0 0,0 0-1 0 0,0 1 1 0 0,1-1-1 0 0,-1 0 1 0 0,0 0-1 0 0,0 0 1 0 0,0 0 0 0 0,1 1-1 0 0,-1-1 1 0 0,0 0-1 0 0,0 0 1 0 0,0 0-1 0 0,1 1 1 0 0,-1-1-1 0 0,0 1 1 0 0,-1 27 867 0 0,-9 47 1 0 0,6-54-716 0 0,1 1-1 0 0,0 0 0 0 0,2 1 1 0 0,3 35-1 0 0,-2-54-128 0 0,0 0-1 0 0,1 0 0 0 0,0-1 0 0 0,-1 1 1 0 0,2 0-1 0 0,-1-1 0 0 0,0 1 1 0 0,1-1-1 0 0,2 5 0 0 0,-3-6-24 0 0,1-1 0 0 0,-1 0-1 0 0,0 0 1 0 0,1 1 0 0 0,-1-1 0 0 0,1 0-1 0 0,0-1 1 0 0,-1 1 0 0 0,1 0 0 0 0,0 0-1 0 0,-1-1 1 0 0,1 1 0 0 0,0-1 0 0 0,0 1-1 0 0,0-1 1 0 0,0 0 0 0 0,-1 0 0 0 0,1 1-1 0 0,0-1 1 0 0,0-1 0 0 0,2 1 0 0 0,2-1-199 0 0,0 0 0 0 0,0 0 0 0 0,-1 0-1 0 0,1-1 1 0 0,0 0 0 0 0,-1 0 0 0 0,0-1 0 0 0,1 1 0 0 0,-1-1 0 0 0,0 0 0 0 0,-1-1 0 0 0,7-4 0 0 0,-3 1-1080 0 0,0-1 0 0 0,0 1 0 0 0,-1-1 0 0 0,0-1 0 0 0,10-15 0 0 0,-4-1-4271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80 1508 0 0,'-3'-7'656'0'0,"0"1"-1"0"0,0 0 1 0 0,-1 0-1 0 0,0 0 1 0 0,0 1-1 0 0,0 0 1 0 0,-1-1 0 0 0,0 1-1 0 0,0 1 1 0 0,0-1-1 0 0,-1 1 1 0 0,-7-4-1 0 0,12 7-621 0 0,0 0 0 0 0,-1 0 0 0 0,1 0 0 0 0,0 1 0 0 0,-1-1 0 0 0,1 1-1 0 0,-1-1 1 0 0,1 1 0 0 0,-1 0 0 0 0,1-1 0 0 0,-1 1 0 0 0,0 0 0 0 0,1 0 0 0 0,-1 0-1 0 0,1 0 1 0 0,-1 0 0 0 0,1 1 0 0 0,-1-1 0 0 0,1 0 0 0 0,-1 1 0 0 0,1-1 0 0 0,-1 1 0 0 0,1-1-1 0 0,-1 1 1 0 0,1 0 0 0 0,0 0 0 0 0,-1 0 0 0 0,1-1 0 0 0,0 1 0 0 0,0 0 0 0 0,0 1-1 0 0,-1-1 1 0 0,1 0 0 0 0,0 0 0 0 0,1 0 0 0 0,-2 2 0 0 0,-2 3-792 0 0,0 0 0 0 0,1 1 1 0 0,0-1-1 0 0,0 0 0 0 0,1 1 1 0 0,-3 10-1 0 0,2-4-2818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1636 0 0,'8'7'10372'0'0,"3"10"-9325"0"0,-1 1 0 0 0,-1 0 0 0 0,-1 0 0 0 0,7 24 1 0 0,18 81-45 0 0,-5-14-534 0 0,-25-98-362 0 0,-2-8-66 0 0,-1 0-1 0 0,1-1 1 0 0,0 1-1 0 0,0-1 0 0 0,0 1 1 0 0,0-1-1 0 0,0 1 1 0 0,1-1-1 0 0,2 4 1 0 0,-3-4 24 0 0,2-3-55 0 0,-1 1 0 0 0,0-1 1 0 0,0 1-1 0 0,1-1 0 0 0,-1 0 0 0 0,0 0 0 0 0,0 0 1 0 0,0 0-1 0 0,0 0 0 0 0,0 0 0 0 0,0-1 0 0 0,0 1 0 0 0,0-1 1 0 0,-1 1-1 0 0,1-1 0 0 0,2-3 0 0 0,25-36-55 0 0,-18 25 21 0 0,15-22-33 0 0,-17 23 8 0 0,0 1-1 0 0,1 0 0 0 0,1 1 1 0 0,1 0-1 0 0,19-17 0 0 0,-28 28 30 0 0,1-1 0 0 0,0 1 0 0 0,0 1-1 0 0,0-1 1 0 0,0 1 0 0 0,0-1-1 0 0,0 1 1 0 0,0 0 0 0 0,1 1-1 0 0,-1-1 1 0 0,0 1 0 0 0,1-1 0 0 0,7 2-1 0 0,7 1-506 0 0,36 8 0 0 0,-11-1-802 0 0,-5-6-823 0 0,-1 0-1 0 0,50-4 1 0 0,-86 0 2122 0 0,0 1 1 0 0,1 0-1 0 0,-1-1 0 0 0,1 1 0 0 0,-1-1 0 0 0,0 0 1 0 0,0 0-1 0 0,1 0 0 0 0,-1 0 0 0 0,0 0 0 0 0,0 0 1 0 0,0-1-1 0 0,0 1 0 0 0,0-1 0 0 0,-1 1 0 0 0,1-1 1 0 0,0 0-1 0 0,-1 1 0 0 0,1-1 0 0 0,-1 0 0 0 0,1 0 1 0 0,-1 0-1 0 0,0-1 0 0 0,2-3 0 0 0,0-3 692 0 0,0-1 0 0 0,-1 1 1 0 0,0-1-1 0 0,1-17 0 0 0,-1 14 715 0 0,-2 13-1350 0 0,0 0 0 0 0,0 0-1 0 0,0 0 1 0 0,0 0 0 0 0,1-1 0 0 0,-1 1-1 0 0,0 0 1 0 0,0 0 0 0 0,0 0 0 0 0,0 0-1 0 0,0-1 1 0 0,0 1 0 0 0,0 0 0 0 0,0 0-1 0 0,0 0 1 0 0,0-1 0 0 0,0 1 0 0 0,0 0-1 0 0,0 0 1 0 0,0 0 0 0 0,0-1 0 0 0,0 1-1 0 0,0 0 1 0 0,0 0 0 0 0,0 0 0 0 0,0-1-1 0 0,0 1 1 0 0,0 0 0 0 0,0 0 0 0 0,0 0-1 0 0,0-1 1 0 0,0 1 0 0 0,-1 0-1 0 0,1 0 1 0 0,0 0 0 0 0,0 0 0 0 0,0-1-1 0 0,0 1 1 0 0,0 0 0 0 0,-1 0 0 0 0,1 0-1 0 0,0 0 1 0 0,0 0 0 0 0,0 0 0 0 0,0 0-1 0 0,-1-1 1 0 0,1 1 0 0 0,0 0 0 0 0,-1 0-1 0 0,-8 11 623 0 0,-9 22 258 0 0,-16 59 170 0 0,31-83-1023 0 0,0 0-1 0 0,1 1 1 0 0,1 0-1 0 0,0-1 1 0 0,0 1-1 0 0,1 0 1 0 0,1 19-1 0 0,-1-27-37 0 0,1 0 0 0 0,-1 0 0 0 0,1 0 1 0 0,-1 0-1 0 0,1 0 0 0 0,0 0 0 0 0,0 0 0 0 0,0-1 0 0 0,0 1 0 0 0,0 0 0 0 0,0-1 1 0 0,0 1-1 0 0,1 0 0 0 0,-1-1 0 0 0,0 0 0 0 0,1 1 0 0 0,0-1 0 0 0,-1 0 0 0 0,1 0 1 0 0,2 2-1 0 0,-1-2-52 0 0,1 1 1 0 0,0-1 0 0 0,0 0 0 0 0,0 0 0 0 0,-1 0-1 0 0,1-1 1 0 0,0 1 0 0 0,0-1 0 0 0,7 0-1 0 0,2-2-552 0 0,-1 1-1 0 0,0-2 0 0 0,0 1 0 0 0,0-2 0 0 0,20-8 1 0 0,15-13-5572 0 0,-25 8 11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59 388 0 0,'-2'-2'756'0'0,"-10"-8"1731"0"0,-1-1 0 0 0,-16-9 0 0 0,25 18-2263 0 0,0 0-1 0 0,0 0 0 0 0,0 0 1 0 0,0 0-1 0 0,-1 1 0 0 0,1 0 0 0 0,0 0 1 0 0,-1 0-1 0 0,1 0 0 0 0,-1 1 1 0 0,1-1-1 0 0,-8 1 0 0 0,11 1-213 0 0,-1-1-1 0 0,1 1 1 0 0,0-1-1 0 0,-1 1 1 0 0,1-1 0 0 0,0 1-1 0 0,0 0 1 0 0,-1-1-1 0 0,1 1 1 0 0,0 0-1 0 0,0 0 1 0 0,0 0-1 0 0,0 0 1 0 0,0 0-1 0 0,0 0 1 0 0,0 0-1 0 0,0 1 1 0 0,1-1-1 0 0,-1 0 1 0 0,0 0-1 0 0,1 1 1 0 0,-1-1-1 0 0,1 0 1 0 0,-1 1-1 0 0,1-1 1 0 0,0 0-1 0 0,-1 1 1 0 0,1 1-1 0 0,-2 37-1322 0 0,2-33 294 0 0,1 0 0 0 0,1 0 0 0 0,-1 0 0 0 0,6 13 0 0 0,0-4-1953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7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293 629 1932 0 0,'3'0'2176'0'0,"-3"0"-2049"0"0,22-8 4093 0 0,-21 8-4042 0 0,-1-1 0 0 0,1 1 0 0 0,0-1 1 0 0,0 1-1 0 0,-1-1 0 0 0,1 0 0 0 0,0 1 0 0 0,-1-1 1 0 0,1 0-1 0 0,-1 1 0 0 0,1-1 0 0 0,-1 0 1 0 0,1 0-1 0 0,-1 0 0 0 0,1 0 0 0 0,-1 1 0 0 0,0-1 1 0 0,1 0-1 0 0,-1 0 0 0 0,0 0 0 0 0,0 0 1 0 0,0 0-1 0 0,0 0 0 0 0,0 0 0 0 0,0 0 0 0 0,0 1 1 0 0,0-1-1 0 0,0 0 0 0 0,-1-2 0 0 0,1 1-50 0 0,-1 0-1 0 0,0 0 1 0 0,0 0-1 0 0,0 0 0 0 0,-1 0 1 0 0,1 0-1 0 0,0 1 1 0 0,-1-1-1 0 0,1 0 1 0 0,-1 1-1 0 0,0-1 0 0 0,1 1 1 0 0,-1-1-1 0 0,0 1 1 0 0,0 0-1 0 0,0 0 1 0 0,0 0-1 0 0,0 0 0 0 0,0 0 1 0 0,0 0-1 0 0,0 1 1 0 0,0-1-1 0 0,0 1 1 0 0,-1-1-1 0 0,-2 1 1 0 0,-3-1-37 0 0,0 0 0 0 0,0 1 0 0 0,-1 0 0 0 0,1 0 0 0 0,0 1 0 0 0,-10 2 0 0 0,7 0-53 0 0,0 1-1 0 0,0 0 0 0 0,0 1 1 0 0,1 0-1 0 0,0 0 0 0 0,0 1 0 0 0,0 1 1 0 0,1-1-1 0 0,-1 2 0 0 0,2-1 1 0 0,-15 16-1 0 0,14-13-28 0 0,0 0 0 0 0,1 1 1 0 0,0 0-1 0 0,1 1 0 0 0,0 0 0 0 0,1 0 1 0 0,0 0-1 0 0,1 1 0 0 0,-7 22 0 0 0,11-31 7 0 0,0 1 0 0 0,1-1 0 0 0,-1 0 0 0 0,1 0 0 0 0,0 1-1 0 0,0-1 1 0 0,0 0 0 0 0,1 1 0 0 0,-1-1 0 0 0,3 8 0 0 0,-2-10-7 0 0,0 0 0 0 0,0 0 1 0 0,0 0-1 0 0,0 0 1 0 0,1 0-1 0 0,-1 0 1 0 0,0 0-1 0 0,1-1 1 0 0,0 1-1 0 0,-1 0 0 0 0,1-1 1 0 0,0 1-1 0 0,0-1 1 0 0,0 0-1 0 0,0 0 1 0 0,0 0-1 0 0,0 0 1 0 0,0 0-1 0 0,0 0 1 0 0,0 0-1 0 0,4 0 0 0 0,2 1 2 0 0,0-1-1 0 0,0 0 0 0 0,0 0 0 0 0,0 0 0 0 0,0-1 0 0 0,0-1 1 0 0,0 0-1 0 0,0 0 0 0 0,0 0 0 0 0,0-1 0 0 0,12-4 1 0 0,-10 2-16 0 0,1-1 1 0 0,-1 0 0 0 0,0-1 0 0 0,-1 0 0 0 0,1-1-1 0 0,-1 0 1 0 0,11-11 0 0 0,-1-2-48 0 0,-1-1 1 0 0,-1-1-1 0 0,0-1 0 0 0,-2-1 1 0 0,21-42-1 0 0,-35 64 24 0 0,-2 4-44 0 0,-9 19 268 0 0,1 0 0 0 0,1 1-1 0 0,1 0 1 0 0,1 0 0 0 0,1 0 0 0 0,1 1 0 0 0,1 0-1 0 0,0 36 1 0 0,3-55-158 0 0,0-1 0 0 0,0 1 1 0 0,1 0-1 0 0,-1 0 0 0 0,1 0 0 0 0,0-1 0 0 0,0 1 0 0 0,0-1 0 0 0,0 1 1 0 0,1-1-1 0 0,-1 1 0 0 0,1-1 0 0 0,0 0 0 0 0,3 4 0 0 0,-3-5-14 0 0,0 0 0 0 0,0 0 0 0 0,0 0 0 0 0,0-1 0 0 0,0 1 0 0 0,1-1 0 0 0,-1 1 0 0 0,1-1 0 0 0,-1 0 0 0 0,1 0 0 0 0,-1 0 0 0 0,1 0 0 0 0,0-1 0 0 0,-1 1 0 0 0,1-1 0 0 0,0 0 0 0 0,0 1 0 0 0,-1-1 0 0 0,1 0 0 0 0,4-1 0 0 0,11-2 13 0 0,-1 0 0 0 0,1-1 0 0 0,-1-1 0 0 0,0 0 0 0 0,0-2 0 0 0,-1 0 0 0 0,0-1 0 0 0,21-13 0 0 0,0-3 1 0 0,-2-1 0 0 0,42-40 1 0 0,-42 31-39 0 0,-2-1 1 0 0,-1-2-1 0 0,-2-1 0 0 0,-2-1 1 0 0,24-43-1 0 0,-16 15-24 0 0,-3 0 0 0 0,36-108 0 0 0,-64 163 18 0 0,20-73 12 0 0,-23 77-21 0 0,-1 0 1 0 0,1 0-1 0 0,-2 0 0 0 0,1 0 1 0 0,-1 0-1 0 0,0 0 1 0 0,-1 0-1 0 0,-2-13 0 0 0,2 20 13 0 0,1 0 0 0 0,0 1 0 0 0,-1-1 0 0 0,1 0 0 0 0,0 1 0 0 0,-1-1-1 0 0,1 1 1 0 0,-1-1 0 0 0,1 1 0 0 0,-1-1 0 0 0,1 1 0 0 0,-1-1 0 0 0,0 1 0 0 0,1-1 0 0 0,-1 1-1 0 0,0 0 1 0 0,1-1 0 0 0,-1 1 0 0 0,0 0 0 0 0,1 0 0 0 0,-1-1 0 0 0,0 1 0 0 0,1 0-1 0 0,-1 0 1 0 0,0 0 0 0 0,-1 0 0 0 0,-13 1-6 0 0,10 1 5 0 0,0 0 0 0 0,1 0 1 0 0,-1 0-1 0 0,1 1 0 0 0,-1 0 0 0 0,1 0 0 0 0,0 0 1 0 0,0 0-1 0 0,0 1 0 0 0,-5 5 0 0 0,-30 44 19 0 0,36-48-12 0 0,-24 36 152 0 0,3 1 0 0 0,1 1 0 0 0,-31 82 0 0 0,44-93-66 0 0,0 0 0 0 0,2 1 0 0 0,1 0 0 0 0,2 1 0 0 0,1-1 0 0 0,1 47 0 0 0,3-72-119 0 0,0-1 1 0 0,1 0-1 0 0,0 1 1 0 0,0-1-1 0 0,1 0 1 0 0,0 0-1 0 0,0 0 1 0 0,1 0-1 0 0,0 0 0 0 0,0 0 1 0 0,0 0-1 0 0,1-1 1 0 0,0 0-1 0 0,0 0 1 0 0,1 0-1 0 0,-1 0 1 0 0,1-1-1 0 0,1 0 1 0 0,-1 0-1 0 0,1 0 1 0 0,0 0-1 0 0,0-1 1 0 0,0 0-1 0 0,1-1 1 0 0,-1 1-1 0 0,1-1 1 0 0,7 2-1 0 0,6 2-736 0 0,0-1-1 0 0,0 0 1 0 0,0-2-1 0 0,1 0 1 0 0,26 0 0 0 0,54-4-6451 0 0,-35-4-388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390 133 1408 0 0,'-12'-11'2591'0'0,"0"0"0"0"0,-18-25-1 0 0,19 22-741 0 0,-24-22-1 0 0,34 34-1775 0 0,0 1 1 0 0,-1-1-1 0 0,1 1 0 0 0,-1 0 0 0 0,1 0 1 0 0,-1 0-1 0 0,0 0 0 0 0,1 0 1 0 0,-1 0-1 0 0,0 0 0 0 0,0 1 0 0 0,1-1 1 0 0,-1 1-1 0 0,0-1 0 0 0,0 1 0 0 0,0 0 1 0 0,0 0-1 0 0,0-1 0 0 0,0 1 0 0 0,0 1 1 0 0,0-1-1 0 0,1 0 0 0 0,-5 1 0 0 0,2 1-33 0 0,-1 1-1 0 0,1-1 1 0 0,0 1-1 0 0,0 0 1 0 0,0 0-1 0 0,0 0 1 0 0,1 0-1 0 0,-6 7 1 0 0,-15 18 125 0 0,2 1-1 0 0,1 1 1 0 0,2 1 0 0 0,0 1 0 0 0,3 1 0 0 0,-22 57 0 0 0,4 15 23 0 0,31-92-172 0 0,0-1 1 0 0,1 1 0 0 0,1 0 0 0 0,0 0 0 0 0,1 0-1 0 0,1 18 1 0 0,0-27-8 0 0,-1 0 1 0 0,1 0-1 0 0,0 0 0 0 0,0 0 0 0 0,0-1 0 0 0,0 1 0 0 0,1 0 1 0 0,0-1-1 0 0,-1 1 0 0 0,1-1 0 0 0,1 1 0 0 0,-1-1 0 0 0,0 0 1 0 0,1 0-1 0 0,0 0 0 0 0,-1 0 0 0 0,1-1 0 0 0,0 1 0 0 0,0-1 1 0 0,6 3-1 0 0,-4-2 4 0 0,1-1 0 0 0,-1 0 0 0 0,1 0 0 0 0,0-1 0 0 0,0 0 0 0 0,0 0 0 0 0,0 0 0 0 0,0 0 1 0 0,0-1-1 0 0,0 0 0 0 0,0-1 0 0 0,10-1 0 0 0,3-2 0 0 0,0 0 0 0 0,-1-2 0 0 0,0 0 0 0 0,0-1-1 0 0,0 0 1 0 0,-1-2 0 0 0,0 0 0 0 0,-1-1 0 0 0,0 0 0 0 0,-1-2 0 0 0,0 0 0 0 0,0 0 0 0 0,-1-1 0 0 0,-1-1 0 0 0,22-30 0 0 0,-23 27-11 0 0,0-1 1 0 0,-2 1-1 0 0,0-2 1 0 0,-1 1-1 0 0,-1-2 1 0 0,-1 1 0 0 0,-1-1-1 0 0,0 0 1 0 0,-2 0-1 0 0,0 0 1 0 0,-1-1-1 0 0,-1 1 1 0 0,-1-1 0 0 0,-3-35-1 0 0,1 49-2 0 0,0-1-1 0 0,0 1 0 0 0,-1 0 0 0 0,0-1 1 0 0,0 1-1 0 0,-1 0 0 0 0,0 0 1 0 0,-6-9-1 0 0,8 14-2 0 0,-1 0-1 0 0,1-1 1 0 0,-1 1 0 0 0,0 0 0 0 0,0 0-1 0 0,0 0 1 0 0,0 0 0 0 0,0 0-1 0 0,0 1 1 0 0,-1-1 0 0 0,1 1-1 0 0,-1-1 1 0 0,1 1 0 0 0,-1 0 0 0 0,1 0-1 0 0,-1 0 1 0 0,0 0 0 0 0,1 0-1 0 0,-1 1 1 0 0,0-1 0 0 0,0 1-1 0 0,0 0 1 0 0,1 0 0 0 0,-1 0 0 0 0,-4 0-1 0 0,-5 3-1 0 0,0 0 0 0 0,0 0-1 0 0,1 1 1 0 0,-1 1 0 0 0,1 0-1 0 0,0 0 1 0 0,0 1 0 0 0,1 1-1 0 0,-17 12 1 0 0,0 4-13 0 0,1 0 1 0 0,-26 30-1 0 0,26-23 30 0 0,-29 41-1 0 0,46-59-5 0 0,1 1 0 0 0,1 0 0 0 0,0 1 0 0 0,1 0 0 0 0,0 0-1 0 0,-5 21 1 0 0,11-33-6 0 0,-1 0 0 0 0,0 0 0 0 0,1 0-1 0 0,0 0 1 0 0,-1 1 0 0 0,1-1 0 0 0,0 0 0 0 0,0 0-1 0 0,0 0 1 0 0,1 0 0 0 0,-1 0 0 0 0,0 0 0 0 0,1 0 0 0 0,0 0-1 0 0,-1 0 1 0 0,1 0 0 0 0,0 0 0 0 0,0 0 0 0 0,0 0-1 0 0,0 0 1 0 0,0 0 0 0 0,0-1 0 0 0,1 1 0 0 0,-1 0-1 0 0,4 2 1 0 0,-2-2-16 0 0,0 0-1 0 0,1-1 1 0 0,-1 1-1 0 0,0-1 1 0 0,1 0-1 0 0,0 0 1 0 0,-1 0-1 0 0,1 0 1 0 0,0-1 0 0 0,-1 0-1 0 0,1 1 1 0 0,0-1-1 0 0,0-1 1 0 0,4 0-1 0 0,10-1-111 0 0,1-1 0 0 0,-1-1 0 0 0,0-1 0 0 0,23-9 0 0 0,67-35-250 0 0,-78 34 287 0 0,0 1 0 0 0,1 1 0 0 0,62-16 0 0 0,-84 28 80 0 0,0 0 0 0 0,0 0 0 0 0,0 1 0 0 0,-1 1 0 0 0,1-1 0 0 0,0 2 0 0 0,0-1 0 0 0,-1 1 1 0 0,1 0-1 0 0,-1 1 0 0 0,1 0 0 0 0,-1 0 0 0 0,0 1 0 0 0,0 0 0 0 0,-1 0 0 0 0,1 1 0 0 0,-1 0 0 0 0,0 0 0 0 0,9 9 0 0 0,-6-4 38 0 0,-1-1 1 0 0,0 1-1 0 0,0 0 1 0 0,-1 1-1 0 0,0 0 1 0 0,-1 0-1 0 0,-1 1 0 0 0,0 0 1 0 0,0 0-1 0 0,-1 1 1 0 0,0-1-1 0 0,3 18 0 0 0,-7-22 136 0 0,0 0-1 0 0,0 0 1 0 0,-1 0-1 0 0,0 0 1 0 0,-1 0-1 0 0,0 0 1 0 0,0 1-1 0 0,-4 12 1 0 0,4-16 13 0 0,0 0 0 0 0,-1-1 0 0 0,0 1 0 0 0,0-1 0 0 0,0 1 0 0 0,-1-1 0 0 0,0 0 0 0 0,1 0 1 0 0,-2 0-1 0 0,1 0 0 0 0,0 0 0 0 0,-1-1 0 0 0,1 1 0 0 0,-9 5 0 0 0,12-9-150 0 0,-1 1-1 0 0,0-1 1 0 0,0 1-1 0 0,0-1 1 0 0,0 0-1 0 0,0 1 1 0 0,0-1-1 0 0,0 0 1 0 0,0 1 0 0 0,0-1-1 0 0,0 0 1 0 0,0 0-1 0 0,0 0 1 0 0,0 0-1 0 0,0 0 1 0 0,0 0-1 0 0,0 0 1 0 0,-1-1-1 0 0,1 1 1 0 0,0 0-1 0 0,0 0 1 0 0,0-1 0 0 0,0 1-1 0 0,1-1 1 0 0,-1 1-1 0 0,0-1 1 0 0,0 1-1 0 0,0-1 1 0 0,0 1-1 0 0,0-1 1 0 0,1 0-1 0 0,-1 0 1 0 0,0 1-1 0 0,0-1 1 0 0,1 0 0 0 0,-1 0-1 0 0,1 0 1 0 0,-1 0-1 0 0,1 0 1 0 0,-1 0-1 0 0,1 0 1 0 0,0 0-1 0 0,-1 0 1 0 0,1 0-1 0 0,0-1 1 0 0,-2-4 0 0 0,0 1 1 0 0,1-1-1 0 0,0 0 1 0 0,0 0-1 0 0,0 0 1 0 0,1-8-1 0 0,1 0-40 0 0,1 1-1 0 0,1 0 1 0 0,0 0-1 0 0,1 1 1 0 0,0-1-1 0 0,1 1 1 0 0,0-1-1 0 0,14-20 1 0 0,-3 7-773 0 0,2 1 0 0 0,35-39 0 0 0,-44 54 309 0 0,1 1 0 0 0,-1 1 0 0 0,1 0 0 0 0,1 0 0 0 0,-1 1 0 0 0,1 0 0 0 0,1 1 0 0 0,-1 1 0 0 0,18-7 0 0 0,-10 6-1097 0 0,0 1 1 0 0,0 0-1 0 0,21-1 0 0 0,3 1-3342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1178 1768 0 0,'-11'-5'1644'0'0,"-1"1"1"0"0,1 0-1 0 0,-1 1 0 0 0,0 0 0 0 0,-16-1 1 0 0,27 4-1613 0 0,1 0-1 0 0,-1 0 1 0 0,1 0 0 0 0,-1 1 0 0 0,1-1 0 0 0,-1 0-1 0 0,1 0 1 0 0,-1 0 0 0 0,1 0 0 0 0,-1 0 0 0 0,1 1 0 0 0,-1-1-1 0 0,1 0 1 0 0,-1 1 0 0 0,1-1 0 0 0,-1 0 0 0 0,1 1-1 0 0,0-1 1 0 0,-1 0 0 0 0,1 1 0 0 0,0-1 0 0 0,-1 1 0 0 0,1-1-1 0 0,0 0 1 0 0,-1 1 0 0 0,1-1 0 0 0,0 1 0 0 0,0-1 0 0 0,0 1-1 0 0,-1-1 1 0 0,1 1 0 0 0,0-1 0 0 0,0 1 0 0 0,0-1-1 0 0,0 1 1 0 0,0 0 0 0 0,0-1 0 0 0,0 1 0 0 0,0-1 0 0 0,0 1-1 0 0,0-1 1 0 0,0 1 0 0 0,1-1 0 0 0,-1 1 0 0 0,0-1-1 0 0,0 1 1 0 0,0-1 0 0 0,1 1 0 0 0,-1-1 0 0 0,0 1 0 0 0,1 0-1 0 0,0 0 32 0 0,-1 1 0 0 0,1 0-1 0 0,0-1 1 0 0,0 1 0 0 0,0 0-1 0 0,0-1 1 0 0,0 1 0 0 0,1-1 0 0 0,-1 1-1 0 0,0-1 1 0 0,1 0 0 0 0,-1 0-1 0 0,1 1 1 0 0,2 0 0 0 0,3 0-11 0 0,0-1 0 0 0,1 0 0 0 0,-1-1 1 0 0,1 1-1 0 0,-1-1 0 0 0,0-1 0 0 0,1 1 0 0 0,-1-1 1 0 0,0-1-1 0 0,1 1 0 0 0,-1-1 0 0 0,0-1 1 0 0,0 1-1 0 0,0-1 0 0 0,9-5 0 0 0,7-5 13 0 0,0-1-1 0 0,42-33 1 0 0,-51 35-54 0 0,0-1-1 0 0,-1-1 1 0 0,0 0 0 0 0,-1-1 0 0 0,-1 0-1 0 0,0-1 1 0 0,-1 0 0 0 0,-1-1-1 0 0,8-18 1 0 0,-7 10-15 0 0,-1 0 0 0 0,-1-1 0 0 0,-1 0 0 0 0,-1-1 0 0 0,3-47 0 0 0,-10 44-98 0 0,0 30 100 0 0,0 0-1 0 0,1 0 1 0 0,-1 0 0 0 0,0-1 0 0 0,0 1 0 0 0,0 1 0 0 0,0-1 0 0 0,1 0-1 0 0,-1 0 1 0 0,0 0 0 0 0,0 0 0 0 0,1 1 0 0 0,-1-1 0 0 0,0 0 0 0 0,0 0-1 0 0,1 1 1 0 0,-1-1 0 0 0,0 1 0 0 0,1-1 0 0 0,-1 1 0 0 0,0-1 0 0 0,0 1-1 0 0,-10 13 3 0 0,1 0 0 0 0,1 0 0 0 0,0 1 0 0 0,1 0 0 0 0,-12 31-1 0 0,-21 85 76 0 0,37-114-69 0 0,0 0 0 0 0,1 1-1 0 0,0-1 1 0 0,2 1-1 0 0,0 0 1 0 0,2 20-1 0 0,-1-34 0 0 0,0 0-1 0 0,1 0 1 0 0,-1 0-1 0 0,1 1 1 0 0,1-1-1 0 0,-1 0 0 0 0,0 0 1 0 0,1 0-1 0 0,0-1 1 0 0,0 1-1 0 0,0 0 1 0 0,0-1-1 0 0,1 1 1 0 0,-1-1-1 0 0,1 0 0 0 0,0 1 1 0 0,0-1-1 0 0,0-1 1 0 0,0 1-1 0 0,1 0 1 0 0,-1-1-1 0 0,1 0 1 0 0,-1 1-1 0 0,1-2 0 0 0,0 1 1 0 0,0 0-1 0 0,0-1 1 0 0,0 1-1 0 0,0-1 1 0 0,8 1-1 0 0,3-1 2 0 0,0 0-1 0 0,0-1 1 0 0,0-1 0 0 0,0 0-1 0 0,0-1 1 0 0,-1-1-1 0 0,1 0 1 0 0,0-1 0 0 0,24-10-1 0 0,-11 2-16 0 0,0-1-1 0 0,-1-2 1 0 0,45-31 0 0 0,-33 15-106 0 0,-2-1 1 0 0,-1-2 0 0 0,-2-2 0 0 0,-1-1-1 0 0,-2-1 1 0 0,-1-2 0 0 0,40-73 0 0 0,-26 29 36 0 0,-4-2 0 0 0,-3-1 1 0 0,26-99-1 0 0,-47 131 123 0 0,-3-2 1 0 0,9-77-1 0 0,-22 131-37 0 0,0 0-1 0 0,0 0 1 0 0,0 0-1 0 0,0 0 1 0 0,0 0-1 0 0,-1 0 1 0 0,1 0-1 0 0,-1 0 1 0 0,-2-5-1 0 0,-9 17 108 0 0,3 3-21 0 0,0 1-1 0 0,1-1 1 0 0,1 1 0 0 0,0 1 0 0 0,-8 24-1 0 0,6-16 19 0 0,-468 1309 4719 0 0,296-755-4303 0 0,170-541-506 0 0,3-11-3 0 0,1 0-1 0 0,1 0 1 0 0,-5 38-1 0 0,11-61-11 0 0,0 0 0 0 0,0 1-1 0 0,0-1 1 0 0,0 1 0 0 0,0-1-1 0 0,0 1 1 0 0,0-1 0 0 0,0 0-1 0 0,1 1 1 0 0,-1-1 0 0 0,0 0-1 0 0,1 1 1 0 0,-1-1 0 0 0,1 0-1 0 0,0 1 1 0 0,-1-1 0 0 0,1 0 0 0 0,0 0-1 0 0,0 0 1 0 0,0 0 0 0 0,0 0-1 0 0,2 2 1 0 0,-1-2-1 0 0,0 0 0 0 0,-1 0 0 0 0,1-1 0 0 0,0 1 1 0 0,0 0-1 0 0,0-1 0 0 0,0 0 0 0 0,0 1 0 0 0,0-1 0 0 0,0 0 0 0 0,0 0 0 0 0,1 0 0 0 0,3-1 1 0 0,5-1 0 0 0,-1-1 1 0 0,1 0 0 0 0,0-1-1 0 0,14-7 1 0 0,-2 0 5 0 0,0-2 0 0 0,-1-1 0 0 0,0-1-1 0 0,-1 0 1 0 0,-1-2 0 0 0,0 0 0 0 0,-1-1-1 0 0,-1-2 1 0 0,-1 1 0 0 0,-1-2 0 0 0,0 0-1 0 0,-2-1 1 0 0,-1-1 0 0 0,12-26 0 0 0,-18 34-9 0 0,-2-1 1 0 0,0-1 0 0 0,-1 1 0 0 0,0-1 0 0 0,-1 0 0 0 0,-1 0 0 0 0,-1 0-1 0 0,-1 0 1 0 0,0 0 0 0 0,-1 0 0 0 0,-1 0 0 0 0,0 0 0 0 0,-1 1-1 0 0,-1-1 1 0 0,-1 1 0 0 0,0-1 0 0 0,-1 2 0 0 0,-1-1 0 0 0,0 1 0 0 0,-1 0-1 0 0,-1 0 1 0 0,-1 1 0 0 0,1 0 0 0 0,-2 0 0 0 0,-15-14 0 0 0,-15-9-4 0 0,-1 2 0 0 0,-2 2 0 0 0,-78-45 0 0 0,44 29 17 0 0,75 48-14 0 0,0-1-1 0 0,0 0 1 0 0,1 0-1 0 0,-1 0 1 0 0,1 0 0 0 0,-1-1-1 0 0,1 1 1 0 0,0-1-1 0 0,0 1 1 0 0,0-1-1 0 0,0 0 1 0 0,0 0-1 0 0,0 0 1 0 0,1 0-1 0 0,0 0 1 0 0,-2-3-1 0 0,3 3-2 0 0,0 0-1 0 0,0 0 0 0 0,0 1 1 0 0,0-1-1 0 0,0 0 0 0 0,1 0 0 0 0,-1 0 1 0 0,1 1-1 0 0,0-1 0 0 0,0 0 0 0 0,0 1 1 0 0,0-1-1 0 0,0 1 0 0 0,0-1 0 0 0,1 1 1 0 0,-1-1-1 0 0,1 1 0 0 0,0 0 0 0 0,2-3 1 0 0,16-16-1015 0 0,1 1-1 0 0,0 1 1 0 0,33-22 0 0 0,27-24-7578 0 0,-57 42 2622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56 4 0 0,'-118'-53'12805'0'0,"118"53"-12805"0"0,0 0 1 0 0,-1 0-1 0 0,1-1 0 0 0,0 1 0 0 0,0 0 0 0 0,0 0 1 0 0,-1 0-1 0 0,1 0 0 0 0,0-1 0 0 0,0 1 1 0 0,-1 0-1 0 0,1 0 0 0 0,0 0 0 0 0,0 0 0 0 0,-1 0 1 0 0,1 0-1 0 0,0 0 0 0 0,-1 0 0 0 0,1 0 0 0 0,0 0 1 0 0,0 0-1 0 0,-1 0 0 0 0,1 0 0 0 0,0 0 0 0 0,0 0 1 0 0,-1 0-1 0 0,1 0 0 0 0,0 0 0 0 0,0 0 1 0 0,-1 1-1 0 0,1-1 0 0 0,0 0 0 0 0,0 0 0 0 0,-1 0 1 0 0,1 1-1 0 0,2 9-792 0 0,11 11-4090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58 4916 0 0,'-29'-17'6496'0'0,"20"12"-4858"0"0,-1 0 0 0 0,1 0 0 0 0,0-1 0 0 0,-11-10 0 0 0,19 15-1484 0 0,-7-2-815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9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2060 0 0,'0'0'4733'0'0,"-18"2"1667"0"0,5 0-659 0 0,-3-1-2209 0 0,-1 1-3316 0 0,3-7-4000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174 312 1736 0 0,'-4'-16'3850'0'0,"1"-17"148"0"0,3 32-3508 0 0,-1-4 150 0 0,0 0 105 0 0,-4 10-229 0 0,-5 15-27 0 0,2 1-1 0 0,-9 27 1 0 0,-1 4-129 0 0,12-39-294 0 0,-62 174 433 0 0,59-158-481 0 0,2 0-1 0 0,1 0 1 0 0,1 0 0 0 0,-1 50 0 0 0,6-76-10 0 0,0 0 1 0 0,0 1 0 0 0,1-1-1 0 0,-1 0 1 0 0,1 1 0 0 0,-1-1-1 0 0,1 0 1 0 0,0 0 0 0 0,0 1-1 0 0,1-1 1 0 0,-1 0 0 0 0,1 0-1 0 0,-1 0 1 0 0,1-1 0 0 0,3 5 0 0 0,-3-5-6 0 0,0-1 1 0 0,0 1 0 0 0,1 0 0 0 0,-1-1 0 0 0,0 0-1 0 0,1 1 1 0 0,-1-1 0 0 0,0 0 0 0 0,1 0 0 0 0,-1-1-1 0 0,1 1 1 0 0,-1 0 0 0 0,1-1 0 0 0,0 0 0 0 0,-1 1-1 0 0,1-1 1 0 0,0 0 0 0 0,-1 0 0 0 0,1-1 0 0 0,3 1-1 0 0,6-3-11 0 0,0 0 0 0 0,0 0-1 0 0,-1-1 1 0 0,1-1 0 0 0,-1 0-1 0 0,0 0 1 0 0,0-1-1 0 0,-1 0 1 0 0,0-1 0 0 0,0 0-1 0 0,0-1 1 0 0,14-15 0 0 0,-8 6-10 0 0,1-2 0 0 0,-2 0 0 0 0,-1-1 0 0 0,0-1 0 0 0,14-30 0 0 0,-19 31-19 0 0,-1 0-1 0 0,0-1 0 0 0,-2 0 0 0 0,0 0 0 0 0,4-36 1 0 0,-10 54 4 0 0,-1 4-4 0 0,0 0 40 0 0,0-1-1 0 0,0 1 0 0 0,0 0 1 0 0,0 0-1 0 0,1 0 1 0 0,-1 0-1 0 0,0 0 1 0 0,1 0-1 0 0,-1 0 1 0 0,0 0-1 0 0,1 0 0 0 0,0 0 1 0 0,-1 0-1 0 0,1 1 1 0 0,-1-1-1 0 0,1 1 1 0 0,-7 24 23 0 0,7-26-24 0 0,-4 16 0 0 0,0 0 1 0 0,2 0 0 0 0,0 0-1 0 0,1 1 1 0 0,0-1 0 0 0,3 22-1 0 0,-1-27 6 0 0,1-1 0 0 0,0 0 0 0 0,0 0-1 0 0,1-1 1 0 0,6 14 0 0 0,-7-20 0 0 0,0 0 1 0 0,0 1 0 0 0,0-1 0 0 0,0-1-1 0 0,1 1 1 0 0,0 0 0 0 0,-1-1-1 0 0,1 1 1 0 0,0-1 0 0 0,0 0 0 0 0,0 0-1 0 0,0 0 1 0 0,1 0 0 0 0,-1 0-1 0 0,1-1 1 0 0,-1 0 0 0 0,1 1 0 0 0,3 0-1 0 0,3-1 4 0 0,-1 1 0 0 0,0-2-1 0 0,0 1 1 0 0,0-1-1 0 0,0 0 1 0 0,1-1 0 0 0,-1 0-1 0 0,17-5 1 0 0,-1-1 25 0 0,46-19 1 0 0,-53 18-41 0 0,-1-1 0 0 0,0-1 0 0 0,0 0 0 0 0,-1-1 1 0 0,-1-1-1 0 0,0 0 0 0 0,0-1 0 0 0,-2-1 0 0 0,1 0 1 0 0,-2-1-1 0 0,15-22 0 0 0,-18 24-11 0 0,-2-1 0 0 0,0 0 1 0 0,0 0-1 0 0,-1 0 0 0 0,-1-1 0 0 0,-1 0 1 0 0,0 0-1 0 0,0 0 0 0 0,-2 0 0 0 0,0-1 1 0 0,-1 1-1 0 0,0-1 0 0 0,-1 1 0 0 0,-4-28 1 0 0,2 33 1 0 0,1 0 0 0 0,-2 0 1 0 0,1 0-1 0 0,-9-17 0 0 0,9 22-4 0 0,0 1 0 0 0,-1 0 0 0 0,0 0 0 0 0,0 0-1 0 0,0 0 1 0 0,0 0 0 0 0,-1 0 0 0 0,1 1 0 0 0,-1 0-1 0 0,0 0 1 0 0,-7-4 0 0 0,10 6 12 0 0,-1 1 0 0 0,1-1 0 0 0,-1 1 0 0 0,1 0 0 0 0,-1 0 0 0 0,1 0 0 0 0,-1-1 0 0 0,1 2 0 0 0,-1-1 0 0 0,1 0 0 0 0,-1 0 0 0 0,1 0 0 0 0,-1 1 0 0 0,1-1 0 0 0,0 0 0 0 0,-1 1 0 0 0,1 0 0 0 0,-1-1 0 0 0,1 1 0 0 0,0 0 0 0 0,0 0 0 0 0,-1-1 0 0 0,0 2 0 0 0,-2 1 2 0 0,0 0 0 0 0,1 0-1 0 0,-1 0 1 0 0,1 1 0 0 0,-6 6 0 0 0,6-6 7 0 0,0 0 0 0 0,1 1-1 0 0,-1 0 1 0 0,1-1-1 0 0,0 1 1 0 0,0 0 0 0 0,1 0-1 0 0,-1 0 1 0 0,1 0-1 0 0,0 1 1 0 0,1-1 0 0 0,-1 0-1 0 0,1 0 1 0 0,0 0-1 0 0,0 1 1 0 0,1-1 0 0 0,-1 0-1 0 0,1 0 1 0 0,2 7 0 0 0,-1-8 0 0 0,-1 0 0 0 0,1 0 1 0 0,0 0-1 0 0,1 0 0 0 0,-1 0 1 0 0,1-1-1 0 0,-1 1 0 0 0,1-1 1 0 0,0 0-1 0 0,0 0 0 0 0,1 0 1 0 0,-1 0-1 0 0,1 0 0 0 0,-1-1 1 0 0,1 1-1 0 0,0-1 1 0 0,0 0-1 0 0,0 0 0 0 0,0-1 1 0 0,0 1-1 0 0,0-1 0 0 0,1 0 1 0 0,5 1-1 0 0,5 0-38 0 0,0-1 0 0 0,0-1 1 0 0,0 0-1 0 0,1-1 0 0 0,-1-1 0 0 0,0 0 0 0 0,0-1 1 0 0,17-6-1 0 0,6-4-423 0 0,69-32 0 0 0,-78 30 246 0 0,-1 0-1 0 0,0-2 1 0 0,-2-1 0 0 0,30-25-1 0 0,-43 31 169 0 0,0-1-1 0 0,0 0 1 0 0,-2-1 0 0 0,0 0-1 0 0,0-1 1 0 0,-1 0 0 0 0,-1 0-1 0 0,14-34 1 0 0,-20 42 105 0 0,0 0 1 0 0,-1-1 0 0 0,0 1-1 0 0,0-1 1 0 0,-1 0-1 0 0,1-9 1 0 0,-6 18-83 0 0,3-1 19 0 0,1-1 0 0 0,-1 1 0 0 0,1 0 0 0 0,0 0 1 0 0,-1 0-1 0 0,1 0 0 0 0,-1 0 0 0 0,1 0 0 0 0,-1 0 0 0 0,1 0 0 0 0,-1 1 1 0 0,1-1-1 0 0,-1 0 0 0 0,1 0 0 0 0,-1 0 0 0 0,1 0 0 0 0,0 1 0 0 0,-1-1 1 0 0,1 0-1 0 0,-1 0 0 0 0,1 1 0 0 0,0-1 0 0 0,-1 0 0 0 0,1 1 0 0 0,0-1 1 0 0,-1 1-1 0 0,-29 62 346 0 0,3 2 1 0 0,-21 77 0 0 0,10-30-123 0 0,-6 25-90 0 0,-26 67-7 0 0,64-190-81 0 0,5-10-28 0 0,0 0 0 0 0,-1 0 0 0 0,0 0 0 0 0,1-1 0 0 0,-2 1 0 0 0,1 0 0 0 0,-5 6 0 0 0,6-9 2 0 0,0-2-17 0 0,0 1 1 0 0,1-1-1 0 0,-1 1 0 0 0,1-1 0 0 0,0 0 0 0 0,-1 1 1 0 0,1-1-1 0 0,0 0 0 0 0,-1 1 0 0 0,1-1 0 0 0,0 0 0 0 0,-1 1 1 0 0,1-1-1 0 0,0 0 0 0 0,0 0 0 0 0,0 1 0 0 0,0-1 1 0 0,0 0-1 0 0,0 0 0 0 0,0 1 0 0 0,0-1 0 0 0,0 0 1 0 0,0 0-1 0 0,0 1 0 0 0,1-2 0 0 0,6-23 9 0 0,-6 21 1 0 0,5-11-11 0 0,0 0-1 0 0,1 0 0 0 0,0 1 0 0 0,1 0 1 0 0,1 0-1 0 0,16-18 0 0 0,-7 10-32 0 0,2 1 0 0 0,39-33 0 0 0,-51 48 26 0 0,1-1 0 0 0,-1 1 1 0 0,1 1-1 0 0,0 0 1 0 0,1 0-1 0 0,-1 1 0 0 0,1 0 1 0 0,0 1-1 0 0,0 0 1 0 0,14-3-1 0 0,-20 5 5 0 0,0 1 0 0 0,-1 0-1 0 0,1-1 1 0 0,0 1 0 0 0,0 1 0 0 0,-1-1 0 0 0,1 0 0 0 0,0 1-1 0 0,-1 0 1 0 0,1 0 0 0 0,-1 0 0 0 0,1 0 0 0 0,-1 1-1 0 0,1-1 1 0 0,-1 1 0 0 0,5 3 0 0 0,-5-3 6 0 0,-1 1 0 0 0,0-1 0 0 0,1 1-1 0 0,-1 0 1 0 0,0 0 0 0 0,0 0 0 0 0,-1 0 0 0 0,1 0 0 0 0,0 0 0 0 0,-1 0 0 0 0,0 1-1 0 0,0-1 1 0 0,0 0 0 0 0,1 5 0 0 0,-1 4 16 0 0,0 1 0 0 0,-1 0 1 0 0,0-1-1 0 0,-1 1 0 0 0,0 0 0 0 0,-1-1 0 0 0,-4 14 1 0 0,-30 156 21 0 0,35-181-40 0 0,1 0 1 0 0,0 0 0 0 0,0 0 0 0 0,-1 0 0 0 0,1 0 0 0 0,0 0 0 0 0,0 0-1 0 0,0 0 1 0 0,0 0 0 0 0,0 0 0 0 0,0 0 0 0 0,0 0 0 0 0,0 1-1 0 0,1-1 1 0 0,-1 0 0 0 0,0 0 0 0 0,1 0 0 0 0,-1 0 0 0 0,1 0-1 0 0,-1 0 1 0 0,1 0 0 0 0,-1-1 0 0 0,1 1 0 0 0,0 0 0 0 0,-1 0-1 0 0,1 0 1 0 0,0 0 0 0 0,0-1 0 0 0,0 1 0 0 0,-1 0 0 0 0,1-1 0 0 0,0 1-1 0 0,0-1 1 0 0,0 1 0 0 0,0-1 0 0 0,0 1 0 0 0,0-1 0 0 0,0 0-1 0 0,0 1 1 0 0,2-1 0 0 0,1 0 7 0 0,1 0 0 0 0,-1 0 0 0 0,0 0 0 0 0,1 0-1 0 0,-1-1 1 0 0,8-2 0 0 0,-8 2-9 0 0,11-3 14 0 0,1 0 0 0 0,-1-2 1 0 0,0 0-1 0 0,0-1 0 0 0,19-11 1 0 0,62-50-12 0 0,-71 48-75 0 0,-1-1 0 0 0,35-39-1 0 0,-52 52 53 0 0,-1 0 0 0 0,1 0 0 0 0,-2-1 0 0 0,1 1 0 0 0,-1-2 0 0 0,0 1-1 0 0,-1 0 1 0 0,0-1 0 0 0,-1 0 0 0 0,0 0 0 0 0,0 0 0 0 0,1-12 0 0 0,-4 20 13 0 0,0 0 0 0 0,0 0 0 0 0,1 0 0 0 0,-1 0 0 0 0,-1 0 0 0 0,1 0 0 0 0,0 1 0 0 0,0-1 0 0 0,-1 0 1 0 0,1 0-1 0 0,-1 0 0 0 0,0 0 0 0 0,1 0 0 0 0,-1 1 0 0 0,0-1 0 0 0,0 0 0 0 0,0 1 0 0 0,0-1 0 0 0,0 0 1 0 0,-1 1-1 0 0,1-1 0 0 0,0 1 0 0 0,-1 0 0 0 0,1 0 0 0 0,-1-1 0 0 0,1 1 0 0 0,-1 0 0 0 0,0 0 0 0 0,1 0 0 0 0,-1 0 1 0 0,0 1-1 0 0,0-1 0 0 0,0 0 0 0 0,-3 0 0 0 0,3 1 8 0 0,-1 0 1 0 0,0 1-1 0 0,0-1 1 0 0,1 0-1 0 0,-1 1 1 0 0,0-1-1 0 0,1 1 1 0 0,-1 0-1 0 0,1 0 1 0 0,-1 0-1 0 0,1 0 1 0 0,-1 1-1 0 0,1-1 1 0 0,0 1-1 0 0,0-1 1 0 0,-4 4-1 0 0,-30 31 33 0 0,21-18-5 0 0,1 1 0 0 0,1 0 0 0 0,0 1 1 0 0,-14 32-1 0 0,22-40-32 0 0,0 0 1 0 0,1 0 0 0 0,0 1-1 0 0,1-1 1 0 0,0 1-1 0 0,1-1 1 0 0,0 1 0 0 0,1 0-1 0 0,1 24 1 0 0,1-33 8 0 0,-1-1 1 0 0,0 0-1 0 0,1 1 1 0 0,0-1-1 0 0,0 0 1 0 0,0 0-1 0 0,0 0 0 0 0,0 0 1 0 0,1 0-1 0 0,0 0 1 0 0,-1 0-1 0 0,1 0 1 0 0,0-1-1 0 0,0 1 1 0 0,0 0-1 0 0,1-1 0 0 0,-1 0 1 0 0,1 0-1 0 0,-1 1 1 0 0,1-1-1 0 0,0-1 1 0 0,4 4-1 0 0,-2-4 1 0 0,-1 1 0 0 0,0-1-1 0 0,1 0 1 0 0,0 0 0 0 0,-1-1 0 0 0,1 1 0 0 0,-1-1-1 0 0,1 0 1 0 0,0 0 0 0 0,-1-1 0 0 0,1 1-1 0 0,-1-1 1 0 0,1 0 0 0 0,-1 0 0 0 0,1-1 0 0 0,5-2-1 0 0,4-2 6 0 0,-1 0 0 0 0,0-2-1 0 0,0 0 1 0 0,0 0 0 0 0,-1-1-1 0 0,18-17 1 0 0,56-69-3 0 0,-63 67-34 0 0,0 2 0 0 0,45-40-1 0 0,-66 65 21 0 0,0-1 0 0 0,-1 1 0 0 0,1 0 0 0 0,0 0 0 0 0,-1 0 0 0 0,1 0 0 0 0,0 0 0 0 0,0 0-1 0 0,0 1 1 0 0,0-1 0 0 0,0 1 0 0 0,0-1 0 0 0,0 1 0 0 0,0 0 0 0 0,0 0 0 0 0,0 0 0 0 0,0 0 0 0 0,0 0-1 0 0,0 0 1 0 0,0 0 0 0 0,0 1 0 0 0,0-1 0 0 0,0 1 0 0 0,0-1 0 0 0,0 1 0 0 0,-1 0 0 0 0,1 0 0 0 0,0 0-1 0 0,2 1 1 0 0,0 2 3 0 0,0-1 0 0 0,0 1-1 0 0,0-1 1 0 0,0 1 0 0 0,-1 0-1 0 0,0 1 1 0 0,0-1 0 0 0,0 1 0 0 0,0-1-1 0 0,2 8 1 0 0,2 3 46 0 0,-2 0-1 0 0,0 1 1 0 0,0 0 0 0 0,-2 0-1 0 0,0 0 1 0 0,-1 0 0 0 0,0 0-1 0 0,-1 1 1 0 0,-1-1 0 0 0,-1 0-1 0 0,-4 26 1 0 0,-2-25 697 0 0,7-17-735 0 0,0 1 1 0 0,0-1 0 0 0,0 0-1 0 0,0 0 1 0 0,-1 0-1 0 0,1 0 1 0 0,0 1 0 0 0,0-1-1 0 0,0 0 1 0 0,-1 0-1 0 0,1 0 1 0 0,0 0 0 0 0,0 0-1 0 0,-1 0 1 0 0,1 0-1 0 0,0 0 1 0 0,0 0 0 0 0,-1 1-1 0 0,1-1 1 0 0,0 0-1 0 0,0 0 1 0 0,0 0 0 0 0,-1 0-1 0 0,1-1 1 0 0,0 1-1 0 0,0 0 1 0 0,-1 0 0 0 0,1 0-1 0 0,0 0 1 0 0,0 0-1 0 0,-1 0 1 0 0,1 0 0 0 0,0 0-1 0 0,0 0 1 0 0,0 0-1 0 0,-1-1 1 0 0,1 1 0 0 0,0 0-1 0 0,0 0 1 0 0,0 0-1 0 0,-1 0 1 0 0,1-1 0 0 0,0 1-1 0 0,0 0 1 0 0,0-1-1 0 0,0-1 4 0 0,-1 0-1 0 0,1 0 0 0 0,0 0 1 0 0,0 0-1 0 0,1 0 0 0 0,-1 0 1 0 0,0 0-1 0 0,1 1 0 0 0,-1-1 1 0 0,2-3-1 0 0,-1 1 8 0 0,2-9 0 0 0,1 1 0 0 0,0 0 0 0 0,0 1 1 0 0,1-1-1 0 0,1 1 0 0 0,9-14 0 0 0,45-60-33 0 0,-48 70 7 0 0,0 1 0 0 0,1-1-1 0 0,0 2 1 0 0,2 0 0 0 0,-1 1 0 0 0,1 0 0 0 0,1 1 0 0 0,0 0 0 0 0,33-15 0 0 0,-46 25 6 0 0,-1 0 0 0 0,1 0 0 0 0,0 0 0 0 0,-1 1 0 0 0,1-1 1 0 0,0 1-1 0 0,0-1 0 0 0,-1 1 0 0 0,1 0 0 0 0,0 0 1 0 0,0 0-1 0 0,0 0 0 0 0,-1 1 0 0 0,1-1 0 0 0,0 1 1 0 0,0 0-1 0 0,-1-1 0 0 0,1 1 0 0 0,0 0 0 0 0,-1 1 0 0 0,1-1 1 0 0,-1 0-1 0 0,3 3 0 0 0,-3-2 41 0 0,0 0-1 0 0,0 1 1 0 0,0-1-1 0 0,0 1 1 0 0,-1-1-1 0 0,1 1 1 0 0,-1 0-1 0 0,0 0 1 0 0,0 0-1 0 0,0-1 1 0 0,0 1-1 0 0,0 0 1 0 0,-1 0-1 0 0,1 0 1 0 0,-1 1-1 0 0,0-1 1 0 0,0 0-1 0 0,0 0 1 0 0,0 0-1 0 0,-1 5 1 0 0,-6 28 479 0 0,-2 1 0 0 0,-1-2 0 0 0,-27 64-1 0 0,10-28 78 0 0,26-71-580 0 0,1 1 0 0 0,0-1 0 0 0,0 1 0 0 0,-1-1 0 0 0,1 1 0 0 0,0 0 0 0 0,0-1 0 0 0,0 1 0 0 0,0-1 1 0 0,0 1-1 0 0,-1 0 0 0 0,1-1 0 0 0,0 1 0 0 0,0 0 0 0 0,1-1 0 0 0,-1 1 0 0 0,0 0 0 0 0,0-1 0 0 0,0 1 0 0 0,0-1 0 0 0,0 1 0 0 0,1 0 0 0 0,-1-1 0 0 0,0 1 0 0 0,1-1 0 0 0,0 2 0 0 0,0-2-7 0 0,-1 1 0 0 0,1-1 0 0 0,0 0-1 0 0,0 1 1 0 0,0-1 0 0 0,0 0 0 0 0,0 0 0 0 0,0 0 0 0 0,0 0-1 0 0,0 0 1 0 0,0 0 0 0 0,0 0 0 0 0,-1 0 0 0 0,1 0 0 0 0,0 0-1 0 0,1-1 1 0 0,9-2-17 0 0,-1 0 1 0 0,17-8-1 0 0,-16 6 41 0 0,178-69-1976 0 0,-74 30-973 0 0,1-2-3721 0 0,-54 23-155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6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145 715 288 0 0,'-45'8'7663'0'0,"5"6"-4311"0"0,35-11-3220 0 0,1-1 1 0 0,0 1-1 0 0,0 0 1 0 0,0 0-1 0 0,0 0 1 0 0,1 0 0 0 0,-1 1-1 0 0,1 0 1 0 0,0-1-1 0 0,0 1 1 0 0,0 1 0 0 0,1-1-1 0 0,-1 0 1 0 0,1 0-1 0 0,-3 10 1 0 0,4-13-77 0 0,0 1-1 0 0,1 0 1 0 0,0 0-1 0 0,-1 0 1 0 0,1 0 0 0 0,0 0-1 0 0,0 0 1 0 0,0 0 0 0 0,0 0-1 0 0,0 0 1 0 0,1 4-1 0 0,-1-6-37 0 0,0 1 0 0 0,1 0 0 0 0,-1 0 0 0 0,0 0-1 0 0,1-1 1 0 0,-1 1 0 0 0,1 0 0 0 0,-1-1 0 0 0,1 1-1 0 0,-1 0 1 0 0,1-1 0 0 0,-1 1 0 0 0,1 0 0 0 0,0-1-1 0 0,0 1 1 0 0,-1-1 0 0 0,1 1 0 0 0,0-1 0 0 0,-1 0 0 0 0,1 1-1 0 0,0-1 1 0 0,0 0 0 0 0,0 1 0 0 0,0-1 0 0 0,-1 0-1 0 0,1 0 1 0 0,0 0 0 0 0,0 0 0 0 0,0 0 0 0 0,1 0-1 0 0,11-1 31 0 0,0-1-1 0 0,0 0 0 0 0,0-1 0 0 0,0 0 0 0 0,0-1 1 0 0,-1 0-1 0 0,0-1 0 0 0,0-1 0 0 0,12-7 0 0 0,14-9 24 0 0,49-39 0 0 0,-62 41-71 0 0,0-1-1 0 0,-2-1 1 0 0,0-1 0 0 0,-1-1 0 0 0,-2-1 0 0 0,0 0-1 0 0,-2-2 1 0 0,-1 0 0 0 0,-1-2 0 0 0,-1 1 0 0 0,-2-2-1 0 0,-1 0 1 0 0,14-53 0 0 0,-22 68-10 0 0,5-16-14 0 0,-2 0 1 0 0,-1-1-1 0 0,3-54 1 0 0,-15 62-98 0 0,6 22 81 0 0,-4 2 29 0 0,1 1 8 0 0,0 0-1 0 0,-1 0 1 0 0,1 1-1 0 0,0-1 1 0 0,0 1-1 0 0,0-1 1 0 0,0 1 0 0 0,0 0-1 0 0,0 0 1 0 0,1 0-1 0 0,-1 0 1 0 0,1 1-1 0 0,-1-1 1 0 0,1 1 0 0 0,0 0-1 0 0,0-1 1 0 0,-2 4-1 0 0,-8 13 21 0 0,-14 30-1 0 0,14-26-8 0 0,-16 29 26 0 0,3 0 0 0 0,2 2 1 0 0,2 0-1 0 0,3 2 0 0 0,2 0 0 0 0,-15 106 1 0 0,30-147-25 0 0,0 1-1 0 0,0-1 1 0 0,2 1 0 0 0,0-1 0 0 0,6 31 0 0 0,-6-42-3 0 0,0 1 0 0 0,0-1 0 0 0,1 0 0 0 0,-1 0 0 0 0,1 0 0 0 0,0 0 0 0 0,0 0-1 0 0,1 0 1 0 0,-1 0 0 0 0,1 0 0 0 0,0-1 0 0 0,0 0 0 0 0,0 1 0 0 0,1-1 0 0 0,-1 0 0 0 0,1-1 0 0 0,-1 1 0 0 0,1 0 0 0 0,0-1 0 0 0,0 0 0 0 0,0 0 0 0 0,0 0 0 0 0,0-1-1 0 0,8 3 1 0 0,0-3 7 0 0,0 1-1 0 0,0-2 0 0 0,0 1 0 0 0,0-2 0 0 0,0 0 0 0 0,0 0 0 0 0,0-1 1 0 0,0 0-1 0 0,0-1 0 0 0,17-7 0 0 0,0-1 0 0 0,0-2-1 0 0,50-31 0 0 0,-43 21-131 0 0,-1-3-1 0 0,-2 0 0 0 0,0-3 0 0 0,-2 0 0 0 0,-1-2 0 0 0,-2-1 1 0 0,-1-2-1 0 0,25-39 0 0 0,-21 23-11 0 0,-3-1 0 0 0,-2-1 0 0 0,-2-1 0 0 0,-3-2 0 0 0,21-81 0 0 0,-38 126 138 0 0,-2 0 0 0 0,1 0 0 0 0,-1 0 0 0 0,-1 0 0 0 0,0-1 0 0 0,0 1 1 0 0,-1-1-1 0 0,-2-13 0 0 0,2 23-8 0 0,0 1 1 0 0,0-1 0 0 0,0 1 0 0 0,0-1 0 0 0,-1 1 0 0 0,1-1 0 0 0,0 1 0 0 0,0-1 0 0 0,0 1-1 0 0,-1-1 1 0 0,1 1 0 0 0,0-1 0 0 0,-1 1 0 0 0,1-1 0 0 0,0 1 0 0 0,-1 0 0 0 0,1-1 0 0 0,-1 1-1 0 0,1-1 1 0 0,0 1 0 0 0,-1 0 0 0 0,1 0 0 0 0,-1-1 0 0 0,1 1 0 0 0,-1 0 0 0 0,1 0 0 0 0,-1-1-1 0 0,1 1 1 0 0,-1 0 0 0 0,1 0 0 0 0,-1 0 0 0 0,1 0 0 0 0,-1 0 0 0 0,0 0 0 0 0,1 0 0 0 0,-1 0-1 0 0,1 0 1 0 0,-1 0 0 0 0,1 0 0 0 0,-1 0 0 0 0,1 0 0 0 0,-1 1 0 0 0,1-1 0 0 0,-1 0 0 0 0,1 0-1 0 0,-1 0 1 0 0,1 1 0 0 0,-1-1 0 0 0,1 0 0 0 0,-1 1 0 0 0,1-1 0 0 0,-1 0 0 0 0,1 1-1 0 0,0-1 1 0 0,-1 2 0 0 0,-20 21 4 0 0,-20 49 363 0 0,4 1 0 0 0,-41 109 0 0 0,51-114-208 0 0,0-3 0 0 0,3 1 0 0 0,3 1 1 0 0,-20 112-1 0 0,41-177-145 0 0,0-1 1 0 0,0 1 0 0 0,0 0-1 0 0,0-1 1 0 0,0 1-1 0 0,0-1 1 0 0,1 1 0 0 0,-1-1-1 0 0,1 1 1 0 0,-1-1-1 0 0,1 1 1 0 0,0-1-1 0 0,-1 0 1 0 0,1 1 0 0 0,0-1-1 0 0,0 0 1 0 0,2 2-1 0 0,-2-1 31 0 0,3-3-9 0 0,2-1-25 0 0,-1 0 0 0 0,1 0-1 0 0,0-1 1 0 0,-1 1 0 0 0,0-1-1 0 0,0-1 1 0 0,0 1 0 0 0,9-8-1 0 0,38-43 32 0 0,-24 25-5 0 0,-10 11-42 0 0,1 1-1 0 0,0 1 0 0 0,1 1 0 0 0,1 0 0 0 0,25-12 0 0 0,-45 26 3 0 0,0 1-1 0 0,0-1 1 0 0,1 0-1 0 0,-1 1 1 0 0,0 0-1 0 0,1-1 1 0 0,-1 1-1 0 0,1 0 1 0 0,-1-1-1 0 0,0 1 1 0 0,1 0-1 0 0,-1 0 1 0 0,1 0-1 0 0,-1 1 1 0 0,0-1-1 0 0,1 0 1 0 0,-1 0-1 0 0,0 1 1 0 0,1-1-1 0 0,-1 1 1 0 0,0-1-1 0 0,3 2 1 0 0,-2 0-1 0 0,0-1 1 0 0,1 1-1 0 0,-1 0 1 0 0,-1 0-1 0 0,1 1 1 0 0,0-1-1 0 0,0 0 1 0 0,-1 0-1 0 0,1 1 1 0 0,1 4-1 0 0,1 2 34 0 0,-1-1 0 0 0,-1 1 0 0 0,1 0 0 0 0,-1 0-1 0 0,1 18 1 0 0,-4 67 379 0 0,2 23-115 0 0,-1-116-284 0 0,0 0 1 0 0,0 1-1 0 0,0-1 0 0 0,0 0 1 0 0,0 1-1 0 0,1-1 0 0 0,-1 0 1 0 0,0 1-1 0 0,1-1 1 0 0,-1 0-1 0 0,0 0 0 0 0,1 1 1 0 0,0-1-1 0 0,-1 0 0 0 0,1 0 1 0 0,0 0-1 0 0,0 0 0 0 0,-1 0 1 0 0,1 0-1 0 0,0 0 1 0 0,0 0-1 0 0,0 0 0 0 0,0 0 1 0 0,0 0-1 0 0,1-1 0 0 0,-1 1 1 0 0,0 0-1 0 0,0-1 0 0 0,0 1 1 0 0,1-1-1 0 0,-1 1 1 0 0,0-1-1 0 0,1 0 0 0 0,-1 1 1 0 0,0-1-1 0 0,1 0 0 0 0,-1 0 1 0 0,0 0-1 0 0,1 0 0 0 0,-1 0 1 0 0,0 0-1 0 0,1-1 1 0 0,-1 1-1 0 0,0 0 0 0 0,2-1 1 0 0,10-3 0 0 0,0 0 0 0 0,0-1 0 0 0,0 0 0 0 0,-1-1 0 0 0,0-1 0 0 0,0 0 0 0 0,-1 0 0 0 0,14-12 0 0 0,83-78 6 0 0,-79 69 18 0 0,50-63 1 0 0,-69 77-38 0 0,-1-1-1 0 0,0 0 1 0 0,-1 0-1 0 0,0-1 1 0 0,-1 1-1 0 0,-1-2 1 0 0,5-19 0 0 0,-10 34-5 0 0,-1-1 0 0 0,0 1 0 0 0,1 0 0 0 0,-1-1 0 0 0,0 1 0 0 0,0-1 0 0 0,-1 1 0 0 0,1 0 0 0 0,0-1 0 0 0,-1-2 0 0 0,0 5 6 0 0,1-1 0 0 0,0 1 0 0 0,0-1 1 0 0,-1 1-1 0 0,1-1 0 0 0,0 1 0 0 0,-1-1 1 0 0,1 1-1 0 0,0-1 0 0 0,-1 1 0 0 0,1 0 1 0 0,-1-1-1 0 0,1 1 0 0 0,-1-1 0 0 0,1 1 0 0 0,-1 0 1 0 0,1 0-1 0 0,-1-1 0 0 0,1 1 0 0 0,-1 0 1 0 0,1 0-1 0 0,-1 0 0 0 0,1-1 0 0 0,-1 1 1 0 0,0 0-1 0 0,1 0 0 0 0,-1 0 0 0 0,1 0 1 0 0,-1 0-1 0 0,0 0 0 0 0,1 0 0 0 0,-1 0 1 0 0,1 0-1 0 0,-1 1 0 0 0,1-1 0 0 0,-1 0 1 0 0,0 0-1 0 0,1 0 0 0 0,-1 1 0 0 0,1-1 0 0 0,-1 0 1 0 0,1 1-1 0 0,-1-1 0 0 0,1 0 0 0 0,-1 1 1 0 0,1 0-1 0 0,-9 5 53 0 0,1 0 0 0 0,1 1-1 0 0,-1 0 1 0 0,1 1 0 0 0,0-1 0 0 0,1 2 0 0 0,0-1 0 0 0,0 0-1 0 0,1 1 1 0 0,-8 17 0 0 0,2 0 202 0 0,0 1-1 0 0,-11 49 1 0 0,20-69-214 0 0,0 0 0 0 0,1 0 1 0 0,0 0-1 0 0,1 0 0 0 0,0 0 1 0 0,0 0-1 0 0,0 0 0 0 0,1 0 0 0 0,0 0 1 0 0,2 8-1 0 0,-1-11-15 0 0,-1-1 1 0 0,0 1-1 0 0,1-1 0 0 0,0 0 1 0 0,0 1-1 0 0,0-1 0 0 0,0 0 1 0 0,0 0-1 0 0,1-1 0 0 0,-1 1 0 0 0,1 0 1 0 0,0-1-1 0 0,0 0 0 0 0,0 1 1 0 0,0-1-1 0 0,0 0 0 0 0,0 0 1 0 0,1-1-1 0 0,-1 1 0 0 0,7 1 0 0 0,1 0-5 0 0,1-1-1 0 0,-1 0 0 0 0,1 0 1 0 0,-1-1-1 0 0,1-1 0 0 0,0 0 1 0 0,-1-1-1 0 0,1 0 0 0 0,19-5 1 0 0,-9 1-421 0 0,-1-1 1 0 0,1-2 0 0 0,-1 0 0 0 0,21-11-1 0 0,-27 11-861 0 0,0-1 0 0 0,26-20 0 0 0,-34 23-32 0 0,0 0-1 0 0,-1-1 1 0 0,1 0-1 0 0,4-8 0 0 0,3-6-4022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69 788 0 0,'-237'11'13053'0'0,"237"-11"-13008"0"0,0 0 0 0 0,-1 0 0 0 0,1 0-1 0 0,0 0 1 0 0,-1 1 0 0 0,1-1 0 0 0,-1 0 0 0 0,1 0-1 0 0,0 0 1 0 0,-1 0 0 0 0,1 0 0 0 0,0 0 0 0 0,-1 0-1 0 0,1 0 1 0 0,-1 0 0 0 0,1-1 0 0 0,0 1-1 0 0,-1 0 1 0 0,1 0 0 0 0,0 0 0 0 0,-1 0 0 0 0,1 0-1 0 0,0-1 1 0 0,-1 1 0 0 0,1 0 0 0 0,0 0 0 0 0,-1 0-1 0 0,1-1 1 0 0,0 1 0 0 0,-1-1 0 0 0,13-5 405 0 0,24-4-257 0 0,175-25-2216 0 0,-69 17-3784 0 0,-65 11 168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7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85 756 0 0,'1'-4'755'0'0,"0"-1"-1"0"0,-1 1 1 0 0,1-1-1 0 0,-1 1 1 0 0,0-1-1 0 0,0 1 1 0 0,0-1-1 0 0,-1 1 1 0 0,0-1-1 0 0,0 1 1 0 0,-2-9-1 0 0,2 12-584 0 0,-1-1 1 0 0,1 0-1 0 0,-1 1 0 0 0,0-1 0 0 0,1 1 0 0 0,-1-1 0 0 0,0 1 0 0 0,0 0 0 0 0,0 0 1 0 0,-4-2-1 0 0,4 2-82 0 0,0 0 1 0 0,0 0-1 0 0,0 0 1 0 0,-1 1-1 0 0,1-1 1 0 0,0 1-1 0 0,-1 0 1 0 0,1 0-1 0 0,0 0 1 0 0,0 0 0 0 0,-1 0-1 0 0,1 0 1 0 0,0 0-1 0 0,-4 2 1 0 0,-31 9 575 0 0,22-4-448 0 0,1 1 1 0 0,0 1-1 0 0,0 1 1 0 0,-24 21-1 0 0,-44 53 388 0 0,59-59-401 0 0,-38 56 0 0 0,55-72-186 0 0,1 0-1 0 0,0 0 1 0 0,0 0 0 0 0,1 1-1 0 0,0 0 1 0 0,1 0 0 0 0,0 0-1 0 0,0 0 1 0 0,1 1 0 0 0,-1 18-1 0 0,3-26-11 0 0,0 0-1 0 0,0 1 1 0 0,0-1-1 0 0,1 0 1 0 0,-1 0-1 0 0,1 0 0 0 0,0 1 1 0 0,0-1-1 0 0,0 0 1 0 0,0 0-1 0 0,1 0 1 0 0,-1-1-1 0 0,1 1 0 0 0,0 0 1 0 0,0 0-1 0 0,0-1 1 0 0,0 1-1 0 0,4 3 0 0 0,-2-4 4 0 0,0 1 0 0 0,0 0 0 0 0,0-1-1 0 0,1 1 1 0 0,-1-1 0 0 0,1-1-1 0 0,0 1 1 0 0,-1-1 0 0 0,1 1-1 0 0,10 0 1 0 0,5-1-56 0 0,1 0-1 0 0,-1-2 1 0 0,0 0 0 0 0,35-7-1 0 0,-30 3-152 0 0,1-1 0 0 0,-2-1 0 0 0,1-1 0 0 0,-1-1 0 0 0,0-1 0 0 0,-1-2 0 0 0,0 0 0 0 0,23-16 0 0 0,-34 19 153 0 0,0 0 0 0 0,-1 0 0 0 0,0-1 0 0 0,-1 0 0 0 0,0-1-1 0 0,-1 0 1 0 0,0-1 0 0 0,-1 0 0 0 0,0 0 0 0 0,0-1 0 0 0,-2 0 0 0 0,0 0 0 0 0,0-1 0 0 0,-1 1 0 0 0,6-27 0 0 0,-11 37 52 0 0,1-1 24 0 0,0 1-1 0 0,0-1 1 0 0,-1 0-1 0 0,1 1 1 0 0,-1-1-1 0 0,0 0 1 0 0,0 1-1 0 0,0-1 1 0 0,-1 1-1 0 0,1-1 1 0 0,-3-6 0 0 0,3 10-15 0 0,-1-1 1 0 0,1 1 0 0 0,-1-1 0 0 0,1 0 0 0 0,-1 1-1 0 0,0-1 1 0 0,1 1 0 0 0,-1 0 0 0 0,0-1 0 0 0,1 1-1 0 0,-1 0 1 0 0,0-1 0 0 0,1 1 0 0 0,-1 0 0 0 0,0-1-1 0 0,0 1 1 0 0,1 0 0 0 0,-1 0 0 0 0,0 0 0 0 0,0 0-1 0 0,0 0 1 0 0,1 0 0 0 0,-1 0 0 0 0,0 0 0 0 0,0 0-1 0 0,1 0 1 0 0,-1 1 0 0 0,0-1 0 0 0,0 0 0 0 0,1 0-1 0 0,-1 1 1 0 0,0-1 0 0 0,1 0 0 0 0,-1 1-1 0 0,-1 0 1 0 0,-7 8 128 0 0,-1 0 0 0 0,1 1 0 0 0,1 0 0 0 0,0 1 0 0 0,0-1 0 0 0,1 2 0 0 0,0-1-1 0 0,-7 17 1 0 0,2 0 31 0 0,1 1 0 0 0,-12 47 0 0 0,22-71-152 0 0,0-1 1 0 0,0 0 0 0 0,1 1 0 0 0,-1-1-1 0 0,1 1 1 0 0,0-1 0 0 0,0 1-1 0 0,1-1 1 0 0,-1 0 0 0 0,1 1-1 0 0,0-1 1 0 0,0 1 0 0 0,0-1-1 0 0,1 0 1 0 0,1 4 0 0 0,-1-5-7 0 0,0 0-1 0 0,0-1 1 0 0,0 1 0 0 0,0-1-1 0 0,1 1 1 0 0,-1-1 0 0 0,1 0 0 0 0,-1 0-1 0 0,1 0 1 0 0,0-1 0 0 0,0 1-1 0 0,-1-1 1 0 0,1 1 0 0 0,0-1 0 0 0,0 0-1 0 0,1 0 1 0 0,-1 0 0 0 0,0 0-1 0 0,0-1 1 0 0,7 1 0 0 0,4 0 0 0 0,0-1 1 0 0,0-1-1 0 0,0 0 1 0 0,0-1-1 0 0,0 0 1 0 0,0-1-1 0 0,-1 0 1 0 0,1-2-1 0 0,-1 1 0 0 0,0-2 1 0 0,0 0-1 0 0,15-9 1 0 0,-18 9-10 0 0,0-1 1 0 0,0 0 0 0 0,0 0-1 0 0,-1-1 1 0 0,0 0-1 0 0,-1-1 1 0 0,0 0 0 0 0,0 0-1 0 0,-1-1 1 0 0,0 0-1 0 0,0 0 1 0 0,-1-1 0 0 0,-1 0-1 0 0,6-16 1 0 0,-8 19-9 0 0,-1 0 0 0 0,-1 0 0 0 0,1-1 0 0 0,-2 1 0 0 0,1 0 0 0 0,-1-1 0 0 0,0 1 0 0 0,0-1 0 0 0,-1 1 0 0 0,-1 0 0 0 0,1-1 0 0 0,-1 1 0 0 0,-1 0 0 0 0,-5-13 0 0 0,6 16-3 0 0,0 0 0 0 0,-1 0 0 0 0,0 1 0 0 0,0-1 0 0 0,0 1 1 0 0,0 0-1 0 0,-1 0 0 0 0,0 0 0 0 0,1 1 0 0 0,-1-1 0 0 0,-1 1 0 0 0,1 0 0 0 0,0 0 0 0 0,-1 0 0 0 0,0 1 0 0 0,0-1 0 0 0,1 1 0 0 0,-1 0 0 0 0,-1 1 0 0 0,1-1 0 0 0,0 1 0 0 0,0 0 0 0 0,0 0 0 0 0,-6 1 1 0 0,-2 0 6 0 0,0 1 0 0 0,0 0 1 0 0,0 1-1 0 0,0 1 1 0 0,0 0-1 0 0,1 1 1 0 0,-1 0-1 0 0,1 1 0 0 0,0 1 1 0 0,-21 12-1 0 0,18-9-10 0 0,0 1 0 0 0,0 1 0 0 0,1 0 0 0 0,1 1-1 0 0,-1 1 1 0 0,2 0 0 0 0,-15 20 0 0 0,25-30 10 0 0,-1 1 0 0 0,1-1 0 0 0,0 1 1 0 0,0 0-1 0 0,1 0 0 0 0,-1 0 0 0 0,1 0 0 0 0,-2 7 0 0 0,3-10 0 0 0,0 1 0 0 0,0-1-1 0 0,0 0 1 0 0,0 0 0 0 0,0 0 0 0 0,0 0-1 0 0,0 1 1 0 0,0-1 0 0 0,1 0 0 0 0,-1 0-1 0 0,0 0 1 0 0,1 0 0 0 0,-1 0-1 0 0,1 0 1 0 0,-1 0 0 0 0,1 0 0 0 0,0 0-1 0 0,-1 0 1 0 0,1 0 0 0 0,0 0 0 0 0,0-1-1 0 0,-1 1 1 0 0,1 0 0 0 0,0 0-1 0 0,0-1 1 0 0,0 1 0 0 0,0 0 0 0 0,0-1-1 0 0,0 1 1 0 0,0-1 0 0 0,0 0 0 0 0,0 1-1 0 0,0-1 1 0 0,1 0 0 0 0,-1 1-1 0 0,2-1 1 0 0,7 2 0 0 0,1-1-1 0 0,0-1 1 0 0,0 1 0 0 0,0-2-1 0 0,0 1 1 0 0,0-2-1 0 0,18-3 1 0 0,75-27 1 0 0,-88 26-2 0 0,54-19-1 0 0,3-2-2 0 0,93-20-1 0 0,-162 46-3 0 0,0 0 0 0 0,0 0 1 0 0,0 1-1 0 0,0-1 0 0 0,1 1 0 0 0,-1 0 0 0 0,0 1 0 0 0,0-1 0 0 0,1 1 0 0 0,-1 0 0 0 0,0 0 0 0 0,0 0 1 0 0,0 0-1 0 0,0 1 0 0 0,0-1 0 0 0,0 1 0 0 0,-1 0 0 0 0,1 0 0 0 0,6 6 0 0 0,-7-5 1 0 0,1 1-1 0 0,-1-1 1 0 0,0 1 0 0 0,-1 0-1 0 0,1 0 1 0 0,-1 0-1 0 0,0 1 1 0 0,0-1-1 0 0,0 0 1 0 0,0 1-1 0 0,-1-1 1 0 0,0 1-1 0 0,0 0 1 0 0,0-1 0 0 0,0 1-1 0 0,-1 0 1 0 0,0 7-1 0 0,-1 6 53 0 0,-1 0 1 0 0,-1 0-1 0 0,-1 0 0 0 0,-1-1 1 0 0,0 1-1 0 0,-1-1 0 0 0,-1 0 0 0 0,0-1 1 0 0,-2 0-1 0 0,-11 19 0 0 0,19-34 182 0 0,-3-5-164 0 0,4 4-63 0 0,-1 0-1 0 0,1 0 1 0 0,0 0 0 0 0,0-1-1 0 0,-1 1 1 0 0,1 0 0 0 0,0 0 0 0 0,0 0-1 0 0,-1 0 1 0 0,1-1 0 0 0,0 1 0 0 0,0 0-1 0 0,0 0 1 0 0,0 0 0 0 0,-1-1 0 0 0,1 1-1 0 0,0 0 1 0 0,0 0 0 0 0,0-1-1 0 0,0 1 1 0 0,0 0 0 0 0,0 0 0 0 0,-1-1-1 0 0,1 1 1 0 0,0 0 0 0 0,0-1 0 0 0,0 1-1 0 0,0 0 1 0 0,0 0 0 0 0,0-1-1 0 0,0 1 1 0 0,0 0 0 0 0,0 0 0 0 0,0-1-1 0 0,1 1 1 0 0,-1 0 0 0 0,0-1 0 0 0,7-22 17 0 0,2 1 1 0 0,0 1 0 0 0,1-1 0 0 0,1 1 0 0 0,1 1 0 0 0,23-29-1 0 0,-11 18-20 0 0,2 2 0 0 0,0 1-1 0 0,40-32 1 0 0,-51 49-7 0 0,0 0 0 0 0,0 2 0 0 0,1 0 0 0 0,18-8 1 0 0,-32 17 7 0 0,-1-1 1 0 0,1 1 0 0 0,0 0 0 0 0,-1-1 0 0 0,1 1-1 0 0,-1 0 1 0 0,1 0 0 0 0,0 0 0 0 0,-1 0-1 0 0,1 0 1 0 0,-1 0 0 0 0,1 1 0 0 0,0-1 0 0 0,-1 1-1 0 0,1-1 1 0 0,-1 1 0 0 0,1-1 0 0 0,-1 1 0 0 0,0 0-1 0 0,1-1 1 0 0,-1 1 0 0 0,2 2 0 0 0,-1-2 0 0 0,0 1 0 0 0,0 0 1 0 0,0-1-1 0 0,-1 1 1 0 0,1 0-1 0 0,0 0 0 0 0,-1 0 1 0 0,0 0-1 0 0,0 0 0 0 0,1 1 1 0 0,-1-1-1 0 0,0 0 1 0 0,-1 0-1 0 0,2 4 0 0 0,-1 5 17 0 0,0 0 0 0 0,0 0 0 0 0,-1 0 0 0 0,0 0 0 0 0,-1 0 0 0 0,-4 20 0 0 0,-23 66 185 0 0,4-17-105 0 0,23-76-78 0 0,0 1-1 0 0,0 0 1 0 0,0 0-1 0 0,1 0 1 0 0,0 0-1 0 0,0 0 1 0 0,0 6-1 0 0,1-10-54 0 0,-1 1 0 0 0,0-1-1 0 0,1 0 1 0 0,-1 1 0 0 0,1-1 0 0 0,0 0-1 0 0,0 0 1 0 0,-1 1 0 0 0,1-1-1 0 0,0 0 1 0 0,0 0 0 0 0,0 0 0 0 0,0 0-1 0 0,0 0 1 0 0,0 0 0 0 0,0 0-1 0 0,1 0 1 0 0,-1-1 0 0 0,0 1 0 0 0,0 0-1 0 0,1-1 1 0 0,-1 1 0 0 0,0-1 0 0 0,1 1-1 0 0,-1-1 1 0 0,1 0 0 0 0,-1 0-1 0 0,1 1 1 0 0,-1-1 0 0 0,3 0 0 0 0,9 0-740 0 0,0 0 0 0 0,-1-1 0 0 0,1 0 0 0 0,0-1 0 0 0,17-4 0 0 0,2-4-2613 0 0,31-12 1 0 0,-32 8 146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8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403 558 2424 0 0,'5'-5'755'0'0,"0"0"0"0"0,0-1 0 0 0,0 1 1 0 0,-1-1-1 0 0,1 0 0 0 0,-2-1 0 0 0,1 1 0 0 0,-1 0 0 0 0,0-1 0 0 0,0 0 0 0 0,0 0 0 0 0,-1 0 0 0 0,-1 0 0 0 0,3-15 1 0 0,-4 21-689 0 0,0 0 0 0 0,0-1 1 0 0,-1 1-1 0 0,1 0 1 0 0,0-1-1 0 0,-1 1 1 0 0,1 0-1 0 0,-1-1 1 0 0,0 1-1 0 0,1 0 1 0 0,-1 0-1 0 0,0 0 0 0 0,1 0 1 0 0,-1 0-1 0 0,0-1 1 0 0,0 1-1 0 0,0 1 1 0 0,0-1-1 0 0,0 0 1 0 0,0 0-1 0 0,0 0 0 0 0,-1 0 1 0 0,1 1-1 0 0,0-1 1 0 0,0 1-1 0 0,-1-1 1 0 0,1 1-1 0 0,0-1 1 0 0,-1 1-1 0 0,1 0 1 0 0,0-1-1 0 0,-1 1 0 0 0,-2 0 1 0 0,-2 0 61 0 0,-1-1-1 0 0,1 1 1 0 0,-1 1 0 0 0,1-1-1 0 0,-1 1 1 0 0,-7 2 0 0 0,-3 2 9 0 0,1 1 1 0 0,0 1 0 0 0,0 0-1 0 0,1 1 1 0 0,-1 1-1 0 0,2 1 1 0 0,-1 0-1 0 0,-17 16 1 0 0,3 0-19 0 0,2 1-1 0 0,-41 53 1 0 0,56-65-88 0 0,0 1-1 0 0,2 0 1 0 0,-1 1 0 0 0,2 0-1 0 0,0 0 1 0 0,1 1 0 0 0,-9 31-1 0 0,17-47-23 0 0,-1-1 1 0 0,1 1-1 0 0,-1 0 0 0 0,1-1 0 0 0,0 1 0 0 0,0 0 0 0 0,0-1 0 0 0,0 1 0 0 0,0 0 0 0 0,0-1 1 0 0,0 1-1 0 0,1 0 0 0 0,-1-1 0 0 0,0 1 0 0 0,1-1 0 0 0,-1 1 0 0 0,1 0 0 0 0,0-1 0 0 0,0 1 0 0 0,-1-1 1 0 0,1 0-1 0 0,2 3 0 0 0,-1-3 0 0 0,0 1 0 0 0,0-1 0 0 0,0 0 0 0 0,0 0-1 0 0,0 0 1 0 0,0 0 0 0 0,0-1 0 0 0,0 1 0 0 0,0 0 0 0 0,0-1 0 0 0,1 1 0 0 0,-1-1 0 0 0,0 0 0 0 0,4 0 0 0 0,4 0 2 0 0,0-1 0 0 0,0-1 0 0 0,0 0 1 0 0,-1 0-1 0 0,1 0 0 0 0,14-7 0 0 0,4-5-85 0 0,-1-1 1 0 0,0-1-1 0 0,-1-1 1 0 0,-1-1-1 0 0,-1-2 0 0 0,0 0 1 0 0,-1-2-1 0 0,28-35 0 0 0,-17 14-217 0 0,-1-2-1 0 0,-2-1 1 0 0,47-96 0 0 0,-9-15-94 0 0,-59 129 333 0 0,-1-1 0 0 0,-1 1-1 0 0,7-53 1 0 0,-14 78 45 0 0,-1 1 5 0 0,1 0 1 0 0,-1 0-1 0 0,0 0 0 0 0,1 0 1 0 0,-1 0-1 0 0,0 1 0 0 0,-1-1 0 0 0,1 0 1 0 0,0 0-1 0 0,0 0 0 0 0,-1 0 0 0 0,1 0 1 0 0,-1 0-1 0 0,1 0 0 0 0,-2-2 1 0 0,1 3 1 0 0,1 1 1 0 0,-1 0-1 0 0,1-1 1 0 0,0 1-1 0 0,-1-1 1 0 0,1 1-1 0 0,-1-1 1 0 0,1 1-1 0 0,-1 0 1 0 0,0-1-1 0 0,1 1 1 0 0,-1 0-1 0 0,1 0 1 0 0,-1-1-1 0 0,1 1 1 0 0,-1 0-1 0 0,0 0 1 0 0,1 0-1 0 0,-1 0 1 0 0,0 0-1 0 0,1 0 1 0 0,-1 0-1 0 0,1 0 1 0 0,-1 0-1 0 0,0 0 1 0 0,1 0-1 0 0,-1 0 1 0 0,0 0-1 0 0,1 0 1 0 0,-1 1-1 0 0,1-1 1 0 0,-1 0-1 0 0,1 0 1 0 0,-1 1-1 0 0,0-1 1 0 0,1 0-1 0 0,-1 1 1 0 0,0 0-1 0 0,0 0 1 0 0,-4 2 21 0 0,-1 1 1 0 0,1 0 0 0 0,0 0 0 0 0,0 1 0 0 0,1-1 0 0 0,-1 1 0 0 0,-5 9 0 0 0,-27 43 281 0 0,29-44-242 0 0,-33 58 336 0 0,2 1 0 0 0,4 2-1 0 0,3 1 1 0 0,-44 158 0 0 0,73-218-378 0 0,-11 55 59 0 0,13-63-55 0 0,0 0 1 0 0,0 1-1 0 0,1-1 0 0 0,1 1 0 0 0,-1-1 1 0 0,1 0-1 0 0,2 10 0 0 0,-2-15-13 0 0,0 1-1 0 0,0-1 0 0 0,0 1 0 0 0,0-1 0 0 0,0 1 1 0 0,1-1-1 0 0,-1 0 0 0 0,1 0 0 0 0,-1 0 0 0 0,1 0 1 0 0,0 0-1 0 0,0 0 0 0 0,0 0 0 0 0,0 0 0 0 0,0-1 0 0 0,0 1 1 0 0,5 2-1 0 0,-3-3-25 0 0,1 1 0 0 0,-1-1 1 0 0,1 0-1 0 0,-1 0 0 0 0,1 0 1 0 0,0 0-1 0 0,-1-1 0 0 0,1 0 1 0 0,7 0-1 0 0,2-2-182 0 0,0 0 0 0 0,0-1 1 0 0,0-1-1 0 0,0 0 0 0 0,21-10 0 0 0,4-6-135 0 0,-2-1 0 0 0,-1-2 1 0 0,-1-2-1 0 0,0-1 0 0 0,-2-1 0 0 0,-2-2 0 0 0,41-47 0 0 0,-60 62 566 0 0,-2-1 0 0 0,0 0 0 0 0,11-22 0 0 0,-20 35-143 0 0,0 1 0 0 0,-1-1 0 0 0,1 0 0 0 0,0 0 1 0 0,-1 1-1 0 0,1-1 0 0 0,-1 0 0 0 0,0 0 0 0 0,1-3 0 0 0,-1 5-60 0 0,0-1-1 0 0,0 1 0 0 0,0-1 1 0 0,-1 1-1 0 0,1-1 1 0 0,0 1-1 0 0,0-1 0 0 0,0 1 1 0 0,0 0-1 0 0,0-1 0 0 0,-1 1 1 0 0,1-1-1 0 0,0 1 0 0 0,0 0 1 0 0,-1-1-1 0 0,1 1 0 0 0,0 0 1 0 0,-1-1-1 0 0,1 1 1 0 0,0 0-1 0 0,-1 0 0 0 0,1-1 1 0 0,0 1-1 0 0,-1 0 0 0 0,0-1 1 0 0,0 1 21 0 0,-1 0 1 0 0,1 0-1 0 0,0 0 1 0 0,-1 0-1 0 0,1 0 0 0 0,0 1 1 0 0,-1-1-1 0 0,1 0 1 0 0,-1 0-1 0 0,1 1 1 0 0,0-1-1 0 0,0 1 1 0 0,-1 0-1 0 0,1-1 1 0 0,0 1-1 0 0,0 0 0 0 0,0-1 1 0 0,-1 1-1 0 0,1 0 1 0 0,0 0-1 0 0,-1 2 1 0 0,-14 13 283 0 0,2 1 1 0 0,0 0-1 0 0,1 1 0 0 0,-18 34 1 0 0,23-37-255 0 0,1-1 0 0 0,1 1 0 0 0,1 0 1 0 0,0 0-1 0 0,0 1 0 0 0,2 0 0 0 0,-3 21 1 0 0,6-35-76 0 0,0 0 0 0 0,-1 0 1 0 0,1 0-1 0 0,0 1 1 0 0,0-1-1 0 0,1 0 0 0 0,-1 0 1 0 0,0 0-1 0 0,1 0 1 0 0,-1 1-1 0 0,1-1 1 0 0,0 0-1 0 0,-1 0 0 0 0,1 0 1 0 0,0 0-1 0 0,0 0 1 0 0,1 0-1 0 0,-1-1 0 0 0,0 1 1 0 0,1 0-1 0 0,-1-1 1 0 0,1 1-1 0 0,-1-1 0 0 0,1 1 1 0 0,0-1-1 0 0,-1 1 1 0 0,1-1-1 0 0,0 0 0 0 0,0 0 1 0 0,0 0-1 0 0,0 0 1 0 0,0-1-1 0 0,0 1 0 0 0,0 0 1 0 0,0-1-1 0 0,0 1 1 0 0,1-1-1 0 0,-1 0 0 0 0,0 0 1 0 0,0 0-1 0 0,0 0 1 0 0,4 0-1 0 0,5-2-427 0 0,0 1 0 0 0,1-1-1 0 0,-1-1 1 0 0,0 0 0 0 0,-1-1 0 0 0,1 0 0 0 0,20-11-1 0 0,-16 6-1673 0 0,0 0-1 0 0,-1-1 1 0 0,0 0-1 0 0,24-25 1 0 0,-14 10-3620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8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89 1476 0 0,'-47'-34'7735'0'0,"-28"-6"-3263"0"0,60 32-4108 0 0,13 7-601 0 0,-3-2-272 0 0,2 0-609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0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75 1536 0 0,'29'-74'10090'0'0,"-30"80"-9758"0"0,0 1 1 0 0,-1-1-1 0 0,1 0 0 0 0,-1 0 1 0 0,-1 0-1 0 0,-5 12 1 0 0,-2 3 132 0 0,-104 245 1871 0 0,11-31-1706 0 0,91-205-592 0 0,-41 111 108 0 0,46-116-129 0 0,0 0 0 0 0,2 0 1 0 0,-4 47-1 0 0,9-70-29 0 0,-1 1 0 0 0,1-1-1 0 0,0 1 1 0 0,0 0 0 0 0,0-1 0 0 0,0 1 0 0 0,1-1-1 0 0,-1 1 1 0 0,1-1 0 0 0,-1 1 0 0 0,1-1 0 0 0,0 1-1 0 0,0-1 1 0 0,0 1 0 0 0,0-1 0 0 0,1 0 0 0 0,-1 0 0 0 0,1 0-1 0 0,-1 1 1 0 0,1-1 0 0 0,0-1 0 0 0,0 1 0 0 0,-1 0-1 0 0,1 0 1 0 0,1-1 0 0 0,-1 1 0 0 0,0-1 0 0 0,0 0-1 0 0,0 1 1 0 0,1-1 0 0 0,-1 0 0 0 0,4 1 0 0 0,1-1-158 0 0,0 0 1 0 0,0-1 0 0 0,0 0-1 0 0,0 0 1 0 0,0 0-1 0 0,0-1 1 0 0,0 0 0 0 0,0 0-1 0 0,-1-1 1 0 0,1 1-1 0 0,8-5 1 0 0,13-5-279 0 0,-1-2 0 0 0,0-1 1 0 0,-1-1-1 0 0,0-1 0 0 0,-2-1 0 0 0,0-2 0 0 0,38-37 1 0 0,-34 28 385 0 0,-1-3 1 0 0,-2 0-1 0 0,-2-1 0 0 0,0-1 1 0 0,24-50-1 0 0,-40 69 484 0 0,-1-1 0 0 0,-1 1 0 0 0,0-1 0 0 0,5-23 0 0 0,-10 37-400 0 0,0 1 1 0 0,0-1-1 0 0,0 1 1 0 0,0-1-1 0 0,0 1 0 0 0,0-1 1 0 0,1 1-1 0 0,-1-1 1 0 0,0 1-1 0 0,0-1 1 0 0,0 1-1 0 0,-1-1 0 0 0,1 1 1 0 0,0-1-1 0 0,0 1 1 0 0,0 0-1 0 0,0-1 0 0 0,0 1 1 0 0,0-1-1 0 0,-1 1 1 0 0,1-1-1 0 0,0 1 1 0 0,0 0-1 0 0,-1-1 0 0 0,1 1 1 0 0,0-1-1 0 0,-1 1 1 0 0,1 0-1 0 0,0-1 0 0 0,-1 1 1 0 0,1 0-1 0 0,-1-1 1 0 0,1 1-1 0 0,0 0 1 0 0,-1 0-1 0 0,1 0 0 0 0,-1-1 1 0 0,1 1-1 0 0,-1 0 1 0 0,1 0-1 0 0,-1 0 1 0 0,1 0-1 0 0,-1 0 0 0 0,1 0 1 0 0,0 0-1 0 0,-2 0 1 0 0,1 0 45 0 0,-1 0 0 0 0,0 0 0 0 0,1 1 1 0 0,-1-1-1 0 0,0 1 0 0 0,1-1 1 0 0,-1 1-1 0 0,1 0 0 0 0,-1-1 0 0 0,-2 3 1 0 0,-10 9 338 0 0,1 1 0 0 0,0 0 1 0 0,1 1-1 0 0,-15 22 0 0 0,-35 65 305 0 0,58-95-675 0 0,-2 5 9 0 0,0 0 0 0 0,0 1 0 0 0,1 0 0 0 0,1-1 0 0 0,0 2 0 0 0,-4 18 0 0 0,7-29-41 0 0,1 1 0 0 0,-1 0-1 0 0,1 0 1 0 0,0 0 0 0 0,0 0-1 0 0,0-1 1 0 0,1 1 0 0 0,-1 0 0 0 0,1 0-1 0 0,-1 0 1 0 0,1-1 0 0 0,0 1-1 0 0,0 0 1 0 0,0-1 0 0 0,0 1-1 0 0,1-1 1 0 0,-1 1 0 0 0,1-1 0 0 0,-1 0-1 0 0,1 1 1 0 0,0-1 0 0 0,0 0-1 0 0,0 0 1 0 0,0 0 0 0 0,0-1 0 0 0,0 1-1 0 0,1 0 1 0 0,-1-1 0 0 0,1 1-1 0 0,-1-1 1 0 0,1 0 0 0 0,-1 0 0 0 0,1 0-1 0 0,0 0 1 0 0,2 0 0 0 0,9 2-142 0 0,0-1 0 0 0,-1 0 0 0 0,1-1 0 0 0,0 0 0 0 0,0-1-1 0 0,0-1 1 0 0,0 0 0 0 0,0-1 0 0 0,-1-1 0 0 0,1 0 0 0 0,-1 0 0 0 0,0-2 0 0 0,0 0 0 0 0,18-9 0 0 0,-8 2-115 0 0,-1 0-1 0 0,0-2 1 0 0,-1-1 0 0 0,0-1-1 0 0,-2 0 1 0 0,35-37-1 0 0,-41 38 479 0 0,0-1-1 0 0,-1-1 1 0 0,0 0-1 0 0,-2 0 1 0 0,13-29-1 0 0,-22 45 77 0 0,-17 19 229 0 0,-10 26-4 0 0,1 1 0 0 0,-34 87 0 0 0,52-114-483 0 0,0 2 0 0 0,1-1 0 0 0,1 1 0 0 0,1 0-1 0 0,-2 21 1 0 0,5-36-26 0 0,1 0 0 0 0,0 1 0 0 0,1-1 0 0 0,-1 0 0 0 0,1 0 0 0 0,0 1 0 0 0,1-1 0 0 0,-1 0 0 0 0,1 0 0 0 0,4 8 0 0 0,-5-10-6 0 0,2 0-1 0 0,-1 0 0 0 0,0 0 1 0 0,1 0-1 0 0,-1 0 0 0 0,1-1 1 0 0,0 1-1 0 0,0-1 0 0 0,0 0 1 0 0,0 0-1 0 0,0 0 0 0 0,1 0 1 0 0,-1-1-1 0 0,0 1 0 0 0,1-1 0 0 0,6 2 1 0 0,0 0-3 0 0,1-1 0 0 0,-1 0 1 0 0,0-1-1 0 0,1 0 0 0 0,0-1 1 0 0,-1 0-1 0 0,1-1 0 0 0,-1 0 0 0 0,0 0 1 0 0,18-6-1 0 0,-15 3-13 0 0,0-1-1 0 0,0 0 1 0 0,0-1-1 0 0,-1-1 1 0 0,0 0-1 0 0,0-1 1 0 0,15-12-1 0 0,-10 4-2 0 0,-1 1 0 0 0,-1-2-1 0 0,0 0 1 0 0,-1-1 0 0 0,-1 0-1 0 0,-1-1 1 0 0,0 0 0 0 0,-2-1-1 0 0,16-39 1 0 0,-10 7-23 0 0,14-68 0 0 0,-30 119 28 0 0,0 0 1 0 0,0 0-1 0 0,1 0 1 0 0,-1 0-1 0 0,0 0 1 0 0,0 0-1 0 0,0 0 0 0 0,-1 0 1 0 0,1 0-1 0 0,0 1 1 0 0,0-1-1 0 0,-1 0 0 0 0,1 0 1 0 0,0 0-1 0 0,-1 0 1 0 0,1 0-1 0 0,-1 0 0 0 0,1 1 1 0 0,-1-1-1 0 0,0-1 1 0 0,-1 1 1 0 0,1 0 0 0 0,0 0 1 0 0,-1 0-1 0 0,1 0 0 0 0,-1 0 0 0 0,0 0 1 0 0,1 1-1 0 0,-1-1 0 0 0,0 0 1 0 0,1 1-1 0 0,-1 0 0 0 0,0-1 0 0 0,1 1 1 0 0,-1 0-1 0 0,0 0 0 0 0,0 0 1 0 0,1 0-1 0 0,-1 0 0 0 0,0 0 0 0 0,0 1 1 0 0,1-1-1 0 0,-1 0 0 0 0,0 1 0 0 0,0 0 1 0 0,1-1-1 0 0,-1 1 0 0 0,1 0 1 0 0,-1 0-1 0 0,1 0 0 0 0,-1 0 0 0 0,1 0 1 0 0,-2 1-1 0 0,-1 1 2 0 0,-18 14-6 0 0,1 0 1 0 0,0 2-1 0 0,2 1 0 0 0,0 0 1 0 0,1 2-1 0 0,1 0 0 0 0,1 1 1 0 0,1 0-1 0 0,-19 41 0 0 0,32-61 7 0 0,0 1 4 0 0,0 0 0 0 0,0-1 0 0 0,0 1-1 0 0,1 0 1 0 0,-1 0 0 0 0,1 0 0 0 0,0 0 0 0 0,0 0-1 0 0,0 1 1 0 0,0-1 0 0 0,1 0 0 0 0,0 0 0 0 0,0 0 0 0 0,0 1-1 0 0,0-1 1 0 0,2 7 0 0 0,-1-10-5 0 0,-1 0 1 0 0,1-1-1 0 0,0 1 0 0 0,0 0 0 0 0,-1 0 0 0 0,1 0 1 0 0,0-1-1 0 0,0 1 0 0 0,0 0 0 0 0,0-1 0 0 0,0 1 1 0 0,0-1-1 0 0,0 1 0 0 0,0-1 0 0 0,0 0 1 0 0,1 1-1 0 0,-1-1 0 0 0,0 0 0 0 0,0 0 0 0 0,0 0 1 0 0,0 0-1 0 0,0 0 0 0 0,1 0 0 0 0,0 0 1 0 0,28-3 3 0 0,-29 3-5 0 0,16-4-22 0 0,0-1-1 0 0,-1 0 1 0 0,1-2-1 0 0,-1 0 1 0 0,-1 0-1 0 0,0-1 1 0 0,0-1-1 0 0,20-16 0 0 0,11-12-372 0 0,44-46-1 0 0,-82 75 338 0 0,46-46-243 0 0,-27 25 175 0 0,2 1 0 0 0,1 1 0 0 0,0 2 0 0 0,38-23 0 0 0,-66 46 119 0 0,0 1 0 0 0,0 0 0 0 0,0 0 0 0 0,0 0 0 0 0,1 0 0 0 0,-1 0 0 0 0,0 1 0 0 0,1-1 0 0 0,-1 1 0 0 0,0 0 0 0 0,1-1 0 0 0,-1 1 0 0 0,1 0 0 0 0,-1 0 0 0 0,1 0 0 0 0,-1 1 0 0 0,0-1 0 0 0,1 1 0 0 0,4 1 0 0 0,-4-1 4 0 0,0 1 0 0 0,0 0 0 0 0,0 0 0 0 0,0 0 0 0 0,-1 1 0 0 0,1-1 0 0 0,0 1 0 0 0,-1-1 0 0 0,0 1 0 0 0,0 0-1 0 0,1 0 1 0 0,0 3 0 0 0,3 6 2 0 0,0-1 0 0 0,-1 1-1 0 0,-1 0 1 0 0,0 0 0 0 0,0 1 0 0 0,1 14-1 0 0,-3-8 35 0 0,0-1 0 0 0,-2 1 0 0 0,0-1 0 0 0,-1 1 0 0 0,-1-1 0 0 0,-1 0 0 0 0,0 1 0 0 0,-1-1 0 0 0,-11 27 0 0 0,4-18 148 0 0,-1 0 0 0 0,-1-2 1 0 0,-1 0-1 0 0,-1 0 0 0 0,-25 31 1 0 0,32-45 447 0 0,3-3 144 0 0,1-15-509 0 0,5 5-255 0 0,-1 0 1 0 0,0 0-1 0 0,1 1 0 0 0,-1-1 1 0 0,1 0-1 0 0,-1 0 0 0 0,1 0 1 0 0,0 1-1 0 0,0-1 0 0 0,0 0 1 0 0,0 1-1 0 0,1-3 0 0 0,4-5 14 0 0,8-18-11 0 0,1 1-1 0 0,1 0 0 0 0,20-23 1 0 0,65-66 20 0 0,-65 76-42 0 0,3 2-1 0 0,0 1 1 0 0,86-58 0 0 0,-119 90 4 0 0,1 0 0 0 0,1 0 0 0 0,-1 1 0 0 0,0-1 0 0 0,1 2 0 0 0,-1-1 0 0 0,1 1 0 0 0,12-2 0 0 0,-18 4 4 0 0,1 0-1 0 0,-1 0 1 0 0,0 0-1 0 0,1 0 1 0 0,-1 0-1 0 0,0 1 1 0 0,0-1-1 0 0,1 1 1 0 0,-1 0-1 0 0,0-1 1 0 0,0 1-1 0 0,0 0 1 0 0,1 0-1 0 0,-1 0 1 0 0,0 1-1 0 0,0-1 1 0 0,-1 0-1 0 0,1 1 1 0 0,0-1-1 0 0,0 1 1 0 0,-1 0 0 0 0,1 0-1 0 0,-1-1 1 0 0,1 1-1 0 0,-1 0 1 0 0,0 0-1 0 0,0 0 1 0 0,0 0-1 0 0,0 1 1 0 0,0-1-1 0 0,0 0 1 0 0,0 3-1 0 0,1 6 4 0 0,0 0 0 0 0,-1-1 0 0 0,0 1-1 0 0,0 0 1 0 0,-1 0 0 0 0,-1 0 0 0 0,-2 11-1 0 0,2-9 3 0 0,0-1 0 0 0,1 1 0 0 0,0 0 0 0 0,3 20 0 0 0,-3-29-52 0 0,1-1 1 0 0,1 0 0 0 0,-1 0 0 0 0,0 0 0 0 0,1 0 0 0 0,-1 0-1 0 0,1 0 1 0 0,0 0 0 0 0,0-1 0 0 0,0 1 0 0 0,0-1 0 0 0,1 1 0 0 0,-1-1-1 0 0,1 0 1 0 0,-1 0 0 0 0,1 0 0 0 0,0 0 0 0 0,0 0 0 0 0,0-1-1 0 0,0 1 1 0 0,0-1 0 0 0,0 0 0 0 0,0 0 0 0 0,5 1 0 0 0,-3 0-434 0 0,1-1 1 0 0,-1-1-1 0 0,0 1 1 0 0,1-1-1 0 0,-1 0 1 0 0,9-1-1 0 0,-10 0-448 0 0,0 1 0 0 0,1-1 0 0 0,-1-1 0 0 0,0 1 0 0 0,1-1 0 0 0,-1 1 0 0 0,7-5-1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1564 0 0,'0'0'14831'0'0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1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87 1668 0 0,'-3'0'1652'0'0,"-41"1"4356"0"0,41-1-5090 0 0,-13 0 500 0 0,13 0-465 0 0,-4 0-385 0 0,6-2-202 0 0,15-5-70 0 0,25-6-263 0 0,25-4-2251 0 0,113-13-1 0 0,-109 20-1072 0 0,-11 2-457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1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71 652 0 0,'-19'-1'10571'0'0,"19"0"-10535"0"0,-1 1 0 0 0,1-1 0 0 0,0 1 0 0 0,0-1 0 0 0,-1 1 0 0 0,1-1 0 0 0,0 0-1 0 0,0 1 1 0 0,0-1 0 0 0,0 1 0 0 0,0-1 0 0 0,0 1 0 0 0,0-1 0 0 0,0 0 0 0 0,0 1 0 0 0,0-1 0 0 0,0 1 0 0 0,0-1 0 0 0,0 1 0 0 0,0-1 0 0 0,1 0-1 0 0,-1 1 1 0 0,0-1 0 0 0,0 1 0 0 0,1-1 0 0 0,-1 1 0 0 0,0-1 0 0 0,1 1 0 0 0,-1-1 0 0 0,0 1 0 0 0,1 0 0 0 0,-1-1 0 0 0,1 1 0 0 0,0-1-1 0 0,10-5-78 0 0,0 1-1 0 0,1 0 0 0 0,0 0 0 0 0,0 1 1 0 0,18-3-1 0 0,33-5-4662 0 0,-59 11 4070 0 0,21-4-3836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50 1464 0 0,'-1'-2'1634'0'0,"-27"-36"5647"0"0,27 36-6728 0 0,0 2-436 0 0,1-1 1 0 0,0 1-1 0 0,0-1 1 0 0,-1 1-1 0 0,1-1 1 0 0,0 1-1 0 0,-1-1 1 0 0,1 1-1 0 0,-1 0 1 0 0,1-1-1 0 0,0 1 1 0 0,-1 0-1 0 0,1-1 1 0 0,-1 1-1 0 0,1 0 1 0 0,-1-1-1 0 0,1 1 1 0 0,-1 0-1 0 0,0 0 1 0 0,-2 3 30 0 0,0 0 0 0 0,1 1 0 0 0,-1-1 0 0 0,1 1 0 0 0,0 0 0 0 0,0-1 0 0 0,0 1 0 0 0,0 0 0 0 0,1 0 0 0 0,-1 1 0 0 0,-1 7 0 0 0,-5 13 265 0 0,-83 170 693 0 0,25-57-937 0 0,63-131-237 0 0,0 1 1 0 0,0-1 0 0 0,0 1 0 0 0,1-1 0 0 0,0 1 0 0 0,1 0 0 0 0,-1 9 0 0 0,2-15-5 0 0,0-1 0 0 0,0 1 0 0 0,0-1-1 0 0,0 1 1 0 0,0 0 0 0 0,1-1 0 0 0,-1 1 0 0 0,1-1-1 0 0,-1 1 1 0 0,1-1 0 0 0,0 1 0 0 0,-1-1 0 0 0,1 1-1 0 0,0-1 1 0 0,0 0 0 0 0,2 3 0 0 0,-1-3-41 0 0,-1 0 0 0 0,1 0 1 0 0,0 0-1 0 0,0 0 0 0 0,0 0 1 0 0,0 0-1 0 0,0 0 0 0 0,-1-1 1 0 0,2 1-1 0 0,-1-1 1 0 0,0 0-1 0 0,0 1 0 0 0,0-1 1 0 0,0 0-1 0 0,0 0 0 0 0,3-1 1 0 0,8 0-255 0 0,0-1 1 0 0,-1-1 0 0 0,0 0 0 0 0,1-1-1 0 0,-1-1 1 0 0,-1 1 0 0 0,1-2-1 0 0,-1 0 1 0 0,1 0 0 0 0,14-12 0 0 0,7-7-211 0 0,55-53 0 0 0,-46 36 1072 0 0,-2-1-1 0 0,-2-3 0 0 0,-2 0 1 0 0,45-76-1 0 0,-80 119-415 0 0,1 1 1 0 0,-1-1-1 0 0,0 0 0 0 0,1 1 0 0 0,-1-1 0 0 0,-1 0 0 0 0,1 0 0 0 0,0 0 1 0 0,-1 0-1 0 0,1 0 0 0 0,-1 0 0 0 0,0 0 0 0 0,0-5 0 0 0,-1 7-60 0 0,1 1 1 0 0,-1-1-1 0 0,1 0 0 0 0,0 1 0 0 0,-1-1 0 0 0,1 1 0 0 0,-1-1 0 0 0,0 1 0 0 0,1 0 0 0 0,-1-1 0 0 0,1 1 0 0 0,-1 0 0 0 0,0-1 1 0 0,1 1-1 0 0,-1 0 0 0 0,0-1 0 0 0,1 1 0 0 0,-1 0 0 0 0,0 0 0 0 0,0 0 0 0 0,1 0 0 0 0,-1 0 0 0 0,0 0 0 0 0,1 0 0 0 0,-1 0 1 0 0,0 0-1 0 0,0 0 0 0 0,1 0 0 0 0,-1 0 0 0 0,0 1 0 0 0,1-1 0 0 0,-1 0 0 0 0,0 1 0 0 0,0-1 0 0 0,-25 9 301 0 0,-7 6 131 0 0,-38 23 0 0 0,62-33-410 0 0,1 0 1 0 0,0 1 0 0 0,0 0 0 0 0,0 1-1 0 0,1 0 1 0 0,0 0 0 0 0,0 0 0 0 0,1 1 0 0 0,-8 13-1 0 0,13-20-32 0 0,0 1-1 0 0,1-1 1 0 0,0 1-1 0 0,-1-1 0 0 0,1 1 1 0 0,0-1-1 0 0,0 1 1 0 0,0-1-1 0 0,-1 1 1 0 0,2-1-1 0 0,-1 1 0 0 0,0-1 1 0 0,0 1-1 0 0,0-1 1 0 0,1 1-1 0 0,-1-1 1 0 0,1 1-1 0 0,-1-1 0 0 0,1 1 1 0 0,0-1-1 0 0,-1 0 1 0 0,1 1-1 0 0,0-1 1 0 0,0 0-1 0 0,0 0 1 0 0,0 0-1 0 0,0 1 0 0 0,0-1 1 0 0,0 0-1 0 0,1 0 1 0 0,-1-1-1 0 0,2 2 1 0 0,6 5 12 0 0,1-1 0 0 0,-1 0 0 0 0,15 6 0 0 0,-11-6 1 0 0,12 7 32 0 0,-7-5-88 0 0,-1 1 0 0 0,20 15-1 0 0,-34-22 67 0 0,1 1-1 0 0,-1-1 0 0 0,0 1 1 0 0,0 0-1 0 0,0 0 0 0 0,0 1 1 0 0,0-1-1 0 0,-1 0 1 0 0,0 1-1 0 0,1 0 0 0 0,-1 0 1 0 0,-1-1-1 0 0,1 1 1 0 0,0 0-1 0 0,1 7 0 0 0,-3-8 47 0 0,0 0 0 0 0,0 0 0 0 0,0 0-1 0 0,-1 0 1 0 0,1 0 0 0 0,-1 1 0 0 0,1-1-1 0 0,-1-1 1 0 0,0 1 0 0 0,0 0-1 0 0,-1 0 1 0 0,1 0 0 0 0,0 0 0 0 0,-1-1-1 0 0,0 1 1 0 0,0-1 0 0 0,1 1 0 0 0,-2-1-1 0 0,1 0 1 0 0,0 0 0 0 0,-5 4 0 0 0,0 0 25 0 0,0-1 1 0 0,-1 0-1 0 0,1 0 1 0 0,-1-1-1 0 0,0 0 1 0 0,-10 3-1 0 0,13-5-68 0 0,-1-1 0 0 0,1 1 0 0 0,-1-1 0 0 0,1 0-1 0 0,-1 0 1 0 0,0-1 0 0 0,0 0 0 0 0,0 0 0 0 0,1 0 0 0 0,-1 0-1 0 0,0-1 1 0 0,0 0 0 0 0,-8-3 0 0 0,11 3-123 0 0,-1-1-1 0 0,1 0 1 0 0,-1 1 0 0 0,1-1-1 0 0,0-1 1 0 0,0 1 0 0 0,0 0-1 0 0,0-1 1 0 0,0 1 0 0 0,1-1-1 0 0,-1 0 1 0 0,1 0 0 0 0,-1 0-1 0 0,1 0 1 0 0,0 0 0 0 0,0-1-1 0 0,1 1 1 0 0,-1 0 0 0 0,1-1-1 0 0,0 0 1 0 0,-2-5 0 0 0,1-7-1426 0 0,0 1 0 0 0,1-1 1 0 0,1 0-1 0 0,0 0 0 0 0,4-23 1 0 0,0 7-2590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3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45 1412 0 0,'-2'-10'3552'0'0,"1"-4"-1351"0"0,-1 0-297 0 0,-3 7-1608 0 0,-4 12-1316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69 519 996 0 0,'-27'-5'7346'0'0,"-15"-1"-1094"0"0,48-6-6031 0 0,-1 7-191 0 0,0 0 0 0 0,0 0 0 0 0,0 1-1 0 0,1-1 1 0 0,0 1 0 0 0,9-5 0 0 0,8-6-5 0 0,190-152 121 0 0,-162 121-153 0 0,88-100 0 0 0,-128 132-15 0 0,-1 0-1 0 0,15-24 1 0 0,-24 37 19 0 0,-1 1 1 0 0,0 0-1 0 0,0-1 1 0 0,1 1-1 0 0,-1-1 0 0 0,0 1 1 0 0,0 0-1 0 0,0-1 1 0 0,1 1-1 0 0,-1-1 0 0 0,0 1 1 0 0,0-1-1 0 0,0 1 1 0 0,0-1-1 0 0,0 1 0 0 0,0 0 1 0 0,0-1-1 0 0,0 1 1 0 0,0-1-1 0 0,0 1 0 0 0,0-1 1 0 0,0 1-1 0 0,0-1 1 0 0,0 1-1 0 0,0-1 0 0 0,-1 1 1 0 0,1 0-1 0 0,0-1 1 0 0,0 1-1 0 0,0-1 0 0 0,-1 1 1 0 0,1 0-1 0 0,0-1 1 0 0,-1 1-1 0 0,1 0 0 0 0,0-1 1 0 0,-1 1-1 0 0,1 0 1 0 0,0-1-1 0 0,-1 1 0 0 0,1 0 1 0 0,-1 0-1 0 0,1 0 1 0 0,0-1-1 0 0,-1 1 0 0 0,1 0 1 0 0,-1 0-1 0 0,1 0 1 0 0,-1 0-1 0 0,1 0 0 0 0,-1 0 1 0 0,1 0-1 0 0,-1 0 1 0 0,1 0-1 0 0,0 0 0 0 0,-1 0 1 0 0,1 0-1 0 0,-1 0 1 0 0,1 0-1 0 0,-1 0 0 0 0,-29 6-5 0 0,1 7 11 0 0,0 1 0 0 0,1 1 0 0 0,1 1 0 0 0,-43 34 0 0 0,66-47-1 0 0,1-1 0 0 0,-1 1 1 0 0,1 0-1 0 0,-1 1 0 0 0,1-1 0 0 0,0 0 1 0 0,0 1-1 0 0,1 0 0 0 0,-5 7 0 0 0,6-9-1 0 0,0 0 0 0 0,1 0 0 0 0,-1 0 0 0 0,1 0-1 0 0,0 0 1 0 0,0 0 0 0 0,-1 0 0 0 0,1 0 0 0 0,1 0 0 0 0,-1 0 0 0 0,0 0-1 0 0,0 1 1 0 0,1-1 0 0 0,-1-1 0 0 0,1 1 0 0 0,0 0 0 0 0,0 0-1 0 0,-1 0 1 0 0,1 0 0 0 0,0 0 0 0 0,0-1 0 0 0,1 1 0 0 0,-1 0 0 0 0,3 2-1 0 0,11 12 2 0 0,1 1-1 0 0,30 22 1 0 0,-32-30-1 0 0,-2 2 0 0 0,1-1 0 0 0,-2 2 0 0 0,1 0 0 0 0,-1 0 0 0 0,-1 1 0 0 0,9 15 0 0 0,-17-25 5 0 0,0 0-1 0 0,-1 0 0 0 0,0 0 1 0 0,0 0-1 0 0,0 1 1 0 0,0-1-1 0 0,0 0 1 0 0,-1 1-1 0 0,1-1 1 0 0,-1 0-1 0 0,0 1 1 0 0,0-1-1 0 0,0 0 1 0 0,-1 1-1 0 0,1-1 1 0 0,-2 5-1 0 0,1-3 47 0 0,-1-1-1 0 0,0 1 0 0 0,-1-1 1 0 0,1 0-1 0 0,-1 0 0 0 0,1 0 1 0 0,-1 0-1 0 0,0 0 0 0 0,-1 0 1 0 0,-4 4-1 0 0,-2 0 132 0 0,0 0-1 0 0,-1-1 1 0 0,0 0-1 0 0,0-1 1 0 0,0 0 0 0 0,-1 0-1 0 0,-21 5 1 0 0,22-7-77 0 0,-1-1 0 0 0,0-1 0 0 0,0 0 0 0 0,-1-1 0 0 0,1 0 0 0 0,0-1 0 0 0,0 0 0 0 0,-1-1 0 0 0,-22-5 0 0 0,29 5-98 0 0,0-1 0 0 0,0 0 0 0 0,1 0 0 0 0,-1 0 0 0 0,1 0 0 0 0,-1-1 0 0 0,1 0 0 0 0,0 0 0 0 0,0-1 0 0 0,0 1 0 0 0,1-1 0 0 0,-1 0 0 0 0,1 0 0 0 0,0-1 1 0 0,0 1-1 0 0,0-1 0 0 0,1 0 0 0 0,0 0 0 0 0,0 0 0 0 0,0-1 0 0 0,-4-10 0 0 0,7 15-118 0 0,-1-1 1 0 0,1 1-1 0 0,-1-1 1 0 0,1 1-1 0 0,0-1 0 0 0,0 0 1 0 0,-1 1-1 0 0,1-1 1 0 0,1 0-1 0 0,-1 1 1 0 0,0-1-1 0 0,0 0 1 0 0,1 1-1 0 0,-1-1 1 0 0,0 1-1 0 0,1-1 1 0 0,0 1-1 0 0,-1-1 1 0 0,1 1-1 0 0,0-1 0 0 0,0 1 1 0 0,0-1-1 0 0,0 1 1 0 0,0 0-1 0 0,0 0 1 0 0,0-1-1 0 0,0 1 1 0 0,1 0-1 0 0,-1 0 1 0 0,0 0-1 0 0,3-1 1 0 0,1-1-1009 0 0,1 0 1 0 0,0 1 0 0 0,0 0 0 0 0,0 0 0 0 0,0 0 0 0 0,10-2 0 0 0,0 2-3528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5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302 615 2048 0 0,'8'-8'1076'0'0,"1"0"0"0"0,-2 0 0 0 0,1 0 0 0 0,-1-1 0 0 0,0 0 0 0 0,-1-1 0 0 0,0 1 0 0 0,8-19 0 0 0,-14 27-1024 0 0,0 1 0 0 0,1-1 0 0 0,-1 0 0 0 0,0 0 0 0 0,0 1-1 0 0,0-1 1 0 0,1 0 0 0 0,-1 0 0 0 0,0 1 0 0 0,0-1 0 0 0,0 0 0 0 0,0 0-1 0 0,0 0 1 0 0,0 1 0 0 0,0-1 0 0 0,-1 0 0 0 0,1 0 0 0 0,0 1-1 0 0,0-1 1 0 0,-1 0 0 0 0,1 0 0 0 0,0 1 0 0 0,-1-1 0 0 0,1 0 0 0 0,0 1-1 0 0,-1-1 1 0 0,1 0 0 0 0,-1 1 0 0 0,1-1 0 0 0,-1 1 0 0 0,0-1-1 0 0,1 1 1 0 0,-1-1 0 0 0,0 1 0 0 0,1-1 0 0 0,-1 1 0 0 0,0 0 0 0 0,1-1-1 0 0,-1 1 1 0 0,0 0 0 0 0,0-1 0 0 0,-1 1 0 0 0,-1-1 26 0 0,0 1 0 0 0,0-1 1 0 0,0 1-1 0 0,0 0 0 0 0,0 0 0 0 0,0 0 1 0 0,-6 0-1 0 0,0 3 20 0 0,0 0 0 0 0,0 1-1 0 0,0 0 1 0 0,0 0 0 0 0,1 1 0 0 0,0 0 0 0 0,-14 10 0 0 0,-47 49 229 0 0,61-56-284 0 0,-26 26 88 0 0,-36 48 1 0 0,61-72-116 0 0,2 1 0 0 0,0 0 0 0 0,0 0 0 0 0,1 1 0 0 0,0 0 0 0 0,1 0 0 0 0,0 0 0 0 0,1 1 0 0 0,-4 22 0 0 0,7-33-14 0 0,1 0 1 0 0,0 0-1 0 0,0 0 0 0 0,-1 0 0 0 0,1 0 1 0 0,0 0-1 0 0,1 0 0 0 0,-1 0 0 0 0,0 0 1 0 0,1 0-1 0 0,-1 0 0 0 0,1 0 0 0 0,-1 0 1 0 0,1 0-1 0 0,0 0 0 0 0,0 0 0 0 0,0-1 1 0 0,0 1-1 0 0,0 0 0 0 0,1 0 0 0 0,-1-1 1 0 0,0 1-1 0 0,1-1 0 0 0,-1 1 0 0 0,1-1 1 0 0,-1 0-1 0 0,1 0 0 0 0,0 0 0 0 0,0 0 1 0 0,-1 0-1 0 0,1 0 0 0 0,0 0 0 0 0,0 0 1 0 0,0 0-1 0 0,0-1 0 0 0,0 1 0 0 0,0-1 1 0 0,0 0-1 0 0,3 1 0 0 0,3-1 0 0 0,0 0 1 0 0,0 0-1 0 0,0 0 0 0 0,0-1 1 0 0,0-1-1 0 0,0 1 0 0 0,0-1 1 0 0,15-6-1 0 0,-11 3-1 0 0,0-2 1 0 0,-1 0-1 0 0,1 0 0 0 0,-1-1 1 0 0,0 0-1 0 0,-1-1 0 0 0,0-1 1 0 0,-1 1-1 0 0,0-1 0 0 0,0-1 1 0 0,-1 0-1 0 0,0 0 0 0 0,7-16 1 0 0,6-13-38 0 0,-2 0 0 0 0,21-71-1 0 0,-38 106-41 0 0,-5 6 42 0 0,-7 16 55 0 0,-14 25 135 0 0,2 4 24 0 0,2 0-1 0 0,1 1 1 0 0,-23 98-1 0 0,41-141-159 0 0,0 1 0 0 0,0-1-1 0 0,1 1 1 0 0,-1-1 0 0 0,1 1 0 0 0,0-1-1 0 0,1 1 1 0 0,-1 0 0 0 0,1-1 0 0 0,1 6 0 0 0,-1-8-11 0 0,0 0 0 0 0,-1-1 0 0 0,1 1 0 0 0,0-1 1 0 0,0 0-1 0 0,1 1 0 0 0,-1-1 0 0 0,0 0 1 0 0,0 1-1 0 0,1-1 0 0 0,-1 0 0 0 0,0 0 1 0 0,1 0-1 0 0,-1 0 0 0 0,1 0 0 0 0,0-1 1 0 0,-1 1-1 0 0,1 0 0 0 0,0-1 0 0 0,-1 1 1 0 0,1-1-1 0 0,0 0 0 0 0,-1 1 0 0 0,1-1 1 0 0,0 0-1 0 0,0 0 0 0 0,3-1 0 0 0,1 1-1 0 0,0-1 0 0 0,0 1 0 0 0,-1-2-1 0 0,1 1 1 0 0,0-1 0 0 0,0 1 0 0 0,-1-2-1 0 0,1 1 1 0 0,6-4 0 0 0,45-33 17 0 0,-37 25-17 0 0,24-20-9 0 0,-1-2 0 0 0,-2-1 0 0 0,-1-2 0 0 0,-2-2 0 0 0,-2-2 0 0 0,34-52 1 0 0,-16 10-22 0 0,-3-2 1 0 0,59-140 0 0 0,-99 201 23 0 0,4-7-1 0 0,-2 0 0 0 0,13-51 0 0 0,-25 83-4 0 0,-1 0 0 0 0,0 0 0 0 0,1 0 0 0 0,-1 0 0 0 0,0 0 0 0 0,0 0-1 0 0,0 0 1 0 0,0 0 0 0 0,1 0 0 0 0,-2 0 0 0 0,1 0 0 0 0,0 0 0 0 0,0 0 0 0 0,0 0 0 0 0,0 0-1 0 0,0 0 1 0 0,-1-1 0 0 0,0 2 3 0 0,0 0 0 0 0,1 0 1 0 0,-1 1-1 0 0,1-1 0 0 0,-1 0 0 0 0,0 0 0 0 0,1 1 0 0 0,-1-1 0 0 0,1 0 0 0 0,-1 1 1 0 0,1-1-1 0 0,-1 1 0 0 0,1-1 0 0 0,-1 1 0 0 0,1-1 0 0 0,0 1 0 0 0,-1-1 0 0 0,1 1 1 0 0,-1 0-1 0 0,-27 44-6 0 0,24-39 3 0 0,-84 146 792 0 0,-75 180 0 0 0,147-296-731 0 0,2 1 0 0 0,2 0-1 0 0,1 0 1 0 0,2 1-1 0 0,-6 49 1 0 0,14-83-45 0 0,1 0 0 0 0,0-1 1 0 0,0 1-1 0 0,0 0 1 0 0,0-1-1 0 0,1 1 0 0 0,-1 0 1 0 0,1-1-1 0 0,0 1 0 0 0,0-1 1 0 0,0 1-1 0 0,1-1 0 0 0,-1 1 1 0 0,1-1-1 0 0,-1 0 1 0 0,1 0-1 0 0,1 0 0 0 0,-1 0 1 0 0,4 5-1 0 0,-2-6-5 0 0,0 1-1 0 0,-1-1 1 0 0,1 1-1 0 0,0-1 1 0 0,0 0 0 0 0,1-1-1 0 0,-1 1 1 0 0,0-1-1 0 0,0 0 1 0 0,1 0 0 0 0,-1 0-1 0 0,1 0 1 0 0,-1-1-1 0 0,1 0 1 0 0,7 0-1 0 0,5-2-16 0 0,0-1 0 0 0,0 0-1 0 0,0-1 1 0 0,-1 0 0 0 0,1-1-1 0 0,-1-2 1 0 0,0 1 0 0 0,-1-2-1 0 0,0 0 1 0 0,28-19 0 0 0,-14 5-59 0 0,-1-1 0 0 0,-1-1 0 0 0,-1-1 0 0 0,26-35 0 0 0,-37 43 67 0 0,-2-1-1 0 0,0 0 1 0 0,-1-1 0 0 0,-1-1 0 0 0,9-23-1 0 0,-19 41 17 0 0,7-24 134 0 0,-8 26-146 0 0,0-1 1 0 0,0 1-1 0 0,0 0 1 0 0,0-1-1 0 0,0 1 1 0 0,0-1-1 0 0,0 1 1 0 0,0 0-1 0 0,0-1 1 0 0,0 1 0 0 0,-1 0-1 0 0,1-1 1 0 0,0 1-1 0 0,0 0 1 0 0,0-1-1 0 0,0 1 1 0 0,-1 0-1 0 0,1-1 1 0 0,0 1-1 0 0,0 0 1 0 0,0-1-1 0 0,-1 1 1 0 0,1 0-1 0 0,0 0 1 0 0,-1-1 0 0 0,1 1-1 0 0,0 0 1 0 0,-1 0-1 0 0,1 0 1 0 0,0 0-1 0 0,-1-1 1 0 0,1 1-1 0 0,0 0 1 0 0,-1 0-1 0 0,1 0 1 0 0,0 0-1 0 0,-1 0 1 0 0,1 0-1 0 0,-1 0 1 0 0,1 0-1 0 0,0 0 1 0 0,-1 0 0 0 0,0 0-1 0 0,0 0 1 0 0,0 1 0 0 0,1-1 0 0 0,-1 0 1 0 0,0 1-1 0 0,0-1 0 0 0,0 1 0 0 0,0-1 0 0 0,1 1 0 0 0,-1 0 0 0 0,0-1 0 0 0,1 1 0 0 0,-1 0 0 0 0,0-1 1 0 0,1 1-1 0 0,-1 0 0 0 0,1 0 0 0 0,-1 0 0 0 0,1 0 0 0 0,-1 0 0 0 0,0 1 6 0 0,-13 15 63 0 0,1 2-1 0 0,1 0 1 0 0,1 0 0 0 0,0 1-1 0 0,1 0 1 0 0,2 1 0 0 0,0 0-1 0 0,1 1 1 0 0,1-1 0 0 0,1 1 0 0 0,-2 23-1 0 0,6-42-52 0 0,1 0-1 0 0,0 0 1 0 0,0 0-1 0 0,0 0 0 0 0,0 0 1 0 0,1 0-1 0 0,-1 0 1 0 0,1 0-1 0 0,-1 0 1 0 0,1 0-1 0 0,0 0 1 0 0,0-1-1 0 0,1 1 0 0 0,-1 0 1 0 0,1-1-1 0 0,3 6 1 0 0,-3-7-9 0 0,0 1 1 0 0,0 0-1 0 0,0-1 0 0 0,0 0 1 0 0,1 1-1 0 0,-1-1 1 0 0,1 0-1 0 0,-1 0 0 0 0,1-1 1 0 0,-1 1-1 0 0,1 0 1 0 0,-1-1-1 0 0,1 1 1 0 0,-1-1-1 0 0,1 0 0 0 0,0 0 1 0 0,-1 0-1 0 0,6-1 1 0 0,-1 0-209 0 0,0-1 1 0 0,0 1 0 0 0,0-1 0 0 0,0-1 0 0 0,0 1 0 0 0,0-1 0 0 0,-1 0 0 0 0,1-1 0 0 0,-1 0 0 0 0,0 0-1 0 0,0 0 1 0 0,-1 0 0 0 0,10-10 0 0 0,-3 1-1868 0 0,1-1 1 0 0,-2-1-1 0 0,0 0 0 0 0,10-18 0 0 0,-7 7-2962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61 105 228 0 0,'-23'-62'12591'0'0,"4"22"-8598"0"0,18 39-4051 0 0,-5 0-2643 0 0,5 1 2372 0 0,0 0 1 0 0,-1 0 0 0 0,1 0-1 0 0,0 0 1 0 0,0 0-1 0 0,0 1 1 0 0,0-1-1 0 0,-1 1 1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5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4 612 0 0,'-136'46'13979'0'0,"140"-46"-13764"0"0,124-21 56 0 0,-49 8-2427 0 0,-1 1-4006 0 0,-46 9 1807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210 696 1124 0 0,'48'-93'14471'0'0,"-48"91"-14039"0"0,0 0 35 0 0,1 2-455 0 0,-1-1 1 0 0,0 1 0 0 0,0 0-1 0 0,0 0 1 0 0,0 0 0 0 0,0-1-1 0 0,0 1 1 0 0,0 0 0 0 0,0 0-1 0 0,0-1 1 0 0,0 1 0 0 0,0 0-1 0 0,0 0 1 0 0,0 0 0 0 0,0-1-1 0 0,0 1 1 0 0,0 0 0 0 0,0 0-1 0 0,0-1 1 0 0,0 1 0 0 0,0 0-1 0 0,0 0 1 0 0,0 0 0 0 0,0-1-1 0 0,-1 1 1 0 0,1 0 0 0 0,0 0-1 0 0,0 0 1 0 0,0-1 0 0 0,0 1-1 0 0,0 0 1 0 0,-1 0 0 0 0,1 0-1 0 0,0 0 1 0 0,0 0 0 0 0,0-1-1 0 0,-1 1 1 0 0,1 0 0 0 0,0 0-1 0 0,0 0 1 0 0,0 0 0 0 0,-1 0-1 0 0,-8 1 39 0 0,0 0-1 0 0,0 1 0 0 0,0 0 1 0 0,0 1-1 0 0,1 0 0 0 0,-1 0 1 0 0,1 1-1 0 0,-1 0 0 0 0,1 0 1 0 0,1 1-1 0 0,-14 10 0 0 0,9-6-29 0 0,0 1-1 0 0,1 0 0 0 0,1 1 0 0 0,-1 0 0 0 0,2 0 0 0 0,-15 22 1 0 0,22-30-17 0 0,0 0 0 0 0,1 0 0 0 0,-1 0 0 0 0,1 0 0 0 0,-1 1 0 0 0,1-1 0 0 0,0 1 1 0 0,0-1-1 0 0,1 1 0 0 0,-1-1 0 0 0,1 1 0 0 0,-1-1 0 0 0,1 1 0 0 0,0-1 0 0 0,1 1 0 0 0,-1 0 1 0 0,1-1-1 0 0,1 6 0 0 0,-1-5-3 0 0,1 0 0 0 0,1-1 1 0 0,-1 1-1 0 0,0 0 0 0 0,1-1 1 0 0,0 1-1 0 0,-1-1 0 0 0,1 0 1 0 0,1 0-1 0 0,-1 0 0 0 0,0 0 1 0 0,1-1-1 0 0,-1 1 0 0 0,7 2 1 0 0,10 5-6 0 0,1-2 1 0 0,-1 0-1 0 0,28 7 1 0 0,-30-11-7 0 0,0 1 0 0 0,-1 1 0 0 0,0 1 0 0 0,0 0 0 0 0,24 16 0 0 0,-40-23 10 0 0,0 1 1 0 0,0 0 0 0 0,0 0 0 0 0,0 0 0 0 0,0 0 0 0 0,0 0 0 0 0,0 0-1 0 0,0 0 1 0 0,0 0 0 0 0,0 0 0 0 0,-1 0 0 0 0,1 0 0 0 0,0 0 0 0 0,-1 0-1 0 0,1 1 1 0 0,-1-1 0 0 0,1 0 0 0 0,-1 1 0 0 0,0-1 0 0 0,1 0-1 0 0,-1 1 1 0 0,0-1 0 0 0,0 2 0 0 0,-1-1 5 0 0,1 1 1 0 0,-1-1-1 0 0,0 0 0 0 0,1 1 1 0 0,-1-1-1 0 0,0 0 0 0 0,-1 0 1 0 0,1 0-1 0 0,0 0 0 0 0,-1 0 1 0 0,1 0-1 0 0,-2 2 0 0 0,-6 4 84 0 0,0 0-1 0 0,0 0 0 0 0,-21 13 0 0 0,4-7 118 0 0,0-1 1 0 0,-1-1-1 0 0,0-2 0 0 0,-1 0 0 0 0,0-2 1 0 0,-1-1-1 0 0,-32 4 0 0 0,60-11-198 0 0,0 0 0 0 0,0 1 0 0 0,1-1 0 0 0,-1 0 0 0 0,0 0 0 0 0,0 0-1 0 0,0 0 1 0 0,0 0 0 0 0,1 0 0 0 0,-1-1 0 0 0,0 1 0 0 0,0 0 0 0 0,0 0 0 0 0,1 0 0 0 0,-1-1-1 0 0,-1 0 1 0 0,2 1-5 0 0,0 0-1 0 0,0 0 1 0 0,-1-1-1 0 0,1 1 1 0 0,0 0-1 0 0,0 0 1 0 0,0-1 0 0 0,0 1-1 0 0,0 0 1 0 0,0 0-1 0 0,0-1 1 0 0,0 1-1 0 0,0 0 1 0 0,0-1-1 0 0,0 1 1 0 0,0 0-1 0 0,0 0 1 0 0,0-1-1 0 0,0 1 1 0 0,0 0-1 0 0,0-1 1 0 0,0 1-1 0 0,0 0 1 0 0,0 0-1 0 0,1-1 1 0 0,-1 1 0 0 0,0 0-1 0 0,0 0 1 0 0,0-1-1 0 0,2-1 5 0 0,-1 0 0 0 0,1 0 0 0 0,-1 1-1 0 0,1-1 1 0 0,0 0 0 0 0,0 1 0 0 0,0-1 0 0 0,3-1 0 0 0,250-115-246 0 0,-159 78-590 0 0,167-97-1 0 0,-211 102 446 0 0,-2-1-1 0 0,-1-2 0 0 0,64-66 1 0 0,-86 75 296 0 0,-2 0 1 0 0,-1-2-1 0 0,-2-1 1 0 0,-1 0-1 0 0,-1-2 1 0 0,26-63-1 0 0,-33 65 80 0 0,-1 0-1 0 0,-2-1 0 0 0,-1-1 1 0 0,-2 1-1 0 0,4-54 1 0 0,-10 82 10 0 0,-1 0-1 0 0,0 0 1 0 0,-1 0 0 0 0,1 0-1 0 0,-1-1 1 0 0,0 1 0 0 0,0 0 0 0 0,-1 0-1 0 0,-2-6 1 0 0,4 10-2 0 0,-1 1 1 0 0,1-1-1 0 0,-1 0 0 0 0,1 1 0 0 0,-1-1 0 0 0,0 1 1 0 0,1-1-1 0 0,-1 1 0 0 0,0 0 0 0 0,1-1 0 0 0,-1 1 1 0 0,0 0-1 0 0,1-1 0 0 0,-1 1 0 0 0,0 0 0 0 0,0 0 1 0 0,1-1-1 0 0,-1 1 0 0 0,0 0 0 0 0,0 0 0 0 0,1 0 1 0 0,-1 0-1 0 0,0 0 0 0 0,0 0 0 0 0,1 0 0 0 0,-1 0 1 0 0,0 1-1 0 0,0-1 0 0 0,0 0 0 0 0,-22 10 67 0 0,16-4-26 0 0,0 1 0 0 0,0 0 0 0 0,0 0-1 0 0,1 0 1 0 0,0 1 0 0 0,0 0 0 0 0,-4 9 0 0 0,-32 66 436 0 0,32-60-308 0 0,-269 681 2720 0 0,241-599-2687 0 0,-59 168 224 0 0,-109 515-1 0 0,190-707-391 0 0,-20 132 171 0 0,36-213-204 0 0,0 31 97 0 0,0-30-94 0 0,0 0 1 0 0,0 0-1 0 0,1 0 0 0 0,-1 0 1 0 0,0 0-1 0 0,0 0 1 0 0,1 0-1 0 0,-1 0 0 0 0,1 0 1 0 0,-1 0-1 0 0,1 0 1 0 0,-1 0-1 0 0,1 0 0 0 0,0 0 1 0 0,-1 0-1 0 0,1-1 1 0 0,0 1-1 0 0,0 0 0 0 0,-1-1 1 0 0,1 1-1 0 0,0 0 1 0 0,0-1-1 0 0,0 1 0 0 0,0-1 1 0 0,0 1-1 0 0,0-1 1 0 0,0 1-1 0 0,1-1 0 0 0,6 1 1 0 0,-1-1 0 0 0,1 0 0 0 0,-1-1 1 0 0,1 0-1 0 0,-1 0 0 0 0,0-1 0 0 0,1 1 0 0 0,-1-2 0 0 0,0 1 0 0 0,0-1 0 0 0,-1 0 0 0 0,1 0 0 0 0,0-1 0 0 0,-1 0 0 0 0,11-8 0 0 0,6-6-6 0 0,-1-2 0 0 0,34-36-1 0 0,-34 31-1 0 0,0-1 0 0 0,-2-1 0 0 0,-1-1 0 0 0,-1 0 0 0 0,25-55 0 0 0,-36 66 1 0 0,0 0-1 0 0,-2-1 1 0 0,0 0 0 0 0,-1 1-1 0 0,-1-2 1 0 0,0 1-1 0 0,-1 0 1 0 0,-2-1-1 0 0,0 1 1 0 0,0 0 0 0 0,-2-1-1 0 0,-4-21 1 0 0,-3 4 0 0 0,-2 1 1 0 0,-2 0-1 0 0,0 0 1 0 0,-3 1-1 0 0,-36-59 1 0 0,-2 12-3 0 0,-66-74 1 0 0,111 145-46 0 0,0-2 0 0 0,1 1 0 0 0,0-1 0 0 0,-7-14-1 0 0,14 23 33 0 0,0-1-1 0 0,-1 1 0 0 0,1 0 1 0 0,0-1-1 0 0,0 1 1 0 0,1 0-1 0 0,-1-1 0 0 0,1 1 1 0 0,0-1-1 0 0,0 1 0 0 0,0-1 1 0 0,0 1-1 0 0,0-1 0 0 0,1 1 1 0 0,-1-1-1 0 0,1 1 0 0 0,0 0 1 0 0,0-1-1 0 0,1 1 0 0 0,-1 0 1 0 0,1 0-1 0 0,1-3 0 0 0,5-5-205 0 0,1 0-1 0 0,0 1 0 0 0,0 0 1 0 0,1 0-1 0 0,0 1 0 0 0,1 0 1 0 0,12-7-1 0 0,87-47-1088 0 0,-85 50 1079 0 0,281-119-2622 0 0,-50 24-530 0 0,-231 96 2996 0 0,43-29 0 0 0,-62 37 470 0 0,1-1 1 0 0,-1 0-1 0 0,0-1 1 0 0,0 1 0 0 0,0-1-1 0 0,-1 0 1 0 0,0-1 0 0 0,0 1-1 0 0,-1-1 1 0 0,7-12 0 0 0,-10 18-8 0 0,-1 0 0 0 0,0 0 1 0 0,1 0-1 0 0,-1-1 1 0 0,1 1-1 0 0,-1 0 0 0 0,0 0 1 0 0,0 0-1 0 0,0 0 0 0 0,0 0 1 0 0,0 0-1 0 0,0 0 0 0 0,0 0 1 0 0,0 0-1 0 0,0-1 1 0 0,-1 0-1 0 0,1 2-39 0 0,0-1-1 0 0,0 1 1 0 0,-1 0 0 0 0,1-1 0 0 0,0 1-1 0 0,-1 0 1 0 0,1 0 0 0 0,0-1-1 0 0,-1 1 1 0 0,1 0 0 0 0,0 0 0 0 0,-1-1-1 0 0,1 1 1 0 0,-1 0 0 0 0,1 0-1 0 0,0 0 1 0 0,-1 0 0 0 0,1 0 0 0 0,-1 0-1 0 0,1 0 1 0 0,-1 0 0 0 0,1 0-1 0 0,-1 0 1 0 0,1 0 0 0 0,0 0 0 0 0,-2 0-1 0 0,-1 1 92 0 0,0 0 0 0 0,0 0 0 0 0,0 0 0 0 0,0 0 0 0 0,0 1 0 0 0,0-1 0 0 0,0 1-1 0 0,-5 3 1 0 0,-7 9 89 0 0,0 0 0 0 0,1 1 0 0 0,1 0 0 0 0,0 1 0 0 0,1 1 0 0 0,1 0 0 0 0,0 1 0 0 0,2 0 0 0 0,0 0-1 0 0,1 1 1 0 0,0 0 0 0 0,2 0 0 0 0,0 1 0 0 0,2 0 0 0 0,0 0 0 0 0,1 0 0 0 0,-1 21 0 0 0,4-37-198 0 0,1 1 1 0 0,-1-1 0 0 0,0 0 0 0 0,1 1-1 0 0,0-1 1 0 0,0 0 0 0 0,0 0 0 0 0,1 1-1 0 0,0-1 1 0 0,-1 0 0 0 0,5 5-1 0 0,-5-7-152 0 0,1 0-1 0 0,-1 0 0 0 0,1 0 0 0 0,0 0 0 0 0,0-1 0 0 0,0 1 1 0 0,0-1-1 0 0,0 0 0 0 0,0 1 0 0 0,0-1 0 0 0,0 0 0 0 0,0 0 1 0 0,0 0-1 0 0,1-1 0 0 0,-1 1 0 0 0,0 0 0 0 0,1-1 0 0 0,-1 0 1 0 0,1 1-1 0 0,-1-1 0 0 0,0 0 0 0 0,1 0 0 0 0,-1 0 0 0 0,4-1 0 0 0,27-7-2512 0 0,-28 6 1613 0 0,0 0 0 0 0,1-1 0 0 0,-1 0 0 0 0,-1 1 0 0 0,6-5 0 0 0,7-5-3574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7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52 109 1160 0 0,'-25'-63'10378'0'0,"8"23"-6896"0"0,16 38-3280 0 0,-7-2-409 0 0,8 7-577 0 0,1 0 0 0 0,-1 0 0 0 0,1 0 0 0 0,0-1 0 0 0,0 1 0 0 0,0 0 0 0 0,1 0 0 0 0,2 4 0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242 601 2104 0 0,'-3'16'5353'0'0,"-3"17"-743"0"0,4-25-3963 0 0,1 0 0 0 0,-1 0 0 0 0,1 0 0 0 0,1 8 0 0 0,0-13-543 0 0,0 0 1 0 0,0 0-1 0 0,0-1 1 0 0,1 1-1 0 0,-1 0 0 0 0,1 0 1 0 0,0 0-1 0 0,0 0 1 0 0,0-1-1 0 0,0 1 0 0 0,1 0 1 0 0,-1-1-1 0 0,1 1 1 0 0,-1-1-1 0 0,1 0 0 0 0,0 1 1 0 0,0-1-1 0 0,0 0 1 0 0,0 0-1 0 0,0 0 0 0 0,1 0 1 0 0,-1-1-1 0 0,1 1 1 0 0,-1-1-1 0 0,1 1 0 0 0,-1-1 1 0 0,1 0-1 0 0,0 0 0 0 0,0 0 1 0 0,-1 0-1 0 0,1-1 1 0 0,4 1-1 0 0,-1 1-42 0 0,1-1-1 0 0,0 0 1 0 0,0 0 0 0 0,0-1-1 0 0,-1 0 1 0 0,1-1 0 0 0,12-1-1 0 0,-15 1-51 0 0,-1 1 0 0 0,1-1 0 0 0,-1 0-1 0 0,0-1 1 0 0,1 1 0 0 0,-1 0-1 0 0,0-1 1 0 0,0 0 0 0 0,0 0 0 0 0,0 0-1 0 0,0 0 1 0 0,-1 0 0 0 0,1 0 0 0 0,-1-1-1 0 0,1 1 1 0 0,-1-1 0 0 0,0 0-1 0 0,2-3 1 0 0,0-2-6 0 0,0 1 0 0 0,-1-1 0 0 0,-1 1 0 0 0,1-1 0 0 0,1-11 1 0 0,-3 17-11 0 0,-1 0 1 0 0,1-1-1 0 0,-1 1 1 0 0,0 0-1 0 0,0-1 1 0 0,0 1-1 0 0,0 0 1 0 0,0-1-1 0 0,0 1 1 0 0,-1 0-1 0 0,1 0 1 0 0,-1-1-1 0 0,0 1 1 0 0,1 0-1 0 0,-1 0 1 0 0,0 0-1 0 0,0 0 1 0 0,0 0-1 0 0,-1 0 1 0 0,1 0-1 0 0,0 0 1 0 0,-3-3-1 0 0,1 4 2 0 0,1 0 0 0 0,-1-1 0 0 0,0 1-1 0 0,1 0 1 0 0,-1 0 0 0 0,0 0 0 0 0,0 1 0 0 0,0-1-1 0 0,0 1 1 0 0,0-1 0 0 0,0 1 0 0 0,1 0 0 0 0,-5 1 0 0 0,-38 6 6 0 0,23 0 28 0 0,0 2-1 0 0,1 0 1 0 0,0 1-1 0 0,0 1 1 0 0,1 1-1 0 0,1 0 1 0 0,0 2-1 0 0,0 0 1 0 0,2 1-1 0 0,0 1 1 0 0,0 1-1 0 0,2 0 1 0 0,0 1-1 0 0,1 1 1 0 0,-17 29-1 0 0,28-43-15 0 0,1 0-1 0 0,-1 1 0 0 0,1 0 1 0 0,0-1-1 0 0,0 1 1 0 0,1 0-1 0 0,0 0 1 0 0,0 0-1 0 0,0 0 0 0 0,1 7 1 0 0,0-10-12 0 0,0-1 0 0 0,1 1 0 0 0,-1-1 1 0 0,1 0-1 0 0,-1 1 0 0 0,1-1 0 0 0,0 1 0 0 0,0-1 0 0 0,0 0 0 0 0,1 0 1 0 0,-1 1-1 0 0,0-1 0 0 0,1 0 0 0 0,0 0 0 0 0,-1 0 0 0 0,1-1 1 0 0,0 1-1 0 0,0 0 0 0 0,0-1 0 0 0,0 1 0 0 0,0-1 0 0 0,0 1 1 0 0,0-1-1 0 0,1 0 0 0 0,-1 0 0 0 0,4 1 0 0 0,7 2-263 0 0,0-1-1 0 0,0 0 0 0 0,0-1 1 0 0,0-1-1 0 0,0 0 0 0 0,1 0 1 0 0,22-3-1 0 0,1-3-1443 0 0,53-12 1 0 0,-26 0-730 0 0,-1-3 1 0 0,118-55 0 0 0,12-29 2487 0 0,-179 96 523 0 0,-1 0 0 0 0,1-1 1 0 0,-1-1-1 0 0,-1 0 1 0 0,0 0-1 0 0,0-1 0 0 0,-1-1 1 0 0,-1 0-1 0 0,11-16 1 0 0,-20 26-407 0 0,0 0 1 0 0,0 0-1 0 0,0 1 1 0 0,0-1-1 0 0,-1 0 1 0 0,1 0-1 0 0,-1 0 1 0 0,0 0-1 0 0,1 0 1 0 0,-1 0-1 0 0,0-1 1 0 0,0-3-1 0 0,0 5-112 0 0,-1 0-1 0 0,1 1 1 0 0,0-1-1 0 0,0 0 1 0 0,-1 0-1 0 0,1 0 1 0 0,-1 0-1 0 0,1 0 1 0 0,-1 0-1 0 0,1 0 1 0 0,-1 1-1 0 0,1-1 0 0 0,-1 0 1 0 0,0 0-1 0 0,1 1 1 0 0,-1-1-1 0 0,0 0 1 0 0,0 1-1 0 0,0-1 1 0 0,1 1-1 0 0,-1-1 1 0 0,0 1-1 0 0,0-1 1 0 0,0 1-1 0 0,0 0 1 0 0,0-1-1 0 0,0 1 1 0 0,0 0-1 0 0,-1 0 1 0 0,-8-1 117 0 0,1 1 0 0 0,-1 1 0 0 0,0 0 0 0 0,1 0 0 0 0,-1 0 0 0 0,1 2 0 0 0,0-1 0 0 0,-1 1 0 0 0,1 0 0 0 0,0 1 0 0 0,1 0 0 0 0,-1 0 1 0 0,-15 12-1 0 0,0 0 19 0 0,0 2 1 0 0,1 1 0 0 0,-29 31 0 0 0,35-32-87 0 0,-24 33 1 0 0,36-44-67 0 0,0 0 0 0 0,1 0 1 0 0,0 1-1 0 0,0-1 0 0 0,1 1 1 0 0,0 0-1 0 0,0 0 1 0 0,-2 14-1 0 0,5-21-29 0 0,0 1 0 0 0,0 0 0 0 0,-1 0 0 0 0,1-1 0 0 0,1 1 0 0 0,-1 0 0 0 0,0-1 0 0 0,0 1 0 0 0,0 0-1 0 0,1-1 1 0 0,-1 1 0 0 0,1 0 0 0 0,0-1 0 0 0,-1 1 0 0 0,1-1 0 0 0,0 1 0 0 0,0-1 0 0 0,0 0 0 0 0,0 1 0 0 0,1 1 0 0 0,1-1 0 0 0,-1 0 0 0 0,0-1-1 0 0,1 1 1 0 0,-1-1 0 0 0,1 1 0 0 0,0-1 0 0 0,-1 0 0 0 0,1 0-1 0 0,0 0 1 0 0,5 1 0 0 0,3 0 4 0 0,0-1 0 0 0,0-1-1 0 0,0 0 1 0 0,0 0 0 0 0,14-3 0 0 0,-5 0-6 0 0,0-1 1 0 0,0-2 0 0 0,0 0-1 0 0,-1 0 1 0 0,0-2-1 0 0,30-16 1 0 0,-24 8-88 0 0,0 0 0 0 0,-1-2 0 0 0,-1-1 1 0 0,23-23-1 0 0,-11 5-106 0 0,-1-2 0 0 0,-3-1 0 0 0,-1-2 1 0 0,-2-1-1 0 0,24-49 0 0 0,-28 44 25 0 0,33-97 0 0 0,-48 115 125 0 0,-1 1 0 0 0,-2-1 0 0 0,-1 0 0 0 0,2-59 0 0 0,-7 84 27 0 0,0-1 0 0 0,0 1-1 0 0,-1-1 1 0 0,0 1 0 0 0,0-1-1 0 0,-1 1 1 0 0,1 0-1 0 0,-1 0 1 0 0,-4-8 0 0 0,6 12 4 0 0,-1-1 1 0 0,0 1-1 0 0,0-1 1 0 0,0 1-1 0 0,0 0 1 0 0,-1 0-1 0 0,1-1 1 0 0,0 1-1 0 0,-1 0 1 0 0,1 0-1 0 0,0 0 1 0 0,-1 0-1 0 0,1 0 1 0 0,-1 1-1 0 0,1-1 1 0 0,-1 0-1 0 0,0 1 1 0 0,1-1-1 0 0,-1 1 1 0 0,0 0-1 0 0,1-1 1 0 0,-1 1-1 0 0,0 0 1 0 0,1 0-1 0 0,-1 0 1 0 0,0 0-1 0 0,0 0 1 0 0,1 1-1 0 0,-1-1 1 0 0,0 0-1 0 0,1 1 1 0 0,-1-1-1 0 0,1 1 1 0 0,-2 1-1 0 0,-6 2 58 0 0,1 0 0 0 0,0 1 0 0 0,0 0 0 0 0,0 0-1 0 0,0 1 1 0 0,1 0 0 0 0,0 0 0 0 0,1 1-1 0 0,-10 12 1 0 0,-6 10 291 0 0,-20 35 0 0 0,36-56-274 0 0,-22 45 776 0 0,2 0-1 0 0,2 1 1 0 0,2 2-1 0 0,3 0 1 0 0,-18 91-1 0 0,33-133-688 0 0,2 1 0 0 0,0 0 0 0 0,0-1-1 0 0,1 1 1 0 0,1 0 0 0 0,2 17 0 0 0,-1-27-134 0 0,0 1 0 0 0,0-1-1 0 0,0 0 1 0 0,1 0 0 0 0,0 0 0 0 0,0 0 0 0 0,0 0 0 0 0,1 0 0 0 0,-1-1-1 0 0,1 1 1 0 0,1-1 0 0 0,-1 1 0 0 0,0-1 0 0 0,1 0 0 0 0,0 0 0 0 0,0-1-1 0 0,0 1 1 0 0,0-1 0 0 0,1 0 0 0 0,4 3 0 0 0,5 0-426 0 0,0 0 0 0 0,0 0 0 0 0,0-1 1 0 0,0-1-1 0 0,1-1 0 0 0,0 0 0 0 0,22 2 0 0 0,37-3-3734 0 0,-3-6-3896 0 0,-23-1-1897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4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3432 0 0,'39'-8'20728'0'0,"-38"-1"-22737"0"0,-20 3-4140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 1124 0 0,'5'-4'5017'0'0,"-65"81"-3876"0"0,3-7-935 0 0,8 2-662 0 0,19-21-2676 0 0,23-39 1636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95 392 0 0,'-1'-11'1402'0'0,"-1"1"0"0"0,0-1 0 0 0,0 1 0 0 0,-1 0 0 0 0,-1-1 0 0 0,-5-12 0 0 0,8 22-1375 0 0,1 1 0 0 0,0-1 0 0 0,-1 1 1 0 0,1-1-1 0 0,0 1 0 0 0,-1-1 0 0 0,1 1 0 0 0,-1-1 0 0 0,1 1 0 0 0,-1-1 0 0 0,1 1 0 0 0,-1 0 0 0 0,1-1 0 0 0,-1 1 0 0 0,1 0 0 0 0,-1-1 1 0 0,1 1-1 0 0,-1 0 0 0 0,0 0 0 0 0,1 0 0 0 0,-1-1 0 0 0,1 1 0 0 0,-1 0 0 0 0,0 0 0 0 0,1 0 0 0 0,-1 0 0 0 0,0 0 0 0 0,1 0 0 0 0,-1 0 0 0 0,0 0 1 0 0,1 0-1 0 0,-1 1 0 0 0,1-1 0 0 0,-1 0 0 0 0,0 0 0 0 0,1 0 0 0 0,-1 1 0 0 0,1-1 0 0 0,-1 0 0 0 0,1 1 0 0 0,-1-1 0 0 0,1 0 0 0 0,-1 1 0 0 0,1-1 1 0 0,-1 1-1 0 0,0 0 0 0 0,-19 21 48 0 0,20-22-75 0 0,-10 15 13 0 0,1-1 1 0 0,0 2-1 0 0,1 0 1 0 0,1 0-1 0 0,0 0 0 0 0,2 1 1 0 0,-1-1-1 0 0,2 1 1 0 0,1 1-1 0 0,0-1 1 0 0,-1 24-1 0 0,4-37 3 0 0,0 0-1 0 0,0-1 1 0 0,0 1-1 0 0,1-1 1 0 0,-1 1 0 0 0,1-1-1 0 0,0 1 1 0 0,0-1 0 0 0,0 1-1 0 0,0-1 1 0 0,1 0-1 0 0,0 1 1 0 0,-1-1 0 0 0,1 0-1 0 0,0 0 1 0 0,0 0-1 0 0,1 0 1 0 0,-1-1 0 0 0,1 1-1 0 0,2 2 1 0 0,-1-3-1 0 0,0 1 1 0 0,0-1-1 0 0,1 0 0 0 0,-1-1 1 0 0,0 1-1 0 0,1-1 1 0 0,-1 0-1 0 0,1 0 0 0 0,0 0 1 0 0,-1 0-1 0 0,1-1 1 0 0,0 0-1 0 0,-1 0 0 0 0,1 0 1 0 0,4-1-1 0 0,2-1-1 0 0,0 0 1 0 0,0 0-1 0 0,0-1 0 0 0,0 0 0 0 0,-1-1 1 0 0,1 0-1 0 0,-1-1 0 0 0,0 0 0 0 0,-1-1 1 0 0,1 0-1 0 0,-1 0 0 0 0,0-1 0 0 0,8-8 0 0 0,-3 1 10 0 0,-2 0-1 0 0,0 0 0 0 0,0-1 0 0 0,-1-1 0 0 0,-1 0 0 0 0,15-33 0 0 0,-15 30 24 0 0,-5 17 141 0 0,-1 11-19 0 0,-4-2-91 0 0,-1 1-1 0 0,1-1 1 0 0,-1 1-1 0 0,0-1 1 0 0,-4 12 0 0 0,0 1 157 0 0,-126 532 1346 0 0,131-550-1579 0 0,-34 105 91 0 0,28-91-47 0 0,-1 0 0 0 0,0-1-1 0 0,-2 1 1 0 0,-13 18 0 0 0,22-32-35 0 0,-1-1 1 0 0,0 1-1 0 0,0-1 0 0 0,0 1 1 0 0,0-1-1 0 0,0 0 0 0 0,-1 0 1 0 0,1 0-1 0 0,0 1 1 0 0,-1-1-1 0 0,1 0 0 0 0,0 0 1 0 0,-1-1-1 0 0,1 1 0 0 0,-1 0 1 0 0,0 0-1 0 0,1-1 0 0 0,-1 1 1 0 0,0-1-1 0 0,1 1 0 0 0,-1-1 1 0 0,0 0-1 0 0,1 0 0 0 0,-1 0 1 0 0,0 0-1 0 0,1 0 0 0 0,-1 0 1 0 0,0 0-1 0 0,0 0 0 0 0,1-1 1 0 0,-1 1-1 0 0,0-1 0 0 0,1 1 1 0 0,-4-2-1 0 0,1-2-4 0 0,-1 1-1 0 0,1 0 1 0 0,0-1-1 0 0,1 0 1 0 0,-1 0 0 0 0,0 0-1 0 0,1 0 1 0 0,0-1-1 0 0,0 1 1 0 0,-2-6-1 0 0,1 4-5 0 0,1-1 0 0 0,-1 0-1 0 0,2-1 1 0 0,-1 1-1 0 0,1 0 1 0 0,0-1 0 0 0,0 1-1 0 0,1-1 1 0 0,0 0-1 0 0,1 1 1 0 0,-1-1 0 0 0,1 0-1 0 0,1 1 1 0 0,2-14-1 0 0,-1 11 1 0 0,1 0 1 0 0,1 0-1 0 0,0 1 0 0 0,0 0 0 0 0,1-1 0 0 0,0 2 0 0 0,0-1 0 0 0,1 0 0 0 0,0 1 0 0 0,12-12 0 0 0,1 1-511 0 0,1 1 1 0 0,1 2-1 0 0,35-24 0 0 0,29-11-5259 0 0,-69 42 4093 0 0,11-7-2586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67 908 0 0,'-20'5'2704'0'0,"13"-3"-787"0"0,0 0-1 0 0,0-1 1 0 0,0 0 0 0 0,-8 0-1 0 0,18-1-1859 0 0,1-1 0 0 0,-1 0 1 0 0,0 0-1 0 0,0 0 0 0 0,1-1 0 0 0,3-2 0 0 0,9-3 55 0 0,49-15-29 0 0,3-1-2195 0 0,-21 10-3502 0 0,-33 9 1954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16 876 0 0,'-81'62'9874'0'0,"81"-62"-9835"0"0,0 0 0 0 0,-1 0 0 0 0,1 0 0 0 0,0 0 0 0 0,0 0 0 0 0,-1 0 1 0 0,1 1-1 0 0,0-1 0 0 0,0 0 0 0 0,0 0 0 0 0,-1 0 0 0 0,1 1 0 0 0,0-1 1 0 0,0 0-1 0 0,0 0 0 0 0,0 1 0 0 0,-1-1 0 0 0,1 0 0 0 0,0 0 0 0 0,0 1 0 0 0,0-1 1 0 0,0 0-1 0 0,0 0 0 0 0,0 1 0 0 0,0-1 0 0 0,0 0 0 0 0,0 0 0 0 0,0 1 0 0 0,0-1 1 0 0,0 0-1 0 0,0 1 0 0 0,0-1 0 0 0,0 0 0 0 0,0 0 0 0 0,0 1 0 0 0,0-1 1 0 0,0 0-1 0 0,0 0 0 0 0,1 1 0 0 0,-1-1 0 0 0,0 0 0 0 0,0 0 0 0 0,0 1 0 0 0,0-1 1 0 0,1 0-1 0 0,-1 0 0 0 0,1 1 14 0 0,0-1 1 0 0,0 1-1 0 0,0-1 1 0 0,0 0-1 0 0,0 1 1 0 0,0-1-1 0 0,0 0 1 0 0,0 0-1 0 0,0 0 1 0 0,0 0-1 0 0,0 0 1 0 0,0 0-1 0 0,0 0 1 0 0,1 0-1 0 0,42-8-176 0 0,69-23 0 0 0,-8-4-4951 0 0,-86 29 3332 0 0,11-5-2183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88 1752 0 0,'7'-20'1852'0'0,"-4"11"-538"0"0,0-1-1 0 0,0 0 1 0 0,-1 0 0 0 0,2-18-1 0 0,-5 31-1089 0 0,0 0 0 0 0,0 0 0 0 0,0-1 0 0 0,0 1 0 0 0,-1 0 0 0 0,1 0-1 0 0,-1-1 1 0 0,-3 5 0 0 0,-3 4 160 0 0,-154 272 1899 0 0,-36 68-1618 0 0,197-350-671 0 0,-47 103 226 0 0,44-93-394 0 0,1-1-1 0 0,0 1 0 0 0,1 0 0 0 0,0-1 1 0 0,0 1-1 0 0,1 0 0 0 0,0 1 0 0 0,2 11 1 0 0,-1-20-113 0 0,1-1 0 0 0,-1 1 0 0 0,1-1 0 0 0,0 1 0 0 0,0 0 0 0 0,0-1 0 0 0,0 0 0 0 0,0 1 0 0 0,0-1 0 0 0,1 0 0 0 0,-1 0 0 0 0,1 1 0 0 0,0-1 0 0 0,-1 0 0 0 0,1-1 0 0 0,0 1 0 0 0,0 0 0 0 0,0 0 0 0 0,1-1 1 0 0,-1 1-1 0 0,0-1 0 0 0,1 0 0 0 0,-1 0 0 0 0,0 0 0 0 0,1 0 0 0 0,0 0 0 0 0,2 0 0 0 0,12 2-3435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45 164 0 0,'10'-45'8528'0'0,"-17"71"-6393"0"0,-120 419 1747 0 0,124-429-3843 0 0,8-23 17 0 0,11-28 31 0 0,-15 31-85 0 0,10-20-47 0 0,1 0-1 0 0,27-38 0 0 0,-31 49 22 0 0,2 1 1 0 0,0 1-1 0 0,0 0 0 0 0,1 0 0 0 0,0 1 1 0 0,16-12-1 0 0,-24 20 24 0 0,-1 1 0 0 0,1-1-1 0 0,0 0 1 0 0,-1 1 0 0 0,1 0 0 0 0,0-1-1 0 0,0 1 1 0 0,0 0 0 0 0,0 1 0 0 0,0-1 0 0 0,0 0-1 0 0,0 1 1 0 0,0 0 0 0 0,1 0 0 0 0,-1 0-1 0 0,0 0 1 0 0,0 0 0 0 0,0 0 0 0 0,0 1-1 0 0,0 0 1 0 0,0-1 0 0 0,0 1 0 0 0,0 0 0 0 0,0 1-1 0 0,0-1 1 0 0,0 0 0 0 0,-1 1 0 0 0,1 0-1 0 0,2 2 1 0 0,-1-1 91 0 0,0 1-1 0 0,-1 0 1 0 0,1 0-1 0 0,-1 0 1 0 0,0 0 0 0 0,0 0-1 0 0,-1 1 1 0 0,1-1-1 0 0,-1 1 1 0 0,0 0-1 0 0,0 0 1 0 0,-1 0 0 0 0,0 0-1 0 0,1 0 1 0 0,-1 0-1 0 0,0 9 1 0 0,-1-6 28 0 0,0 0 0 0 0,-1 1 1 0 0,0-1-1 0 0,0 0 0 0 0,-1 0 0 0 0,0 0 1 0 0,0 0-1 0 0,-1 0 0 0 0,0 0 1 0 0,0 0-1 0 0,-1-1 0 0 0,0 0 0 0 0,-1 1 1 0 0,-6 7-1 0 0,5-7-12 0 0,-1 0-1 0 0,0 0 1 0 0,-1-1 0 0 0,0 0-1 0 0,0 0 1 0 0,-1-1 0 0 0,0 0 0 0 0,0-1-1 0 0,0 1 1 0 0,-16 5 0 0 0,21-10-87 0 0,0 0 0 0 0,0 0 1 0 0,0 0-1 0 0,-1-1 0 0 0,1 0 0 0 0,0 0 1 0 0,0 0-1 0 0,0 0 0 0 0,-1 0 1 0 0,1-1-1 0 0,0 0 0 0 0,0 0 1 0 0,0 0-1 0 0,0-1 0 0 0,-5-1 0 0 0,-1-2-235 0 0,0 0 0 0 0,0-1 0 0 0,-16-12 0 0 0,25 18 69 0 0,0-1 1 0 0,0 1 0 0 0,1-1-1 0 0,-1 0 1 0 0,0 1 0 0 0,1-1-1 0 0,-1 0 1 0 0,0 1-1 0 0,1-1 1 0 0,-1 0 0 0 0,1 0-1 0 0,-1 0 1 0 0,1 0 0 0 0,0 1-1 0 0,-1-1 1 0 0,1 0-1 0 0,0 0 1 0 0,0 0 0 0 0,-1 0-1 0 0,1 0 1 0 0,0 0 0 0 0,0 0-1 0 0,0 0 1 0 0,0 0 0 0 0,0 0-1 0 0,0 0 1 0 0,0 0-1 0 0,1 0 1 0 0,-1 1 0 0 0,0-1-1 0 0,0 0 1 0 0,1 0 0 0 0,-1 0-1 0 0,1 0 1 0 0,-1 0 0 0 0,1 0-1 0 0,2-3-910 0 0,0 0 1 0 0,-1 1-1 0 0,1 0 0 0 0,1 0 1 0 0,4-5-1 0 0,4-1-3377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6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50 1668 0 0,'6'-14'2904'0'0,"-5"13"-2527"0"0,0-1-1 0 0,-1 1 0 0 0,1 0 0 0 0,0-1 1 0 0,-1 1-1 0 0,1-1 0 0 0,-1 1 1 0 0,1-1-1 0 0,-1 1 0 0 0,0-1 0 0 0,0 0 1 0 0,0 1-1 0 0,1-1 0 0 0,-2 1 0 0 0,1-1 1 0 0,0 1-1 0 0,0-1 0 0 0,0 0 0 0 0,-1 1 1 0 0,0-3-1 0 0,0 3-296 0 0,1 1 0 0 0,-1 0 0 0 0,0 0 0 0 0,1 0 0 0 0,-1 0-1 0 0,0 0 1 0 0,1 0 0 0 0,-1 0 0 0 0,0 0 0 0 0,1 0 0 0 0,-1 0 0 0 0,0 1 0 0 0,1-1 0 0 0,-1 0 0 0 0,1 0 0 0 0,-1 1 0 0 0,0-1 0 0 0,1 0 0 0 0,-1 1 0 0 0,1-1 0 0 0,-2 1-1 0 0,-12 8 434 0 0,14-9-498 0 0,-11 8 411 0 0,0 2 0 0 0,0 0 0 0 0,1 0 0 0 0,-17 21 1 0 0,-28 51 356 0 0,43-63-665 0 0,0-1-52 0 0,0 1-1 0 0,1 1 1 0 0,2 0-1 0 0,0 0 1 0 0,1 1-1 0 0,1 0 1 0 0,-5 25-1 0 0,11-43-61 0 0,0-1 0 0 0,1 1-1 0 0,0 0 1 0 0,-1 0 0 0 0,1 0-1 0 0,0 0 1 0 0,1 0 0 0 0,-1 0-1 0 0,1 0 1 0 0,-1 0-1 0 0,1 0 1 0 0,0 0 0 0 0,0 0-1 0 0,0-1 1 0 0,0 1 0 0 0,0 0-1 0 0,1-1 1 0 0,0 1 0 0 0,-1-1-1 0 0,1 1 1 0 0,0-1 0 0 0,0 0-1 0 0,3 3 1 0 0,-2-3-152 0 0,1 0-1 0 0,-1 0 1 0 0,0 0 0 0 0,1-1 0 0 0,-1 1 0 0 0,1-1-1 0 0,0 0 1 0 0,-1 0 0 0 0,1-1 0 0 0,0 1 0 0 0,-1-1-1 0 0,1 0 1 0 0,0 1 0 0 0,0-2 0 0 0,-1 1 0 0 0,1 0-1 0 0,0-1 1 0 0,4-1 0 0 0,6-2-1481 0 0,0 0 0 0 0,-1-1 0 0 0,1-1 0 0 0,23-14 0 0 0,-12 3-3410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6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2076 0 0,'3'1'9557'0'0,"12"-1"-8123"0"0,1 0 0 0 0,-1-1 0 0 0,20-3 0 0 0,43-2-1792 0 0,-30 6-2618 0 0,-28 1 760 0 0,-3 0-2438 0 0,8 0-107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7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389 147 1420 0 0,'-6'-9'1571'0'0,"0"-1"-1"0"0,0 0 1 0 0,-8-18-1 0 0,-12-23 1578 0 0,24 48-2992 0 0,0 0 0 0 0,0 0 1 0 0,-1 0-1 0 0,1 0 0 0 0,-1 1 1 0 0,0-1-1 0 0,0 1 0 0 0,0-1 0 0 0,0 1 1 0 0,0 0-1 0 0,-6-3 0 0 0,5 4-107 0 0,0 0-1 0 0,0 0 0 0 0,-1 1 1 0 0,1-1-1 0 0,0 1 0 0 0,0 0 1 0 0,0 0-1 0 0,-1 0 1 0 0,1 1-1 0 0,0-1 0 0 0,0 1 1 0 0,0 0-1 0 0,0 0 0 0 0,0 1 1 0 0,0-1-1 0 0,0 1 1 0 0,0 0-1 0 0,1 0 0 0 0,-1 0 1 0 0,-3 3-1 0 0,-8 6 132 0 0,0 0 1 0 0,1 1-1 0 0,-13 15 1 0 0,26-27-177 0 0,-15 18 54 0 0,0 0 1 0 0,1 0 0 0 0,1 2 0 0 0,1 0 0 0 0,1 0 0 0 0,1 1-1 0 0,1 0 1 0 0,-9 26 0 0 0,17-43-47 0 0,1 1 0 0 0,0 0 0 0 0,0-1 0 0 0,0 1 1 0 0,1 0-1 0 0,-1 0 0 0 0,1 0 0 0 0,0 0 0 0 0,0-1 0 0 0,1 1 0 0 0,0 0 0 0 0,1 5 0 0 0,-1-9-6 0 0,-1 0 0 0 0,1 0 0 0 0,-1 0 0 0 0,1 0 0 0 0,0-1 0 0 0,0 1 0 0 0,-1 0 0 0 0,1 0 0 0 0,0-1 0 0 0,0 1 0 0 0,0 0 1 0 0,0-1-1 0 0,0 1 0 0 0,0-1 0 0 0,0 1 0 0 0,0-1 0 0 0,0 0 0 0 0,0 1 0 0 0,0-1 0 0 0,0 0 0 0 0,0 0 0 0 0,0 0 0 0 0,2 0 0 0 0,23-1 51 0 0,-20-1-48 0 0,-1 0 0 0 0,1 0 0 0 0,0 0 0 0 0,-1 0 0 0 0,0-1 1 0 0,1 0-1 0 0,-1 0 0 0 0,0-1 0 0 0,-1 1 0 0 0,1-1 0 0 0,-1 0 0 0 0,6-6 0 0 0,3-6 14 0 0,0-1 1 0 0,12-20-1 0 0,-11 15-11 0 0,13-24-14 0 0,-19 30-92 0 0,1 1 0 0 0,14-18 0 0 0,-21 31 384 0 0,-1 3-232 0 0,-1 0-1 0 0,1 0 1 0 0,0-1 0 0 0,0 1 0 0 0,-1 0 0 0 0,1 0 0 0 0,0 0 0 0 0,-1 0-1 0 0,1 0 1 0 0,-1 0 0 0 0,1 0 0 0 0,-1 2 0 0 0,-1 22 876 0 0,-8 42 1 0 0,-2 23-451 0 0,11-80-461 0 0,0 0 0 0 0,0 0 1 0 0,1-1-1 0 0,1 1 0 0 0,-1 0 0 0 0,2-1 1 0 0,3 12-1 0 0,-4-17-275 0 0,0 0 1 0 0,0-1 0 0 0,0 1 0 0 0,0-1 0 0 0,1 1-1 0 0,-1-1 1 0 0,6 5 0 0 0,-7-7-226 0 0,1 1 1 0 0,-1-1-1 0 0,1 0 0 0 0,0 1 1 0 0,-1-1-1 0 0,1 0 1 0 0,0 0-1 0 0,0 0 1 0 0,0 0-1 0 0,0-1 0 0 0,0 1 1 0 0,0 0-1 0 0,0-1 1 0 0,0 0-1 0 0,0 1 0 0 0,0-1 1 0 0,0 0-1 0 0,3 0 1 0 0,15-3-4907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7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61 116 1468 0 0,'-2'-14'1663'0'0,"1"6"-520"0"0,0-1 0 0 0,0 1 0 0 0,1-1 0 0 0,0 1 0 0 0,0-1 0 0 0,1 0 0 0 0,2-12-1 0 0,-2 19-1062 0 0,-1 1-1 0 0,1 0 0 0 0,0 0 1 0 0,-1 0-1 0 0,1-1 0 0 0,0 1 1 0 0,0 0-1 0 0,0 0 0 0 0,0 0 1 0 0,0 0-1 0 0,0 0 0 0 0,0 0 1 0 0,0 1-1 0 0,0-1 0 0 0,0 0 1 0 0,1 1-1 0 0,-1-1 0 0 0,0 0 1 0 0,1 1-1 0 0,-1-1 0 0 0,0 1 1 0 0,1 0-1 0 0,-1-1 0 0 0,0 1 1 0 0,1 0-1 0 0,-1 0 0 0 0,2 0 1 0 0,0 0 28 0 0,1 0 1 0 0,0 0-1 0 0,-1 1 1 0 0,1-1-1 0 0,-1 1 1 0 0,1 0-1 0 0,-1 0 1 0 0,7 3-1 0 0,-7-3-5 0 0,-1 1-1 0 0,1-1 1 0 0,-1 1 0 0 0,1 0-1 0 0,-1-1 1 0 0,0 1-1 0 0,1 0 1 0 0,-1 1 0 0 0,0-1-1 0 0,0 0 1 0 0,-1 1-1 0 0,1-1 1 0 0,0 1 0 0 0,-1-1-1 0 0,0 1 1 0 0,1 0 0 0 0,0 4-1 0 0,-1-1 24 0 0,0-1 1 0 0,0 0-1 0 0,-1 0 0 0 0,1 0 0 0 0,-1 1 1 0 0,-1-1-1 0 0,1 0 0 0 0,-1 0 0 0 0,-1 8 1 0 0,-4 5 217 0 0,0 0 1 0 0,-1-1 0 0 0,-1 1-1 0 0,-14 23 1 0 0,-24 30 766 0 0,28-45-744 0 0,-26 52 1 0 0,43-78-371 0 0,-5 18 76 0 0,6-17-65 0 0,-1 0 0 0 0,1-1-1 0 0,0 1 1 0 0,-1 0 0 0 0,1 0-1 0 0,0 0 1 0 0,0-1 0 0 0,0 1-1 0 0,0 0 1 0 0,0 0 0 0 0,0 0-1 0 0,0-1 1 0 0,0 1 0 0 0,0 0-1 0 0,1 0 1 0 0,-1 0 0 0 0,0-1-1 0 0,0 1 1 0 0,1 0 0 0 0,-1 0-1 0 0,0-1 1 0 0,1 1 0 0 0,0 0-1 0 0,11 5 70 0 0,-4-4-162 0 0,-1-1 0 0 0,0-1-1 0 0,1 0 1 0 0,-1 0 0 0 0,0 0 0 0 0,1-1 0 0 0,-1 0-1 0 0,0 0 1 0 0,0-1 0 0 0,11-3 0 0 0,10-6-1454 0 0,32-15 1 0 0,37-25-2894 0 0,-35 11-1796 0 0,-35 19 824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38 904 0 0,'-18'-37'11887'0'0,"17"39"-11537"0"0,0 1 0 0 0,0 0 0 0 0,0 0-1 0 0,1 0 1 0 0,0 0 0 0 0,-1 0 0 0 0,1-1 0 0 0,0 1-1 0 0,1 0 1 0 0,-1 0 0 0 0,0 0 0 0 0,2 3 0 0 0,11 41 928 0 0,-6-20-554 0 0,4 21-186 0 0,-3 0-1 0 0,-2 1 1 0 0,-2 0-1 0 0,-2 0 1 0 0,-7 70 0 0 0,0-66-475 0 0,-3 0 1 0 0,-3-1 0 0 0,-1-1 0 0 0,-3 1-1 0 0,-2-2 1 0 0,-3-1 0 0 0,-1 0-1 0 0,-36 60 1 0 0,56-109-71 0 0,-96 150-1741 0 0,80-128-203 0 0,-24 23 0 0 0,27-32-1009 0 0,0 0 0 0 0,-26 17 0 0 0,23-19-3239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8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99 1504 0 0,'34'-92'13639'0'0,"-33"90"-12927"0"0,-1 2-675 0 0,0-1 1 0 0,0 1-1 0 0,0 0 0 0 0,0 0 1 0 0,0 0-1 0 0,0 0 0 0 0,0-1 1 0 0,0 1-1 0 0,0 0 1 0 0,0 0-1 0 0,0 0 0 0 0,0 0 1 0 0,0 0-1 0 0,1-1 1 0 0,-1 1-1 0 0,0 0 0 0 0,0 0 1 0 0,0 0-1 0 0,0 0 0 0 0,0 0 1 0 0,0 0-1 0 0,0 0 1 0 0,1-1-1 0 0,-1 1 0 0 0,0 0 1 0 0,0 0-1 0 0,0 0 1 0 0,0 0-1 0 0,1 0 0 0 0,-1 0 1 0 0,0 0-1 0 0,0 0 0 0 0,0 0 1 0 0,0 0-1 0 0,1 0 1 0 0,-1 0-1 0 0,0 0 0 0 0,0 0 1 0 0,0 0-1 0 0,0 0 1 0 0,1 0-1 0 0,-1 0 0 0 0,0 0 1 0 0,0 0-1 0 0,0 0 0 0 0,0 0 1 0 0,0 0-1 0 0,1 0 1 0 0,-1 1-1 0 0,0-1 0 0 0,0 0 1 0 0,6 11 1282 0 0,-4 3-811 0 0,0 0 0 0 0,-2 1 0 0 0,0-1 0 0 0,0 1 0 0 0,-1-1 0 0 0,-1 1 0 0 0,-4 14 0 0 0,-31 102 1378 0 0,29-108-1547 0 0,-68 184 1411 0 0,-25 87-757 0 0,99-285-979 0 0,0 0 1 0 0,0-1-1 0 0,1 1 1 0 0,0 1 0 0 0,1-1-1 0 0,1 16 1 0 0,-1-23-27 0 0,0 0-1 0 0,1 1 1 0 0,-1-1 0 0 0,1 0-1 0 0,-1 0 1 0 0,1 0-1 0 0,0 0 1 0 0,0 0 0 0 0,0 0-1 0 0,0 0 1 0 0,1 0 0 0 0,-1 0-1 0 0,0-1 1 0 0,1 1 0 0 0,-1 0-1 0 0,1-1 1 0 0,0 1 0 0 0,-1-1-1 0 0,1 0 1 0 0,0 1-1 0 0,0-1 1 0 0,0 0 0 0 0,0 0-1 0 0,0 0 1 0 0,0 0 0 0 0,0-1-1 0 0,0 1 1 0 0,0-1 0 0 0,1 1-1 0 0,-1-1 1 0 0,0 0 0 0 0,4 1-1 0 0,3-1-566 0 0,-1-1-1 0 0,1 1 1 0 0,-1-1-1 0 0,1-1 1 0 0,-1 0 0 0 0,1 0-1 0 0,-1 0 1 0 0,0-1-1 0 0,0-1 1 0 0,0 1-1 0 0,12-9 1 0 0,-7 4-1479 0 0,-1 0 0 0 0,0-2 0 0 0,-1 1 0 0 0,0-1 0 0 0,19-23 0 0 0,-13 11-4153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8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56 100 1912 0 0,'-8'-1'1621'0'0,"2"0"-233"0"0,-1-1-1 0 0,1 1 1 0 0,0-1 0 0 0,0 0-1 0 0,-10-5 1 0 0,16 7-1348 0 0,0-1-1 0 0,0 1 1 0 0,-1 0-1 0 0,1-1 1 0 0,1 1 0 0 0,-1 0-1 0 0,0-1 1 0 0,0 1-1 0 0,0 0 1 0 0,0-1-1 0 0,0 1 1 0 0,0 0 0 0 0,0-1-1 0 0,0 1 1 0 0,0 0-1 0 0,1-1 1 0 0,-1 1-1 0 0,0 0 1 0 0,0-1 0 0 0,0 1-1 0 0,1 0 1 0 0,-1 0-1 0 0,0-1 1 0 0,0 1-1 0 0,1 0 1 0 0,-1 0 0 0 0,0 0-1 0 0,1-1 1 0 0,-1 1-1 0 0,1 0 1 0 0,8-7 287 0 0,12-3-49 0 0,0 1 0 0 0,0 1 0 0 0,1 0 0 0 0,40-7 0 0 0,-16 8-1501 0 0,61-3-1 0 0,-5 10-4730 0 0,-68 3 1956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8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 1860 0 0,'-3'1'958'0'0,"-42"19"9808"0"0,39-17-10312 0 0,0 1 0 0 0,1-1 0 0 0,-1 1 0 0 0,1 0 0 0 0,0 1 0 0 0,1-1 0 0 0,-1 1 0 0 0,-6 9 0 0 0,-13 18-263 0 0,-90 115 862 0 0,28-56-7335 0 0,71-77 2159 0 0,-2-3-1982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9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18 376 0 0,'-22'-12'6927'0'0,"21"12"-6960"0"0,-12-5 2306 0 0,12 5-2245 0 0,1 0 0 0 0,0 0 0 0 0,0 0 0 0 0,0 0 0 0 0,-1 0 0 0 0,1 0 0 0 0,0 0 0 0 0,0 0 0 0 0,-1 0 0 0 0,1 0 0 0 0,0 0 0 0 0,0 0 0 0 0,0 0 0 0 0,-1 1-1 0 0,1-1 1 0 0,0 0 0 0 0,0 0 0 0 0,0 0 0 0 0,0 0 0 0 0,-1 0 0 0 0,1 1 0 0 0,0-1 0 0 0,0 0 0 0 0,0 0 0 0 0,0 0 0 0 0,0 1 0 0 0,-1-1 0 0 0,1 0 0 0 0,0 0 0 0 0,0 0 0 0 0,0 1-1 0 0,0-1 1 0 0,0 0 0 0 0,0 0 0 0 0,0 0 0 0 0,0 1 0 0 0,0-1 0 0 0,0 0 0 0 0,0 0 0 0 0,0 1 0 0 0,0-1 0 0 0,0 0 0 0 0,0 0 0 0 0,0 0 0 0 0,0 1 0 0 0,0-1 0 0 0,0 0-1 0 0,0 0 1 0 0,1 1 0 0 0,-1 0-3 0 0,1-1 0 0 0,0 1 0 0 0,0 0 0 0 0,0-1 0 0 0,-1 1 0 0 0,1 0 0 0 0,0-1 0 0 0,0 1 0 0 0,0-1 0 0 0,0 1 0 0 0,0-1 0 0 0,0 0-1 0 0,0 1 1 0 0,0-1 0 0 0,0 0 0 0 0,0 0 0 0 0,2 1 0 0 0,15 1 77 0 0,-18-1-103 0 0,39 3 95 0 0,1-1 0 0 0,-1-2-1 0 0,52-6 1 0 0,-57 4-325 0 0,-22 0-405 0 0,-8 0 463 0 0,-1 0 1 0 0,0 1-1 0 0,1 0 0 0 0,-1 0 1 0 0,1 0-1 0 0,-1 0 0 0 0,0 0 1 0 0,1 1-1 0 0,-1 0 0 0 0,0-1 1 0 0,1 1-1 0 0,-1 0 0 0 0,0 1 1 0 0,0-1-1 0 0,3 2 0 0 0,-5-2 123 0 0,-1-1 1 0 0,0 1-1 0 0,0 0 0 0 0,0-1 0 0 0,1 1 0 0 0,-1 0 0 0 0,0-1 0 0 0,0 1 0 0 0,0 0 0 0 0,0-1 0 0 0,0 1 0 0 0,0-1 0 0 0,0 1 0 0 0,-1 0 0 0 0,1-1 0 0 0,0 1 0 0 0,0 0 0 0 0,0-1 0 0 0,-1 1 1 0 0,1-1-1 0 0,0 1 0 0 0,0 0 0 0 0,-1-1 0 0 0,1 1 0 0 0,-1-1 0 0 0,1 1 0 0 0,0-1 0 0 0,-2 1 0 0 0,-11 15-365 0 0,-83 58-308 0 0,66-53 1378 0 0,-52 47 1 0 0,59-44 1342 0 0,-33 43 0 0 0,55-66-1871 0 0,0 0 0 0 0,0-1 0 0 0,1 1 0 0 0,-1 0 0 0 0,0 0 1 0 0,1 0-1 0 0,-1 0 0 0 0,1 0 0 0 0,-1 0 0 0 0,1 0 0 0 0,0 0 0 0 0,-1 0 1 0 0,1 0-1 0 0,0 0 0 0 0,0 0 0 0 0,0 1 0 0 0,0-1 0 0 0,0 0 1 0 0,0 0-1 0 0,0 0 0 0 0,0 0 0 0 0,0 0 0 0 0,1 2 0 0 0,-1-2-56 0 0,1-1 0 0 0,0 1-1 0 0,0 0 1 0 0,0 0 0 0 0,-1-1-1 0 0,1 1 1 0 0,0 0 0 0 0,0-1 0 0 0,0 1-1 0 0,0-1 1 0 0,0 1 0 0 0,0-1-1 0 0,0 0 1 0 0,0 1 0 0 0,0-1-1 0 0,1 0 1 0 0,-1 0 0 0 0,2 0 0 0 0,6 1 60 0 0,1-1 1 0 0,-1-1 0 0 0,18-2-1 0 0,-25 3-89 0 0,148-36 673 0 0,-11 3-4641 0 0,-78 23-4155 0 0,-48 6 5858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59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77 164 0 0,'0'0'5420'0'0,"2"-21"2186"0"0,13 13-7444 0 0,1 1 0 0 0,0 0 0 0 0,0 1 0 0 0,31-7 0 0 0,28 0-4238 0 0,-56 11-339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0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51 1744 0 0,'-39'32'6114'0'0,"37"-30"-5543"0"0,2-2-535 0 0,0 1-1 0 0,1-1 0 0 0,-1 0 0 0 0,0 1 0 0 0,0-1 1 0 0,0 0-1 0 0,0 1 0 0 0,1-1 0 0 0,-1 0 0 0 0,0 0 0 0 0,0 1 1 0 0,1-1-1 0 0,-1 0 0 0 0,0 0 0 0 0,0 1 0 0 0,1-1 1 0 0,-1 0-1 0 0,0 0 0 0 0,1 0 0 0 0,-1 0 0 0 0,0 1 0 0 0,1-1 1 0 0,-1 0-1 0 0,0 0 0 0 0,1 0 0 0 0,-1 0 0 0 0,0 0 1 0 0,1 0-1 0 0,-1 0 0 0 0,0 0 0 0 0,1 0 0 0 0,-1 0 1 0 0,1 0-1 0 0,13-1 242 0 0,-14 1-267 0 0,211-40-156 0 0,-73 6-4285 0 0,-85 19 1499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73 908 0 0,'7'-19'2820'0'0,"-5"16"-2284"0"0,-1-1 0 0 0,1 1 0 0 0,-1 0 0 0 0,0-1 0 0 0,0 0 0 0 0,0 1 0 0 0,-1-1 1 0 0,1 1-1 0 0,-1-1 0 0 0,0-6 0 0 0,0 10-510 0 0,0-1 1 0 0,0 1-1 0 0,0 0 1 0 0,-1-1-1 0 0,1 1 1 0 0,0-1-1 0 0,0 1 0 0 0,0 0 1 0 0,-1-1-1 0 0,1 1 1 0 0,0-1-1 0 0,0 1 1 0 0,-1 0-1 0 0,1-1 1 0 0,0 1-1 0 0,-1 0 0 0 0,1 0 1 0 0,-1-1-1 0 0,1 1 1 0 0,0 0-1 0 0,-1 0 1 0 0,1 0-1 0 0,-1-1 1 0 0,1 1-1 0 0,0 0 0 0 0,-1 0 1 0 0,1 0-1 0 0,-1 0 1 0 0,1 0-1 0 0,-1 0 1 0 0,1 0-1 0 0,-1 0 1 0 0,1 0-1 0 0,-1 0 0 0 0,1 0 1 0 0,0 0-1 0 0,-1 0 1 0 0,0 0-1 0 0,-16 7 418 0 0,3 1-143 0 0,1 1 0 0 0,0 1 0 0 0,0 0 1 0 0,1 1-1 0 0,0 0 0 0 0,-10 14 0 0 0,-57 80 894 0 0,28-33-630 0 0,4 3 0 0 0,3 2 1 0 0,-38 90-1 0 0,76-152-513 0 0,1 1 0 0 0,0-1-1 0 0,1 1 1 0 0,1 0-1 0 0,0 0 1 0 0,1 0 0 0 0,1 0-1 0 0,0 1 1 0 0,3 29 0 0 0,-1-37-52 0 0,1-1 0 0 0,0 0 1 0 0,0 1-1 0 0,1-1 0 0 0,-1 0 1 0 0,2 0-1 0 0,-1-1 0 0 0,1 1 0 0 0,1-1 1 0 0,-1 0-1 0 0,1 0 0 0 0,0 0 1 0 0,1 0-1 0 0,-1-1 0 0 0,1 0 0 0 0,1 0 1 0 0,-1-1-1 0 0,1 0 0 0 0,0 0 1 0 0,10 5-1 0 0,-6-4-455 0 0,0-1-1 0 0,0-1 1 0 0,0 0 0 0 0,0-1 0 0 0,0 0-1 0 0,21 3 1 0 0,-17-5-1676 0 0,0-1-1 0 0,24-1 1 0 0,-8-2-3071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79 1012 0 0,'0'-4'2252'0'0,"-1"-2"-874"0"0,1-1-1 0 0,-1 1 1 0 0,-1 0-1 0 0,1-1 1 0 0,-5-11-1 0 0,5 17-1157 0 0,0-1 0 0 0,0 0 1 0 0,0 0-1 0 0,0 0 0 0 0,0 1 0 0 0,-1-1 1 0 0,1 0-1 0 0,0 1 0 0 0,-1-1 0 0 0,1 1 0 0 0,-3-2 1 0 0,3 2-187 0 0,0 1 0 0 0,0-1 0 0 0,0 1 0 0 0,0-1 0 0 0,0 1 0 0 0,0 0 0 0 0,0 0 0 0 0,0 0 0 0 0,-1-1 0 0 0,1 1 0 0 0,0 0 0 0 0,0 0 0 0 0,0 0 0 0 0,0 1 0 0 0,0-1 0 0 0,0 0 0 0 0,0 0 0 0 0,0 1 0 0 0,0-1 0 0 0,0 0 0 0 0,0 1 0 0 0,0-1 0 0 0,-2 2 0 0 0,-12 7 123 0 0,1 1 0 0 0,0 0 0 0 0,0 1 0 0 0,1 1-1 0 0,1 0 1 0 0,0 0 0 0 0,-19 27 0 0 0,16-17-84 0 0,0 1 0 0 0,1 1 0 0 0,2 0 0 0 0,-14 37 0 0 0,23-54-50 0 0,1-1 0 0 0,0 1 1 0 0,1 0-1 0 0,-1 0 1 0 0,1 0-1 0 0,1 0 1 0 0,-1 0-1 0 0,1 0 1 0 0,0-1-1 0 0,1 1 0 0 0,0 0 1 0 0,1 7-1 0 0,0-10-132 0 0,-1 1 0 0 0,1-1-1 0 0,0 0 1 0 0,-1-1 0 0 0,2 1-1 0 0,-1 0 1 0 0,0-1 0 0 0,1 1-1 0 0,0-1 1 0 0,-1 0-1 0 0,1 0 1 0 0,1 0 0 0 0,-1 0-1 0 0,0 0 1 0 0,1-1 0 0 0,-1 1-1 0 0,1-1 1 0 0,0 0 0 0 0,0 0-1 0 0,5 2 1 0 0,3-1-809 0 0,-1 0-1 0 0,1-1 1 0 0,0 0-1 0 0,0 0 1 0 0,0-1-1 0 0,0-1 1 0 0,0 0-1 0 0,0-1 1 0 0,20-3-1 0 0,-3-1-2108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68 188 0 0,'1'-2'570'0'0,"1"-1"0"0"0,-1 0-1 0 0,1 0 1 0 0,-1 0 0 0 0,0 0 0 0 0,0 0 0 0 0,0 0-1 0 0,-1 0 1 0 0,1 0 0 0 0,-1-1 0 0 0,1 1 0 0 0,-1 0-1 0 0,0 0 1 0 0,0 0 0 0 0,-2-6 0 0 0,2 8-498 0 0,-1 0 0 0 0,1 0 0 0 0,-1 0 0 0 0,1 0 0 0 0,-1 0 0 0 0,0 1 0 0 0,1-1 0 0 0,-1 0 0 0 0,0 1 0 0 0,0-1 0 0 0,0 0 0 0 0,1 1 0 0 0,-1-1 1 0 0,0 1-1 0 0,0-1 0 0 0,0 1 0 0 0,0 0 0 0 0,0-1 0 0 0,0 1 0 0 0,0 0 0 0 0,0 0 0 0 0,0 0 0 0 0,0 0 0 0 0,0 0 0 0 0,0 0 0 0 0,0 0 0 0 0,0 0 0 0 0,0 0 0 0 0,0 0 0 0 0,0 0 0 0 0,0 0 0 0 0,-2 1 0 0 0,-13 6 28 0 0,0-1 0 0 0,0 2-1 0 0,1 0 1 0 0,0 1 0 0 0,1 1-1 0 0,0 0 1 0 0,0 1-1 0 0,1 0 1 0 0,1 1 0 0 0,0 0-1 0 0,0 1 1 0 0,1 1 0 0 0,1 0-1 0 0,0 0 1 0 0,1 1-1 0 0,1 0 1 0 0,0 0 0 0 0,-9 26-1 0 0,17-39-84 0 0,-1 0 1 0 0,1 0-1 0 0,-1 0 0 0 0,1 0 1 0 0,0 1-1 0 0,0-1 0 0 0,-1 0 0 0 0,2 0 1 0 0,-1 0-1 0 0,0 0 0 0 0,0 0 0 0 0,1 1 1 0 0,-1-1-1 0 0,1 0 0 0 0,-1 0 0 0 0,1 0 1 0 0,0 0-1 0 0,0 0 0 0 0,0 0 0 0 0,0-1 1 0 0,0 1-1 0 0,1 0 0 0 0,-1 0 0 0 0,1-1 1 0 0,-1 1-1 0 0,1-1 0 0 0,-1 1 0 0 0,1-1 1 0 0,2 2-1 0 0,-1-2-2 0 0,-1 0 0 0 0,1 0-1 0 0,-1 0 1 0 0,1 0 0 0 0,0 0 0 0 0,-1-1 0 0 0,1 0-1 0 0,0 1 1 0 0,-1-1 0 0 0,1 0 0 0 0,0 0 0 0 0,0 0 0 0 0,-1-1-1 0 0,1 1 1 0 0,0-1 0 0 0,-1 1 0 0 0,1-1 0 0 0,0 0-1 0 0,-1 0 1 0 0,1 0 0 0 0,-1 0 0 0 0,0-1 0 0 0,1 1-1 0 0,3-4 1 0 0,5-4 4 0 0,-1 0 0 0 0,0-1 0 0 0,0-1 0 0 0,-1 1 0 0 0,-1-2 0 0 0,0 1 0 0 0,0-1 0 0 0,5-13 0 0 0,10-13-15 0 0,-15 30-13 0 0,-3 11 355 0 0,-1 15 250 0 0,-7 5 213 0 0,-11 43 0 0 0,-1 13-340 0 0,14-70-628 0 0,0-1-1 0 0,1 0 1 0 0,0 1 0 0 0,0-1-1 0 0,1 1 1 0 0,1-1 0 0 0,2 11-1 0 0,8-2-2865 0 0,3-10-3144 0 0,0-7 1548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2204 0 0,'0'0'2005'0'0,"0"-26"8687"0"0,1 24-10568 0 0,-1 0 0 0 0,1 0 0 0 0,-1 0 0 0 0,1 1 0 0 0,0-1 0 0 0,0 0 0 0 0,0 0 1 0 0,0 0-1 0 0,0 1 0 0 0,0-1 0 0 0,0 0 0 0 0,1 1 0 0 0,-1-1 0 0 0,1 1 0 0 0,-1 0 0 0 0,1-1 0 0 0,-1 1 1 0 0,1 0-1 0 0,0 0 0 0 0,0 0 0 0 0,-1 0 0 0 0,3 0 0 0 0,11-6-86 0 0,28-9 1 0 0,-21 8 145 0 0,24-10-1214 0 0,6-2-1997 0 0,-2-2-3713 0 0,-33 13 1925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23 1288 0 0,'-9'-23'9807'0'0,"5"38"-8190"0"0,-5 29-210 0 0,5-21-657 0 0,-16 62-23 0 0,-3-2 0 0 0,-36 85 0 0 0,42-121 58 0 0,19-50-772 0 0,0 0 1 0 0,0 0-1 0 0,0 0 0 0 0,0 1 1 0 0,1-1-1 0 0,-1 1 1 0 0,5-4-1 0 0,-3 3-5 0 0,5-5 3 0 0,-4 3-12 0 0,0 1 1 0 0,0 0-1 0 0,1 0 1 0 0,-1 0-1 0 0,1 1 1 0 0,0 0-1 0 0,12-5 1 0 0,-16 7-1 0 0,1-1 0 0 0,-1 1 0 0 0,1 0 0 0 0,-1 0 0 0 0,1 0 0 0 0,0 1 0 0 0,-1-1-1 0 0,1 1 1 0 0,0-1 0 0 0,0 1 0 0 0,-1 0 0 0 0,1 0 0 0 0,0 0 0 0 0,0 0 0 0 0,0 1 0 0 0,-1-1 0 0 0,1 1 0 0 0,0-1 0 0 0,-1 1 0 0 0,1 0 0 0 0,-1 0 0 0 0,1 1 0 0 0,-1-1 0 0 0,1 0-1 0 0,-1 1 1 0 0,0-1 0 0 0,1 1 0 0 0,1 2 0 0 0,1 0 1 0 0,-1-1 23 0 0,1 1 1 0 0,-1 0 0 0 0,0 0-1 0 0,0 1 1 0 0,-1-1 0 0 0,1 1 0 0 0,-1 0-1 0 0,0 0 1 0 0,0 0 0 0 0,0 0-1 0 0,-1 1 1 0 0,0-1 0 0 0,0 0 0 0 0,0 1-1 0 0,-1 0 1 0 0,0-1 0 0 0,0 1-1 0 0,0 0 1 0 0,-1 0 0 0 0,0 0 0 0 0,0 0-1 0 0,-1 6 1 0 0,0-4 16 0 0,0 0-1 0 0,-1 0 1 0 0,0 0-1 0 0,-1 0 1 0 0,1 0-1 0 0,-2 0 1 0 0,1 0-1 0 0,-1-1 1 0 0,0 0 0 0 0,0 0-1 0 0,-1 0 1 0 0,0 0-1 0 0,0-1 1 0 0,-12 12-1 0 0,7-11 31 0 0,0 1-1 0 0,0-1 0 0 0,-1-1 0 0 0,0 0 1 0 0,0 0-1 0 0,0-1 0 0 0,-1-1 0 0 0,-21 6 1 0 0,28-8-144 0 0,0-1 0 0 0,0 0 0 0 0,0 0 0 0 0,0-1 0 0 0,-1 1 0 0 0,1-1 0 0 0,0 0 0 0 0,-1-1 0 0 0,1 1 0 0 0,0-1 1 0 0,0 0-1 0 0,-1 0 0 0 0,1-1 0 0 0,0 1 0 0 0,0-1 0 0 0,0 0 0 0 0,1-1 0 0 0,-1 1 0 0 0,0-1 0 0 0,1 0 0 0 0,0 0 1 0 0,-7-6-1 0 0,8 6-328 0 0,1 0 0 0 0,0 0 0 0 0,0 0 0 0 0,0 0 1 0 0,1 0-1 0 0,-1 0 0 0 0,1-1 0 0 0,0 1 0 0 0,-2-6 0 0 0,1-19-5354 0 0,5 10-53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2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82 184 0 0,'-2'-16'4894'0'0,"1"9"-3491"0"0,1 0 1 0 0,0 0-1 0 0,1-14 1 0 0,0 19-1333 0 0,0 1 1 0 0,1-1-1 0 0,-1 0 1 0 0,1 1 0 0 0,-1-1-1 0 0,1 1 1 0 0,-1 0-1 0 0,1-1 1 0 0,0 1 0 0 0,0 0-1 0 0,-1 0 1 0 0,1 0-1 0 0,0 0 1 0 0,0 0 0 0 0,0 1-1 0 0,0-1 1 0 0,0 1-1 0 0,0-1 1 0 0,0 1 0 0 0,3-1-1 0 0,-3 1-34 0 0,1 0 0 0 0,-1 0 0 0 0,0-1 0 0 0,0 1 0 0 0,0 1 0 0 0,0-1 0 0 0,1 0 0 0 0,-1 0 1 0 0,0 1-1 0 0,0-1 0 0 0,0 1 0 0 0,0 0 0 0 0,0 0 0 0 0,0-1 0 0 0,0 1 0 0 0,0 1 0 0 0,0-1 0 0 0,0 0 0 0 0,-1 0 0 0 0,1 1 0 0 0,0-1 0 0 0,-1 1 0 0 0,1-1 0 0 0,-1 1 0 0 0,0 0 0 0 0,1-1 0 0 0,-1 1 0 0 0,0 0 0 0 0,0 0 0 0 0,0 0 1 0 0,0 0-1 0 0,-1 0 0 0 0,1 0 0 0 0,0 0 0 0 0,-1 0 0 0 0,1 1 0 0 0,-1-1 0 0 0,0 0 0 0 0,0 0 0 0 0,0 0 0 0 0,0 0 0 0 0,0 1 0 0 0,0-1 0 0 0,-1 0 0 0 0,1 0 0 0 0,-1 0 0 0 0,0 3 0 0 0,-6 9 218 0 0,0 0 0 0 0,0-1-1 0 0,-1 0 1 0 0,-1 0-1 0 0,-15 16 1 0 0,-13 22 78 0 0,36-50-324 0 0,1-1 0 0 0,-1 1 0 0 0,1 0 0 0 0,-1 0 0 0 0,1 0 0 0 0,0-1 0 0 0,-1 1 0 0 0,1 0 0 0 0,0 0 0 0 0,0 0 0 0 0,0 0 0 0 0,0 0 0 0 0,0 0 0 0 0,0-1 0 0 0,0 1 0 0 0,0 0 0 0 0,0 0 0 0 0,0 0 0 0 0,0 0 0 0 0,0 0 0 0 0,1 0 0 0 0,-1-1 0 0 0,0 1 0 0 0,1 0 0 0 0,-1 0-1 0 0,1 0 1 0 0,-1-1 0 0 0,1 1 0 0 0,-1 0 0 0 0,1 0 0 0 0,-1-1 0 0 0,1 1 0 0 0,0-1 0 0 0,-1 1 0 0 0,1 0 0 0 0,1 0 0 0 0,0 0 8 0 0,1 1 0 0 0,0-1 0 0 0,-1 1 0 0 0,1-1 0 0 0,0 0 0 0 0,0 0 0 0 0,0 0 0 0 0,0 0 0 0 0,0-1 0 0 0,6 1 0 0 0,19 0-488 0 0,1-2 0 0 0,52-8 0 0 0,-57 5-3642 0 0,44-14-1 0 0,-49 11-195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35 444 0 0,'-10'-14'5198'0'0,"-1"-6"1896"0"0,27 24-6089 0 0,-11 1-829 0 0,0-1-1 0 0,-1 1 0 0 0,0 0 0 0 0,1 0 0 0 0,-2 0 1 0 0,1 0-1 0 0,-1 1 0 0 0,0 0 0 0 0,0-1 1 0 0,2 8-1 0 0,-2-9-91 0 0,5 16 244 0 0,0 0-1 0 0,0 1 1 0 0,-2 0 0 0 0,-1 0-1 0 0,-1 1 1 0 0,4 39-1 0 0,-7-31-123 0 0,-2 0-1 0 0,0-1 0 0 0,-2 1 1 0 0,-11 44-1 0 0,1-26-95 0 0,-2 0 0 0 0,-2-1 0 0 0,-2-1 0 0 0,-3 0 0 0 0,-48 75-1 0 0,29-60-32 0 0,-3-3-1 0 0,-3-1 0 0 0,-58 54 0 0 0,-13-5-2577 0 0,111-100 1479 0 0,-10 8-547 0 0,-12-1-10934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3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72 1024 0 0,'5'-24'3998'0'0,"2"-24"5114"0"0,-26 66-8051 0 0,-220 443 5317 0 0,131-222-5564 0 0,105-231-779 0 0,1-4-7 0 0,0 1 0 0 0,1 0 0 0 0,-1 0 0 0 0,1 0 0 0 0,0-1 0 0 0,-1 11 0 0 0,2-13-105 0 0,0-1 0 0 0,0 1 0 0 0,0-1 0 0 0,0 1 0 0 0,0-1-1 0 0,0 1 1 0 0,0-1 0 0 0,0 0 0 0 0,0 1 0 0 0,1-1 0 0 0,-1 1 0 0 0,1-1 0 0 0,-1 1 0 0 0,1-1-1 0 0,0 0 1 0 0,-1 1 0 0 0,1-1 0 0 0,0 0 0 0 0,0 0 0 0 0,0 1 0 0 0,0-1 0 0 0,0 0 0 0 0,0 0-1 0 0,0 0 1 0 0,0 0 0 0 0,0 0 0 0 0,1-1 0 0 0,-1 1 0 0 0,0 0 0 0 0,0 0 0 0 0,1-1 0 0 0,-1 1 0 0 0,3 0-1 0 0,-1-1-315 0 0,0 0 0 0 0,0 0 0 0 0,0 0 0 0 0,0 0 0 0 0,0-1 0 0 0,0 1 0 0 0,0-1 0 0 0,0 0 0 0 0,0 0 0 0 0,0 0 0 0 0,4-2 0 0 0,20-14-6244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71 1676 0 0,'-86'-14'5796'0'0,"70"8"-4309"0"0,13 5-830 0 0,3 1-612 0 0,0-1-1 0 0,0 1 0 0 0,1-1 1 0 0,-1 0-1 0 0,0 1 1 0 0,1-1-1 0 0,-1 1 0 0 0,0-1 1 0 0,1 1-1 0 0,-1-1 1 0 0,1 1-1 0 0,-1 0 0 0 0,0-1 1 0 0,1 1-1 0 0,-1-1 1 0 0,1 1-1 0 0,-1 0 0 0 0,1 0 1 0 0,0-1-1 0 0,-1 1 0 0 0,1 0 1 0 0,-1 0-1 0 0,1-1 1 0 0,-1 1-1 0 0,2 0 0 0 0,19-4 190 0 0,-16 3-65 0 0,66-11-40 0 0,138-4 1 0 0,-136 13-3402 0 0,-57 1 679 0 0,-2 0-570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3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44 1124 0 0,'-8'-8'4250'0'0,"-14"-22"2439"0"0,20 25-5687 0 0,6 8-953 0 0,0 0 0 0 0,0 1 0 0 0,0 0 0 0 0,-1 0 0 0 0,1 0 1 0 0,-1 0-1 0 0,0 1 0 0 0,0-1 0 0 0,-1 1 0 0 0,0 0 0 0 0,1-1 0 0 0,-1 1 0 0 0,2 11 0 0 0,2 6 146 0 0,6 43-1 0 0,-9-43-157 0 0,-2 1 0 0 0,-1-1 1 0 0,-1 1-1 0 0,-1 0 0 0 0,-1-1 0 0 0,0 0 0 0 0,-2 0 0 0 0,-13 38 0 0 0,7-31 57 0 0,-2 1 1 0 0,0-2-1 0 0,-2 0 0 0 0,-2-1 0 0 0,-32 43 1 0 0,34-57 196 0 0,15-13-285 0 0,0 0 1 0 0,-1 1-1 0 0,1-1 0 0 0,0 0 1 0 0,-1 0-1 0 0,1 0 1 0 0,0 0-1 0 0,-1 0 1 0 0,1 0-1 0 0,0 0 1 0 0,-1 0-1 0 0,1 0 0 0 0,0 0 1 0 0,-1 0-1 0 0,1 0 1 0 0,0 0-1 0 0,-1 0 1 0 0,1 0-1 0 0,0 0 1 0 0,-1 0-1 0 0,1 0 0 0 0,0 0 1 0 0,-1-1-1 0 0,1 1 1 0 0,0 0-1 0 0,-1 0 1 0 0,1 0-1 0 0,-1-1 1 0 0,1 0-3 0 0,-1-1 0 0 0,1 1 0 0 0,-1-1 0 0 0,1 1 0 0 0,0-1 1 0 0,0 1-1 0 0,0-1 0 0 0,0 1 0 0 0,0-1 0 0 0,0 1 0 0 0,0-1 1 0 0,0 0-1 0 0,0 1 0 0 0,1-1 0 0 0,-1 1 0 0 0,0-1 0 0 0,1 1 1 0 0,0 0-1 0 0,-1-1 0 0 0,2-1 0 0 0,11-25 5 0 0,2 1 0 0 0,0 1 0 0 0,38-48-1 0 0,69-64 24 0 0,-88 105-27 0 0,-19 19 14 0 0,0-2 1 0 0,21-28-1 0 0,-34 43-40 0 0,-3 0-18 0 0,-1 1 31 0 0,1 0 1 0 0,0-1 0 0 0,0 1 0 0 0,0 0 0 0 0,0 0 0 0 0,0 0-1 0 0,0 0 1 0 0,0 0 0 0 0,0 0 0 0 0,-1 0 0 0 0,1 0 0 0 0,0 1-1 0 0,0-1 1 0 0,0 0 0 0 0,0 0 0 0 0,0 1 0 0 0,0-1 0 0 0,-2 2-1 0 0,-22 18-39 0 0,14-9 41 0 0,2 0 0 0 0,-12 17 0 0 0,10-11 31 0 0,1 0 0 0 0,0 1 0 0 0,2 0 0 0 0,0 1 0 0 0,1-1-1 0 0,0 1 1 0 0,-6 37 0 0 0,12-49-15 0 0,0 1 0 0 0,0 0 0 0 0,0-1 0 0 0,1 1 0 0 0,1 0 0 0 0,-1 0 0 0 0,1-1 0 0 0,0 1 0 0 0,1 0 0 0 0,0-1 0 0 0,0 1 0 0 0,1-1 0 0 0,0 0 0 0 0,0 0 0 0 0,0 0 0 0 0,1 0 0 0 0,0 0 0 0 0,1-1 0 0 0,-1 0 0 0 0,1 0 0 0 0,0 0 0 0 0,1 0 0 0 0,6 5 0 0 0,-5-7 6 0 0,-1 1 0 0 0,1-1 1 0 0,0-1-1 0 0,0 1 0 0 0,0-1 0 0 0,1-1 1 0 0,-1 1-1 0 0,1-1 0 0 0,0-1 0 0 0,-1 1 1 0 0,1-1-1 0 0,0 0 0 0 0,0-1 1 0 0,11-1-1 0 0,-1 0 16 0 0,-12 0-37 0 0,0 1 0 0 0,0-1-1 0 0,-1 0 1 0 0,1 0-1 0 0,-1 0 1 0 0,1-1 0 0 0,-1 0-1 0 0,1 0 1 0 0,5-3 0 0 0,-1-1-398 0 0,4-4-2337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32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51 1516 0 0,'-3'0'1944'0'0,"-77"2"10214"0"0,77-2-11503 0 0,-17 3 1224 0 0,15 1-1133 0 0,19-4-623 0 0,22-5-162 0 0,58-16-1 0 0,-38 6-2397 0 0,14-4-6550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33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50 1912 0 0,'-12'6'3782'0'0,"1"1"0"0"0,-21 17-1 0 0,21-16-2585 0 0,10-7-804 0 0,1-1-376 0 0,-1 0 0 0 0,1 0 0 0 0,0 0 0 0 0,0 0 0 0 0,0 0 0 0 0,0 0 0 0 0,-1 0 0 0 0,1 0 0 0 0,0 0 0 0 0,0 0 0 0 0,0 0 0 0 0,0 0 0 0 0,-1 0 0 0 0,1 0 0 0 0,0 1 0 0 0,0-1 0 0 0,0 0 1 0 0,0 0-1 0 0,-1 0 0 0 0,1 0 0 0 0,0 0 0 0 0,0 0 0 0 0,0 0 0 0 0,0 0 0 0 0,0 1 0 0 0,0-1 0 0 0,-1 0 0 0 0,1 0 0 0 0,0 0 0 0 0,0 0 0 0 0,0 0 0 0 0,0 1 0 0 0,0-1 0 0 0,0 0 0 0 0,0 0 0 0 0,0 0 0 0 0,0 0 0 0 0,0 1 1 0 0,0-1-1 0 0,0 0 0 0 0,0 0 0 0 0,0 0 0 0 0,0 0 0 0 0,0 1 0 0 0,0-1 0 0 0,0 0 0 0 0,0 0 0 0 0,0 0 0 0 0,0 0 0 0 0,0 1 0 0 0,0-1 0 0 0,0 0 0 0 0,0 0 0 0 0,0 0 0 0 0,5 7 709 0 0,-4-6-614 0 0,3-1-18 0 0,28-7-26 0 0,-1-1 0 0 0,-1-2 1 0 0,40-17-1 0 0,-31 11-1284 0 0,45-12 0 0 0,-67 19 605 0 0,-10 4-1572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10 948 0 0,'0'0'5697'0'0,"0"0"-5591"0"0,0 0 0 0 0,0-1 0 0 0,0 1 0 0 0,0-1 0 0 0,0 1 0 0 0,0 0 0 0 0,0-1 0 0 0,0 1 0 0 0,0-1 0 0 0,-1 1 0 0 0,1 0 0 0 0,0-1 0 0 0,0 1 0 0 0,0-1 0 0 0,0 1 0 0 0,-1 0 0 0 0,1-1 0 0 0,0 1 0 0 0,0 0 0 0 0,-1-1 0 0 0,1 1 0 0 0,0 0 0 0 0,-1-1 0 0 0,-1 3-2 0 0,-1 0 1 0 0,1-1-1 0 0,0 2 1 0 0,-1-1-1 0 0,1 0 0 0 0,0 0 1 0 0,0 1-1 0 0,1-1 1 0 0,-1 1-1 0 0,0-1 1 0 0,-1 4-1 0 0,-16 39 448 0 0,10-24-388 0 0,-179 516 2279 0 0,164-455-2216 0 0,2 1 0 0 0,5 2 0 0 0,-11 127 0 0 0,27-196-208 0 0,1 0 0 0 0,0 0 0 0 0,1 1 0 0 0,1-1-1 0 0,1 0 1 0 0,8 29 0 0 0,-9-41-89 0 0,-1 0-1 0 0,1 0 0 0 0,-1 0 1 0 0,1 0-1 0 0,0 0 1 0 0,1 0-1 0 0,-1-1 1 0 0,1 1-1 0 0,-1-1 1 0 0,1 0-1 0 0,0 0 0 0 0,0 0 1 0 0,1 0-1 0 0,-1 0 1 0 0,0-1-1 0 0,1 1 1 0 0,0-1-1 0 0,0 0 1 0 0,-1 0-1 0 0,1 0 0 0 0,0-1 1 0 0,1 1-1 0 0,-1-1 1 0 0,0 0-1 0 0,0 0 1 0 0,0-1-1 0 0,1 1 0 0 0,-1-1 1 0 0,0 0-1 0 0,7-1 1 0 0,3-1-898 0 0,0 0 1 0 0,0-1-1 0 0,0-1 1 0 0,-1-1-1 0 0,0 0 1 0 0,16-8-1 0 0,3-2-2309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308 130 1620 0 0,'-2'-7'955'0'0,"0"0"-1"0"0,0-1 1 0 0,-1 1-1 0 0,0 0 1 0 0,-4-9 0 0 0,4 12-702 0 0,1 0 1 0 0,-1 0 0 0 0,0 0 0 0 0,0 0 0 0 0,0 1 0 0 0,0-1-1 0 0,-1 1 1 0 0,0 0 0 0 0,1 0 0 0 0,-1 0 0 0 0,0 0 0 0 0,0 1-1 0 0,-1 0 1 0 0,-7-4 0 0 0,7 5-151 0 0,0 1 1 0 0,-1 0-1 0 0,1 0 1 0 0,0 0-1 0 0,0 0 0 0 0,0 1 1 0 0,0-1-1 0 0,0 1 1 0 0,0 1-1 0 0,0-1 0 0 0,0 1 1 0 0,1 0-1 0 0,-8 4 0 0 0,2 0-20 0 0,0 0-1 0 0,1 1 0 0 0,0 0 0 0 0,1 0 0 0 0,0 1 1 0 0,0 0-1 0 0,0 1 0 0 0,1 0 0 0 0,0 0 0 0 0,-6 12 1 0 0,4-4-36 0 0,0 0 1 0 0,1 0 0 0 0,1 1-1 0 0,0 0 1 0 0,-4 24 0 0 0,9-36-31 0 0,2 1 1 0 0,-1-1-1 0 0,1 1 1 0 0,0-1 0 0 0,0 0-1 0 0,2 13 1 0 0,-2-18-15 0 0,0 1 1 0 0,1 0-1 0 0,-1-1 0 0 0,0 1 1 0 0,1-1-1 0 0,-1 1 1 0 0,1 0-1 0 0,0-1 0 0 0,-1 1 1 0 0,1-1-1 0 0,0 0 1 0 0,0 1-1 0 0,0-1 1 0 0,0 0-1 0 0,0 1 0 0 0,0-1 1 0 0,1 0-1 0 0,-1 0 1 0 0,0 0-1 0 0,1 0 0 0 0,-1 0 1 0 0,0 0-1 0 0,1 0 1 0 0,-1-1-1 0 0,1 1 1 0 0,-1 0-1 0 0,1-1 0 0 0,0 0 1 0 0,-1 1-1 0 0,1-1 1 0 0,0 0-1 0 0,-1 1 0 0 0,1-1 1 0 0,2 0-1 0 0,4-2-9 0 0,1 1 1 0 0,-1-1-1 0 0,1 0 0 0 0,-1-1 0 0 0,0 0 0 0 0,0 0 1 0 0,0-1-1 0 0,0 0 0 0 0,-1 0 0 0 0,0-1 0 0 0,0 0 0 0 0,0 0 1 0 0,0-1-1 0 0,-1 0 0 0 0,0 0 0 0 0,0 0 0 0 0,0-1 1 0 0,-1 0-1 0 0,0 0 0 0 0,5-9 0 0 0,0-3 3 0 0,0-1-1 0 0,-1 0 1 0 0,-1 0-1 0 0,0-1 1 0 0,-2 0-1 0 0,-1 0 1 0 0,4-23-1 0 0,-6 25 53 0 0,3-21-79 0 0,-5 31 15 0 0,-3 16 31 0 0,-5 34 23 0 0,2 0 0 0 0,1 1 0 0 0,3 0 0 0 0,4 60 0 0 0,-2-89-632 0 0,1 0 1 0 0,6 23 0 0 0,-6-31-366 0 0,0 1 1 0 0,0-1 0 0 0,0-1-1 0 0,1 1 1 0 0,5 7 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39 2080 0 0,'-1'-2'333'0'0,"-1"-2"430"0"0,1 0 0 0 0,-1 0 0 0 0,1 1 0 0 0,-1-1 0 0 0,0 0 0 0 0,-5-5 0 0 0,7 9-666 0 0,0-1-1 0 0,-1 1 1 0 0,1 0-1 0 0,-1-1 0 0 0,1 1 1 0 0,-1 0-1 0 0,1-1 0 0 0,0 1 1 0 0,-1 0-1 0 0,1 0 1 0 0,-1 0-1 0 0,1-1 0 0 0,-1 1 1 0 0,1 0-1 0 0,-1 0 0 0 0,0 0 1 0 0,1 0-1 0 0,-1 0 1 0 0,1 0-1 0 0,-1 0 0 0 0,1 0 1 0 0,-2 0-1 0 0,1 1-30 0 0,0-1 1 0 0,0 1-1 0 0,-1 0 0 0 0,1-1 1 0 0,0 1-1 0 0,0 0 0 0 0,0 0 0 0 0,0 0 1 0 0,0 0-1 0 0,0 0 0 0 0,0 0 1 0 0,-1 2-1 0 0,-10 16 433 0 0,1 0 0 0 0,1 1 0 0 0,1 0 0 0 0,1 0 0 0 0,1 1 0 0 0,-6 27 0 0 0,7-29-303 0 0,-110 514 1341 0 0,109-482-1344 0 0,7-48-139 0 0,3-22-61 0 0,2-1-6 0 0,1 1 0 0 0,0 0-1 0 0,2 1 1 0 0,0 0 0 0 0,11-19-1 0 0,-14 28 3 0 0,1 0-1 0 0,0 1 1 0 0,1-1 0 0 0,0 1-1 0 0,0 0 1 0 0,1 0 0 0 0,0 1-1 0 0,0 0 1 0 0,1 1 0 0 0,16-10-1 0 0,-23 15 16 0 0,0 1 0 0 0,0-1-1 0 0,0 1 1 0 0,0-1 0 0 0,0 1 0 0 0,0 0-1 0 0,0 0 1 0 0,0 0 0 0 0,0 0 0 0 0,0 0-1 0 0,0 0 1 0 0,0 1 0 0 0,0-1-1 0 0,0 1 1 0 0,-1-1 0 0 0,4 2 0 0 0,-2-1 6 0 0,1 1-1 0 0,0 0 1 0 0,-1 0 0 0 0,0 0 0 0 0,1 0 0 0 0,-1 0 0 0 0,3 4 0 0 0,0 0 78 0 0,-1 1 0 0 0,0-1 1 0 0,0 1-1 0 0,-1 0 0 0 0,1 0 1 0 0,-2 1-1 0 0,1-1 0 0 0,-1 1 1 0 0,0 0-1 0 0,-1 0 0 0 0,0 0 1 0 0,0 0-1 0 0,-1 0 0 0 0,0 1 1 0 0,0-1-1 0 0,-1 0 0 0 0,0 0 1 0 0,-2 15-1 0 0,1-11 74 0 0,-2-1 0 0 0,1 0 1 0 0,-1 1-1 0 0,0-1 0 0 0,-1-1 0 0 0,-1 1 1 0 0,0 0-1 0 0,0-1 0 0 0,-1 0 0 0 0,0-1 0 0 0,-1 1 1 0 0,-15 16-1 0 0,17-21-136 0 0,-1 0 1 0 0,1-1 0 0 0,-1 0-1 0 0,0 0 1 0 0,0 0-1 0 0,-1-1 1 0 0,1 1-1 0 0,-1-2 1 0 0,0 1 0 0 0,1-1-1 0 0,-1 0 1 0 0,0 0-1 0 0,0-1 1 0 0,-1 0 0 0 0,1 0-1 0 0,0-1 1 0 0,0 0-1 0 0,0 0 1 0 0,0-1-1 0 0,-1 1 1 0 0,1-2 0 0 0,0 1-1 0 0,0-1 1 0 0,0 0-1 0 0,1 0 1 0 0,-1-1-1 0 0,0 0 1 0 0,1 0 0 0 0,-12-8-1 0 0,17 10-155 0 0,-1 0 0 0 0,1-1 0 0 0,0 1 0 0 0,-1 0 0 0 0,1-1 0 0 0,0 1 0 0 0,0-1 0 0 0,0 1 0 0 0,0-1 0 0 0,0 0 1 0 0,0 1-1 0 0,1-1 0 0 0,-1 0 0 0 0,0 0 0 0 0,1 1 0 0 0,0-1 0 0 0,-1 0 0 0 0,1 0 0 0 0,0 0 0 0 0,0 0 0 0 0,0 1 0 0 0,0-1 0 0 0,0 0 0 0 0,0 0 0 0 0,0 0 0 0 0,1 0 0 0 0,-1 1 0 0 0,1-1 0 0 0,0 0 0 0 0,-1 0 0 0 0,1 1 0 0 0,0-1 0 0 0,2-3 0 0 0,2-4-1626 0 0,2 0 1 0 0,-1 1-1 0 0,1 0 0 0 0,12-12 1 0 0,-17 18 1205 0 0,16-15-4161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4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23 952 0 0,'-18'10'13269'0'0,"18"-9"-13061"0"0,17 0-224 0 0,0-1 0 0 0,0 0 0 0 0,0-1 0 0 0,-1-1 0 0 0,20-4 0 0 0,19-2-1678 0 0,34-4-4467 0 0,-57 7 2087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4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78 2288 0 0,'1'-7'1931'0'0,"0"0"-1"0"0,-1 1 1 0 0,0-1 0 0 0,0 0-1 0 0,-1-7 1 0 0,0 12-1810 0 0,1 1-1 0 0,0 0 1 0 0,0-1 0 0 0,0 1 0 0 0,-1 0-1 0 0,1 0 1 0 0,-1-1 0 0 0,1 1 0 0 0,-1 0-1 0 0,1 0 1 0 0,-1 0 0 0 0,0-1 0 0 0,0 1-1 0 0,0 0 1 0 0,1 0 0 0 0,-1 0 0 0 0,0 0-1 0 0,0 0 1 0 0,0 1 0 0 0,0-1 0 0 0,0 0-1 0 0,-1 0 1 0 0,1 1 0 0 0,0-1 0 0 0,0 1-1 0 0,0-1 1 0 0,-1 1 0 0 0,1-1 0 0 0,0 1-1 0 0,-1 0 1 0 0,1 0 0 0 0,0-1 0 0 0,-1 1-1 0 0,1 0 1 0 0,0 0 0 0 0,-2 1 0 0 0,-7 0-66 0 0,1 1-1 0 0,-1 1 1 0 0,1 0 0 0 0,0 0 0 0 0,0 1 0 0 0,0 0-1 0 0,1 1 1 0 0,-1-1 0 0 0,1 2 0 0 0,0-1 0 0 0,0 1-1 0 0,1 1 1 0 0,0-1 0 0 0,-12 15 0 0 0,1 0-35 0 0,1 1 0 0 0,2 1 0 0 0,0 0 0 0 0,-13 29 0 0 0,20-36-3 0 0,0 1-1 0 0,2 0 0 0 0,0 1 0 0 0,1 0 1 0 0,1-1-1 0 0,1 2 0 0 0,-3 26 0 0 0,6-39-28 0 0,0 0 0 0 0,1 0 0 0 0,-1 1 0 0 0,1-1 0 0 0,0 0 0 0 0,1 0 0 0 0,-1 0-1 0 0,1 0 1 0 0,0 0 0 0 0,1 0 0 0 0,3 6 0 0 0,-3-8-43 0 0,-1-1 1 0 0,1 1-1 0 0,0-1 0 0 0,1 0 1 0 0,-1 0-1 0 0,0 0 1 0 0,1 0-1 0 0,0 0 0 0 0,-1-1 1 0 0,1 0-1 0 0,0 1 0 0 0,0-2 1 0 0,0 1-1 0 0,1 0 1 0 0,-1-1-1 0 0,0 0 0 0 0,6 1 1 0 0,-3-1-392 0 0,-1 0 0 0 0,1 0 1 0 0,-1-1-1 0 0,1 0 1 0 0,-1-1-1 0 0,1 0 0 0 0,-1 0 1 0 0,1 0-1 0 0,10-4 0 0 0,-7 2-1073 0 0,-1-1-1 0 0,0 0 0 0 0,10-6 1 0 0,4-5-3806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90 1920 0 0,'-15'-21'4521'0'0,"11"17"-3552"0"0,1 0-1 0 0,0 0 0 0 0,0 0 1 0 0,0 0-1 0 0,0-1 1 0 0,-3-9-1 0 0,6 13-898 0 0,0 0 1 0 0,0 0 0 0 0,0 0-1 0 0,1 0 1 0 0,-1 0-1 0 0,0 0 1 0 0,1 0-1 0 0,-1 0 1 0 0,1 1 0 0 0,-1-1-1 0 0,1 0 1 0 0,-1 0-1 0 0,1 0 1 0 0,0 1-1 0 0,-1-1 1 0 0,1 0 0 0 0,0 0-1 0 0,0 1 1 0 0,-1-1-1 0 0,1 1 1 0 0,0-1-1 0 0,1 0 1 0 0,0 0 18 0 0,0 0 1 0 0,0-1-1 0 0,0 1 0 0 0,0 0 1 0 0,0 0-1 0 0,0 0 1 0 0,0 1-1 0 0,0-1 0 0 0,1 0 1 0 0,2 1-1 0 0,-2-1-40 0 0,0 1 0 0 0,1 0 0 0 0,-1 1-1 0 0,0-1 1 0 0,1 0 0 0 0,-1 1 0 0 0,0 0 0 0 0,0 0 0 0 0,0 0-1 0 0,1 0 1 0 0,-1 0 0 0 0,0 1 0 0 0,0-1 0 0 0,-1 1 0 0 0,1 0-1 0 0,0 0 1 0 0,-1 0 0 0 0,1 0 0 0 0,-1 1 0 0 0,1-1 0 0 0,-1 0-1 0 0,0 1 1 0 0,0 0 0 0 0,0-1 0 0 0,0 1 0 0 0,-1 0 0 0 0,1 0-1 0 0,-1 0 1 0 0,0 0 0 0 0,0 1 0 0 0,0-1 0 0 0,0 0 0 0 0,0 0-1 0 0,-1 1 1 0 0,1-1 0 0 0,-1 0 0 0 0,0 0 0 0 0,0 1 0 0 0,0-1-1 0 0,-1 4 1 0 0,-1 3 119 0 0,0 0 0 0 0,0 1 0 0 0,-1-2 0 0 0,0 1 0 0 0,-1 0 0 0 0,-5 9 0 0 0,-34 55 757 0 0,-2 3-379 0 0,40-66-518 0 0,3-7-6 0 0,0 0-1 0 0,0 0 0 0 0,0 0 1 0 0,1 0-1 0 0,0 0 1 0 0,-1 0-1 0 0,1 1 0 0 0,0 7 1 0 0,1-11-18 0 0,0 0 1 0 0,0-1-1 0 0,1 1 0 0 0,-1 0 1 0 0,0 0-1 0 0,0-1 0 0 0,1 1 1 0 0,-1 0-1 0 0,1 0 1 0 0,-1-1-1 0 0,1 1 0 0 0,-1 0 1 0 0,1-1-1 0 0,-1 1 0 0 0,1-1 1 0 0,-1 1-1 0 0,1-1 1 0 0,0 1-1 0 0,-1-1 0 0 0,1 1 1 0 0,0-1-1 0 0,0 1 0 0 0,-1-1 1 0 0,1 0-1 0 0,0 0 1 0 0,0 1-1 0 0,-1-1 0 0 0,1 0 1 0 0,0 0-1 0 0,1 0 0 0 0,25 2 37 0 0,-3-5-317 0 0,-1 0 1 0 0,0-1-1 0 0,0-1 0 0 0,29-11 1 0 0,86-41-5700 0 0,-82 28 61 0 0,-30 15 713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68 888 0 0,'-9'-8'3038'0'0,"0"-1"0"0"0,0 0 0 0 0,-13-18 0 0 0,22 27-2980 0 0,0 0 1 0 0,-1-1-1 0 0,1 1 0 0 0,0 0 1 0 0,0 0-1 0 0,-1-1 0 0 0,1 1 1 0 0,0 0-1 0 0,0-1 1 0 0,0 1-1 0 0,-1 0 0 0 0,1 0 1 0 0,0-1-1 0 0,0 1 0 0 0,0 0 1 0 0,0-1-1 0 0,0 1 1 0 0,0 0-1 0 0,0-1 0 0 0,0 1 1 0 0,0 0-1 0 0,0-1 0 0 0,0 1 1 0 0,0 0-1 0 0,0-1 1 0 0,0 1-1 0 0,0 0 0 0 0,0-1 1 0 0,0 1-1 0 0,0 0 0 0 0,0-1 1 0 0,1 1-1 0 0,-1 0 1 0 0,0-1-1 0 0,0 1 0 0 0,0 0 1 0 0,1 0-1 0 0,-1-1 0 0 0,0 1 1 0 0,0 0-1 0 0,0 0 1 0 0,1-1-1 0 0,-1 1 0 0 0,0 0 1 0 0,1 0-1 0 0,-1 0 0 0 0,0-1 1 0 0,0 1-1 0 0,1 0 1 0 0,-1 0-1 0 0,0 0 0 0 0,1 0 1 0 0,-1 0-1 0 0,0 0 0 0 0,1 0 1 0 0,-1 0-1 0 0,0 0 1 0 0,1 0-1 0 0,-1 0 0 0 0,1 0 1 0 0,-1 0-1 0 0,1 0 1 0 0,19 2 697 0 0,-15 0-627 0 0,0 0 1 0 0,1 1-1 0 0,-2-1 1 0 0,1 1-1 0 0,0 0 1 0 0,0 0 0 0 0,-1 0-1 0 0,0 1 1 0 0,7 7-1 0 0,31 40 460 0 0,-25-26-398 0 0,-2 0 0 0 0,-1 1 1 0 0,-1 0-1 0 0,-1 1 0 0 0,-2 1 1 0 0,12 45-1 0 0,-10-18-37 0 0,-2 1-1 0 0,5 85 1 0 0,-14-91-72 0 0,-2-1 0 0 0,-2 1 0 0 0,-2-1 1 0 0,-2 1-1 0 0,-2-2 0 0 0,-27 80 0 0 0,10-57-1248 0 0,-3-2 1 0 0,-3-1-1 0 0,-71 110 0 0 0,96-166 283 0 0,-16 22-1878 0 0,6-14-3044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6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77 1508 0 0,'2'-77'11006'0'0,"-16"100"-9438"0"0,-105 409 3125 0 0,98-344-4329 0 0,-14 67 1 0 0,30-124-323 0 0,1-1 0 0 0,2 1 0 0 0,1 34 0 0 0,1-63-38 0 0,0 4 6 0 0,0-1 1 0 0,1 0-1 0 0,0 0 0 0 0,0 0 1 0 0,2 7-1 0 0,-2-11-5 0 0,-1 1 0 0 0,1-1-1 0 0,-1 0 1 0 0,1 0 0 0 0,0 1 0 0 0,0-1 0 0 0,0 0-1 0 0,0 0 1 0 0,0 0 0 0 0,0 0 0 0 0,0 0 0 0 0,0 0 0 0 0,0 0-1 0 0,0 0 1 0 0,0 0 0 0 0,1 0 0 0 0,-1-1 0 0 0,0 1-1 0 0,1-1 1 0 0,-1 1 0 0 0,0-1 0 0 0,1 1 0 0 0,-1-1 0 0 0,1 0-1 0 0,2 1 1 0 0,5-2-211 0 0,-1 0-1 0 0,0 0 1 0 0,1 0 0 0 0,-1-1 0 0 0,0-1-1 0 0,0 1 1 0 0,0-1 0 0 0,0-1-1 0 0,0 1 1 0 0,-1-1 0 0 0,1-1-1 0 0,-1 0 1 0 0,0 0 0 0 0,7-6-1 0 0,6-7-2336 0 0,0 0-1 0 0,-1-1 1 0 0,23-30-1 0 0,-28 30-1646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46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91 174 2316 0 0,'-35'-2'5439'0'0,"27"2"-4254"0"0,1 0 0 0 0,-1-1 0 0 0,1 0 1 0 0,-12-3-1 0 0,17 4-670 0 0,2 0-485 0 0,-1 0 0 0 0,1 0 0 0 0,0 0 0 0 0,0-1 0 0 0,-1 1 0 0 0,1 0 0 0 0,0 0 0 0 0,0 0 0 0 0,-1 0 0 0 0,1-1 0 0 0,0 1 0 0 0,0 0 0 0 0,0 0 0 0 0,-1 0 0 0 0,1-1 0 0 0,0 1 0 0 0,0 0 0 0 0,0 0 0 0 0,0-1 0 0 0,0 1 0 0 0,-1 0 0 0 0,1 0 0 0 0,0-1 0 0 0,0 1 0 0 0,0 0 0 0 0,0-1 0 0 0,0 1 0 0 0,0 0 0 0 0,0 0 0 0 0,0-1 0 0 0,0 1 0 0 0,0 0 0 0 0,0-1 0 0 0,0 1 0 0 0,0-1 0 0 0,11-6 137 0 0,0 1 0 0 0,0-1-1 0 0,1 2 1 0 0,20-8 0 0 0,55-14 58 0 0,-43 15-136 0 0,184-42-25 0 0,-156 38-241 0 0,-45 11-19 0 0,-24 4 150 0 0,16-1-951 0 0,-19 1 797 0 0,1 1-1 0 0,0 0 0 0 0,-1 0 1 0 0,1 0-1 0 0,0 0 0 0 0,-1 0 1 0 0,1 0-1 0 0,0-1 1 0 0,-1 1-1 0 0,1 1 0 0 0,0-1 1 0 0,-1 0-1 0 0,1 0 1 0 0,0 0-1 0 0,-1 0 0 0 0,1 0 1 0 0,0 1-1 0 0,-1-1 0 0 0,1 0 1 0 0,0 0-1 0 0,-1 1 1 0 0,1-1-1 0 0,-1 1 0 0 0,1-1 1 0 0,-1 0-1 0 0,1 1 0 0 0,0 0 1 0 0,-1 1-267 0 0,0 3 356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9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261 114 580 0 0,'12'-7'1491'0'0,"0"-1"1"0"0,-1 0-1 0 0,0-1 0 0 0,9-9 1 0 0,-19 16-1094 0 0,0 2-349 0 0,-1 0-1 0 0,1-1 1 0 0,-1 1-1 0 0,0-1 1 0 0,1 1-1 0 0,-1-1 0 0 0,0 1 1 0 0,0-1-1 0 0,1 1 1 0 0,-1-1-1 0 0,0 1 0 0 0,0-1 1 0 0,0 1-1 0 0,0-1 1 0 0,0 0-1 0 0,0 1 1 0 0,0-1-1 0 0,0 1 0 0 0,0-1 1 0 0,0 1-1 0 0,0-1 1 0 0,0 1-1 0 0,0-1 0 0 0,0 0 1 0 0,-1 0-1 0 0,1 0 7 0 0,0-1 0 0 0,0 1 0 0 0,0-1 0 0 0,-1 1 0 0 0,1 0 0 0 0,-1-1 0 0 0,1 1 0 0 0,-1 0 0 0 0,1-1 0 0 0,-1 1 0 0 0,-1-2 0 0 0,-3-1-16 0 0,1 1 1 0 0,-1 0 0 0 0,-1 0-1 0 0,1 0 1 0 0,0 1 0 0 0,-1-1-1 0 0,1 1 1 0 0,-1 1 0 0 0,0-1 0 0 0,1 1-1 0 0,-1 0 1 0 0,0 0 0 0 0,0 0-1 0 0,0 1 1 0 0,0 0 0 0 0,0 0-1 0 0,1 1 1 0 0,-1 0 0 0 0,0 0 0 0 0,-8 2-1 0 0,5 0-41 0 0,1 0 1 0 0,0 0-1 0 0,0 1 0 0 0,1 0 0 0 0,-1 0 1 0 0,1 0-1 0 0,0 1 0 0 0,0 0 0 0 0,0 1 0 0 0,1 0 1 0 0,0 0-1 0 0,0 0 0 0 0,-9 13 0 0 0,1 2 18 0 0,1 1 0 0 0,0 1-1 0 0,-16 43 1 0 0,24-53 2 0 0,1 1-1 0 0,1 0 1 0 0,0 0 0 0 0,0 0-1 0 0,1 0 1 0 0,1 0-1 0 0,1 0 1 0 0,1 22 0 0 0,-1-33-15 0 0,0 0 0 0 0,1 0 0 0 0,-1 0 0 0 0,1 0 0 0 0,0 0 1 0 0,0 0-1 0 0,0-1 0 0 0,0 1 0 0 0,0 0 0 0 0,1 0 0 0 0,-1-1 0 0 0,1 1 1 0 0,0-1-1 0 0,0 1 0 0 0,0-1 0 0 0,0 0 0 0 0,0 0 0 0 0,0 0 0 0 0,0 0 0 0 0,1 0 1 0 0,-1 0-1 0 0,1 0 0 0 0,-1-1 0 0 0,1 0 0 0 0,3 2 0 0 0,-2-2-7 0 0,0 0-1 0 0,0-1 1 0 0,0 1-1 0 0,0-1 1 0 0,0 0-1 0 0,0 0 0 0 0,0-1 1 0 0,0 1-1 0 0,0-1 1 0 0,0 0-1 0 0,0 0 1 0 0,0 0-1 0 0,0 0 1 0 0,-1-1-1 0 0,1 1 1 0 0,0-1-1 0 0,-1 0 0 0 0,1 0 1 0 0,2-3-1 0 0,1 0 4 0 0,0-1 0 0 0,0 0 0 0 0,-1-1-1 0 0,0 1 1 0 0,0-1 0 0 0,-1 0-1 0 0,0-1 1 0 0,0 1 0 0 0,7-16-1 0 0,0-7 10 0 0,13-43 0 0 0,-6 17-125 0 0,-19 53 181 0 0,1 4-57 0 0,0-1 0 0 0,-1 1 1 0 0,1-1-1 0 0,0 0 0 0 0,-1 1 1 0 0,1-1-1 0 0,-1 1 0 0 0,1 0 1 0 0,-1-1-1 0 0,1 1 0 0 0,-1-1 1 0 0,1 1-1 0 0,-1 0 0 0 0,1-1 1 0 0,-1 2-1 0 0,3 41 84 0 0,-3-23 7 0 0,2 0-1 0 0,4 21 1 0 0,-5-36-155 0 0,0 1 0 0 0,0-1 0 0 0,1 0 0 0 0,0 0 0 0 0,0 0 0 0 0,1 0 0 0 0,-1 0 0 0 0,1 0 0 0 0,0-1 0 0 0,0 1 0 0 0,1-1 0 0 0,5 6 0 0 0,-6-8-566 0 0,0 1-1 0 0,1-1 0 0 0,-1 0 0 0 0,1-1 0 0 0,0 1 1 0 0,-1-1-1 0 0,8 3 0 0 0,2-2-3066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9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9 129 1660 0 0,'-8'-5'8676'0'0,"34"0"-7830"0"0,-1-1-1 0 0,49-18 0 0 0,50-28-1200 0 0,-87 35-312 0 0,-1-2-5009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0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7 212 0 0,'-14'-4'6089'0'0,"13"3"-5970"0"0,0 1 1 0 0,0 0-1 0 0,0-1 0 0 0,0 1 0 0 0,0 0 0 0 0,0 0 0 0 0,0 0 0 0 0,0 0 0 0 0,0 0 1 0 0,0 0-1 0 0,0 0 0 0 0,0 0 0 0 0,0 0 0 0 0,0 0 0 0 0,0 1 0 0 0,0-1 1 0 0,1 0-1 0 0,-1 1 0 0 0,0-1 0 0 0,0 1 0 0 0,0-1 0 0 0,0 1 0 0 0,0-1 0 0 0,1 1 1 0 0,-1 0-1 0 0,0-1 0 0 0,0 1 0 0 0,1 0 0 0 0,-1-1 0 0 0,0 1 0 0 0,1 0 1 0 0,-1 0-1 0 0,1 0 0 0 0,-1 0 0 0 0,1 0 0 0 0,0-1 0 0 0,-1 1 0 0 0,1 0 0 0 0,0 0 1 0 0,-1 0-1 0 0,1 0 0 0 0,0 0 0 0 0,0 2 0 0 0,-2 8 350 0 0,1-1 0 0 0,0 1 0 0 0,1 15 0 0 0,0-8 33 0 0,-7 83 331 0 0,-2 28-801 0 0,10-43-4532 0 0,0-71 1213 0 0,2-3-1308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78 716 0 0,'17'-77'10194'0'0,"-15"93"-9729"0"0,0 0 0 0 0,-2 0 1 0 0,0 0-1 0 0,0 0 1 0 0,-2 0-1 0 0,-6 32 0 0 0,2-8-164 0 0,-61 340 482 0 0,63-350-514 0 0,7-23-71 0 0,7-20-170 0 0,2-10-26 0 0,1 0 1 0 0,26-31-1 0 0,-35 48-8 0 0,0 1 0 0 0,1 0 0 0 0,0 1 0 0 0,0-1-1 0 0,0 1 1 0 0,0 0 0 0 0,1 0 0 0 0,-1 0 0 0 0,1 1 0 0 0,0 0 0 0 0,0 0 0 0 0,1 1 0 0 0,-1-1 0 0 0,0 1 0 0 0,10-1-1 0 0,-12 2 9 0 0,1 1 0 0 0,-1-1 0 0 0,1 1-1 0 0,-1 0 1 0 0,1 1 0 0 0,-1-1-1 0 0,1 1 1 0 0,-1 0 0 0 0,1 0 0 0 0,-1 0-1 0 0,0 1 1 0 0,1-1 0 0 0,-1 1-1 0 0,0 0 1 0 0,0 0 0 0 0,0 1-1 0 0,0-1 1 0 0,-1 1 0 0 0,1 0 0 0 0,-1 0-1 0 0,1 0 1 0 0,-1 0 0 0 0,0 1-1 0 0,0-1 1 0 0,-1 1 0 0 0,1 0 0 0 0,-1 0-1 0 0,0 0 1 0 0,0 0 0 0 0,0 0-1 0 0,0 0 1 0 0,1 6 0 0 0,-1-3 39 0 0,0 0 1 0 0,-1 0-1 0 0,0 1 1 0 0,0-1-1 0 0,0 0 1 0 0,-1 1-1 0 0,0-1 0 0 0,-1 0 1 0 0,0 1-1 0 0,0-1 1 0 0,0 0-1 0 0,-1 0 1 0 0,0 0-1 0 0,0 0 1 0 0,-1 0-1 0 0,0 0 1 0 0,0 0-1 0 0,-1-1 0 0 0,-4 7 1 0 0,3-6 28 0 0,-1-1 0 0 0,1 1 0 0 0,-2-1 0 0 0,1 0 0 0 0,-1-1 0 0 0,0 1 0 0 0,0-1 0 0 0,0-1 0 0 0,-9 5 0 0 0,10-6-42 0 0,0-1-1 0 0,1 0 1 0 0,-2-1-1 0 0,1 1 0 0 0,0-1 1 0 0,0 0-1 0 0,0 0 1 0 0,-1-1-1 0 0,1 0 1 0 0,0 0-1 0 0,0 0 1 0 0,-1-1-1 0 0,-10-3 1 0 0,15 4-97 0 0,-20-5 238 0 0,21 5-221 0 0,0-1 0 0 0,0 1 0 0 0,0 0 0 0 0,0 0 0 0 0,1-1 0 0 0,-1 1 0 0 0,0-1 0 0 0,0 1 0 0 0,0 0 0 0 0,1-1 1 0 0,-1 0-1 0 0,0 1 0 0 0,1-1 0 0 0,-1 1 0 0 0,0-1 0 0 0,1 0 0 0 0,-1 1 0 0 0,1-1 0 0 0,-1 0 0 0 0,1 0 0 0 0,-1 0 0 0 0,1 1 0 0 0,-1-3 0 0 0,2 1-444 0 0,-1-1 0 0 0,1 1 0 0 0,0-1 0 0 0,0 1 0 0 0,0 0 0 0 0,0-1 0 0 0,0 1 0 0 0,1 0 0 0 0,-1 0 0 0 0,1 0 0 0 0,-1 0 1 0 0,1 0-1 0 0,0 0 0 0 0,0 0 0 0 0,0 0 0 0 0,0 1 0 0 0,3-3 0 0 0,-3 3-141 0 0,11-11-3874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66 1628 0 0,'-9'15'10928'0'0,"14"-15"-10737"0"0,-1 1 0 0 0,0-1 0 0 0,1 0-1 0 0,-1 1 1 0 0,1-2 0 0 0,-1 1-1 0 0,1-1 1 0 0,-1 1 0 0 0,6-3 0 0 0,46-15 118 0 0,-31 8-117 0 0,21-3-102 0 0,9-4-1745 0 0,-21 3-2414 0 0,-24 9 1064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28 252 0 0,'-41'-28'12093'0'0,"30"40"-10289"0"0,-46 266 418 0 0,47-221-2222 0 0,8-43-461 0 0,-6 49-2417 0 0,8-57 1576 0 0,0 0 1 0 0,0-1-1 0 0,1 1 1 0 0,2 11 0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161 117 108 0 0,'31'-35'5577'0'0,"24"-30"5167"0"0,-54 64-10419 0 0,0 0 0 0 0,0 0 1 0 0,0-1-1 0 0,1 1 0 0 0,-1 0 0 0 0,-1-1 0 0 0,1 1 1 0 0,0-1-1 0 0,1-3 0 0 0,-8 7-285 0 0,-1 0-1 0 0,1 0 1 0 0,0 1-1 0 0,0 0 1 0 0,0 0-1 0 0,0 0 0 0 0,0 0 1 0 0,0 1-1 0 0,1 0 1 0 0,0 0-1 0 0,-9 10 1 0 0,-8 8-18 0 0,-20 28 0 0 0,41-49-18 0 0,-3 4-1 0 0,-20 26-5 0 0,-24 38 0 0 0,43-61-2 0 0,0 1 1 0 0,0 0-1 0 0,1 0 1 0 0,1 0-1 0 0,-1 0 0 0 0,1 1 1 0 0,1-1-1 0 0,0 1 1 0 0,0 0-1 0 0,0 10 1 0 0,1-14 24 0 0,1-4-19 0 0,0-1-1 0 0,0 0 0 0 0,0 0 1 0 0,0 1-1 0 0,1-1 0 0 0,-1 0 1 0 0,0 1-1 0 0,1-1 0 0 0,-1 0 1 0 0,0 0-1 0 0,1 0 0 0 0,0 0 1 0 0,-1 1-1 0 0,1-1 0 0 0,0 0 1 0 0,0 1-1 0 0,9 10 26 0 0,4-3 0 0 0,-8-6-164 0 0,0-1 0 0 0,0 0 1 0 0,1 0-1 0 0,-1-1 1 0 0,0 0-1 0 0,1 0 0 0 0,-1 0 1 0 0,1-1-1 0 0,-1 0 1 0 0,9-1-1 0 0,6-2-3940 0 0,35-9 1 0 0,-44 9 1463 0 0,7-2-2975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1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41 124 644 0 0,'-11'-7'5855'0'0,"7"5"-4497"0"0,-1-1 0 0 0,1 0 1 0 0,0-1-1 0 0,1 1 0 0 0,-5-5 1 0 0,7 7-1146 0 0,23-14 308 0 0,117-35-423 0 0,-78 33-4643 0 0,-50 13 2891 0 0,7-3-5224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1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2 180 0 0,'-18'13'3747'0'0,"1"0"0"0"0,-21 22 0 0 0,41-32-3030 0 0,-3-3-702 0 0,0 0 0 0 0,0 0 0 0 0,0 1 0 0 0,0-1-1 0 0,0 0 1 0 0,0 0 0 0 0,0 1 0 0 0,0-1 0 0 0,0 0 0 0 0,0 0 0 0 0,0 0-1 0 0,0 1 1 0 0,0-1 0 0 0,0 0 0 0 0,1 0 0 0 0,-1 0 0 0 0,0 0-1 0 0,0 1 1 0 0,0-1 0 0 0,0 0 0 0 0,0 0 0 0 0,1 0 0 0 0,-1 0 0 0 0,0 0-1 0 0,0 1 1 0 0,0-1 0 0 0,1 0 0 0 0,-1 0 0 0 0,0 0 0 0 0,0 0-1 0 0,0 0 1 0 0,1 0 0 0 0,-1 0 0 0 0,0 0 0 0 0,0 0 0 0 0,0 0-1 0 0,1 0 1 0 0,-1 0 0 0 0,25-1 274 0 0,-1-1 0 0 0,0-2 0 0 0,34-8 1 0 0,27-14-3152 0 0,-41 9-1929 0 0,-19 9 974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12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58 552 0 0,'3'-5'1976'0'0,"-1"0"1"0"0,0-1-1 0 0,0 1 0 0 0,-1-1 0 0 0,1 1 1 0 0,-1-1-1 0 0,0-11 1632 0 0,-13 38-3327 0 0,-7 16-239 0 0,1 0 0 0 0,2 1 0 0 0,1 1 0 0 0,2 1 0 0 0,-12 68 0 0 0,19-54 3 0 0,6-50-26 0 0,0 1 0 0 0,0-1 0 0 0,1 0 0 0 0,0 0 1 0 0,-1 0-1 0 0,1 1 0 0 0,0-1 0 0 0,1 0 0 0 0,-1 0 0 0 0,3 5 0 0 0,-3-8 11 0 0,0 0-1 0 0,0 1 0 0 0,0-1 0 0 0,0 0 0 0 0,0 0 1 0 0,0 0-1 0 0,0 0 0 0 0,1 0 0 0 0,-1 0 0 0 0,0 0 1 0 0,1 0-1 0 0,-1 0 0 0 0,0 0 0 0 0,1-1 0 0 0,-1 1 1 0 0,1-1-1 0 0,-1 1 0 0 0,1-1 0 0 0,2 1 0 0 0,-1-1 78 0 0,1 0-1 0 0,-1 0 0 0 0,0 0 0 0 0,1-1 0 0 0,-1 1 1 0 0,0-1-1 0 0,1 0 0 0 0,-1 0 0 0 0,3-1 0 0 0,2-2 158 0 0,1 0 1 0 0,-1 0-1 0 0,-1-1 0 0 0,1 0 0 0 0,12-12 0 0 0,-10 7-160 0 0,-1 0 0 0 0,0-1 0 0 0,0 0 0 0 0,-2 0 0 0 0,1-1 0 0 0,-2 0 0 0 0,8-17 0 0 0,-6 8-25 0 0,-1 1 0 0 0,0-2-1 0 0,6-39 1 0 0,-12 55-86 0 0,0-1-1 0 0,-1 1 1 0 0,0-1-1 0 0,0 0 0 0 0,0 1 1 0 0,-1-1-1 0 0,0 1 1 0 0,0-1-1 0 0,-1 1 1 0 0,0-1-1 0 0,0 1 1 0 0,0 0-1 0 0,-1 0 1 0 0,0 0-1 0 0,0 0 1 0 0,0 0-1 0 0,-1 0 1 0 0,-6-7-1 0 0,6 9-236 0 0,-1 0 0 0 0,1 0 0 0 0,0 1 0 0 0,-1-1 0 0 0,0 1 0 0 0,0 0 0 0 0,0 0 0 0 0,0 1 0 0 0,-7-3 0 0 0,6 3-449 0 0,-1 0 0 0 0,0 0 0 0 0,1 1 0 0 0,-1 0 0 0 0,0 1 0 0 0,0-1 0 0 0,1 1 1 0 0,-12 2-1 0 0,-5 1-3511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2 672 0 0,'0'0'7901'0'0,"-14"-1"-6006"0"0,10 1-1771 0 0,0 1-1 0 0,1-1 0 0 0,-1 1 0 0 0,0 0 0 0 0,1 0 1 0 0,-1 1-1 0 0,1-1 0 0 0,-1 1 0 0 0,-3 2 0 0 0,6-4-87 0 0,2 1-22 0 0,-1 0 0 0 0,1 0 1 0 0,-1-1-1 0 0,1 1 0 0 0,0 0 0 0 0,-1-1 1 0 0,1 1-1 0 0,0 0 0 0 0,-1-1 0 0 0,1 1 1 0 0,0-1-1 0 0,0 1 0 0 0,0-1 0 0 0,0 0 1 0 0,-1 1-1 0 0,1-1 0 0 0,0 0 0 0 0,0 0 1 0 0,2 1-1 0 0,24 4 325 0 0,44-3-91 0 0,-1-3-1 0 0,89-12 1 0 0,-156 13-172 0 0,44-2 754 0 0,-44 2-698 0 0,-3 2-783 0 0,-1-1 447 0 0,1-1 1 0 0,0 1 0 0 0,-1 0-1 0 0,1 0 1 0 0,-1 0-1 0 0,1-1 1 0 0,-1 1-1 0 0,1 0 1 0 0,-1-1 0 0 0,1 1-1 0 0,-1-1 1 0 0,0 1-1 0 0,1 0 1 0 0,-1-1 0 0 0,0 1-1 0 0,0-1 1 0 0,1 0-1 0 0,-1 1 1 0 0,0-1-1 0 0,0 0 1 0 0,0 1 0 0 0,1-1-1 0 0,-1 0 1 0 0,0 0-1 0 0,0 0 1 0 0,0 0-1 0 0,0 1 1 0 0,0-1 0 0 0,0-1-1 0 0,1 1 1 0 0,-3 0-1 0 0,0 0-901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10 700 0 0,'-2'-9'8191'0'0,"1"9"-8217"0"0,1 0 0 0 0,-1 1-1 0 0,1-1 1 0 0,0 0-1 0 0,-1 1 1 0 0,1-1 0 0 0,0 1-1 0 0,-1-1 1 0 0,1 0-1 0 0,0 1 1 0 0,0-1 0 0 0,0 1-1 0 0,-1-1 1 0 0,1 1-1 0 0,0-1 1 0 0,0 1-1 0 0,0-1 1 0 0,0 1 0 0 0,0-1-1 0 0,0 1 1 0 0,0-1-1 0 0,0 1 1 0 0,0-1 0 0 0,0 1-1 0 0,0-1 1 0 0,0 1-1 0 0,0-1 1 0 0,0 1-1 0 0,1-1 1 0 0,-1 1 0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1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14 268 0 0,'7'-13'10228'0'0,"-14"21"-10226"0"0,1 1 0 0 0,0 0 0 0 0,1 0 0 0 0,0 1 0 0 0,0-1 0 0 0,-6 20 0 0 0,5-13-2 0 0,-12 26-12 0 0,-20 46-23 0 0,-31 111-1 0 0,60-165 45 0 0,-35 147-35 0 0,36-141 8 0 0,2 0-1 0 0,-1 64 0 0 0,9 42-291 0 0,-2-144 288 0 0,1 0 29 0 0,0 0-1 0 0,0 0 0 0 0,0 1 1 0 0,1-1-1 0 0,-1 0 0 0 0,0 0 1 0 0,1 0-1 0 0,0-1 1 0 0,-1 1-1 0 0,3 2 0 0 0,3-5-8 0 0,1 0 0 0 0,-1-1 0 0 0,0 1 0 0 0,0-2 0 0 0,1 1 0 0 0,-2-1-1 0 0,1 0 1 0 0,0 0 0 0 0,-1-1 0 0 0,1 1 0 0 0,-1-2 0 0 0,0 1 0 0 0,0-1 0 0 0,5-5-1 0 0,-6 5-909 0 0,-1 1 0 0 0,1-2 0 0 0,-1 1 0 0 0,0 0-1 0 0,6-11 1 0 0,-7 7-1271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20 182 672 0 0,'0'0'1413'0'0,"-12"-8"3329"0"0,12 8-4615 0 0,-1 0 0 0 0,1-1 0 0 0,-1 1 0 0 0,1 0 0 0 0,-1 0 0 0 0,1 0 0 0 0,0-1 0 0 0,-1 1-1 0 0,1 0 1 0 0,0-1 0 0 0,-1 1 0 0 0,1 0 0 0 0,0-1 0 0 0,-1 1 0 0 0,1 0 0 0 0,0-1 0 0 0,-1 1 0 0 0,1-1 0 0 0,0 1 0 0 0,0-1 0 0 0,0 1 0 0 0,0-1 0 0 0,-1 1 0 0 0,1 0 0 0 0,0-2 0 0 0,191-49 488 0 0,203-61-990 0 0,-392 111 3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97 848 0 0,'-12'1'9892'0'0,"49"-17"-9791"0"0,1 3 0 0 0,73-18-1 0 0,-64 20-742 0 0,60-12-5066 0 0,-93 20 3420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7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34 128 1348 0 0,'-5'5'1044'0'0,"1"-1"0"0"0,0 1 0 0 0,0 0 0 0 0,0 1 0 0 0,1-1 0 0 0,-6 12 0 0 0,9-16-592 0 0,5 2 92 0 0,-5-3-531 0 0,1 1 0 0 0,-1-1 0 0 0,0 0 0 0 0,0 1 0 0 0,0-1 0 0 0,1 0 0 0 0,-1 0 0 0 0,0 0 0 0 0,0 1 0 0 0,1-1 0 0 0,-1 0 0 0 0,0 0 0 0 0,1 0 0 0 0,-1 0 0 0 0,0 1 0 0 0,1-1 0 0 0,-1 0 0 0 0,0 0 0 0 0,1 0 0 0 0,-1 0 1 0 0,0 0-1 0 0,1 0 0 0 0,-1 0 0 0 0,0 0 0 0 0,1 0 0 0 0,-1 0 0 0 0,0 0 0 0 0,1 0 0 0 0,-1 0 0 0 0,16-4 78 0 0,0-1 0 0 0,-1 0-1 0 0,0-1 1 0 0,0 0 0 0 0,26-16 0 0 0,-8 4-207 0 0,131-76-5238 0 0,-134 72 2640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14 196 0 0,'-55'-14'9768'0'0,"55"14"-9666"0"0,-1 0 0 0 0,1 0-1 0 0,-1 0 1 0 0,0 0 0 0 0,1 1-1 0 0,-1-1 1 0 0,1 0 0 0 0,-1 0-1 0 0,1 0 1 0 0,-1 0 0 0 0,1 1-1 0 0,-1-1 1 0 0,1 0 0 0 0,-1 1-1 0 0,1-1 1 0 0,0 0 0 0 0,-1 1-1 0 0,1-1 1 0 0,-1 1 0 0 0,36 22 1189 0 0,-1 1 0 0 0,-1 2 0 0 0,33 33 1 0 0,-56-49-1314 0 0,-1 0 0 0 0,0 1 0 0 0,-1 0 1 0 0,0 1-1 0 0,-1 0 0 0 0,0 0 0 0 0,-1 1 1 0 0,0 0-1 0 0,-1 0 0 0 0,0 0 0 0 0,-1 0 1 0 0,-1 1-1 0 0,2 19 0 0 0,-3-8-345 0 0,-2 0 0 0 0,0-1 1 0 0,-2 1-1 0 0,-1 0 0 0 0,-1-1 0 0 0,-13 46 0 0 0,0-18-2320 0 0,-2-2 0 0 0,-28 54 0 0 0,30-71-1138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5 126 1324 0 0,'-4'-14'3842'0'0,"4"12"-3666"0"0,0 0 1 0 0,0 0-1 0 0,-1 0 1 0 0,1 0-1 0 0,1 0 1 0 0,-1 0-1 0 0,0 0 0 0 0,0 0 1 0 0,1 0-1 0 0,-1 0 1 0 0,1 0-1 0 0,-1 0 1 0 0,1 1-1 0 0,0-1 1 0 0,0 0-1 0 0,0 0 1 0 0,0 1-1 0 0,0-1 0 0 0,0 0 1 0 0,0 1-1 0 0,0-1 1 0 0,1 1-1 0 0,-1 0 1 0 0,1-1-1 0 0,-1 1 1 0 0,1 0-1 0 0,0 0 1 0 0,-1 0-1 0 0,1 0 0 0 0,0 0 1 0 0,0 0-1 0 0,-1 0 1 0 0,1 1-1 0 0,4-1 1 0 0,-4 0 27 0 0,2 2-37 0 0,-1-1-138 0 0,0 0 1 0 0,0 1-1 0 0,1 0 0 0 0,-1-1 0 0 0,0 1 0 0 0,0 1 1 0 0,0-1-1 0 0,0 0 0 0 0,0 1 0 0 0,0-1 0 0 0,-1 1 1 0 0,1 0-1 0 0,0 0 0 0 0,-1 0 0 0 0,1 0 0 0 0,2 5 1 0 0,-2-4 10 0 0,0 1 1 0 0,0 0 0 0 0,-1 0-1 0 0,0 1 1 0 0,0-1 0 0 0,0 0-1 0 0,-1 1 1 0 0,1-1 0 0 0,-1 1-1 0 0,0 0 1 0 0,0-1 0 0 0,0 7 0 0 0,-1 2 42 0 0,-1 1 0 0 0,0 0 0 0 0,-1-1 0 0 0,-5 20 0 0 0,0 2 127 0 0,6-34-156 0 0,1-1-52 0 0,0 1 1 0 0,0-1-1 0 0,0 0 0 0 0,0 0 1 0 0,0 0-1 0 0,-1 0 1 0 0,1 1-1 0 0,0-1 0 0 0,0 0 1 0 0,0 0-1 0 0,0 1 1 0 0,0-1-1 0 0,0 0 0 0 0,0 0 1 0 0,0 0-1 0 0,0 1 1 0 0,0-1-1 0 0,0 0 0 0 0,0 0 1 0 0,0 1-1 0 0,0-1 1 0 0,0 0-1 0 0,0 0 0 0 0,0 0 1 0 0,0 1-1 0 0,0-1 1 0 0,0 0-1 0 0,0 0 0 0 0,0 0 1 0 0,0 1-1 0 0,0-1 1 0 0,1 0-1 0 0,-1 1 0 0 0,0-1 1 0 0,1 0 1 0 0,-1 0-1 0 0,1 0 0 0 0,-1 0 0 0 0,0 0 0 0 0,1 0 0 0 0,-1 0 0 0 0,1 0 1 0 0,-1 0-1 0 0,0 0 0 0 0,1 0 0 0 0,-1 0 0 0 0,0 0 0 0 0,1 0 0 0 0,-1 0 1 0 0,1-1-1 0 0,-1 1 0 0 0,0 0 0 0 0,1 0 0 0 0,-1 0 0 0 0,0-1 0 0 0,1 1 1 0 0,-1 0-1 0 0,0 0 0 0 0,1-1 0 0 0,-1 1 0 0 0,0 0 0 0 0,0 0 0 0 0,1-1 1 0 0,-1 1-1 0 0,0-1 0 0 0,134-142-121 0 0,-78 81 264 0 0,-49 54 18 0 0,-1 1-1 0 0,0-1 1 0 0,-1 1 0 0 0,0-2-1 0 0,5-9 1 0 0,-10 18-166 0 0,1-1 0 0 0,-1 1 0 0 0,0 0 0 0 0,0-1 0 0 0,0 1 0 0 0,1-1 0 0 0,-1 1 0 0 0,0 0 0 0 0,0-1 0 0 0,0 1 0 0 0,0-1 0 0 0,0 1 0 0 0,0-1 0 0 0,0 1 0 0 0,0 0 0 0 0,0-1 0 0 0,0 1 0 0 0,0-1 0 0 0,0 1 0 0 0,0-1 0 0 0,0 1 0 0 0,0 0 0 0 0,0-1 0 0 0,-1 0 0 0 0,-8 2-26 0 0,-10 11-25 0 0,11-4 60 0 0,0 1 0 0 0,1 0 0 0 0,0 0 0 0 0,1 1 0 0 0,0 0 1 0 0,0 0-1 0 0,1 1 0 0 0,0-1 0 0 0,1 1 0 0 0,0 0 0 0 0,1 0 0 0 0,0 1 1 0 0,0-1-1 0 0,2 1 0 0 0,-1-1 0 0 0,2 1 0 0 0,0 20 0 0 0,0-29 4 0 0,1 0 0 0 0,0 0 0 0 0,-1 0 0 0 0,1 0 0 0 0,0 0 0 0 0,0-1 0 0 0,1 1 0 0 0,-1 0 0 0 0,1-1 0 0 0,-1 1 0 0 0,1-1 0 0 0,0 0 0 0 0,0 1 0 0 0,0-1-1 0 0,0 0 1 0 0,4 4 0 0 0,-1-3 23 0 0,0-1-1 0 0,-1 1 1 0 0,1-1-1 0 0,0 1 0 0 0,0-2 1 0 0,1 1-1 0 0,-1 0 1 0 0,9 0-1 0 0,3 0-264 0 0,0 0-1 0 0,1-2 1 0 0,-1 0-1 0 0,31-5 1 0 0,13-4-2467 0 0,-25 3-3333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130 190 388 0 0,'-12'6'1366'0'0,"-20"10"5015"0"0,-53 34 1085 0 0,89-49-7320 0 0,1 0-1 0 0,-1 0 1 0 0,0-1 0 0 0,1 0 0 0 0,-1 0 0 0 0,1 0-1 0 0,-1 0 1 0 0,1-1 0 0 0,-1 0 0 0 0,0 0 0 0 0,1 0-1 0 0,7-3 1 0 0,1 0 24 0 0,284-76 949 0 0,183-42-631 0 0,-458 118-641 0 0,108-24 196 0 0,-47 9-3519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48 836 0 0,'-10'-11'4402'0'0,"6"8"-3944"0"0,0-1 1 0 0,0 1-1 0 0,-1 0 0 0 0,1 0 1 0 0,-1 0-1 0 0,0 0 0 0 0,1 1 1 0 0,-11-3-1 0 0,9 3-328 0 0,0 0-1 0 0,0 1 0 0 0,0 0 1 0 0,0 0-1 0 0,0 1 1 0 0,0 0-1 0 0,0 0 0 0 0,0 0 1 0 0,-1 1-1 0 0,1 0 1 0 0,0 0-1 0 0,0 1 1 0 0,-7 2-1 0 0,0 2-50 0 0,1 1 1 0 0,0 0-1 0 0,0 0 1 0 0,1 2-1 0 0,0-1 1 0 0,0 1-1 0 0,1 1 1 0 0,0 0-1 0 0,1 0 1 0 0,0 1-1 0 0,1 0 1 0 0,0 1-1 0 0,0-1 1 0 0,1 2-1 0 0,1-1 1 0 0,0 1-1 0 0,1 0 1 0 0,1 0-1 0 0,-5 17 1 0 0,9-25-59 0 0,-1 0 0 0 0,0-1 0 0 0,1 1 1 0 0,0 0-1 0 0,0 0 0 0 0,1 0 0 0 0,1 8 1 0 0,-2-12-12 0 0,1 1 0 0 0,-1-1 1 0 0,1 1-1 0 0,-1-1 0 0 0,1 1 0 0 0,0-1 1 0 0,0 1-1 0 0,-1-1 0 0 0,1 1 1 0 0,0-1-1 0 0,0 0 0 0 0,1 0 1 0 0,-1 0-1 0 0,0 1 0 0 0,0-1 0 0 0,0 0 1 0 0,1 0-1 0 0,-1-1 0 0 0,1 1 1 0 0,-1 0-1 0 0,1 0 0 0 0,-1-1 0 0 0,1 1 1 0 0,-1-1-1 0 0,1 1 0 0 0,-1-1 1 0 0,1 1-1 0 0,2-1 0 0 0,5 0 0 0 0,0 0-1 0 0,0 0 1 0 0,0-1-1 0 0,-1 0 1 0 0,1 0 0 0 0,0-1-1 0 0,-1-1 1 0 0,1 1-1 0 0,-1-1 1 0 0,0-1-1 0 0,0 1 1 0 0,0-1-1 0 0,-1-1 1 0 0,1 0 0 0 0,-1 0-1 0 0,9-8 1 0 0,-7 5 34 0 0,0-1 1 0 0,0-1 0 0 0,-2 1-1 0 0,1-1 1 0 0,-1 0-1 0 0,0-1 1 0 0,-1 0 0 0 0,-1 0-1 0 0,1 0 1 0 0,-2-1 0 0 0,5-15-1 0 0,10-25 236 0 0,-19 51-341 0 0,0 3 0 0 0,-2 49-4 0 0,0-27 247 0 0,2 44-1 0 0,0-62-263 0 0,1 0 1 0 0,0 1 0 0 0,0-1-1 0 0,0 0 1 0 0,1 0-1 0 0,0 0 1 0 0,1 0 0 0 0,-1 0-1 0 0,1 0 1 0 0,0 0-1 0 0,7 8 1 0 0,-7-11-255 0 0,0 0 0 0 0,0-1 1 0 0,0 1-1 0 0,0-1 0 0 0,0 0 1 0 0,1 1-1 0 0,-1-2 0 0 0,1 1 0 0 0,0 0 1 0 0,-1-1-1 0 0,1 0 0 0 0,0 0 0 0 0,0 0 1 0 0,0 0-1 0 0,0 0 0 0 0,0-1 1 0 0,0 0-1 0 0,0 0 0 0 0,0 0 0 0 0,0 0 1 0 0,0-1-1 0 0,0 1 0 0 0,0-1 1 0 0,0 0-1 0 0,5-2 0 0 0,6-2-1941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1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61 1776 0 0,'3'-61'10842'0'0,"-35"287"-8195"0"0,26-194-2360 0 0,1 0 0 0 0,-1 36-1 0 0,17-83-260 0 0,-8 5-43 0 0,1 1 0 0 0,0 0 1 0 0,1 0-1 0 0,0 0 0 0 0,0 0 0 0 0,1 1 0 0 0,0 0 1 0 0,0 0-1 0 0,1 1 0 0 0,0-1 0 0 0,1 1 1 0 0,12-8-1 0 0,-18 13 7 0 0,0 1 1 0 0,1-1 0 0 0,-1 1-1 0 0,1 0 1 0 0,-1 0-1 0 0,1 0 1 0 0,0 1 0 0 0,-1-1-1 0 0,1 1 1 0 0,0-1-1 0 0,0 1 1 0 0,-1 0-1 0 0,1 0 1 0 0,0 0 0 0 0,0 0-1 0 0,0 0 1 0 0,-1 1-1 0 0,1 0 1 0 0,0-1 0 0 0,-1 1-1 0 0,1 0 1 0 0,-1 0-1 0 0,1 0 1 0 0,-1 0 0 0 0,1 1-1 0 0,-1-1 1 0 0,0 1-1 0 0,1 0 1 0 0,-1-1 0 0 0,3 4-1 0 0,-2-2 53 0 0,0 1-1 0 0,-1-1 1 0 0,1 1-1 0 0,-1-1 1 0 0,0 1 0 0 0,0 0-1 0 0,0 0 1 0 0,0 0-1 0 0,0 0 1 0 0,-1 0 0 0 0,0 0-1 0 0,0 1 1 0 0,0-1-1 0 0,-1 0 1 0 0,1 1-1 0 0,-1-1 1 0 0,0 0 0 0 0,-1 8-1 0 0,1-7 45 0 0,-1 0-1 0 0,-1 0 1 0 0,1-1 0 0 0,0 1-1 0 0,-1 0 1 0 0,0 0-1 0 0,0-1 1 0 0,-1 1 0 0 0,1-1-1 0 0,-1 0 1 0 0,0 0 0 0 0,0 0-1 0 0,0 0 1 0 0,-1 0-1 0 0,1-1 1 0 0,-1 1 0 0 0,0-1-1 0 0,0 0 1 0 0,0 0-1 0 0,0-1 1 0 0,-1 1 0 0 0,-6 2-1 0 0,3-3-12 0 0,1 0-1 0 0,0-1 0 0 0,-1 0 0 0 0,-12 0 0 0 0,16-1-145 0 0,1 0 0 0 0,-1-1-1 0 0,0 1 1 0 0,1-1-1 0 0,-1 1 1 0 0,0-1-1 0 0,1 0 1 0 0,-1-1-1 0 0,1 1 1 0 0,0-1-1 0 0,-1 1 1 0 0,-4-4-1 0 0,8 4-71 0 0,-1 1-1 0 0,0-1 1 0 0,1 0 0 0 0,-1 1-1 0 0,1-1 1 0 0,-1 0-1 0 0,1 0 1 0 0,-1 0 0 0 0,1 1-1 0 0,0-1 1 0 0,-1 0-1 0 0,1 0 1 0 0,0 0 0 0 0,0 0-1 0 0,0 0 1 0 0,0 1-1 0 0,0-1 1 0 0,0 0 0 0 0,0 0-1 0 0,0 0 1 0 0,0 0-1 0 0,0 0 1 0 0,0 0 0 0 0,0 1-1 0 0,0-1 1 0 0,1 0-1 0 0,-1 0 1 0 0,0 0 0 0 0,1 0-1 0 0,-1 1 1 0 0,1-1-1 0 0,-1 0 1 0 0,1 0 0 0 0,-1 1-1 0 0,2-2 1 0 0,26-27-5114 0 0,-24 25 3699 0 0,9-6-1888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 1768 0 0,'-2'11'10144'0'0,"1"-10"-9911"0"0,1-1-1 0 0,0 1 1 0 0,0 0-1 0 0,0 0 1 0 0,0 0-1 0 0,0 0 1 0 0,0-1-1 0 0,0 1 0 0 0,0 0 1 0 0,0 0-1 0 0,0 0 1 0 0,1 0-1 0 0,-1-1 1 0 0,0 1-1 0 0,0 0 1 0 0,2 1 142 0 0,1-2-252 0 0,21-1-88 0 0,0-2 0 0 0,1 0 1 0 0,23-7-1 0 0,-7-1-2919 0 0,-2 0-3440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62 1352 0 0,'1'-3'700'0'0,"0"0"1"0"0,0 0-1 0 0,-1 0 0 0 0,1 0 1 0 0,-1 0-1 0 0,1 0 0 0 0,-1 0 0 0 0,0-1 1 0 0,0 1-1 0 0,-1-5 0 0 0,1 7-607 0 0,0 0 1 0 0,-1 0-1 0 0,1 0 0 0 0,0 0 0 0 0,-1 0 0 0 0,1 0 0 0 0,-1-1 1 0 0,1 1-1 0 0,-1 1 0 0 0,1-1 0 0 0,-1 0 0 0 0,0 0 0 0 0,1 0 1 0 0,-1 0-1 0 0,0 0 0 0 0,0 1 0 0 0,0-1 0 0 0,0 0 0 0 0,0 0 1 0 0,1 1-1 0 0,-1-1 0 0 0,0 1 0 0 0,0-1 0 0 0,-1 1 0 0 0,1 0 1 0 0,0-1-1 0 0,0 1 0 0 0,0 0 0 0 0,0-1 0 0 0,0 1 0 0 0,0 0 1 0 0,0 0-1 0 0,-1 0 0 0 0,1 0 0 0 0,0 0 0 0 0,-1 1 0 0 0,-8 1 19 0 0,0 0-1 0 0,1 1 0 0 0,0 0 0 0 0,-1 1 0 0 0,1 0 1 0 0,0 0-1 0 0,1 1 0 0 0,-1 0 0 0 0,1 1 0 0 0,0 0 1 0 0,0 0-1 0 0,1 0 0 0 0,0 1 0 0 0,-8 10 0 0 0,-7 8 55 0 0,2 1 0 0 0,1 1 0 0 0,-17 31-1 0 0,32-51-136 0 0,-10 17 68 0 0,-16 37 0 0 0,28-54-77 0 0,-1-1 0 0 0,1 1 0 0 0,0-1 0 0 0,1 1 0 0 0,0 0 0 0 0,0 0 1 0 0,0 0-1 0 0,1 0 0 0 0,0-1 0 0 0,0 1 0 0 0,2 11 0 0 0,-1-16-5 0 0,-1 0 1 0 0,1 1 0 0 0,0-1 0 0 0,0 0-1 0 0,0 1 1 0 0,0-1 0 0 0,0 0 0 0 0,0 0-1 0 0,1 0 1 0 0,-1 0 0 0 0,1 0 0 0 0,0 0-1 0 0,-1-1 1 0 0,1 1 0 0 0,0 0 0 0 0,0-1-1 0 0,0 1 1 0 0,2 0 0 0 0,1 0 6 0 0,-1 0 0 0 0,0 0 0 0 0,1-1 0 0 0,-1 0 0 0 0,0 0 1 0 0,1 0-1 0 0,-1 0 0 0 0,1-1 0 0 0,6 0 0 0 0,4-1-15 0 0,1 0-1 0 0,0-2 1 0 0,0 0-1 0 0,29-10 1 0 0,3-3-2838 0 0,-47 16 2128 0 0,9-4-717 0 0,2-3-4085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62 184 0 0,'-13'-28'14321'0'0,"14"26"-14279"0"0,0 0 1 0 0,1 0 0 0 0,-1 0-1 0 0,0 0 1 0 0,1 0 0 0 0,-1 1 0 0 0,1-1-1 0 0,0 0 1 0 0,0 1 0 0 0,-1-1-1 0 0,1 1 1 0 0,0 0 0 0 0,0-1 0 0 0,0 1-1 0 0,0 0 1 0 0,1 0 0 0 0,1 0-1 0 0,-1 0-44 0 0,-1 0 2 0 0,1 1-4 0 0,-2-1 1 0 0,1 0 0 0 0,-1 1 0 0 0,1 0 0 0 0,0-1 1 0 0,-1 1-1 0 0,1 0 0 0 0,0 0 0 0 0,-1 0 0 0 0,1 0 0 0 0,0 0 1 0 0,-1 0-1 0 0,1 1 0 0 0,0-1 0 0 0,-1 0 0 0 0,1 1 0 0 0,-1-1 1 0 0,1 1-1 0 0,-1 0 0 0 0,1 0 0 0 0,-1-1 0 0 0,1 1 0 0 0,-1 0 1 0 0,0 0-1 0 0,1 0 0 0 0,-1 0 0 0 0,0 1 0 0 0,2 1 0 0 0,-1 0 9 0 0,0 1-1 0 0,0-1 1 0 0,0 1-1 0 0,0-1 1 0 0,-1 1-1 0 0,0 0 0 0 0,0 0 1 0 0,0-1-1 0 0,0 1 1 0 0,0 0-1 0 0,-1 0 1 0 0,0 0-1 0 0,1 0 1 0 0,-2 0-1 0 0,1 0 0 0 0,0 0 1 0 0,-1 0-1 0 0,0 0 1 0 0,1 0-1 0 0,-2-1 1 0 0,-2 8-1 0 0,-2 7 4 0 0,-1-1 0 0 0,-1 0 0 0 0,-13 19 0 0 0,-58 79 221 0 0,78-115-225 0 0,1 0 1 0 0,0 1 0 0 0,0-1-1 0 0,0 0 1 0 0,-1 0 0 0 0,1 0 0 0 0,0 0-1 0 0,0 0 1 0 0,0 1 0 0 0,-1-1-1 0 0,1 0 1 0 0,0 0 0 0 0,0 0-1 0 0,0 1 1 0 0,0-1 0 0 0,0 0-1 0 0,0 0 1 0 0,-1 1 0 0 0,1-1-1 0 0,0 0 1 0 0,0 0 0 0 0,0 1-1 0 0,0-1 1 0 0,0 0 0 0 0,0 0-1 0 0,0 1 1 0 0,0-1 0 0 0,0 0-1 0 0,0 0 1 0 0,0 1 0 0 0,0-1 0 0 0,0 0-1 0 0,0 0 1 0 0,1 0 0 0 0,-1 1-1 0 0,0-1 1 0 0,0 0 0 0 0,0 0-1 0 0,0 1 1 0 0,0-1 0 0 0,0 0-1 0 0,1 0 1 0 0,-1 0 0 0 0,0 1-1 0 0,0-1 1 0 0,0 0 0 0 0,1 0-1 0 0,15 1 155 0 0,14-8-7 0 0,142-67 480 0 0,-158 67-371 0 0,7-3-2097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68 2276 0 0,'-3'0'2221'0'0,"-25"-2"4304"0"0,26 2-5442 0 0,-11-3 1248 0 0,10 3-1820 0 0,-7-1-107 0 0,7 0 419 0 0,12-5-491 0 0,2-1-466 0 0,1 2-1 0 0,-1-1 1 0 0,1 2 0 0 0,15-5-1 0 0,26-5-3182 0 0,-15 4-3037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2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27 2012 0 0,'-44'47'10398'0'0,"43"-46"-9905"0"0,2-1-427 0 0,-1 1-1 0 0,0-1 1 0 0,1 1-1 0 0,-1-1 1 0 0,1 1-1 0 0,-1-1 1 0 0,1 1-1 0 0,-1-1 1 0 0,1 0-1 0 0,-1 1 1 0 0,1-1-1 0 0,-1 0 1 0 0,1 1-1 0 0,-1-1 1 0 0,1 0-1 0 0,1 1 1 0 0,38-4-826 0 0,-1-2 1 0 0,68-17 0 0 0,-58 11-311 0 0,73-15-3564 0 0,-56 12 1003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24 2132 0 0,'-4'-11'4730'0'0,"4"10"-4831"0"0,-3-9 4214 0 0,3 10-4036 0 0,-1 0 0 0 0,1 0 0 0 0,0 0 0 0 0,0-1 0 0 0,-1 1 0 0 0,1 0 0 0 0,0 0-1 0 0,0 0 1 0 0,-1 0 0 0 0,1 0 0 0 0,0 0 0 0 0,0 0 0 0 0,-1 0 0 0 0,1 0 0 0 0,0 0 0 0 0,-1 0 0 0 0,1 0 0 0 0,0 0 0 0 0,0 0 0 0 0,-1 0 0 0 0,1 0 0 0 0,0 0 0 0 0,0 0 0 0 0,-1 0 0 0 0,1 0 0 0 0,0 0 0 0 0,-1 0 0 0 0,1 0 0 0 0,0 1 0 0 0,0-1 0 0 0,-1 0 0 0 0,0 1-52 0 0,1 1 1 0 0,-1-1 0 0 0,1 0-1 0 0,-1 0 1 0 0,1 0 0 0 0,-1 1 0 0 0,1-1-1 0 0,0 0 1 0 0,0 1 0 0 0,-1-1-1 0 0,1 0 1 0 0,0 1 0 0 0,0 1 0 0 0,0 2 54 0 0,-2 6 16 0 0,1-1 0 0 0,1 1-1 0 0,-1-1 1 0 0,3 19-1 0 0,-1-24-58 0 0,0 1 0 0 0,0 0 0 0 0,0-1-1 0 0,1 0 1 0 0,-1 1 0 0 0,1-1-1 0 0,1 0 1 0 0,-1 0 0 0 0,1 0 0 0 0,3 5-1 0 0,-4-7-17 0 0,0-1 0 0 0,0 0 0 0 0,0 0 0 0 0,0-1 0 0 0,0 1 0 0 0,1 0 0 0 0,-1-1 1 0 0,0 1-1 0 0,1-1 0 0 0,0 0 0 0 0,-1 0 0 0 0,1 0 0 0 0,-1 0 0 0 0,1 0 0 0 0,0 0 0 0 0,0-1 0 0 0,0 0 0 0 0,-1 1 0 0 0,1-1 0 0 0,0 0 0 0 0,0 0 0 0 0,0 0 0 0 0,-1-1 0 0 0,4 0 0 0 0,-3 1-2 0 0,1-1-3 0 0,1 0-1 0 0,-1 0 1 0 0,1 0-1 0 0,-1 0 1 0 0,0-1 0 0 0,1 1-1 0 0,-1-1 1 0 0,0 0-1 0 0,0-1 1 0 0,0 1 0 0 0,3-3-1 0 0,4-4 67 0 0,-1 0-1 0 0,11-14 1 0 0,11-10 462 0 0,-30 32-571 0 0,0 2-25 0 0,-2-1 56 0 0,1 0-1 0 0,0 0 0 0 0,-1 0 0 0 0,1 0 0 0 0,-1 0 0 0 0,1 0 1 0 0,-1 0-1 0 0,1 0 0 0 0,-1 1 0 0 0,1-1 0 0 0,-1 0 0 0 0,1 0 0 0 0,-1 1 1 0 0,1-1-1 0 0,-1 0 0 0 0,1 1 0 0 0,-1-1 0 0 0,1 0 0 0 0,-1 1 0 0 0,0-1 1 0 0,1 1-1 0 0,-1-1 0 0 0,0 1 0 0 0,1-1 0 0 0,-1 1 0 0 0,0-1 0 0 0,0 1 1 0 0,1-1-1 0 0,-1 1 0 0 0,0-1 0 0 0,0 1 0 0 0,0-1 0 0 0,0 1 1 0 0,0-1-1 0 0,0 1 0 0 0,0 0 0 0 0,0-1 0 0 0,0 1 0 0 0,0-1 0 0 0,0 1 1 0 0,0 0 6 0 0,3 28 338 0 0,-1 1-1 0 0,-1 0 1 0 0,-2 0 0 0 0,-1-1 0 0 0,-2 1-1 0 0,-7 33 1 0 0,10-58-300 0 0,-4 18 542 0 0,-12 42 0 0 0,15-59-487 0 0,0-1-1 0 0,0 0 1 0 0,-1 0-1 0 0,0 0 1 0 0,1 0 0 0 0,-2 0-1 0 0,1 0 1 0 0,0-1 0 0 0,-1 0-1 0 0,0 0 1 0 0,0 0 0 0 0,0 0-1 0 0,-7 4 1 0 0,7-6-57 0 0,-1 0 1 0 0,0 0-1 0 0,0-1 1 0 0,1 1-1 0 0,-1-1 1 0 0,0 0-1 0 0,0-1 0 0 0,0 0 1 0 0,0 1-1 0 0,-7-2 1 0 0,9 1-69 0 0,-3 0-23 0 0,0 0 0 0 0,0-1 1 0 0,0 0-1 0 0,0 0 0 0 0,0 0 0 0 0,1-1 1 0 0,-1 0-1 0 0,0 0 0 0 0,1 0 0 0 0,0-1 1 0 0,-7-3-1 0 0,12 6-78 0 0,-1-1 0 0 0,1 0 0 0 0,-1 1 0 0 0,1-1 0 0 0,-1 1 0 0 0,1-1 0 0 0,0 0 0 0 0,-1 1 0 0 0,1-1 0 0 0,0 0 0 0 0,-1 1 0 0 0,1-1-1 0 0,0 0 1 0 0,0 0 0 0 0,0 1 0 0 0,0-1 0 0 0,0 0 0 0 0,0 0 0 0 0,0 1 0 0 0,0-1 0 0 0,0 0 0 0 0,0 0 0 0 0,0 1 0 0 0,0-1 0 0 0,0 0 0 0 0,0 0 0 0 0,1 1 0 0 0,-1-1 0 0 0,0 0 0 0 0,1 1 0 0 0,-1-1 0 0 0,0 0 0 0 0,1 1 0 0 0,-1-1 0 0 0,1 1 0 0 0,-1-1 0 0 0,1 1 0 0 0,-1-1 0 0 0,2 0 0 0 0,21-19-4937 0 0,-14 15 1529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80 177 1288 0 0,'-78'59'12347'0'0,"77"-58"-11813"0"0,1-1-495 0 0,0 0 0 0 0,0 1 0 0 0,0-1-1 0 0,0 0 1 0 0,0 0 0 0 0,0 1 0 0 0,0-1-1 0 0,0 0 1 0 0,0 0 0 0 0,0 0 0 0 0,0 1-1 0 0,0-1 1 0 0,1 0 0 0 0,-1 0 0 0 0,0 0-1 0 0,0 1 1 0 0,0-1 0 0 0,0 0 0 0 0,0 0-1 0 0,1 0 1 0 0,-1 0 0 0 0,0 1 0 0 0,0-1-1 0 0,0 0 1 0 0,1 0 0 0 0,-1 0 0 0 0,0 0-1 0 0,0 0 1 0 0,0 0 0 0 0,1 0 0 0 0,-1 0-1 0 0,0 0 1 0 0,0 0 0 0 0,1 1 0 0 0,-1-1-1 0 0,0 0 1 0 0,0 0 0 0 0,1 0 0 0 0,-1 0-1 0 0,0-1 1 0 0,0 1 0 0 0,0 0 0 0 0,1 0-1 0 0,-1 0 1 0 0,0 0 0 0 0,1 0 0 0 0,14 1 532 0 0,-15-1-549 0 0,57-9 591 0 0,0-2 0 0 0,63-22-1 0 0,-28 8-400 0 0,555-123 233 0 0,-586 133-2964 0 0,-58 15 1702 0 0,8-2-653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31 748 0 0,'-1'-2'1370'0'0,"0"-1"-549"0"0,0 1 1 0 0,-1-1 0 0 0,1 1-1 0 0,-1-1 1 0 0,1 1-1 0 0,-1 0 1 0 0,0-1-1 0 0,0 1 1 0 0,0 0-1 0 0,-2-2 1 0 0,3 3-329 0 0,-2 5-236 0 0,0-1 0 0 0,1 1 0 0 0,0-1 0 0 0,0 1 0 0 0,0 0 0 0 0,-3 7 0 0 0,-2 11 120 0 0,0 1 0 0 0,-3 23 0 0 0,-1 2-160 0 0,-48 187 629 0 0,58-233-637 0 0,4-3-204 0 0,-1-1-1 0 0,0 0 1 0 0,0 0 0 0 0,0 0-1 0 0,0 0 1 0 0,0 0 0 0 0,-1 0-1 0 0,1 0 1 0 0,-1 0 0 0 0,1-1-1 0 0,-1 1 1 0 0,2-4-1 0 0,2-3-8 0 0,-2 4-15 0 0,1 0 0 0 0,0-1 1 0 0,0 2-1 0 0,1-1 0 0 0,-1 0 0 0 0,1 1 0 0 0,0 0 0 0 0,0 0 1 0 0,1 0-1 0 0,-1 1 0 0 0,1 0 0 0 0,0 0 0 0 0,0 0 0 0 0,0 1 0 0 0,0 0 1 0 0,0 0-1 0 0,0 0 0 0 0,0 1 0 0 0,1 0 0 0 0,-1 0 0 0 0,1 1 1 0 0,6 0-1 0 0,-10 0 15 0 0,1 2 0 0 0,-1-1 1 0 0,1 0-1 0 0,-1 1 0 0 0,1-1 0 0 0,-1 1 1 0 0,0 0-1 0 0,0 0 0 0 0,0 0 1 0 0,0 1-1 0 0,0-1 0 0 0,0 1 1 0 0,-1-1-1 0 0,1 1 0 0 0,3 5 0 0 0,-4-5 50 0 0,0 1 0 0 0,0-1 0 0 0,0 0 0 0 0,0 1 0 0 0,-1-1 0 0 0,1 1 0 0 0,-1-1 0 0 0,0 1 0 0 0,0 0 0 0 0,0-1 0 0 0,-1 1 0 0 0,1 0 0 0 0,-1 0 0 0 0,0 0 0 0 0,0-1 0 0 0,0 1 0 0 0,-1 0 0 0 0,1 0 0 0 0,-1 0 0 0 0,0-1 0 0 0,0 1 0 0 0,0 0 0 0 0,0-1 0 0 0,-1 1 0 0 0,0-1 0 0 0,0 1 0 0 0,1-1 0 0 0,-2 0 0 0 0,-4 6 0 0 0,2-2 38 0 0,-1 0 1 0 0,-1-1 0 0 0,1 1 0 0 0,-1-1-1 0 0,0-1 1 0 0,0 1 0 0 0,-1-1 0 0 0,0 0-1 0 0,0-1 1 0 0,0 0 0 0 0,-13 5 0 0 0,8-6-103 0 0,1-1 0 0 0,-1 0 0 0 0,1-1 0 0 0,-1 0 0 0 0,1-1 1 0 0,-1-1-1 0 0,-16-1 0 0 0,27 1-468 0 0,1 1 433 0 0,1 0 0 0 0,0 0 1 0 0,-1-1-1 0 0,1 1 0 0 0,0 0 0 0 0,0 0 0 0 0,-1 0 1 0 0,1-1-1 0 0,0 1 0 0 0,0 0 0 0 0,-1 0 0 0 0,1-1 1 0 0,0 1-1 0 0,0 0 0 0 0,0-1 0 0 0,0 1 0 0 0,-1 0 1 0 0,1-1-1 0 0,0 1 0 0 0,0 0 0 0 0,0 0 0 0 0,0-1 1 0 0,0 1-1 0 0,0 0 0 0 0,0-1 0 0 0,0 1 0 0 0,0 0 1 0 0,0-1-1 0 0,0 1 0 0 0,0 0 0 0 0,0-1 0 0 0,0 1 1 0 0,0 0-1 0 0,0-1 0 0 0,0 1 0 0 0,1 0 0 0 0,-1-1 1 0 0,0 1-1 0 0,0 0 0 0 0,0-1 0 0 0,0 1 0 0 0,1 0 1 0 0,-1 0-1 0 0,0-1 0 0 0,1 1 0 0 0,8-16-1824 0 0,42-21-5210 0 0,-34 26 3703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4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39 1288 0 0,'2'-2'2380'0'0,"16"-25"6029"0"0,-17 25-7623 0 0,-4-1 124 0 0,3 3-869 0 0,0-1 0 0 0,0 1-1 0 0,0 0 1 0 0,0 0-1 0 0,0 0 1 0 0,0-1-1 0 0,-1 1 1 0 0,1 0-1 0 0,0 0 1 0 0,0 0-1 0 0,0 0 1 0 0,0-1 0 0 0,0 1-1 0 0,0 0 1 0 0,-1 0-1 0 0,1 0 1 0 0,0 0-1 0 0,0 0 1 0 0,0-1-1 0 0,-1 1 1 0 0,1 0-1 0 0,0 0 1 0 0,0 0 0 0 0,0 0-1 0 0,-1 0 1 0 0,1 0-1 0 0,0 0 1 0 0,0 0-1 0 0,0 0 1 0 0,-1 0-1 0 0,1 0 1 0 0,0 0-1 0 0,0 0 1 0 0,-1 0 0 0 0,1 0-1 0 0,0 0 1 0 0,0 0-1 0 0,-1 0 1 0 0,-2 1 43 0 0,0-1 0 0 0,0 1 0 0 0,0 0 1 0 0,0 0-1 0 0,0 0 0 0 0,1 0 0 0 0,-1 1 1 0 0,0-1-1 0 0,1 1 0 0 0,-1-1 0 0 0,1 1 1 0 0,-1 0-1 0 0,-2 3 0 0 0,0 1 2 0 0,0-1-1 0 0,0 2 1 0 0,0-1-1 0 0,1 0 1 0 0,-4 8-1 0 0,0 2-17 0 0,1 1 0 0 0,0-1 0 0 0,1 2 0 0 0,-3 16 0 0 0,7-26-34 0 0,1-1 0 0 0,-1 1 0 0 0,2-1-1 0 0,-1 1 1 0 0,1 0 0 0 0,0-1 0 0 0,1 1 0 0 0,0-1 0 0 0,0 1 0 0 0,3 7-1 0 0,-3-13-72 0 0,0 1 0 0 0,0 0-1 0 0,0-1 1 0 0,1 1 0 0 0,-1-1-1 0 0,1 1 1 0 0,0-1-1 0 0,-1 1 1 0 0,1-1 0 0 0,0 0-1 0 0,1 0 1 0 0,-1 0 0 0 0,0-1-1 0 0,1 1 1 0 0,-1 0-1 0 0,0-1 1 0 0,1 1 0 0 0,0-1-1 0 0,-1 0 1 0 0,1 0 0 0 0,0 0-1 0 0,0 0 1 0 0,0-1-1 0 0,-1 1 1 0 0,1-1 0 0 0,0 1-1 0 0,0-1 1 0 0,0 0 0 0 0,0 0-1 0 0,5-1 1 0 0,7-1-1073 0 0,-1 0 0 0 0,22-5 0 0 0,-20 2-1183 0 0,0 0 0 0 0,20-10 1 0 0,-13 5-1621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76 1084 0 0,'-10'-11'16029'0'0,"9"8"-15116"0"0,2 1-886 0 0,1 1 1 0 0,0-1-1 0 0,0 1 0 0 0,-1-1 0 0 0,1 1 0 0 0,0 0 1 0 0,0-1-1 0 0,0 1 0 0 0,1 0 0 0 0,-1 1 0 0 0,4-3 0 0 0,36-7-430 0 0,-11 2-1188 0 0,43-12-7646 0 0,-57 13 4520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5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47 2616 0 0,'4'-11'8455'0'0,"-6"-9"-3599"0"0,2 19-4777 0 0,0 0 1 0 0,0 0 0 0 0,0 1-1 0 0,-1-1 1 0 0,1 0 0 0 0,0 0-1 0 0,-1 1 1 0 0,1-1 0 0 0,-1 0-1 0 0,1 1 1 0 0,0-1 0 0 0,-1 1-1 0 0,0-1 1 0 0,1 0 0 0 0,-1 1-1 0 0,1-1 1 0 0,-1 1 0 0 0,0 0-1 0 0,1-1 1 0 0,-1 1 0 0 0,0-1-1 0 0,1 1 1 0 0,-1 0 0 0 0,0 0-1 0 0,1-1 1 0 0,-1 1 0 0 0,0 0-1 0 0,0 0 1 0 0,0 0 0 0 0,1 0-1 0 0,-1 0 1 0 0,-1 0 0 0 0,-4 1-68 0 0,-1 1 1 0 0,0 0 0 0 0,1 0-1 0 0,0 1 1 0 0,-1 0 0 0 0,1 0 0 0 0,0 0-1 0 0,0 1 1 0 0,1 0 0 0 0,-1 0-1 0 0,1 0 1 0 0,0 1 0 0 0,0 0-1 0 0,0 0 1 0 0,1 0 0 0 0,-6 9 0 0 0,0 0 8 0 0,1 0 0 0 0,0 0 0 0 0,1 0 1 0 0,1 1-1 0 0,1 1 0 0 0,-6 16 0 0 0,11-27-7 0 0,0-1-1 0 0,0 1 0 0 0,0-1 0 0 0,1 1 1 0 0,0 0-1 0 0,0-1 0 0 0,0 1 0 0 0,1 4 1 0 0,-1-8-11 0 0,0 1 1 0 0,0-1-1 0 0,1 1 1 0 0,-1-1-1 0 0,1 0 1 0 0,-1 0-1 0 0,1 1 1 0 0,-1-1-1 0 0,1 0 1 0 0,0 0-1 0 0,0 0 1 0 0,-1 0 0 0 0,1 1-1 0 0,0-1 1 0 0,0 0-1 0 0,0-1 1 0 0,0 1-1 0 0,0 0 1 0 0,0 0-1 0 0,1 0 1 0 0,-1-1-1 0 0,0 1 1 0 0,0 0-1 0 0,1-1 1 0 0,-1 1-1 0 0,0-1 1 0 0,0 0 0 0 0,1 1-1 0 0,-1-1 1 0 0,1 0-1 0 0,-1 0 1 0 0,0 0-1 0 0,2 0 1 0 0,2 0-27 0 0,0 0 0 0 0,0-1-1 0 0,-1 0 1 0 0,1 0 0 0 0,0 0 0 0 0,-1 0 0 0 0,1-1 0 0 0,-1 0 0 0 0,0 1 0 0 0,0-2 0 0 0,1 1 0 0 0,-1-1 0 0 0,-1 1-1 0 0,1-1 1 0 0,0 0 0 0 0,3-4 0 0 0,3-3-46 0 0,-1-1 1 0 0,0-1-1 0 0,0 0 0 0 0,7-14 1 0 0,-15 24 66 0 0,2-4-16 0 0,1 0-1 0 0,0 0 1 0 0,0 1 0 0 0,6-7-1 0 0,-9 11-29 0 0,-1 0 35 0 0,1 1 0 0 0,-1-1 0 0 0,0 1 0 0 0,0-1 0 0 0,0 1-1 0 0,0-1 1 0 0,1 1 0 0 0,-1-1 0 0 0,0 1 0 0 0,0 0 0 0 0,1-1 0 0 0,-1 1 0 0 0,0-1 0 0 0,1 1 0 0 0,-1 0 0 0 0,1-1 0 0 0,-1 1 0 0 0,0 0 0 0 0,2-1 0 0 0,-1 4 32 0 0,0 1 0 0 0,0-1 1 0 0,0 0-1 0 0,0 1 0 0 0,-1 0 0 0 0,1-1 0 0 0,-1 1 0 0 0,0-1 1 0 0,0 1-1 0 0,0-1 0 0 0,-1 8 0 0 0,0 20 81 0 0,1-25-195 0 0,1 0 133 0 0,0 1 0 0 0,0-1 1 0 0,0 0-1 0 0,3 9 0 0 0,-3-14-265 0 0,-1 1 0 0 0,1 0-1 0 0,0 0 1 0 0,0 0-1 0 0,0 0 1 0 0,0-1 0 0 0,1 1-1 0 0,-1-1 1 0 0,0 1-1 0 0,1-1 1 0 0,-1 1 0 0 0,1-1-1 0 0,-1 0 1 0 0,1 1-1 0 0,0-1 1 0 0,-1 0-1 0 0,1 0 1 0 0,0 0 0 0 0,4 1-1 0 0,-3-1-760 0 0,1-1-1 0 0,0 1 1 0 0,0-1-1 0 0,-1 0 1 0 0,1 0-1 0 0,6 0 1 0 0,3-3-3588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5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69 1192 0 0,'0'-25'7285'0'0,"0"-11"-1497"0"0,0 35-5757 0 0,0 1 0 0 0,0 0-1 0 0,0-1 1 0 0,0 1-1 0 0,0 0 1 0 0,0-1 0 0 0,1 1-1 0 0,-1 0 1 0 0,0-1 0 0 0,0 1-1 0 0,0 0 1 0 0,1 0 0 0 0,-1-1-1 0 0,0 1 1 0 0,0 0-1 0 0,1 0 1 0 0,-1-1 0 0 0,0 1-1 0 0,0 0 1 0 0,1 0 0 0 0,-1 0-1 0 0,0 0 1 0 0,1-1 0 0 0,-1 1-1 0 0,0 0 1 0 0,1 0-1 0 0,-1 0 1 0 0,0 0 0 0 0,1 0-1 0 0,-1 0 1 0 0,0 0 0 0 0,1 0-1 0 0,-1 0 1 0 0,0 0-1 0 0,1 0 1 0 0,-1 0 0 0 0,0 0-1 0 0,1 0 1 0 0,-1 0 0 0 0,1 0-1 0 0,0 1 8 0 0,-1-1 0 0 0,1 0 0 0 0,0 0 0 0 0,-1 0 0 0 0,1 1 0 0 0,0-1 0 0 0,0 0 0 0 0,-1 1 0 0 0,1-1 0 0 0,0 0 0 0 0,-1 1 0 0 0,1-1 0 0 0,-1 1 0 0 0,1-1 0 0 0,-1 1 0 0 0,1-1 0 0 0,-1 1 0 0 0,1 0 0 0 0,-1-1 0 0 0,1 1 0 0 0,0 1 0 0 0,0 3 164 0 0,1 0-1 0 0,-1 1 0 0 0,-1-1 0 0 0,1 0 0 0 0,-1 1 0 0 0,1-1 0 0 0,-2 0 0 0 0,1 1 0 0 0,0-1 0 0 0,-1 0 0 0 0,-3 10 0 0 0,-1 2 317 0 0,-2 0 0 0 0,-10 20 0 0 0,9-22-290 0 0,1 1 0 0 0,-9 28 1 0 0,16-44-226 0 0,0 1 1 0 0,0-1-1 0 0,0 0 1 0 0,0 1-1 0 0,0-1 1 0 0,0 0 0 0 0,0 1-1 0 0,0-1 1 0 0,0 0-1 0 0,0 1 1 0 0,0-1-1 0 0,0 0 1 0 0,0 1 0 0 0,1-1-1 0 0,-1 0 1 0 0,0 1-1 0 0,0-1 1 0 0,0 0-1 0 0,0 1 1 0 0,1-1 0 0 0,-1 0-1 0 0,0 1 1 0 0,0-1-1 0 0,0 0 1 0 0,1 0-1 0 0,-1 1 1 0 0,0-1 0 0 0,1 0-1 0 0,-1 0 1 0 0,0 0-1 0 0,0 0 1 0 0,1 1-1 0 0,-1-1 1 0 0,0 0 0 0 0,1 0-1 0 0,-1 0 1 0 0,0 0-1 0 0,1 0 1 0 0,0 0-1 0 0,12 1 43 0 0,-13-1-47 0 0,8-1-142 0 0,1-1 0 0 0,-1 0-1 0 0,-1 0 1 0 0,1-1 0 0 0,0 0 0 0 0,14-7-1 0 0,-12 5-319 0 0,30-17-4663 0 0,53-38 0 0 0,-79 51 3207 0 0,15-10-3236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78 2120 0 0,'-41'1'10035'0'0,"16"-1"-5340"0"0,25 0-4673 0 0,0 0 0 0 0,0 0 1 0 0,0 0-1 0 0,-1-1 0 0 0,1 1 1 0 0,0 0-1 0 0,0 0 0 0 0,0 0 1 0 0,0-1-1 0 0,-1 1 0 0 0,1 0 1 0 0,0 0-1 0 0,0-1 0 0 0,0 1 1 0 0,0 0-1 0 0,0 0 0 0 0,0-1 1 0 0,0 1-1 0 0,0 0 0 0 0,0-1 1 0 0,0 1-1 0 0,0 0 0 0 0,0 0 1 0 0,0-1-1 0 0,0 1 0 0 0,0 0 1 0 0,0 0-1 0 0,0-1 0 0 0,0 1 1 0 0,0 0-1 0 0,0-1 1 0 0,1 1-1 0 0,-1 0 0 0 0,0 0 1 0 0,0 0-1 0 0,0-1 0 0 0,0 1 1 0 0,0 0-1 0 0,1 0 0 0 0,-1-1 1 0 0,34-12-330 0 0,60-17 0 0 0,-4 8-8707 0 0,-88 22 8557 0 0,12-4-4820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6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1548 0 0,'-14'12'2288'0'0,"-25"24"4457"0"0,39-36-6673 0 0,-1 1-1 0 0,1-1 1 0 0,0 0 0 0 0,-1 1 0 0 0,1-1-1 0 0,0 0 1 0 0,-1 1 0 0 0,1-1 0 0 0,0 0-1 0 0,0 1 1 0 0,-1-1 0 0 0,1 1 0 0 0,0-1-1 0 0,0 1 1 0 0,0-1 0 0 0,-1 1 0 0 0,1-1-1 0 0,0 1 1 0 0,0-1 0 0 0,0 1 0 0 0,0-1-1 0 0,0 1 1 0 0,0-1 0 0 0,0 0 0 0 0,0 1-1 0 0,0-1 1 0 0,0 1 0 0 0,1-1 0 0 0,-1 1-1 0 0,0-1 1 0 0,0 1 0 0 0,1 0 0 0 0,0 0-10 0 0,-1-1 1 0 0,1 1 0 0 0,0 0 0 0 0,0-1 0 0 0,1 1 0 0 0,-1-1 0 0 0,0 1 0 0 0,0-1-1 0 0,0 0 1 0 0,0 1 0 0 0,0-1 0 0 0,0 0 0 0 0,2 0 0 0 0,35 0-220 0 0,117-29-4340 0 0,-119 22 2222 0 0,25-5-2221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6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233 127 496 0 0,'-2'-1'2264'0'0,"-18"-13"2936"0"0,9 7-2204 0 0,-1-1-1 0 0,-13-13 462 0 0,15 15-2071 0 0,9 5-1373 0 0,1 1 0 0 0,0 0 0 0 0,0 0-1 0 0,-1-1 1 0 0,1 1 0 0 0,0 0-1 0 0,-1 0 1 0 0,1-1 0 0 0,0 1-1 0 0,0 0 1 0 0,0-1 0 0 0,-1 1 0 0 0,1 0-1 0 0,0-1 1 0 0,0 1 0 0 0,0 0-1 0 0,0-1 1 0 0,0 1 0 0 0,-1 0 0 0 0,1-1-1 0 0,0 1 1 0 0,0 0 0 0 0,0-1-1 0 0,0 1 1 0 0,0-1 0 0 0,0 1 0 0 0,0 0-1 0 0,0-1 1 0 0,0 1 0 0 0,1 0-1 0 0,-1-1 1 0 0,0 1 0 0 0,0 0 0 0 0,0-1-1 0 0,0 1 1 0 0,1-1 0 0 0,14-11 135 0 0,31-6-175 0 0,-38 16 75 0 0,13-4-191 0 0,1 0 0 0 0,0 2 0 0 0,25-3 0 0 0,-46 7 133 0 0,0 0 0 0 0,0 0 0 0 0,-1-1 0 0 0,1 1 0 0 0,0 0 0 0 0,0 0 0 0 0,-1 0 0 0 0,1 0-1 0 0,0 0 1 0 0,0 0 0 0 0,0 0 0 0 0,-1 0 0 0 0,1 0 0 0 0,0 1 0 0 0,0-1 0 0 0,-1 0 0 0 0,1 0-1 0 0,0 1 1 0 0,-1-1 0 0 0,1 0 0 0 0,0 1 0 0 0,-1-1 0 0 0,1 1 0 0 0,0-1 0 0 0,-1 1 0 0 0,1-1 0 0 0,-1 1-1 0 0,1-1 1 0 0,-1 1 0 0 0,1 0 0 0 0,-1-1 0 0 0,1 1 0 0 0,-1 0 0 0 0,0-1 0 0 0,1 1 0 0 0,-1 0-1 0 0,0-1 1 0 0,0 1 0 0 0,1 0 0 0 0,-1 0 0 0 0,0-1 0 0 0,0 1 0 0 0,0 0 0 0 0,0 0 0 0 0,0-1-1 0 0,0 1 1 0 0,0 0 0 0 0,0 0 0 0 0,0 0 0 0 0,-1-1 0 0 0,1 1 0 0 0,0 0 0 0 0,0 0 0 0 0,-1-1 0 0 0,1 1-1 0 0,-1 1 1 0 0,-2 5-14 0 0,0-1 0 0 0,-1 1 0 0 0,1 0 0 0 0,-6 6 0 0 0,-16 19-13 0 0,-2-2 0 0 0,-46 42 1 0 0,23-24 20 0 0,-98 95-279 0 0,148-143 303 0 0,-1 0 0 0 0,1 1-1 0 0,-1-1 1 0 0,1 1 0 0 0,-1-1 0 0 0,1 0 0 0 0,-1 1 0 0 0,1-1-1 0 0,0 1 1 0 0,-1-1 0 0 0,1 1 0 0 0,0 0 0 0 0,-1-1-1 0 0,1 1 1 0 0,0-1 0 0 0,0 1 0 0 0,-1-1 0 0 0,1 1 0 0 0,0 0-1 0 0,0-1 1 0 0,0 1 0 0 0,0 0 0 0 0,0-1 0 0 0,0 1 0 0 0,0-1-1 0 0,0 1 1 0 0,0 1 0 0 0,1-1 7 0 0,0-1 0 0 0,-1 1 0 0 0,1-1 0 0 0,0 1 0 0 0,-1-1 0 0 0,1 1 1 0 0,0-1-1 0 0,0 1 0 0 0,0-1 0 0 0,-1 0 0 0 0,1 1 0 0 0,0-1 0 0 0,0 0 0 0 0,0 0 0 0 0,0 1 0 0 0,1-1 0 0 0,33 1 239 0 0,-35-1-257 0 0,50-6 165 0 0,64-16 1 0 0,-30 5-219 0 0,-38 9-614 0 0,51-9-3137 0 0,-36 10-4605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7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212 256 848 0 0,'-98'45'7855'0'0,"-15"14"4506"0"0,133-61-11433 0 0,32-10-679 0 0,124-37 263 0 0,362-92-218 0 0,-289 81-249 0 0,116-26-3498 0 0,-350 82 1789 0 0,10-1 57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8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19 1824 0 0,'0'0'4207'0'0,"-6"-16"-587"0"0,5 15-3215 0 0,-2 1 15 0 0,-4-1-216 0 0,-1 1 0 0 0,1 0 0 0 0,0 1-1 0 0,0-1 1 0 0,-1 1 0 0 0,1 1 0 0 0,0-1-1 0 0,0 2 1 0 0,0-1 0 0 0,0 0 0 0 0,1 1 0 0 0,-1 1-1 0 0,-10 6 1 0 0,-8 6 297 0 0,-48 38-1 0 0,54-39-374 0 0,1 2 0 0 0,0 0 0 0 0,1 0 0 0 0,1 2-1 0 0,-26 39 1 0 0,41-57-135 0 0,0 1 0 0 0,0 0-1 0 0,0 0 1 0 0,0-1 0 0 0,0 1-1 0 0,0 0 1 0 0,1 0 0 0 0,-1 0-1 0 0,1 0 1 0 0,-1 0 0 0 0,1 0 0 0 0,0 0-1 0 0,0 0 1 0 0,0 0 0 0 0,0 0-1 0 0,0 0 1 0 0,0 0 0 0 0,1 0-1 0 0,-1 1 1 0 0,0-2 0 0 0,1 1-1 0 0,0 0 1 0 0,0 0 0 0 0,-1 0-1 0 0,1 0 1 0 0,2 3 0 0 0,-1-3-112 0 0,1 0 0 0 0,-1 0 0 0 0,1 0 1 0 0,-1 0-1 0 0,1 0 0 0 0,0-1 1 0 0,-1 1-1 0 0,1-1 0 0 0,0 1 0 0 0,0-1 1 0 0,0 0-1 0 0,0 0 0 0 0,0 0 0 0 0,1-1 1 0 0,-1 1-1 0 0,5-1 0 0 0,22 1-1567 0 0,0-2 0 0 0,0-1 0 0 0,0-1 0 0 0,56-13 0 0 0,-51 9-249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43 888 0 0,'3'-15'4697'0'0,"-3"14"-4505"0"0,0-1 1 0 0,-1 1 0 0 0,1 0 0 0 0,-1-1 0 0 0,1 1 0 0 0,-1 0 0 0 0,0-1 0 0 0,1 1 0 0 0,-1 0-1 0 0,0 0 1 0 0,0-1 0 0 0,0 1 0 0 0,0 0 0 0 0,0 0 0 0 0,0 0 0 0 0,0 0 0 0 0,0 0 0 0 0,0 0 0 0 0,-1 1-1 0 0,1-1 1 0 0,0 0 0 0 0,0 1 0 0 0,-1-1 0 0 0,-1 0 0 0 0,-1 1 16 0 0,0 0-1 0 0,-1 0 1 0 0,1 0 0 0 0,0 0-1 0 0,0 1 1 0 0,0 0-1 0 0,-1 0 1 0 0,1 0 0 0 0,0 0-1 0 0,0 0 1 0 0,0 1 0 0 0,-3 2-1 0 0,-1 0-1 0 0,1 1 1 0 0,-1 0-1 0 0,1 1 0 0 0,1-1 0 0 0,-10 10 0 0 0,4-1-67 0 0,0 1-1 0 0,1-1 0 0 0,1 2 1 0 0,0 0-1 0 0,-7 17 1 0 0,0 16 135 0 0,17-49-266 0 0,0 1 0 0 0,-1 0 0 0 0,1 0 0 0 0,0 0 0 0 0,0 0-1 0 0,0 0 1 0 0,0 0 0 0 0,0 0 0 0 0,0 0 0 0 0,0 0 0 0 0,0 0 0 0 0,0 0 0 0 0,1 0 0 0 0,-1 0 0 0 0,0 0-1 0 0,1 0 1 0 0,-1-1 0 0 0,1 1 0 0 0,-1 0 0 0 0,1 0 0 0 0,-1 0 0 0 0,1-1 0 0 0,-1 1 0 0 0,1 0 0 0 0,0 0-1 0 0,-1-1 1 0 0,1 1 0 0 0,0 0 0 0 0,1 0 0 0 0,0 0 6 0 0,-1 0 0 0 0,1 0 0 0 0,0 0 0 0 0,-1 0 0 0 0,1 0 0 0 0,0-1 0 0 0,0 1 0 0 0,0 0 0 0 0,-1-1 0 0 0,1 0 0 0 0,0 1 0 0 0,0-1 0 0 0,3 0 0 0 0,0-1-6 0 0,0 0-1 0 0,0 0 1 0 0,0-1 0 0 0,0 1-1 0 0,0-1 1 0 0,-1-1 0 0 0,1 1 0 0 0,-1 0-1 0 0,1-1 1 0 0,-1 0 0 0 0,0 0-1 0 0,6-6 1 0 0,4-5-11 0 0,-2 0-1 0 0,13-17 1 0 0,-10 11 84 0 0,-14 19-127 0 0,-1 0 30 0 0,1 1 0 0 0,-1-1 0 0 0,0 1 0 0 0,1 0 0 0 0,-1-1 0 0 0,0 1 0 0 0,0-1 1 0 0,1 1-1 0 0,-1-1 0 0 0,1 1 0 0 0,-1 0 0 0 0,0-1 0 0 0,1 1 0 0 0,-1 0 0 0 0,1-1 0 0 0,-1 1 0 0 0,1 0 0 0 0,-1 0 0 0 0,1 0 0 0 0,0-1 0 0 0,0 2 12 0 0,0 0 0 0 0,1-1 1 0 0,-1 1-1 0 0,0 0 0 0 0,0 0 0 0 0,0 0 0 0 0,0 0 0 0 0,0 0 1 0 0,0 1-1 0 0,0-1 0 0 0,0 0 0 0 0,-1 0 0 0 0,1 1 0 0 0,0-1 1 0 0,-1 0-1 0 0,1 1 0 0 0,-1-1 0 0 0,1 0 0 0 0,-1 1 0 0 0,0-1 0 0 0,1 1 1 0 0,-1-1-1 0 0,0 3 0 0 0,1 4 20 0 0,0-4-216 0 0,0 0 1 0 0,0-1-1 0 0,1 1 0 0 0,-1-1 1 0 0,1 1-1 0 0,0-1 1 0 0,0 0-1 0 0,0 1 1 0 0,0-1-1 0 0,0 0 0 0 0,6 5 1 0 0,-6-6-337 0 0,1-1 1 0 0,-1 1-1 0 0,1-1 0 0 0,-1 1 1 0 0,1-1-1 0 0,0 0 0 0 0,0 0 1 0 0,-1 0-1 0 0,1 0 0 0 0,0-1 1 0 0,4 1-1 0 0,6 1-3991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8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2728 0 0,'0'0'12372'0'0,"0"-1"-12315"0"0,0 1 0 0 0,0 0 0 0 0,0-1 0 0 0,0 1 0 0 0,0 0 0 0 0,0-1 0 0 0,0 1 0 0 0,0 0 0 0 0,0-1 0 0 0,0 1 0 0 0,0 0 0 0 0,0-1 0 0 0,0 1 0 0 0,0 0 0 0 0,1-1 0 0 0,-1 1 0 0 0,0 0 0 0 0,0 0 0 0 0,0-1 0 0 0,0 1 0 0 0,1 0 0 0 0,-1 0 0 0 0,0-1 0 0 0,0 1 0 0 0,1 0 0 0 0,-1 0 0 0 0,0-1 0 0 0,0 1 0 0 0,1 0 0 0 0,-1 0 0 0 0,1 0 0 0 0,17-3-83 0 0,0 0 1 0 0,-1-2-1 0 0,1 0 1 0 0,-1 0-1 0 0,20-10 1 0 0,-8 1-3386 0 0,-1-1 1 0 0,33-24-1 0 0,-39 24-724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24 2548 0 0,'2'-23'12092'0'0,"-4"25"-11876"0"0,0 0 0 0 0,0 0-1 0 0,0 0 1 0 0,0 0 0 0 0,0 0 0 0 0,1 1-1 0 0,-1-1 1 0 0,1 1 0 0 0,0-1 0 0 0,0 1 0 0 0,0 0-1 0 0,-1 3 1 0 0,-11 43 1055 0 0,9-33-824 0 0,-18 95 857 0 0,-6 20-786 0 0,8-52 446 0 0,24-88-976 0 0,1 1-1 0 0,-1 0 1 0 0,12-14-1 0 0,-10 14 1 0 0,-3 6-10 0 0,-1 0 1 0 0,1 0 0 0 0,-1 0 0 0 0,1 0 0 0 0,0 0 0 0 0,0 0-1 0 0,0 1 1 0 0,0-1 0 0 0,0 1 0 0 0,0 0 0 0 0,0 0-1 0 0,0 0 1 0 0,4 0 0 0 0,-1 1-4 0 0,0 1 1 0 0,0 0-1 0 0,0 0 0 0 0,0 1 1 0 0,-1 0-1 0 0,1 0 0 0 0,-1 0 0 0 0,1 0 1 0 0,-1 1-1 0 0,0 0 0 0 0,0 0 1 0 0,0 1-1 0 0,5 4 0 0 0,-6-5 35 0 0,-1 0 0 0 0,1 0 0 0 0,-1 0-1 0 0,0 1 1 0 0,0-1 0 0 0,0 1-1 0 0,-1 0 1 0 0,1 0 0 0 0,-1 0 0 0 0,0 0-1 0 0,0 0 1 0 0,0 1 0 0 0,0-1-1 0 0,-1 1 1 0 0,0-1 0 0 0,0 1 0 0 0,1 6-1 0 0,-3-6 40 0 0,1 0-1 0 0,-1-1 0 0 0,0 1 0 0 0,0-1 1 0 0,0 1-1 0 0,-1-1 0 0 0,0 1 1 0 0,0-1-1 0 0,0 0 0 0 0,0 0 0 0 0,-1 0 1 0 0,1 0-1 0 0,-1 0 0 0 0,0 0 1 0 0,0-1-1 0 0,-1 0 0 0 0,1 1 0 0 0,-1-1 1 0 0,-5 4-1 0 0,-8 4 11 0 0,0-1 0 0 0,0 0 1 0 0,-22 9-1 0 0,29-15-24 0 0,4-1-201 0 0,-1 0 0 0 0,1 0 0 0 0,0-1 0 0 0,-1 0 0 0 0,1 0 1 0 0,-1-1-1 0 0,0 1 0 0 0,-10-1 0 0 0,17-1 18 0 0,-1 0 0 0 0,0 0-1 0 0,1 0 1 0 0,-1 0 0 0 0,0 0 0 0 0,1-1-1 0 0,-1 1 1 0 0,1 0 0 0 0,-1 0 0 0 0,0-1 0 0 0,1 1-1 0 0,-1 0 1 0 0,1-1 0 0 0,-1 1 0 0 0,1-1-1 0 0,-1 1 1 0 0,1-1 0 0 0,-1 1 0 0 0,1-1 0 0 0,-1 1-1 0 0,1-1 1 0 0,0 1 0 0 0,-1-1 0 0 0,1 0-1 0 0,0 1 1 0 0,0-1 0 0 0,-1 1 0 0 0,1-1 0 0 0,0-1-1 0 0,-1-17-3158 0 0,11-11-2786 0 0,-2 13 1180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29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1340 0 0,'19'-45'13122'0'0,"-15"38"-11573"0"0,-4 6-1473 0 0,0 1 0 0 0,0-1 0 0 0,0 1-1 0 0,1-1 1 0 0,-1 1 0 0 0,0-1 0 0 0,0 1 0 0 0,0-1-1 0 0,0 1 1 0 0,1-1 0 0 0,-1 1 0 0 0,0-1-1 0 0,1 1 1 0 0,-1 0 0 0 0,0-1 0 0 0,1 1 0 0 0,-1-1-1 0 0,0 1 1 0 0,1 0 0 0 0,-1-1 0 0 0,1 1 0 0 0,0 0-1 0 0,-1-1-58 0 0,2 1 4 0 0,1 0 1 0 0,-1-1-1 0 0,1 1 1 0 0,-1 0-1 0 0,1 0 1 0 0,-1 0-1 0 0,0 1 1 0 0,1-1-1 0 0,-1 0 1 0 0,1 1-1 0 0,-1 0 1 0 0,0-1 0 0 0,1 1-1 0 0,-1 0 1 0 0,0 0-1 0 0,0 0 1 0 0,0 1-1 0 0,0-1 1 0 0,0 0-1 0 0,0 1 1 0 0,0 0-1 0 0,0-1 1 0 0,-1 1-1 0 0,4 3 1 0 0,-3-2 63 0 0,1 1 0 0 0,0-1 0 0 0,-1 0 0 0 0,0 1 0 0 0,0 0 0 0 0,0-1 0 0 0,0 1-1 0 0,-1 0 1 0 0,1 0 0 0 0,-1 0 0 0 0,0 0 0 0 0,0 0 0 0 0,-1 0 0 0 0,1 0 0 0 0,-1 0 0 0 0,0 0 0 0 0,0 1 0 0 0,0-1 0 0 0,0 0 0 0 0,-1 0 0 0 0,0 0 0 0 0,0 0-1 0 0,-3 8 1 0 0,-3 7 490 0 0,-1 0 0 0 0,-1 0-1 0 0,-18 28 1 0 0,10-17-114 0 0,-13 22 252 0 0,29-51-621 0 0,2 0-87 0 0,-1-1-1 0 0,0 0 1 0 0,1 1 0 0 0,-1-1-1 0 0,1 1 1 0 0,-1-1 0 0 0,1 0-1 0 0,-1 1 1 0 0,1-1 0 0 0,-1 0-1 0 0,1 0 1 0 0,-1 1 0 0 0,1-1-1 0 0,-1 0 1 0 0,1 0 0 0 0,0 0-1 0 0,-1 0 1 0 0,1 0 0 0 0,-1 0-1 0 0,1 0 1 0 0,0 0-1 0 0,-1 0 1 0 0,1 0 0 0 0,-1 0-1 0 0,1 0 1 0 0,-1 0 0 0 0,1 0-1 0 0,0 0 1 0 0,-1-1 0 0 0,1 1-1 0 0,23-5 61 0 0,-23 4-56 0 0,53-16 98 0 0,64-30 1 0 0,-78 30 6 0 0,17-9-89 0 0,-55 25-289 0 0,4-2-452 0 0,-5 3 242 0 0,0-1 0 0 0,1 1 1 0 0,-1-1-1 0 0,0 0 0 0 0,0 1 0 0 0,1-1 1 0 0,-1 0-1 0 0,0 0 0 0 0,3-3-947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0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66 344 0 0,'-33'-4'9857'0'0,"20"1"-6091"0"0,10 2-2792 0 0,3 2-892 0 0,0-1 0 0 0,-1 0 1 0 0,1 0-1 0 0,0 0 0 0 0,-1 0 0 0 0,1 0 0 0 0,0 0 0 0 0,-1 0 0 0 0,1 0 0 0 0,0 0 0 0 0,-1 0 0 0 0,1 0 0 0 0,0 0 0 0 0,-1-1 0 0 0,1 1 0 0 0,0 0 0 0 0,-1 0 0 0 0,1 0 0 0 0,0 0 0 0 0,0 0 0 0 0,-1-1 0 0 0,1 1 1 0 0,0 0-1 0 0,0 0 0 0 0,-1-1 0 0 0,1 1 0 0 0,0 0 0 0 0,0 0 0 0 0,0-1 0 0 0,-1 1 0 0 0,1 0 0 0 0,0 0 0 0 0,0-1 0 0 0,0 1 0 0 0,0 0 0 0 0,0-1 0 0 0,-1 1 0 0 0,1 0 0 0 0,0-1 0 0 0,0 1 0 0 0,14-8 599 0 0,26-2-919 0 0,-3 2-644 0 0,54-10-2949 0 0,-30 11-3438 0 0,-46 7 2907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0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 1848 0 0,'-55'43'10923'0'0,"55"-42"-10879"0"0,1-1 0 0 0,-1 0 1 0 0,0 1-1 0 0,0-1 0 0 0,0 1 1 0 0,0-1-1 0 0,1 1 0 0 0,-1-1 1 0 0,0 0-1 0 0,1 1 0 0 0,-1-1 1 0 0,0 0-1 0 0,1 1 0 0 0,-1-1 1 0 0,0 0-1 0 0,1 1 0 0 0,-1-1 1 0 0,0 0-1 0 0,1 0 0 0 0,-1 1 1 0 0,1-1-1 0 0,-1 0 0 0 0,1 0 1 0 0,-1 0-1 0 0,1 0 0 0 0,-1 0 1 0 0,0 1-1 0 0,1-1 0 0 0,0 0 1 0 0,13 1 252 0 0,-14-1-292 0 0,26-1-700 0 0,0-2 1 0 0,0 0-1 0 0,40-11 1 0 0,27-13-5158 0 0,-56 15 2483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88 1892 0 0,'-1'-19'7104'0'0,"-7"-32"0"0"0,6 35-5732 0 0,1 14-800 0 0,-3 35 1087 0 0,-27 181 1762 0 0,12-131-2927 0 0,5-26-393 0 0,3 0 0 0 0,2 1 0 0 0,-2 69 0 0 0,10-124-105 0 0,1 0 0 0 0,0-1-1 0 0,1 1 1 0 0,-1 0 0 0 0,0-1 0 0 0,1 1-1 0 0,-1-1 1 0 0,1 1 0 0 0,0 0-1 0 0,0-1 1 0 0,0 1 0 0 0,0-1 0 0 0,1 0-1 0 0,-1 1 1 0 0,0-1 0 0 0,1 0 0 0 0,0 0-1 0 0,0 0 1 0 0,2 3 0 0 0,-1-3-149 0 0,0-1-1 0 0,0 1 1 0 0,0-1 0 0 0,0 1 0 0 0,0-1 0 0 0,0 0 0 0 0,0 0-1 0 0,0 0 1 0 0,1-1 0 0 0,-1 1 0 0 0,0-1 0 0 0,1 0 0 0 0,4 0-1 0 0,5-1-792 0 0,-1-1 0 0 0,1 0-1 0 0,-1-1 1 0 0,0 0 0 0 0,0-1-1 0 0,0-1 1 0 0,13-6-1 0 0,21-16-5451 0 0,-23 12 979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0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95 107 1772 0 0,'-92'-9'11644'0'0,"89"9"-10664"0"0,23-12-133 0 0,24-1-1512 0 0,59-10-1 0 0,-68 16-105 0 0,99-23-5437 0 0,-85 17 1679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67 908 0 0,'-2'-9'2185'0'0,"1"0"-1"0"0,-2 1 0 0 0,1 0 1 0 0,-5-12-1 0 0,6 19-1559 0 0,1 0-551 0 0,0 0-1 0 0,0 1 1 0 0,0-1 0 0 0,0 1-1 0 0,0-1 1 0 0,0 1-1 0 0,0-1 1 0 0,-1 1-1 0 0,1-1 1 0 0,0 1 0 0 0,0-1-1 0 0,0 1 1 0 0,-1-1-1 0 0,1 1 1 0 0,0-1 0 0 0,-1 1-1 0 0,1-1 1 0 0,0 1-1 0 0,-1 0 1 0 0,0-1 0 0 0,-4 4 67 0 0,1 1 1 0 0,0 0 0 0 0,0 0 0 0 0,0 0 0 0 0,0 1 0 0 0,1-1 0 0 0,-6 9 0 0 0,-19 42 409 0 0,14-25-295 0 0,-97 196 798 0 0,84-162-834 0 0,-31 108 0 0 0,54-157-231 0 0,1 0 0 0 0,0 1 0 0 0,1-1 1 0 0,0 0-1 0 0,2 1 0 0 0,0-1 0 0 0,0 1 0 0 0,4 21 0 0 0,-2-31-233 0 0,-1 0-1 0 0,1 0 1 0 0,0-1-1 0 0,0 1 1 0 0,1-1-1 0 0,0 1 1 0 0,0-1-1 0 0,0 0 1 0 0,0 0-1 0 0,7 6 1 0 0,-6-7-321 0 0,0 0 1 0 0,1 0-1 0 0,-1-1 0 0 0,1 0 1 0 0,0 0-1 0 0,0 0 1 0 0,0 0-1 0 0,0-1 0 0 0,1 0 1 0 0,-1 0-1 0 0,1-1 1 0 0,9 3-1 0 0,9-2-4341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44 1248 0 0,'0'-2'377'0'0,"-1"0"-1"0"0,1 0 1 0 0,-1 0-1 0 0,1 0 1 0 0,-1 0 0 0 0,0 0-1 0 0,1 0 1 0 0,-1 0-1 0 0,0 0 1 0 0,-1 1 0 0 0,1-1-1 0 0,0 0 1 0 0,0 1-1 0 0,-1-1 1 0 0,1 1 0 0 0,-1-1-1 0 0,1 1 1 0 0,-1-1-1 0 0,0 1 1 0 0,-2-1 0 0 0,1 0-122 0 0,0 1 0 0 0,0 0 1 0 0,0 0-1 0 0,-1 1 1 0 0,1-1-1 0 0,0 1 1 0 0,-1-1-1 0 0,1 1 1 0 0,0 0-1 0 0,-1 0 1 0 0,-5 1-1 0 0,-1 1-38 0 0,0 1 0 0 0,0-1-1 0 0,1 2 1 0 0,-1-1 0 0 0,1 1-1 0 0,0 1 1 0 0,-12 7 0 0 0,18-11-176 0 0,0 1 0 0 0,1-1 0 0 0,-1 1 0 0 0,0 0 0 0 0,1 0 0 0 0,0 0 0 0 0,-1 0 0 0 0,1 0 0 0 0,0 1 0 0 0,0-1-1 0 0,0 1 1 0 0,0-1 0 0 0,1 1 0 0 0,-1 0 0 0 0,1 0 0 0 0,0 0 0 0 0,-1-1 0 0 0,1 1 0 0 0,1 0 0 0 0,-2 7 0 0 0,2-9-18 0 0,0 0 0 0 0,1 0 0 0 0,-1 0 0 0 0,0 1 0 0 0,1-1 0 0 0,-1 0-1 0 0,1 0 1 0 0,-1 0 0 0 0,1 0 0 0 0,0 0 0 0 0,0 0 0 0 0,-1 0 0 0 0,1 0 0 0 0,0 0 0 0 0,0-1 0 0 0,0 1 0 0 0,0 0-1 0 0,0 0 1 0 0,0-1 0 0 0,0 1 0 0 0,2 0 0 0 0,24 11 249 0 0,-22-10-211 0 0,24 9 124 0 0,-5-3-104 0 0,31 17-1 0 0,-48-22-80 0 0,0 1 0 0 0,-1 1 0 0 0,1-1 0 0 0,-1 1 0 0 0,0 0 0 0 0,0 0 0 0 0,-1 1 0 0 0,9 11 0 0 0,-13-15 57 0 0,1 0 0 0 0,-1 0 1 0 0,0 0-1 0 0,0 0 0 0 0,0 0 1 0 0,0 0-1 0 0,-1 0 0 0 0,1 1 0 0 0,0-1 1 0 0,-1 0-1 0 0,0 0 0 0 0,1 1 1 0 0,-1-1-1 0 0,0 0 0 0 0,0 1 0 0 0,-1-1 1 0 0,0 4-1 0 0,0-2 45 0 0,0 0 1 0 0,0 0-1 0 0,-1-1 1 0 0,0 1-1 0 0,0 0 1 0 0,0-1-1 0 0,0 1 1 0 0,0-1-1 0 0,-4 4 1 0 0,-3 2 102 0 0,-1 0 1 0 0,1 0-1 0 0,-1-1 1 0 0,-1-1-1 0 0,-13 8 1 0 0,3-4-29 0 0,-1-1 0 0 0,0-1 0 0 0,-1-1 0 0 0,-25 5 0 0 0,45-12-235 0 0,1-1 0 0 0,-1 1 1 0 0,1-1-1 0 0,-1 0 0 0 0,1 0 0 0 0,0 0 0 0 0,-1 0 0 0 0,1 0 0 0 0,-1-1 1 0 0,1 1-1 0 0,-3-2 0 0 0,4 2-115 0 0,0 0 1 0 0,0-1-1 0 0,0 1 1 0 0,0-1-1 0 0,0 1 1 0 0,0-1-1 0 0,0 1 0 0 0,0-1 1 0 0,0 0-1 0 0,0 1 1 0 0,1-1-1 0 0,-1 0 1 0 0,0 1-1 0 0,1-1 0 0 0,-1 0 1 0 0,0 0-1 0 0,1 0 1 0 0,-1 0-1 0 0,1 0 1 0 0,0 0-1 0 0,-1 0 1 0 0,1 0-1 0 0,-1-1 0 0 0,2 1-47 0 0,-1-1 0 0 0,1 1 0 0 0,0 0 0 0 0,-1 0 0 0 0,1 0 0 0 0,0 0 0 0 0,0-1 0 0 0,0 1 0 0 0,0 1 0 0 0,0-1-1 0 0,0 0 1 0 0,0 0 0 0 0,0 0 0 0 0,0 0 0 0 0,1 1 0 0 0,1-2 0 0 0,0 0-695 0 0,9-6-2518 0 0,3-2-1411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2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253 222 2000 0 0,'5'-4'1107'0'0,"-1"0"0"0"0,1-1-1 0 0,-1 1 1 0 0,0-1 0 0 0,0 0-1 0 0,5-10 1 0 0,-8 13-767 0 0,0-1 1 0 0,0 0 0 0 0,0 1-1 0 0,0-1 1 0 0,0 0-1 0 0,0 0 1 0 0,-1 0-1 0 0,1 0 1 0 0,-1 0 0 0 0,0 0-1 0 0,0 0 1 0 0,0 0-1 0 0,0 0 1 0 0,-1-5-1 0 0,0 7-301 0 0,1 0-1 0 0,0 0 0 0 0,-1 0 0 0 0,1 0 1 0 0,-1 1-1 0 0,1-1 0 0 0,-1 0 0 0 0,0 0 1 0 0,1 1-1 0 0,-1-1 0 0 0,0 0 0 0 0,1 1 1 0 0,-1-1-1 0 0,0 1 0 0 0,0-1 0 0 0,1 1 1 0 0,-1-1-1 0 0,0 1 0 0 0,0-1 0 0 0,0 1 1 0 0,0 0-1 0 0,0 0 0 0 0,0-1 0 0 0,0 1 1 0 0,1 0-1 0 0,-1 0 0 0 0,0 0 0 0 0,0 0 1 0 0,-2 0-1 0 0,-24 4 294 0 0,16-1-285 0 0,1 2 0 0 0,-1-1 0 0 0,1 1 0 0 0,0 1 1 0 0,0 0-1 0 0,1 0 0 0 0,-11 9 0 0 0,2 1-14 0 0,0 1-1 0 0,-19 22 1 0 0,26-27-17 0 0,1 0 0 0 0,1 0 0 0 0,0 1 0 0 0,1 0 0 0 0,0 0 0 0 0,1 1 0 0 0,-7 17 0 0 0,14-29-5 0 0,-1-1-1 0 0,0 1 1 0 0,1 0 0 0 0,-1 0-1 0 0,1 0 1 0 0,0 0 0 0 0,-1 0-1 0 0,1-1 1 0 0,0 1-1 0 0,0 0 1 0 0,0 0 0 0 0,1 0-1 0 0,-1 0 1 0 0,0 0 0 0 0,1 0-1 0 0,-1 0 1 0 0,1-1-1 0 0,0 1 1 0 0,-1 0 0 0 0,3 3-1 0 0,-2-4 3 0 0,1 0 0 0 0,-1 0 0 0 0,1 0 0 0 0,-1 1 0 0 0,1-1 1 0 0,-1-1-1 0 0,1 1 0 0 0,0 0 0 0 0,0 0 0 0 0,-1-1 0 0 0,1 1 0 0 0,0-1 0 0 0,0 1 0 0 0,0-1 0 0 0,0 0 0 0 0,-1 0 0 0 0,4 0 0 0 0,3 0-41 0 0,0 0-1 0 0,0-1 1 0 0,0-1-1 0 0,0 1 1 0 0,0-1-1 0 0,0-1 1 0 0,-1 1-1 0 0,13-7 1 0 0,-9 2-153 0 0,0 0 0 0 0,0-1 1 0 0,0 0-1 0 0,-1-1 1 0 0,0-1-1 0 0,0 1 0 0 0,14-20 1 0 0,48-84 24 0 0,-67 104 258 0 0,6-7-27 0 0,-6 9-141 0 0,-6 13-199 0 0,-4 5 253 0 0,0-1 23 0 0,1 1 1 0 0,0-1 0 0 0,1 1 0 0 0,0-1-1 0 0,0 1 1 0 0,-1 17 0 0 0,5-26 2 0 0,0 0 1 0 0,0-1 0 0 0,0 1 0 0 0,0 0-1 0 0,0-1 1 0 0,1 1 0 0 0,-1 0 0 0 0,0-1-1 0 0,1 1 1 0 0,-1-1 0 0 0,1 0-1 0 0,0 0 1 0 0,-1 0 0 0 0,1 1 0 0 0,0-2-1 0 0,0 1 1 0 0,0 0 0 0 0,0 0 0 0 0,0 0-1 0 0,0-1 1 0 0,0 1 0 0 0,4 0-1 0 0,1-2-55 0 0,1 1 0 0 0,0-1 0 0 0,0 0 0 0 0,-1 0 0 0 0,1-1 0 0 0,0 0-1 0 0,-1 0 1 0 0,0-1 0 0 0,1 0 0 0 0,-1 0 0 0 0,0-1 0 0 0,-1 0-1 0 0,1 0 1 0 0,-1 0 0 0 0,0-1 0 0 0,0 0 0 0 0,10-11 0 0 0,-1 0 169 0 0,0-1 0 0 0,-2 0 0 0 0,0-1 1 0 0,-1-1-1 0 0,12-25 0 0 0,-3 15-100 0 0,-21 28-84 0 0,1 5-17 0 0,-2 16 46 0 0,-4 12 105 0 0,3-24-26 0 0,1 0 1 0 0,-1 0-1 0 0,2 0 1 0 0,-1 0-1 0 0,1 0 1 0 0,0 0-1 0 0,1 0 0 0 0,0 0 1 0 0,2 10-1 0 0,-2-16-13 0 0,0-1 0 0 0,-1 1 0 0 0,1-1 0 0 0,0 0 0 0 0,0 0 0 0 0,0 1 0 0 0,0-1 0 0 0,0 0 0 0 0,0 0 0 0 0,0 0 0 0 0,1 0 0 0 0,-1 0 0 0 0,0-1 0 0 0,1 1 0 0 0,-1 0 0 0 0,0 0 0 0 0,1-1 0 0 0,-1 1 0 0 0,1-1 0 0 0,-1 1 0 0 0,1-1 0 0 0,-1 0 0 0 0,1 0 0 0 0,-1 1 0 0 0,1-1 0 0 0,-1 0 0 0 0,3-1 0 0 0,2 1 28 0 0,0 0 0 0 0,0-1 0 0 0,0 0 0 0 0,0 0 0 0 0,9-4 0 0 0,-6 1-19 0 0,0 0 0 0 0,0-1 0 0 0,0 0 0 0 0,0-1 0 0 0,-1 0 0 0 0,0 0 0 0 0,0 0 0 0 0,11-14 0 0 0,1-4 62 0 0,26-38 0 0 0,-15 18 236 0 0,-18 24-187 0 0,4-5-286 0 0,-16 24 95 0 0,3 37-144 0 0,-13 14 271 0 0,-2 0 0 0 0,-24 65 0 0 0,-46 91 933 0 0,57-147-758 0 0,12-30 343 0 0,-1-1 1 0 0,-1 0 0 0 0,-27 39 0 0 0,35-58-319 0 0,-1 0 1 0 0,0-1 0 0 0,0 0-1 0 0,-1 0 1 0 0,0-1 0 0 0,0 0-1 0 0,-1 0 1 0 0,0-1 0 0 0,0 0-1 0 0,-1-1 1 0 0,0 0 0 0 0,0 0-1 0 0,-15 4 1 0 0,21-9-282 0 0,-1 1-1 0 0,0-1 1 0 0,0 0 0 0 0,1 0 0 0 0,-1-1-1 0 0,0 0 1 0 0,0 0 0 0 0,1 0-1 0 0,-1 0 1 0 0,1 0 0 0 0,-1-1-1 0 0,1 0 1 0 0,0 0 0 0 0,-1 0-1 0 0,1-1 1 0 0,0 1 0 0 0,0-1-1 0 0,-4-5 1 0 0,5 6-275 0 0,1-1 0 0 0,0 0-1 0 0,0 0 1 0 0,0 0 0 0 0,0 0 0 0 0,1 0-1 0 0,-1-1 1 0 0,1 1 0 0 0,0-1 0 0 0,0 1-1 0 0,0 0 1 0 0,0-1 0 0 0,1 0 0 0 0,-1 1-1 0 0,1-1 1 0 0,0 1 0 0 0,0-1 0 0 0,0 0-1 0 0,0 1 1 0 0,1-1 0 0 0,0 1 0 0 0,-1-1-1 0 0,1 1 1 0 0,1-1 0 0 0,-1 1 0 0 0,3-6 0 0 0,5-9-2108 0 0,1 1 1 0 0,0 0 0 0 0,22-26-1 0 0,-23 31 686 0 0,20-23-4752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3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779 38 2012 0 0,'0'-2'2296'0'0,"-5"-33"6682"0"0,8 44-7820 0 0,6 33-217 0 0,-2 0 0 0 0,-2 1 1 0 0,0 79-1 0 0,-7-58-629 0 0,-22 122 0 0 0,14-140-236 0 0,-2 0 0 0 0,-2-2 0 0 0,-1 0 0 0 0,-3 0 0 0 0,-24 42 0 0 0,5-23-502 0 0,-2-2-1 0 0,-76 90 1 0 0,-95 80-3316 0 0,56-86-1963 0 0,44-53-454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13 548 896 0 0,'-9'-15'15307'0'0,"8"19"-15327"0"0,0 0-1 0 0,0 0 1 0 0,1-1 0 0 0,-1 1-1 0 0,1 0 1 0 0,0 0 0 0 0,0-1-1 0 0,1 1 1 0 0,-1 0 0 0 0,1 0-1 0 0,0-1 1 0 0,0 1 0 0 0,0 0 0 0 0,3 5-1 0 0,1 11-7 0 0,-4-18 15 0 0,0 0 63 0 0,0 1 0 0 0,1-1-1 0 0,-1 1 1 0 0,1-1-1 0 0,0 0 1 0 0,0 1 0 0 0,4 3-1 0 0,-4-8-37 0 0,0 1 0 0 0,0-1 0 0 0,0 0 0 0 0,0 1-1 0 0,0-1 1 0 0,0 0 0 0 0,-1 0 0 0 0,1 0 0 0 0,-1 0 0 0 0,1-1 0 0 0,-1 1-1 0 0,0 0 1 0 0,2-5 0 0 0,13-41 74 0 0,-10 30-52 0 0,59-208 212 0 0,13-37-285 0 0,-73 247-29 0 0,-4 13 42 0 0,-1 0-1 0 0,1-1 1 0 0,0 1 0 0 0,0 0 0 0 0,1 0 0 0 0,-1 0 0 0 0,1 0-1 0 0,0 0 1 0 0,-1 1 0 0 0,4-4 0 0 0,-5 6 22 0 0,1 0 0 0 0,0-1 1 0 0,-1 1-1 0 0,1 0 0 0 0,0 0 0 0 0,0 0 1 0 0,-1 0-1 0 0,1 0 0 0 0,0 0 0 0 0,-1 0 1 0 0,1 0-1 0 0,0 0 0 0 0,0 1 0 0 0,-1-1 1 0 0,1 0-1 0 0,0 0 0 0 0,-1 1 1 0 0,1-1-1 0 0,-1 0 0 0 0,1 1 0 0 0,0-1 1 0 0,-1 1-1 0 0,1-1 0 0 0,-1 0 0 0 0,1 1 1 0 0,-1 0-1 0 0,1-1 0 0 0,-1 1 0 0 0,1-1 1 0 0,-1 1-1 0 0,1 0 0 0 0,15 20-28 0 0,-6-2 7 0 0,0 0 0 0 0,-1 1 1 0 0,-2 0-1 0 0,10 35 0 0 0,11 89-31 0 0,-24-123 48 0 0,34 393-254 0 0,-34-369-1923 0 0,0-16-4887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8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177 403 404 0 0,'-174'56'11342'0'0,"171"-55"-10446"0"0,19-10-611 0 0,460-279-866 0 0,-321 190-50 0 0,-126 78 546 0 0,-17 12 21 0 0,0 0 0 0 0,0 0 0 0 0,21-8 0 0 0,-32 15 75 0 0,1 1 0 0 0,-1-1 0 0 0,1 0 0 0 0,-1 1 0 0 0,1 0 0 0 0,-1-1 0 0 0,1 1 0 0 0,-1 0 0 0 0,1-1 0 0 0,-1 1 0 0 0,1 0 0 0 0,-1 0-1 0 0,1 0 1 0 0,0 1 0 0 0,-1-1 0 0 0,1 0 0 0 0,-1 1 0 0 0,1-1 0 0 0,-1 0 0 0 0,1 1 0 0 0,-1 0 0 0 0,0-1 0 0 0,1 1 0 0 0,-1 0 0 0 0,0 0 0 0 0,1 0-1 0 0,-1 0 1 0 0,0 0 0 0 0,0 0 0 0 0,0 0 0 0 0,0 0 0 0 0,0 0 0 0 0,0 1 0 0 0,0-1 0 0 0,0 0 0 0 0,0 0 0 0 0,-1 1 0 0 0,1-1 0 0 0,-1 1 0 0 0,1-1-1 0 0,0 4 1 0 0,0-2 34 0 0,8 24 248 0 0,-1 1-1 0 0,-1 0 1 0 0,-2 0 0 0 0,4 57 0 0 0,-7-60-208 0 0,5 129 428 0 0,-4-48-256 0 0,2-33 1509 0 0,-5-71-1484 0 0,8-19 258 0 0,41-162 7 0 0,-40 155-572 0 0,0 1-1 0 0,2 0 1 0 0,0 0 0 0 0,2 1 0 0 0,20-28-1 0 0,-32 48 14 0 0,1 0-1 0 0,0-1 1 0 0,0 1 0 0 0,0 0-1 0 0,0 0 1 0 0,1 0-1 0 0,-1 0 1 0 0,0 0 0 0 0,1 1-1 0 0,-1-1 1 0 0,1 1-1 0 0,0-1 1 0 0,-1 1 0 0 0,1 0-1 0 0,0 0 1 0 0,0 0-1 0 0,0 1 1 0 0,-1-1-1 0 0,1 1 1 0 0,0-1 0 0 0,0 1-1 0 0,0 0 1 0 0,0 0-1 0 0,0 1 1 0 0,0-1 0 0 0,0 0-1 0 0,5 2 1 0 0,-2 1-2 0 0,0-1-1 0 0,0 1 1 0 0,0 1 0 0 0,0-1 0 0 0,-1 1 0 0 0,0 0 0 0 0,1 0-1 0 0,-2 1 1 0 0,1-1 0 0 0,0 1 0 0 0,5 8 0 0 0,10 15-16 0 0,22 44 0 0 0,-26-44 30 0 0,37 51 1 0 0,-51-76 14 0 0,0-1 0 0 0,-1 1 0 0 0,1-1 0 0 0,0 0 1 0 0,1 1-1 0 0,-1-1 0 0 0,0 0 0 0 0,1 0 0 0 0,-1-1 1 0 0,1 1-1 0 0,-1 0 0 0 0,1-1 0 0 0,0 0 0 0 0,0 0 1 0 0,0 1-1 0 0,0-2 0 0 0,0 1 0 0 0,0 0 1 0 0,0-1-1 0 0,0 1 0 0 0,3-1 0 0 0,0-1 10 0 0,0 0-1 0 0,0-1 1 0 0,0 0-1 0 0,-1 0 0 0 0,1-1 1 0 0,0 1-1 0 0,-1-1 1 0 0,0 0-1 0 0,9-7 1 0 0,-3 1-1 0 0,-1 0 0 0 0,-1 0 0 0 0,0-1 0 0 0,8-12 1 0 0,4-8 103 0 0,-2 0 1 0 0,22-49 0 0 0,-33 61 204 0 0,0 1 0 0 0,-2-1 0 0 0,0 0 0 0 0,-1-1-1 0 0,3-23 1 0 0,-8 41-334 0 0,0 1 1 0 0,0 0-1 0 0,1 0 1 0 0,-1-1-1 0 0,0 1 0 0 0,0 0 1 0 0,0-1-1 0 0,0 1 0 0 0,0 0 1 0 0,0-1-1 0 0,0 1 0 0 0,0 0 1 0 0,0-1-1 0 0,0 1 0 0 0,0 0 1 0 0,0-1-1 0 0,0 1 1 0 0,0 0-1 0 0,0-1 0 0 0,0 1 1 0 0,0 0-1 0 0,0-1 0 0 0,-1 1 1 0 0,1 0-1 0 0,0 0 0 0 0,0-1 1 0 0,0 1-1 0 0,0 0 0 0 0,-1 0 1 0 0,1-1-1 0 0,0 1 1 0 0,0 0-1 0 0,-1 0 0 0 0,1-1 1 0 0,0 1-1 0 0,0 0 0 0 0,-1 0 1 0 0,1 0-1 0 0,0 0 0 0 0,-1 0 1 0 0,1-1-1 0 0,0 1 0 0 0,-1 0 1 0 0,1 0-1 0 0,0 0 0 0 0,-1 0 1 0 0,1 0-1 0 0,0 0 1 0 0,-1 0-1 0 0,1 0 0 0 0,0 0 1 0 0,-1 0-1 0 0,1 0 0 0 0,0 0 1 0 0,-1 1-1 0 0,0-1-6 0 0,0 0 0 0 0,0 1 0 0 0,0-1 0 0 0,0 1 0 0 0,1-1 0 0 0,-1 1 0 0 0,0 0 0 0 0,0-1 0 0 0,1 1 0 0 0,-1 0 0 0 0,0 0 0 0 0,1 0 0 0 0,-1-1 0 0 0,0 1 0 0 0,1 0-1 0 0,-1 0 1 0 0,0 2 0 0 0,0 3-9 0 0,-1 1-1 0 0,1-1 0 0 0,0 1 0 0 0,1 0 0 0 0,0-1 0 0 0,0 1 0 0 0,0 0 0 0 0,1 0 0 0 0,0-1 0 0 0,0 1 0 0 0,0-1 0 0 0,1 1 0 0 0,0-1 1 0 0,1 0-1 0 0,-1 1 0 0 0,1-1 0 0 0,0 0 0 0 0,1-1 0 0 0,-1 1 0 0 0,6 5 0 0 0,9 10 6 0 0,0-2 1 0 0,1 0-1 0 0,39 29 1 0 0,-3-2-21 0 0,-50-42 53 0 0,-1 0 0 0 0,0 1 0 0 0,0 0 0 0 0,0 0 0 0 0,0 0 0 0 0,-1 0 0 0 0,1 0 0 0 0,-1 1 0 0 0,-1-1 0 0 0,4 10 0 0 0,-5-12 25 0 0,0 0 1 0 0,-1 0-1 0 0,0 0 1 0 0,1 0 0 0 0,-1 0-1 0 0,0 0 1 0 0,-1 0-1 0 0,1 0 1 0 0,0-1-1 0 0,-1 1 1 0 0,1 0 0 0 0,-1 0-1 0 0,0 0 1 0 0,0 0-1 0 0,0-1 1 0 0,-1 1 0 0 0,1 0-1 0 0,0-1 1 0 0,-1 1-1 0 0,0-1 1 0 0,0 0-1 0 0,0 0 1 0 0,0 1 0 0 0,-3 2-1 0 0,-5 3 46 0 0,0 0 0 0 0,0 0-1 0 0,-1-1 1 0 0,0-1 0 0 0,0 0-1 0 0,0 0 1 0 0,-1-1 0 0 0,0-1-1 0 0,0 0 1 0 0,-23 5 0 0 0,28-7-272 0 0,-1-1 1 0 0,0 0-1 0 0,0 0 1 0 0,0-1-1 0 0,-15 0 0 0 0,20-1-335 0 0,0 1 0 0 0,-1-1 0 0 0,1 0-1 0 0,0 0 1 0 0,-1 0 0 0 0,-4-3-1 0 0,6 3-133 0 0,0 0 0 0 0,0-1-1 0 0,1 1 1 0 0,-1 0 0 0 0,0-1-1 0 0,1 1 1 0 0,-1-1 0 0 0,1 0-1 0 0,-1 1 1 0 0,1-1 0 0 0,-2-3 0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1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31 499 536 0 0,'0'0'2791'0'0,"-14"2"2620"0"0,-3 4-1760 0 0,32-7-1794 0 0,34-10-894 0 0,1189-412 1036 0 0,-1173 401-1957 0 0,64-20 370 0 0,-116 36-353 0 0,-7 4-1392 0 0,-7 8 15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23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230 162 848 0 0,'-1'-10'3932'0'0,"-7"-19"120"0"0,4 15-3098 0 0,0 1 0 0 0,-1-1 0 0 0,-10-21 0 0 0,13 31-914 0 0,0 1-1 0 0,-1-1 1 0 0,1 1-1 0 0,-1-1 1 0 0,0 1-1 0 0,-5-5 1 0 0,-8-8 24 0 0,14 15-31 0 0,-2 1-29 0 0,2 0-4 0 0,0-1 0 0 0,0 1 0 0 0,0 0-1 0 0,0 0 1 0 0,0 0 0 0 0,0 1 0 0 0,0-1 0 0 0,1 0 0 0 0,-1 1 0 0 0,0-1 0 0 0,0 1 0 0 0,0 0-1 0 0,1-1 1 0 0,-1 1 0 0 0,0 0 0 0 0,1 0 0 0 0,-1 0 0 0 0,0 0 0 0 0,1 1 0 0 0,0-1 0 0 0,-1 0-1 0 0,1 1 1 0 0,-3 2 0 0 0,-5 10-8 0 0,0 1-1 0 0,1 0 1 0 0,0 1-1 0 0,2 0 1 0 0,-10 31-1 0 0,-13 87-101 0 0,25-115 104 0 0,-2 21 33 0 0,1 1 0 0 0,2 0 1 0 0,2 0-1 0 0,6 60 0 0 0,-2-70 25 0 0,2 0-1 0 0,1-1 0 0 0,2 0 0 0 0,1 0 0 0 0,1-1 0 0 0,21 44 1 0 0,-21-54 13 0 0,1-1 0 0 0,20 27 1 0 0,-25-37 26 0 0,1-1-1 0 0,-1 0 1 0 0,1-1 0 0 0,1 1 0 0 0,-1-1 0 0 0,1 0 0 0 0,15 7 0 0 0,-21-12-17 0 0,1 0 0 0 0,0 0 1 0 0,0-1-1 0 0,0 1 0 0 0,0-1 0 0 0,0 0 1 0 0,0 0-1 0 0,0 0 0 0 0,0 0 0 0 0,0-1 0 0 0,0 1 1 0 0,0-1-1 0 0,0 0 0 0 0,0 0 0 0 0,0 0 0 0 0,-1 0 1 0 0,1 0-1 0 0,0-1 0 0 0,-1 1 0 0 0,1-1 1 0 0,2-2-1 0 0,4-3 25 0 0,-1-1 0 0 0,-1-1 0 0 0,1 1 0 0 0,-2-1 0 0 0,1-1 0 0 0,-1 1 0 0 0,0-1 0 0 0,-1 0 0 0 0,6-17 0 0 0,2-8 15 0 0,12-58 1 0 0,-12 38-77 0 0,-4-1 0 0 0,6-102 0 0 0,-15 129-4 0 0,-1 0-1 0 0,-1 0 1 0 0,-1 0 0 0 0,-2 0 0 0 0,-1 1-1 0 0,-1 0 1 0 0,-14-37 0 0 0,17 56-28 0 0,0 0 0 0 0,-1 1-1 0 0,-7-11 1 0 0,11 16-10 0 0,-1 1 1 0 0,0-1-1 0 0,0 1 0 0 0,0 0 1 0 0,0 0-1 0 0,-1 0 0 0 0,1 0 1 0 0,0 0-1 0 0,-1 0 0 0 0,0 0 0 0 0,1 1 1 0 0,-1-1-1 0 0,0 1 0 0 0,0 0 1 0 0,-4-1-1 0 0,3 1 1 0 0,0 0 0 0 0,0 1 1 0 0,0-1-1 0 0,0 1 0 0 0,0 0 1 0 0,0 0-1 0 0,0 1 0 0 0,0-1 0 0 0,0 1 1 0 0,0 0-1 0 0,0 0 0 0 0,0 0 1 0 0,0 1-1 0 0,1-1 0 0 0,-1 1 0 0 0,1 0 1 0 0,-1 0-1 0 0,1 0 0 0 0,-1 0 1 0 0,-4 5-1 0 0,-1 0-6 0 0,-10 8-2 0 0,2 0 0 0 0,0 1 0 0 0,1 1 0 0 0,0 1 0 0 0,1 0 0 0 0,1 1-1 0 0,1 0 1 0 0,1 1 0 0 0,-18 39 0 0 0,26-49 4 0 0,0 0 1 0 0,1 0-1 0 0,0 1 0 0 0,1-1 0 0 0,0 1 1 0 0,1-1-1 0 0,0 1 0 0 0,0 0 0 0 0,1 0 1 0 0,0 0-1 0 0,1-1 0 0 0,1 1 0 0 0,0 0 0 0 0,0-1 1 0 0,1 1-1 0 0,0-1 0 0 0,1 0 0 0 0,0 0 1 0 0,0 0-1 0 0,1 0 0 0 0,0-1 0 0 0,11 13 1 0 0,170 214 160 0 0,-103-138-61 0 0,-6-16 4 0 0,-12-15 95 0 0,-39-45-147 0 0,-24-20-218 0 0,0-1-112 0 0,0-1 1 0 0,-1 1-1 0 0,1-1 0 0 0,0 1 0 0 0,0-1 0 0 0,0 1 1 0 0,0-1-1 0 0,0 0 0 0 0,0 0 0 0 0,0 0 0 0 0,3-1 1 0 0,7-4-4479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2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55 108 2484 0 0,'-2'-3'601'0'0,"-32"-59"12473"0"0,22 36-10362 0 0,12 25-2461 0 0,-7-14-608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7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685 149 188 0 0,'1'-7'1306'0'0,"-1"0"0"0"0,1-1-1 0 0,0 1 1 0 0,1 0 0 0 0,2-8 0 0 0,4-5 625 0 0,16-31 1 0 0,-14 32-931 0 0,-10 19-981 0 0,0 0-1 0 0,0 0 1 0 0,1 0-1 0 0,-1-1 1 0 0,0 1-1 0 0,0 0 1 0 0,0 0-1 0 0,0 0 1 0 0,0 0-1 0 0,0-1 1 0 0,0 1-1 0 0,1 0 1 0 0,-1 0 0 0 0,0 0-1 0 0,0-1 1 0 0,0 1-1 0 0,0 0 1 0 0,0 0-1 0 0,0 0 1 0 0,0-1-1 0 0,0 1 1 0 0,0 0-1 0 0,0 0 1 0 0,0 0-1 0 0,0-1 1 0 0,0 1-1 0 0,0 0 1 0 0,0 0-1 0 0,-1 0 1 0 0,1-1-1 0 0,0 1 1 0 0,0 0 0 0 0,0 0-1 0 0,0 0 1 0 0,0-1-1 0 0,0 1 1 0 0,0 0-1 0 0,-1 0 1 0 0,1 0-1 0 0,-10 2 229 0 0,-16 12-272 0 0,22-12 105 0 0,-64 41 106 0 0,-72 59 0 0 0,64-45-88 0 0,67-50-83 0 0,-1 0 0 0 0,1 1 1 0 0,0 0-1 0 0,0 1 0 0 0,-9 12 0 0 0,17-20-10 0 0,1 0 1 0 0,-1 0-1 0 0,1 0 0 0 0,0 0 0 0 0,-1 0 0 0 0,1 0 0 0 0,0 0 0 0 0,-1 0 0 0 0,1 0 0 0 0,0 1 0 0 0,0-1 1 0 0,0 0-1 0 0,0 0 0 0 0,0 0 0 0 0,0 0 0 0 0,0 0 0 0 0,1 0 0 0 0,-1 0 0 0 0,0 0 0 0 0,1 0 0 0 0,-1 0 1 0 0,0 0-1 0 0,1 0 0 0 0,-1 0 0 0 0,1 0 0 0 0,0 0 0 0 0,-1 0 0 0 0,1 0 0 0 0,0 0 0 0 0,-1-1 0 0 0,1 1 1 0 0,0 0-1 0 0,0 0 0 0 0,0-1 0 0 0,0 1 0 0 0,0-1 0 0 0,-1 1 0 0 0,3 0 0 0 0,6 4 19 0 0,-1-1 0 0 0,1 0 0 0 0,13 5 0 0 0,-11-6-9 0 0,-2 1 30 0 0,15 6-67 0 0,-1 0 0 0 0,23 15 0 0 0,-41-22 65 0 0,-1-1 0 0 0,1 2 0 0 0,-1-1 0 0 0,1 0 0 0 0,-1 1 0 0 0,0 0-1 0 0,-1 0 1 0 0,1 0 0 0 0,-1 1 0 0 0,1-1 0 0 0,-1 1 0 0 0,0-1 0 0 0,-1 1-1 0 0,1 0 1 0 0,2 9 0 0 0,-5-11 52 0 0,1 1 1 0 0,-1-1-1 0 0,0 1 0 0 0,-1 0 1 0 0,1-1-1 0 0,-1 1 0 0 0,1-1 0 0 0,-1 1 1 0 0,0-1-1 0 0,0 0 0 0 0,0 1 1 0 0,-1-1-1 0 0,1 0 0 0 0,-1 0 1 0 0,0 0-1 0 0,0 0 0 0 0,0 0 0 0 0,0 0 1 0 0,-1 0-1 0 0,1-1 0 0 0,-6 5 1 0 0,-4 4 216 0 0,0-2 0 0 0,-1 1 1 0 0,-21 11-1 0 0,20-13-175 0 0,-1-1-1 0 0,0 0 0 0 0,0-1 0 0 0,0-1 0 0 0,-1 0 0 0 0,0-1 0 0 0,0-1 0 0 0,0 0 0 0 0,0-1 0 0 0,-1-1 0 0 0,1-1 1 0 0,-1 0-1 0 0,1-1 0 0 0,0 0 0 0 0,0-2 0 0 0,-1 0 0 0 0,1-1 0 0 0,-22-8 0 0 0,37 12-145 0 0,-84-39 250 0 0,77 34-356 0 0,1 1 0 0 0,-1-2-1 0 0,1 1 1 0 0,0-1 0 0 0,0 0 0 0 0,0 0-1 0 0,-10-15 1 0 0,17 21 59 0 0,-1-1-1 0 0,1 1 1 0 0,0-1 0 0 0,0 0-1 0 0,-1 1 1 0 0,1-1 0 0 0,0 0-1 0 0,0 1 1 0 0,0-1-1 0 0,0 0 1 0 0,0 1 0 0 0,0-1-1 0 0,0 0 1 0 0,0 1 0 0 0,0-1-1 0 0,0 1 1 0 0,0-1-1 0 0,0 0 1 0 0,1 1 0 0 0,-1-1-1 0 0,0 0 1 0 0,0 1 0 0 0,1-1-1 0 0,-1 1 1 0 0,0-1-1 0 0,1 1 1 0 0,-1-1 0 0 0,1 1-1 0 0,-1-1 1 0 0,1 1 0 0 0,-1-1-1 0 0,1 1 1 0 0,-1-1-1 0 0,1 1 1 0 0,-1 0 0 0 0,1-1-1 0 0,-1 1 1 0 0,1 0-1 0 0,0-1 1 0 0,24-10-2258 0 0,51-3-6537 0 0,-52 10 3753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1:5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156 914 1752 0 0,'9'-18'12927'0'0,"-15"20"-12635"0"0,1 0 0 0 0,-1 1 0 0 0,1 0 0 0 0,-1 0-1 0 0,1 0 1 0 0,0 1 0 0 0,1-1 0 0 0,-1 1 0 0 0,0 0-1 0 0,1 0 1 0 0,-8 10 0 0 0,-1 3 75 0 0,0 0 1 0 0,-12 24-1 0 0,17-28-277 0 0,1 2 1 0 0,0-1-1 0 0,1 1 0 0 0,1 0 0 0 0,-4 17 1 0 0,8-27-61 0 0,0 0-1 0 0,0 1 1 0 0,1-1 0 0 0,0 0 0 0 0,0 1 0 0 0,0-1 0 0 0,1 1 0 0 0,1 6 0 0 0,-1-9-11 0 0,0 0-1 0 0,0 0 1 0 0,0 0-1 0 0,0-1 1 0 0,1 1-1 0 0,-1 0 1 0 0,1-1-1 0 0,0 1 1 0 0,0-1-1 0 0,0 0 1 0 0,0 0-1 0 0,0 1 1 0 0,0-1-1 0 0,1-1 1 0 0,4 4 0 0 0,-2-2-5 0 0,-1-1 0 0 0,1 0 0 0 0,0-1 0 0 0,0 1 0 0 0,0-1 0 0 0,1 0 0 0 0,-1 0 0 0 0,0-1 0 0 0,0 0 0 0 0,1 1 0 0 0,-1-2 0 0 0,0 1 0 0 0,9-2 0 0 0,0-1 12 0 0,0 0 1 0 0,0-1-1 0 0,24-10 0 0 0,-27 9-18 0 0,0-1-1 0 0,-1-1 1 0 0,0 0 0 0 0,0 0 0 0 0,0-1-1 0 0,-1 0 1 0 0,0 0 0 0 0,0-1 0 0 0,-1-1-1 0 0,0 1 1 0 0,-1-1 0 0 0,0-1 0 0 0,0 1-1 0 0,6-16 1 0 0,-8 15-15 0 0,-1 0 0 0 0,0 0 1 0 0,0 0-1 0 0,-1 0 0 0 0,-1 0 0 0 0,0-1 0 0 0,0 1 0 0 0,-1-1 0 0 0,-1 1 0 0 0,0-1 0 0 0,0 0 0 0 0,-1 1 1 0 0,-1-1-1 0 0,0 1 0 0 0,-5-18 0 0 0,5 25 0 0 0,1 0 0 0 0,-1 1-1 0 0,1-1 1 0 0,-1 0 0 0 0,0 1 0 0 0,-1-1 0 0 0,1 1 0 0 0,0 0-1 0 0,-1 0 1 0 0,0 0 0 0 0,0 0 0 0 0,0 0 0 0 0,0 0-1 0 0,0 1 1 0 0,0 0 0 0 0,-1 0 0 0 0,-6-4 0 0 0,5 4-3 0 0,-1 1 1 0 0,1-1 0 0 0,-1 1 0 0 0,1 0-1 0 0,-1 1 1 0 0,0-1 0 0 0,1 1-1 0 0,-1 0 1 0 0,0 0 0 0 0,1 1-1 0 0,-10 2 1 0 0,4-1-1 0 0,-1 2 0 0 0,1-1 0 0 0,1 2 0 0 0,-1-1 1 0 0,1 1-1 0 0,-1 1 0 0 0,1 0 0 0 0,1 0 0 0 0,-1 1 0 0 0,1 1 0 0 0,1-1 0 0 0,-10 11 1 0 0,14-13 11 0 0,0 0 0 0 0,0 0 0 0 0,1 1 0 0 0,-1 0 0 0 0,1 0 0 0 0,0 0 0 0 0,1 0 0 0 0,0 0 0 0 0,0 0 0 0 0,0 1 0 0 0,0-1 0 0 0,0 7 1 0 0,2-10-1 0 0,0 1 0 0 0,0-1 0 0 0,1 0 1 0 0,-1 1-1 0 0,0-1 0 0 0,1 0 1 0 0,0 0-1 0 0,0 0 0 0 0,0 0 1 0 0,0 0-1 0 0,0 0 0 0 0,1 0 1 0 0,0 0-1 0 0,-1 0 0 0 0,1 0 0 0 0,0-1 1 0 0,0 1-1 0 0,0-1 0 0 0,1 1 1 0 0,-1-1-1 0 0,0 0 0 0 0,1 0 1 0 0,0 0-1 0 0,-1 0 0 0 0,1-1 1 0 0,4 3-1 0 0,4 1 1 0 0,1-1 0 0 0,0 0 0 0 0,0 0 0 0 0,0-2 0 0 0,1 1 0 0 0,-1-1 0 0 0,1-1 0 0 0,0 0 0 0 0,-1-1 0 0 0,17-2 0 0 0,16-2-13 0 0,65-17 0 0 0,-56 9-151 0 0,0-3 0 0 0,-1-1 0 0 0,-1-4 0 0 0,88-44 0 0 0,-112 47 42 0 0,0-1-1 0 0,-1 0 1 0 0,0-2-1 0 0,-2-2 1 0 0,0 0-1 0 0,-2-1 1 0 0,0-2-1 0 0,-2 0 1 0 0,24-37-1 0 0,-30 40 99 0 0,-1-1 0 0 0,-1 0 0 0 0,-1-1 0 0 0,-1 0 0 0 0,-2-1 0 0 0,0 0 0 0 0,8-41 0 0 0,-17 66 23 0 0,0-1 0 0 0,0 0-1 0 0,1 1 1 0 0,-1-1 0 0 0,0 1 0 0 0,0-1-1 0 0,0 0 1 0 0,0 1 0 0 0,0-1 0 0 0,0 1 0 0 0,0-1-1 0 0,0 0 1 0 0,0 1 0 0 0,0-1 0 0 0,0 0 0 0 0,0 1-1 0 0,0-1 1 0 0,-1 1 0 0 0,1-1 0 0 0,0 0-1 0 0,0 1 1 0 0,-1-1 0 0 0,1 1 0 0 0,0-1 0 0 0,-1 1-1 0 0,1-1 1 0 0,-1 1 0 0 0,1-1 0 0 0,-1 1-1 0 0,0-1 1 0 0,0 1 0 0 0,0 0 0 0 0,0 0-1 0 0,-1 0 1 0 0,1 0-1 0 0,0 0 1 0 0,0 1 0 0 0,0-1-1 0 0,0 0 1 0 0,0 1 0 0 0,0-1-1 0 0,0 1 1 0 0,0-1 0 0 0,0 1-1 0 0,0 0 1 0 0,-1 0-1 0 0,-32 30 53 0 0,8-2 132 0 0,1 2 1 0 0,2 0-1 0 0,-34 61 0 0 0,27-32 108 0 0,-33 87 1 0 0,54-124-245 0 0,2 1 0 0 0,-6 30 0 0 0,12-46-27 0 0,-1 0 0 0 0,2 0 0 0 0,-1 0 0 0 0,1 0 0 0 0,0 0 0 0 0,1 0 0 0 0,-1 0 0 0 0,2 0 0 0 0,-1 0 0 0 0,6 15 0 0 0,-5-19-11 0 0,0 1 1 0 0,0-1-1 0 0,1 0 1 0 0,-1 0 0 0 0,1-1-1 0 0,0 1 1 0 0,0 0 0 0 0,1-1-1 0 0,-1 0 1 0 0,1 0-1 0 0,0 0 1 0 0,-1 0 0 0 0,1 0-1 0 0,7 2 1 0 0,-5-2-18 0 0,1 0 0 0 0,0-1 0 0 0,0 0 1 0 0,0 0-1 0 0,0-1 0 0 0,0 0 0 0 0,1 0 0 0 0,12-1 0 0 0,-5-1-65 0 0,1-1 0 0 0,-1 0-1 0 0,0-1 1 0 0,0-1 0 0 0,0-1-1 0 0,0 0 1 0 0,-1 0-1 0 0,18-11 1 0 0,-2-2-44 0 0,-2-2-1 0 0,0-1 1 0 0,-2-1-1 0 0,0-1 0 0 0,-2-1 1 0 0,0-1-1 0 0,-2-2 1 0 0,0 0-1 0 0,30-52 1 0 0,-42 65 149 0 0,-4 6-29 0 0,-12 15 52 0 0,-9 10 13 0 0,1 1-1 0 0,1 1 1 0 0,-11 23 0 0 0,18-31-44 0 0,0 0-1 0 0,1 1 1 0 0,0-1 0 0 0,1 1 0 0 0,1 1 0 0 0,0-1 0 0 0,-2 18 0 0 0,5-27-17 0 0,0-1 0 0 0,0 1-1 0 0,0 0 1 0 0,0-1 0 0 0,1 1-1 0 0,-1 0 1 0 0,1-1 0 0 0,-1 1 0 0 0,1 0-1 0 0,0-1 1 0 0,0 1 0 0 0,0-1-1 0 0,0 1 1 0 0,1-1 0 0 0,-1 0 0 0 0,1 1-1 0 0,-1-1 1 0 0,3 2 0 0 0,-1-1 1 0 0,0-1 1 0 0,1 1-1 0 0,-1-1 1 0 0,0 0-1 0 0,1 0 1 0 0,0 0-1 0 0,0 0 0 0 0,-1-1 1 0 0,1 1-1 0 0,7 1 1 0 0,2-1-20 0 0,0-1 0 0 0,0 1 0 0 0,0-2 0 0 0,0 0 0 0 0,0-1 0 0 0,20-3 0 0 0,-16 1 4 0 0,-1-2 0 0 0,1 0 0 0 0,-1-1 0 0 0,0-1 1 0 0,-1 0-1 0 0,1-1 0 0 0,-1 0 0 0 0,-1-2 0 0 0,0 0 0 0 0,0 0 1 0 0,-1-1-1 0 0,0-1 0 0 0,-1 0 0 0 0,0-1 0 0 0,-1 0 0 0 0,-1-1 1 0 0,0 0-1 0 0,-1 0 0 0 0,0-1 0 0 0,-1 0 0 0 0,-1-1 0 0 0,0 0 0 0 0,-1 0 1 0 0,5-25-1 0 0,-10 37 46 0 0,-1 4-36 0 0,1-1 0 0 0,-1 1 1 0 0,0 0-1 0 0,0-1 1 0 0,0 1-1 0 0,0 0 1 0 0,1-1-1 0 0,-1 1 0 0 0,0-1 1 0 0,0 1-1 0 0,0-1 1 0 0,0 1-1 0 0,0 0 1 0 0,0-1-1 0 0,0 1 0 0 0,0-1 1 0 0,0 1-1 0 0,0 0 1 0 0,0-1-1 0 0,0 1 1 0 0,0-1-1 0 0,-1 1 0 0 0,1-1 1 0 0,0 1-1 0 0,0 0 1 0 0,0-1-1 0 0,0 1 1 0 0,-1 0-1 0 0,1-1 0 0 0,0 1 1 0 0,0 0-1 0 0,-1-1 1 0 0,1 1-1 0 0,0 0 1 0 0,-1-1-1 0 0,1 1 0 0 0,0 0 1 0 0,-1 0-1 0 0,1 0 1 0 0,-1-1-1 0 0,-16 18 67 0 0,7-5-47 0 0,1 0 0 0 0,1 0 0 0 0,0 1 0 0 0,1 0 1 0 0,0 0-1 0 0,1 1 0 0 0,0 0 0 0 0,1 0 0 0 0,1 0 0 0 0,0 1 0 0 0,1-1 1 0 0,1 1-1 0 0,-1 17 0 0 0,3-29-15 0 0,0-1 0 0 0,0 1 0 0 0,0 0 0 0 0,1 0 0 0 0,-1 0 0 0 0,1 0-1 0 0,0 0 1 0 0,0 0 0 0 0,0 0 0 0 0,0-1 0 0 0,0 1 0 0 0,1 0 0 0 0,-1-1 0 0 0,1 1 0 0 0,0-1 0 0 0,0 1 0 0 0,0-1 0 0 0,2 2 0 0 0,0-1-21 0 0,0 0 1 0 0,1 0-1 0 0,-1 0 0 0 0,0-1 1 0 0,1 0-1 0 0,-1 0 0 0 0,1 0 1 0 0,0-1-1 0 0,10 3 0 0 0,4-2-240 0 0,1 0 1 0 0,-1-2-1 0 0,1 0 0 0 0,26-3 0 0 0,-23 0-290 0 0,0 0 0 0 0,0-2 0 0 0,0-1 0 0 0,-1 0 0 0 0,0-2 0 0 0,0-1 0 0 0,-1 0 0 0 0,0-1 0 0 0,31-22 0 0 0,-26 13 10 0 0,-1-1 0 0 0,-1-1 0 0 0,-1-1 0 0 0,-1-1 0 0 0,0-1 0 0 0,22-34 1 0 0,-12 9 67 0 0,-2-1 0 0 0,40-91 0 0 0,21-109 2035 0 0,-41 35 3256 0 0,-42 174-3461 0 0,-8 41-1346 0 0,1 0 0 0 0,-1-1 1 0 0,0 1-1 0 0,0 0 0 0 0,0-1 1 0 0,0 1-1 0 0,1-1 0 0 0,-1 1 1 0 0,0 0-1 0 0,0-1 0 0 0,0 1 1 0 0,0 0-1 0 0,0-1 0 0 0,0 1 1 0 0,0-1-1 0 0,0 1 0 0 0,0 0 1 0 0,0-1-1 0 0,0 1 0 0 0,0 0 1 0 0,-1-1-1 0 0,1 1 0 0 0,0 0 1 0 0,0-1-1 0 0,0 1 0 0 0,0 0 1 0 0,-1-1-1 0 0,1 1 0 0 0,0 0 1 0 0,0-1-1 0 0,0 1 0 0 0,-1 0 1 0 0,1-1-1 0 0,-11 9 335 0 0,-9 20 256 0 0,-8 31 787 0 0,-26 82-1 0 0,26-62-558 0 0,-94 269 1157 0 0,81-212-1696 0 0,36-113-336 0 0,1-1 1 0 0,0 1-1 0 0,2 0 0 0 0,0 27 1 0 0,3-43-85 0 0,-1-1 1 0 0,1 0-1 0 0,0 0 1 0 0,0 1-1 0 0,1-1 1 0 0,0 0-1 0 0,0 0 1 0 0,0 0-1 0 0,1-1 1 0 0,0 1-1 0 0,0 0 1 0 0,0-1-1 0 0,1 0 1 0 0,0 0-1 0 0,0 0 1 0 0,0 0-1 0 0,1-1 1 0 0,-1 1-1 0 0,1-1 1 0 0,7 4-1 0 0,-5-3-248 0 0,0-1-1 0 0,1-1 0 0 0,0 1 0 0 0,0-1 1 0 0,0 0-1 0 0,0-1 0 0 0,1 0 1 0 0,-1 0-1 0 0,1-1 0 0 0,-1 0 0 0 0,1 0 1 0 0,-1-1-1 0 0,1 0 0 0 0,14-3 0 0 0,-5 0-107 0 0,0-2-1 0 0,0 0 0 0 0,0-1 0 0 0,-1 0 0 0 0,0-1 1 0 0,0-2-1 0 0,0 1 0 0 0,-2-2 0 0 0,1 0 1 0 0,-1-1-1 0 0,0 0 0 0 0,24-26 0 0 0,-18 15 833 0 0,-1-1 1 0 0,27-41-1 0 0,-25 29 2439 0 0,23-51 0 0 0,-20 34 1689 0 0,-26 55-4380 0 0,0 0 0 0 0,0 0 0 0 0,0 0-1 0 0,-1 0 1 0 0,1-1 0 0 0,-1 1 0 0 0,-1 2 0 0 0,-5 9 134 0 0,2-2-125 0 0,-47 119 783 0 0,47-113-938 0 0,0 1 0 0 0,2 0 0 0 0,0-1 0 0 0,2 2 1 0 0,-2 24-1 0 0,4-40-118 0 0,1 0 0 0 0,-1 0 0 0 0,0 0 1 0 0,1 0-1 0 0,0-1 0 0 0,0 1 0 0 0,0 0 0 0 0,0 0 0 0 0,1-1 1 0 0,-1 1-1 0 0,1-1 0 0 0,0 1 0 0 0,0-1 0 0 0,1 0 1 0 0,-1 1-1 0 0,0-1 0 0 0,1 0 0 0 0,0-1 0 0 0,0 1 1 0 0,0 0-1 0 0,0-1 0 0 0,0 0 0 0 0,0 0 0 0 0,6 3 1 0 0,-1-2-687 0 0,-1 0 1 0 0,0 0-1 0 0,1-1 1 0 0,-1 0-1 0 0,1-1 1 0 0,0 1-1 0 0,-1-2 1 0 0,1 1 0 0 0,0-1-1 0 0,0 0 1 0 0,14-2-1 0 0,8-4-5200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87 232 1760 0 0,'7'-8'2837'0'0,"-2"-1"0"0"0,10-18 0 0 0,1-1 2809 0 0,-31 35-4785 0 0,10-3-675 0 0,0 1 0 0 0,1-1 0 0 0,0 1 0 0 0,0 0-1 0 0,0 0 1 0 0,0 0 0 0 0,-4 10 0 0 0,1-4 28 0 0,-6 11 133 0 0,0 1 0 0 0,-12 30 0 0 0,22-44-285 0 0,-1 0 0 0 0,2 0 1 0 0,-1 0-1 0 0,1 1 0 0 0,0-1 0 0 0,1 0 1 0 0,0 1-1 0 0,1-1 0 0 0,1 15 1 0 0,-1-21-47 0 0,0 0 1 0 0,1-1 0 0 0,0 1-1 0 0,0 0 1 0 0,-1-1 0 0 0,2 1-1 0 0,-1-1 1 0 0,0 1 0 0 0,0-1-1 0 0,1 0 1 0 0,-1 1 0 0 0,1-1 0 0 0,0 0-1 0 0,0 0 1 0 0,0 0 0 0 0,0 0-1 0 0,0 0 1 0 0,2 1 0 0 0,0-1-1 0 0,1 1 0 0 0,-1-1 0 0 0,0-1 1 0 0,1 1-1 0 0,-1-1 0 0 0,1 1 0 0 0,-1-1 0 0 0,1-1 1 0 0,8 2-1 0 0,0-2-2 0 0,-1-1 1 0 0,1 0-1 0 0,-1 0 1 0 0,1-1-1 0 0,-1-1 1 0 0,0 0-1 0 0,14-5 1 0 0,-17 4-21 0 0,0 0 0 0 0,0-1 0 0 0,-1 0 0 0 0,0 0-1 0 0,0-1 1 0 0,0 0 0 0 0,0 0 0 0 0,-1-1 0 0 0,0 0 0 0 0,0 0 0 0 0,-1-1 0 0 0,0 0 0 0 0,7-12 0 0 0,-10 14-9 0 0,1-1 0 0 0,-1 0 0 0 0,0 1 0 0 0,-1-2 1 0 0,1 1-1 0 0,-2 0 0 0 0,1 0 0 0 0,-1-1 0 0 0,0 1 0 0 0,0 0 1 0 0,-1-1-1 0 0,0 1 0 0 0,0-1 0 0 0,-1 1 0 0 0,0-1 1 0 0,-1 1-1 0 0,1 0 0 0 0,-4-8 0 0 0,-3-4-9 0 0,-1 1 0 0 0,-1 0 0 0 0,-1 1-1 0 0,-22-28 1 0 0,-7-11-81 0 0,39 55 101 0 0,1 0 0 0 0,-1 0-1 0 0,1 0 1 0 0,0 1 0 0 0,-1-1-1 0 0,1 0 1 0 0,0 0 0 0 0,0 0-1 0 0,0 0 1 0 0,-1 0 0 0 0,1 0-1 0 0,0 0 1 0 0,0 0 0 0 0,0 0-1 0 0,1 0 1 0 0,-1 0 0 0 0,0 0-1 0 0,0 0 1 0 0,0 0 0 0 0,1 0-1 0 0,-1 1 1 0 0,0-1 0 0 0,1 0-1 0 0,-1 0 1 0 0,1 0 0 0 0,-1 0-1 0 0,1 1 1 0 0,-1-1 0 0 0,1 0-1 0 0,0 0 1 0 0,-1 1 0 0 0,1-1-1 0 0,0 0 1 0 0,0 1 0 0 0,1-1-1 0 0,2-2-15 0 0,-1 0 0 0 0,2 1 1 0 0,-1 0-1 0 0,0 0 0 0 0,6-2 0 0 0,2 1-4 0 0,0 0 1 0 0,1 1-1 0 0,-1 0 1 0 0,0 1-1 0 0,1 1 0 0 0,-1 0 1 0 0,1 0-1 0 0,-1 1 1 0 0,1 1-1 0 0,-1 0 1 0 0,0 0-1 0 0,0 2 0 0 0,0-1 1 0 0,0 2-1 0 0,-1-1 1 0 0,19 11-1 0 0,-17-8 19 0 0,0 2-1 0 0,0-1 0 0 0,-1 1 1 0 0,0 1-1 0 0,0 0 1 0 0,-1 1-1 0 0,-1 0 1 0 0,1 1-1 0 0,-2 0 0 0 0,0 0 1 0 0,0 1-1 0 0,-1 0 1 0 0,6 15-1 0 0,-10-18 11 0 0,0 0 0 0 0,-1 1-1 0 0,0-1 1 0 0,3 17 0 0 0,-6-22 17 0 0,1 0 0 0 0,-1 0 0 0 0,0 0 1 0 0,0 0-1 0 0,-1 0 0 0 0,0 0 0 0 0,1 0 1 0 0,-2 0-1 0 0,1 0 0 0 0,0 0 1 0 0,-4 6-1 0 0,1-3 133 0 0,-4 4 97 0 0,7-11 8 0 0,0-1-249 0 0,1 0 0 0 0,-1 0 0 0 0,0 0 0 0 0,0 0 0 0 0,1-1-1 0 0,-1 1 1 0 0,0 0 0 0 0,1 0 0 0 0,-1-1 0 0 0,0 1 0 0 0,1 0 0 0 0,-1-1-1 0 0,1 1 1 0 0,-1-1 0 0 0,0 1 0 0 0,0-1 0 0 0,2-6 0 0 0,0 1 0 0 0,0 0 1 0 0,0 0-1 0 0,1-1 0 0 0,0 1 1 0 0,1 0-1 0 0,-1 1 0 0 0,1-1 0 0 0,7-10 1 0 0,36-47-3 0 0,-25 37-24 0 0,2 1 1 0 0,44-39-1 0 0,-53 53-1 0 0,0 1 0 0 0,0 0-1 0 0,1 1 1 0 0,0 0 0 0 0,1 1 0 0 0,0 1 0 0 0,18-6 0 0 0,-31 12 12 0 0,1 0 0 0 0,-1 0 0 0 0,0 1 0 0 0,1-1 0 0 0,-1 1 0 0 0,1-1 0 0 0,-1 1 0 0 0,1 0 0 0 0,-1 1 0 0 0,1-1 0 0 0,-1 1 0 0 0,1-1 0 0 0,-1 1 1 0 0,0 0-1 0 0,1 0 0 0 0,-1 0 0 0 0,0 1 0 0 0,0-1 0 0 0,0 1 0 0 0,0 0 0 0 0,0 0 0 0 0,0 0 0 0 0,5 5 0 0 0,-5-4 14 0 0,-1 0 0 0 0,1 1 0 0 0,-1 0 0 0 0,0 0 0 0 0,1 0 0 0 0,-2 0-1 0 0,1 0 1 0 0,0 0 0 0 0,-1 0 0 0 0,0 0 0 0 0,0 0 0 0 0,0 1 0 0 0,-1-1 0 0 0,1 1-1 0 0,-1-1 1 0 0,0 0 0 0 0,0 1 0 0 0,-1 6 0 0 0,-2 4 104 0 0,0 0 1 0 0,-1 0-1 0 0,-1-1 0 0 0,-10 23 0 0 0,-33 54 328 0 0,13-27-218 0 0,5-5 358 0 0,29-57-446 0 0,17-4-56 0 0,-10 0-172 0 0,-1 0 0 0 0,0 0 1 0 0,-1 0-1 0 0,1 0 0 0 0,0-1 0 0 0,-1 0 0 0 0,9-7 0 0 0,28-28-1615 0 0,-33 29 1233 0 0,55-60-3838 0 0,-25 20-1589 0 0,-10 10-1177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58 2300 0 0,'-93'-17'6607'0'0,"-111"-22"2060"0"0,203 38-9111 0 0,-1 1 0 0 0,0 0 0 0 0,0-1 0 0 0,0 1 0 0 0,1 0 0 0 0,-1 0 0 0 0,0 0 0 0 0,0 1 0 0 0,-3 0 0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1 924 0 0,'-58'9'4954'0'0,"-30"7"1308"0"0,74-13-5096 0 0,16-4-193 0 0,29-5-518 0 0,86 6-2184 0 0,0-1-4394 0 0,-66 0 1645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147 112 1976 0 0,'-2'-1'1440'0'0,"-94"-32"7740"0"0,59 21-7504 0 0,35 11-1387 0 0,-8-3 60 0 0,39-4-300 0 0,0 1-1 0 0,0 2 1 0 0,0 0-1 0 0,33 1 1 0 0,3-2-11 0 0,209-13 35 0 0,-155 12-241 0 0,-116 7 31 0 0,0 0 0 0 0,1 0 0 0 0,-1 1 0 0 0,0-1 0 0 0,0 0 0 0 0,6 3 0 0 0,-8-3-171 0 0,0 0-1 0 0,0 0 1 0 0,0 1-1 0 0,-1-1 1 0 0,1 1-1 0 0,0-1 1 0 0,0 0-1 0 0,0 1 1 0 0,0 0-1 0 0,-1-1 1 0 0,1 1-1 0 0,2 2-925 0 0,-3-3 925 0 0,1 1 1 0 0,-1 0-1 0 0,1 0 1 0 0,-1 0-1 0 0,0 0 1 0 0,1 1-1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7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250 929 156 0 0,'11'-13'997'0'0,"-1"0"-1"0"0,0 0 1 0 0,-1-2-1 0 0,0 1 1 0 0,-1-1-1 0 0,-1 0 1 0 0,0-1 0 0 0,-2 1-1 0 0,1-1 1 0 0,2-19-1 0 0,-7 34-941 0 0,-1 0 0 0 0,1 0 0 0 0,-1 0 0 0 0,0 0 0 0 0,0 0 0 0 0,0 0 0 0 0,0 0 0 0 0,1-1 0 0 0,-1 1 0 0 0,-1 0 0 0 0,1 0 0 0 0,0 0 0 0 0,0 0 0 0 0,0 0 0 0 0,-1 0 0 0 0,1 0 0 0 0,0 0 0 0 0,-1 0 0 0 0,1 0 0 0 0,-1 0 0 0 0,1 0 0 0 0,-1 0 0 0 0,1 0 0 0 0,-1 0 0 0 0,-1-1 0 0 0,1 2-25 0 0,-1 0 1 0 0,1-1 0 0 0,0 1-1 0 0,0 0 1 0 0,-1 0 0 0 0,1 0-1 0 0,0 0 1 0 0,0 0 0 0 0,-1 0-1 0 0,1 1 1 0 0,0-1 0 0 0,0 0-1 0 0,-1 1 1 0 0,1-1-1 0 0,0 0 1 0 0,0 1 0 0 0,-2 1-1 0 0,-7 4 96 0 0,0 0-1 0 0,0 1 0 0 0,-12 10 1 0 0,-10 13 155 0 0,0 1 1 0 0,2 2 0 0 0,-26 37 0 0 0,38-45-192 0 0,2-1 1 0 0,1 2-1 0 0,1 0 0 0 0,1 1 1 0 0,-14 43-1 0 0,26-66-59 0 0,0 0 0 0 0,0 0 1 0 0,0 1-1 0 0,0-1 0 0 0,1 0 0 0 0,-1 0 0 0 0,1 1 1 0 0,0-1-1 0 0,1 0 0 0 0,-1 1 0 0 0,1-1 0 0 0,0 0 1 0 0,1 4-1 0 0,-1-5 3 0 0,0-1 0 0 0,0 0 0 0 0,0 0 0 0 0,1 0 0 0 0,-1 0 0 0 0,1-1 1 0 0,-1 1-1 0 0,1 0 0 0 0,-1 0 0 0 0,1-1 0 0 0,0 1 0 0 0,0-1 0 0 0,0 0 0 0 0,0 0 0 0 0,0 1 1 0 0,0-1-1 0 0,0 0 0 0 0,0-1 0 0 0,1 1 0 0 0,-1 0 0 0 0,0-1 0 0 0,0 1 0 0 0,1-1 0 0 0,3 1 1 0 0,6-1 48 0 0,0 0 0 0 0,0-1 0 0 0,1 0 0 0 0,-1-1 0 0 0,-1 0 0 0 0,1-1 0 0 0,0 0 0 0 0,-1-1 0 0 0,1 0 0 0 0,19-11 0 0 0,-11 4-3 0 0,-1-1 1 0 0,0 0-1 0 0,-1-2 1 0 0,32-30-1 0 0,-35 29-71 0 0,-1-2 0 0 0,-1 0 0 0 0,0 0 0 0 0,-2-1 1 0 0,0-1-1 0 0,0 1 0 0 0,-2-2 0 0 0,-1 0 0 0 0,0 0 0 0 0,-1 0 0 0 0,-2-1 0 0 0,0 0 0 0 0,-1 0 1 0 0,-1 0-1 0 0,-1 0 0 0 0,0-1 0 0 0,-4-34 0 0 0,2 51-11 0 0,-1 0-1 0 0,1 0 1 0 0,-2 0-1 0 0,1 0 1 0 0,0 1-1 0 0,-1-1 1 0 0,0 0-1 0 0,0 1 1 0 0,0-1-1 0 0,-1 1 1 0 0,1 0-1 0 0,-1 0 1 0 0,0 0-1 0 0,0 0 1 0 0,-1 0 0 0 0,1 1-1 0 0,-7-6 1 0 0,6 7-4 0 0,0-1 1 0 0,0 1-1 0 0,0 0 1 0 0,0 1 0 0 0,-1-1-1 0 0,1 1 1 0 0,0-1-1 0 0,-1 1 1 0 0,0 1-1 0 0,1-1 1 0 0,-1 1 0 0 0,1-1-1 0 0,-1 1 1 0 0,0 1-1 0 0,1-1 1 0 0,-1 1 0 0 0,0-1-1 0 0,1 1 1 0 0,-6 2-1 0 0,-8 3 3 0 0,1 1 0 0 0,0 1 0 0 0,0 0 0 0 0,0 1 0 0 0,1 1 0 0 0,0 1 0 0 0,-18 15 0 0 0,14-8 10 0 0,0 1 0 0 0,1 0 0 0 0,1 1 0 0 0,-23 35 0 0 0,34-44 3 0 0,1 0 0 0 0,0 1 1 0 0,0-1-1 0 0,-5 17 0 0 0,10-24-4 0 0,-1-1-1 0 0,1 1 1 0 0,0-1 0 0 0,1 1-1 0 0,-1-1 1 0 0,1 1-1 0 0,-1 0 1 0 0,1-1-1 0 0,0 1 1 0 0,1 0 0 0 0,-1-1-1 0 0,0 1 1 0 0,1 0-1 0 0,0-1 1 0 0,0 1-1 0 0,0-1 1 0 0,0 0 0 0 0,1 1-1 0 0,3 5 1 0 0,-2-6-2 0 0,-1-1 0 0 0,1 1 0 0 0,0-1 0 0 0,0 0 0 0 0,0 0 0 0 0,0 0 0 0 0,1 0 0 0 0,-1-1 0 0 0,1 0 0 0 0,-1 1 0 0 0,1-1 0 0 0,-1 0 0 0 0,1 0 0 0 0,-1-1 0 0 0,8 1 0 0 0,1 0 6 0 0,1-1 0 0 0,-1 0 0 0 0,19-3 0 0 0,-3-2-3 0 0,0-1 0 0 0,-1-1 0 0 0,0-2 0 0 0,0-1 0 0 0,-1-1 0 0 0,47-27 0 0 0,136-107-78 0 0,-112 74-29 0 0,-95 69 93 0 0,0 1 1 0 0,0 0 0 0 0,0-1 0 0 0,0 1 0 0 0,0 0-1 0 0,0 0 1 0 0,0 1 0 0 0,0-1 0 0 0,0 0 0 0 0,1 1-1 0 0,-1-1 1 0 0,0 1 0 0 0,1 0 0 0 0,-1 0-1 0 0,3 0 1 0 0,-3 0 5 0 0,-1 1-1 0 0,1-1 1 0 0,-1 1-1 0 0,1-1 1 0 0,-1 1-1 0 0,0 0 1 0 0,1 0 0 0 0,-1-1-1 0 0,0 1 1 0 0,1 0-1 0 0,-1 0 1 0 0,0 1-1 0 0,0-1 1 0 0,0 0-1 0 0,0 0 1 0 0,0 0-1 0 0,0 1 1 0 0,0-1-1 0 0,-1 0 1 0 0,1 1-1 0 0,0-1 1 0 0,-1 1 0 0 0,1-1-1 0 0,0 4 1 0 0,1 4 11 0 0,0 0 0 0 0,-1 0 0 0 0,0 0 0 0 0,0 0 0 0 0,-1 0 0 0 0,0 0 0 0 0,-1 0 0 0 0,0 0 0 0 0,-4 18 0 0 0,-4 5 50 0 0,-17 42 1 0 0,20-59-46 0 0,-31 68 483 0 0,37-83-486 0 0,0 0-1 0 0,0-1 1 0 0,0 1-1 0 0,0-1 1 0 0,0 1-1 0 0,0 0 1 0 0,0-1-1 0 0,0 1 1 0 0,0 0-1 0 0,0-1 1 0 0,0 1-1 0 0,0 0 1 0 0,-1-1-1 0 0,1 1 0 0 0,0 0 1 0 0,0-1-1 0 0,0 1 1 0 0,0 0-1 0 0,-1-1 1 0 0,1 1-1 0 0,0 0 1 0 0,0 0-1 0 0,0-1 1 0 0,-1 1-1 0 0,1 0 1 0 0,0 0-1 0 0,-1-1 1 0 0,1 1-1 0 0,0 0 1 0 0,0 0-1 0 0,-1 0 1 0 0,1 0-1 0 0,0 0 1 0 0,-1-1-1 0 0,1 1 0 0 0,0 0 1 0 0,-1 0-1 0 0,1 0 1 0 0,0 0-1 0 0,-1 0 1 0 0,1 0-1 0 0,-1 0 1 0 0,1 0-1 0 0,0 0 1 0 0,-1 0-1 0 0,1 0 1 0 0,0 0-1 0 0,-1 0 1 0 0,1 1-1 0 0,0-1 1 0 0,-1 0-1 0 0,1 0 1 0 0,0 0-1 0 0,-1 0 0 0 0,1 1 1 0 0,0-1-1 0 0,0 0 1 0 0,-1 0-1 0 0,1 0 1 0 0,0 1-1 0 0,0-1 1 0 0,-1 0-1 0 0,1 1 1 0 0,0-1-1 0 0,0 0 1 0 0,-1 1-1 0 0,9-26-17 0 0,0 0 0 0 0,2 0 0 0 0,1 1 0 0 0,0 1-1 0 0,2 0 1 0 0,1 0 0 0 0,0 2 0 0 0,2-1 0 0 0,0 2 0 0 0,2 0 0 0 0,0 1-1 0 0,1 1 1 0 0,28-20 0 0 0,-44 36 0 0 0,0 0 1 0 0,-1 0-1 0 0,1 0 0 0 0,0 0 1 0 0,1 1-1 0 0,-1-1 0 0 0,0 1 1 0 0,0 0-1 0 0,1 0 0 0 0,-1 0 0 0 0,0 1 1 0 0,1-1-1 0 0,-1 1 0 0 0,1 0 1 0 0,-1 0-1 0 0,1 0 0 0 0,-1 0 1 0 0,0 1-1 0 0,6 1 0 0 0,-6-1 6 0 0,0 0 1 0 0,0 0-1 0 0,0 1 0 0 0,-1 0 0 0 0,1-1 0 0 0,0 1 0 0 0,-1 0 1 0 0,0 0-1 0 0,1 1 0 0 0,-1-1 0 0 0,0 0 0 0 0,0 1 0 0 0,0-1 1 0 0,0 1-1 0 0,-1 0 0 0 0,1-1 0 0 0,-1 1 0 0 0,0 0 1 0 0,1 0-1 0 0,-1 0 0 0 0,1 5 0 0 0,0 4 18 0 0,0 0-1 0 0,0 1 0 0 0,-1-1 1 0 0,-1 0-1 0 0,0 0 1 0 0,-2 15-1 0 0,-16 75 58 0 0,3-20-73 0 0,13-69-1 0 0,2-11 6 0 0,-1 0 1 0 0,1-1-1 0 0,-1 1 0 0 0,1-1 0 0 0,0 1 1 0 0,-1-1-1 0 0,1 1 0 0 0,0 0 0 0 0,0-1 1 0 0,0 1-1 0 0,0-1 0 0 0,1 1 1 0 0,-1 0-1 0 0,0-1 0 0 0,1 1 0 0 0,-1-1 1 0 0,1 1-1 0 0,-1-1 0 0 0,1 1 0 0 0,0-1 1 0 0,0 1-1 0 0,0-1 0 0 0,-1 0 0 0 0,1 0 1 0 0,0 1-1 0 0,1-1 0 0 0,-1 0 1 0 0,2 2-1 0 0,4-2 9 0 0,8-3-6 0 0,1-1-1 0 0,-1 0 1 0 0,0-1 0 0 0,0-1-1 0 0,0 0 1 0 0,-1-1 0 0 0,0-1-1 0 0,0 0 1 0 0,19-14 0 0 0,4-4-25 0 0,-1-3 0 0 0,34-34 0 0 0,-27 19-34 0 0,-3-1-1 0 0,-2-2 0 0 0,-1-1 0 0 0,48-85 0 0 0,-38 46-19 0 0,-4-2-1 0 0,32-96 1 0 0,-62 150 46 0 0,-2 8-13 0 0,-2-1 0 0 0,-1 1 1 0 0,0-2-1 0 0,4-42 0 0 0,-11 70 30 0 0,-1-1 1 0 0,0 0-1 0 0,0 0 0 0 0,0 0 1 0 0,0 1-1 0 0,0-1 0 0 0,0 0 0 0 0,0 0 1 0 0,0 0-1 0 0,0 1 0 0 0,0-1 1 0 0,0 0-1 0 0,-1 0 0 0 0,1 0 0 0 0,0 1 1 0 0,0-1-1 0 0,-1 0 0 0 0,1 1 0 0 0,-1-1 1 0 0,1 0-1 0 0,-1 1 0 0 0,1-1 1 0 0,-1 0-1 0 0,1 1 0 0 0,-2-2 0 0 0,1 2 3 0 0,0 0-1 0 0,0 0 1 0 0,0 0-1 0 0,1 0 1 0 0,-1 0-1 0 0,0 0 1 0 0,0 0-1 0 0,0 0 1 0 0,0 0-1 0 0,0 0 1 0 0,0 1-1 0 0,0-1 1 0 0,0 0-1 0 0,0 1 1 0 0,1-1-1 0 0,-1 1 1 0 0,-2 0-1 0 0,-3 3-4 0 0,0 0-1 0 0,1 1 0 0 0,-1-1 0 0 0,-7 9 1 0 0,-11 17-13 0 0,1 0 0 0 0,-30 54 0 0 0,-29 73 25 0 0,61-113-1 0 0,-86 207 71 0 0,96-221-42 0 0,0-1 0 0 0,2 1-1 0 0,2 0 1 0 0,0 1 0 0 0,2 0-1 0 0,2 0 1 0 0,0 57 0 0 0,3-83-23 0 0,0 0 0 0 0,1 0 1 0 0,0 0-1 0 0,0 0 0 0 0,0 0 0 0 0,1 0 1 0 0,0-1-1 0 0,0 1 0 0 0,0 0 0 0 0,0-1 1 0 0,1 0-1 0 0,0 1 0 0 0,0-1 0 0 0,0 0 1 0 0,0 0-1 0 0,1-1 0 0 0,-1 1 1 0 0,1-1-1 0 0,7 6 0 0 0,-6-6-16 0 0,1 0 0 0 0,0-1 0 0 0,-1 1 0 0 0,1-1 1 0 0,0 0-1 0 0,1-1 0 0 0,-1 1 0 0 0,0-1 0 0 0,0-1 0 0 0,0 1 0 0 0,1-1 0 0 0,-1 0 0 0 0,0 0 0 0 0,1-1 0 0 0,9-1 0 0 0,-3-2-59 0 0,1 0-1 0 0,-1 0 0 0 0,0-2 0 0 0,0 1 0 0 0,0-2 1 0 0,-1 0-1 0 0,1 0 0 0 0,-2-1 0 0 0,1 0 0 0 0,-1-1 1 0 0,-1-1-1 0 0,13-13 0 0 0,10-15-79 0 0,-2-2 1 0 0,29-47-1 0 0,-46 65 135 0 0,-2 10-132 0 0,-12 12 142 0 0,0 0 0 0 0,0 0-1 0 0,0 0 1 0 0,0 0 0 0 0,1 0-1 0 0,-1 0 1 0 0,0 0 0 0 0,0 1 0 0 0,0-1-1 0 0,0 0 1 0 0,0 0 0 0 0,1 0-1 0 0,-1 0 1 0 0,0 1 0 0 0,0-1-1 0 0,0 0 1 0 0,0 0 0 0 0,0 0-1 0 0,0 1 1 0 0,0-1 0 0 0,0 0-1 0 0,0 0 1 0 0,0 0 0 0 0,0 1-1 0 0,0-1 1 0 0,0 0 0 0 0,0 0-1 0 0,0 0 1 0 0,0 1 0 0 0,0-1 0 0 0,0 0-1 0 0,0 0 1 0 0,0 0 0 0 0,0 1-1 0 0,0-1 1 0 0,0 0 0 0 0,0 1-1 0 0,-9 38 37 0 0,5-21-23 0 0,2-6-12 0 0,-1 1 33 0 0,1 1 0 0 0,0 0 1 0 0,1-1-1 0 0,1 1 1 0 0,1 16-1 0 0,-1-27-16 0 0,1 0 1 0 0,-1 0-1 0 0,1 0 0 0 0,0 0 0 0 0,0-1 0 0 0,0 1 0 0 0,0 0 1 0 0,0-1-1 0 0,1 1 0 0 0,-1-1 0 0 0,1 1 0 0 0,-1-1 0 0 0,1 1 1 0 0,0-1-1 0 0,0 0 0 0 0,0 0 0 0 0,0 0 0 0 0,1 0 0 0 0,-1-1 1 0 0,0 1-1 0 0,1-1 0 0 0,-1 1 0 0 0,1-1 0 0 0,0 0 0 0 0,-1 0 1 0 0,1 0-1 0 0,0 0 0 0 0,0 0 0 0 0,0-1 0 0 0,5 1 0 0 0,9 1 7 0 0,0-1 0 0 0,1-1-1 0 0,0-1 1 0 0,-1 0-1 0 0,0-2 1 0 0,1 0 0 0 0,-1-1-1 0 0,0 0 1 0 0,-1-1-1 0 0,1-1 1 0 0,-1-1 0 0 0,0 0-1 0 0,-1-1 1 0 0,1-1-1 0 0,14-12 1 0 0,0-1 6 0 0,-1-2 0 0 0,-1-1 0 0 0,-2-1 1 0 0,0-2-1 0 0,-2 0 0 0 0,22-34 0 0 0,-33 41 142 0 0,13-17 64 0 0,-23 35-200 0 0,-3 5-13 0 0,-10 22-21 0 0,-199 510 1200 0 0,208-532-1196 0 0,-266 725 1276 0 0,262-717-1285 0 0,-84 176 373 0 0,76-164-23 0 0,-1 0-1 0 0,-1-1 1 0 0,0-1 0 0 0,-2 0 0 0 0,0-1 0 0 0,-20 17 0 0 0,31-32-298 0 0,1 0 1 0 0,-1 0 0 0 0,0 0-1 0 0,0 0 1 0 0,0-1-1 0 0,0 0 1 0 0,-1-1-1 0 0,1 1 1 0 0,-1-1-1 0 0,0 0 1 0 0,1-1-1 0 0,-1 0 1 0 0,0 0-1 0 0,0 0 1 0 0,0-1-1 0 0,0 0 1 0 0,0 0 0 0 0,0-1-1 0 0,0 0 1 0 0,0 0-1 0 0,0-1 1 0 0,1 1-1 0 0,-1-1 1 0 0,1-1-1 0 0,-1 0 1 0 0,1 1-1 0 0,0-2 1 0 0,0 1-1 0 0,0-1 1 0 0,0 0-1 0 0,1 0 1 0 0,-1-1 0 0 0,1 1-1 0 0,0-1 1 0 0,1 0-1 0 0,-1-1 1 0 0,1 1-1 0 0,0-1 1 0 0,0 0-1 0 0,1 0 1 0 0,-1 0-1 0 0,2 0 1 0 0,-4-8-1 0 0,3 4-36 0 0,0-1-1 0 0,0 1 1 0 0,1 0-1 0 0,1-1 0 0 0,0 0 1 0 0,0 1-1 0 0,1-1 0 0 0,0 1 1 0 0,3-18-1 0 0,0 11 6 0 0,1 1 1 0 0,0 0-1 0 0,2 0 1 0 0,-1 1-1 0 0,14-24 0 0 0,1 5-23 0 0,2 0 0 0 0,1 2 0 0 0,1 1 0 0 0,39-38-1 0 0,4 2-338 0 0,113-84 0 0 0,89-39-5887 0 0,-267 189 5969 0 0,25-17-3469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8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1195 1724 0 0,'-10'-6'8674'0'0,"9"6"-8614"0"0,1 0 0 0 0,-1 0 0 0 0,0 0 0 0 0,1 0 0 0 0,-1 0 0 0 0,1 0 0 0 0,-1 1 0 0 0,0-1 0 0 0,1 0 0 0 0,-1 0 0 0 0,0 0 0 0 0,1 1 0 0 0,-1-1 0 0 0,1 0 0 0 0,-1 0 0 0 0,1 1 0 0 0,-1-1 0 0 0,1 1 0 0 0,-1-1-1 0 0,1 0 1 0 0,-1 1 0 0 0,1-1 0 0 0,-1 1 0 0 0,1-1 0 0 0,0 1 0 0 0,-1 0 0 0 0,1-1 0 0 0,0 1 0 0 0,0-1 0 0 0,-1 1 0 0 0,1-1 0 0 0,0 1 0 0 0,0 0 0 0 0,0-1 0 0 0,-1 2 0 0 0,-1 26 691 0 0,2-28-750 0 0,0 2 112 0 0,1-1 25 0 0,0 1 1 0 0,1 0-1 0 0,-1 0 0 0 0,1-1 1 0 0,-1 1-1 0 0,1-1 1 0 0,-1 1-1 0 0,4 2 0 0 0,6-5-47 0 0,0-1-1 0 0,-1 1 1 0 0,1-2 0 0 0,-1 1-1 0 0,0-2 1 0 0,0 1-1 0 0,0-1 1 0 0,0-1-1 0 0,-1 0 1 0 0,12-8-1 0 0,7-5-62 0 0,-1-2 0 0 0,25-25 0 0 0,-18 13-21 0 0,-2-2 0 0 0,-2-1 0 0 0,49-74 0 0 0,56-129-25 0 0,-127 220 20 0 0,-6 14-23 0 0,-1 0 0 0 0,1 0-1 0 0,0 0 1 0 0,0 0 0 0 0,0 1-1 0 0,6-8 1 0 0,-20 19-9 0 0,11-8 29 0 0,0 1-1 0 0,0 0 1 0 0,-1-1-1 0 0,1 1 1 0 0,0 0-1 0 0,0 0 1 0 0,0 0 0 0 0,0 0-1 0 0,0 0 1 0 0,0 0-1 0 0,-2 2 1 0 0,-25 41-1 0 0,1 1 0 0 0,2 1 0 0 0,-31 81 0 0 0,51-114 10 0 0,1 0-1 0 0,0 1 1 0 0,1-1-1 0 0,0 1 1 0 0,1 0-1 0 0,0 23 1 0 0,2-34-4 0 0,0 1 0 0 0,0-1 0 0 0,1 1 0 0 0,-1 0 0 0 0,1-1 0 0 0,0 1 0 0 0,0-1-1 0 0,0 1 1 0 0,0-1 0 0 0,1 0 0 0 0,-1 1 0 0 0,1-1 0 0 0,0 0 0 0 0,0 0 0 0 0,0 0 0 0 0,0 0 0 0 0,1-1 0 0 0,-1 1 0 0 0,1 0 0 0 0,0-1 0 0 0,-1 0 0 0 0,1 0 0 0 0,0 0 0 0 0,0 0 0 0 0,1 0 0 0 0,-1 0 0 0 0,0-1 0 0 0,1 0 0 0 0,-1 1 0 0 0,5 0 0 0 0,11 1 6 0 0,0 0 0 0 0,0-1 0 0 0,0-1 0 0 0,1-1 0 0 0,-1 0 0 0 0,0-2 0 0 0,0 0 0 0 0,35-9-1 0 0,-8-2-6 0 0,0-2-1 0 0,61-28 0 0 0,-52 16-10 0 0,-1-1-1 0 0,-2-4 1 0 0,-1-1-1 0 0,-1-3 0 0 0,-2-1 1 0 0,-1-3-1 0 0,-3-2 1 0 0,-1-2-1 0 0,-2-1 0 0 0,47-69 1 0 0,-50 58 4 0 0,60-121 0 0 0,-80 137-26 0 0,-2 0 0 0 0,-2-1-1 0 0,-2-1 1 0 0,9-51-1 0 0,-19 58-1 0 0,-2 34 29 0 0,0-1 1 0 0,0 1-1 0 0,-1-1 1 0 0,1 1-1 0 0,0-1 1 0 0,-1 1-1 0 0,1 0 0 0 0,-1-1 1 0 0,1 1-1 0 0,-1 0 1 0 0,0-1-1 0 0,0 1 1 0 0,1 0-1 0 0,-1-1 0 0 0,0 1 1 0 0,0 0-1 0 0,0 0 1 0 0,-3-2-1 0 0,3 3 4 0 0,0-1-1 0 0,-1 1 1 0 0,1 0 0 0 0,0-1-1 0 0,-1 1 1 0 0,1 0-1 0 0,0 0 1 0 0,-1 0 0 0 0,1 0-1 0 0,-1 0 1 0 0,1 0 0 0 0,0 0-1 0 0,-1 1 1 0 0,1-1-1 0 0,-1 0 1 0 0,1 1 0 0 0,0-1-1 0 0,0 1 1 0 0,-1 0 0 0 0,-1 0-1 0 0,-23 17 17 0 0,26-18-17 0 0,-16 14 18 0 0,0 0 0 0 0,1 2 0 0 0,1-1 1 0 0,1 2-1 0 0,-12 18 0 0 0,-52 94 323 0 0,65-108-262 0 0,-283 620 2462 0 0,292-635-2517 0 0,-122 309 1258 0 0,-93 363 1 0 0,207-637-1237 0 0,-6 22 169 0 0,-15 102 0 0 0,31-163-205 0 0,1 0 0 0 0,0 0 0 0 0,0 0 0 0 0,0 0 0 0 0,0-1 0 0 0,0 1 0 0 0,0 0 0 0 0,0 0-1 0 0,0 0 1 0 0,1 0 0 0 0,-1-1 0 0 0,1 1 0 0 0,0 0 0 0 0,-1 0 0 0 0,1-1 0 0 0,0 1 0 0 0,0-1 0 0 0,0 1-1 0 0,0-1 1 0 0,2 3 0 0 0,-1-3-3 0 0,-1 0 1 0 0,1 0-1 0 0,0 0 0 0 0,-1 0 1 0 0,1 0-1 0 0,0-1 0 0 0,0 1 0 0 0,0-1 1 0 0,0 1-1 0 0,-1-1 0 0 0,1 0 0 0 0,0 0 1 0 0,0 0-1 0 0,0 0 0 0 0,0 0 1 0 0,2 0-1 0 0,7-2 8 0 0,-1 0 0 0 0,0-1 0 0 0,1 0 0 0 0,-2-1 0 0 0,19-8 0 0 0,-3-2-10 0 0,0-1-1 0 0,-1-2 0 0 0,0 0 1 0 0,-1-1-1 0 0,-1-1 1 0 0,-1-2-1 0 0,-1 0 0 0 0,-1-1 1 0 0,-1 0-1 0 0,0-2 0 0 0,-2 0 1 0 0,-1-1-1 0 0,-1-1 1 0 0,-1 0-1 0 0,19-56 0 0 0,-28 64 1 0 0,0-1-1 0 0,-2 0 0 0 0,0 0 0 0 0,-1 0 0 0 0,0-1 0 0 0,-2 1 1 0 0,-1 0-1 0 0,0 0 0 0 0,-1 0 0 0 0,-1 0 0 0 0,-1 1 0 0 0,-13-35 1 0 0,7 28-14 0 0,-1-1 0 0 0,-1 2 0 0 0,-2 0 0 0 0,0 0 0 0 0,-2 2 0 0 0,0 0 0 0 0,-2 1 0 0 0,-24-23 0 0 0,9 14-4 0 0,-48-49-28 0 0,81 78 42 0 0,0 0-1 0 0,0 0 1 0 0,0 0-1 0 0,1 0 1 0 0,-1 0-1 0 0,0 0 1 0 0,1-1-1 0 0,-1 1 1 0 0,1 0-1 0 0,-1-1 1 0 0,1 1-1 0 0,0 0 0 0 0,-1-1 1 0 0,1 1-1 0 0,0 0 1 0 0,0-1-1 0 0,0 1 1 0 0,0 0-1 0 0,0-1 1 0 0,0 1-1 0 0,0 0 1 0 0,1-3-1 0 0,0 1-13 0 0,0 1 0 0 0,1-1 0 0 0,-1 0 0 0 0,1 0 0 0 0,-1 1 0 0 0,1-1 0 0 0,0 1 0 0 0,0-1 0 0 0,4-3 0 0 0,5-3-183 0 0,1 0 0 0 0,0 0 0 0 0,17-8 0 0 0,-27 16 154 0 0,74-42-1737 0 0,38-22-1945 0 0,-40 18-2522 0 0,-29 15-725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2828 0 0,'-172'20'9255'0'0,"171"-20"-9253"0"0,0 0-1 0 0,0 0 1 0 0,0 0-1 0 0,0 0 1 0 0,0 0 0 0 0,0 1-1 0 0,0-1 1 0 0,0 0-1 0 0,0 1 1 0 0,0-1-1 0 0,1 0 1 0 0,-1 1 0 0 0,0-1-1 0 0,0 1 1 0 0,0 0-1 0 0,1-1 1 0 0,-1 1 0 0 0,0-1-1 0 0,1 1 1 0 0,-1 0-1 0 0,0 0 1 0 0,1-1-1 0 0,-1 1 1 0 0,1 0 0 0 0,-1 0-1 0 0,1 0 1 0 0,0 0-1 0 0,-1 0 1 0 0,1-1-1 0 0,0 1 1 0 0,-1 0 0 0 0,1 1-1 0 0,0-1-227 0 0,1 1 1 0 0,-1-1-1 0 0,0 0 0 0 0,1 0 0 0 0,-1 0 0 0 0,1 0 0 0 0,-1 1 0 0 0,1-1 1 0 0,-1 0-1 0 0,1 0 0 0 0,0 0 0 0 0,-1 0 0 0 0,1 0 0 0 0,0-1 0 0 0,0 1 1 0 0,0 0-1 0 0,0 0 0 0 0,0 0 0 0 0,0-1 0 0 0,0 1 0 0 0,0 0 0 0 0,2 0 1 0 0,11 6-4312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9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477 232 1148 0 0,'31'-66'5121'0'0,"-20"44"-3431"0"0,0 1 1 0 0,-2-2 0 0 0,13-44-1 0 0,-22 66-1666 0 0,0 0-1 0 0,0-1 0 0 0,0 1 1 0 0,0 0-1 0 0,0 0 1 0 0,0 0-1 0 0,0 0 1 0 0,0 0-1 0 0,0 0 0 0 0,0 0 1 0 0,-1-1-1 0 0,1 1 1 0 0,0 0-1 0 0,-1 0 1 0 0,1 0-1 0 0,-1 0 0 0 0,1 0 1 0 0,-1 0-1 0 0,0 0 1 0 0,1 1-1 0 0,-1-1 1 0 0,0 0-1 0 0,0 0 0 0 0,1 0 1 0 0,-1 1-1 0 0,0-1 1 0 0,0 0-1 0 0,0 1 1 0 0,0-1-1 0 0,0 1 0 0 0,0-1 1 0 0,0 1-1 0 0,0-1 1 0 0,0 1-1 0 0,0 0 0 0 0,0-1 1 0 0,0 1-1 0 0,-1 0 1 0 0,1 0-1 0 0,0 0 1 0 0,-2 0-1 0 0,-3 0 9 0 0,-1-1 1 0 0,1 2-1 0 0,-1-1 0 0 0,1 1 0 0 0,-10 1 1 0 0,-1 4-16 0 0,-1-1 1 0 0,1 2-1 0 0,0 0 1 0 0,1 1-1 0 0,-1 1 1 0 0,2 1-1 0 0,-18 12 1 0 0,-95 88 3 0 0,97-80-9 0 0,0 2 1 0 0,-29 39-1 0 0,48-55-7 0 0,1 0 0 0 0,1 1 0 0 0,0 0 0 0 0,1 0 0 0 0,1 1 0 0 0,1 1 0 0 0,-6 21 0 0 0,12-36 12 0 0,0 1 0 0 0,0-1 0 0 0,0 0 0 0 0,1 1 0 0 0,0-1 0 0 0,0 1 0 0 0,0-1 0 0 0,0 1 0 0 0,1-1 1 0 0,-1 0-1 0 0,1 1 0 0 0,0-1 0 0 0,1 0 0 0 0,-1 0 0 0 0,1 0 0 0 0,0 1 0 0 0,3 5 0 0 0,-2-7 2 0 0,0 0 0 0 0,0 0 1 0 0,0 0-1 0 0,0 0 0 0 0,0-1 1 0 0,0 1-1 0 0,1-1 0 0 0,-1 0 1 0 0,1 0-1 0 0,0 0 1 0 0,-1-1-1 0 0,1 1 0 0 0,0-1 1 0 0,0 0-1 0 0,0 0 0 0 0,0 0 1 0 0,0 0-1 0 0,0-1 0 0 0,6 0 1 0 0,1 0 0 0 0,1 0 1 0 0,0-1-1 0 0,-1-1 1 0 0,1 0-1 0 0,-1 0 1 0 0,0-1-1 0 0,1-1 1 0 0,-1 0-1 0 0,-1 0 1 0 0,1-1-1 0 0,-1-1 1 0 0,1 0-1 0 0,17-13 1 0 0,4-8 36 0 0,-1-1 0 0 0,43-50 0 0 0,-15 15 333 0 0,-56 60-367 0 0,-3 2-23 0 0,0 1 0 0 0,0 0 0 0 0,1-1 0 0 0,-1 1 0 0 0,0 0 0 0 0,0 0 0 0 0,0-1 0 0 0,0 1 0 0 0,1 0 0 0 0,-1 0 0 0 0,0-1 0 0 0,0 1 0 0 0,0 0 0 0 0,1 0 0 0 0,-1-1 0 0 0,0 1 0 0 0,0 0 0 0 0,1 0 0 0 0,-1 0 0 0 0,0 0 0 0 0,1 0 0 0 0,-1-1 0 0 0,0 1 0 0 0,1 0 0 0 0,-1 0 0 0 0,0 0 0 0 0,0 0 0 0 0,1 0 0 0 0,-1 0 0 0 0,0 0 0 0 0,1 0 0 0 0,-1 0 0 0 0,0 0 0 0 0,1 0 0 0 0,-1 0 0 0 0,0 0 0 0 0,1 1 0 0 0,-1-1 0 0 0,0 0 0 0 0,0 0 0 0 0,1 0 0 0 0,-1 0 0 0 0,0 0 0 0 0,1 1 0 0 0,-1-1 0 0 0,0 0 0 0 0,0 0 0 0 0,0 0 0 0 0,1 1 0 0 0,-1-1 0 0 0,0 0 0 0 0,0 0 0 0 0,0 1 0 0 0,1-1 0 0 0,-1 1 0 0 0,0 0 2 0 0,0 1 1 0 0,1-1-1 0 0,-1 1 1 0 0,0-1-1 0 0,0 1 0 0 0,0-1 1 0 0,-1 1-1 0 0,1-1 0 0 0,0 1 1 0 0,-1-1-1 0 0,1 1 0 0 0,-2 2 1 0 0,1 1-2 0 0,-2 14 10 0 0,0 0-1 0 0,1 1 0 0 0,1-1 1 0 0,1 1-1 0 0,0-1 1 0 0,4 21-1 0 0,-3-34-8 0 0,1 1-1 0 0,0-1 1 0 0,0 1 0 0 0,0-1-1 0 0,0 0 1 0 0,1 0 0 0 0,0 0-1 0 0,1-1 1 0 0,-1 1 0 0 0,1-1-1 0 0,0 0 1 0 0,0 1 0 0 0,1-2-1 0 0,-1 1 1 0 0,1-1 0 0 0,0 1-1 0 0,1-1 1 0 0,-1-1 0 0 0,1 1-1 0 0,-1-1 1 0 0,11 5-1 0 0,-4-4-416 0 0,1 1-1 0 0,-1-1 0 0 0,1-1 0 0 0,0-1 0 0 0,23 3 0 0 0,-25-5-836 0 0,0 0 1 0 0,0 0-1 0 0,0-1 0 0 0,13-3 0 0 0,5-4-3743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9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65 2388 0 0,'-19'-7'10559'0'0,"43"8"-10210"0"0,-1-1 1 0 0,1-1 0 0 0,-1-1 0 0 0,0-1 0 0 0,27-7 0 0 0,13-1-155 0 0,-53 10-249 0 0,64-12-965 0 0,-26 1-2501 0 0,-38 7 127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0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14 1280 0 0,'-1'-1'367'0'0,"0"0"0"0"0,0 0 0 0 0,0 0 0 0 0,-1 0 0 0 0,1 0 0 0 0,0 0 0 0 0,-1 0 0 0 0,1 0 0 0 0,0 0 0 0 0,-1 1 0 0 0,1-1 0 0 0,-1 0 0 0 0,1 1 0 0 0,-1 0 0 0 0,1-1 0 0 0,-1 1 0 0 0,1 0 1 0 0,-1 0-1 0 0,1-1 0 0 0,-1 1 0 0 0,-2 1 0 0 0,2 0-165 0 0,0 0 0 0 0,0 1 0 0 0,0-1 0 0 0,0 1 0 0 0,1-1 0 0 0,-1 1 0 0 0,0 0 0 0 0,1 0 0 0 0,0 0 0 0 0,-1 0 0 0 0,1 0 0 0 0,0 0 0 0 0,0 0 0 0 0,-1 3 0 0 0,-32 73 2222 0 0,-45 159-1 0 0,66-193-2152 0 0,12-41-268 0 0,-29 109 483 0 0,26-94-590 0 0,1 1 0 0 0,1 0 1 0 0,0 0-1 0 0,2 19 1 0 0,0-34-157 0 0,1-1 0 0 0,-1 1 1 0 0,1 0-1 0 0,0-1 0 0 0,0 1 1 0 0,0-1-1 0 0,0 0 0 0 0,4 7 1 0 0,-4-8-463 0 0,0 0 0 0 0,1 0 0 0 0,-1 0 0 0 0,1-1 0 0 0,-1 1 1 0 0,1 0-1 0 0,0-1 0 0 0,2 3 0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70 2360 0 0,'36'-69'9281'0'0,"-37"71"-8674"0"0,-73 222 4594 0 0,30-102-4152 0 0,-11 34-189 0 0,-15 44-188 0 0,47-136 967 0 0,22-62-1195 0 0,1-4-410 0 0,-1 0 0 0 0,1 1 0 0 0,0-1-1 0 0,0 0 1 0 0,0 1 0 0 0,0-1 0 0 0,1 0 0 0 0,-1 1 0 0 0,0-1 0 0 0,1-1 0 0 0,5-18 14 0 0,0 0-1 0 0,2 1 1 0 0,0 0-1 0 0,1 0 1 0 0,12-19-1 0 0,-13 26-57 0 0,0 1 0 0 0,0 1-1 0 0,1-1 1 0 0,0 1 0 0 0,1 1-1 0 0,1 0 1 0 0,-1 0-1 0 0,22-13 1 0 0,-29 20 5 0 0,1 1 1 0 0,0 0-1 0 0,0 0 0 0 0,0 0 1 0 0,0 1-1 0 0,1-1 1 0 0,-1 1-1 0 0,0 0 0 0 0,0 0 1 0 0,1 0-1 0 0,-1 1 0 0 0,1 0 1 0 0,-1 0-1 0 0,1 0 0 0 0,-1 0 1 0 0,1 0-1 0 0,-1 1 0 0 0,0 0 1 0 0,1 0-1 0 0,-1 0 0 0 0,0 1 1 0 0,0 0-1 0 0,0-1 1 0 0,0 1-1 0 0,0 0 0 0 0,0 1 1 0 0,0-1-1 0 0,-1 1 0 0 0,6 5 1 0 0,-2-1 6 0 0,0 0 0 0 0,-1 1 1 0 0,0-1-1 0 0,-1 1 0 0 0,1 0 1 0 0,-2 1-1 0 0,1-1 1 0 0,-1 1-1 0 0,0 0 0 0 0,-1 0 1 0 0,0 1-1 0 0,3 17 0 0 0,-4-17 68 0 0,-1 0 0 0 0,0 0 0 0 0,-1 0 0 0 0,0 0-1 0 0,0-1 1 0 0,-1 1 0 0 0,0 0 0 0 0,-1 0 0 0 0,0 0 0 0 0,-1-1-1 0 0,0 1 1 0 0,0-1 0 0 0,-1 0 0 0 0,0 0 0 0 0,-1 0-1 0 0,0 0 1 0 0,0-1 0 0 0,-1 0 0 0 0,0 0 0 0 0,0 0 0 0 0,-1-1-1 0 0,0 0 1 0 0,0 0 0 0 0,-1-1 0 0 0,0 0 0 0 0,0 0-1 0 0,0-1 1 0 0,-1 0 0 0 0,1 0 0 0 0,-1-1 0 0 0,-1 0 0 0 0,1-1-1 0 0,0 0 1 0 0,-11 2 0 0 0,5-3 66 0 0,0 0 0 0 0,0-1-1 0 0,0-1 1 0 0,-29-2 0 0 0,36 1-130 0 0,-1-1 0 0 0,1 1 1 0 0,-1-1-1 0 0,1-1 0 0 0,0 1 0 0 0,0-1 0 0 0,1-1 1 0 0,-1 0-1 0 0,0 0 0 0 0,-7-6 0 0 0,13 9-99 0 0,1 0-1 0 0,0 0 1 0 0,-1 0-1 0 0,1 0 0 0 0,0 0 1 0 0,0 0-1 0 0,0-1 1 0 0,0 1-1 0 0,0-1 0 0 0,0 1 1 0 0,0 0-1 0 0,0-1 1 0 0,1 0-1 0 0,-1 1 1 0 0,0-1-1 0 0,1 1 0 0 0,0-1 1 0 0,-1 0-1 0 0,1 1 1 0 0,0-1-1 0 0,0 0 0 0 0,0 1 1 0 0,0-4-1 0 0,1 3-129 0 0,-1-1-1 0 0,1 0 0 0 0,1 0 1 0 0,-1 1-1 0 0,0-1 1 0 0,1 1-1 0 0,-1-1 0 0 0,1 1 1 0 0,0-1-1 0 0,-1 1 1 0 0,1 0-1 0 0,4-3 0 0 0,4-3-928 0 0,0 0-1 0 0,1 0 0 0 0,0 1 0 0 0,23-10 0 0 0,21-5-5166 0 0,-24 13 199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2368 0 0,'14'-4'13579'0'0,"31"-5"-8219"0"0,22 6-4260 0 0,-1-1-734 0 0,-19 0-281 0 0,30-4-477 0 0,-29-4-4182 0 0,-36 4 1270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0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21 1896 0 0,'-1'-1'509'0'0,"0"-1"-1"0"0,0 1 1 0 0,0-1 0 0 0,0 1-1 0 0,0 0 1 0 0,0 0-1 0 0,0-1 1 0 0,0 1-1 0 0,0 0 1 0 0,-1 0 0 0 0,1 0-1 0 0,0 0 1 0 0,-1 0-1 0 0,1 1 1 0 0,-1-1 0 0 0,1 0-1 0 0,-1 1 1 0 0,1-1-1 0 0,-2 0 1 0 0,1 2-332 0 0,1-1-1 0 0,-1 1 1 0 0,1 0-1 0 0,0 0 1 0 0,0 0 0 0 0,-1-1-1 0 0,1 1 1 0 0,0 0 0 0 0,0 1-1 0 0,0-1 1 0 0,0 0-1 0 0,0 0 1 0 0,0 0 0 0 0,0 0-1 0 0,1 1 1 0 0,-1-1-1 0 0,0 0 1 0 0,1 1 0 0 0,-1-1-1 0 0,1 1 1 0 0,-1-1 0 0 0,1 2-1 0 0,-76 236 5070 0 0,61-185-4894 0 0,-25 120-195 0 0,40-171-322 0 0,-1 1 1 0 0,1 0-1 0 0,0 0 0 0 0,0 0 0 0 0,0 0 0 0 0,0 0 0 0 0,1-1 0 0 0,0 1 1 0 0,-1 0-1 0 0,1 0 0 0 0,1-1 0 0 0,1 5 0 0 0,-2-6-211 0 0,0 0-1 0 0,0 0 1 0 0,1 0 0 0 0,-1 0-1 0 0,1 0 1 0 0,-1 0-1 0 0,1 0 1 0 0,3 2 0 0 0,-3-3-316 0 0,0 0 1 0 0,0 1-1 0 0,0-1 1 0 0,0 0 0 0 0,1 0-1 0 0,-1 0 1 0 0,1 0 0 0 0,-1-1-1 0 0,3 2 1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73 2156 0 0,'2'-3'661'0'0,"0"-1"-1"0"0,0 1 1 0 0,0-1 0 0 0,0 1-1 0 0,0-1 1 0 0,-1 0-1 0 0,0 1 1 0 0,0-1-1 0 0,0 0 1 0 0,0 0 0 0 0,0 0-1 0 0,-1 0 1 0 0,1-6-1 0 0,-2 9-571 0 0,1 0 1 0 0,0 1-1 0 0,-1-1 0 0 0,1 0 0 0 0,-1 0 0 0 0,1 0 0 0 0,-1 0 0 0 0,1 1 0 0 0,-1-1 1 0 0,0 0-1 0 0,1 1 0 0 0,-1-1 0 0 0,0 0 0 0 0,0 1 0 0 0,0-1 0 0 0,1 1 0 0 0,-1-1 0 0 0,0 1 1 0 0,0 0-1 0 0,0-1 0 0 0,0 1 0 0 0,0 0 0 0 0,0 0 0 0 0,0-1 0 0 0,1 1 0 0 0,-1 0 0 0 0,0 0 1 0 0,-2 0-1 0 0,-27 1 1023 0 0,9 4-653 0 0,0 1-1 0 0,0 1 1 0 0,1 1-1 0 0,0 0 1 0 0,0 2-1 0 0,1 0 1 0 0,1 1-1 0 0,-22 17 1 0 0,8-3 73 0 0,0 2 0 0 0,2 1 1 0 0,-37 44-1 0 0,54-57-369 0 0,1 0-1 0 0,1 0 1 0 0,0 1-1 0 0,1 1 1 0 0,1 0 0 0 0,0 0-1 0 0,2 1 1 0 0,0 0-1 0 0,-5 21 1 0 0,11-35-121 0 0,0 0 0 0 0,1 0 0 0 0,-1 0 0 0 0,1 0 1 0 0,0 0-1 0 0,0 0 0 0 0,1 0 0 0 0,-1-1 0 0 0,1 1 0 0 0,0 0 1 0 0,0 0-1 0 0,0 0 0 0 0,0-1 0 0 0,1 1 0 0 0,-1 0 0 0 0,1-1 1 0 0,0 1-1 0 0,3 2 0 0 0,-2-1-7 0 0,1-1 0 0 0,1 0-1 0 0,-1 0 1 0 0,1-1 0 0 0,-1 1 0 0 0,1-1 0 0 0,0 0 0 0 0,0 0 0 0 0,0-1 0 0 0,1 1-1 0 0,5 1 1 0 0,6 1-20 0 0,-1-1 0 0 0,1-1-1 0 0,0-1 1 0 0,0 0 0 0 0,0-1-1 0 0,0 0 1 0 0,23-3 0 0 0,-14-1-894 0 0,0-2 0 0 0,-1 0 0 0 0,48-17 0 0 0,-58 16-1407 0 0,0 0-1 0 0,-1-1 1 0 0,0-1-1 0 0,18-13 1 0 0,-15 8-4682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79 320 0 0,'6'-22'17686'0'0,"-3"15"-15123"0"0,1 3-2393 0 0,0 2 1 0 0,0-1-1 0 0,0 0 0 0 0,0 1 1 0 0,1 0-1 0 0,-1-1 0 0 0,1 2 0 0 0,0-1 1 0 0,8-1-1 0 0,52-8 89 0 0,-48 9-149 0 0,96-9-1283 0 0,-74 11-2615 0 0,1 2-4727 0 0,-24 0 1754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54 1204 0 0,'-60'23'6559'0'0,"-12"6"4651"0"0,77-28-10397 0 0,-5-1-789 0 0,0 1 0 0 0,1-1 0 0 0,-1 0 1 0 0,0 1-1 0 0,1-1 0 0 0,-1 0 0 0 0,1 0 0 0 0,-1 1 0 0 0,1-1 0 0 0,-1 0 0 0 0,1 0 1 0 0,-1 0-1 0 0,1 0 0 0 0,-1 1 0 0 0,1-1 0 0 0,-1 0 0 0 0,1 0 0 0 0,-1 0 1 0 0,1 0-1 0 0,-1 0 0 0 0,1 0 0 0 0,-1 0 0 0 0,2-1 0 0 0,255-45-650 0 0,-171 23-3395 0 0,-1-4-3404 0 0,-49 14 1536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497 128 2892 0 0,'25'-67'15181'0'0,"-25"66"-14594"0"0,4-9 1091 0 0,-19 23-1230 0 0,0 1 0 0 0,-14 17 1 0 0,-39 45 131 0 0,-59 72 403 0 0,99-112-720 0 0,1 2 0 0 0,-27 51 0 0 0,51-84-186 0 0,1 0 0 0 0,-1 1-1 0 0,1-1 1 0 0,0 1 0 0 0,0 0 0 0 0,1-1 0 0 0,0 1 0 0 0,0 0 0 0 0,-1 10 0 0 0,2-14-22 0 0,1 1 0 0 0,-1 0 0 0 0,1-1 0 0 0,-1 1 0 0 0,1-1 1 0 0,0 1-1 0 0,0-1 0 0 0,0 1 0 0 0,0-1 0 0 0,0 0 0 0 0,1 1 1 0 0,-1-1-1 0 0,1 0 0 0 0,-1 0 0 0 0,1 0 0 0 0,0 0 1 0 0,0 0-1 0 0,0 0 0 0 0,0-1 0 0 0,0 1 0 0 0,0-1 0 0 0,0 1 1 0 0,5 1-1 0 0,3 2 90 0 0,0-1 1 0 0,0 1 0 0 0,1-2 0 0 0,0 0-1 0 0,0 0 1 0 0,-1-1 0 0 0,1 0 0 0 0,1-1-1 0 0,14 0 1 0 0,-9-2 9 0 0,-1 0 0 0 0,0-2 0 0 0,0 1 1 0 0,0-2-1 0 0,30-10 0 0 0,-22 4-20 0 0,-1-1 0 0 0,0-1 1 0 0,0-1-1 0 0,-1-1 0 0 0,-1-1 0 0 0,-1-1 1 0 0,37-35-1 0 0,-49 42-53 0 0,0 0 1 0 0,0-1-1 0 0,-1 1 0 0 0,0-2 0 0 0,-1 1 1 0 0,0-1-1 0 0,0 0 0 0 0,-1 0 1 0 0,-1 0-1 0 0,0-1 0 0 0,3-12 1 0 0,-6 16-80 0 0,0-1 0 0 0,0 1 0 0 0,-1-1 0 0 0,0 1 1 0 0,0-1-1 0 0,-1 1 0 0 0,0 0 0 0 0,-1-1 0 0 0,0 1 1 0 0,0 0-1 0 0,0 0 0 0 0,-1 0 0 0 0,-1 0 1 0 0,1 0-1 0 0,-1 1 0 0 0,-9-13 0 0 0,3 6-24 0 0,-2 1 1 0 0,1 0-1 0 0,-2 1 0 0 0,1 1 0 0 0,-2 0 1 0 0,1 0-1 0 0,-2 1 0 0 0,1 1 0 0 0,-26-12 1 0 0,15 10-522 0 0,-1 1 0 0 0,0 0 0 0 0,-1 2 0 0 0,0 1-1 0 0,-34-4 1 0 0,35 8-934 0 0,0 2-1 0 0,0 1 1 0 0,-45 4-1 0 0,-76 24-10253 0 0,104-18 4590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386 310 612 0 0,'47'-17'16708'0'0,"-51"15"-16650"0"0,1 0 1 0 0,-1 1-1 0 0,1-1 0 0 0,-1 0 0 0 0,1-1 1 0 0,0 1-1 0 0,0-1 0 0 0,0 1 0 0 0,0-1 1 0 0,0 0-1 0 0,-4-6 0 0 0,-29-43 143 0 0,25 33-124 0 0,3 9-39 0 0,5 6-41 0 0,0 0 0 0 0,0-1 0 0 0,1 1 0 0 0,-1-1 1 0 0,1 1-1 0 0,0-1 0 0 0,0 0 0 0 0,-1-5 0 0 0,3 9 2 0 0,0 0 0 0 0,0 1 0 0 0,1-1 1 0 0,-1 0-1 0 0,0 0 0 0 0,0 1 0 0 0,1-1 0 0 0,-1 0 0 0 0,0 1 0 0 0,1-1 1 0 0,-1 0-1 0 0,1 1 0 0 0,-1-1 0 0 0,1 1 0 0 0,-1-1 0 0 0,1 1 1 0 0,0-1-1 0 0,-1 1 0 0 0,1-1 0 0 0,-1 1 0 0 0,1-1 0 0 0,0 1 0 0 0,0 0 1 0 0,0-1-1 0 0,19-6-10 0 0,8 0-4 0 0,1 2 0 0 0,0 1 0 0 0,1 1-1 0 0,39 2 1 0 0,-4 0-66 0 0,235-27-783 0 0,-293 27 853 0 0,-1-1 1 0 0,0 1 0 0 0,0-1-1 0 0,0 0 1 0 0,-1-1 0 0 0,7-2-1 0 0,-10 4 7 0 0,-1 0-1 0 0,0 0 0 0 0,1 0 0 0 0,-1 0 0 0 0,0 0 0 0 0,1 0 1 0 0,-1 0-1 0 0,0 0 0 0 0,0 0 0 0 0,0 0 0 0 0,0-1 1 0 0,0 1-1 0 0,0-1 0 0 0,-1 1 0 0 0,1 0 0 0 0,0-1 0 0 0,-1 1 1 0 0,1-1-1 0 0,-1 0 0 0 0,1 1 0 0 0,-1-1 0 0 0,0 1 1 0 0,1-1-1 0 0,-1 0 0 0 0,0 1 0 0 0,0-1 0 0 0,0 1 0 0 0,-1-3 1 0 0,1 3-22 0 0,-7 0-31 0 0,7 1 55 0 0,-1 0 0 0 0,1-1-1 0 0,0 1 1 0 0,-1 0 0 0 0,1 0 0 0 0,0 0 0 0 0,-1 0-1 0 0,1 0 1 0 0,0-1 0 0 0,-1 1 0 0 0,1 0 0 0 0,-1 0 0 0 0,1 0-1 0 0,0 0 1 0 0,-1 0 0 0 0,1 0 0 0 0,-1 0 0 0 0,1 0 0 0 0,0 0-1 0 0,-1 1 1 0 0,1-1 0 0 0,0 0 0 0 0,-1 0 0 0 0,1 0-1 0 0,0 0 1 0 0,-1 0 0 0 0,1 1 0 0 0,0-1 0 0 0,-1 0 0 0 0,-7 6-17 0 0,0-1 1 0 0,0 2 0 0 0,1-1-1 0 0,0 1 1 0 0,0 0 0 0 0,0 0-1 0 0,1 0 1 0 0,-8 14-1 0 0,-40 74-31 0 0,38-64 34 0 0,-97 219 1 0 0,21 9 104 0 0,80-224-57 0 0,-39 95 53 0 0,43-115-55 0 0,1 0 0 0 0,-2-1 0 0 0,0 0 1 0 0,-1-1-1 0 0,0 0 0 0 0,-16 16 0 0 0,20-24-12 0 0,1-1 1 0 0,-1 1-1 0 0,0-1 0 0 0,0-1 0 0 0,0 1 1 0 0,0-1-1 0 0,0 0 0 0 0,-1 0 0 0 0,0-1 0 0 0,1 0 1 0 0,-14 2-1 0 0,9-3-3 0 0,0 0-1 0 0,0-1 1 0 0,0 0 0 0 0,0 0 0 0 0,0-1 0 0 0,0-1-1 0 0,-11-3 1 0 0,1-1 27 0 0,0-1 0 0 0,1-1 0 0 0,-1-1 0 0 0,2-1 0 0 0,-1-1 0 0 0,1 0 0 0 0,-19-16 0 0 0,-51-43 138 0 0,88 68-189 0 0,20 6-1403 0 0,-2-2-559 0 0,10 1-456 0 0,-6-3-2186 0 0,-6-2-470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9 138 1036 0 0,'-8'-6'10171'0'0,"9"5"-10109"0"0,0-1 1 0 0,1 1-1 0 0,-1 0 0 0 0,1-1 0 0 0,-1 1 1 0 0,1 0-1 0 0,-1 0 0 0 0,1 0 1 0 0,0 0-1 0 0,0 0 0 0 0,-1 0 0 0 0,1 0 1 0 0,0 1-1 0 0,0-1 0 0 0,0 1 1 0 0,3-1-1 0 0,39-6 167 0 0,-29 6-100 0 0,177-21 104 0 0,59-8-2916 0 0,-240 28 2696 0 0,0 0 0 0 0,-1-1 0 0 0,1-1 0 0 0,-1 0 0 0 0,0 0-1 0 0,0-1 1 0 0,0 0 0 0 0,0 0 0 0 0,13-11 0 0 0,-22 15 174 0 0,0 0-120 0 0,-1 1 1 0 0,1-1 0 0 0,-1 1 0 0 0,1 0 0 0 0,-1 0 0 0 0,1-1 0 0 0,-1 1-1 0 0,1 0 1 0 0,0 0 0 0 0,-1-1 0 0 0,1 1 0 0 0,-1 0 0 0 0,1 0 0 0 0,0 0 0 0 0,-1 0-1 0 0,1 0 1 0 0,0 0 0 0 0,0 3 60 0 0,-1-1-1 0 0,1 0 1 0 0,-1 1-1 0 0,0-1 0 0 0,0 1 1 0 0,0-1-1 0 0,0 1 1 0 0,-1-1-1 0 0,1 1 1 0 0,-1-1-1 0 0,1 0 1 0 0,-1 1-1 0 0,-1 3 1 0 0,-17 39 1291 0 0,13-32-1047 0 0,-23 53 913 0 0,8-23-859 0 0,3 1 0 0 0,1 0 0 0 0,-15 67 0 0 0,31-85-262 0 0,1-25-154 0 0,0 0-1 0 0,1 0 1 0 0,-1 1-1 0 0,0-1 1 0 0,0 0 0 0 0,1 0-1 0 0,-1 0 1 0 0,1 0-1 0 0,-1 0 1 0 0,1 0 0 0 0,-1 0-1 0 0,1 0 1 0 0,0 0 0 0 0,-1 0-1 0 0,1 0 1 0 0,0-1-1 0 0,0 1 1 0 0,-1 0 0 0 0,1 0-1 0 0,0-1 1 0 0,0 1 0 0 0,0 0-1 0 0,0-1 1 0 0,1 1-1 0 0,4 0-57 0 0,1 1 0 0 0,-1-2-1 0 0,0 1 1 0 0,0-1 0 0 0,0 0-1 0 0,1 0 1 0 0,-1-1-1 0 0,0 1 1 0 0,0-2 0 0 0,0 1-1 0 0,0-1 1 0 0,0 1 0 0 0,0-2-1 0 0,0 1 1 0 0,-1-1 0 0 0,11-6-1 0 0,2-2-1118 0 0,0 0-1 0 0,-1-1 1 0 0,30-29 0 0 0,1-13-4489 0 0,-27 25 527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24 1932 0 0,'-5'-3'967'0'0,"1"0"-1"0"0,-2 0 0 0 0,1 0 1 0 0,0 1-1 0 0,0 0 0 0 0,-9-2 1 0 0,10 3-686 0 0,0 0 1 0 0,0 0-1 0 0,0 1 0 0 0,0-1 1 0 0,0 1-1 0 0,0 0 1 0 0,0 0-1 0 0,-7 2 1 0 0,8-1-284 0 0,1-1 1 0 0,-1 1-1 0 0,1 0 1 0 0,0 0-1 0 0,-1 0 1 0 0,1 0 0 0 0,0 1-1 0 0,0-1 1 0 0,-1 1-1 0 0,1-1 1 0 0,0 1-1 0 0,1 0 1 0 0,-1 0 0 0 0,0 0-1 0 0,0 0 1 0 0,1 0-1 0 0,-1 0 1 0 0,1 0-1 0 0,0 1 1 0 0,-1-1-1 0 0,1 0 1 0 0,0 1 0 0 0,1-1-1 0 0,-1 1 1 0 0,0-1-1 0 0,1 1 1 0 0,-1-1-1 0 0,1 1 1 0 0,0 0 0 0 0,0-1-1 0 0,0 6 1 0 0,0-1-1007 0 0,1 0 0 0 0,-1 1 0 0 0,2-1 0 0 0,1 8 1 0 0,2 0-2734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0 2340 0 0,'0'0'3420'0'0,"0"13"224"0"0,3 59-774 0 0,-1-38-2236 0 0,-3 55-1 0 0,-1-70-484 0 0,-1 0-1 0 0,-8 27 1 0 0,9-38-58 0 0,0-1 1 0 0,-1 0 0 0 0,0 0-1 0 0,0 0 1 0 0,-1 0 0 0 0,0-1-1 0 0,0 1 1 0 0,-10 10-1 0 0,14-16-79 0 0,0-1 0 0 0,-1 1 0 0 0,1 0-1 0 0,-1-1 1 0 0,0 1 0 0 0,1-1-1 0 0,-1 1 1 0 0,1-1 0 0 0,-1 1 0 0 0,0-1-1 0 0,1 0 1 0 0,-1 1 0 0 0,0-1-1 0 0,0 0 1 0 0,1 1 0 0 0,-1-1 0 0 0,0 0-1 0 0,0 0 1 0 0,1 0 0 0 0,-1 0-1 0 0,0 0 1 0 0,0 0 0 0 0,0 0 0 0 0,1 0-1 0 0,-2 0 1 0 0,1 0-6 0 0,1-1 0 0 0,-1 1 0 0 0,0-1 0 0 0,1 0 0 0 0,-1 1 0 0 0,0-1 0 0 0,1 0 0 0 0,-1 1 0 0 0,1-1 0 0 0,0 0 0 0 0,-1 0 0 0 0,1 0 1 0 0,-1 1-1 0 0,1-1 0 0 0,0 0 0 0 0,0 0 0 0 0,-1 0 0 0 0,1-1 0 0 0,-1-3 8 0 0,1-1 0 0 0,-1 0-1 0 0,1 0 1 0 0,0 1 0 0 0,1-9 0 0 0,3-1-13 0 0,0-1 0 0 0,1 1 1 0 0,0 0-1 0 0,1 0 0 0 0,1 1 0 0 0,1 0 0 0 0,0 0 0 0 0,0 0 1 0 0,1 1-1 0 0,1 1 0 0 0,1-1 0 0 0,-1 2 0 0 0,2-1 0 0 0,16-12 1 0 0,-13 12-8 0 0,-1 2 0 0 0,1-1 0 0 0,1 2 0 0 0,0 0 1 0 0,0 1-1 0 0,1 1 0 0 0,0 0 0 0 0,1 1 0 0 0,-1 1 1 0 0,1 1-1 0 0,0 0 0 0 0,24-1 0 0 0,-36 5 27 0 0,0 0 0 0 0,0 0 0 0 0,0 0 0 0 0,0 1-1 0 0,0 0 1 0 0,0 0 0 0 0,0 1 0 0 0,-1-1 0 0 0,1 1 0 0 0,0 1 0 0 0,8 3-1 0 0,-12-4 40 0 0,1 0-1 0 0,-1 0 0 0 0,1 0 0 0 0,-1 0 0 0 0,0 0 0 0 0,0 0 0 0 0,0 1 0 0 0,0-1 0 0 0,0 1 0 0 0,-1-1 0 0 0,1 1 0 0 0,-1 0 0 0 0,1 0 0 0 0,-1 0 0 0 0,0 0 0 0 0,0 0 0 0 0,-1 0 0 0 0,1 0 0 0 0,0 0 0 0 0,-1 0 0 0 0,0 0 0 0 0,0 0 1 0 0,0 6-1 0 0,-3 8 79 0 0,0-1 0 0 0,-1 1 0 0 0,-1-1 0 0 0,-1 0 0 0 0,0 0 1 0 0,-15 27-1 0 0,-4 12-844 0 0,24-54 621 0 0,1-1 1 0 0,0 1-1 0 0,-1 0 0 0 0,1 0 1 0 0,0-1-1 0 0,-1 1 0 0 0,1 0 1 0 0,0 0-1 0 0,0-1 0 0 0,0 1 1 0 0,0 0-1 0 0,0 0 1 0 0,0 0-1 0 0,0-1 0 0 0,0 1 1 0 0,0 0-1 0 0,0 0 0 0 0,1 0 1 0 0,-1-1-1 0 0,0 1 0 0 0,0 0 1 0 0,1 0-1 0 0,-1-1 0 0 0,0 1 1 0 0,1 0-1 0 0,-1-1 1 0 0,1 1-1 0 0,-1 0 0 0 0,2 0 1 0 0,-1 0-112 0 0,1 0 0 0 0,0 0 1 0 0,0 0-1 0 0,0 0 1 0 0,-1-1-1 0 0,1 1 1 0 0,0-1-1 0 0,0 0 0 0 0,0 1 1 0 0,0-1-1 0 0,0 0 1 0 0,2 0-1 0 0,6 0-1323 0 0,0-1 0 0 0,0 0 0 0 0,17-5 0 0 0,0-1-2104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349 584 2172 0 0,'6'-4'750'0'0,"0"-1"-1"0"0,-1 0 1 0 0,1 0-1 0 0,-1 0 1 0 0,0-1 0 0 0,0 1-1 0 0,-1-1 1 0 0,0 0-1 0 0,0 0 1 0 0,0-1-1 0 0,-1 1 1 0 0,5-13-1 0 0,-8 18-691 0 0,0 1-1 0 0,1-1 0 0 0,-1 0 0 0 0,0 0 0 0 0,0 0 1 0 0,0 1-1 0 0,0-1 0 0 0,0 0 0 0 0,0 0 0 0 0,0 1 1 0 0,0-1-1 0 0,0 0 0 0 0,0 0 0 0 0,0 0 0 0 0,-1 1 1 0 0,1-1-1 0 0,0 0 0 0 0,0 0 0 0 0,-1 1 1 0 0,1-1-1 0 0,0 0 0 0 0,-1 1 0 0 0,1-1 0 0 0,-1 0 1 0 0,1 1-1 0 0,-1-1 0 0 0,1 1 0 0 0,-2-2 0 0 0,0 1 6 0 0,1 1 0 0 0,-1-1-1 0 0,0 1 1 0 0,0-1 0 0 0,1 1-1 0 0,-1-1 1 0 0,0 1-1 0 0,0 0 1 0 0,0 0 0 0 0,1 0-1 0 0,-1 0 1 0 0,-2 0 0 0 0,-3 1 60 0 0,-1 0 0 0 0,1 1 0 0 0,0-1 0 0 0,-1 2 1 0 0,-7 2-1 0 0,-15 11 117 0 0,1 1 0 0 0,1 1 1 0 0,0 2-1 0 0,2 0 0 0 0,0 2 1 0 0,2 1-1 0 0,0 1 0 0 0,-38 50 1 0 0,52-61-185 0 0,1 1 0 0 0,-13 26 1 0 0,20-36-37 0 0,0 0-1 0 0,0-1 1 0 0,1 1 0 0 0,0 0 0 0 0,0 0-1 0 0,0 0 1 0 0,0 0 0 0 0,0 0 0 0 0,1 0 0 0 0,0 0-1 0 0,0 0 1 0 0,0 0 0 0 0,0 0 0 0 0,1 0-1 0 0,-1 0 1 0 0,3 8 0 0 0,-2-10-11 0 0,1 0 0 0 0,-1 0 1 0 0,0 0-1 0 0,1 0 0 0 0,0-1 0 0 0,-1 1 1 0 0,1 0-1 0 0,0-1 0 0 0,0 1 0 0 0,0-1 1 0 0,0 0-1 0 0,0 0 0 0 0,0 0 0 0 0,0 0 1 0 0,0 0-1 0 0,1 0 0 0 0,-1 0 0 0 0,0-1 1 0 0,1 1-1 0 0,-1-1 0 0 0,0 1 0 0 0,1-1 1 0 0,-1 0-1 0 0,0 0 0 0 0,5-1 0 0 0,3 1 23 0 0,-1-2 0 0 0,1 1 0 0 0,0-1 0 0 0,18-7 0 0 0,-8 1-15 0 0,0 0 0 0 0,0-2 0 0 0,-1 0 0 0 0,-1-2 0 0 0,1 0 0 0 0,-2-1 1 0 0,0 0-1 0 0,18-19 0 0 0,-13 8-41 0 0,0-1 0 0 0,-2 0 0 0 0,-1-2 1 0 0,28-53-1 0 0,-14 9-67 0 0,-3-1 0 0 0,-3-1 0 0 0,29-133 0 0 0,-54 197 87 0 0,2-5-10 0 0,0 0 1 0 0,-1-1-1 0 0,-1 1 0 0 0,-1 0 1 0 0,0-1-1 0 0,0 1 0 0 0,-3-21 0 0 0,2 34 13 0 0,0 1 0 0 0,0 0 0 0 0,0-1 0 0 0,0 1 0 0 0,0-1 0 0 0,-1 1 0 0 0,1 0 0 0 0,0-1-1 0 0,0 1 1 0 0,0-1 0 0 0,0 1 0 0 0,-1 0 0 0 0,1-1 0 0 0,0 1 0 0 0,0 0 0 0 0,-1 0 0 0 0,1-1 0 0 0,0 1 0 0 0,-1 0-1 0 0,1 0 1 0 0,0-1 0 0 0,-1 1 0 0 0,1 0 0 0 0,0 0 0 0 0,-1 0 0 0 0,1-1 0 0 0,0 1 0 0 0,-1 0 0 0 0,1 0 0 0 0,-1 0 0 0 0,0 0-1 0 0,-13 4-17 0 0,-12 16 1 0 0,10-1 21 0 0,0 1 0 0 0,0 1 0 0 0,2 1 0 0 0,-16 32 0 0 0,-37 99 182 0 0,54-116-123 0 0,1 1 0 0 0,1 0 0 0 0,-7 62 0 0 0,15-75-50 0 0,1 0 1 0 0,1 0 0 0 0,2-1-1 0 0,0 1 1 0 0,2 0 0 0 0,10 44-1 0 0,-11-60-136 0 0,1 0-1 0 0,1-1 1 0 0,-1 1-1 0 0,2-1 0 0 0,-1 0 1 0 0,1 0-1 0 0,0 0 1 0 0,1 0-1 0 0,0-1 0 0 0,0 0 1 0 0,0-1-1 0 0,10 9 1 0 0,-5-7-877 0 0,0-1 1 0 0,0 1-1 0 0,1-2 1 0 0,0 1 0 0 0,0-2-1 0 0,0 0 1 0 0,26 7-1 0 0,6-1-5190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71 862 844 0 0,'-6'5'1055'0'0,"0"0"1"0"0,0 0-1 0 0,0 1 1 0 0,0-1-1 0 0,1 2 0 0 0,-7 9 1 0 0,9-11-694 0 0,0-1 0 0 0,0 1 0 0 0,1-1 0 0 0,0 1 0 0 0,0 0 0 0 0,0 0 0 0 0,0 0 0 0 0,1 0 0 0 0,0 0 0 0 0,-1 9 0 0 0,2-13-313 0 0,0 0-1 0 0,0 0 1 0 0,0 0 0 0 0,0 0-1 0 0,1 0 1 0 0,-1 0 0 0 0,0 0 0 0 0,0 0-1 0 0,1-1 1 0 0,-1 1 0 0 0,1 0-1 0 0,-1 0 1 0 0,1 0 0 0 0,-1 0 0 0 0,1-1-1 0 0,-1 1 1 0 0,1 0 0 0 0,0 0-1 0 0,-1-1 1 0 0,1 1 0 0 0,0-1 0 0 0,0 1-1 0 0,-1 0 1 0 0,1-1 0 0 0,0 0-1 0 0,0 1 1 0 0,0-1 0 0 0,0 1 0 0 0,0-1-1 0 0,0 0 1 0 0,-1 0 0 0 0,1 1 0 0 0,0-1-1 0 0,0 0 1 0 0,0 0 0 0 0,0 0-1 0 0,1 0 1 0 0,5 0 17 0 0,-1-1 0 0 0,1 1 0 0 0,-1-1 0 0 0,8-2 0 0 0,-12 2-34 0 0,24-6 27 0 0,0-1 0 0 0,-1-1 0 0 0,0-1 0 0 0,-1-2 1 0 0,0 0-1 0 0,-1-2 0 0 0,0 0 0 0 0,23-20 0 0 0,-20 13-57 0 0,-1-2-1 0 0,-2 0 1 0 0,0-2-1 0 0,-1-1 1 0 0,-1 0 0 0 0,19-33-1 0 0,-19 21-1 0 0,-2-1 0 0 0,-1-1 1 0 0,19-60-1 0 0,18-130-41 0 0,-54 229 38 0 0,-1 0 0 0 0,0 0-1 0 0,0 1 1 0 0,1-1 0 0 0,-1 0-1 0 0,0 0 1 0 0,0 0 0 0 0,0 1 0 0 0,0-1-1 0 0,0 0 1 0 0,0 0 0 0 0,0 0 0 0 0,0 0-1 0 0,0 1 1 0 0,0-1 0 0 0,-1 0 0 0 0,1 0-1 0 0,0 0 1 0 0,0 1 0 0 0,-1-1 0 0 0,1 0-1 0 0,-1 0 1 0 0,0 0 0 0 0,1 1-1 0 0,-1 0 1 0 0,0 0-1 0 0,0 0 1 0 0,1 0 0 0 0,-1 0-1 0 0,0 0 1 0 0,1 0-1 0 0,-1 0 1 0 0,0 1-1 0 0,0-1 1 0 0,1 0-1 0 0,-1 1 1 0 0,1-1-1 0 0,-1 0 1 0 0,0 1-1 0 0,1-1 1 0 0,-1 1-1 0 0,1-1 1 0 0,-1 1-1 0 0,0 0 1 0 0,-29 32-53 0 0,-10 24 52 0 0,3 1-1 0 0,2 2 1 0 0,-43 104-1 0 0,67-137 13 0 0,1 1 0 0 0,1 0 1 0 0,-5 34-1 0 0,12-54-2 0 0,1 0 0 0 0,0 0 1 0 0,0 0-1 0 0,1 0 1 0 0,0 0-1 0 0,1 0 0 0 0,0 0 1 0 0,0 0-1 0 0,0 0 0 0 0,1 0 1 0 0,0 0-1 0 0,1 0 1 0 0,0-1-1 0 0,0 1 0 0 0,1-1 1 0 0,6 10-1 0 0,-6-12 0 0 0,1 0 0 0 0,-1-1 0 0 0,1 0 0 0 0,0 0 0 0 0,0 0 0 0 0,0-1 0 0 0,1 0 0 0 0,-1 1 0 0 0,1-2-1 0 0,0 1 1 0 0,0-1 0 0 0,0 0 0 0 0,0 0 0 0 0,0-1 0 0 0,0 0 0 0 0,1 0 0 0 0,9 0 0 0 0,3 0-47 0 0,0-1-1 0 0,0-1 0 0 0,0-1 1 0 0,31-7-1 0 0,-26 3-179 0 0,-1-1 0 0 0,0-1 0 0 0,-1-1 0 0 0,0-1 0 0 0,0-1 0 0 0,-1-1 0 0 0,24-17 0 0 0,-19 9-81 0 0,-1-1 1 0 0,0-2-1 0 0,-2 0 1 0 0,35-45-1 0 0,-21 15 57 0 0,-2-2 0 0 0,-2-1 0 0 0,-3-2 0 0 0,42-115 0 0 0,-53 123 690 0 0,-2 0 1 0 0,19-102-1 0 0,-36 152-441 0 0,1-1 0 0 0,-1 1 0 0 0,0 0 0 0 0,0 0 0 0 0,0-1 0 0 0,0 1 0 0 0,0 0 0 0 0,0-1 0 0 0,1 1 0 0 0,-1 0 0 0 0,0 0 0 0 0,0-1 0 0 0,0 1 0 0 0,0 0 0 0 0,0-1 0 0 0,0 1 0 0 0,0 0 0 0 0,0-1 0 0 0,0 1 0 0 0,-1 0 0 0 0,1 0 0 0 0,0-1 0 0 0,0 1 0 0 0,0 0 0 0 0,0-1 0 0 0,0 1 0 0 0,0 0 0 0 0,-1 0 0 0 0,1-1 0 0 0,0 1 0 0 0,0 0 0 0 0,0 0 0 0 0,-1 0 0 0 0,1-1 0 0 0,0 1 0 0 0,0 0 0 0 0,-1 0 0 0 0,1 0 0 0 0,0 0 0 0 0,0-1 0 0 0,-1 1 0 0 0,1 0 0 0 0,0 0 0 0 0,0 0 0 0 0,-1 0 0 0 0,1 0 0 0 0,0 0 0 0 0,-1 0 0 0 0,1 0 0 0 0,0 0 0 0 0,-1 0 0 0 0,1 0 0 0 0,0 0 0 0 0,0 0 0 0 0,-1 0 0 0 0,1 0 0 0 0,-2 1 2 0 0,1-1 0 0 0,0 1 0 0 0,-1 0 0 0 0,1 0 0 0 0,0 0-1 0 0,0 0 1 0 0,0-1 0 0 0,0 2 0 0 0,0-1 0 0 0,-2 2-1 0 0,-25 44 498 0 0,2 1-1 0 0,-35 92 0 0 0,29-64-48 0 0,18-43-271 0 0,-155 401 1180 0 0,163-415-1278 0 0,4-14-17 0 0,0 1 0 0 0,0 0 1 0 0,1 0-1 0 0,-1 0 0 0 0,1 0 0 0 0,0 7 0 0 0,2-12-61 0 0,0-1 1 0 0,-1 0 0 0 0,1 1-1 0 0,0-1 1 0 0,-1 0 0 0 0,1 0-1 0 0,0 0 1 0 0,0 1-1 0 0,-1-1 1 0 0,1 0 0 0 0,0 0-1 0 0,0 0 1 0 0,-1 0 0 0 0,1 0-1 0 0,0 0 1 0 0,0-1 0 0 0,0 1-1 0 0,18-17 9 0 0,0 0 1 0 0,-2-2-1 0 0,25-32 0 0 0,3-4 0 0 0,-42 52-16 0 0,90-93-60 0 0,-84 88 53 0 0,0 0-1 0 0,1 1 1 0 0,0 0-1 0 0,0 0 1 0 0,1 1-1 0 0,-1 1 1 0 0,1 0-1 0 0,19-6 0 0 0,-28 10 5 0 0,0 1 0 0 0,1-1-1 0 0,-1 1 1 0 0,0 0 0 0 0,0 0-1 0 0,0 0 1 0 0,0 0 0 0 0,0 1-1 0 0,1-1 1 0 0,-1 1 0 0 0,0-1-1 0 0,0 1 1 0 0,0-1-1 0 0,0 1 1 0 0,0 0 0 0 0,0 0-1 0 0,0 0 1 0 0,-1 0 0 0 0,1 1-1 0 0,0-1 1 0 0,0 0 0 0 0,-1 1-1 0 0,1-1 1 0 0,-1 1 0 0 0,1 0-1 0 0,-1-1 1 0 0,0 1-1 0 0,0 0 1 0 0,0 0 0 0 0,0 0-1 0 0,0 0 1 0 0,0 0 0 0 0,0 0-1 0 0,0 0 1 0 0,0 3 0 0 0,1 3 2 0 0,1 1 0 0 0,-1-1 0 0 0,-1 1 0 0 0,0 0 1 0 0,0 0-1 0 0,-1 0 0 0 0,0 11 0 0 0,-23 152 38 0 0,22-168-34 0 0,0-1 0 0 0,1 1 0 0 0,0-1 1 0 0,0 1-1 0 0,0-1 0 0 0,0 1 0 0 0,1-1 0 0 0,-1 1 1 0 0,1-1-1 0 0,0 1 0 0 0,0-1 0 0 0,0 1 0 0 0,0-1 1 0 0,1 0-1 0 0,-1 0 0 0 0,1 0 0 0 0,4 6 0 0 0,-3-7 3 0 0,0 1-1 0 0,0-1 0 0 0,0 0 0 0 0,1 1 1 0 0,-1-1-1 0 0,1-1 0 0 0,0 1 0 0 0,-1-1 0 0 0,1 1 1 0 0,0-1-1 0 0,0 0 0 0 0,0 0 0 0 0,0-1 1 0 0,0 1-1 0 0,6-1 0 0 0,5 1 7 0 0,0-2 0 0 0,0 0-1 0 0,0 0 1 0 0,0-2 0 0 0,0 0 0 0 0,0 0-1 0 0,-1-2 1 0 0,1 0 0 0 0,-1 0 0 0 0,14-8-1 0 0,-5 0-6 0 0,0 0-1 0 0,-1-1 0 0 0,-1-1 0 0 0,0-1 1 0 0,18-19-1 0 0,-19 15-2 0 0,-2 0 1 0 0,30-42-1 0 0,-41 51 11 0 0,1-1-1 0 0,-2 0 0 0 0,0 0 1 0 0,0-1-1 0 0,-1 1 0 0 0,-1-1 1 0 0,5-23-1 0 0,-8 35-11 0 0,-1 1 0 0 0,0-1 1 0 0,0 0-1 0 0,1 0 0 0 0,-1 0 1 0 0,0 0-1 0 0,0 0 0 0 0,0 0 0 0 0,0 1 1 0 0,0-1-1 0 0,0 0 0 0 0,0 0 1 0 0,-1 0-1 0 0,1 0 0 0 0,0 0 1 0 0,0 0-1 0 0,-1 1 0 0 0,1-1 0 0 0,0 0 1 0 0,-1 0-1 0 0,1 0 0 0 0,-1 1 1 0 0,1-1-1 0 0,-1 0 0 0 0,0 1 0 0 0,0-2 1 0 0,-1 1-2 0 0,1 1 1 0 0,0 0-1 0 0,0 0 1 0 0,0 0-1 0 0,-1 0 1 0 0,1 0-1 0 0,0 0 1 0 0,0 0-1 0 0,-1 0 1 0 0,1 0-1 0 0,0 0 1 0 0,0 1-1 0 0,0-1 1 0 0,0 0 0 0 0,-1 1-1 0 0,-1 0 1 0 0,-5 3 2 0 0,1 0 1 0 0,-1 1-1 0 0,1 0 1 0 0,-8 7-1 0 0,-3 4 134 0 0,1 0-1 0 0,1 2 1 0 0,1 0-1 0 0,-23 35 1 0 0,30-39-47 0 0,-1 0 0 0 0,2 1 0 0 0,0 0 0 0 0,1 0 0 0 0,0 1-1 0 0,1-1 1 0 0,-4 28 0 0 0,8-39-67 0 0,1 0 0 0 0,-1 0 0 0 0,1 0 0 0 0,0 0 0 0 0,1 0-1 0 0,-1 0 1 0 0,0 0 0 0 0,1-1 0 0 0,0 1 0 0 0,0 0 0 0 0,0 0 0 0 0,1 0-1 0 0,-1-1 1 0 0,1 1 0 0 0,0-1 0 0 0,4 7 0 0 0,-2-6-3 0 0,-1 0 0 0 0,1-1 0 0 0,0 0 0 0 0,0 0 0 0 0,0 0 0 0 0,0 0 0 0 0,0-1 0 0 0,1 1 0 0 0,-1-1-1 0 0,1 0 1 0 0,8 2 0 0 0,5 0-14 0 0,-1-1 0 0 0,0-1 0 0 0,1 0 0 0 0,-1-1-1 0 0,1-1 1 0 0,26-4 0 0 0,-25 2-406 0 0,-1-2-1 0 0,0 0 1 0 0,0-1-1 0 0,0-1 1 0 0,0-1 0 0 0,21-11-1 0 0,-20 8-1992 0 0,-1-1-1 0 0,31-24 0 0 0,-20 9-3693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78 2824 0 0,'-39'5'2394'0'0,"-14"3"2146"0"0,-68 1 1 0 0,138-19-3979 0 0,4 3-503 0 0,0 1 1 0 0,1 1 0 0 0,38-5 0 0 0,-18 4-330 0 0,138-22-2931 0 0,-78 13-1191 0 0,-17 2-441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83 408 0 0,'-1'-3'1899'0'0,"1"0"-1684"0"0,-1 1-1 0 0,1-1 1 0 0,-1 1 0 0 0,1-1 0 0 0,0 0 0 0 0,0 1 0 0 0,0-1-1 0 0,1 0 1 0 0,-1 1 0 0 0,1-1 0 0 0,-1 0 0 0 0,1 1-1 0 0,0-1 1 0 0,0 1 0 0 0,0-1 0 0 0,0 1 0 0 0,0 0-1 0 0,1-1 1 0 0,-1 1 0 0 0,1 0 0 0 0,-1 0 0 0 0,1 0-1 0 0,0 0 1 0 0,0 0 0 0 0,0 0 0 0 0,0 1 0 0 0,0-1-1 0 0,0 0 1 0 0,1 1 0 0 0,-1 0 0 0 0,0 0 0 0 0,1-1-1 0 0,-1 1 1 0 0,1 1 0 0 0,-1-1 0 0 0,4 0 0 0 0,0-1-132 0 0,-1 1 1 0 0,0 1-1 0 0,0-1 0 0 0,1 1 1 0 0,-1 0-1 0 0,0 0 1 0 0,1 1-1 0 0,-1-1 1 0 0,0 1-1 0 0,0 0 1 0 0,0 1-1 0 0,0-1 1 0 0,0 1-1 0 0,0 0 1 0 0,0 0-1 0 0,0 1 0 0 0,-1 0 1 0 0,7 4-1 0 0,-6-3-8 0 0,0 1-1 0 0,0 0 0 0 0,0 0 1 0 0,0 1-1 0 0,-1 0 0 0 0,0-1 0 0 0,0 1 1 0 0,0 1-1 0 0,-1-1 0 0 0,0 1 0 0 0,0-1 1 0 0,2 11-1 0 0,-3-7 14 0 0,0 0-1 0 0,0 1 1 0 0,-1-1 0 0 0,-1 1-1 0 0,0-1 1 0 0,0 1-1 0 0,-4 17 1 0 0,-1-4 25 0 0,-1-1 0 0 0,-1 0 0 0 0,-1 0 0 0 0,-1-1 0 0 0,-1 0-1 0 0,-21 34 1 0 0,-44 54 1595 0 0,65-102-948 0 0,9-15-195 0 0,9-18-282 0 0,19-19-266 0 0,1 2 0 0 0,2 1 0 0 0,2 2 0 0 0,2 1 0 0 0,1 1 0 0 0,2 2 1 0 0,75-55-1 0 0,-108 87-25 0 0,1 0 0 0 0,0 0 0 0 0,-1 1 0 0 0,2-1 0 0 0,-1 1 0 0 0,0 0 1 0 0,0 0-1 0 0,1 1 0 0 0,-1 0 0 0 0,7-1 0 0 0,-10 2 7 0 0,0 0-1 0 0,0 0 1 0 0,0 0-1 0 0,0 0 1 0 0,0 1 0 0 0,0-1-1 0 0,0 0 1 0 0,0 1-1 0 0,0 0 1 0 0,-1 0 0 0 0,1-1-1 0 0,0 1 1 0 0,0 0-1 0 0,-1 0 1 0 0,1 1 0 0 0,0-1-1 0 0,-1 0 1 0 0,1 1-1 0 0,-1-1 1 0 0,0 0 0 0 0,1 1-1 0 0,-1 0 1 0 0,0-1-1 0 0,0 1 1 0 0,0 0 0 0 0,0-1-1 0 0,0 1 1 0 0,-1 0-1 0 0,1 0 1 0 0,0 3 0 0 0,1 1 1 0 0,-1 0 1 0 0,1 1-1 0 0,-2-1 1 0 0,1 1-1 0 0,-1-1 1 0 0,0 0-1 0 0,0 1 1 0 0,-1-1-1 0 0,0 1 1 0 0,-2 8-1 0 0,-4 9 23 0 0,-13 32-1 0 0,6-18-14 0 0,2-6-44 0 0,3-7 98 0 0,-6 28 1 0 0,13-46-152 0 0,1 0 0 0 0,0 0 0 0 0,0 0 0 0 0,1 0 0 0 0,0 0 0 0 0,0 0 0 0 0,1 0 0 0 0,-1 0 0 0 0,3 8 0 0 0,-2-13-15 0 0,0 0-1 0 0,0 0 1 0 0,0 0 0 0 0,0 0-1 0 0,0 0 1 0 0,0 0 0 0 0,1-1-1 0 0,-1 1 1 0 0,0 0 0 0 0,1-1-1 0 0,-1 1 1 0 0,1-1 0 0 0,0 1-1 0 0,0-1 1 0 0,-1 0 0 0 0,1 0-1 0 0,0 0 1 0 0,0 0 0 0 0,0 0-1 0 0,0 0 1 0 0,0-1 0 0 0,3 2-1 0 0,0-1-67 0 0,0 0 0 0 0,0-1 0 0 0,0 1-1 0 0,0-1 1 0 0,0 0 0 0 0,0 0 0 0 0,0-1 0 0 0,0 1-1 0 0,6-2 1 0 0,3-3 16 0 0,0 0-1 0 0,0-1 1 0 0,0-1-1 0 0,-1 0 1 0 0,0-1-1 0 0,0 0 1 0 0,-1-1-1 0 0,0 0 1 0 0,0-1-1 0 0,-1 0 1 0 0,14-17-1 0 0,4-8 135 0 0,-1-2 0 0 0,34-58 0 0 0,-55 82 348 0 0,0 0 0 0 0,0 0 0 0 0,8-25-1 0 0,-15 36 106 0 0,-2 2-392 0 0,0 0 0 0 0,0 1 0 0 0,1-1 0 0 0,-1 1 0 0 0,0-1-1 0 0,0 1 1 0 0,0 0 0 0 0,1-1 0 0 0,-1 1 0 0 0,0 0 0 0 0,0 0 0 0 0,1 0 0 0 0,-1 1 0 0 0,1-1-1 0 0,-1 0 1 0 0,1 1 0 0 0,0-1 0 0 0,0 0 0 0 0,-3 4 0 0 0,-23 36 496 0 0,21-31-419 0 0,-9 14 107 0 0,1 0-1 0 0,2 0 1 0 0,-12 32-1 0 0,20-45-168 0 0,1 0 0 0 0,0 0 0 0 0,0 0 0 0 0,1 0 0 0 0,1 0 0 0 0,0 0 0 0 0,0 0 0 0 0,1 1 0 0 0,1-1 0 0 0,2 18-1 0 0,-2-27-23 0 0,-1 1-1 0 0,1-1 0 0 0,0 1 0 0 0,0-1 1 0 0,0 1-1 0 0,0-1 0 0 0,0 0 0 0 0,1 1 1 0 0,-1-1-1 0 0,1 0 0 0 0,-1 0 0 0 0,1 0 0 0 0,0 0 1 0 0,0 0-1 0 0,0-1 0 0 0,0 1 0 0 0,4 2 1 0 0,-2-2 6 0 0,-1 0 1 0 0,1-1-1 0 0,0 0 1 0 0,0 0-1 0 0,0 0 1 0 0,0 0-1 0 0,0 0 1 0 0,0-1-1 0 0,0 0 1 0 0,7 0-1 0 0,-1-1 24 0 0,1 0 0 0 0,-1-1 0 0 0,0 0 0 0 0,1-1 0 0 0,-1 0 0 0 0,0 0 0 0 0,0-1 1 0 0,9-6-1 0 0,-6 2-34 0 0,-1 0 0 0 0,0-1 1 0 0,-1 0-1 0 0,0-1 0 0 0,-1 0 1 0 0,0-1-1 0 0,0 0 0 0 0,-1-1 1 0 0,-1 0-1 0 0,0 0 0 0 0,10-21 1 0 0,-11 19-21 0 0,-1 0 0 0 0,0-1 0 0 0,-1 0 1 0 0,-1 0-1 0 0,0-1 0 0 0,-1 1 0 0 0,-1-1 1 0 0,0 0-1 0 0,-1 1 0 0 0,-2-26 0 0 0,1 37-8 0 0,0 1 0 0 0,-1-1 0 0 0,0 1 0 0 0,1-1 0 0 0,-1 1 0 0 0,-1-1 0 0 0,1 1 0 0 0,0-1 0 0 0,-1 1 0 0 0,1 0 0 0 0,-1 0 0 0 0,0 0 0 0 0,0 0-1 0 0,-1 0 1 0 0,1 0 0 0 0,0 0 0 0 0,-1 1 0 0 0,0 0 0 0 0,0-1 0 0 0,1 1 0 0 0,-1 0 0 0 0,-1 0 0 0 0,1 0 0 0 0,0 1 0 0 0,-5-3 0 0 0,2 3-5 0 0,1-1 1 0 0,-1 1-1 0 0,1 1 1 0 0,-1-1 0 0 0,0 1-1 0 0,1 0 1 0 0,-1 0-1 0 0,1 0 1 0 0,-1 1-1 0 0,0 0 1 0 0,1 0-1 0 0,0 0 1 0 0,-1 1-1 0 0,1 0 1 0 0,-10 5 0 0 0,9-5-1 0 0,0 1 0 0 0,1 0 1 0 0,-1 0-1 0 0,1 0 0 0 0,0 1 1 0 0,0-1-1 0 0,0 1 1 0 0,0 1-1 0 0,1-1 0 0 0,0 1 1 0 0,0-1-1 0 0,0 1 1 0 0,-6 11-1 0 0,9-16 10 0 0,1 1-1 0 0,0 0 1 0 0,0-1 0 0 0,-1 1-1 0 0,1 0 1 0 0,0 0 0 0 0,0-1-1 0 0,0 1 1 0 0,0 0 0 0 0,0 0-1 0 0,0 0 1 0 0,0-1 0 0 0,0 1-1 0 0,0 0 1 0 0,0 0-1 0 0,0-1 1 0 0,0 1 0 0 0,1 0-1 0 0,-1 0 1 0 0,0-1 0 0 0,0 1-1 0 0,1 0 1 0 0,-1-1 0 0 0,1 1-1 0 0,0 0 1 0 0,0 0-1 0 0,0 0 0 0 0,0 0 0 0 0,1 0 0 0 0,-1 0 0 0 0,0 0 0 0 0,1-1 0 0 0,-1 1 0 0 0,1 0 0 0 0,-1-1 0 0 0,1 1 0 0 0,2 0 0 0 0,4 0 0 0 0,0 0 0 0 0,0-1 0 0 0,13 0 0 0 0,-19 0 1 0 0,127-17-32 0 0,-85 9 5 0 0,57-2 0 0 0,-87 10 11 0 0,0 0 0 0 0,-1 1 0 0 0,1 0 0 0 0,0 1 0 0 0,0 1 0 0 0,-1 0 0 0 0,1 1 0 0 0,16 7 0 0 0,-25-9 14 0 0,1 1-1 0 0,-1 0 1 0 0,0 0-1 0 0,0 0 1 0 0,-1 1 0 0 0,1 0-1 0 0,-1 0 1 0 0,1 0 0 0 0,-1 0-1 0 0,-1 1 1 0 0,1 0 0 0 0,-1-1-1 0 0,1 1 1 0 0,-1 1-1 0 0,-1-1 1 0 0,1 0 0 0 0,-1 1-1 0 0,0-1 1 0 0,0 1 0 0 0,2 9-1 0 0,-3-7 18 0 0,0 0-1 0 0,-1 0 1 0 0,1 1-1 0 0,-1-1 1 0 0,-1 0-1 0 0,0 0 1 0 0,0 0-1 0 0,0 1 0 0 0,-1-1 1 0 0,-1 0-1 0 0,1-1 1 0 0,-1 1-1 0 0,0 0 1 0 0,-5 7-1 0 0,0-5 98 0 0,2-16-84 0 0,6 2-33 0 0,0 1 0 0 0,1-1 1 0 0,-1 1-1 0 0,1 0 0 0 0,0 0 0 0 0,0-1 1 0 0,0 1-1 0 0,1 0 0 0 0,-1 0 1 0 0,3-3-1 0 0,-1-1-1 0 0,11-20-7 0 0,1-1-1 0 0,2 2 1 0 0,1 0 0 0 0,0 1-1 0 0,2 1 1 0 0,1 1-1 0 0,1 1 1 0 0,1 1-1 0 0,0 0 1 0 0,27-16 0 0 0,-47 34 6 0 0,1 0 1 0 0,-1 1-1 0 0,0 0 1 0 0,1 0 0 0 0,0 0-1 0 0,-1 0 1 0 0,1 0-1 0 0,0 1 1 0 0,0-1 0 0 0,0 1-1 0 0,0 0 1 0 0,0 0-1 0 0,0 1 1 0 0,0-1 0 0 0,0 1-1 0 0,0 0 1 0 0,1 0-1 0 0,-1 0 1 0 0,0 1 0 0 0,6 0-1 0 0,-8 1 4 0 0,0-1 0 0 0,0 0 0 0 0,0 1 0 0 0,0-1 0 0 0,0 1 0 0 0,0-1 0 0 0,0 1 0 0 0,-1 0 0 0 0,1 0 0 0 0,0 0 0 0 0,-1 0 0 0 0,0 0 0 0 0,0 0 0 0 0,1 0 0 0 0,-1 1 0 0 0,0-1 0 0 0,-1 0 0 0 0,1 1 0 0 0,0 2 0 0 0,1 4 7 0 0,0 1-1 0 0,1 19 1 0 0,-3-10 25 0 0,-1 0 1 0 0,-1 0-1 0 0,-1-1 1 0 0,-4 20 0 0 0,2-18-298 0 0,1 1 1 0 0,-1 36 0 0 0,9-38-1400 0 0,-3-18 963 0 0,0 1 0 0 0,0 0 0 0 0,0 0 0 0 0,0-1 0 0 0,0 1-1 0 0,7 6-2102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93 3016 0 0,'-2'-17'11958'0'0,"3"14"-11315"0"0,18-4-225 0 0,0 1 0 0 0,1 1 0 0 0,39-4 0 0 0,14-4-509 0 0,-47 7-532 0 0,17-4-1618 0 0,-14 1-3291 0 0,-12 1-866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4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185 189 1656 0 0,'15'-44'3300'0'0,"41"-99"5883"0"0,-55 141-8741 0 0,2 13 616 0 0,-3 1-673 0 0,0 0 1 0 0,0 0 0 0 0,-1 0-1 0 0,0 0 1 0 0,-1 0-1 0 0,-1 0 1 0 0,-3 11 0 0 0,-2 8 231 0 0,-118 399 3940 0 0,45-179-3693 0 0,73-226-807 0 0,3-11-25 0 0,0-1 0 0 0,2 1 0 0 0,-1 0 0 0 0,2 0 0 0 0,0 0 0 0 0,0 1 0 0 0,2 25 0 0 0,0-39-45 0 0,0 1-1 0 0,0-1 1 0 0,1 0-1 0 0,-1 0 1 0 0,0 1 0 0 0,1-1-1 0 0,-1 0 1 0 0,1 0-1 0 0,0 0 1 0 0,-1 0 0 0 0,1 0-1 0 0,0 0 1 0 0,0 0-1 0 0,-1 0 1 0 0,1 0 0 0 0,0 0-1 0 0,0 0 1 0 0,0 0 0 0 0,0 0-1 0 0,0-1 1 0 0,0 1-1 0 0,1 0 1 0 0,0 0 0 0 0,1 0-96 0 0,0 0 0 0 0,0-1 0 0 0,0 1 0 0 0,0-1 0 0 0,0 0 0 0 0,0 0 1 0 0,0 0-1 0 0,0 0 0 0 0,6-1 0 0 0,2-2-453 0 0,1 0 1 0 0,-1 0-1 0 0,1-1 0 0 0,11-7 1 0 0,-9 4-293 0 0,-1 0 1 0 0,0-2 0 0 0,0 1 0 0 0,-1-2-1 0 0,0 0 1 0 0,10-11 0 0 0,-12 10-1016 0 0,0 0 1 0 0,-1-1-1 0 0,11-19 1 0 0,-4 4-3138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5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163 175 36 0 0,'-163'-1'13550'0'0,"185"-13"-13022"0"0,33-6-382 0 0,2 3 1 0 0,60-9-1 0 0,-32 7-134 0 0,228-56 14 0 0,-312 74-30 0 0,1 0 1 0 0,0 1 0 0 0,0 0-1 0 0,0 0 1 0 0,0-1 0 0 0,0 1-1 0 0,0 0 1 0 0,0 0 0 0 0,0 1-1 0 0,0-1 1 0 0,-1 0 0 0 0,1 1-1 0 0,0-1 1 0 0,0 1 0 0 0,0-1-1 0 0,0 1 1 0 0,-1 0 0 0 0,1 0 0 0 0,0 0-1 0 0,-1 0 1 0 0,1 0 0 0 0,-1 0-1 0 0,1 0 1 0 0,-1 1 0 0 0,1-1-1 0 0,-1 1 1 0 0,0-1 0 0 0,0 1-1 0 0,0-1 1 0 0,0 1 0 0 0,0-1-1 0 0,0 1 1 0 0,0 0 0 0 0,0 0-1 0 0,-1 0 1 0 0,1-1 0 0 0,-1 1-1 0 0,1 3 1 0 0,1 7 16 0 0,0 1 1 0 0,-1-1-1 0 0,0 1 0 0 0,-2 21 1 0 0,0-20 13 0 0,-4 85 334 0 0,-4 0 1 0 0,-28 125-1 0 0,37-223-335 0 0,-1 7 362 0 0,-1-1 1 0 0,0 1-1 0 0,0-1 0 0 0,-1 0 0 0 0,1 0 1 0 0,-2 0-1 0 0,-4 8 0 0 0,7-14 98 0 0,-2-2-309 0 0,1 1-161 0 0,0-1 1 0 0,1 0-1 0 0,-1 0 1 0 0,0 0-1 0 0,1 0 1 0 0,-1 0-1 0 0,1 0 0 0 0,-1 0 1 0 0,1-1-1 0 0,-1 1 1 0 0,1 0-1 0 0,0-1 1 0 0,0 1-1 0 0,0-1 1 0 0,0 0-1 0 0,0 1 1 0 0,0-1-1 0 0,0 0 1 0 0,0 0-1 0 0,1 1 0 0 0,-1-1 1 0 0,1 0-1 0 0,-1 0 1 0 0,1 0-1 0 0,0 0 1 0 0,0 0-1 0 0,-1 0 1 0 0,2-3-1 0 0,-2-4-13 0 0,1 0 0 0 0,1 0 0 0 0,0 0-1 0 0,0 0 1 0 0,1 0 0 0 0,0 0 0 0 0,0 0 0 0 0,1 0-1 0 0,0 1 1 0 0,9-16 0 0 0,-5 12-24 0 0,0 1-1 0 0,1 0 0 0 0,0 1 1 0 0,1 0-1 0 0,0 0 1 0 0,19-15-1 0 0,-5 9-124 0 0,0 0 0 0 0,1 2-1 0 0,0 1 1 0 0,1 1 0 0 0,0 1-1 0 0,44-13 1 0 0,-48 18-48 0 0,0 0 0 0 0,0 2 1 0 0,1 1-1 0 0,-1 0 0 0 0,1 2 0 0 0,31 1 0 0 0,-51 0 188 0 0,0 0 0 0 0,0 1 0 0 0,0-1 0 0 0,0 0 0 0 0,0 1 0 0 0,0-1-1 0 0,0 1 1 0 0,0 0 0 0 0,0 0 0 0 0,0 0 0 0 0,0 0 0 0 0,0 0 0 0 0,-1 0 0 0 0,1 0-1 0 0,0 1 1 0 0,-1-1 0 0 0,1 1 0 0 0,-1-1 0 0 0,1 1 0 0 0,-1-1 0 0 0,0 1 0 0 0,0 0-1 0 0,0 0 1 0 0,0 0 0 0 0,0-1 0 0 0,0 1 0 0 0,0 0 0 0 0,-1 0 0 0 0,1 0 0 0 0,-1 0 0 0 0,1 0-1 0 0,-1 1 1 0 0,0 2 0 0 0,1 6 50 0 0,-2 0 0 0 0,1 0 0 0 0,-2 1 0 0 0,-4 20 0 0 0,3-18 40 0 0,-11 43 128 0 0,10-42-158 0 0,0 1 1 0 0,0 0 0 0 0,1 0-1 0 0,1 0 1 0 0,1 28 0 0 0,1-42-43 0 0,0 0 0 0 0,0 0 0 0 0,0 0 0 0 0,0-1 0 0 0,1 1 0 0 0,-1 0 0 0 0,1 0 0 0 0,-1-1 0 0 0,1 1 0 0 0,0 0 0 0 0,0-1 0 0 0,0 1 0 0 0,0-1 0 0 0,0 1 0 0 0,0-1 0 0 0,0 1 0 0 0,0-1 0 0 0,1 0 0 0 0,-1 0 0 0 0,0 1 0 0 0,1-1 0 0 0,-1 0 0 0 0,3 1 0 0 0,-1-1-20 0 0,0 0 0 0 0,0 0 1 0 0,0-1-1 0 0,0 1 0 0 0,0-1 1 0 0,0 1-1 0 0,0-1 0 0 0,0 0 1 0 0,0 0-1 0 0,1-1 0 0 0,-1 1 1 0 0,4-2-1 0 0,4 0-333 0 0,-1-2-1 0 0,1 1 1 0 0,-1-2-1 0 0,0 1 0 0 0,0-1 1 0 0,15-10-1 0 0,-9 2-1148 0 0,0 0-1 0 0,0-1 1 0 0,-1-1-1 0 0,-1-1 1 0 0,22-30-1 0 0,-16 16-3005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34 1252 0 0,'-12'-10'1756'0'0,"3"2"-436"0"0,-3 2-220 0 0,4 1 429 0 0,-9 0-557 0 0,-1 7-348 0 0,3 8-412 0 0,8-3-60 0 0,2 5-160 0 0,1-2-348 0 0,1 4-600 0 0,3-2-1425 0 0,0 0-431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6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2000 0 0,'10'44'7091'0'0,"-2"25"-3542"0"0,1 2-2082 0 0,29 132 952 0 0,-38-202-2386 0 0,0 0-1 0 0,1 0 1 0 0,-1 0 0 0 0,0 0-1 0 0,1-1 1 0 0,-1 1 0 0 0,1 0-1 0 0,-1 0 1 0 0,1-1-1 0 0,-1 1 1 0 0,1 0 0 0 0,-1-1-1 0 0,1 1 1 0 0,0 0 0 0 0,-1-1-1 0 0,1 1 1 0 0,0-1-1 0 0,-1 1 1 0 0,1-1 0 0 0,0 1-1 0 0,0-1 1 0 0,0 0 0 0 0,-1 1-1 0 0,1-1 1 0 0,0 0-1 0 0,0 0 1 0 0,0 0 0 0 0,0 1-1 0 0,0-1 1 0 0,0 0 0 0 0,-1 0-1 0 0,1 0 1 0 0,0 0-1 0 0,0-1 1 0 0,0 1 0 0 0,0 0-1 0 0,0 0 1 0 0,1-1 0 0 0,2 0-1 0 0,0 0 0 0 0,-1-1 1 0 0,1 1-1 0 0,0-1 1 0 0,-1 0-1 0 0,6-3 1 0 0,9-11 21 0 0,-1 0 0 0 0,0-1 1 0 0,-2-1-1 0 0,27-39 0 0 0,-7 10-38 0 0,15-24 19 0 0,-32 44-28 0 0,1 0-1 0 0,29-30 1 0 0,-23 30-135 0 0,-23 26-3 0 0,14 1-814 0 0,-13 0 328 0 0,-2 0 303 0 0,1 1 1 0 0,0-1 0 0 0,0 1-1 0 0,-1-1 1 0 0,1 1 0 0 0,-1 0-1 0 0,1 0 1 0 0,0 0 0 0 0,-1 0-1 0 0,0 0 1 0 0,3 2-1 0 0,11 7-5878 0 0,-5-5 2002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23 380 0 0,'-2'-10'5535'0'0,"-3"-3"-2437"0"0,-2 17-558 0 0,-6 22-944 0 0,-25 54 574 0 0,20-42-1690 0 0,1 0 0 0 0,-16 55 1 0 0,32-91-467 0 0,0 1 0 0 0,1-1 0 0 0,-1 0 0 0 0,1 1 1 0 0,-1-1-1 0 0,1 1 0 0 0,0-1 0 0 0,0 0 0 0 0,0 1 1 0 0,1-1-1 0 0,-1 1 0 0 0,0-1 0 0 0,1 0 0 0 0,0 1 1 0 0,-1-1-1 0 0,1 0 0 0 0,0 0 0 0 0,0 1 0 0 0,0-1 1 0 0,1 0-1 0 0,1 2 0 0 0,-1-1-3 0 0,1-1-1 0 0,-1 0 1 0 0,1 0 0 0 0,0 0 0 0 0,0 0 0 0 0,0 0-1 0 0,0-1 1 0 0,0 1 0 0 0,1-1 0 0 0,-1 0 0 0 0,0 0-1 0 0,1 0 1 0 0,3 0 0 0 0,6 1-205 0 0,0-1 0 0 0,0-1 0 0 0,0 0 0 0 0,-1-1 0 0 0,1 0 0 0 0,25-6 0 0 0,-27 4-267 0 0,0-1 1 0 0,0 0 0 0 0,0-1 0 0 0,0 0-1 0 0,-1 0 1 0 0,11-8 0 0 0,-13 7-665 0 0,0 0 0 0 0,-1-1 1 0 0,1 0-1 0 0,7-9 0 0 0,1-6-3490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63 688 0 0,'-4'-6'882'0'0,"0"-1"0"0"0,-1 1 1 0 0,0 1-1 0 0,0-1 0 0 0,0 1 0 0 0,-1 0 0 0 0,1 0 0 0 0,-1 1 0 0 0,-12-8 1 0 0,17 12-859 0 0,0-1 0 0 0,0 1 1 0 0,0 0-1 0 0,1 0 0 0 0,-1 0 1 0 0,0 0-1 0 0,0 0 0 0 0,0 0 1 0 0,0 0-1 0 0,1 0 0 0 0,-1 0 1 0 0,0 1-1 0 0,0-1 0 0 0,0 0 1 0 0,1 0-1 0 0,-1 1 1 0 0,0-1-1 0 0,0 0 0 0 0,1 1 1 0 0,-1-1-1 0 0,0 1 0 0 0,0-1 1 0 0,1 1-1 0 0,-1-1 0 0 0,1 1 1 0 0,-1 0-1 0 0,0 1 0 0 0,-1-1 1 0 0,1 1-1 0 0,0 0 1 0 0,0 0-1 0 0,-1-1 0 0 0,1 1 1 0 0,1 0-1 0 0,-1 0 1 0 0,-1 5-1 0 0,1-3-138 0 0,1 1-1 0 0,0 0 1 0 0,0 0 0 0 0,0 0 0 0 0,0 0-1 0 0,1-1 1 0 0,0 1 0 0 0,0 0-1 0 0,2 5 1 0 0,11 24-3513 0 0,-4-17 390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325 601 1296 0 0,'0'0'2027'0'0,"11"-19"5928"0"0,-11 19-7891 0 0,0-1 1 0 0,0 0 0 0 0,-1 1 0 0 0,1-1-1 0 0,-1 0 1 0 0,1 1 0 0 0,0-1-1 0 0,-1 1 1 0 0,1-1 0 0 0,-1 1 0 0 0,1-1-1 0 0,-1 1 1 0 0,1-1 0 0 0,-1 1-1 0 0,0-1 1 0 0,1 1 0 0 0,-1 0 0 0 0,1-1-1 0 0,-1 1 1 0 0,0 0 0 0 0,1 0 0 0 0,-1 0-1 0 0,-1-1 1 0 0,-20 2 629 0 0,-27 16-282 0 0,44-15-310 0 0,-14 7-51 0 0,0 1-1 0 0,0 0 1 0 0,1 1-1 0 0,1 1 1 0 0,0 1-1 0 0,0 1 1 0 0,1 0-1 0 0,1 1 1 0 0,1 1-1 0 0,0 0 1 0 0,1 1-1 0 0,-22 35 1 0 0,33-48-42 0 0,0 0-1 0 0,1-1 1 0 0,-1 1-1 0 0,1 0 1 0 0,-1 0-1 0 0,1 1 1 0 0,0-1-1 0 0,1 0 1 0 0,-1 0-1 0 0,1 0 1 0 0,-1 1-1 0 0,1-1 1 0 0,2 8-1 0 0,-2-9-2 0 0,1-1-1 0 0,0 0 1 0 0,0 0 0 0 0,0 1-1 0 0,0-1 1 0 0,0 0-1 0 0,1 0 1 0 0,-1 0 0 0 0,1 0-1 0 0,-1 0 1 0 0,1-1-1 0 0,0 1 1 0 0,0 0 0 0 0,0-1-1 0 0,0 1 1 0 0,0-1-1 0 0,0 0 1 0 0,0 0 0 0 0,0 1-1 0 0,0-1 1 0 0,1-1-1 0 0,-1 1 1 0 0,0 0-1 0 0,1-1 1 0 0,2 1 0 0 0,2 1-4 0 0,0-2 1 0 0,0 1 0 0 0,0-1 0 0 0,1 0-1 0 0,-1 0 1 0 0,0-1 0 0 0,0 0 0 0 0,1 0-1 0 0,-1-1 1 0 0,0 0 0 0 0,0 0 0 0 0,-1 0-1 0 0,1-1 1 0 0,0 0 0 0 0,10-7 0 0 0,-5 2-8 0 0,1-1 0 0 0,-1 0 1 0 0,-1-1-1 0 0,0 0 1 0 0,0-1-1 0 0,13-18 1 0 0,2-5-36 0 0,-1-1 0 0 0,22-43 0 0 0,-53 116 148 0 0,4-31-64 0 0,-5 19 116 0 0,-5 36 1 0 0,11-54-129 0 0,0 0 0 0 0,1-1 0 0 0,0 1 0 0 0,0-1 0 0 0,1 1 0 0 0,0-1 0 0 0,0 1 0 0 0,1-1-1 0 0,4 14 1 0 0,-4-18-16 0 0,0 0 0 0 0,0 0-1 0 0,0 0 1 0 0,0 0-1 0 0,1 0 1 0 0,-1 0 0 0 0,1-1-1 0 0,0 0 1 0 0,0 1 0 0 0,0-1-1 0 0,0 0 1 0 0,0 0-1 0 0,0 0 1 0 0,1-1 0 0 0,-1 1-1 0 0,0-1 1 0 0,1 0-1 0 0,0 0 1 0 0,-1 0 0 0 0,1 0-1 0 0,-1-1 1 0 0,1 1 0 0 0,0-1-1 0 0,7 0 1 0 0,5-1 6 0 0,0 0 1 0 0,-1-1-1 0 0,1 0 1 0 0,21-7-1 0 0,-16 3-9 0 0,0-1-1 0 0,-1-1 1 0 0,0-1 0 0 0,0 0-1 0 0,-1-2 1 0 0,27-19-1 0 0,-21 11-10 0 0,-1-1 0 0 0,-1-1 0 0 0,39-48 0 0 0,-21 14 7 0 0,-3-3-1 0 0,-1-1 1 0 0,38-88-1 0 0,-47 88 369 0 0,-2-1-1 0 0,-2-1 0 0 0,21-90 1 0 0,-45 149-351 0 0,1-1 0 0 0,-1 1 0 0 0,0 0 0 0 0,1 0 0 0 0,-1 0 0 0 0,0-1 1 0 0,-1 1-1 0 0,1 0 0 0 0,0 0 0 0 0,-1-3 0 0 0,0 4-12 0 0,1 0-1 0 0,0 0 1 0 0,-1 0 0 0 0,1 0-1 0 0,-1 1 1 0 0,1-1 0 0 0,-1 0-1 0 0,1 1 1 0 0,-1-1-1 0 0,1 0 1 0 0,-1 1 0 0 0,0-1-1 0 0,1 1 1 0 0,-1-1 0 0 0,0 1-1 0 0,0-1 1 0 0,1 1 0 0 0,-1-1-1 0 0,-1 0 1 0 0,0 1 10 0 0,-1 0 0 0 0,1 0 0 0 0,0 0 1 0 0,-1 0-1 0 0,1 0 0 0 0,0 0 0 0 0,-1 0 0 0 0,1 1 1 0 0,0-1-1 0 0,-1 1 0 0 0,1 0 0 0 0,0 0 0 0 0,0 0 1 0 0,0 0-1 0 0,0 0 0 0 0,0 0 0 0 0,0 0 0 0 0,0 1 1 0 0,-2 1-1 0 0,-13 11 206 0 0,1 0 1 0 0,1 1-1 0 0,0 1 0 0 0,1 1 1 0 0,-21 31-1 0 0,10-8 283 0 0,-32 68 1 0 0,42-74-334 0 0,2 0 1 0 0,1 0 0 0 0,1 1 0 0 0,-9 57 0 0 0,18-77-142 0 0,0 0 0 0 0,1 0 0 0 0,0 0 0 0 0,2 0 0 0 0,-1 1 0 0 0,2-1-1 0 0,0 0 1 0 0,1 0 0 0 0,0-1 0 0 0,1 1 0 0 0,1 0 0 0 0,0-1 0 0 0,13 23 0 0 0,-12-29-129 0 0,0 0 1 0 0,0 0-1 0 0,1 0 0 0 0,1 0 0 0 0,-1-1 1 0 0,1-1-1 0 0,1 1 0 0 0,-1-1 0 0 0,1 0 1 0 0,0-1-1 0 0,0 0 0 0 0,0-1 0 0 0,1 0 1 0 0,0 0-1 0 0,16 3 0 0 0,-9-3-881 0 0,-1-1 0 0 0,1 0-1 0 0,26 0 1 0 0,-25-3-1036 0 0,0-1 1 0 0,1 0-1 0 0,17-5 0 0 0,6-4-4927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2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400 162 96 0 0,'11'-25'2452'0'0,"1"0"1"0"0,2 1-1 0 0,0 1 0 0 0,33-41 659 0 0,-50 65-2878 0 0,-18 10 17 0 0,1 1 0 0 0,1 1 0 0 0,0 1 0 0 0,-22 20 0 0 0,11-8-116 0 0,23-21-98 0 0,0 0-1 0 0,1 1 0 0 0,-1 0 0 0 0,1 1 0 0 0,0-1 0 0 0,1 1 1 0 0,-9 13-1 0 0,14-19-31 0 0,0-1 1 0 0,0 1-1 0 0,0 0 1 0 0,0 0-1 0 0,0-1 1 0 0,0 1 0 0 0,0 0-1 0 0,0 0 1 0 0,1 0-1 0 0,-1-1 1 0 0,0 1-1 0 0,0 0 1 0 0,1 0-1 0 0,-1-1 1 0 0,0 1-1 0 0,1 0 1 0 0,-1-1-1 0 0,0 1 1 0 0,1 0 0 0 0,-1-1-1 0 0,1 1 1 0 0,0-1-1 0 0,-1 1 1 0 0,1 0-1 0 0,-1-1 1 0 0,1 0-1 0 0,1 2 1 0 0,21 13 40 0 0,-17-12-24 0 0,9 6-23 0 0,0 0-1 0 0,-1 1 1 0 0,0 1-1 0 0,19 19 1 0 0,-29-26 48 0 0,-1 0 0 0 0,1 0 0 0 0,-1 1 0 0 0,-1-1 0 0 0,1 1 0 0 0,0 0 1 0 0,-1-1-1 0 0,0 1 0 0 0,0 0 0 0 0,-1 0 0 0 0,1 0 0 0 0,-1 0 0 0 0,0 1 0 0 0,0-1 0 0 0,-1 0 0 0 0,0 0 0 0 0,0 1 0 0 0,0-1 0 0 0,-1 9 0 0 0,-2-5 121 0 0,1 0 0 0 0,-2 0 0 0 0,1 0 0 0 0,-1 0-1 0 0,0-1 1 0 0,-1 0 0 0 0,0 0 0 0 0,0 0-1 0 0,-1-1 1 0 0,0 1 0 0 0,0-1 0 0 0,-1-1-1 0 0,1 1 1 0 0,-1-1 0 0 0,-1 0 0 0 0,1-1-1 0 0,-14 7 1 0 0,6-3 74 0 0,-2 0 1 0 0,1-2-1 0 0,-1 0 0 0 0,0-1 0 0 0,-1 0 0 0 0,1-2 1 0 0,-1 0-1 0 0,-21 2 0 0 0,30-6-173 0 0,0 0 0 0 0,0 0 1 0 0,0-1-1 0 0,1-1 0 0 0,-1 1 0 0 0,1-1 1 0 0,-1-1-1 0 0,1 1 0 0 0,-1-1 0 0 0,1-1 1 0 0,0 0-1 0 0,1 0 0 0 0,-11-7 0 0 0,15 9-155 0 0,0 0 0 0 0,0 0 0 0 0,1 0 0 0 0,-1-1 0 0 0,1 1 0 0 0,-1 0-1 0 0,1-1 1 0 0,0 0 0 0 0,0 0 0 0 0,0 0 0 0 0,1 0 0 0 0,-1 0 0 0 0,0 0 0 0 0,1 0-1 0 0,0 0 1 0 0,0 0 0 0 0,0-1 0 0 0,0 1 0 0 0,1 0 0 0 0,-1-1 0 0 0,1 1 0 0 0,0-1-1 0 0,0 1 1 0 0,0-1 0 0 0,0 1 0 0 0,1 0 0 0 0,-1-1 0 0 0,1 1 0 0 0,0 0 0 0 0,0-1-1 0 0,0 1 1 0 0,0 0 0 0 0,1 0 0 0 0,0 0 0 0 0,-1 0 0 0 0,4-5 0 0 0,-1 3-436 0 0,-1 0 1 0 0,1 0-1 0 0,1 1 1 0 0,-1-1-1 0 0,1 1 1 0 0,-1 0-1 0 0,1 0 1 0 0,7-4-1 0 0,26-13-5765 0 0,-19 13 761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240 844 572 0 0,'8'-24'10996'0'0,"-17"28"-10374"0"0,0 3-330 0 0,0 1-1 0 0,0 1 0 0 0,1 0 1 0 0,0 0-1 0 0,1 0 0 0 0,-12 20 1 0 0,0-1 33 0 0,1-3-114 0 0,3-1 0 0 0,-14 29 1 0 0,23-41-154 0 0,0 1 1 0 0,1-1-1 0 0,1 1 0 0 0,0 0 1 0 0,1 0-1 0 0,-3 25 0 0 0,6-34-41 0 0,-1-1 0 0 0,1 1-1 0 0,0-1 1 0 0,1 1 0 0 0,-1-1-1 0 0,0 1 1 0 0,1-1 0 0 0,0 0-1 0 0,0 1 1 0 0,0-1-1 0 0,0 0 1 0 0,1 0 0 0 0,-1 1-1 0 0,1-1 1 0 0,0 0 0 0 0,0 0-1 0 0,0-1 1 0 0,0 1 0 0 0,0 0-1 0 0,1-1 1 0 0,-1 1-1 0 0,1-1 1 0 0,0 0 0 0 0,-1 0-1 0 0,1 0 1 0 0,0 0 0 0 0,0 0-1 0 0,1-1 1 0 0,-1 1-1 0 0,0-1 1 0 0,0 0 0 0 0,1 0-1 0 0,6 1 1 0 0,-3-1-3 0 0,1 0-1 0 0,-1-1 1 0 0,1 0-1 0 0,-1 0 1 0 0,1 0-1 0 0,0-1 1 0 0,-1 0-1 0 0,1-1 1 0 0,-1 0-1 0 0,0 0 1 0 0,0 0 0 0 0,0-1-1 0 0,0 0 1 0 0,13-8-1 0 0,-11 4-7 0 0,0-1 1 0 0,0 0-1 0 0,0-1 0 0 0,-1 0 0 0 0,-1 0 0 0 0,1-1 1 0 0,-2 0-1 0 0,1 0 0 0 0,-1 0 0 0 0,-1-1 1 0 0,0 0-1 0 0,0 0 0 0 0,4-20 0 0 0,-5 19 3 0 0,-1-1 0 0 0,-1 1 0 0 0,0-1 0 0 0,0 0-1 0 0,-1 0 1 0 0,-1 0 0 0 0,0 1 0 0 0,-1-1 0 0 0,-1 0 0 0 0,0 0 0 0 0,0 0-1 0 0,-7-19 1 0 0,7 28-10 0 0,1 0 1 0 0,0 1-1 0 0,-1-1 0 0 0,0 1 0 0 0,0-1 1 0 0,0 1-1 0 0,0 0 0 0 0,-1 0 0 0 0,1 0 0 0 0,-1 0 1 0 0,0 0-1 0 0,0 1 0 0 0,0-1 0 0 0,0 1 1 0 0,0 0-1 0 0,0-1 0 0 0,-1 1 0 0 0,1 1 0 0 0,-1-1 1 0 0,0 1-1 0 0,1-1 0 0 0,-1 1 0 0 0,0 0 1 0 0,0 0-1 0 0,0 1 0 0 0,1-1 0 0 0,-1 1 0 0 0,0 0 1 0 0,0 0-1 0 0,0 0 0 0 0,0 0 0 0 0,0 1 1 0 0,0 0-1 0 0,0-1 0 0 0,-5 3 0 0 0,-3 2-9 0 0,-1-1 0 0 0,2 2 0 0 0,-1-1-1 0 0,0 2 1 0 0,1-1 0 0 0,0 2 0 0 0,1-1 0 0 0,0 2-1 0 0,-14 13 1 0 0,8-6 4 0 0,2 1 0 0 0,0 0 1 0 0,-15 25-1 0 0,24-35 6 0 0,1 0-1 0 0,1 1 1 0 0,-1-1 0 0 0,1 1 0 0 0,1-1 0 0 0,-1 1 0 0 0,2 0 0 0 0,-1 0 0 0 0,1 0 0 0 0,0 0 0 0 0,0 0 0 0 0,1 12 0 0 0,1-16 4 0 0,-1 0 1 0 0,1 1 0 0 0,0-1 0 0 0,0 0 0 0 0,0 0 0 0 0,1 0 0 0 0,-1 0 0 0 0,1 0-1 0 0,0-1 1 0 0,0 1 0 0 0,0 0 0 0 0,1-1 0 0 0,-1 0 0 0 0,1 1 0 0 0,5 3 0 0 0,-3-3-2 0 0,0 0 1 0 0,0-1 0 0 0,0 1-1 0 0,0-1 1 0 0,1-1-1 0 0,0 1 1 0 0,0-1 0 0 0,-1 0-1 0 0,12 2 1 0 0,0-1-3 0 0,0-1 0 0 0,1-1 0 0 0,-1-1 1 0 0,0 0-1 0 0,1-1 0 0 0,27-6 0 0 0,-16 1-7 0 0,-1-1 0 0 0,0-2 0 0 0,-1-1 0 0 0,0-1 0 0 0,0-1 0 0 0,-1-1-1 0 0,-1-2 1 0 0,0 0 0 0 0,26-22 0 0 0,-18 8-9 0 0,-1 0 0 0 0,-1-2 0 0 0,-2-1 0 0 0,-1-2 0 0 0,36-55 0 0 0,-4-12-53 0 0,87-202 0 0 0,-142 285 11 0 0,-5 18 57 0 0,0 0-1 0 0,0 0 1 0 0,0 0 0 0 0,0 0 0 0 0,0 0-1 0 0,0 0 1 0 0,0-1 0 0 0,0 1 0 0 0,0 0-1 0 0,-1 0 1 0 0,1 0 0 0 0,0 0 0 0 0,0 0-1 0 0,0 0 1 0 0,0 0 0 0 0,0 0 0 0 0,0 0-1 0 0,0 0 1 0 0,0-1 0 0 0,-1 1 0 0 0,1 0-1 0 0,0 0 1 0 0,0 0 0 0 0,0 0 0 0 0,0 0-1 0 0,0 0 1 0 0,0 0 0 0 0,0 0-1 0 0,-1 0 1 0 0,1 0 0 0 0,0 0 0 0 0,0 0-1 0 0,0 0 1 0 0,0 0 0 0 0,0 0 0 0 0,0 0-1 0 0,-1 0 1 0 0,1 0 0 0 0,0 0 0 0 0,0 0-1 0 0,0 1 1 0 0,0-1 0 0 0,0 0 0 0 0,0 0-1 0 0,0 0 1 0 0,-1 0 0 0 0,1 0 0 0 0,0 0-1 0 0,0 0 1 0 0,0 0 0 0 0,0 1 0 0 0,-14 11 18 0 0,-12 21 84 0 0,1 2 0 0 0,2 0 0 0 0,-24 48-1 0 0,-42 123 411 0 0,76-172-440 0 0,2 1-1 0 0,-7 39 1 0 0,14-56-35 0 0,2 0-1 0 0,0 0 1 0 0,1 0 0 0 0,1 0-1 0 0,1 0 1 0 0,3 22 0 0 0,-3-33-25 0 0,1 0 0 0 0,0-1 0 0 0,0 1 0 0 0,1-1 0 0 0,0 0 0 0 0,0 0 0 0 0,0 0 0 0 0,1 0 0 0 0,0 0 1 0 0,0-1-1 0 0,1 0 0 0 0,-1 0 0 0 0,1 0 0 0 0,0 0 0 0 0,0-1 0 0 0,1 1 0 0 0,-1-2 0 0 0,1 1 0 0 0,0 0 0 0 0,0-1 1 0 0,0 0-1 0 0,1-1 0 0 0,-1 1 0 0 0,1-1 0 0 0,7 1 0 0 0,-3 0-20 0 0,0-1 1 0 0,0-1-1 0 0,0 0 1 0 0,0 0-1 0 0,0-1 1 0 0,0 0-1 0 0,0-1 1 0 0,0-1-1 0 0,0 1 1 0 0,-1-2-1 0 0,1 1 1 0 0,-1-2-1 0 0,1 1 1 0 0,-1-1-1 0 0,11-7 1 0 0,-5 1-35 0 0,1-2 1 0 0,-2 0 0 0 0,0-1-1 0 0,0 0 1 0 0,-1-2 0 0 0,-1 1-1 0 0,13-19 1 0 0,-3 0 7 0 0,-2 0 1 0 0,27-58-1 0 0,-43 83 38 0 0,-4 6 0 0 0,0 0 0 0 0,1-1 0 0 0,-1 1 0 0 0,0 0-1 0 0,0-1 1 0 0,-1 1 0 0 0,1-1 0 0 0,0 1 0 0 0,-1-1-1 0 0,1 0 1 0 0,-1 1 0 0 0,0-1 0 0 0,0-4 0 0 0,-1-3-16 0 0,1 10 11 0 0,0 0 1 0 0,-1-1 0 0 0,1 1 0 0 0,0 0-1 0 0,0 0 1 0 0,0-1 0 0 0,0 1 0 0 0,-1 0-1 0 0,1 0 1 0 0,0 0 0 0 0,0-1 0 0 0,-1 1-1 0 0,1 0 1 0 0,0 0 0 0 0,0 0 0 0 0,-1 0-1 0 0,1 0 1 0 0,0-1 0 0 0,-1 1 0 0 0,1 0-1 0 0,0 0 1 0 0,-1 0 0 0 0,1 0 0 0 0,0 0-1 0 0,0 0 1 0 0,-1 0 0 0 0,1 0 0 0 0,0 0-1 0 0,-1 0 1 0 0,1 0 0 0 0,0 0 0 0 0,-1 0-1 0 0,1 1 1 0 0,0-1 0 0 0,0 0 0 0 0,-1 0-1 0 0,1 0 1 0 0,0 0 0 0 0,-1 0 0 0 0,1 1 0 0 0,-12 5-9 0 0,-2 8 14 0 0,0 0 0 0 0,1 1 1 0 0,0 1-1 0 0,-20 33 0 0 0,25-36 4 0 0,1 0 1 0 0,1 1-1 0 0,0 0 1 0 0,1 0-1 0 0,1 0 1 0 0,0 0-1 0 0,-3 22 1 0 0,7-32 1 0 0,-1-1 0 0 0,1 1 0 0 0,0-1 0 0 0,0 1 0 0 0,1-1 0 0 0,-1 1 0 0 0,1-1 1 0 0,-1 1-1 0 0,1-1 0 0 0,0 0 0 0 0,0 1 0 0 0,1-1 0 0 0,-1 0 0 0 0,1 0 0 0 0,0 0 0 0 0,-1 0 0 0 0,1 0 0 0 0,1 0 0 0 0,1 3 0 0 0,0-3-3 0 0,0 0 0 0 0,1 0 0 0 0,-1 0 0 0 0,0 0 0 0 0,1-1 0 0 0,0 1 0 0 0,-1-1 0 0 0,1 0 0 0 0,0-1 0 0 0,0 1 0 0 0,10 1 0 0 0,-4-2-42 0 0,0 1 0 0 0,0-2 0 0 0,1 0-1 0 0,-1 0 1 0 0,0-1 0 0 0,0 0 0 0 0,0-1 0 0 0,0 0 0 0 0,0-1 0 0 0,0 0-1 0 0,17-8 1 0 0,-14 3-41 0 0,0 0-1 0 0,-1-1 0 0 0,0 0 0 0 0,-1-1 1 0 0,0-1-1 0 0,0 0 0 0 0,-1 0 0 0 0,-1-1 1 0 0,17-25-1 0 0,-13 15 42 0 0,-2-2-1 0 0,0 1 1 0 0,-2-2 0 0 0,0 1 0 0 0,6-30 0 0 0,-12 43 12 0 0,-2 1 0 0 0,1-1 1 0 0,-2 0-1 0 0,2-12 0 0 0,-3 23 21 0 0,0 0 0 0 0,0-1-1 0 0,0 1 1 0 0,0 0-1 0 0,0-1 1 0 0,0 1-1 0 0,0 0 1 0 0,0-1-1 0 0,0 1 1 0 0,0 0-1 0 0,0 0 1 0 0,0-1 0 0 0,0 1-1 0 0,-1 0 1 0 0,1-1-1 0 0,0 1 1 0 0,0 0-1 0 0,0-1 1 0 0,0 1-1 0 0,0 0 1 0 0,-1 0-1 0 0,1-1 1 0 0,0 1 0 0 0,0 0-1 0 0,-1 0 1 0 0,1 0-1 0 0,0-1 1 0 0,0 1-1 0 0,-1 0 1 0 0,1 0-1 0 0,0 0 1 0 0,0 0-1 0 0,-1-1 1 0 0,1 1-1 0 0,-1 0 1 0 0,-11 5-21 0 0,-10 13 62 0 0,8 2 44 0 0,0 0 0 0 0,1 1 0 0 0,1 1 0 0 0,2 0-1 0 0,0 0 1 0 0,1 1 0 0 0,1 0 0 0 0,-6 28 0 0 0,13-47-77 0 0,1-1 0 0 0,-1 1 0 0 0,1-1 0 0 0,0 1 0 0 0,-1 0 0 0 0,2-1 0 0 0,-1 1 0 0 0,0-1 0 0 0,1 1 0 0 0,-1-1 0 0 0,1 1 0 0 0,0-1 0 0 0,0 1 0 0 0,1-1 0 0 0,-1 0 0 0 0,1 1 0 0 0,0-1 0 0 0,-1 0 0 0 0,1 0 0 0 0,1 0 0 0 0,-1 0 0 0 0,0-1 0 0 0,4 4-1 0 0,0-2-110 0 0,-1-1-1 0 0,1 1 0 0 0,0-1 0 0 0,-1 0 1 0 0,1-1-1 0 0,1 0 0 0 0,-1 0 0 0 0,0 0 1 0 0,0-1-1 0 0,1 0 0 0 0,-1 0 0 0 0,8 0 0 0 0,0 0-354 0 0,0-1 0 0 0,0-1-1 0 0,0 0 1 0 0,0 0 0 0 0,0-2-1 0 0,0 0 1 0 0,0 0 0 0 0,-1-2-1 0 0,14-5 1 0 0,-9 2-98 0 0,0-2 0 0 0,0 0-1 0 0,-1-1 1 0 0,-1-1 0 0 0,25-22 0 0 0,-7-1-23 0 0,-1-1 0 0 0,-1-2 0 0 0,-3-1 0 0 0,35-60 0 0 0,-14 15 857 0 0,-3-3 0 0 0,36-97-1 0 0,-63 133 1020 0 0,-3-1-1 0 0,-2-1 1 0 0,-3 0-1 0 0,-2 0 0 0 0,5-73 1 0 0,-12 70 258 0 0,-3 54-1400 0 0,-2 4 0 0 0,-5 12 151 0 0,0 0 0 0 0,0 0 1 0 0,2 0-1 0 0,0 1 0 0 0,0 0 0 0 0,-2 20 0 0 0,-3 2 200 0 0,-168 674 3391 0 0,173-688-3865 0 0,-3 14-349 0 0,-6 66 0 0 0,14-94-138 0 0,0 1 1 0 0,0-1-1 0 0,0 0 0 0 0,1 1 0 0 0,1-1 0 0 0,-1 0 1 0 0,2 0-1 0 0,-1 0 0 0 0,1 0 0 0 0,0 0 0 0 0,1 0 1 0 0,7 11-1 0 0,-10-18-69 0 0,1 1 1 0 0,0-1-1 0 0,0 1 1 0 0,0-1-1 0 0,0 0 1 0 0,0 0-1 0 0,0 0 1 0 0,1 0-1 0 0,-1 0 1 0 0,1 0-1 0 0,-1-1 1 0 0,1 1-1 0 0,0-1 1 0 0,4 2-1 0 0,6 1-4680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0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64 2888 0 0,'12'-64'11068'0'0,"-32"104"-9376"0"0,-22 91-648 0 0,29-77-895 0 0,5-18-47 0 0,8-36-107 0 0,-3 20-153 0 0,0-1 0 0 0,-1 33 0 0 0,4-46-293 0 0,0-1 1 0 0,1 1-1 0 0,0 0 1 0 0,0 0-1 0 0,3 10 1 0 0,-3-13-11 0 0,0-1 0 0 0,0 0 0 0 0,0 1 0 0 0,1-1 0 0 0,-1 0 0 0 0,0 0 0 0 0,1 0 0 0 0,0 0 0 0 0,-1 0 0 0 0,1-1 0 0 0,0 1 0 0 0,0 0 0 0 0,0-1 0 0 0,3 3 0 0 0,7 0-3981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1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89 155 1880 0 0,'1'-12'2138'0'0,"1"1"598"0"0,-1 0 0 0 0,0-18 0 0 0,-2 29-2675 0 0,-1 1 0 0 0,1-1 0 0 0,0 1 0 0 0,0-1 1 0 0,0 1-1 0 0,0-1 0 0 0,0 1 0 0 0,0 0 0 0 0,1 0 0 0 0,-1 0 0 0 0,0-1 1 0 0,0 1-1 0 0,0 0 0 0 0,1 0 0 0 0,-1 0 0 0 0,-1 2 0 0 0,-10 20 673 0 0,11-21-631 0 0,-14 29 770 0 0,-19 53 0 0 0,31-73-783 0 0,0-1 0 0 0,0 1 0 0 0,1 0 0 0 0,0 0 0 0 0,1 1 0 0 0,1-1 0 0 0,-1 0 0 0 0,2 0 0 0 0,1 12 0 0 0,-1-19-61 0 0,0 0 1 0 0,0 0 0 0 0,1-1 0 0 0,-1 1 0 0 0,1 0-1 0 0,0-1 1 0 0,0 1 0 0 0,0-1 0 0 0,1 1 0 0 0,-1-1-1 0 0,1 0 1 0 0,0 0 0 0 0,0 0 0 0 0,0 0 0 0 0,0-1-1 0 0,0 1 1 0 0,1-1 0 0 0,-1 0 0 0 0,1 0 0 0 0,0 0-1 0 0,-1 0 1 0 0,1-1 0 0 0,0 1 0 0 0,0-1 0 0 0,0 0-1 0 0,0 0 1 0 0,0-1 0 0 0,0 1 0 0 0,0-1 0 0 0,0 0-1 0 0,0 0 1 0 0,0 0 0 0 0,1-1 0 0 0,-1 1 0 0 0,0-1-1 0 0,0 0 1 0 0,0 0 0 0 0,0 0 0 0 0,-1-1 0 0 0,1 1-1 0 0,0-1 1 0 0,-1 0 0 0 0,1 0 0 0 0,-1 0 0 0 0,1-1-1 0 0,-1 1 1 0 0,0-1 0 0 0,0 0 0 0 0,0 0 0 0 0,0 0-1 0 0,-1 0 1 0 0,3-4 0 0 0,0 0-38 0 0,-1-1 1 0 0,0 1-1 0 0,0-1 1 0 0,-1 0-1 0 0,0 0 0 0 0,-1 0 1 0 0,1 0-1 0 0,-1-1 1 0 0,-1 1-1 0 0,0 0 0 0 0,0-1 1 0 0,-1 1-1 0 0,0-1 0 0 0,0 1 1 0 0,-1-1-1 0 0,0 1 1 0 0,-3-14-1 0 0,-1 7-3 0 0,0 0-1 0 0,-2 0 1 0 0,1 1-1 0 0,-2 0 1 0 0,0 0-1 0 0,0 0 1 0 0,-1 1-1 0 0,-16-17 1 0 0,-34-40-5 0 0,57 68-2 0 0,2 1 16 0 0,0 0 0 0 0,0 0 0 0 0,1 1 0 0 0,-1-1 0 0 0,0 0-1 0 0,0 0 1 0 0,0 0 0 0 0,1 1 0 0 0,-1-1 0 0 0,0 0 0 0 0,1 0 0 0 0,-1 1 0 0 0,1-1 0 0 0,-1 0 0 0 0,1 1 0 0 0,-1-1 0 0 0,1 0-1 0 0,-1 1 1 0 0,1-1 0 0 0,0 1 0 0 0,-1-1 0 0 0,1 1 0 0 0,0-1 0 0 0,0 1 0 0 0,-1-1 0 0 0,1 1 0 0 0,1-1 0 0 0,1 0-5 0 0,0 0 1 0 0,1 1 0 0 0,-1-1 0 0 0,1 1 0 0 0,-1-1 0 0 0,1 1 0 0 0,3 0-1 0 0,5 1-10 0 0,-1 0 0 0 0,0 1-1 0 0,19 6 1 0 0,-13-2 7 0 0,-1 2 1 0 0,1 0-1 0 0,-1 1 1 0 0,0 1-1 0 0,-1 0 1 0 0,0 1-1 0 0,-1 1 0 0 0,0 0 1 0 0,-1 1-1 0 0,0 1 1 0 0,15 20-1 0 0,-6-2 41 0 0,-1 0-1 0 0,-1 0 0 0 0,-2 2 0 0 0,21 54 0 0 0,-36-81-3 0 0,0 0 0 0 0,-1 1 0 0 0,1 0 1 0 0,-1 0-1 0 0,-1 0 0 0 0,0 0 0 0 0,0 0 0 0 0,0 0 0 0 0,-1 0 0 0 0,0 0 0 0 0,-1 0 0 0 0,0 0 0 0 0,-1 8 0 0 0,1-14-20 0 0,1-1 1 0 0,0 0-1 0 0,-1 0 0 0 0,1 0 1 0 0,-1 0-1 0 0,1 0 1 0 0,-1 0-1 0 0,0 0 0 0 0,1 0 1 0 0,-1 0-1 0 0,0 0 0 0 0,0-1 1 0 0,1 1-1 0 0,-1 0 0 0 0,0 0 1 0 0,0-1-1 0 0,0 1 1 0 0,0 0-1 0 0,0-1 0 0 0,0 1 1 0 0,0-1-1 0 0,0 1 0 0 0,0-1 1 0 0,-1 0-1 0 0,1 1 0 0 0,0-1 1 0 0,0 0-1 0 0,0 0 1 0 0,0 0-1 0 0,0 0 0 0 0,-1 0 1 0 0,1 0-1 0 0,0 0 0 0 0,0 0 1 0 0,0 0-1 0 0,0-1 1 0 0,0 1-1 0 0,-1 0 0 0 0,1-1 1 0 0,0 1-1 0 0,0-1 0 0 0,-1 0 1 0 0,1-2 0 0 0,-1 0 1 0 0,1-1-1 0 0,0 1 0 0 0,0 0 1 0 0,0-1-1 0 0,0 1 1 0 0,0 0-1 0 0,1-1 1 0 0,0 1-1 0 0,-1-1 1 0 0,2-5-1 0 0,0-7-34 0 0,0 0 0 0 0,1 0-1 0 0,1 0 1 0 0,1 0 0 0 0,0 0 0 0 0,1 1-1 0 0,1 0 1 0 0,0 0 0 0 0,1 0 0 0 0,1 1-1 0 0,16-24 1 0 0,-9 18-10 0 0,1 0 0 0 0,1 0 0 0 0,1 2 0 0 0,0 0 0 0 0,1 2 0 0 0,38-27 0 0 0,-42 35-7 0 0,0 0 0 0 0,28-11 1 0 0,-41 19 41 0 0,-1-1 0 0 0,0 1 0 0 0,1-1 0 0 0,-1 1 0 0 0,1-1 0 0 0,-1 1 0 0 0,0 0 0 0 0,1-1 0 0 0,-1 1 0 0 0,1 0 0 0 0,-1 0 0 0 0,1 0 0 0 0,-1 0 0 0 0,1 0 0 0 0,-1 1 0 0 0,1-1 0 0 0,-1 0 0 0 0,0 1 0 0 0,1-1 0 0 0,-1 1 0 0 0,1-1 0 0 0,-1 1 0 0 0,0 0 0 0 0,0-1 0 0 0,1 1 0 0 0,-1 0 0 0 0,0 0 0 0 0,0 0 0 0 0,0 0 0 0 0,0 0 1 0 0,0 0-1 0 0,0 0 0 0 0,0 1 0 0 0,0-1 0 0 0,-1 0 0 0 0,1 0 0 0 0,0 1 0 0 0,-1-1 0 0 0,1 0 0 0 0,-1 1 0 0 0,1-1 0 0 0,-1 1 0 0 0,0-1 0 0 0,1 0 0 0 0,-1 3 0 0 0,1 4 86 0 0,0 0 0 0 0,-1 0 0 0 0,0 0-1 0 0,0 0 1 0 0,-1 0 0 0 0,-2 13 0 0 0,-11 28 739 0 0,-28 67-1 0 0,6-20-36 0 0,35-95-762 0 0,1 1 0 0 0,-1-1 0 0 0,1 1 0 0 0,-1-1 0 0 0,1 1 1 0 0,0-1-1 0 0,0 1 0 0 0,0-1 0 0 0,0 1 0 0 0,0-1 0 0 0,0 1 1 0 0,0 0-1 0 0,0-1 0 0 0,0 1 0 0 0,1-1 0 0 0,-1 1 0 0 0,1 1 1 0 0,0-2-10 0 0,0 0 0 0 0,-1-1 1 0 0,1 1-1 0 0,0 0 0 0 0,-1 0 1 0 0,1-1-1 0 0,0 1 0 0 0,0-1 1 0 0,0 1-1 0 0,0-1 0 0 0,-1 1 1 0 0,1-1-1 0 0,0 1 1 0 0,0-1-1 0 0,0 0 0 0 0,0 1 1 0 0,0-1-1 0 0,0 0 0 0 0,0 0 1 0 0,1 0-1 0 0,3 0-6 0 0,-1 0 1 0 0,0 0-1 0 0,0-1 0 0 0,1 0 1 0 0,-1 0-1 0 0,0 0 1 0 0,0 0-1 0 0,0-1 0 0 0,0 1 1 0 0,0-1-1 0 0,4-3 0 0 0,5-4-578 0 0,-1 0-1 0 0,0-2 0 0 0,0 1 1 0 0,-1-1-1 0 0,0-1 0 0 0,14-21 0 0 0,-10 12-2038 0 0,-2-1 1 0 0,0-1-1 0 0,13-32 0 0 0,-13 22-2498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1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28 2340 0 0,'-122'-14'8116'0'0,"-17"0"-2595"0"0,135 14-5703 0 0,-28 21-9435 0 0,21-16 5843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3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 1236 0 0,'-59'18'4236'0'0,"-43"16"2949"0"0,101-34-7135 0 0,1 0 1 0 0,0 0-1 0 0,0 0 0 0 0,-1 0 0 0 0,1 0 1 0 0,0 0-1 0 0,0 0 0 0 0,0 0 1 0 0,-1 0-1 0 0,1 0 0 0 0,0 1 0 0 0,0-1 1 0 0,0 0-1 0 0,-1 0 0 0 0,1 0 0 0 0,0 0 1 0 0,0 0-1 0 0,0 0 0 0 0,-1 1 1 0 0,1-1-1 0 0,0 0 0 0 0,0 0 0 0 0,0 0 1 0 0,0 0-1 0 0,-1 1 0 0 0,1-1 0 0 0,0 0 1 0 0,0 0-1 0 0,0 0 0 0 0,0 1 0 0 0,0-1 1 0 0,0 0-1 0 0,0 0 0 0 0,0 0 1 0 0,0 1-1 0 0,0-1 0 0 0,0 0 0 0 0,0 0 1 0 0,0 1-1 0 0,0-1 0 0 0,10 4 531 0 0,21-3-271 0 0,18-1-133 0 0,278-2 314 0 0,-108-7-5510 0 0,-154 2 1298 0 0,-3-2-1412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3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52 176 1148 0 0,'0'0'3468'0'0,"-15"-4"986"0"0,-22-16 3260 0 0,63 15-7594 0 0,505-42 421 0 0,4 31-449 0 0,-298 10-63 0 0,2246-63-158 0 0,-738 61-173 0 0,-1305 16 181 0 0,-432-7 123 0 0,39 0-21 0 0,-44-1 14 0 0,16 0-427 0 0,-7 0-239 0 0,-46-2-9125 0 0,16 1 6107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4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7 600 0 0,'-16'0'4925'0'0,"13"0"-4535"0"0,-7 0 196 0 0,20-1-1090 0 0,13-1-1455 0 0,-5-2 325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43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1 848 0 0,'0'0'6465'0'0,"-31"3"6548"0"0,27 6-12620 0 0,4-9-391 0 0,1 0 0 0 0,-1 1 0 0 0,0-1 0 0 0,0 1 0 0 0,0-1 0 0 0,0 1 0 0 0,0-1-1 0 0,0 0 1 0 0,0 1 0 0 0,1-1 0 0 0,-1 1 0 0 0,0-1 0 0 0,0 0 0 0 0,1 1 0 0 0,-1-1 0 0 0,0 0 0 0 0,0 1-1 0 0,1-1 1 0 0,-1 0 0 0 0,0 1 0 0 0,1-1 0 0 0,-1 0 0 0 0,1 0 0 0 0,-1 0 0 0 0,0 1 0 0 0,1-1 0 0 0,-1 0-1 0 0,1 0 1 0 0,-1 0 0 0 0,0 0 0 0 0,1 0 0 0 0,-1 1 0 0 0,2-1 0 0 0,-1 0 172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4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1436 0 0,'-17'22'9374'0'0,"14"-17"-9747"0"0,4-17-4177 0 0,2-3 1067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370 316 848 0 0,'-9'-38'2773'0'0,"2"0"0"0"0,-3-43 1 0 0,-3-21 1129 0 0,13 98-3753 0 0,-1 0 0 0 0,0 1 0 0 0,0-1 1 0 0,0 0-1 0 0,0 0 0 0 0,-1 1 0 0 0,1-1 1 0 0,-1 1-1 0 0,0-1 0 0 0,0 1 0 0 0,0 0 1 0 0,-1-1-1 0 0,-3-3 0 0 0,5 7-127 0 0,0-1 0 0 0,-1 1 0 0 0,1-1 0 0 0,0 1 1 0 0,0 0-1 0 0,0-1 0 0 0,0 1 0 0 0,-1 0 0 0 0,1 0 0 0 0,0 0 0 0 0,0 0 0 0 0,0 0 0 0 0,-1 0 1 0 0,1 1-1 0 0,0-1 0 0 0,0 0 0 0 0,0 0 0 0 0,0 1 0 0 0,-1-1 0 0 0,0 2 0 0 0,-23 11 150 0 0,9-1-108 0 0,0 1 0 0 0,1 0 0 0 0,0 2 0 0 0,1-1 0 0 0,-20 30 0 0 0,-52 89 98 0 0,74-113-131 0 0,1 1 0 0 0,-10 29 1 0 0,18-41-22 0 0,0 0 1 0 0,0 0-1 0 0,1 0 1 0 0,1 1-1 0 0,-1-1 1 0 0,1 1-1 0 0,1-1 1 0 0,1 15 0 0 0,-1-22-11 0 0,0 0 1 0 0,0 0 0 0 0,1 0-1 0 0,-1 0 1 0 0,1 0 0 0 0,-1 0-1 0 0,1-1 1 0 0,0 1-1 0 0,0 0 1 0 0,0 0 0 0 0,0-1-1 0 0,0 1 1 0 0,0-1 0 0 0,0 1-1 0 0,0-1 1 0 0,1 1 0 0 0,-1-1-1 0 0,1 0 1 0 0,-1 1 0 0 0,1-1-1 0 0,1 1 1 0 0,0-1 3 0 0,0 0 0 0 0,0 0 0 0 0,0 0-1 0 0,0 0 1 0 0,0-1 0 0 0,0 1 0 0 0,0-1 0 0 0,0 0-1 0 0,0 0 1 0 0,0 0 0 0 0,0 0 0 0 0,4-1 0 0 0,3-1 5 0 0,-1-1 1 0 0,1 0-1 0 0,-1 0 1 0 0,0-1 0 0 0,0 0-1 0 0,0 0 1 0 0,12-8 0 0 0,-8 2-12 0 0,0-1 1 0 0,-1 0-1 0 0,0-1 1 0 0,-1 0-1 0 0,0-1 1 0 0,-1 0 0 0 0,0 0-1 0 0,-1-1 1 0 0,8-17-1 0 0,4-15 0 0 0,26-81 0 0 0,-41 111-7 0 0,-6 15 147 0 0,0 4 63 0 0,-7 25 749 0 0,2-11-740 0 0,0 5 136 0 0,-7 25 225 0 0,-6 47-1 0 0,17-80-538 0 0,-1-1 0 0 0,2 1-1 0 0,0-1 1 0 0,1 1 0 0 0,0 0-1 0 0,1-1 1 0 0,0 1 0 0 0,6 17 0 0 0,-6-26-138 0 0,0 0 0 0 0,1 0 0 0 0,0-1 0 0 0,0 1 0 0 0,0-1 0 0 0,0 1 0 0 0,0-1 0 0 0,1 0 0 0 0,0 0 0 0 0,0 0 0 0 0,0-1 0 0 0,0 0 0 0 0,1 0 0 0 0,-1 0 0 0 0,1 0 0 0 0,0 0 0 0 0,0-1 0 0 0,0 0 0 0 0,0 0 0 0 0,0 0 0 0 0,10 1 0 0 0,2 0-1571 0 0,-1-1 0 0 0,1 0 1 0 0,0-1-1 0 0,-1-1 0 0 0,33-4 0 0 0,-14-1-3598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5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81 616 0 0,'0'-7'1662'0'0,"1"-34"12888"0"0,1 25-11833 0 0,-1 15-2522 0 0,14-5 214 0 0,16 3-648 0 0,76-3 744 0 0,-53 8-3614 0 0,-2 8-5278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5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 2640 0 0,'-91'47'12172'0'0,"93"-46"-11870"0"0,2 0-239 0 0,-1 0 1 0 0,0 0-1 0 0,1 0 0 0 0,-1-1 1 0 0,1 1-1 0 0,-1-1 0 0 0,1 0 1 0 0,-1 0-1 0 0,7 0 0 0 0,39-8 48 0 0,-24 4-119 0 0,66-8-1115 0 0,68-11-6086 0 0,-105 14 2095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68 2196 0 0,'-61'-66'11162'0'0,"59"65"-10577"0"0,0 1-468 0 0,1 0-1 0 0,0 0 0 0 0,-1 1 1 0 0,1-1-1 0 0,-1 1 0 0 0,1-1 0 0 0,0 1 1 0 0,0 0-1 0 0,-1-1 0 0 0,1 1 1 0 0,0 0-1 0 0,0 0 0 0 0,0 0 1 0 0,0 0-1 0 0,0 0 0 0 0,0 0 1 0 0,0 0-1 0 0,0 0 0 0 0,0 1 0 0 0,0-1 1 0 0,1 0-1 0 0,-1 0 0 0 0,0 1 1 0 0,1-1-1 0 0,-1 2 0 0 0,-11 43 952 0 0,9-34-756 0 0,-36 186 1446 0 0,2-7-1234 0 0,-70 183 46 0 0,103-363-525 0 0,3-7-22 0 0,0 0 1 0 0,0 0-1 0 0,-1 0 0 0 0,1-1 0 0 0,-1 1 1 0 0,0 0-1 0 0,0-1 0 0 0,-4 6 0 0 0,5-8 13 0 0,0-1-33 0 0,1 0 0 0 0,-1 0 0 0 0,1-1 0 0 0,0 1 0 0 0,-1 0 0 0 0,1-1 0 0 0,-1 1 0 0 0,1 0 0 0 0,0-1-1 0 0,-1 1 1 0 0,1-1 0 0 0,0 1 0 0 0,0-1 0 0 0,-1 1 0 0 0,1-1 0 0 0,0 1 0 0 0,0-1 0 0 0,0 1 0 0 0,-1-1 0 0 0,1 1 0 0 0,0-1 0 0 0,0 0 0 0 0,3-16-3 0 0,0 0 1 0 0,1 0-1 0 0,1 0 0 0 0,1 1 0 0 0,0 0 0 0 0,1 0 0 0 0,0 0 1 0 0,2 1-1 0 0,18-26 0 0 0,-14 22-15 0 0,2 1 0 0 0,0 1 0 0 0,2 0 0 0 0,-1 1-1 0 0,2 1 1 0 0,38-26 0 0 0,-47 35 6 0 0,0 1 0 0 0,1 1 0 0 0,0-1-1 0 0,0 1 1 0 0,0 1 0 0 0,0 0 0 0 0,0 0-1 0 0,1 1 1 0 0,-1 0 0 0 0,19 0 0 0 0,-24 2 8 0 0,-1 1 0 0 0,1-1 0 0 0,-1 1-1 0 0,0-1 1 0 0,1 1 0 0 0,-1 0 0 0 0,0 1 0 0 0,0-1 0 0 0,0 1 0 0 0,0 0 0 0 0,0 0 0 0 0,0 0 0 0 0,0 1 0 0 0,0-1 0 0 0,-1 1 0 0 0,0 0 0 0 0,1 0 0 0 0,-1 0 0 0 0,0 0 0 0 0,0 0 0 0 0,-1 1 0 0 0,1 0 0 0 0,-1-1 0 0 0,0 1-1 0 0,0 0 1 0 0,0 0 0 0 0,0 0 0 0 0,1 6 0 0 0,-1-3 7 0 0,-1 0 0 0 0,0 1 0 0 0,0-1 0 0 0,0 1 0 0 0,-1-1 0 0 0,0 1-1 0 0,-1-1 1 0 0,0 0 0 0 0,0 1 0 0 0,0-1 0 0 0,-1 1 0 0 0,0-1 0 0 0,-1 0 0 0 0,1 0-1 0 0,-1 0 1 0 0,-1-1 0 0 0,1 1 0 0 0,-1-1 0 0 0,-6 8 0 0 0,-2 3 20 0 0,-2 0 1 0 0,0-1-1 0 0,-1-1 0 0 0,0 0 1 0 0,-26 19-1 0 0,29-26 8 0 0,0-1 0 0 0,0 0-1 0 0,0 0 1 0 0,-1-2-1 0 0,0 1 1 0 0,0-1 0 0 0,-15 3-1 0 0,22-7-83 0 0,0 1 0 0 0,-1-1-1 0 0,1 0 1 0 0,0 0 0 0 0,-1-1-1 0 0,1 0 1 0 0,-1 0 0 0 0,1-1 0 0 0,0 1-1 0 0,-1-1 1 0 0,1-1 0 0 0,0 1-1 0 0,0-1 1 0 0,0 0 0 0 0,0-1-1 0 0,0 1 1 0 0,-8-6 0 0 0,12 7-177 0 0,1 0 0 0 0,-1-1 1 0 0,1 1-1 0 0,-1-1 0 0 0,1 1 0 0 0,-1-1 1 0 0,1 1-1 0 0,0-1 0 0 0,0 0 1 0 0,0 0-1 0 0,0 0 0 0 0,0 0 1 0 0,0 0-1 0 0,0 0 0 0 0,1 0 1 0 0,-1-2-1 0 0,1 2-363 0 0,-1 0 1 0 0,1 0-1 0 0,0 1 0 0 0,0-1 1 0 0,1 0-1 0 0,-1 0 0 0 0,0 0 1 0 0,1 1-1 0 0,-1-1 0 0 0,1 0 1 0 0,-1 0-1 0 0,2-1 1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6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24 2584 0 0,'-33'9'16820'0'0,"67"-17"-16522"0"0,0 0 0 0 0,49-4 0 0 0,22 7-3033 0 0,-81 6 637 0 0,-10 0-4021 0 0,3 1-823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 1576 0 0,'-95'55'15598'0'0,"98"-55"-15286"0"0,16 0-211 0 0,-1 0 1 0 0,0-2 0 0 0,0-1 0 0 0,0 0 0 0 0,18-6 0 0 0,21-3-944 0 0,41-6-2148 0 0,-32 5-2384 0 0,-18 3-1113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17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835 157 2308 0 0,'-8'-23'4658'0'0,"-9"-27"1553"0"0,14 43-5744 0 0,0-1 0 0 0,-1 0 0 0 0,0 1 0 0 0,0 0 0 0 0,-1 0 0 0 0,0 0 0 0 0,-8-8 1 0 0,10 13-427 0 0,0 0-1 0 0,1 0 1 0 0,-1 0 0 0 0,0 0 0 0 0,-1 1 0 0 0,1 0 0 0 0,0-1 0 0 0,0 1 0 0 0,-1 0 0 0 0,1 1 0 0 0,0-1 0 0 0,-1 1 0 0 0,1-1 0 0 0,0 1 0 0 0,-1 0 0 0 0,1 0 0 0 0,-1 0 0 0 0,-5 2 0 0 0,-2 0-12 0 0,-1 0 1 0 0,1 1-1 0 0,0 1 1 0 0,-13 5-1 0 0,-25 13 1 0 0,2 3 0 0 0,1 2 0 0 0,-42 32-1 0 0,18-6 28 0 0,-65 66-1 0 0,105-92-14 0 0,2 1 1 0 0,0 2-1 0 0,3 1 0 0 0,0 1 1 0 0,-26 46-1 0 0,49-76-10 0 0,1 1-1 0 0,0-1 1 0 0,0 0-1 0 0,-1 1 1 0 0,2-1-1 0 0,-1 1 1 0 0,0-1-1 0 0,0 1 1 0 0,1 0-1 0 0,0-1 1 0 0,-1 1 0 0 0,1-1-1 0 0,0 1 1 0 0,0 0-1 0 0,0-1 1 0 0,1 1-1 0 0,-1 0 1 0 0,1-1-1 0 0,1 6 1 0 0,-1-6-5 0 0,1 1 1 0 0,0-1-1 0 0,0 0 0 0 0,0 0 1 0 0,0 0-1 0 0,0 0 0 0 0,0 0 0 0 0,0 0 1 0 0,0 0-1 0 0,1 0 0 0 0,-1-1 1 0 0,1 0-1 0 0,0 1 0 0 0,-1-1 1 0 0,4 1-1 0 0,10 3 45 0 0,1-1 1 0 0,-1-1 0 0 0,1-1-1 0 0,30 1 1 0 0,-44-3-72 0 0,169 1 1247 0 0,-169-1-1070 0 0,0 0-116 0 0,26 0-27 0 0,-27 0-266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7:46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40 458 740 0 0,'-22'9'11922'0'0,"7"3"-9953"0"0,12-4-1043 0 0,18-7-1117 0 0,1854-167 429 0 0,633-49-94 0 0,-1436 126-47 0 0,-816 74 55 0 0,-211 13-194 0 0,-36 2-82 0 0,1 0-272 0 0,9 1-2896 0 0,-8 2 2158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7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69 784 0 0,'0'-3'1335'0'0,"0"-41"3977"0"0,0 43-4952 0 0,0-1-214 0 0,0 0 0 0 0,0 1 1 0 0,1-1-1 0 0,-1 0 1 0 0,0 0-1 0 0,1 1 0 0 0,-1-1 1 0 0,1 0-1 0 0,-1 1 0 0 0,2-3 1 0 0,1 9-59 0 0,0 0 1 0 0,-1 0-1 0 0,0 0 0 0 0,0 0 1 0 0,0 0-1 0 0,0 1 0 0 0,-1-1 1 0 0,1 7-1 0 0,4 49 354 0 0,-5-44-327 0 0,0 115 575 0 0,-23 204 1 0 0,12-238-605 0 0,-82 744 457 0 0,-25 326-418 0 0,100-526-332 0 0,62-1 82 0 0,-44-632 74 0 0,19 122-93 0 0,-15-107-642 0 0,1 0 0 0 0,1 0 0 0 0,13 28 1 0 0,-9-33-2124 0 0,-1-9-996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323 159 1380 0 0,'6'-14'3648'0'0,"-4"5"-2500"0"0,0 0 0 0 0,0-1 1 0 0,-1 1-1 0 0,0-18 0 0 0,-1 24-1064 0 0,0-1-1 0 0,0 1 1 0 0,-1 0 0 0 0,0 0-1 0 0,1 0 1 0 0,-1 0 0 0 0,0 0-1 0 0,0 0 1 0 0,-1 0-1 0 0,1 1 1 0 0,-1-1 0 0 0,1 0-1 0 0,-1 1 1 0 0,0-1-1 0 0,0 1 1 0 0,0-1 0 0 0,0 1-1 0 0,-1 0 1 0 0,1 0 0 0 0,-3-2-1 0 0,1 1-60 0 0,0 1 1 0 0,0-1-1 0 0,-1 1 1 0 0,1 0-1 0 0,0 0 0 0 0,-1 0 1 0 0,1 1-1 0 0,-1 0 0 0 0,0 0 1 0 0,1 0-1 0 0,-1 0 0 0 0,0 1 1 0 0,1-1-1 0 0,-1 1 0 0 0,0 1 1 0 0,-8 0-1 0 0,6 1-32 0 0,1 0 1 0 0,0 0-1 0 0,-1 1 0 0 0,1 0 0 0 0,0 0 0 0 0,0 1 1 0 0,0 0-1 0 0,1 0 0 0 0,0 0 0 0 0,-1 0 0 0 0,-5 8 1 0 0,-5 5 7 0 0,1 1 0 0 0,1 1 1 0 0,1 0-1 0 0,0 1 0 0 0,2 0 1 0 0,0 1-1 0 0,1 0 1 0 0,2 1-1 0 0,0 0 0 0 0,1 0 1 0 0,1 1-1 0 0,-4 29 1 0 0,9-46 5 0 0,1 1 1 0 0,-1 0 0 0 0,1 0-1 0 0,0-1 1 0 0,1 1 0 0 0,0 0-1 0 0,3 10 1 0 0,-4-14-3 0 0,1 0 0 0 0,0-1 0 0 0,0 1 0 0 0,1-1 1 0 0,-1 0-1 0 0,0 1 0 0 0,1-1 0 0 0,-1 0 0 0 0,1 0 0 0 0,0 0 0 0 0,0 0 0 0 0,0 0 0 0 0,0 0 0 0 0,0 0 0 0 0,0-1 0 0 0,0 1 0 0 0,1-1 1 0 0,-1 1-1 0 0,1-1 0 0 0,-1 0 0 0 0,4 1 0 0 0,-2-1 1 0 0,1 1 1 0 0,0-1-1 0 0,-1-1 0 0 0,1 1 1 0 0,0-1-1 0 0,0 0 1 0 0,-1 0-1 0 0,1 0 1 0 0,0-1-1 0 0,0 1 0 0 0,-1-1 1 0 0,1-1-1 0 0,5-1 1 0 0,-3 0-1 0 0,0 0 1 0 0,0-1 0 0 0,-1 1-1 0 0,0-2 1 0 0,1 1-1 0 0,-1-1 1 0 0,9-9 0 0 0,-4 2-9 0 0,0-1 1 0 0,-1-1-1 0 0,0 0 1 0 0,-1 0-1 0 0,0-1 0 0 0,10-27 1 0 0,-10 19 57 0 0,6-34 0 0 0,0 2-103 0 0,-14 53 40 0 0,-13 37 258 0 0,8-13-54 0 0,0 1 0 0 0,2 0 0 0 0,1 0 0 0 0,0-1 0 0 0,2 1 0 0 0,5 36 0 0 0,-4-49-188 0 0,0-1 0 0 0,1 1 1 0 0,0-1-1 0 0,0 1 0 0 0,1-1 1 0 0,1 0-1 0 0,8 13 0 0 0,-9-16-40 0 0,1 0-1 0 0,0-1 0 0 0,-1 0 1 0 0,2 0-1 0 0,-1 0 0 0 0,0-1 0 0 0,1 0 1 0 0,0 0-1 0 0,0 0 0 0 0,0-1 1 0 0,13 5-1 0 0,-12-5-475 0 0,0-1 0 0 0,0 0 0 0 0,1-1 0 0 0,-1 0 1 0 0,13 0-1 0 0,18-4-4383 0 0,-16-3 927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35 1536 0 0,'-10'-8'8754'0'0,"6"6"-8617"0"0,3 2 135 0 0,0-1 1 0 0,1 1 0 0 0,-1-1 0 0 0,0 1 0 0 0,0-1 0 0 0,-1 1 0 0 0,1-1 0 0 0,0 1 0 0 0,0 0 0 0 0,0 0-1 0 0,0 0 1 0 0,0-1 0 0 0,0 1 0 0 0,0 0 0 0 0,0 0 0 0 0,0 1 0 0 0,0-1 0 0 0,-1 0 0 0 0,1 0 0 0 0,-1 1-1 0 0,-3 2-300 0 0,12-2-4 0 0,-4-1 44 0 0,0 1 5 0 0,1-1-7 0 0,28-2 128 0 0,49-9 0 0 0,-16 2-2106 0 0,1 5-5947 0 0,-46 4 3790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57 520 0 0,'-69'37'9597'0'0,"68"-36"-9243"0"0,0-1-328 0 0,1 0 0 0 0,0 0 0 0 0,0 0 0 0 0,0 0 0 0 0,-1 0 0 0 0,1 0 0 0 0,0 0 0 0 0,0 1 0 0 0,0-1 0 0 0,0 0 0 0 0,0 0 0 0 0,-1 0 0 0 0,1 0 0 0 0,0 0 0 0 0,0 0 0 0 0,0 0 0 0 0,0 1 0 0 0,0-1 0 0 0,0 0 0 0 0,-1 0 0 0 0,1 0 0 0 0,0 0 0 0 0,0 1 0 0 0,0-1 0 0 0,0 0 0 0 0,0 0 0 0 0,0 0 0 0 0,0 0 0 0 0,0 1 0 0 0,0-1 1 0 0,0 0-1 0 0,0 0 0 0 0,0 0 0 0 0,0 1 0 0 0,0-1 0 0 0,0 0 0 0 0,0 0 0 0 0,0 0 0 0 0,0 0 0 0 0,0 1 0 0 0,0-1 0 0 0,0 0 0 0 0,0 0 0 0 0,30-6-197 0 0,0-1 1 0 0,53-22-1 0 0,9-11-4936 0 0,-55 22 1514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2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60 860 0 0,'2'-35'7541'0'0,"-2"20"-5278"0"0,0 13-1663 0 0,-1 0-101 0 0,1-4 444 0 0,-4 11-198 0 0,-2 11-268 0 0,2-1 0 0 0,-1 1 0 0 0,-2 28 0 0 0,-1-3-135 0 0,-74 254 580 0 0,33-131-759 0 0,38-128-118 0 0,5-17 189 0 0,-7 34 1 0 0,13-51-117 0 0,1-3-113 0 0,0-1 1 0 0,0 1 0 0 0,0 0 0 0 0,0-1 0 0 0,-1 1 0 0 0,1-1 0 0 0,0 1 0 0 0,0-1-1 0 0,-1 1 1 0 0,1-1 0 0 0,-1-1 0 0 0,2-1 1 0 0,76-167 45 0 0,-66 148-70 0 0,1 2-1 0 0,1 0 1 0 0,1 0 0 0 0,1 2-1 0 0,26-27 1 0 0,-40 44 14 0 0,0 0 0 0 0,0 1-1 0 0,0-1 1 0 0,0 0 0 0 0,1 1 0 0 0,-1-1 0 0 0,1 1-1 0 0,-1-1 1 0 0,1 1 0 0 0,-1 0 0 0 0,1 0 0 0 0,0 1 0 0 0,0-1-1 0 0,-1 0 1 0 0,1 1 0 0 0,0 0 0 0 0,0-1 0 0 0,0 1-1 0 0,0 0 1 0 0,-1 1 0 0 0,1-1 0 0 0,0 0 0 0 0,0 1-1 0 0,0 0 1 0 0,-1-1 0 0 0,1 1 0 0 0,0 0 0 0 0,-1 1 0 0 0,1-1-1 0 0,-1 0 1 0 0,1 1 0 0 0,-1-1 0 0 0,0 1 0 0 0,1 0-1 0 0,2 3 1 0 0,0 0 2 0 0,1 1 0 0 0,-2 0 0 0 0,1-1 0 0 0,-1 2 0 0 0,0-1 0 0 0,0 0 0 0 0,0 1 0 0 0,-1 0 0 0 0,0 0 0 0 0,-1 0 0 0 0,0 0 0 0 0,3 13 0 0 0,-3-7 105 0 0,-1 0 1 0 0,0 0 0 0 0,-1 1-1 0 0,0-1 1 0 0,-1 0 0 0 0,0 0-1 0 0,-1 0 1 0 0,-1 0 0 0 0,-5 16-1 0 0,6-24-17 0 0,0 0 0 0 0,0 0 1 0 0,0 0-1 0 0,-1 0 0 0 0,0-1 0 0 0,0 1 0 0 0,0-1 0 0 0,-1 0 0 0 0,1 1 0 0 0,-1-1 0 0 0,0-1 0 0 0,0 1 0 0 0,-1-1 1 0 0,1 1-1 0 0,-1-1 0 0 0,1-1 0 0 0,-1 1 0 0 0,0-1 0 0 0,0 1 0 0 0,0-1 0 0 0,0-1 0 0 0,-1 1 0 0 0,1-1 0 0 0,-10 1 1 0 0,-6-1-40 0 0,0-1 1 0 0,-1-1 0 0 0,1-1-1 0 0,0-1 1 0 0,-34-9 0 0 0,50 11-62 0 0,4 1-81 0 0,-1 0 0 0 0,1-1 0 0 0,-1 1 0 0 0,1-1 0 0 0,-1 1 0 0 0,1-1 0 0 0,0 0 0 0 0,-1 1-1 0 0,1-1 1 0 0,0 0 0 0 0,-1 0 0 0 0,1 0 0 0 0,-1-1 0 0 0,1 1-45 0 0,1 0-1 0 0,-1 1 1 0 0,1-1-1 0 0,0 0 1 0 0,-1 1 0 0 0,1-1-1 0 0,0 0 1 0 0,0 1-1 0 0,-1-1 1 0 0,1 0-1 0 0,0 0 1 0 0,0 1 0 0 0,0-1-1 0 0,0 0 1 0 0,0 0-1 0 0,0 1 1 0 0,0-1-1 0 0,0 0 1 0 0,1-1 0 0 0,0-1-795 0 0,0-1 0 0 0,1 1 0 0 0,0 0 1 0 0,0-1-1 0 0,0 1 0 0 0,0 0 1 0 0,0 0-1 0 0,5-4 0 0 0,7-7-4830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3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35 1884 0 0,'-12'12'10204'0'0,"12"-12"-10121"0"0,40-6 1245 0 0,-17 0-1628 0 0,68-18 893 0 0,-25 15-8351 0 0,-49 7 4128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3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 1944 0 0,'-59'61'9324'0'0,"58"-60"-8774"0"0,1 2 291 0 0,0-3-817 0 0,0 0 0 0 0,0 0 0 0 0,0 1 0 0 0,0-1 0 0 0,0 0 0 0 0,0 0 0 0 0,0 0 0 0 0,0 1 0 0 0,0-1 0 0 0,0 0-1 0 0,0 0 1 0 0,0 1 0 0 0,0-1 0 0 0,0 0 0 0 0,0 0 0 0 0,1 0 0 0 0,-1 1 0 0 0,0-1 0 0 0,0 0 0 0 0,0 0 0 0 0,0 0 0 0 0,0 1 0 0 0,0-1 0 0 0,1 0 0 0 0,-1 0 0 0 0,0 0 0 0 0,0 0 0 0 0,0 1 0 0 0,1-1 0 0 0,-1 0 0 0 0,0 0 0 0 0,6 1 151 0 0,1 0-1 0 0,-1 0 1 0 0,0-1 0 0 0,0 1-1 0 0,1-2 1 0 0,-1 1 0 0 0,11-3 0 0 0,50-12 24 0 0,-40 7-271 0 0,82-23-3739 0 0,-58 16-406 0 0,-12 5-302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30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73 1784 0 0,'0'-3'2444'0'0,"2"0"-1542"0"0,-2-1-1 0 0,1 1 1 0 0,0-1 0 0 0,-1 0 0 0 0,0 1-1 0 0,0-1 1 0 0,0 0 0 0 0,0 1 0 0 0,0-1 0 0 0,-1 0-1 0 0,0 1 1 0 0,0-1 0 0 0,0 1 0 0 0,0-1 0 0 0,0 1-1 0 0,-1-1 1 0 0,-1-2 0 0 0,2 5-869 0 0,0 1 1 0 0,0-1-1 0 0,0 1 1 0 0,0 0-1 0 0,0 0 0 0 0,0 0 1 0 0,0 0-1 0 0,0-1 1 0 0,0 1-1 0 0,0 0 1 0 0,0 1-1 0 0,0-1 0 0 0,0 0 1 0 0,0 0-1 0 0,0 0 1 0 0,0 1-1 0 0,0-1 0 0 0,-1 1 1 0 0,1-1 37 0 0,-9 3 51 0 0,1-1-1 0 0,0 1 1 0 0,0 1 0 0 0,0 0 0 0 0,0 0 0 0 0,-15 11-1 0 0,-42 37 311 0 0,19-11-104 0 0,-43 48 0 0 0,74-72-299 0 0,2 1-1 0 0,0 1 1 0 0,1 0-1 0 0,1 0 1 0 0,0 2-1 0 0,-9 23 0 0 0,20-40-13 0 0,-1 1-1 0 0,1-1 0 0 0,-1 1 0 0 0,1 0 1 0 0,1 0-1 0 0,-1-1 0 0 0,1 1 0 0 0,0 0 0 0 0,0 0 1 0 0,0 0-1 0 0,0-1 0 0 0,3 9 0 0 0,-3-10-3 0 0,1 0 0 0 0,1-1-1 0 0,-1 1 1 0 0,0 0 0 0 0,1-1-1 0 0,-1 1 1 0 0,1-1-1 0 0,0 1 1 0 0,0-1 0 0 0,0 0-1 0 0,0 0 1 0 0,0 1 0 0 0,0-2-1 0 0,1 1 1 0 0,-1 0-1 0 0,1 0 1 0 0,-1-1 0 0 0,1 1-1 0 0,0-1 1 0 0,-1 0 0 0 0,5 1-1 0 0,7 2-61 0 0,0-1 0 0 0,0-1-1 0 0,1 0 1 0 0,-1-1 0 0 0,0 0 0 0 0,1-2-1 0 0,-1 1 1 0 0,1-2 0 0 0,-1 0-1 0 0,16-4 1 0 0,-3-1-1824 0 0,33-13 0 0 0,19-14-7828 0 0,-55 20 2400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362 101 1528 0 0,'17'-20'5768'0'0,"-11"15"-3584"0"0,-1-1 0 0 0,-1 0 0 0 0,1 0 0 0 0,-1 0 0 0 0,6-12 1 0 0,-9 17-2088 0 0,-1 0 1 0 0,1 0-1 0 0,-1 0 1 0 0,1 0 0 0 0,-1 0-1 0 0,0 0 1 0 0,1 0 0 0 0,-1 0-1 0 0,0 0 1 0 0,0 0 0 0 0,0 0-1 0 0,0 0 1 0 0,0 0-1 0 0,0 0 1 0 0,0-1 0 0 0,0 1-1 0 0,0 0 1 0 0,0 0 0 0 0,-1 0-1 0 0,1 0 1 0 0,0 0 0 0 0,-1 0-1 0 0,1 0 1 0 0,-1 0 0 0 0,0-1-1 0 0,0 1-58 0 0,0 1 0 0 0,-1-1-1 0 0,1 0 1 0 0,0 1 0 0 0,0-1-1 0 0,-1 1 1 0 0,1-1 0 0 0,0 1-1 0 0,-1 0 1 0 0,1 0 0 0 0,0-1-1 0 0,-1 1 1 0 0,1 0 0 0 0,0 0-1 0 0,-1 0 1 0 0,-1 1 0 0 0,-6 0-39 0 0,0 1 0 0 0,0 0 1 0 0,0 0-1 0 0,-14 7 0 0 0,9-2 30 0 0,1 1-1 0 0,-1 0 0 0 0,2 1 1 0 0,-1 0-1 0 0,-19 19 1 0 0,24-20-31 0 0,-1 1 1 0 0,2 0 0 0 0,-1 1-1 0 0,1-1 1 0 0,1 1-1 0 0,0 1 1 0 0,-10 21 0 0 0,15-30 5 0 0,1 0 1 0 0,-1 1 0 0 0,0-1 0 0 0,1 1-1 0 0,0-1 1 0 0,0 1 0 0 0,0-1 0 0 0,0 0 0 0 0,0 1-1 0 0,0-1 1 0 0,0 1 0 0 0,1-1 0 0 0,0 1-1 0 0,-1-1 1 0 0,1 0 0 0 0,0 1 0 0 0,0-1 0 0 0,0 0-1 0 0,0 0 1 0 0,1 0 0 0 0,-1 0 0 0 0,0 0 0 0 0,1 0-1 0 0,0 0 1 0 0,-1 0 0 0 0,1 0 0 0 0,0-1-1 0 0,0 1 1 0 0,4 2 0 0 0,6 3 9 0 0,0 0-1 0 0,0 0 1 0 0,1-1-1 0 0,15 5 1 0 0,-5-3-5 0 0,26 12-2 0 0,-22-11-1 0 0,34 19 1 0 0,-54-25-15 0 0,0 2 0 0 0,0-1 0 0 0,0 1 0 0 0,0 0 0 0 0,-1 0 0 0 0,0 1 0 0 0,0 0 0 0 0,-1 0 0 0 0,6 8 1 0 0,-10-12 15 0 0,0-1 1 0 0,0 1-1 0 0,0-1 1 0 0,0 1-1 0 0,-1 0 1 0 0,1-1-1 0 0,0 1 1 0 0,-1 0 0 0 0,0 0-1 0 0,1-1 1 0 0,-1 1-1 0 0,0 0 1 0 0,0 0-1 0 0,0 0 1 0 0,0-1 0 0 0,0 1-1 0 0,0 0 1 0 0,-1 0-1 0 0,1 0 1 0 0,-1 1-1 0 0,-1 1 5 0 0,1-1 1 0 0,-1 0-1 0 0,0 1 0 0 0,0-1 0 0 0,0 0 0 0 0,0 0 0 0 0,-1-1 0 0 0,1 1 0 0 0,-5 3 0 0 0,-3 2 17 0 0,0-1-1 0 0,0 0 1 0 0,0-1-1 0 0,-23 10 1 0 0,-3-2-83 0 0,-1-1 0 0 0,0-2 0 0 0,-1-2 0 0 0,0-1 0 0 0,0-2 0 0 0,-41 0 0 0 0,64-5-1209 0 0,0-2 1 0 0,-16-2-1 0 0,-9-4-8491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258 168 420 0 0,'0'0'3534'0'0,"-19"-13"779"0"0,-11 1-2911 0 0,28 12-1261 0 0,-15-4 24 0 0,-9 0-95 0 0,24 3-30 0 0,-26-4 14 0 0,3 0 8 0 0,32 0-57 0 0,0 1 0 0 0,1 0-1 0 0,0 0 1 0 0,0 1 0 0 0,0 0 0 0 0,0 0 0 0 0,1 1 0 0 0,10-2 0 0 0,18-5 2 0 0,221-65 51 0 0,-243 68-30 0 0,-8 3-34 0 0,-13 10 5 0 0,-84 86 20 0 0,-251 303 168 0 0,277-320 86 0 0,63-74-166 0 0,-5 1 241 0 0,15-7-259 0 0,0-2-51 0 0,-6 4-36 0 0,0 0 0 0 0,0 1 0 0 0,0-1 0 0 0,0 1 0 0 0,1-1 0 0 0,-1 1 0 0 0,0 0 0 0 0,1 1 0 0 0,-1-1 0 0 0,1 0 0 0 0,-1 1 0 0 0,1 0 0 0 0,0 0 0 0 0,4 0 0 0 0,11 0-3 0 0,73 8-19 0 0,-74-5 24 0 0,-1-2 0 0 0,0 0 0 0 0,19-2 0 0 0,72-11-1024 0 0,-36 0-3560 0 0,-46 7 1167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7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92 748 0 0,'-11'-8'5396'0'0,"10"8"-5204"0"0,0-1-1 0 0,0 1 1 0 0,1-1 0 0 0,-1 1-1 0 0,0-1 1 0 0,0 1 0 0 0,1-1 0 0 0,-1 1-1 0 0,0-1 1 0 0,1 0 0 0 0,-1 1-1 0 0,1-1 1 0 0,-1 0 0 0 0,0 0 0 0 0,1 0-1 0 0,0 1 1 0 0,-1-1 0 0 0,1 0-1 0 0,0 0 1 0 0,-1 0 0 0 0,1 0 0 0 0,0 0-1 0 0,0-1 1 0 0,0 1 21 0 0,2-1-80 0 0,34-13-181 0 0,2 2-1 0 0,67-16 1 0 0,-96 26-241 0 0,8 1-1484 0 0,-5 2-1462 0 0,0 0-10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85 580 0 0,'-38'26'6857'0'0,"36"-25"-6265"0"0,2-1-545 0 0,0 0-1 0 0,0 0 0 0 0,0 0 0 0 0,-1 0 0 0 0,1 1 1 0 0,0-1-1 0 0,0 0 0 0 0,0 0 0 0 0,0 0 1 0 0,-1 0-1 0 0,1 0 0 0 0,0 0 0 0 0,0 0 0 0 0,0 1 1 0 0,0-1-1 0 0,0 0 0 0 0,-1 0 0 0 0,1 0 0 0 0,0 0 1 0 0,0 0-1 0 0,0 1 0 0 0,0-1 0 0 0,0 0 1 0 0,0 0-1 0 0,0 0 0 0 0,0 1 0 0 0,0-1 0 0 0,0 0 1 0 0,0 0-1 0 0,0 0 0 0 0,0 0 0 0 0,0 1 1 0 0,0-1-1 0 0,0 0 0 0 0,0 0 0 0 0,0 0 0 0 0,0 1 1 0 0,0-1-1 0 0,0 0 0 0 0,0 1 0 0 0,35-10 223 0 0,0-1 0 0 0,51-23 0 0 0,-38 15-904 0 0,37-17-4180 0 0,-56 22 1938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83 1056 0 0,'-7'-82'13882'0'0,"-1"108"-12707"0"0,-51 282 1548 0 0,35-203-2454 0 0,24-103-264 0 0,-22 113 140 0 0,19-96-102 0 0,2 0-1 0 0,0-1 1 0 0,1 1 0 0 0,3 22 0 0 0,-3-38-31 0 0,1-1-1 0 0,-1 0 0 0 0,0 0 1 0 0,1 0-1 0 0,0 0 1 0 0,-1 0-1 0 0,1 0 0 0 0,0-1 1 0 0,0 1-1 0 0,0 0 1 0 0,0 0-1 0 0,0 0 0 0 0,0-1 1 0 0,1 1-1 0 0,-1-1 1 0 0,1 1-1 0 0,-1-1 1 0 0,1 1-1 0 0,-1-1 0 0 0,1 0 1 0 0,2 1-1 0 0,-1 0-4 0 0,0-1-1 0 0,0-1 0 0 0,0 1 1 0 0,0 0-1 0 0,0-1 0 0 0,0 1 1 0 0,0-1-1 0 0,1 0 1 0 0,-1 0-1 0 0,0 0 0 0 0,0 0 1 0 0,5-2-1 0 0,3 0-368 0 0,0-1 0 0 0,-1-1 1 0 0,1 0-1 0 0,-1 0 0 0 0,0-1 0 0 0,18-12 0 0 0,19-21-3233 0 0,-18 8-1885 0 0,-13 11-311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78 107 1080 0 0,'-66'-8'8060'0'0,"66"8"-8009"0"0,-1 0 0 0 0,1 0 0 0 0,0 0 0 0 0,-1 0 0 0 0,1 0 1 0 0,-1 0-1 0 0,1 0 0 0 0,0 0 0 0 0,-1 0 0 0 0,1 0 0 0 0,-1 0 0 0 0,1 0 0 0 0,0 0 0 0 0,-1-1 0 0 0,1 1 0 0 0,0 0 0 0 0,-1 0 0 0 0,1 0 0 0 0,0-1 0 0 0,-1 1 1 0 0,1 0-1 0 0,0 0 0 0 0,-1 0 0 0 0,1-1 0 0 0,0 1 0 0 0,0 0 0 0 0,-1-1 0 0 0,1 1 0 0 0,0 0 0 0 0,0-1 0 0 0,-1 1 0 0 0,1 0 0 0 0,0-1 0 0 0,0 0 0 0 0,10-9 577 0 0,20-6-339 0 0,-30 16-283 0 0,31-13 231 0 0,0 1-1 0 0,1 1 1 0 0,40-6 0 0 0,-45 12-737 0 0,34-2-1 0 0,-41 6-1205 0 0,0 1 0 0 0,25 4-1 0 0,-20-1-2566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8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0 2148 0 0,'5'11'8557'0'0,"-8"-1"-8002"0"0,0 0 1 0 0,-1-1-1 0 0,0 1 0 0 0,-1-1 0 0 0,0 0 1 0 0,0-1-1 0 0,-9 11 0 0 0,-3 9-128 0 0,-148 235 42 0 0,121-196-3277 0 0,24-37-3024 0 0,11-18 833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81 232 0 0,'0'-3'1638'0'0,"-11"-73"7056"0"0,10 74-8032 0 0,1 4-577 0 0,-2 3-52 0 0,1 0 1 0 0,-1 1-1 0 0,1-1 0 0 0,1 1 1 0 0,-1-1-1 0 0,1 1 0 0 0,0 0 1 0 0,0-1-1 0 0,1 1 0 0 0,-1-1 1 0 0,3 8-1 0 0,0 10 8 0 0,-2-16-34 0 0,-1 1 1 0 0,1-1-1 0 0,1 1 1 0 0,0-1-1 0 0,0 0 1 0 0,0 1-1 0 0,1-1 1 0 0,4 9 0 0 0,-5-13-1 0 0,0 0 1 0 0,0 0-1 0 0,0 0 1 0 0,1 0 0 0 0,-1 0-1 0 0,1-1 1 0 0,0 1 0 0 0,-1-1-1 0 0,1 0 1 0 0,0 0-1 0 0,0 0 1 0 0,1 0 0 0 0,-1 0-1 0 0,0-1 1 0 0,1 1 0 0 0,-1-1-1 0 0,1 0 1 0 0,6 1-1 0 0,-1-1 6 0 0,0 0 0 0 0,0 0-1 0 0,0-1 1 0 0,0 0 0 0 0,0-1-1 0 0,0 0 1 0 0,0-1-1 0 0,0 1 1 0 0,-1-2 0 0 0,1 1-1 0 0,-1-1 1 0 0,1-1 0 0 0,-1 1-1 0 0,0-1 1 0 0,0-1-1 0 0,8-6 1 0 0,-5 3-5 0 0,-1 0 0 0 0,0-1 0 0 0,0-1 0 0 0,-1 0-1 0 0,-1 0 1 0 0,0 0 0 0 0,0-1 0 0 0,-1-1 0 0 0,0 1 0 0 0,6-16 0 0 0,-8 12-52 0 0,-9 18-18 0 0,-12 21 12 0 0,-88 232 1043 0 0,34-79-433 0 0,-107 217 1219 0 0,177-392-1612 0 0,-1 0 0 0 0,0 0 0 0 0,0-1 0 0 0,0 1 0 0 0,0 0 0 0 0,0-1 0 0 0,-1 1 0 0 0,1-1 0 0 0,0 1 0 0 0,-1-1 0 0 0,1 0 0 0 0,-1 0 0 0 0,0 1 0 0 0,-2 0 0 0 0,3-2-132 0 0,0 0 1 0 0,0 0-1 0 0,0 0 1 0 0,0 0 0 0 0,0 0-1 0 0,1 0 1 0 0,-1 0-1 0 0,0 0 1 0 0,0-1-1 0 0,0 1 1 0 0,0 0-1 0 0,1-1 1 0 0,-1 1-1 0 0,0 0 1 0 0,0-1-1 0 0,0 1 1 0 0,1-1-1 0 0,-1 0 1 0 0,0 1-1 0 0,1-1 1 0 0,-1 1 0 0 0,1-1-1 0 0,-1 0 1 0 0,1 1-1 0 0,-1-1 1 0 0,1 0-1 0 0,-1 0 1 0 0,1 0-1 0 0,-1 1 1 0 0,1-1-1 0 0,0 0 1 0 0,0 0-1 0 0,-1 0 1 0 0,1-1-1 0 0,-4-10 13 0 0,1 1 0 0 0,1 0 0 0 0,0-1-1 0 0,0 0 1 0 0,1 1 0 0 0,0-1 0 0 0,1 0-1 0 0,1 0 1 0 0,-1 1 0 0 0,2-1 0 0 0,0 0-1 0 0,4-13 1 0 0,0 4-41 0 0,1 1-1 0 0,0-1 0 0 0,2 2 0 0 0,0-1 1 0 0,22-32-1 0 0,-20 37-219 0 0,2 0 1 0 0,-1 0-1 0 0,2 1 0 0 0,0 1 0 0 0,0 0 0 0 0,21-14 0 0 0,102-54-8822 0 0,-123 74 7486 0 0,17-9-3822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22 115 792 0 0,'-16'-16'12058'0'0,"11"8"-10048"0"0,6 6-1959 0 0,0 1-1 0 0,1-1 0 0 0,-1 1 1 0 0,1-1-1 0 0,-1 1 1 0 0,1 0-1 0 0,0-1 1 0 0,-1 1-1 0 0,1 0 1 0 0,0 0-1 0 0,0 0 1 0 0,0 0-1 0 0,2 0 1 0 0,35-12 188 0 0,-22 7-145 0 0,91-27-645 0 0,-53 17-7721 0 0,-41 11 3599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4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38 964 0 0,'-11'8'2276'0'0,"-1"0"0"0"0,1 0 0 0 0,-15 15 0 0 0,26-23-2196 0 0,-1 1 0 0 0,1-1 0 0 0,0 0 0 0 0,-1 0 0 0 0,1 1 0 0 0,0-1 0 0 0,0 0 0 0 0,-1 0 0 0 0,1 1 0 0 0,0-1 0 0 0,0 0 0 0 0,0 1 0 0 0,0-1 0 0 0,-1 0 0 0 0,1 1 0 0 0,0-1 0 0 0,0 0 0 0 0,0 1 0 0 0,0-1 0 0 0,0 1 0 0 0,0-1 0 0 0,0 0 0 0 0,0 1 0 0 0,0-1 0 0 0,0 0 0 0 0,0 1 0 0 0,0-1 0 0 0,0 0 0 0 0,0 1 0 0 0,0-1 0 0 0,0 1 0 0 0,1-1 0 0 0,11 7 1226 0 0,13-3-556 0 0,6-6-726 0 0,0-2 0 0 0,0-2 0 0 0,-1 0-1 0 0,1-2 1 0 0,37-16 0 0 0,-23 9-1617 0 0,31-15-5066 0 0,-51 19 2408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1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57 832 0 0,'-9'-8'3140'0'0,"-5"-5"-737"0"0,15-5-1581 0 0,1 16-811 0 0,0 1 0 0 0,0-1 0 0 0,0 1 1 0 0,0-1-1 0 0,0 1 0 0 0,0 0 0 0 0,0 0 0 0 0,0 0 0 0 0,0 0 0 0 0,1 0 0 0 0,-1 0 0 0 0,0 0 0 0 0,0 1 0 0 0,1-1 0 0 0,-1 1 0 0 0,1 0 0 0 0,-1 0 0 0 0,1 0 0 0 0,-1 0 0 0 0,0 0 1 0 0,1 0-1 0 0,-1 1 0 0 0,4 0 0 0 0,-2 1 2 0 0,0 0 5 0 0,-1 1 1 0 0,0-1-1 0 0,0 1 0 0 0,-1-1 1 0 0,1 1-1 0 0,0 0 0 0 0,-1 0 0 0 0,0 0 1 0 0,0 0-1 0 0,0 1 0 0 0,0-1 1 0 0,0 1-1 0 0,0-1 0 0 0,-1 1 1 0 0,0-1-1 0 0,0 1 0 0 0,0 0 1 0 0,0 0-1 0 0,0 0 0 0 0,-1-1 0 0 0,0 7 1 0 0,-1 1 47 0 0,0-1 0 0 0,-1 1 1 0 0,0-1-1 0 0,-1 1 0 0 0,-7 16 1 0 0,3-9-48 0 0,0 1 35 0 0,-19 32 0 0 0,10-22 237 0 0,16-28-102 0 0,1-3-150 0 0,88-137-59 0 0,-88 138 20 0 0,15-22 2 0 0,21-43 1 0 0,-36 63-8 0 0,0 1 0 0 0,0-1 1 0 0,0 0-1 0 0,0 0 0 0 0,0 1 0 0 0,-1-1 0 0 0,1 0 0 0 0,-1-4 0 0 0,0 7 5 0 0,0-1 0 0 0,0 1-1 0 0,0-1 1 0 0,0 0-1 0 0,0 1 1 0 0,0-1 0 0 0,0 1-1 0 0,0-1 1 0 0,-1 1 0 0 0,1-1-1 0 0,0 1 1 0 0,0-1 0 0 0,-1 1-1 0 0,1-1 1 0 0,0 1-1 0 0,-1-1 1 0 0,1 1 0 0 0,0-1-1 0 0,-1 1 1 0 0,1 0 0 0 0,-1-1-1 0 0,1 1 1 0 0,-1 0 0 0 0,0-1-1 0 0,0 1 1 0 0,-1 0 0 0 0,1-1 0 0 0,-1 1 0 0 0,1 1 0 0 0,0-1 0 0 0,-1 0 0 0 0,1 0 1 0 0,0 0-1 0 0,-1 1 0 0 0,1-1 0 0 0,0 1 0 0 0,-1-1 0 0 0,1 1 0 0 0,0-1 0 0 0,0 1 0 0 0,0 0 0 0 0,-1 0 0 0 0,1 0 0 0 0,0-1 0 0 0,0 1 0 0 0,0 0 0 0 0,0 0 0 0 0,0 0 0 0 0,0 2 0 0 0,-6 5 14 0 0,1-1 0 0 0,1 1 0 0 0,0 1 0 0 0,0-1 0 0 0,1 1 0 0 0,0 0 0 0 0,0 0 0 0 0,1 0 0 0 0,0 0-1 0 0,0 0 1 0 0,1 1 0 0 0,1 0 0 0 0,0-1 0 0 0,0 1 0 0 0,0 0 0 0 0,2-1 0 0 0,-1 1 0 0 0,1 0 0 0 0,3 11 0 0 0,-3-18-4 0 0,0-1 0 0 0,0 1 1 0 0,1-1-1 0 0,-1 1 0 0 0,1-1 1 0 0,-1 1-1 0 0,1-1 0 0 0,0 0 1 0 0,0 0-1 0 0,0 0 0 0 0,1 0 1 0 0,-1 0-1 0 0,0-1 0 0 0,1 1 1 0 0,-1-1-1 0 0,1 1 0 0 0,-1-1 1 0 0,1 0-1 0 0,0 0 0 0 0,-1 0 1 0 0,1 0-1 0 0,0-1 0 0 0,0 1 1 0 0,0-1-1 0 0,-1 1 0 0 0,1-1 1 0 0,5-1-1 0 0,9 1-127 0 0,0-1 1 0 0,0 0-1 0 0,24-7 0 0 0,-30 6-124 0 0,2 0-86 0 0,67-16-3497 0 0,-50 8 1663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52 1516 0 0,'0'0'1630'0'0,"-24"-7"5578"0"0,24 7-7193 0 0,0 0 0 0 0,0 0 0 0 0,0 0 0 0 0,0 0 1 0 0,0-1-1 0 0,0 1 0 0 0,0 0 0 0 0,0 0 0 0 0,0 0 1 0 0,0 0-1 0 0,0 0 0 0 0,1 0 0 0 0,-1 0 0 0 0,0 0 1 0 0,0 0-1 0 0,0 0 0 0 0,0 0 0 0 0,0 0 0 0 0,0 0 1 0 0,0-1-1 0 0,0 1 0 0 0,0 0 0 0 0,0 0 0 0 0,0 0 1 0 0,0 0-1 0 0,0 0 0 0 0,0 0 0 0 0,0 0 0 0 0,0 0 1 0 0,0 0-1 0 0,0 0 0 0 0,0-1 0 0 0,0 1 1 0 0,0 0-1 0 0,0 0 0 0 0,0 0 0 0 0,-1 0 0 0 0,1 0 1 0 0,0 0-1 0 0,0 0 0 0 0,0 0 0 0 0,0 0 0 0 0,0 0 1 0 0,0 0-1 0 0,0 0 0 0 0,0 0 0 0 0,0 0 0 0 0,0-1 1 0 0,0 1-1 0 0,0 0 0 0 0,0 0 0 0 0,0 0 0 0 0,0 0 1 0 0,-1 0-1 0 0,1 0 0 0 0,0 0 0 0 0,15-4 299 0 0,31-3-322 0 0,-34 5 110 0 0,43-8-27 0 0,8-2-993 0 0,-21 8-3476 0 0,-27 3 407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45 600 0 0,'-34'18'6351'0'0,"32"-17"-5666"0"0,2-1-612 0 0,0 1-1 0 0,1-1 1 0 0,-1 0-1 0 0,0 0 1 0 0,0 1 0 0 0,1-1-1 0 0,-1 0 1 0 0,0 0-1 0 0,1 0 1 0 0,-1 1-1 0 0,0-1 1 0 0,0 0 0 0 0,1 0-1 0 0,-1 0 1 0 0,0 0-1 0 0,1 0 1 0 0,-1 1 0 0 0,0-1-1 0 0,1 0 1 0 0,-1 0-1 0 0,0 0 1 0 0,1 0-1 0 0,-1 0 1 0 0,0 0 0 0 0,1 0-1 0 0,-1 0 1 0 0,1 0-1 0 0,-1-1 1 0 0,0 1 0 0 0,1 0-1 0 0,22-3 492 0 0,25-9-406 0 0,27-9-445 0 0,4-1-4220 0 0,-49 13 1097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58 1556 0 0,'0'0'2714'0'0,"-17"-2"2358"0"0,11 0-4116 0 0,13-1-473 0 0,27-2-278 0 0,-11 2-81 0 0,31-6 30 0 0,-20 4-56 0 0,58-17 1 0 0,-90 21-90 0 0,14-2 26 0 0,-9 1 339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2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20 1428 0 0,'-11'-16'5467'0'0,"8"15"-5324"0"0,-1 0 0 0 0,1 1 1 0 0,-1-1-1 0 0,1 1 0 0 0,0 0 1 0 0,-1 0-1 0 0,1 0 0 0 0,-1 0 1 0 0,1 1-1 0 0,-1-1 0 0 0,1 1 1 0 0,0 0-1 0 0,-1 0 0 0 0,-4 3 1 0 0,-7 2 63 0 0,1 1 0 0 0,-14 8 0 0 0,8-2-27 0 0,-34 27-1 0 0,47-34-163 0 0,0 0 0 0 0,0 1 0 0 0,1 0-1 0 0,0 0 1 0 0,0 1 0 0 0,1 0 0 0 0,-7 13 0 0 0,11-19-10 0 0,0-1-1 0 0,0 1 1 0 0,1 0 0 0 0,-1 0 0 0 0,1 0 0 0 0,-1 0 0 0 0,1 1 0 0 0,0-1 0 0 0,0 0 0 0 0,0 0 0 0 0,0 0 0 0 0,0 0 0 0 0,0 0-1 0 0,1 0 1 0 0,-1 0 0 0 0,1 0 0 0 0,-1 0 0 0 0,1 0 0 0 0,0 0 0 0 0,0 0 0 0 0,0 0 0 0 0,0-1 0 0 0,0 1 0 0 0,0 0 0 0 0,0 0-1 0 0,1-1 1 0 0,-1 1 0 0 0,0-1 0 0 0,1 1 0 0 0,0-1 0 0 0,-1 0 0 0 0,1 0 0 0 0,0 0 0 0 0,-1 0 0 0 0,1 0 0 0 0,3 2 0 0 0,9 3 1 0 0,-1-1 1 0 0,1 0-1 0 0,0 0 1 0 0,17 2-1 0 0,-18-4-7 0 0,-1 0-6 0 0,0 1 1 0 0,0 0 0 0 0,-1 1-1 0 0,0 0 1 0 0,0 0 0 0 0,13 10-1 0 0,-22-14 13 0 0,0 0-1 0 0,-1 0 1 0 0,1 1-1 0 0,-1-1 1 0 0,1 0-1 0 0,-1 1 1 0 0,0-1-1 0 0,1 1 1 0 0,-1 0-1 0 0,0-1 1 0 0,0 1-1 0 0,0 0 1 0 0,0 0-1 0 0,-1 0 1 0 0,1 0-1 0 0,0 0 1 0 0,-1 0-1 0 0,1 0 1 0 0,-1 0-1 0 0,0 3 0 0 0,0-2 12 0 0,0 0-1 0 0,-1-1 0 0 0,0 1 0 0 0,1 0 1 0 0,-1 0-1 0 0,0-1 0 0 0,0 1 1 0 0,-1-1-1 0 0,1 1 0 0 0,-1-1 0 0 0,1 1 1 0 0,-1-1-1 0 0,-1 2 0 0 0,-5 5 20 0 0,0-1 0 0 0,0-1-1 0 0,-1 0 1 0 0,0 0 0 0 0,0-1 0 0 0,-13 7 0 0 0,6-4 4 0 0,8-5-32 0 0,0 1 1 0 0,0-2-1 0 0,0 1 0 0 0,-1-1 0 0 0,1 0 1 0 0,-1-1-1 0 0,0 0 0 0 0,-16 1 0 0 0,4-3-770 0 0,20 0 602 0 0,1 0 1 0 0,-1 0-1 0 0,1 0 1 0 0,-1 0-1 0 0,1 0 0 0 0,-1-1 1 0 0,1 1-1 0 0,-1 0 1 0 0,1-1-1 0 0,-1 1 1 0 0,1 0-1 0 0,-1-1 1 0 0,1 1-1 0 0,0 0 0 0 0,-1-1 1 0 0,1 1-1 0 0,0-1 1 0 0,-1 1-1 0 0,1 0 1 0 0,0-1-1 0 0,0 1 1 0 0,-1-1-1 0 0,1 1 1 0 0,0-1-1 0 0,0 1 0 0 0,0-1 1 0 0,0 1-1 0 0,0-1 1 0 0,0 1-1 0 0,-1-1 1 0 0,1 0-1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65 1056 0 0,'-3'6'7412'0'0,"3"-6"-7291"0"0,15 1 2048 0 0,22-7-1385 0 0,150-51 481 0 0,-163 48-7844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34 1720 0 0,'-6'-31'11211'0'0,"6"31"-11185"0"0,0 0 0 0 0,0 0 1 0 0,0 0-1 0 0,0 0 0 0 0,0-1 0 0 0,0 1 0 0 0,0 0 0 0 0,0 0 0 0 0,0 0 0 0 0,-1 0 0 0 0,1 0 1 0 0,0 0-1 0 0,0 0 0 0 0,0 0 0 0 0,0-1 0 0 0,0 1 0 0 0,0 0 0 0 0,0 0 0 0 0,0 0 0 0 0,0 0 1 0 0,0 0-1 0 0,0 0 0 0 0,0 0 0 0 0,-1 0 0 0 0,1 0 0 0 0,0 0 0 0 0,0 0 0 0 0,0 0 0 0 0,0 0 1 0 0,0 0-1 0 0,0 0 0 0 0,0 0 0 0 0,-1 0 0 0 0,1 0 0 0 0,0 0 0 0 0,0 0 0 0 0,0 0 0 0 0,0 0 1 0 0,0 0-1 0 0,0 0 0 0 0,0 0 0 0 0,0 0 0 0 0,-1 0 0 0 0,1 0 0 0 0,0 0 0 0 0,0 0 0 0 0,0 0 1 0 0,0 0-1 0 0,0 0 0 0 0,0 0 0 0 0,0 0 0 0 0,0 0 0 0 0,0 0 0 0 0,0 1 0 0 0,-1-1 0 0 0,1 0 1 0 0,0 0-1 0 0,0 0 0 0 0,0 0 0 0 0,0 0 0 0 0,0 0 0 0 0,0 0 0 0 0,0 0 0 0 0,0 1 0 0 0,-6 12 933 0 0,-5 23-113 0 0,10-30-653 0 0,-18 58 906 0 0,1-4-786 0 0,2 1 1 0 0,3 1-1 0 0,-6 69 0 0 0,19-124-286 0 0,0 0-1 0 0,0 0 0 0 0,0 0 1 0 0,1 0-1 0 0,0 1 1 0 0,0-1-1 0 0,1 0 0 0 0,4 12 1 0 0,-5-17-16 0 0,0 0 1 0 0,1 1-1 0 0,-1-1 1 0 0,1 0-1 0 0,-1 0 1 0 0,1 0-1 0 0,-1 0 1 0 0,1 0-1 0 0,0-1 1 0 0,0 1-1 0 0,0 0 1 0 0,0-1-1 0 0,0 1 1 0 0,0-1-1 0 0,1 0 1 0 0,-1 0-1 0 0,0 0 1 0 0,1 0-1 0 0,-1 0 1 0 0,1 0-1 0 0,-1-1 1 0 0,1 1-1 0 0,-1-1 1 0 0,1 0-1 0 0,-1 0 1 0 0,1 1-1 0 0,4-2 1 0 0,4 0-331 0 0,1-1 0 0 0,-1 0 1 0 0,0-1-1 0 0,1 0 0 0 0,-1 0 0 0 0,-1-2 1 0 0,1 1-1 0 0,0-1 0 0 0,11-8 0 0 0,-11 6-1477 0 0,0-1-1 0 0,0 0 0 0 0,-1-1 0 0 0,14-14 1 0 0,-8 4-3167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56 174 2412 0 0,'-4'0'1740'0'0,"-45"-2"4354"0"0,47 2-5342 0 0,4-2-127 0 0,11-5-259 0 0,0 0 0 0 0,0 0-1 0 0,1 2 1 0 0,28-9 0 0 0,-10 4-161 0 0,235-74 11 0 0,-150 53-7633 0 0,-100 26 3365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6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9 1324 0 0,'-6'-9'6982'0'0,"5"11"-6953"0"0,1 0 0 0 0,-1 1 0 0 0,0-1 1 0 0,1 0-1 0 0,-1 1 0 0 0,1-1 0 0 0,-1 0 0 0 0,1 1 0 0 0,0-1 0 0 0,0 0 0 0 0,0 1 0 0 0,1-1 0 0 0,-1 0 1 0 0,0 1-1 0 0,2 2 0 0 0,12 38 76 0 0,-13-39-96 0 0,1 0-1 0 0,0-1 1 0 0,0 1-1 0 0,0-1 1 0 0,1 0-1 0 0,-1 0 1 0 0,1 0-1 0 0,-1 0 1 0 0,1 0-1 0 0,0-1 1 0 0,0 1-1 0 0,1-1 1 0 0,-1 1-1 0 0,0-1 1 0 0,1 0-1 0 0,-1-1 1 0 0,1 1-1 0 0,0-1 1 0 0,-1 1-1 0 0,1-1 1 0 0,0 0-1 0 0,0 0 1 0 0,0-1-1 0 0,6 1 1 0 0,-5-1-3 0 0,1 0-1 0 0,-1-1 1 0 0,0 0 0 0 0,1 0 0 0 0,-1 0 0 0 0,0-1 0 0 0,0 1 0 0 0,0-1 0 0 0,0 0 0 0 0,0-1 0 0 0,0 1 0 0 0,-1-1 0 0 0,1 0-1 0 0,-1 0 1 0 0,1-1 0 0 0,-1 1 0 0 0,7-8 0 0 0,1-5 301 0 0,18-29 0 0 0,-29 44-207 0 0,-1 3-91 0 0,1 0 0 0 0,-1 0 0 0 0,1 0 0 0 0,-1 1 0 0 0,0-1 0 0 0,1 0 0 0 0,-1 0-1 0 0,0 0 1 0 0,-1 1 0 0 0,1 3 0 0 0,0-6-10 0 0,-3 29 198 0 0,-2-1 0 0 0,-11 43 0 0 0,3-14-29 0 0,0 4 82 0 0,-3-1 0 0 0,-2-1 0 0 0,-3 0 0 0 0,-38 75 0 0 0,53-124 196 0 0,0 0 0 0 0,-13 14-1 0 0,6-7 60 0 0,12-16-477 0 0,0 0 0 0 0,0-1 0 0 0,0 1 0 0 0,0 0 0 0 0,0 0 0 0 0,-1-1-1 0 0,1 1 1 0 0,0 0 0 0 0,0-1 0 0 0,-1 1 0 0 0,1-1 0 0 0,0 0 0 0 0,-1 1 0 0 0,1-1 0 0 0,0 0 0 0 0,-1 0 0 0 0,1 0 0 0 0,-1 0 0 0 0,1 0 0 0 0,0 0 0 0 0,-1 0-1 0 0,1 0 1 0 0,-1-1 0 0 0,1 1 0 0 0,-2-1 0 0 0,1 0-4 0 0,-1 0-1 0 0,1 1 0 0 0,-1-1 1 0 0,1 0-1 0 0,-1-1 1 0 0,1 1-1 0 0,0 0 1 0 0,0-1-1 0 0,0 1 1 0 0,0-1-1 0 0,-4-3 0 0 0,4 1-4 0 0,-1 1 0 0 0,1-1 0 0 0,0 0 1 0 0,0 0-1 0 0,1 0 0 0 0,-1 0 0 0 0,1 0 0 0 0,0 0 0 0 0,0-1 0 0 0,0 1 0 0 0,0 0 0 0 0,1 0 0 0 0,0-1 0 0 0,0 1 0 0 0,0-5 0 0 0,1 2-22 0 0,1 0 1 0 0,0 0-1 0 0,0 0 1 0 0,0 0-1 0 0,1 1 1 0 0,0-1-1 0 0,0 1 1 0 0,7-9-1 0 0,0 1-128 0 0,1 0 0 0 0,0 1 0 0 0,1 0 0 0 0,0 1-1 0 0,24-18 1 0 0,77-45-4407 0 0,-70 48 1143 0 0,-4 3-628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6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50 268 0 0,'-26'7'7430'0'0,"17"-3"-4784"0"0,14-3-2524 0 0,1 0 0 0 0,0-1 1 0 0,0 0-1 0 0,0 0 0 0 0,0 0 1 0 0,-1-1-1 0 0,11-2 1 0 0,47-14 147 0 0,-31 8-208 0 0,26-6-869 0 0,0 1-4787 0 0,-46 10 2744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80 1988 0 0,'-50'31'8121'0'0,"49"-30"-7723"0"0,-5 6 1029 0 0,27-9-1242 0 0,0-2 0 0 0,0 0 1 0 0,0-2-1 0 0,29-11 0 0 0,-21 7-177 0 0,-22 8-94 0 0,96-32-1988 0 0,-35 10-2391 0 0,-32 9 626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59 448 0 0,'-3'-34'10403'0'0,"2"31"-9911"0"0,0 0 1 0 0,-1 1-1 0 0,1-1 1 0 0,-1 1-1 0 0,1 0 1 0 0,-1-1-1 0 0,0 1 1 0 0,-3-3-1 0 0,0 6-458 0 0,0-1-1 0 0,0 1 0 0 0,0 0 0 0 0,0 0 0 0 0,0 0 0 0 0,0 1 0 0 0,1-1 1 0 0,-1 1-1 0 0,0 1 0 0 0,1-1 0 0 0,0 1 0 0 0,-1-1 0 0 0,1 1 0 0 0,0 0 1 0 0,0 1-1 0 0,1-1 0 0 0,-5 6 0 0 0,0-1-32 0 0,0 1 1 0 0,0 0-1 0 0,2 0 0 0 0,-1 1 1 0 0,1-1-1 0 0,-8 20 0 0 0,13-27 6 0 0,0 1-1 0 0,1 0 0 0 0,-1 0 0 0 0,1 0 0 0 0,0 0 0 0 0,0 0 0 0 0,0 0 0 0 0,0 0 0 0 0,1 0 1 0 0,-1 0-1 0 0,1 0 0 0 0,-1-1 0 0 0,1 1 0 0 0,0 0 0 0 0,0 0 0 0 0,1-1 0 0 0,-1 1 0 0 0,0 0 0 0 0,1-1 1 0 0,0 1-1 0 0,-1-1 0 0 0,1 0 0 0 0,0 0 0 0 0,5 4 0 0 0,3 4 47 0 0,0-1-1 0 0,1-1 1 0 0,21 14-1 0 0,-23-17-33 0 0,-1 1 1 0 0,1 0-1 0 0,-1 0 0 0 0,0 1 0 0 0,-1 0 0 0 0,0 0 1 0 0,0 1-1 0 0,0 0 0 0 0,-1 0 0 0 0,10 17 1 0 0,-16-22 68 0 0,1-1 0 0 0,0 0 1 0 0,-1 1-1 0 0,0-1 1 0 0,1 1-1 0 0,-1-1 1 0 0,0 1-1 0 0,0-1 1 0 0,0 1-1 0 0,-1-1 1 0 0,1 0-1 0 0,-1 1 0 0 0,1-1 1 0 0,-1 1-1 0 0,0-1 1 0 0,0 0-1 0 0,0 1 1 0 0,0-1-1 0 0,0 0 1 0 0,0 0-1 0 0,-1 0 1 0 0,1 0-1 0 0,-3 2 0 0 0,-1 3 119 0 0,-1-1 0 0 0,0 0 0 0 0,-1 0 0 0 0,1-1 0 0 0,-9 6 0 0 0,9-7-160 0 0,-1 0-1 0 0,0 0 1 0 0,-1 0 0 0 0,1-1-1 0 0,-1-1 1 0 0,1 1 0 0 0,-1-1-1 0 0,0 0 1 0 0,0-1 0 0 0,0 0 0 0 0,0 0-1 0 0,0 0 1 0 0,0-1 0 0 0,0-1-1 0 0,0 1 1 0 0,0-1 0 0 0,0-1 0 0 0,-9-2-1 0 0,-6-4-2116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0 2480 0 0,'14'5'9175'0'0,"-13"-4"-8996"0"0,-6 14 2746 0 0,-26 22-1158 0 0,22-28-1235 0 0,-154 180 1722 0 0,88-90-2871 0 0,8 6-4181 0 0,49-76-1367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63 101 1560 0 0,'-2'-2'1444'0'0,"-26"-41"6139"0"0,27 42-7108 0 0,1 0-445 0 0,0 0-1 0 0,0 1 0 0 0,0-1 1 0 0,0 0-1 0 0,0 0 0 0 0,0 1 1 0 0,0-1-1 0 0,1 1 0 0 0,-1-1 1 0 0,0 0-1 0 0,0 1 0 0 0,1-1 1 0 0,-1 0-1 0 0,0 1 0 0 0,1-1 1 0 0,0 0-1 0 0,11-4 48 0 0,1 1-1 0 0,0 0 1 0 0,0 1-1 0 0,1 0 1 0 0,-1 1-1 0 0,15-1 1 0 0,6-1-98 0 0,45-7 14 0 0,-72 10 4 0 0,-5 1 4 0 0,1-1-1 0 0,-1 1 0 0 0,0-1 1 0 0,0 1-1 0 0,0 0 0 0 0,1 0 1 0 0,-1 0-1 0 0,0 0 0 0 0,0 0 1 0 0,0 1-1 0 0,1-1 0 0 0,-1 1 1 0 0,0-1-1 0 0,0 1 0 0 0,0 0 0 0 0,3 1 1 0 0,-5-2-2 0 0,0 1 0 0 0,0-1 0 0 0,0 1 0 0 0,0-1 0 0 0,0 1 0 0 0,0-1 0 0 0,1 0 0 0 0,-1 1 0 0 0,0-1 0 0 0,0 1 0 0 0,0-1 1 0 0,-1 1-1 0 0,1-1 0 0 0,0 1 0 0 0,0-1 0 0 0,0 1 0 0 0,0-1 0 0 0,0 0 0 0 0,0 1 0 0 0,-1-1 0 0 0,1 1 0 0 0,0-1 0 0 0,0 0 0 0 0,-1 1 0 0 0,1-1 0 0 0,0 0 1 0 0,0 1-1 0 0,-1 0 0 0 0,-9 10 0 0 0,-80 83 33 0 0,-70 82 319 0 0,154-168-262 0 0,0 1 0 0 0,0 0 0 0 0,1 0 0 0 0,1 0 0 0 0,-7 18 0 0 0,11-25-35 0 0,0-1 1 0 0,0 0-1 0 0,0 0 0 0 0,0 1 1 0 0,0-1-1 0 0,0 0 0 0 0,0 0 0 0 0,0 1 1 0 0,0-1-1 0 0,0 0 0 0 0,1 0 0 0 0,-1 1 1 0 0,0-1-1 0 0,1 0 0 0 0,-1 0 1 0 0,1 0-1 0 0,-1 1 0 0 0,1-1 0 0 0,0 0 1 0 0,0 0-1 0 0,-1 0 0 0 0,1 0 0 0 0,0 0 1 0 0,2 1-1 0 0,-1 0 0 0 0,0-1 0 0 0,0 1-1 0 0,0-1 1 0 0,0 1 0 0 0,0-1 0 0 0,1 0-1 0 0,-1 0 1 0 0,1 0 0 0 0,-1 0 0 0 0,0 0 0 0 0,5 0-1 0 0,10 0 38 0 0,-1 0 0 0 0,1-2 0 0 0,0 0 0 0 0,0 0 0 0 0,24-7 0 0 0,83-26-1300 0 0,-116 31 988 0 0,123-40-6437 0 0,-83 25 1641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60 2212 0 0,'-3'0'287'0'0,"-25"-11"11439"0"0,37 6-10419 0 0,122-19-411 0 0,-18 5-4684 0 0,-91 18-1565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28 540 0 0,'-60'37'8697'0'0,"58"-36"-8314"0"0,3 0-344 0 0,-1 0 0 0 0,1-1 1 0 0,-1 1-1 0 0,1 0 1 0 0,-1 0-1 0 0,1-1 0 0 0,-1 1 1 0 0,1 0-1 0 0,0-1 1 0 0,-1 1-1 0 0,1-1 0 0 0,0 1 1 0 0,0-1-1 0 0,0 1 1 0 0,-1-1-1 0 0,1 1 0 0 0,0-1 1 0 0,0 0-1 0 0,0 1 1 0 0,0-1-1 0 0,0 0 0 0 0,-1 0 1 0 0,1 0-1 0 0,0 1 1 0 0,0-1-1 0 0,0 0 0 0 0,0 0 1 0 0,0-1-1 0 0,0 1 1 0 0,0 0-1 0 0,1 0 0 0 0,35-4-121 0 0,0-1 0 0 0,53-15 0 0 0,19-15-4969 0 0,-73 22 1872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53 1724 0 0,'-2'-7'1869'0'0,"-1"0"-1"0"0,-1 0 1 0 0,1 1-1 0 0,-1-1 1 0 0,-9-10 653 0 0,8 16-1277 0 0,4 1-1184 0 0,1 0 1 0 0,-1 0-1 0 0,1 0 1 0 0,0 0 0 0 0,-1 0-1 0 0,1 0 1 0 0,0 0 0 0 0,-1 0-1 0 0,1 0 1 0 0,0 0-1 0 0,-1 0 1 0 0,1 0 0 0 0,0 0-1 0 0,-1 1 1 0 0,1-1 0 0 0,0 0-1 0 0,-1 0 1 0 0,1 0 0 0 0,0 0-1 0 0,-1 1 1 0 0,1-1-1 0 0,0 0 1 0 0,0 0 0 0 0,-1 1-1 0 0,1-1 1 0 0,0 0 0 0 0,0 1-1 0 0,-1-1 1 0 0,1 0-1 0 0,0 1 1 0 0,0-1 0 0 0,0 0-1 0 0,0 1 1 0 0,0-1 0 0 0,-1 1-1 0 0,-2 6 364 0 0,1 1-1 0 0,-1 0 1 0 0,1-1-1 0 0,1 1 1 0 0,-1 0-1 0 0,1 0 1 0 0,0 14-1 0 0,1-8 23 0 0,-50 348 4947 0 0,21-178-4535 0 0,28-175-860 0 0,-2 5 77 0 0,1 0 0 0 0,1 1 0 0 0,0-1 0 0 0,1 0 0 0 0,3 17 0 0 0,-3-29-65 0 0,0 1 1 0 0,1-1-1 0 0,-1 0 0 0 0,1 1 0 0 0,-1-1 0 0 0,1 0 1 0 0,0 0-1 0 0,0 0 0 0 0,0 0 0 0 0,0 1 1 0 0,1-1-1 0 0,-1-1 0 0 0,0 1 0 0 0,1 0 1 0 0,0 0-1 0 0,-1-1 0 0 0,1 1 0 0 0,0 0 1 0 0,0-1-1 0 0,0 0 0 0 0,0 1 0 0 0,0-1 1 0 0,0 0-1 0 0,0 0 0 0 0,0 0 0 0 0,0-1 0 0 0,0 1 1 0 0,1 0-1 0 0,-1-1 0 0 0,0 1 0 0 0,1-1 1 0 0,-1 0-1 0 0,0 0 0 0 0,1 0 0 0 0,-1 0 1 0 0,0 0-1 0 0,1 0 0 0 0,-1-1 0 0 0,3 0 1 0 0,8-2-384 0 0,0 0 0 0 0,0-1 0 0 0,-1 0 0 0 0,1-1 0 0 0,-1-1 0 0 0,0 0 0 0 0,19-12 0 0 0,-4-1-2578 0 0,46-42-1 0 0,-60 49 531 0 0,-1 0 0 0 0,-1-1 0 0 0,11-14 0 0 0,-7 4-4672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5:5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113 145 1160 0 0,'-110'-6'11389'0'0,"107"5"-10329"0"0,3 0-957 0 0,1 0 0 0 0,-1 0 0 0 0,0 0 0 0 0,1 0 0 0 0,-1 0 1 0 0,1 0-1 0 0,-1 0 0 0 0,1 0 0 0 0,0 0 0 0 0,-1 0 0 0 0,1 1 0 0 0,0-1 0 0 0,0 0 0 0 0,0 0 0 0 0,-1 0 0 0 0,1 1 0 0 0,0-1 0 0 0,0 1 0 0 0,0-1 0 0 0,0 1 0 0 0,0-1 0 0 0,0 1 0 0 0,0-1 0 0 0,2 1 0 0 0,33-11 260 0 0,-24 8-120 0 0,272-64 951 0 0,-188 50-3832 0 0,1 2-3910 0 0,-53 10 153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0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22 199 536 0 0,'0'0'4608'0'0,"-21"5"3477"0"0,28-11-8047 0 0,1 0 1 0 0,1 0 0 0 0,-1 0 0 0 0,1 1 0 0 0,0 0 0 0 0,0 1 0 0 0,10-4 0 0 0,17-8 22 0 0,118-58 159 0 0,-32 17-3523 0 0,-95 47-2081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0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1 104 0 0,'-30'15'12670'0'0,"24"-10"-12085"0"0,5-1-427 0 0,0 1 0 0 0,0 0 0 0 0,0-1 0 0 0,1 10 0 0 0,-78 332 134 0 0,68-314-1407 0 0,0 1-1298 0 0,4-9-2906 0 0,3-11 2129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0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46 1140 0 0,'7'-23'7636'0'0,"-7"22"-7504"0"0,-1 0 0 0 0,1-1 0 0 0,0 1-1 0 0,-1 0 1 0 0,1-1 0 0 0,-1 1 0 0 0,1 0-1 0 0,-1 0 1 0 0,0-1 0 0 0,0 1 0 0 0,1 0 0 0 0,-1 0-1 0 0,0 0 1 0 0,0 0 0 0 0,0 0 0 0 0,0 0 0 0 0,-2-1-1 0 0,2 1 165 0 0,-2 1-41 0 0,-3 2-185 0 0,1-1 0 0 0,-1 1 0 0 0,0 0 0 0 0,1 1 0 0 0,0-1-1 0 0,-1 1 1 0 0,1 0 0 0 0,0 1 0 0 0,0-1 0 0 0,1 1 0 0 0,-1 0 0 0 0,1 0 0 0 0,-5 6 0 0 0,-3 4-65 0 0,0 0 1 0 0,1 1 0 0 0,-11 19-1 0 0,20-31-28 0 0,0 0 0 0 0,0 0-1 0 0,1 1 1 0 0,-1-1-1 0 0,1 0 1 0 0,0 1-1 0 0,0 0 1 0 0,0-1-1 0 0,0 1 1 0 0,0 0-1 0 0,1-1 1 0 0,0 1 0 0 0,0 0-1 0 0,0 0 1 0 0,1 6-1 0 0,-1-9 5 0 0,1 0 0 0 0,-1-1 1 0 0,1 1-1 0 0,-1-1 0 0 0,1 1 0 0 0,-1-1 0 0 0,1 1 0 0 0,0-1 1 0 0,-1 1-1 0 0,1-1 0 0 0,0 0 0 0 0,0 1 0 0 0,-1-1 0 0 0,1 0 1 0 0,0 0-1 0 0,0 1 0 0 0,-1-1 0 0 0,1 0 0 0 0,0 0 0 0 0,0 0 0 0 0,-1 0 1 0 0,1 0-1 0 0,1 0 0 0 0,20-4-211 0 0,-16 0 249 0 0,0 0 0 0 0,0 0 0 0 0,0-1-1 0 0,-1 0 1 0 0,0 0 0 0 0,0 0 0 0 0,0-1 0 0 0,0 1 0 0 0,6-13-1 0 0,0 0 780 0 0,-1 0-1 0 0,9-25 1 0 0,-19 42-375 0 0,1 1-418 0 0,-1 0 0 0 0,1 0 0 0 0,-1 0-1 0 0,0 1 1 0 0,1-1 0 0 0,-1 0-1 0 0,0 0 1 0 0,1 0 0 0 0,-1 1 0 0 0,0-1-1 0 0,1 0 1 0 0,-1 1 0 0 0,0-1 0 0 0,0 0-1 0 0,1 0 1 0 0,-1 1 0 0 0,0-1 0 0 0,0 1-1 0 0,0-1 1 0 0,1 0 0 0 0,-1 1-1 0 0,0-1 1 0 0,0 0 0 0 0,0 1 0 0 0,0-1-1 0 0,0 1 1 0 0,0-1 0 0 0,0 0 0 0 0,0 1-1 0 0,0-1 1 0 0,0 1 0 0 0,0-1 0 0 0,0 1-1 0 0,-1 15 57 0 0,1-13-41 0 0,-2 50 136 0 0,3-49-185 0 0,-1-1-10 0 0,0-1 0 0 0,0 0 0 0 0,0 1 0 0 0,1-1 0 0 0,-1 0 0 0 0,1 1 0 0 0,-1-1 0 0 0,1 0 0 0 0,0 0 0 0 0,0 1 0 0 0,0-1 0 0 0,0 0 0 0 0,1 0 0 0 0,2 3 0 0 0,-3-4-407 0 0,15-2-610 0 0,-12 0 821 0 0,-1 0-1 0 0,1 0 0 0 0,-1 0 1 0 0,1 0-1 0 0,-1-1 1 0 0,0 1-1 0 0,1-1 0 0 0,-1 0 1 0 0,0 0-1 0 0,0 0 0 0 0,4-4 1 0 0,26-27-1892 0 0,-31 31 1990 0 0,7-9-1091 0 0,-1 0 0 0 0,14-22 0 0 0,-10 9-522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08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90 176 1060 0 0,'8'-54'5788'0'0,"2"-67"1138"0"0,-12 124-6795 0 0,0 0 1 0 0,1 0-1 0 0,-1 1 0 0 0,1-1 1 0 0,0 0-1 0 0,0 1 0 0 0,-1 5 1 0 0,-84 544 1753 0 0,77-506-1685 0 0,9-46-147 0 0,0-3-43 0 0,0-15-11 0 0,1 0-1 0 0,1 0 1 0 0,1 0 0 0 0,0 0 0 0 0,8-23-1 0 0,0-1 0 0 0,-5 16-44 0 0,2-1 1 0 0,19-45 0 0 0,-23 61 31 0 0,1 1-1 0 0,0 0 1 0 0,1 0 0 0 0,0 0 0 0 0,0 1 0 0 0,0 0 0 0 0,1 0 0 0 0,1 1 0 0 0,-1 0 0 0 0,11-7 0 0 0,-16 12 9 0 0,1 1 0 0 0,0 0 0 0 0,0 0 0 0 0,0 0 0 0 0,0 0 0 0 0,0 0 0 0 0,0 1 0 0 0,0-1 0 0 0,1 1 0 0 0,-1 0 0 0 0,0 0 0 0 0,4 0 1 0 0,-6 0 4 0 0,0 0 1 0 0,-1 0 0 0 0,1 0 0 0 0,0 0 0 0 0,0 0 0 0 0,0 0 0 0 0,0 1 0 0 0,0-1 0 0 0,0 0 0 0 0,-1 0 0 0 0,1 1 0 0 0,0-1 0 0 0,0 0-1 0 0,0 1 1 0 0,-1-1 0 0 0,1 1 0 0 0,0-1 0 0 0,-1 1 0 0 0,1 0 0 0 0,0-1 0 0 0,-1 1 0 0 0,1 0 0 0 0,-1-1 0 0 0,1 1 0 0 0,-1 0 0 0 0,1-1-1 0 0,-1 1 1 0 0,1 0 0 0 0,-1 0 0 0 0,0 0 0 0 0,0 0 0 0 0,1-1 0 0 0,-1 1 0 0 0,0 0 0 0 0,0 0 0 0 0,0 0 0 0 0,0 0 0 0 0,0 0 0 0 0,0 0-1 0 0,0-1 1 0 0,0 1 0 0 0,0 0 0 0 0,-1 2 0 0 0,1 0 1 0 0,-1-1 1 0 0,0 1-1 0 0,0 0 0 0 0,-1 0 0 0 0,1-1 0 0 0,0 1 1 0 0,-1-1-1 0 0,0 1 0 0 0,1-1 0 0 0,-1 0 0 0 0,0 0 1 0 0,0 1-1 0 0,-1-1 0 0 0,1-1 0 0 0,0 1 0 0 0,-1 0 1 0 0,1 0-1 0 0,-3 1 0 0 0,-1 0-4 0 0,-2 2-7 0 0,-1-1 1 0 0,0 1 0 0 0,0-2-1 0 0,-1 1 1 0 0,1-1 0 0 0,-1-1-1 0 0,1 0 1 0 0,-16 2 0 0 0,22-4-11 0 0,-16 0-42 0 0,19 0 56 0 0,-1 1 0 0 0,0-1 0 0 0,0 0 0 0 0,1 0 0 0 0,-1 0 0 0 0,0 0 0 0 0,0 0 0 0 0,1 0 0 0 0,-1 0 0 0 0,0 0 0 0 0,0 0 0 0 0,1 0 0 0 0,-1 0 0 0 0,0-1 0 0 0,1 1 0 0 0,-1 0 1 0 0,0 0-1 0 0,0-1 0 0 0,-3 0-130 0 0,10 4-105 0 0,-2-2 237 0 0,1 3 2 0 0,9 9 17 0 0,-1 1 1 0 0,-1 0 0 0 0,0 1 0 0 0,11 17-1 0 0,-14-17-10 0 0,2-1 0 0 0,-1-1 0 0 0,16 15 0 0 0,-21-24-3 0 0,0 1 1 0 0,0-1-1 0 0,1 0 1 0 0,0-1-1 0 0,0 1 1 0 0,0-1 0 0 0,0-1-1 0 0,0 1 1 0 0,0-1-1 0 0,1 0 1 0 0,12 2-1 0 0,-6-2-47 0 0,-1-1 0 0 0,1 0 0 0 0,-1-1-1 0 0,1 0 1 0 0,0-1 0 0 0,-1-1 0 0 0,0 0-1 0 0,1-1 1 0 0,-1 0 0 0 0,0-1-1 0 0,22-9 1 0 0,-24 8 40 0 0,-1 0-1 0 0,-1-1 1 0 0,1 1-1 0 0,-1-2 0 0 0,0 1 1 0 0,0-1-1 0 0,-1 0 1 0 0,0-1-1 0 0,0 1 1 0 0,-1-1-1 0 0,0-1 1 0 0,0 1-1 0 0,-1-1 1 0 0,0 0-1 0 0,4-10 0 0 0,1-12 105 0 0,-1 0-1 0 0,9-62 0 0 0,-4 19 520 0 0,-14 73-619 0 0,0 1 1 0 0,0 0-1 0 0,0-1 1 0 0,0 1 0 0 0,1-1-1 0 0,-1 1 1 0 0,0 0 0 0 0,0-1-1 0 0,0 1 1 0 0,0-1 0 0 0,0 1-1 0 0,0 0 1 0 0,0-1 0 0 0,0 1-1 0 0,0-1 1 0 0,0 1 0 0 0,-1-1-1 0 0,1 1 1 0 0,0 0 0 0 0,0-1-1 0 0,0 1 1 0 0,0-1 0 0 0,-1 1-1 0 0,1-1 1 0 0,-8 5-20 0 0,-7 13 5 0 0,5 2 97 0 0,1 1 1 0 0,1 1 0 0 0,1 0-1 0 0,0 0 1 0 0,2 0-1 0 0,0 0 1 0 0,-2 38 0 0 0,7-51-64 0 0,-1 0 0 0 0,2 0 0 0 0,-1-1 0 0 0,1 1 0 0 0,3 13 0 0 0,-3-19-10 0 0,-1 0 0 0 0,1 0 0 0 0,0 0 0 0 0,-1 0 0 0 0,1 0 0 0 0,0 0 0 0 0,0 0 0 0 0,0-1 0 0 0,1 1 0 0 0,-1 0 1 0 0,0-1-1 0 0,1 1 0 0 0,-1-1 0 0 0,1 1 0 0 0,-1-1 0 0 0,1 1 0 0 0,0-1 0 0 0,-1 0 0 0 0,1 0 0 0 0,0 0 0 0 0,0 0 0 0 0,0 0 0 0 0,0-1 0 0 0,0 1 0 0 0,0 0 0 0 0,0-1 1 0 0,3 1-1 0 0,8-1-228 0 0,-1 0 1 0 0,1-1 0 0 0,-1 0 0 0 0,0-1 0 0 0,0-1-1 0 0,20-6 1 0 0,-7 0-2692 0 0,0-1-1 0 0,28-16 1 0 0,-34 14-2014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6:0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14 820 0 0,'3'-1'5539'0'0,"14"0"-1082"0"0,1 0 1476 0 0,-10 0-5734 0 0,-6 1 268 0 0,2-9-883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8:02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1 124 0 0,'0'0'2152'0'0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8:02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0 684 0 0,'0'0'2627'0'0,"20"12"-3718"0"0,-7-10 355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499 153 80 0 0,'6'-15'5250'0'0,"-6"14"-5073"0"0,1-1-1 0 0,-1 0 0 0 0,1 1 1 0 0,-1-1-1 0 0,0 0 0 0 0,0 1 0 0 0,0-1 1 0 0,0 0-1 0 0,0 1 0 0 0,0-1 0 0 0,0 0 1 0 0,0 1-1 0 0,0-1 0 0 0,-1 1 1 0 0,1-1-1 0 0,-1 0 0 0 0,1 1 0 0 0,-1-1 1 0 0,0 1-1 0 0,0-1 0 0 0,0 1 0 0 0,1-1 1 0 0,-1 1-1 0 0,0 0 0 0 0,-1 0 0 0 0,1-1 1 0 0,0 1-1 0 0,0 0 0 0 0,0 0 1 0 0,-1 0-1 0 0,1 0 0 0 0,-1 0 0 0 0,1 0 1 0 0,-1 1-1 0 0,1-1 0 0 0,-1 0 0 0 0,1 1 1 0 0,-1-1-1 0 0,1 1 0 0 0,-1 0 0 0 0,0-1 1 0 0,1 1-1 0 0,-1 0 0 0 0,-2 0 1 0 0,-2 0-94 0 0,1 0 0 0 0,-1 1 0 0 0,1-1 0 0 0,-1 1 1 0 0,1 0-1 0 0,-1 1 0 0 0,1-1 0 0 0,-1 1 1 0 0,1 0-1 0 0,0 0 0 0 0,0 1 0 0 0,-9 6 1 0 0,-3 5-4 0 0,0 2 0 0 0,2 0 1 0 0,0 0-1 0 0,0 2 1 0 0,2 0-1 0 0,0 0 0 0 0,-16 32 1 0 0,-1 11 48 0 0,-27 77 1 0 0,39-88-38 0 0,-18 80 0 0 0,31-107-63 0 0,2 0 0 0 0,0 0 1 0 0,1 1-1 0 0,2-1 0 0 0,0 0 1 0 0,4 26-1 0 0,-3-44-17 0 0,-1 0 0 0 0,1 0-1 0 0,0 0 1 0 0,1 0 0 0 0,-1-1 0 0 0,1 1-1 0 0,0 0 1 0 0,0-1 0 0 0,1 1 0 0 0,-1-1-1 0 0,1 1 1 0 0,0-1 0 0 0,0 0 0 0 0,0 0-1 0 0,1-1 1 0 0,0 1 0 0 0,-1-1 0 0 0,1 1-1 0 0,0-1 1 0 0,0 0 0 0 0,1-1-1 0 0,-1 1 1 0 0,1-1 0 0 0,-1 0 0 0 0,1 0-1 0 0,0 0 1 0 0,0-1 0 0 0,0 1 0 0 0,0-1-1 0 0,0-1 1 0 0,0 1 0 0 0,0 0 0 0 0,0-1-1 0 0,0 0 1 0 0,0-1 0 0 0,0 1 0 0 0,0-1-1 0 0,6-1 1 0 0,8-2 42 0 0,-1-1 0 0 0,1-1 0 0 0,-1 0-1 0 0,-1-1 1 0 0,1-1 0 0 0,-2-1 0 0 0,1 0 0 0 0,-1-1 0 0 0,21-18-1 0 0,-18 12-26 0 0,-1-1-1 0 0,-1 0 0 0 0,0-2 0 0 0,-1 0 0 0 0,-2-1 0 0 0,23-39 0 0 0,-23 33-19 0 0,-1-1-1 0 0,-2 0 1 0 0,0-1-1 0 0,-2 0 0 0 0,-2-1 1 0 0,0 0-1 0 0,-2 0 0 0 0,-1 0 1 0 0,-1 0-1 0 0,-2-1 0 0 0,0 1 1 0 0,-8-55-1 0 0,4 69-15 0 0,0 0 0 0 0,-1 0-1 0 0,0 0 1 0 0,-1 1 0 0 0,-1-1-1 0 0,0 1 1 0 0,-1 1 0 0 0,-1-1-1 0 0,-9-12 1 0 0,10 17-1 0 0,0 1 1 0 0,0 0-1 0 0,-1 0 0 0 0,0 1 1 0 0,-1 0-1 0 0,1 0 1 0 0,-1 1-1 0 0,0 0 0 0 0,-1 1 1 0 0,0 0-1 0 0,0 0 0 0 0,0 1 1 0 0,-15-4-1 0 0,7 4 7 0 0,0 0-1 0 0,-1 2 0 0 0,0 0 1 0 0,1 1-1 0 0,-1 1 0 0 0,0 1 1 0 0,1 0-1 0 0,-1 1 0 0 0,0 2 1 0 0,-23 6-1 0 0,26-5-1 0 0,1 0 1 0 0,-1 1-1 0 0,1 0 1 0 0,1 2-1 0 0,-1 0 0 0 0,1 0 1 0 0,0 1-1 0 0,1 1 1 0 0,0 0-1 0 0,1 1 0 0 0,0 0 1 0 0,-10 14-1 0 0,17-19-1 0 0,0 1-1 0 0,0 0 0 0 0,1 0 1 0 0,0 0-1 0 0,1 1 1 0 0,0-1-1 0 0,0 1 0 0 0,0 0 1 0 0,1 0-1 0 0,0 0 1 0 0,1 0-1 0 0,-1 0 1 0 0,1 9-1 0 0,1-5 14 0 0,1 0 0 0 0,1 0 0 0 0,-1-1 0 0 0,2 1 0 0 0,-1-1-1 0 0,2 1 1 0 0,0-1 0 0 0,6 13 0 0 0,7 9 90 0 0,3-1 0 0 0,0-1 0 0 0,2 0 0 0 0,43 45 1 0 0,203 235 409 0 0,-263-305-654 0 0,34 36 595 0 0,-37-39-717 0 0,1 0-1 0 0,1-1 0 0 0,-1 0 1 0 0,0 0-1 0 0,1 0 0 0 0,-1 0 1 0 0,1 0-1 0 0,-1-1 0 0 0,1 1 1 0 0,0-1-1 0 0,-1 0 0 0 0,7 1 1 0 0,1-2-905 0 0,13-2-4693 0 0,-9-2 983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2:59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2720 0 0,'17'-23'11214'0'0,"-15"19"-9612"0"0,0 0 0 0 0,2-6-1 0 0,0-1-532 0 0,-4 10-702 0 0,1-13-1383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834 221 376 0 0,'13'-59'6911'0'0,"-3"28"15"0"0,-15 49-6754 0 0,0-1-1 0 0,0 1 0 0 0,-16 31 0 0 0,-31 46 95 0 0,5-15-103 0 0,-4-3 1 0 0,-2-2-1 0 0,-5-2 0 0 0,-115 114 1 0 0,160-175-150 0 0,0 0 1 0 0,-2-1-1 0 0,1-1 1 0 0,-1 0-1 0 0,-1-1 0 0 0,0 0 1 0 0,-31 11-1 0 0,41-18-15 0 0,0-1 0 0 0,0 1 1 0 0,0-1-1 0 0,0 0 0 0 0,-1 0 0 0 0,1-1 0 0 0,0 0 0 0 0,0 0 0 0 0,-1 0 0 0 0,1-1 0 0 0,0 0 0 0 0,0 0 1 0 0,0 0-1 0 0,0-1 0 0 0,0 0 0 0 0,0 0 0 0 0,0-1 0 0 0,0 0 0 0 0,1 0 0 0 0,0 0 0 0 0,-1 0 0 0 0,1-1 1 0 0,0 0-1 0 0,1 0 0 0 0,-8-8 0 0 0,2 0-26 0 0,2-1 0 0 0,-1 1 0 0 0,2-1 1 0 0,-1-1-1 0 0,2 1 0 0 0,0-1 0 0 0,1 0 0 0 0,0-1 1 0 0,1 1-1 0 0,0-1 0 0 0,1 0 0 0 0,1 0 0 0 0,1 0 0 0 0,0 0 1 0 0,1 0-1 0 0,0 0 0 0 0,1 0 0 0 0,6-28 0 0 0,-6 39 18 0 0,0 1 0 0 0,0-1-1 0 0,1 0 1 0 0,-1 0-1 0 0,1 1 1 0 0,0-1 0 0 0,0 1-1 0 0,0 0 1 0 0,0-1-1 0 0,0 1 1 0 0,1 0 0 0 0,0 0-1 0 0,0 0 1 0 0,-1 1-1 0 0,2-1 1 0 0,-1 1 0 0 0,5-3-1 0 0,-5 3 16 0 0,0 1-1 0 0,0 0 1 0 0,0 0-1 0 0,0 1 1 0 0,0-1-1 0 0,0 1 1 0 0,0-1-1 0 0,1 1 1 0 0,-1 0-1 0 0,0 0 0 0 0,0 1 1 0 0,0-1-1 0 0,1 0 1 0 0,-1 1-1 0 0,0 0 1 0 0,0 0-1 0 0,0 0 1 0 0,0 0-1 0 0,0 1 1 0 0,0-1-1 0 0,5 4 1 0 0,6 5 28 0 0,0 0-1 0 0,-1 1 1 0 0,0 1 0 0 0,0 0 0 0 0,19 25 0 0 0,49 77 110 0 0,-38-48-81 0 0,1-1-29 0 0,54 72 0 0 0,-86-123-35 0 0,1 0 1 0 0,0-1-1 0 0,1 0 1 0 0,1-1-1 0 0,-1 0 1 0 0,30 16-1 0 0,-33-22 2 0 0,1-1 0 0 0,0 0-1 0 0,0-1 1 0 0,1 0-1 0 0,-1-1 1 0 0,1-1 0 0 0,-1 0-1 0 0,1 0 1 0 0,15-1-1 0 0,-10-1 1 0 0,0-2 0 0 0,0 0 0 0 0,0-1 0 0 0,-1 0 0 0 0,1-2 0 0 0,17-6-1 0 0,-9 1 8 0 0,1-2 0 0 0,-2-1 0 0 0,0-1-1 0 0,0-1 1 0 0,-1-2 0 0 0,-1 0-1 0 0,-1-1 1 0 0,22-24 0 0 0,-25 21-15 0 0,-1-1 1 0 0,-1 0 0 0 0,-1-2 0 0 0,-1 0-1 0 0,-1 0 1 0 0,-1-1 0 0 0,-2-1-1 0 0,0 0 1 0 0,-2-1 0 0 0,-1 0-1 0 0,-1-1 1 0 0,6-41 0 0 0,-9 35 76 0 0,-2-1 0 0 0,-1 1 0 0 0,-1-1 1 0 0,-2 1-1 0 0,-2-1 0 0 0,-1 1 0 0 0,-1 0 0 0 0,-2 1 1 0 0,-23-62-1 0 0,25 81-47 0 0,0 1 1 0 0,-1 0-1 0 0,0 0 0 0 0,-1 0 1 0 0,0 1-1 0 0,-1 0 0 0 0,-1 1 1 0 0,0 0-1 0 0,-18-16 0 0 0,21 22-19 0 0,0 0 0 0 0,0 0 0 0 0,-1 1 0 0 0,1 0 0 0 0,-1 0-1 0 0,0 1 1 0 0,0 0 0 0 0,0 0 0 0 0,0 1 0 0 0,-1 0 0 0 0,1 0-1 0 0,-1 1 1 0 0,1 0 0 0 0,-1 1 0 0 0,1 0 0 0 0,-1 0 0 0 0,-15 3 0 0 0,5 1-1 0 0,-1 1 1 0 0,0 1 0 0 0,1 1 0 0 0,0 1 0 0 0,1 0 0 0 0,0 2 0 0 0,0 0 0 0 0,1 1 0 0 0,0 0 0 0 0,-15 15-1 0 0,17-13 2 0 0,1 0 0 0 0,1 1 0 0 0,0 0-1 0 0,1 1 1 0 0,0 0 0 0 0,1 1-1 0 0,1 0 1 0 0,1 1 0 0 0,0 0 0 0 0,-11 31-1 0 0,19-41-102 0 0,-1-1-1 0 0,1 1 1 0 0,0-1-1 0 0,0 1 1 0 0,0 0-1 0 0,1-1 1 0 0,0 1-1 0 0,1 0 1 0 0,0-1-1 0 0,0 1 1 0 0,0-1-1 0 0,0 1 1 0 0,1-1-1 0 0,0 0 1 0 0,1 1-1 0 0,0-1 1 0 0,-1 0-1 0 0,8 10 1 0 0,-2-6-683 0 0,-1 0 0 0 0,1-1 1 0 0,1 0-1 0 0,0 0 0 0 0,0-1 1 0 0,1 0-1 0 0,0-1 0 0 0,0 0 1 0 0,14 7-1 0 0,8 2-4225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36 760 1940 0 0,'1'2'642'0'0,"0"0"-1"0"0,-1 0 0 0 0,1 0 1 0 0,-1 0-1 0 0,0-1 1 0 0,0 1-1 0 0,0 0 0 0 0,0 0 1 0 0,0 0-1 0 0,0 0 1 0 0,0 0-1 0 0,-1 0 0 0 0,1 0 1 0 0,-1 0-1 0 0,1 0 1 0 0,-2 2-1 0 0,1-1-360 0 0,0 1 0 0 0,0-1 0 0 0,1 0 0 0 0,-1 0 0 0 0,1 1 0 0 0,-1-1 0 0 0,1 1 0 0 0,0-1 0 0 0,0 0 0 0 0,2 7 0 0 0,-2-8-218 0 0,1 0 0 0 0,0 0-1 0 0,0 1 1 0 0,0-1-1 0 0,1 0 1 0 0,-1 0-1 0 0,0 0 1 0 0,1 0-1 0 0,-1 0 1 0 0,1 0-1 0 0,0-1 1 0 0,0 1-1 0 0,-1 0 1 0 0,1-1-1 0 0,0 1 1 0 0,0-1-1 0 0,5 2 1 0 0,-2-1-6 0 0,-1 0-1 0 0,1 0 1 0 0,0-1 0 0 0,0 0 0 0 0,0 0-1 0 0,0-1 1 0 0,0 1 0 0 0,9-1 0 0 0,-7 0-30 0 0,1-1 0 0 0,-1 0 0 0 0,1 0 1 0 0,-1 0-1 0 0,0-1 0 0 0,0 0 1 0 0,0-1-1 0 0,0 0 0 0 0,0 0 0 0 0,0 0 1 0 0,-1-1-1 0 0,12-7 0 0 0,-14 7-25 0 0,-1-1 0 0 0,0 1 1 0 0,1-1-1 0 0,-1 1 0 0 0,-1-1 0 0 0,1 0 0 0 0,-1 0 0 0 0,1 0 0 0 0,-2-1 0 0 0,1 1 0 0 0,0 0 0 0 0,-1-1 0 0 0,0 1 0 0 0,0-1 1 0 0,-1 1-1 0 0,0-7 0 0 0,0 5-5 0 0,0 0 1 0 0,0 0-1 0 0,-1-1 1 0 0,0 1-1 0 0,0 0 1 0 0,-1 0-1 0 0,0 0 1 0 0,0 0-1 0 0,-1 0 1 0 0,0 1-1 0 0,0-1 0 0 0,-5-6 1 0 0,8 12-5 0 0,-1-1 0 0 0,0 1 0 0 0,0 0 1 0 0,-1-1-1 0 0,1 1 0 0 0,0 0 0 0 0,0 0 0 0 0,-1 0 0 0 0,1-1 1 0 0,-1 2-1 0 0,1-1 0 0 0,-1 0 0 0 0,1 0 0 0 0,-1 0 0 0 0,1 1 1 0 0,-1-1-1 0 0,0 1 0 0 0,1-1 0 0 0,-1 1 0 0 0,0 0 0 0 0,-2-1 0 0 0,1 2 0 0 0,0-1-1 0 0,0 1 0 0 0,0-1 0 0 0,0 1 0 0 0,1 0 0 0 0,-1 0 0 0 0,0 0 1 0 0,1 1-1 0 0,-1-1 0 0 0,1 1 0 0 0,-5 3 0 0 0,-3 3-2 0 0,0 2 1 0 0,0-1-1 0 0,1 2 0 0 0,-10 13 1 0 0,4-2 13 0 0,0 0 1 0 0,2 0 0 0 0,-19 45 0 0 0,27-55 6 0 0,1 0 0 0 0,0 0 1 0 0,1 0-1 0 0,0 0 0 0 0,1 1 0 0 0,0-1 0 0 0,1 1 1 0 0,1 0-1 0 0,1 24 0 0 0,0-33 0 0 0,0 0-1 0 0,-1 0 1 0 0,1-1 0 0 0,1 1-1 0 0,-1 0 1 0 0,0-1 0 0 0,1 1-1 0 0,0-1 1 0 0,0 0 0 0 0,0 0-1 0 0,0 1 1 0 0,1-1 0 0 0,-1 0-1 0 0,1-1 1 0 0,0 1 0 0 0,4 4-1 0 0,-1-4 2 0 0,-1 0 0 0 0,1 0-1 0 0,0 0 1 0 0,-1-1-1 0 0,1 1 1 0 0,0-1-1 0 0,0-1 1 0 0,1 1 0 0 0,7 0-1 0 0,5-1-173 0 0,0 0-1 0 0,0-1 1 0 0,0-1 0 0 0,0-1 0 0 0,34-8-1 0 0,-27 3-222 0 0,0 0 0 0 0,-1-2 0 0 0,0-1-1 0 0,0-1 1 0 0,-1-1 0 0 0,-1-1 0 0 0,0-1-1 0 0,-1-2 1 0 0,0 0 0 0 0,-2-1 0 0 0,1-1-1 0 0,-2 0 1 0 0,-1-2 0 0 0,0 0 0 0 0,-2-1-1 0 0,0-1 1 0 0,-1-1 0 0 0,-1 0 0 0 0,-2 0-1 0 0,17-42 1 0 0,-11 15 329 0 0,-1-2 1 0 0,-3 0-1 0 0,-2-1 0 0 0,7-78 0 0 0,-14 70 1847 0 0,-7-111 0 0 0,0 149-946 0 0,1 0 380 0 0,-8-44-1 0 0,8 65-960 0 0,-3 31 281 0 0,-18 217 1046 0 0,-10 93-816 0 0,16-231-536 0 0,4-31-61 0 0,-3 113-1 0 0,15-185-158 0 0,0 0 0 0 0,0 0-1 0 0,1-1 1 0 0,-1 1 0 0 0,1 0-1 0 0,0 0 1 0 0,1-1 0 0 0,-1 1-1 0 0,1 0 1 0 0,0-1 0 0 0,0 1-1 0 0,4 5 1 0 0,-4-8-14 0 0,0 0 0 0 0,-1 0 0 0 0,1-1 0 0 0,0 1 0 0 0,0 0 0 0 0,0-1 0 0 0,0 0 1 0 0,0 1-1 0 0,1-1 0 0 0,-1 0 0 0 0,0 0 0 0 0,1 0 0 0 0,-1-1 0 0 0,0 1 0 0 0,1 0 0 0 0,-1-1 0 0 0,1 0 0 0 0,-1 1 1 0 0,1-1-1 0 0,-1 0 0 0 0,1 0 0 0 0,-1-1 0 0 0,1 1 0 0 0,-1 0 0 0 0,5-2 0 0 0,12-3-474 0 0,0-2 0 0 0,-1 0 0 0 0,1 0 0 0 0,-2-2-1 0 0,1 0 1 0 0,23-17 0 0 0,-12 4-1223 0 0,0 0 0 0 0,40-43 0 0 0,-58 54 59 0 0,-1-2 0 0 0,15-20-1 0 0,-9 6-2443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1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47 1988 0 0,'-246'-27'15558'0'0,"243"26"-14964"0"0,10-5-344 0 0,3 3-344 0 0,0 0 0 0 0,1 1 0 0 0,-1 0 0 0 0,0 1 0 0 0,1 0 0 0 0,-1 1 0 0 0,11 0 1 0 0,-1 0-484 0 0,227 3-9259 0 0,-201-1 5014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266 129 2068 0 0,'-28'21'8467'0'0,"-1"0"-2635"0"0,28-20-5336 0 0,1-1-468 0 0,0 0 0 0 0,1 0 0 0 0,-1 0 0 0 0,0 0 0 0 0,1 0 0 0 0,-1 0 0 0 0,0 0 0 0 0,0 0 1 0 0,1 0-1 0 0,-1 0 0 0 0,0 0 0 0 0,0 0 0 0 0,1 0 0 0 0,-1 0 0 0 0,0 0 0 0 0,1 0 0 0 0,-1 0 0 0 0,0 0 0 0 0,0 1 0 0 0,1-1 0 0 0,-1 0 0 0 0,0 0 1 0 0,0 0-1 0 0,1 0 0 0 0,-1 1 0 0 0,0-1 0 0 0,0 0 0 0 0,0 0 0 0 0,0 0 0 0 0,1 1 0 0 0,-1-1 0 0 0,0 0 0 0 0,0 0 0 0 0,0 1 0 0 0,0-1 1 0 0,0 0-1 0 0,0 1 0 0 0,1-1 0 0 0,-1 0 0 0 0,0 0 0 0 0,0 1 0 0 0,0-1 0 0 0,0 0 0 0 0,0 0 0 0 0,0 1 0 0 0,0-1 0 0 0,0 0 0 0 0,0 1 0 0 0,-1-1 1 0 0,1 0-1 0 0,0 0 0 0 0,0 1 0 0 0,0-1 0 0 0,0 0 0 0 0,0 0 0 0 0,0 1 0 0 0,-1-1 0 0 0,1 0 0 0 0,0 0 0 0 0,0 1 0 0 0,0-1 0 0 0,0 0 1 0 0,-1 0-1 0 0,1 0 0 0 0,0 1 0 0 0,7-2 39 0 0,1 0 0 0 0,-1-1 1 0 0,1 1-1 0 0,-1-1 0 0 0,0-1 1 0 0,0 1-1 0 0,9-6 0 0 0,-14 7-66 0 0,0 0 0 0 0,0-1-1 0 0,0 1 1 0 0,0-1 0 0 0,-1 1 0 0 0,1-1 0 0 0,0 0-1 0 0,-1 1 1 0 0,0-1 0 0 0,1 0 0 0 0,-1 0 0 0 0,0 0-1 0 0,0 0 1 0 0,0 0 0 0 0,0-1 0 0 0,0 1-1 0 0,0 0 1 0 0,-1 0 0 0 0,1 0 0 0 0,-1-1 0 0 0,0 1-1 0 0,0 0 1 0 0,1-1 0 0 0,-2 1 0 0 0,1 0 0 0 0,0-1-1 0 0,0 1 1 0 0,-1 0 0 0 0,1 0 0 0 0,-2-3-1 0 0,1 0-14 0 0,0-1 0 0 0,0 1-1 0 0,-1 0 1 0 0,0 0 0 0 0,0 0-1 0 0,-1 0 1 0 0,1 0-1 0 0,-1 1 1 0 0,0-1 0 0 0,-1 1-1 0 0,1-1 1 0 0,-1 1 0 0 0,1 0-1 0 0,-1 1 1 0 0,0-1-1 0 0,-1 1 1 0 0,1-1 0 0 0,-1 1-1 0 0,1 1 1 0 0,-1-1-1 0 0,0 1 1 0 0,-10-4 0 0 0,12 5 2 0 0,0 0 0 0 0,0 1 0 0 0,0 0 0 0 0,0-1 0 0 0,0 1 0 0 0,0 0 1 0 0,0 1-1 0 0,0-1 0 0 0,0 0 0 0 0,0 1 0 0 0,0 0 0 0 0,0 0 0 0 0,-5 2 0 0 0,2-1-8 0 0,0 1-1 0 0,0 0 1 0 0,0 0-1 0 0,1 0 1 0 0,-7 6-1 0 0,-1 2 1 0 0,1 2-1 0 0,0-1 0 0 0,1 2 1 0 0,0-1-1 0 0,1 1 0 0 0,1 1 0 0 0,-12 24 1 0 0,15-28 24 0 0,1 0 0 0 0,1 1 1 0 0,0-1-1 0 0,0 1 0 0 0,1 0 1 0 0,1 1-1 0 0,0-1 0 0 0,1 0 0 0 0,0 1 1 0 0,1-1-1 0 0,1 16 0 0 0,0-23 17 0 0,0 1 1 0 0,0 0-1 0 0,1-1 0 0 0,0 1 0 0 0,0-1 0 0 0,0 1 0 0 0,1-1 0 0 0,0 0 0 0 0,0 0 0 0 0,0 0 0 0 0,0 0 1 0 0,1-1-1 0 0,0 0 0 0 0,6 7 0 0 0,-3-6-46 0 0,0 1 0 0 0,1-1 0 0 0,-1-1 0 0 0,1 1 0 0 0,0-2 0 0 0,0 1 0 0 0,0-1 0 0 0,17 4 0 0 0,-8-3-638 0 0,0-1 0 0 0,1-1-1 0 0,-1 0 1 0 0,1-2-1 0 0,0 0 1 0 0,-1-1 0 0 0,1-1-1 0 0,-1 0 1 0 0,20-6-1 0 0,-26 5-1079 0 0,0-1 0 0 0,20-9 0 0 0,-8-1-2626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59 122 372 0 0,'-29'-122'14969'0'0,"31"123"-14889"0"0,0-1 0 0 0,0 1 1 0 0,-1-1-1 0 0,1 1 1 0 0,0 0-1 0 0,-1 0 0 0 0,1 0 1 0 0,-1 0-1 0 0,1 0 0 0 0,-1 0 1 0 0,1 0-1 0 0,-1 1 0 0 0,0-1 1 0 0,1 0-1 0 0,-1 1 1 0 0,2 2-1 0 0,18 29 632 0 0,-19-29-625 0 0,7 12 108 0 0,-1 1 1 0 0,0 0-1 0 0,-2 0 0 0 0,0 0 0 0 0,-1 0 0 0 0,0 1 0 0 0,-2 0 1 0 0,0 0-1 0 0,-1 0 0 0 0,0 20 0 0 0,-3-24-92 0 0,1-1-1 0 0,-2 0 1 0 0,1 0-1 0 0,-2 0 1 0 0,0 0-1 0 0,0-1 1 0 0,-1 1-1 0 0,-1-1 1 0 0,0 0-1 0 0,-1 0 1 0 0,0-1-1 0 0,-1 1 1 0 0,0-1-1 0 0,-15 18 1 0 0,20-27-19 0 0,-1 1 1 0 0,1 0 0 0 0,-1-1 0 0 0,0 0-1 0 0,0 0 1 0 0,1 0 0 0 0,-1 0-1 0 0,-1 0 1 0 0,1 0 0 0 0,0-1 0 0 0,0 1-1 0 0,-4 0 1 0 0,6-2-79 0 0,0 0 0 0 0,1 0 0 0 0,-1 0 0 0 0,0 0 1 0 0,1 0-1 0 0,-1-1 0 0 0,0 1 0 0 0,1 0 0 0 0,-1 0 0 0 0,1-1 0 0 0,-1 1 0 0 0,0 0 0 0 0,1-1 0 0 0,-1 1 1 0 0,1 0-1 0 0,-1-1 0 0 0,1 1 0 0 0,-1-1 0 0 0,1 1 0 0 0,-1-1 0 0 0,1 1 0 0 0,-1-1 0 0 0,1 1 0 0 0,0-1 1 0 0,-1 0-1 0 0,1 1 0 0 0,0-1 0 0 0,0 0 0 0 0,-1 1 0 0 0,1-1 0 0 0,0-1 0 0 0,-6-19 25 0 0,6 17-29 0 0,0-1 0 0 0,0 0 0 0 0,1 1-1 0 0,0-1 1 0 0,-1 1 0 0 0,1-1 0 0 0,1 0 0 0 0,-1 1 0 0 0,1 0-1 0 0,0-1 1 0 0,0 1 0 0 0,0 0 0 0 0,0 0 0 0 0,4-5 0 0 0,4-4-4 0 0,1 0 1 0 0,18-19 0 0 0,-15 19-374 0 0,1 0-1 0 0,0 1 1 0 0,1 0 0 0 0,21-11 0 0 0,-18 12-942 0 0,1 2 0 0 0,-1 1 1 0 0,2 0-1 0 0,-1 2 0 0 0,1 0 1 0 0,33-5-1 0 0,-3 2-3527 0 0,-27 5 643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33 1656 0 0,'-5'-29'16529'0'0,"5"39"-16182"0"0,4 83 1417 0 0,-1-53-1515 0 0,-2 0-1 0 0,-5 55 1 0 0,2-79-164 0 0,2-12-49 0 0,-1 0-1 0 0,1 1 1 0 0,-1-1 0 0 0,0 0 0 0 0,0 0 0 0 0,0 0-1 0 0,0 0 1 0 0,-1 0 0 0 0,1-1 0 0 0,-3 5 0 0 0,3-6-10 0 0,-1-3-28 0 0,0 1-1 0 0,1 0 1 0 0,-1 0-1 0 0,1-1 0 0 0,-1 1 1 0 0,1 0-1 0 0,-1-1 1 0 0,1 0-1 0 0,-1 1 0 0 0,1-1 1 0 0,0 0-1 0 0,-3-1 1 0 0,2 1-34 0 0,1-1 17 0 0,-1 1-1 0 0,1-1 1 0 0,0 1 0 0 0,0-1-1 0 0,0 1 1 0 0,0-1 0 0 0,0 0-1 0 0,1 1 1 0 0,-1-1 0 0 0,0 0-1 0 0,1 0 1 0 0,-1 1 0 0 0,1-1-1 0 0,0-3 1 0 0,-2-23-180 0 0,2 19 164 0 0,0 0-1 0 0,1 0 1 0 0,0 0-1 0 0,1 0 1 0 0,0 1-1 0 0,0-1 0 0 0,1 1 1 0 0,0-1-1 0 0,0 1 1 0 0,1 0-1 0 0,0 0 1 0 0,1 1-1 0 0,0-1 1 0 0,8-10-1 0 0,-7 13 15 0 0,-1-1-1 0 0,0 2 0 0 0,1-1 1 0 0,0 0-1 0 0,0 1 1 0 0,0 0-1 0 0,1 0 1 0 0,-1 1-1 0 0,1 0 1 0 0,0 0-1 0 0,0 1 1 0 0,0-1-1 0 0,0 2 1 0 0,0-1-1 0 0,1 1 1 0 0,-1 0-1 0 0,14 0 1 0 0,-15 1 17 0 0,1 0 1 0 0,-1 1-1 0 0,0-1 1 0 0,1 2 0 0 0,-1-1-1 0 0,0 1 1 0 0,0-1 0 0 0,1 2-1 0 0,-2-1 1 0 0,1 1 0 0 0,0 0-1 0 0,0 0 1 0 0,-1 0 0 0 0,0 1-1 0 0,1 0 1 0 0,-2 0-1 0 0,1 0 1 0 0,0 1 0 0 0,-1 0-1 0 0,6 7 1 0 0,-5-4 35 0 0,0 1 0 0 0,0 0 1 0 0,0 0-1 0 0,-1 1 0 0 0,-1-1 0 0 0,0 1 0 0 0,0 0 1 0 0,-1 0-1 0 0,0 0 0 0 0,0 0 0 0 0,-1 0 0 0 0,-1 13 1 0 0,2-32-48 0 0,0 0 0 0 0,0 0 0 0 0,1 0 0 0 0,0 0 0 0 0,1 0 0 0 0,0 1 1 0 0,5-9-1 0 0,-5 9 1 0 0,10-20-30 0 0,2 0 0 0 0,19-26 1 0 0,-28 45 2 0 0,0 0 1 0 0,0 1-1 0 0,1 0 1 0 0,0 0-1 0 0,0 0 1 0 0,1 1-1 0 0,0 1 1 0 0,1-1-1 0 0,12-5 1 0 0,-19 10 33 0 0,0 1 0 0 0,0-1 0 0 0,1 1 1 0 0,-1 0-1 0 0,1 0 0 0 0,-1 1 0 0 0,1-1 1 0 0,0 1-1 0 0,-1 0 0 0 0,1 0 0 0 0,-1 0 0 0 0,1 0 1 0 0,0 0-1 0 0,-1 1 0 0 0,1 0 0 0 0,-1 0 0 0 0,1 0 1 0 0,-1 0-1 0 0,0 0 0 0 0,1 1 0 0 0,-1-1 1 0 0,0 1-1 0 0,0 0 0 0 0,0 0 0 0 0,0 0 0 0 0,0 1 1 0 0,0-1-1 0 0,-1 0 0 0 0,1 1 0 0 0,-1 0 0 0 0,4 5 1 0 0,0 0 23 0 0,-1 1 1 0 0,0 0-1 0 0,0 0 1 0 0,-1 0-1 0 0,0 1 1 0 0,0 0 0 0 0,-1 0-1 0 0,-1 0 1 0 0,0 0-1 0 0,1 10 1 0 0,0 16 70 0 0,6 41-666 0 0,-8-68-25 0 0,1 0-1 0 0,1 0 0 0 0,0-1 1 0 0,0 1-1 0 0,0-1 0 0 0,7 12 1 0 0,7-1-1767 0 0,-16-18 1979 0 0,0-1-1 0 0,0 1 1 0 0,0 0-1 0 0,0-1 1 0 0,0 1-1 0 0,0-1 1 0 0,1 0-1 0 0,-1 1 1 0 0,0-1-1 0 0,0 0 1 0 0,0 1-1 0 0,0-1 1 0 0,1 0-1 0 0,1 0 1 0 0,13-2-3972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0 138 212 0 0,'12'-40'4551'0'0,"19"-58"7565"0"0,-34 167-9966 0 0,0 21-1501 0 0,3-79-597 0 0,1 0-1 0 0,0 0 0 0 0,1-1 1 0 0,0 1-1 0 0,7 20 0 0 0,-8-29-33 0 0,0 0 0 0 0,0 0-1 0 0,0 0 1 0 0,0 0-1 0 0,0 0 1 0 0,1 0-1 0 0,-1 0 1 0 0,1-1-1 0 0,-1 1 1 0 0,1 0-1 0 0,0-1 1 0 0,0 1-1 0 0,0-1 1 0 0,-1 0-1 0 0,1 1 1 0 0,0-1 0 0 0,1 0-1 0 0,1 1 1 0 0,0-1-94 0 0,0 0 1 0 0,1 0 0 0 0,-1-1 0 0 0,0 1 0 0 0,0-1 0 0 0,0 0 0 0 0,1 0-1 0 0,-1 0 1 0 0,6-2 0 0 0,-1 0-474 0 0,1 0 1 0 0,-1-1-1 0 0,0 0 0 0 0,-1 0 1 0 0,1-1-1 0 0,-1 0 0 0 0,1-1 1 0 0,10-8-1 0 0,-13 8-479 0 0,0-1-1 0 0,0 0 1 0 0,0 0 0 0 0,-1 0 0 0 0,0 0-1 0 0,5-10 1 0 0,1-7-4000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164 129 2244 0 0,'-12'-15'2689'0'0,"-1"0"-1"0"0,-15-13 0 0 0,-29-21 1544 0 0,38 33-3548 0 0,17 15-619 0 0,2 1-88 0 0,0-1 0 0 0,0 1 1 0 0,-1 0-1 0 0,1-1 0 0 0,0 1 0 0 0,-1 0 0 0 0,1 0 1 0 0,0-1-1 0 0,-1 1 0 0 0,1 0 0 0 0,0 0 0 0 0,-1 0 1 0 0,1-1-1 0 0,-1 1 0 0 0,1 0 0 0 0,0 0 0 0 0,-1 0 1 0 0,1 0-1 0 0,-1 0 0 0 0,1 0 0 0 0,-1 0 0 0 0,1 0 1 0 0,0 0-1 0 0,-1 0 0 0 0,1 0 0 0 0,-1 0 0 0 0,1 0 1 0 0,0 0-1 0 0,-1 1 0 0 0,0-1 0 0 0,-8 12-1307 0 0,-1 17-4964 0 0,9-17 1739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19 149 1932 0 0,'2'-14'14476'0'0,"0"10"-13614"0"0,3 7-800 0 0,0 1 1 0 0,0 0 0 0 0,0 0-1 0 0,-1 0 1 0 0,0 1 0 0 0,0 0-1 0 0,0 0 1 0 0,-1 0 0 0 0,1 0-1 0 0,-1 0 1 0 0,0 1 0 0 0,-1-1-1 0 0,1 1 1 0 0,-1 0 0 0 0,0-1-1 0 0,-1 1 1 0 0,1 0 0 0 0,0 13-1 0 0,-1-14-33 0 0,-1 0 0 0 0,0 1-1 0 0,0-1 1 0 0,0 0-1 0 0,0 0 1 0 0,-1 1 0 0 0,0-1-1 0 0,0 0 1 0 0,-1 0-1 0 0,1 0 1 0 0,-1 0 0 0 0,0 0-1 0 0,-1 0 1 0 0,1 0-1 0 0,-1-1 1 0 0,0 1 0 0 0,0-1-1 0 0,0 0 1 0 0,0 0 0 0 0,-1 0-1 0 0,-8 7 1 0 0,12-11-26 0 0,-1 1 0 0 0,0 0 1 0 0,1-1-1 0 0,-1 1 0 0 0,0-1 1 0 0,0 1-1 0 0,1-1 0 0 0,-1 1 1 0 0,0-1-1 0 0,0 1 0 0 0,0-1 0 0 0,0 0 1 0 0,1 1-1 0 0,-1-1 0 0 0,0 0 1 0 0,0 0-1 0 0,0 0 0 0 0,0 0 1 0 0,0 0-1 0 0,0 0 0 0 0,0 0 1 0 0,0 0-1 0 0,1 0 0 0 0,-1 0 1 0 0,0 0-1 0 0,0-1 0 0 0,0 1 0 0 0,0 0 1 0 0,0-1-1 0 0,1 1 0 0 0,-1-1 1 0 0,0 1-1 0 0,0-1 0 0 0,0 1 1 0 0,1-1-1 0 0,-1 1 0 0 0,0-1 1 0 0,1 1-1 0 0,-1-1 0 0 0,1 0 1 0 0,-1 0-1 0 0,1 1 0 0 0,-1-1 0 0 0,1 0 1 0 0,-1 0-1 0 0,1 0 0 0 0,-1 1 1 0 0,1-1-1 0 0,0 0 0 0 0,0 0 1 0 0,0 0-1 0 0,-1 0 0 0 0,1-1 1 0 0,-1-4-6 0 0,0 0 1 0 0,0-1-1 0 0,1 1 1 0 0,-1 0-1 0 0,1 0 1 0 0,2-8-1 0 0,1-3-16 0 0,1 0 0 0 0,0 0 0 0 0,2 0-1 0 0,0 1 1 0 0,1 0 0 0 0,0 1 0 0 0,1-1-1 0 0,1 1 1 0 0,16-21 0 0 0,-17 27-4 0 0,-1 0 1 0 0,1 0 0 0 0,0 1-1 0 0,1 0 1 0 0,0 1 0 0 0,1 0-1 0 0,-1 0 1 0 0,1 1-1 0 0,0 0 1 0 0,1 1 0 0 0,-1 0-1 0 0,1 1 1 0 0,0 0-1 0 0,0 1 1 0 0,13-3 0 0 0,-18 5 43 0 0,-1 0 0 0 0,0 1 1 0 0,0 0-1 0 0,1 0 1 0 0,-1 0-1 0 0,0 0 0 0 0,1 1 1 0 0,-1 0-1 0 0,0 0 1 0 0,0 1-1 0 0,0-1 0 0 0,0 1 1 0 0,0 0-1 0 0,0 0 0 0 0,0 1 1 0 0,-1-1-1 0 0,1 1 1 0 0,-1 0-1 0 0,0 1 0 0 0,0-1 1 0 0,0 1-1 0 0,0-1 1 0 0,0 1-1 0 0,-1 0 0 0 0,4 6 1 0 0,-2-2 35 0 0,0 0 1 0 0,-1 1 0 0 0,0 0 0 0 0,0 0 0 0 0,-1 1-1 0 0,0-1 1 0 0,-1 0 0 0 0,0 1 0 0 0,0 0-1 0 0,-1 0 1 0 0,0-1 0 0 0,-2 18 0 0 0,-7 46 46 0 0,0-27-3739 0 0,8-44 3064 0 0,0-1 1 0 0,0 1-1 0 0,0-1 1 0 0,0 1-1 0 0,1-1 1 0 0,-1 1 0 0 0,1-1-1 0 0,-1 1 1 0 0,1-1-1 0 0,0 1 1 0 0,-1-1-1 0 0,1 0 1 0 0,2 3-1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282 170 1588 0 0,'27'-16'15798'0'0,"-27"17"-15609"0"0,13 12 1869 0 0,-11-10-2013 0 0,0-1-1 0 0,0 1 1 0 0,0-1-1 0 0,1 0 0 0 0,-1 0 1 0 0,1 0-1 0 0,-1 0 0 0 0,1 0 1 0 0,0 0-1 0 0,0-1 0 0 0,3 2 1 0 0,-3-2-7 0 0,1 0 0 0 0,0 0-1 0 0,-1 0 1 0 0,1-1 0 0 0,0 0 0 0 0,-1 0 0 0 0,1 0 0 0 0,0 0-1 0 0,-1 0 1 0 0,1-1 0 0 0,0 1 0 0 0,-1-1 0 0 0,1 0 0 0 0,-1-1-1 0 0,1 1 1 0 0,-1 0 0 0 0,0-1 0 0 0,1 0 0 0 0,-1 0 0 0 0,0 0-1 0 0,0 0 1 0 0,0 0 0 0 0,0-1 0 0 0,-1 1 0 0 0,1-1 0 0 0,-1 0-1 0 0,1 1 1 0 0,-1-1 0 0 0,0 0 0 0 0,0-1 0 0 0,0 1 0 0 0,-1 0-1 0 0,1 0 1 0 0,-1-1 0 0 0,2-4 0 0 0,-1 1-27 0 0,-1-1 0 0 0,1 0-1 0 0,-1 0 1 0 0,0 0 0 0 0,-1 0 0 0 0,0-1-1 0 0,0 1 1 0 0,-3-13 0 0 0,3 19-21 0 0,0-1 0 0 0,-1 1 0 0 0,0-1 1 0 0,1 1-1 0 0,-1 0 0 0 0,0-1 0 0 0,0 1 0 0 0,-1 0 0 0 0,1 0 1 0 0,0 0-1 0 0,-1 0 0 0 0,1 0 0 0 0,-1 0 0 0 0,1 0 0 0 0,-1 1 0 0 0,0-1 1 0 0,0 0-1 0 0,0 1 0 0 0,0-1 0 0 0,0 1 0 0 0,0 0 0 0 0,0 0 0 0 0,-1 0 1 0 0,1 0-1 0 0,0 0 0 0 0,-1 0 0 0 0,1 1 0 0 0,0-1 0 0 0,-1 1 1 0 0,1 0-1 0 0,-1-1 0 0 0,-2 1 0 0 0,-5 1-7 0 0,1 0 0 0 0,-1 0 0 0 0,1 1 0 0 0,0 1-1 0 0,0-1 1 0 0,0 1 0 0 0,0 1 0 0 0,-12 6 0 0 0,-65 42-41 0 0,81-48 51 0 0,-29 18-17 0 0,2 2-1 0 0,-32 31 1 0 0,54-46 21 0 0,0 1 1 0 0,1 0-1 0 0,0 0 0 0 0,1 1 0 0 0,1 0 1 0 0,-1 1-1 0 0,2 0 0 0 0,0 0 0 0 0,0 0 1 0 0,-4 14-1 0 0,9-22 10 0 0,0-1-1 0 0,0 1 1 0 0,1-1 0 0 0,-1 1-1 0 0,1-1 1 0 0,0 1 0 0 0,0-1-1 0 0,0 1 1 0 0,1-1 0 0 0,-1 1 0 0 0,1-1-1 0 0,0 1 1 0 0,-1-1 0 0 0,2 0-1 0 0,-1 1 1 0 0,0-1 0 0 0,4 5-1 0 0,-2-3 24 0 0,0-1-1 0 0,0 0 0 0 0,1-1 0 0 0,0 1 0 0 0,-1-1 0 0 0,1 1 0 0 0,1-1 0 0 0,-1 0 1 0 0,0 0-1 0 0,10 3 0 0 0,0 0-287 0 0,0-1 0 0 0,0 0 0 0 0,0-2 0 0 0,1 0 0 0 0,-1 0 0 0 0,1-1-1 0 0,21 0 1 0 0,-12-3-1769 0 0,36-4 0 0 0,-6-7-4368 0 0,-28 4-106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4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11 847 744 0 0,'0'0'13785'0'0,"-2"0"-13414"0"0,-6 3 141 0 0,11 2 322 0 0,0-5-757 0 0,-1 1 0 0 0,0 0 0 0 0,1-1 1 0 0,-1 0-1 0 0,0 1 0 0 0,1-1 0 0 0,-1 0 0 0 0,0 0 1 0 0,1 0-1 0 0,-1-1 0 0 0,3 1 0 0 0,12-4 17 0 0,0-1 0 0 0,0 0 0 0 0,0-1 0 0 0,-1 0 0 0 0,0-2 0 0 0,0 0 0 0 0,26-18-1 0 0,-20 10-49 0 0,-2 0-1 0 0,0-2 0 0 0,0-1 0 0 0,27-34 0 0 0,-19 14-52 0 0,-1-1 0 0 0,-2-1-1 0 0,-2-2 1 0 0,-2 0 0 0 0,23-64 0 0 0,-26 55-9 0 0,12-60 1 0 0,-26 91-1 0 0,0 0 0 0 0,-2-1 0 0 0,0 1 0 0 0,-1-1 0 0 0,-4-38 0 0 0,2 52-24 0 0,-3-6-166 0 0,4 14 203 0 0,-1 0 0 0 0,0 1 0 0 0,1-1 0 0 0,-1 1 0 0 0,1-1 0 0 0,-1 1 0 0 0,1-1 0 0 0,-1 1 0 0 0,1 0 0 0 0,-1-1 0 0 0,1 1 0 0 0,0 0 0 0 0,-1-1 0 0 0,1 1 0 0 0,0 0 0 0 0,-1-1 0 0 0,1 1 0 0 0,0 0 0 0 0,0 0 0 0 0,0 0 0 0 0,-18 53-5 0 0,3 0 1 0 0,-13 92-1 0 0,22-113 71 0 0,0-1 8 0 0,-18 141 186 0 0,23-154-216 0 0,1 0 0 0 0,0-1-1 0 0,1 1 1 0 0,2-1 0 0 0,-1 1-1 0 0,2-1 1 0 0,7 23 0 0 0,-8-35-89 0 0,-1-1-1 0 0,1 1 1 0 0,0-1 0 0 0,0 0 0 0 0,0 0 0 0 0,1 0 0 0 0,-1 0 0 0 0,1 0-1 0 0,1-1 1 0 0,-1 1 0 0 0,1-1 0 0 0,-1 0 0 0 0,1-1 0 0 0,0 1 0 0 0,0-1-1 0 0,1 0 1 0 0,-1 0 0 0 0,1-1 0 0 0,6 3 0 0 0,-5-3-401 0 0,0 0 0 0 0,-1-1-1 0 0,1 0 1 0 0,0 0 0 0 0,0-1 0 0 0,0 1 0 0 0,9-2 0 0 0,-9 0-570 0 0,1 0 0 0 0,-1-1 0 0 0,1 0 0 0 0,-1 0 0 0 0,0 0 0 0 0,13-7 0 0 0,-1-3-3068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163 207 2392 0 0,'-13'0'978'0'0,"-28"-1"3794"0"0,-58 8 1 0 0,89-2-4039 0 0,13 1-185 0 0,15 3-164 0 0,12-7-252 0 0,0 0 1 0 0,0-2 0 0 0,-1-1-1 0 0,45-7 1 0 0,-52 5-86 0 0,-14 2-23 0 0,183-27-407 0 0,-164 22 152 0 0,-1 0 0 0 0,1-2 0 0 0,-2-1 0 0 0,50-25 0 0 0,-62 26 273 0 0,-1-1-1 0 0,1 0 1 0 0,-2-1 0 0 0,1 0 0 0 0,-2-1-1 0 0,1 0 1 0 0,-1 0 0 0 0,-1-1 0 0 0,0-1-1 0 0,8-14 1 0 0,-17 25-37 0 0,2 29 1 0 0,-6 25 298 0 0,-11 251 740 0 0,19-54 1936 0 0,5-270-2797 0 0,0-2-152 0 0,0 1 1 0 0,2 0-1 0 0,1 1 1 0 0,22-31-1 0 0,-23 38-60 0 0,0 0 0 0 0,1 1 0 0 0,1 0 0 0 0,0 1 0 0 0,0 0 0 0 0,29-18 0 0 0,-40 29 20 0 0,1 0 0 0 0,-1 0 1 0 0,0 0-1 0 0,1 0 0 0 0,-1 0 1 0 0,0 1-1 0 0,1-1 0 0 0,-1 1 0 0 0,1-1 1 0 0,-1 1-1 0 0,1 0 0 0 0,-1 0 1 0 0,1 0-1 0 0,-1 0 0 0 0,0 1 1 0 0,1-1-1 0 0,-1 1 0 0 0,1-1 1 0 0,-1 1-1 0 0,0 0 0 0 0,1 0 0 0 0,-1 0 1 0 0,0 0-1 0 0,0 0 0 0 0,0 1 1 0 0,3 1-1 0 0,-1 0 11 0 0,0 1-1 0 0,0-1 1 0 0,-1 1 0 0 0,1 0-1 0 0,-1 0 1 0 0,0 0 0 0 0,0 1 0 0 0,0-1-1 0 0,-1 1 1 0 0,1-1 0 0 0,2 8-1 0 0,-2-1 18 0 0,-1-1 0 0 0,0 1-1 0 0,0-1 1 0 0,-1 1-1 0 0,0 0 1 0 0,-1 11 0 0 0,-9 66 64 0 0,4-59-52 0 0,1 35 0 0 0,3-62-23 0 0,1 0 1 0 0,0 0 0 0 0,0 0-1 0 0,1 0 1 0 0,-1 0 0 0 0,0 1-1 0 0,1-1 1 0 0,-1 0 0 0 0,1 0-1 0 0,0 0 1 0 0,0 0 0 0 0,0 0-1 0 0,0 0 1 0 0,0-1 0 0 0,0 1-1 0 0,0 0 1 0 0,0 0 0 0 0,1-1-1 0 0,-1 1 1 0 0,1-1 0 0 0,1 2-1 0 0,0-1 0 0 0,-1-1 0 0 0,1 0 0 0 0,0 0-1 0 0,0 0 1 0 0,0 0 0 0 0,0 0-1 0 0,0 0 1 0 0,-1-1 0 0 0,1 0 0 0 0,0 1-1 0 0,0-1 1 0 0,0 0 0 0 0,4-1-1 0 0,8-1 30 0 0,0-1 0 0 0,0-1 0 0 0,0 0 0 0 0,20-9 0 0 0,-32 12-29 0 0,28-12 133 0 0,1-2 1 0 0,-2-2-1 0 0,0 0 0 0 0,-1-2 1 0 0,45-39-1 0 0,-42 29 256 0 0,-1-1 1 0 0,-2-1-1 0 0,-1-2 0 0 0,29-44 1 0 0,-52 69-303 0 0,0 0 0 0 0,0 0 0 0 0,-1-1 0 0 0,0 0 0 0 0,5-18 0 0 0,-9 27-97 0 0,1-1 1 0 0,-1 1 0 0 0,0-1-1 0 0,0 1 1 0 0,1-1-1 0 0,-1 1 1 0 0,0-1-1 0 0,0 1 1 0 0,0-1 0 0 0,0 1-1 0 0,0-1 1 0 0,0 1-1 0 0,0-1 1 0 0,0 1 0 0 0,0-1-1 0 0,0 1 1 0 0,0-1-1 0 0,0 0 1 0 0,-1 1-1 0 0,1-1 1 0 0,0 1 0 0 0,0-1-1 0 0,0 1 1 0 0,-1 0-1 0 0,1-1 1 0 0,0 1 0 0 0,0-1-1 0 0,-1 1 1 0 0,1-1-1 0 0,-1 1 1 0 0,1 0-1 0 0,0-1 1 0 0,-1 1 0 0 0,1 0-1 0 0,-1-1 1 0 0,1 1-1 0 0,-1 0 1 0 0,1 0 0 0 0,-1-1-1 0 0,1 1 1 0 0,-1 0-1 0 0,1 0 1 0 0,-1 0-1 0 0,1 0 1 0 0,-1 0 0 0 0,1 0-1 0 0,-1 0 1 0 0,1 0-1 0 0,-1 0 1 0 0,1 0 0 0 0,-1 0-1 0 0,1 0 1 0 0,-1 0-1 0 0,1 0 1 0 0,-1 0-1 0 0,1 0 1 0 0,-2 1 0 0 0,-27 11-40 0 0,28-11 36 0 0,-11 6-23 0 0,0 1-1 0 0,0 0 0 0 0,1 1 0 0 0,0 0 0 0 0,1 1 0 0 0,-17 19 0 0 0,6-1-64 0 0,-29 48-1 0 0,45-68 90 0 0,0 0 1 0 0,1 1-1 0 0,0 0 1 0 0,1 0 0 0 0,0 0-1 0 0,0 1 1 0 0,1-1-1 0 0,-2 14 1 0 0,4-19 9 0 0,-1-1 0 0 0,1 1 0 0 0,0-1 0 0 0,1 1-1 0 0,-1 0 1 0 0,1-1 0 0 0,-1 1 0 0 0,1-1 0 0 0,0 1 0 0 0,0-1 0 0 0,1 1 0 0 0,-1-1 0 0 0,1 0-1 0 0,0 0 1 0 0,-1 0 0 0 0,1 0 0 0 0,1 0 0 0 0,-1 0 0 0 0,0 0 0 0 0,1-1 0 0 0,-1 1 0 0 0,1-1-1 0 0,0 1 1 0 0,0-1 0 0 0,4 2 0 0 0,7 3-25 0 0,0 0 0 0 0,1-1 0 0 0,0-1 0 0 0,0 0 0 0 0,23 4-1 0 0,83 7-3288 0 0,-75-11 555 0 0,-1 0-2687 0 0,1-2-3080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5841 0 0,'-12'1'8860'0'0,"-4"1"-4931"0"0,-1-2-4013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0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31 109 460 0 0,'-2'-14'3212'0'0,"-24"-70"6557"0"0,25 82-9437 0 0,1 2-308 0 0,0 0 1 0 0,0 0 0 0 0,-1-1-1 0 0,1 1 1 0 0,0 0 0 0 0,0 0 0 0 0,0-1-1 0 0,0 1 1 0 0,0 0 0 0 0,0-1-1 0 0,-1 1 1 0 0,1 0 0 0 0,0 0 0 0 0,0-1-1 0 0,0 1 1 0 0,0 0 0 0 0,0-1-1 0 0,0 1 1 0 0,0 0 0 0 0,0-1 0 0 0,0 1-1 0 0,1 0 1 0 0,-1-1 0 0 0,0 1-1 0 0,0 0 1 0 0,0 0 0 0 0,0-1 0 0 0,8 7-16 0 0,-1 0 1 0 0,0 0 0 0 0,0 1-1 0 0,-1 0 1 0 0,0 0 0 0 0,0 1-1 0 0,8 14 1 0 0,31 68 93 0 0,-31-62-45 0 0,45 114 37 0 0,5 8 1712 0 0,-64-148-1172 0 0,2-2-603 0 0,0-1 0 0 0,-1 1 1 0 0,1-1-1 0 0,-1 0 0 0 0,1 0 0 0 0,-1 1 0 0 0,1-1 0 0 0,-1 0 0 0 0,1 0 0 0 0,-1 0 1 0 0,0 0-1 0 0,1 0 0 0 0,-1-1 0 0 0,0 1 0 0 0,0 0 0 0 0,0-1 0 0 0,0 1 0 0 0,0 0 0 0 0,0-1 1 0 0,-1 1-1 0 0,1-1 0 0 0,0-2 0 0 0,17-43 35 0 0,-14 35-11 0 0,37-116-34 0 0,22-60-342 0 0,-60 181-78 0 0,0 1 1 0 0,1-1 0 0 0,0 1 0 0 0,0-1 0 0 0,0 1 0 0 0,10-10-1 0 0,-13 15 284 0 0,0 0-1 0 0,-1 1 0 0 0,1-1 0 0 0,-1 1 0 0 0,1-1 0 0 0,0 1 0 0 0,-1-1 1 0 0,1 1-1 0 0,0 0 0 0 0,0-1 0 0 0,-1 1 0 0 0,1 0 0 0 0,0-1 0 0 0,0 1 1 0 0,0 0-1 0 0,-1 0 0 0 0,1 0 0 0 0,0 0 0 0 0,0 0 0 0 0,0 0 1 0 0,-1 0-1 0 0,1 0 0 0 0,0 0 0 0 0,0 0 0 0 0,0 0 0 0 0,-1 1 0 0 0,1-1 1 0 0,0 0-1 0 0,0 0 0 0 0,0 1 0 0 0,-1-1 0 0 0,1 1 0 0 0,0-1 1 0 0,-1 1-1 0 0,2 0 0 0 0,17 22-3743 0 0,-15-18 2012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267 547 1068 0 0,'1'-3'616'0'0,"0"1"-1"0"0,-1-1 1 0 0,1 0 0 0 0,0 0-1 0 0,-1 0 1 0 0,1 0-1 0 0,-1 0 1 0 0,0 0 0 0 0,0 0-1 0 0,0 0 1 0 0,-1-2-1 0 0,0 0-175 0 0,0 1 0 0 0,0 0 0 0 0,0 0 0 0 0,-1 0 0 0 0,1 1 0 0 0,-1-1 0 0 0,-3-4 0 0 0,2 3-289 0 0,0 1-1 0 0,0 0 0 0 0,-1 0 0 0 0,1 0 0 0 0,-1 0 1 0 0,0 0-1 0 0,0 1 0 0 0,-1 0 0 0 0,1 0 0 0 0,-1 0 1 0 0,-8-4-1 0 0,11 7-147 0 0,-1-1-1 0 0,0 1 1 0 0,0 0-1 0 0,0-1 1 0 0,0 2 0 0 0,0-1-1 0 0,0 0 1 0 0,0 0-1 0 0,0 1 1 0 0,0 0-1 0 0,0-1 1 0 0,0 1 0 0 0,1 0-1 0 0,-1 1 1 0 0,0-1-1 0 0,1 0 1 0 0,-1 1 0 0 0,-4 3-1 0 0,-5 5 8 0 0,-1 1 0 0 0,2 0 0 0 0,-1 1 0 0 0,2 1 0 0 0,-1-1 0 0 0,2 2-1 0 0,0-1 1 0 0,0 1 0 0 0,2 1 0 0 0,0-1 0 0 0,0 1 0 0 0,1 1 0 0 0,1-1 0 0 0,1 1-1 0 0,-6 32 1 0 0,10-46-8 0 0,-1 0 0 0 0,1 0 0 0 0,0 0 0 0 0,0 0 0 0 0,0 1 0 0 0,0-1 0 0 0,0 0 1 0 0,0 0-1 0 0,1 0 0 0 0,-1 0 0 0 0,1 0 0 0 0,-1 0 0 0 0,1 0 0 0 0,0 0 0 0 0,0 0 0 0 0,0 0 0 0 0,0 0 0 0 0,0-1 0 0 0,0 1 0 0 0,0 0 0 0 0,1-1 0 0 0,-1 1 0 0 0,0-1 0 0 0,1 1 0 0 0,0-1 0 0 0,-1 0 0 0 0,1 1 0 0 0,0-1 0 0 0,0 0 0 0 0,-1 0 0 0 0,1 0 0 0 0,0 0 0 0 0,0-1 0 0 0,0 1 0 0 0,0 0 0 0 0,0-1 0 0 0,0 0 0 0 0,0 1 0 0 0,1-1 0 0 0,-1 0 0 0 0,0 0 0 0 0,3 0 0 0 0,2-1-33 0 0,-1 0 0 0 0,0 0 0 0 0,1 0 0 0 0,-1-1 0 0 0,0 0-1 0 0,1 0 1 0 0,-1-1 0 0 0,-1 1 0 0 0,1-1 0 0 0,0 0-1 0 0,-1-1 1 0 0,1 0 0 0 0,5-4 0 0 0,-5 2 4 0 0,-1 0 0 0 0,1-1 0 0 0,-1 1-1 0 0,0-1 1 0 0,-1 0 0 0 0,0 0 0 0 0,0 0 0 0 0,0-1 0 0 0,-1 1 0 0 0,0-1 0 0 0,2-8 0 0 0,0-8 186 0 0,-1 0 1 0 0,2-34 0 0 0,-5 40 108 0 0,2-20-245 0 0,-3 36-102 0 0,-6 26-66 0 0,3 0 177 0 0,2 0 0 0 0,0 0-1 0 0,2 0 1 0 0,1 0 0 0 0,0 0 0 0 0,8 28-1 0 0,-8-45-12 0 0,-1-1 0 0 0,2 1-1 0 0,-1-1 1 0 0,1 1 0 0 0,-1-1 0 0 0,2 0-1 0 0,-1 0 1 0 0,1 0 0 0 0,0-1 0 0 0,0 1-1 0 0,0-1 1 0 0,7 7 0 0 0,-7-9-18 0 0,0 0 0 0 0,0-1 0 0 0,0 1 0 0 0,0-1 0 0 0,0 0 0 0 0,0 0 0 0 0,1 0 0 0 0,-1 0 0 0 0,1-1 0 0 0,-1 0 0 0 0,1 0 0 0 0,-1 0-1 0 0,1 0 1 0 0,0-1 0 0 0,0 0 0 0 0,-1 0 0 0 0,1 0 0 0 0,9-2 0 0 0,-1 0-139 0 0,-1-1-1 0 0,1 0 0 0 0,0-1 1 0 0,-1-1-1 0 0,0 0 0 0 0,0 0 0 0 0,0-2 1 0 0,-1 1-1 0 0,0-1 0 0 0,0-1 1 0 0,11-9-1 0 0,-10 5 6 0 0,0-1 1 0 0,-1 0-1 0 0,0 0 0 0 0,-1-1 1 0 0,0-1-1 0 0,-1 0 1 0 0,11-25-1 0 0,-6 2 49 0 0,-1-1 0 0 0,-2 0 0 0 0,-2 0 0 0 0,-1-1 0 0 0,-2 0 0 0 0,1-58 0 0 0,-9-122 1416 0 0,-1 197-1268 0 0,3 22-44 0 0,-3 3-5 0 0,0 3-15 0 0,0-1-1 0 0,0 1 0 0 0,0 0 1 0 0,1 0-1 0 0,0 0 1 0 0,-1 0-1 0 0,2 0 0 0 0,-3 7 1 0 0,-8 51-41 0 0,4-22 62 0 0,-18 87 198 0 0,-16 221-1 0 0,41-327-184 0 0,0 0 1 0 0,2 0-1 0 0,0 0 0 0 0,2 0 0 0 0,0 0 0 0 0,9 30 0 0 0,-10-46-62 0 0,0 0-1 0 0,1 0 1 0 0,0 0-1 0 0,0 0 0 0 0,0-1 1 0 0,1 1-1 0 0,0-1 0 0 0,0 0 1 0 0,0 0-1 0 0,0 0 1 0 0,7 4-1 0 0,-7-6-62 0 0,1 0 0 0 0,-1 0 0 0 0,1-1 0 0 0,0 1 0 0 0,0-1-1 0 0,0 0 1 0 0,0-1 0 0 0,0 1 0 0 0,1-1 0 0 0,-1 0 0 0 0,0-1 0 0 0,1 1 0 0 0,-1-1 0 0 0,0 0 0 0 0,8-1 0 0 0,-2 0-98 0 0,0 0 1 0 0,1-1 0 0 0,-1-1 0 0 0,0 0-1 0 0,-1 0 1 0 0,1-1 0 0 0,0-1 0 0 0,-1 0-1 0 0,0 0 1 0 0,10-8 0 0 0,-7 4 36 0 0,1-2 0 0 0,-2 0 1 0 0,0-1-1 0 0,0 0 0 0 0,-1 0 0 0 0,11-17 0 0 0,0-5 501 0 0,-2-1 0 0 0,-2-1 1 0 0,-1-1-1 0 0,23-72 0 0 0,-6-9 2524 0 0,-33 115-2789 0 0,-2 8-69 0 0,0 1-1 0 0,0-1 1 0 0,0 0 0 0 0,-1 0-1 0 0,-2 6 1 0 0,-5 15 25 0 0,-3 29 88 0 0,-15 87 191 0 0,25-125-279 0 0,1 1-1 0 0,0-1 1 0 0,2 0 0 0 0,0 1-1 0 0,1-1 1 0 0,4 21-1 0 0,-5-35-24 0 0,0 0 0 0 0,-1-1 0 0 0,1 1 0 0 0,0 0 1 0 0,1 0-1 0 0,-1 0 0 0 0,0-1 0 0 0,1 1 0 0 0,0-1 0 0 0,-1 1 0 0 0,1-1 0 0 0,0 0 0 0 0,0 1 0 0 0,0-1 0 0 0,1 0 0 0 0,-1 0 0 0 0,0-1 0 0 0,1 1 0 0 0,4 2 0 0 0,-3-2-6 0 0,0-1 0 0 0,1 0 0 0 0,-1 0-1 0 0,0-1 1 0 0,1 1 0 0 0,-1-1-1 0 0,0 0 1 0 0,1 0 0 0 0,-1 0 0 0 0,0 0-1 0 0,1-1 1 0 0,4-1 0 0 0,6-2-82 0 0,0-1 0 0 0,-1-1-1 0 0,0 0 1 0 0,0-1 0 0 0,0 0 0 0 0,19-15 0 0 0,-20 12-5 0 0,-1 0-1 0 0,-1-1 1 0 0,0-1-1 0 0,0 0 1 0 0,-1 0-1 0 0,0-1 1 0 0,-1 0 0 0 0,8-17-1 0 0,6-17 622 0 0,20-55 0 0 0,-28 62 174 0 0,-14 38-737 0 0,0 4-12 0 0,-1 0 29 0 0,1 0 0 0 0,-1 0 0 0 0,0 0 0 0 0,0 0 0 0 0,1 0 0 0 0,-1 0 0 0 0,0 0 0 0 0,-1 3 0 0 0,-2 33-17 0 0,-5 73 106 0 0,8-95-57 0 0,1 0-1 0 0,0-1 0 0 0,1 1 1 0 0,8 29-1 0 0,-8-41-16 0 0,-1-1 1 0 0,0 1-1 0 0,1-1 1 0 0,-1 0-1 0 0,1 0 1 0 0,0 0-1 0 0,0 0 0 0 0,0 0 1 0 0,0 0-1 0 0,1-1 1 0 0,-1 1-1 0 0,1-1 0 0 0,0 1 1 0 0,0-1-1 0 0,0 0 1 0 0,3 2-1 0 0,0-1 2 0 0,-1-1 0 0 0,0 0 1 0 0,1 0-1 0 0,0-1 0 0 0,0 1 0 0 0,-1-1 0 0 0,1-1 0 0 0,0 1 0 0 0,7-1 0 0 0,2 0-7 0 0,1-2 0 0 0,-1 0 0 0 0,1-1 0 0 0,-1 0 0 0 0,0-1 0 0 0,25-10 0 0 0,-24 6-121 0 0,-1 1 0 0 0,1-2 1 0 0,-1 0-1 0 0,-1-1 0 0 0,0-1 0 0 0,0 0 1 0 0,-1 0-1 0 0,-1-2 0 0 0,0 1 1 0 0,19-28-1 0 0,-22 28 125 0 0,-2 0 1 0 0,1-1-1 0 0,-2-1 1 0 0,0 1-1 0 0,0-1 1 0 0,-1 0 0 0 0,-1 0-1 0 0,0 0 1 0 0,-1-1-1 0 0,-1 1 1 0 0,0-1-1 0 0,-1 0 1 0 0,-1-18-1 0 0,-7 6 122 0 0,7 26-134 0 0,0 0-1 0 0,0 0 1 0 0,-1 0 0 0 0,1 0 0 0 0,-1 0 0 0 0,1 0 0 0 0,-1 0 0 0 0,1 0 0 0 0,-1 0 0 0 0,0 0 0 0 0,1 0-1 0 0,-1 1 1 0 0,0-1 0 0 0,0 0 0 0 0,0 0 0 0 0,1 1 0 0 0,-1-1 0 0 0,0 1 0 0 0,0-1 0 0 0,0 1 0 0 0,0-1-1 0 0,0 1 1 0 0,0 0 0 0 0,0-1 0 0 0,0 1 0 0 0,-2 0 0 0 0,0 0-6 0 0,0 1 0 0 0,0-1-1 0 0,0 1 1 0 0,0 0 0 0 0,0 0 0 0 0,0 0 0 0 0,0 1-1 0 0,0-1 1 0 0,0 1 0 0 0,1-1 0 0 0,-1 1-1 0 0,1 0 1 0 0,-1 0 0 0 0,-1 3 0 0 0,-2 0 11 0 0,1 1 0 0 0,1 0 1 0 0,-1 0-1 0 0,1 0 0 0 0,-5 12 0 0 0,0 1 99 0 0,2 0 0 0 0,1 1 0 0 0,-8 33 0 0 0,9-24 40 0 0,1 1 1 0 0,1 0-1 0 0,1 35 0 0 0,2-52-96 0 0,1 0 0 0 0,0-1 0 0 0,1 1-1 0 0,1 0 1 0 0,0-1 0 0 0,0 1-1 0 0,1-1 1 0 0,1 0 0 0 0,12 22-1 0 0,-15-30-87 0 0,1 0 0 0 0,1-1 0 0 0,-1 0 0 0 0,0 1 0 0 0,1-1 0 0 0,-1 0 0 0 0,1-1 0 0 0,0 1 0 0 0,0 0 0 0 0,0-1-1 0 0,0 0 1 0 0,1 0 0 0 0,-1-1 0 0 0,1 1 0 0 0,-1-1 0 0 0,1 0 0 0 0,-1 0 0 0 0,1 0 0 0 0,0-1 0 0 0,5 1 0 0 0,10-1-900 0 0,1-1 1 0 0,-1-1-1 0 0,26-5 1 0 0,-40 6 613 0 0,41-8-3117 0 0,5-6-1400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307 163 1832 0 0,'1'-5'597'0'0,"-1"1"0"0"0,0-1 0 0 0,-1 0 0 0 0,1 0 0 0 0,-1 1 0 0 0,0-1 0 0 0,0 0 0 0 0,0 1 0 0 0,-1-1 0 0 0,1 1 0 0 0,-1 0 0 0 0,0-1 0 0 0,0 1 0 0 0,-1 0 0 0 0,-3-5 0 0 0,5 8-561 0 0,0 1 1 0 0,0-1-1 0 0,-1 0 1 0 0,1 1-1 0 0,0-1 1 0 0,0 1 0 0 0,-1-1-1 0 0,1 1 1 0 0,0-1-1 0 0,-1 1 1 0 0,1 0-1 0 0,0 0 1 0 0,-1 0 0 0 0,1 0-1 0 0,0 0 1 0 0,-1 0-1 0 0,1 0 1 0 0,0 0-1 0 0,-1 0 1 0 0,1 1-1 0 0,-2 0 1 0 0,-28 11 181 0 0,16-3-152 0 0,-1 1 0 0 0,1 1-1 0 0,1 1 1 0 0,0 0 0 0 0,1 1-1 0 0,0 0 1 0 0,-12 18 0 0 0,8-9-42 0 0,2 1 0 0 0,1 0 1 0 0,0 2-1 0 0,-11 29 0 0 0,22-48 18 0 0,1 0 0 0 0,0 0 0 0 0,0 0 0 0 0,1 0 0 0 0,0 1-1 0 0,0-1 1 0 0,0 0 0 0 0,1 1 0 0 0,0-1 0 0 0,0 0 0 0 0,1 1 0 0 0,1 7-1 0 0,-1-11 9 0 0,0 1-1 0 0,0-1 0 0 0,0 0 0 0 0,1 0 0 0 0,-1 0 0 0 0,1 0 0 0 0,0 0 0 0 0,0 0 0 0 0,0 0 0 0 0,1 0 0 0 0,-1-1 0 0 0,0 0 1 0 0,1 1-1 0 0,0-1 0 0 0,-1 0 0 0 0,1 0 0 0 0,0 0 0 0 0,0 0 0 0 0,0-1 0 0 0,0 1 0 0 0,1-1 0 0 0,-1 0 0 0 0,6 2 0 0 0,1-2-8 0 0,0 1 0 0 0,0-1-1 0 0,0 0 1 0 0,1-1 0 0 0,-1 0 0 0 0,0-1-1 0 0,0 0 1 0 0,0-1 0 0 0,0 0-1 0 0,0 0 1 0 0,-1-1 0 0 0,1-1 0 0 0,-1 1-1 0 0,1-1 1 0 0,-1-1 0 0 0,8-5-1 0 0,-4 2-20 0 0,-1 0 0 0 0,0-1-1 0 0,-1 0 1 0 0,0-1 0 0 0,0 0 0 0 0,-1-1-1 0 0,0 0 1 0 0,-1 0 0 0 0,-1-1-1 0 0,11-19 1 0 0,-13 18-11 0 0,0 0 0 0 0,-1 0-1 0 0,-1 0 1 0 0,0-1 0 0 0,-1 1 0 0 0,2-23 0 0 0,-4 29-19 0 0,-1 0 1 0 0,1 0-1 0 0,-1 1 0 0 0,-1-1 1 0 0,1 0-1 0 0,-1 0 1 0 0,0 0-1 0 0,-1 1 1 0 0,0-1-1 0 0,0 0 1 0 0,0 1-1 0 0,-1 0 0 0 0,0-1 1 0 0,0 1-1 0 0,-5-7 1 0 0,7 12-2 0 0,0 0 1 0 0,0 0 0 0 0,0 0 0 0 0,0 0-1 0 0,0 0 1 0 0,0 0 0 0 0,0 0 0 0 0,0 0-1 0 0,-1 1 1 0 0,1-1 0 0 0,0 0-1 0 0,0 1 1 0 0,-1-1 0 0 0,1 1 0 0 0,0-1-1 0 0,-1 1 1 0 0,1 0 0 0 0,-1-1 0 0 0,1 1-1 0 0,0 0 1 0 0,-1 0 0 0 0,-2 0-1 0 0,1 1-2 0 0,0 0-1 0 0,1 0 0 0 0,-1 0 0 0 0,0 0 0 0 0,1 0 0 0 0,-1 0 0 0 0,1 1 0 0 0,-1-1 0 0 0,1 1 0 0 0,-4 3 0 0 0,-1 2-12 0 0,0 1 1 0 0,0-1-1 0 0,1 1 0 0 0,0 0 0 0 0,-8 15 0 0 0,9-13 19 0 0,1 0-1 0 0,0 0 1 0 0,0 0-1 0 0,1 1 1 0 0,0-1-1 0 0,1 1 1 0 0,0 0-1 0 0,1 0 1 0 0,0 0-1 0 0,1 0 1 0 0,1 12-1 0 0,-1-17 22 0 0,1-1 0 0 0,0 0 0 0 0,0 0 0 0 0,0 0 0 0 0,1 0 1 0 0,0 0-1 0 0,0 0 0 0 0,0 0 0 0 0,1 0 0 0 0,-1-1 0 0 0,1 1 0 0 0,0-1 0 0 0,0 0 0 0 0,1 0 0 0 0,-1 0 0 0 0,1 0 0 0 0,0 0 1 0 0,0-1-1 0 0,0 0 0 0 0,1 0 0 0 0,-1 0 0 0 0,1 0 0 0 0,-1-1 0 0 0,10 4 0 0 0,0-2 2 0 0,0-1 1 0 0,0 0-1 0 0,0-1 1 0 0,0 0-1 0 0,0-1 1 0 0,0-1-1 0 0,1 0 0 0 0,-1-1 1 0 0,0-1-1 0 0,0 0 1 0 0,22-7-1 0 0,-8 1-1 0 0,-1-1-1 0 0,0-2 1 0 0,-1-1-1 0 0,44-26 1 0 0,-53 27-12 0 0,-1-1 0 0 0,-1-1-1 0 0,1 0 1 0 0,-2-1 0 0 0,0-1 0 0 0,-1 0 0 0 0,19-29-1 0 0,1-10 183 0 0,29-63-1 0 0,-51 96-55 0 0,-11 20-139 0 0,0 0 0 0 0,0 1 0 0 0,0-1 0 0 0,0 0 0 0 0,0 1-1 0 0,1-1 1 0 0,-1 1 0 0 0,0-1 0 0 0,0 1 0 0 0,1-1 0 0 0,-1 0 0 0 0,0 1 0 0 0,1-1 0 0 0,-1 1 0 0 0,1-1-1 0 0,-1 1 1 0 0,1 0 0 0 0,-1-1 0 0 0,1 1 0 0 0,-1-1 0 0 0,1 1 0 0 0,-1 0 0 0 0,1 0 0 0 0,0-1-1 0 0,-1 1 1 0 0,1 0 0 0 0,0-1 0 0 0,2 18-113 0 0,-6 31 48 0 0,-54 286 1059 0 0,35-222-555 0 0,-29 173 221 0 0,-43 213 6 0 0,34-269-317 0 0,48-196-179 0 0,-1 0 0 0 0,-1-1 0 0 0,-2-1 0 0 0,-34 52 0 0 0,45-76-82 0 0,0-1 0 0 0,0 0 0 0 0,-1 0 0 0 0,0 0 0 0 0,0 0 0 0 0,0-1 1 0 0,-1 0-1 0 0,1 0 0 0 0,-14 6 0 0 0,16-9-59 0 0,0-1 1 0 0,0 1 0 0 0,0-1-1 0 0,0 0 1 0 0,0-1 0 0 0,0 1-1 0 0,0-1 1 0 0,0 1 0 0 0,-1-1-1 0 0,1 0 1 0 0,0-1 0 0 0,0 1-1 0 0,0-1 1 0 0,0 0 0 0 0,0 0 0 0 0,0 0-1 0 0,0 0 1 0 0,0-1 0 0 0,0 1-1 0 0,1-1 1 0 0,-6-4 0 0 0,0 0-37 0 0,0-1 0 0 0,1 0 0 0 0,0-1 0 0 0,0 0 0 0 0,1 0 0 0 0,0-1 0 0 0,0 0 0 0 0,1 0 0 0 0,0 0 0 0 0,1-1 0 0 0,0 0 0 0 0,0 0 0 0 0,1 0 0 0 0,1-1 1 0 0,-4-17-1 0 0,2 6-31 0 0,1-1 1 0 0,1 1-1 0 0,1-1 1 0 0,2 0-1 0 0,0 0 1 0 0,5-37-1 0 0,2 21 55 0 0,2 1 0 0 0,2-1 0 0 0,1 2 0 0 0,2 0 0 0 0,2 0 0 0 0,1 2 0 0 0,1 0 0 0 0,2 0 0 0 0,2 2 0 0 0,1 1 0 0 0,42-46 0 0 0,-34 46-335 0 0,1 1 1 0 0,2 2 0 0 0,1 1 0 0 0,41-26 0 0 0,-42 33-1129 0 0,1 2 0 0 0,1 1 0 0 0,1 2-1 0 0,63-19 1 0 0,-59 26-3309 0 0,-23 4 680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681 43 512 0 0,'-2'-16'5203'0'0,"1"-1"-2620"0"0,0 8 46 0 0,4 24-2141 0 0,0 18 71 0 0,-1-1 0 0 0,-1 0 0 0 0,-6 49-1 0 0,-22 96 108 0 0,18-125-465 0 0,-44 186 360 0 0,22-107-238 0 0,24-84-197 0 0,6-35-29 0 0,0 0 0 0 0,-2 0 0 0 0,-5 22 0 0 0,6-26 14 0 0,6-10-60 0 0,6-13-60 0 0,-1-7 66 0 0,-2-1 0 0 0,0 1 0 0 0,-2-1-1 0 0,0-1 1 0 0,-2 1 0 0 0,0 0 0 0 0,-2-40 0 0 0,-1 61-51 0 0,0 0 0 0 0,-1 0 0 0 0,1 1 0 0 0,0-1 0 0 0,-1 0-1 0 0,1 1 1 0 0,-1-1 0 0 0,0 0 0 0 0,1 1 0 0 0,-1-1 0 0 0,0 1 0 0 0,0-1 0 0 0,0 1 0 0 0,0 0 0 0 0,0-1 0 0 0,-1 1 0 0 0,1 0 0 0 0,0 0 0 0 0,-1-1 0 0 0,1 1 0 0 0,0 0-1 0 0,-1 0 1 0 0,1 1 0 0 0,-1-1 0 0 0,0 0 0 0 0,1 0 0 0 0,-1 1 0 0 0,0-1 0 0 0,1 1 0 0 0,-1 0 0 0 0,0-1 0 0 0,1 1 0 0 0,-1 0 0 0 0,0 0 0 0 0,0 0 0 0 0,-2 0 0 0 0,-8 1-17 0 0,1 1 1 0 0,-1-1 0 0 0,1 2 0 0 0,-15 4 0 0 0,17-4 36 0 0,-81 27 59 0 0,-110 54-1 0 0,85-34-64 0 0,55-22-3662 0 0,70-32-743 0 0,5-5 1532 0 0,8-2-770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110 349 304 0 0,'-10'6'948'0'0,"0"0"-1"0"0,1 1 0 0 0,0 1 1 0 0,0-1-1 0 0,0 2 1 0 0,1-1-1 0 0,1 1 1 0 0,-1 0-1 0 0,-11 20 1 0 0,18-27-788 0 0,-1 0 0 0 0,1 1 0 0 0,0-1 0 0 0,0 1 0 0 0,0-1 0 0 0,0 1 1 0 0,0-1-1 0 0,0 1 0 0 0,1-1 0 0 0,-1 1 0 0 0,1 0 0 0 0,0-1 0 0 0,0 1 0 0 0,0 0 0 0 0,0 3 0 0 0,1-4 226 0 0,1-2-38 0 0,4-1-223 0 0,0 0-1 0 0,-1 0 1 0 0,1 0 0 0 0,-1-1 0 0 0,0 0-1 0 0,1 0 1 0 0,-1 0 0 0 0,0-1 0 0 0,8-5-1 0 0,46-35 189 0 0,-52 38-291 0 0,41-33 20 0 0,-2-2-1 0 0,-2-2 1 0 0,-2-2-1 0 0,-1-2 1 0 0,66-99-1 0 0,-91 114-138 0 0,-15 29 81 0 0,-1 1 1 0 0,1-1-1 0 0,-1 0 0 0 0,1 1 1 0 0,-1-1-1 0 0,0 0 0 0 0,0 0 1 0 0,0 1-1 0 0,0-1 0 0 0,0 0 1 0 0,0 1-1 0 0,0-1 1 0 0,0 0-1 0 0,-1 0 0 0 0,1 1 1 0 0,-1-3-1 0 0,0 3 9 0 0,0 1 0 0 0,0-1 0 0 0,1 1 0 0 0,-1-1 1 0 0,0 1-1 0 0,0 0 0 0 0,0-1 0 0 0,0 1 0 0 0,0 0 0 0 0,0 0 0 0 0,0 0 0 0 0,0 0 0 0 0,1-1 1 0 0,-1 1-1 0 0,0 0 0 0 0,0 1 0 0 0,0-1 0 0 0,0 0 0 0 0,0 0 0 0 0,0 0 0 0 0,0 0 0 0 0,0 1 1 0 0,0-1-1 0 0,0 0 0 0 0,1 1 0 0 0,-2 0 0 0 0,-24 10-61 0 0,17-5 36 0 0,0-1 1 0 0,0 2-1 0 0,0-1 1 0 0,0 1-1 0 0,1 1 0 0 0,1-1 1 0 0,-1 1-1 0 0,1 1 1 0 0,-10 14-1 0 0,15-20 28 0 0,0 1-1 0 0,-1 0 1 0 0,1-1 0 0 0,1 1-1 0 0,-1 0 1 0 0,0 0 0 0 0,1 0 0 0 0,0 1-1 0 0,0-1 1 0 0,0 0 0 0 0,1 0-1 0 0,-1 0 1 0 0,1 1 0 0 0,0-1 0 0 0,0 0-1 0 0,1 1 1 0 0,-1-1 0 0 0,1 0-1 0 0,0 0 1 0 0,0 0 0 0 0,0 0-1 0 0,1 0 1 0 0,-1 0 0 0 0,1 0 0 0 0,0 0-1 0 0,5 6 1 0 0,6 6-16 0 0,1-1-1 0 0,27 23 1 0 0,-31-30 53 0 0,0 0 1 0 0,0 1 0 0 0,-1 0-1 0 0,0 1 1 0 0,0 0-1 0 0,-1 1 1 0 0,-1 0 0 0 0,11 20-1 0 0,-17-29 47 0 0,-1 0 0 0 0,0 1 0 0 0,0-1 0 0 0,0 0 0 0 0,0 0 0 0 0,0 1 0 0 0,0-1 0 0 0,-1 0 0 0 0,1 0 0 0 0,-1 1-1 0 0,0-1 1 0 0,1 0 0 0 0,-1 0 0 0 0,0 0 0 0 0,0 0 0 0 0,0 0 0 0 0,-1 0 0 0 0,1 0 0 0 0,0 0 0 0 0,-1-1 0 0 0,1 1 0 0 0,-1 0 0 0 0,-3 1-1 0 0,-1 2 101 0 0,-1 0 0 0 0,0 0 0 0 0,0-1 0 0 0,0 0 0 0 0,-1 0 0 0 0,1-1 0 0 0,-1 0 0 0 0,0-1 0 0 0,0 1 0 0 0,0-1 0 0 0,0-1 0 0 0,0 0 0 0 0,-1 0 0 0 0,1 0 0 0 0,0-1 0 0 0,0 0 0 0 0,-1-1 0 0 0,1 0 0 0 0,0 0 0 0 0,-11-4 0 0 0,11 3-293 0 0,0 0 1 0 0,1-1 0 0 0,-1 1-1 0 0,1-2 1 0 0,0 1 0 0 0,0-1-1 0 0,0 0 1 0 0,1 0 0 0 0,-1-1-1 0 0,1 0 1 0 0,0 0 0 0 0,0-1-1 0 0,1 0 1 0 0,-1 0-1 0 0,1 0 1 0 0,1 0 0 0 0,-1-1-1 0 0,1 1 1 0 0,0-1 0 0 0,1-1-1 0 0,-4-8 1 0 0,6 13-143 0 0,1 1 1 0 0,-1-1-1 0 0,1 0 0 0 0,0 0 1 0 0,0 1-1 0 0,0-1 0 0 0,0 0 1 0 0,0 0-1 0 0,0 1 0 0 0,1-1 1 0 0,0 0-1 0 0,-1 1 0 0 0,1-1 1 0 0,0 1-1 0 0,0-1 0 0 0,0 1 1 0 0,3-4-1 0 0,-1 1-937 0 0,0 1-1 0 0,0 0 1 0 0,0 0 0 0 0,8-7-1 0 0,-1 1-3180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55 1036 0 0,'12'-4'6997'0'0,"-11"4"-6897"0"0,0 0 1 0 0,-1 0-1 0 0,1 0 0 0 0,0 0 1 0 0,-1 0-1 0 0,1 0 0 0 0,0 0 1 0 0,-1 1-1 0 0,1-1 1 0 0,0 0-1 0 0,-1 0 0 0 0,1 0 1 0 0,0 1-1 0 0,-1-1 1 0 0,1 0-1 0 0,-1 1 0 0 0,1-1 1 0 0,-1 1-1 0 0,1-1 0 0 0,-1 1 1 0 0,1-1-1 0 0,-1 1 1 0 0,1-1-1 0 0,-1 1 0 0 0,1-1 1 0 0,-1 1-1 0 0,0-1 1 0 0,1 1-1 0 0,-1 0 0 0 0,0-1 1 0 0,0 1-1 0 0,0 0 0 0 0,1-1 1 0 0,-1 1-1 0 0,0 0 1 0 0,0-1-1 0 0,0 1 0 0 0,0 0 1 0 0,0-1-1 0 0,0 1 1 0 0,0 0-1 0 0,0-1 0 0 0,0 1 1 0 0,-1 0-1 0 0,1 0 0 0 0,-9 45 607 0 0,5-26-246 0 0,1-4-317 0 0,2 1 0 0 0,-1-1-1 0 0,2 1 1 0 0,3 31 0 0 0,-2-41-100 0 0,1 1-1 0 0,-1 0 1 0 0,1-1 0 0 0,1 0-1 0 0,-1 1 1 0 0,1-1-1 0 0,1 0 1 0 0,-1 0 0 0 0,1 0-1 0 0,1-1 1 0 0,-1 0-1 0 0,10 11 1 0 0,-11-14-22 0 0,0 0 0 0 0,1-1 0 0 0,-1 1-1 0 0,1 0 1 0 0,-1-1 0 0 0,1 0 0 0 0,0 0 0 0 0,0 0-1 0 0,0-1 1 0 0,0 1 0 0 0,1-1 0 0 0,-1 0 0 0 0,0 0 0 0 0,1 0-1 0 0,-1-1 1 0 0,0 0 0 0 0,1 0 0 0 0,-1 0 0 0 0,0 0 0 0 0,1 0-1 0 0,-1-1 1 0 0,0 0 0 0 0,1 0 0 0 0,-1 0 0 0 0,0-1 0 0 0,6-2-1 0 0,-3 1 15 0 0,-1 0 0 0 0,1-1 0 0 0,0 0 0 0 0,-1 0-1 0 0,0-1 1 0 0,0 0 0 0 0,0 0 0 0 0,-1 0 0 0 0,0-1 0 0 0,0 0-1 0 0,0 0 1 0 0,-1 0 0 0 0,1 0 0 0 0,4-11 0 0 0,-5 5-21 0 0,1-1 0 0 0,-1 1 0 0 0,-1-1 1 0 0,0 0-1 0 0,-1 0 0 0 0,-1 0 0 0 0,0 0 1 0 0,0 0-1 0 0,-1 0 0 0 0,-3-18 0 0 0,2 23-22 0 0,-1 0 1 0 0,0 0-1 0 0,0 1 0 0 0,0-1 0 0 0,-1 1 1 0 0,0-1-1 0 0,-1 1 0 0 0,-5-8 0 0 0,6 11-8 0 0,0 0 0 0 0,0 0-1 0 0,-1 0 1 0 0,1 0 0 0 0,-1 1-1 0 0,0-1 1 0 0,0 1 0 0 0,0 0-1 0 0,-1 0 1 0 0,1 1 0 0 0,-1-1-1 0 0,0 1 1 0 0,-6-2 0 0 0,5 2-4 0 0,-1 1 1 0 0,1 0-1 0 0,-1 0 0 0 0,1 1 1 0 0,-1-1-1 0 0,0 1 0 0 0,1 1 1 0 0,-1-1-1 0 0,0 1 1 0 0,1 1-1 0 0,-1-1 0 0 0,1 1 1 0 0,0 0-1 0 0,0 0 0 0 0,-10 6 1 0 0,9-5-194 0 0,1 0 0 0 0,0 1 0 0 0,-1 0 0 0 0,2 1 0 0 0,-1-1 0 0 0,0 1 0 0 0,1 0 0 0 0,0 1 0 0 0,0-1 1 0 0,0 1-1 0 0,1 0 0 0 0,0 0 0 0 0,-5 11 0 0 0,7-14-174 0 0,1 1 0 0 0,0 0 0 0 0,0-1 0 0 0,0 1 0 0 0,0 0 0 0 0,1 0 0 0 0,-1 0 1 0 0,1 0-1 0 0,0 0 0 0 0,0 0 0 0 0,1 0 0 0 0,-1-1 0 0 0,1 1 0 0 0,0 0 0 0 0,0 0 0 0 0,1 4 0 0 0,4 9-3507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135 738 1264 0 0,'-59'33'6667'0'0,"50"-26"-5962"0"0,0-1-1 0 0,0 1 1 0 0,1 0-1 0 0,0 1 1 0 0,1 0 0 0 0,-14 17-1 0 0,21-24-647 0 0,-1-1 0 0 0,1 1 0 0 0,-1-1 1 0 0,1 1-1 0 0,0 0 0 0 0,-1-1 0 0 0,1 1 0 0 0,0-1 0 0 0,-1 1 0 0 0,1 0 0 0 0,0 0 0 0 0,0-1 1 0 0,-1 1-1 0 0,1 0 0 0 0,0-1 0 0 0,0 1 0 0 0,0 0 0 0 0,0-1 0 0 0,0 1 0 0 0,0 0 0 0 0,0 0 0 0 0,1 1 1 0 0,-1-2-24 0 0,1 0 1 0 0,-1 1-1 0 0,1-1 1 0 0,-1 0-1 0 0,0 1 1 0 0,1-1-1 0 0,-1 0 1 0 0,1 0-1 0 0,0 1 1 0 0,-1-1 0 0 0,1 0-1 0 0,-1 0 1 0 0,1 0-1 0 0,-1 0 1 0 0,1 1-1 0 0,-1-1 1 0 0,1 0-1 0 0,0 0 1 0 0,-1 0-1 0 0,2-1 1 0 0,25-5 385 0 0,-15 0-346 0 0,0-1 0 0 0,-1 0-1 0 0,0-1 1 0 0,-1 0 0 0 0,0-1 0 0 0,12-13-1 0 0,-1-1-31 0 0,26-40-1 0 0,-23 26-79 0 0,-2-2 1 0 0,-1 0 0 0 0,-2-1-1 0 0,24-76 1 0 0,-20 33-190 0 0,18-128 0 0 0,-41 198-154 0 0,-6 22 238 0 0,-12 33 123 0 0,14-33-26 0 0,-23 60 93 0 0,2 1 0 0 0,4 1 0 0 0,-19 105 0 0 0,38-162-32 0 0,0 1 0 0 0,1-1-1 0 0,1 1 1 0 0,0 0 0 0 0,1-1 0 0 0,0 1 0 0 0,2-1 0 0 0,4 20-1 0 0,-5-28-1 0 0,0-1 1 0 0,0 0-1 0 0,0 0 0 0 0,0 1 0 0 0,1-2 0 0 0,0 1 0 0 0,0 0 0 0 0,0-1 0 0 0,0 1 0 0 0,1-1 0 0 0,0 0 0 0 0,0 0 1 0 0,0 0-1 0 0,0-1 0 0 0,1 1 0 0 0,-1-1 0 0 0,1 0 0 0 0,0-1 0 0 0,0 1 0 0 0,0-1 0 0 0,0 0 0 0 0,0 0 1 0 0,1 0-1 0 0,9 1 0 0 0,-4-2-57 0 0,0 1 1 0 0,1-2 0 0 0,-1 0 0 0 0,0 0-1 0 0,1-1 1 0 0,-1-1 0 0 0,0 0 0 0 0,0 0-1 0 0,18-7 1 0 0,-14 3-123 0 0,-1 0 0 0 0,1-2-1 0 0,-1 1 1 0 0,0-2 0 0 0,-1 0 0 0 0,15-13 0 0 0,-6 1-102 0 0,-1 0 0 0 0,-1-1 1 0 0,0-2-1 0 0,-2 0 0 0 0,-1-1 1 0 0,25-48-1 0 0,-20 28 139 0 0,-3 0 0 0 0,-1-1 0 0 0,14-64 0 0 0,-23 74 460 0 0,-3 0 0 0 0,-1 0 0 0 0,-1-1 1 0 0,-2 0-1 0 0,-4-41 0 0 0,2 77-332 0 0,0 0-1 0 0,0 0 1 0 0,0 1 0 0 0,0-1-1 0 0,0 0 1 0 0,0 0 0 0 0,0 1-1 0 0,0-1 1 0 0,0 0 0 0 0,-1 0-1 0 0,1 1 1 0 0,0-1 0 0 0,0 0 0 0 0,-1 1-1 0 0,1-1 1 0 0,-1 0 0 0 0,1 1-1 0 0,-1-1 1 0 0,1 1 0 0 0,-1-1-1 0 0,0 0 1 0 0,1 1 0 0 0,-1 0-1 0 0,1 0 1 0 0,-1 0 0 0 0,1 0-1 0 0,-1 0 1 0 0,1 0 0 0 0,-1 0-1 0 0,1 0 1 0 0,-1 1 0 0 0,1-1-1 0 0,-1 0 1 0 0,1 0 0 0 0,0 0-1 0 0,-1 1 1 0 0,1-1 0 0 0,-1 0-1 0 0,1 0 1 0 0,0 1-1 0 0,-1-1 1 0 0,1 0 0 0 0,0 1-1 0 0,-1-1 1 0 0,1 1 0 0 0,-4 3-8 0 0,1 0 1 0 0,0 1 0 0 0,0-1 0 0 0,-4 9-1 0 0,-27 75 323 0 0,3 1 0 0 0,4 1-1 0 0,-26 163 1 0 0,43-181 71 0 0,1 110 0 0 0,8-182-380 0 0,1 1 0 0 0,0-1-1 0 0,0 1 1 0 0,0-1 0 0 0,0 0 0 0 0,0 1-1 0 0,0-1 1 0 0,0 1 0 0 0,0-1 0 0 0,0 0-1 0 0,0 1 1 0 0,0-1 0 0 0,0 0 0 0 0,0 1-1 0 0,1-1 1 0 0,-1 1 0 0 0,0-1 0 0 0,0 0-1 0 0,0 1 1 0 0,0-1 0 0 0,1 0 0 0 0,-1 1 0 0 0,0-1-1 0 0,0 0 1 0 0,1 0 0 0 0,-1 1 0 0 0,0-1-1 0 0,1 0 1 0 0,-1 0 0 0 0,0 1 0 0 0,1-1-1 0 0,0 0 1 0 0,11-6 245 0 0,12-22 147 0 0,-23 25-386 0 0,31-37-36 0 0,65-80-240 0 0,-80 102 220 0 0,1 0 1 0 0,0 2-1 0 0,1 0 1 0 0,26-16-1 0 0,-41 29 19 0 0,0 1 1 0 0,0-1-1 0 0,0 1 1 0 0,0 0-1 0 0,0 1 0 0 0,1-1 1 0 0,-1 1-1 0 0,1-1 1 0 0,-1 2-1 0 0,1-1 0 0 0,-1 0 1 0 0,1 1-1 0 0,0 0 1 0 0,5 0-1 0 0,-8 0 23 0 0,1 1-1 0 0,-1 0 1 0 0,0-1 0 0 0,0 1-1 0 0,0 0 1 0 0,0 0 0 0 0,1 0 0 0 0,-1 0-1 0 0,-1 0 1 0 0,1 1 0 0 0,0-1-1 0 0,0 1 1 0 0,0-1 0 0 0,-1 1-1 0 0,1 0 1 0 0,-1-1 0 0 0,1 1-1 0 0,-1 0 1 0 0,0 0 0 0 0,0 0-1 0 0,0 0 1 0 0,1 3 0 0 0,2 3 34 0 0,-1 1 0 0 0,0 0 0 0 0,3 16 1 0 0,-4-10 66 0 0,-1 0 0 0 0,0 21 1 0 0,-1-24-387 0 0,0 1 0 0 0,1-1 0 0 0,0 0 0 0 0,5 20 0 0 0,-5-28 68 0 0,0-1 0 0 0,0 0 0 0 0,1 0 0 0 0,0 0 0 0 0,-1-1 0 0 0,1 1 0 0 0,0 0 0 0 0,0-1 0 0 0,0 1-1 0 0,1-1 1 0 0,-1 0 0 0 0,0 1 0 0 0,1-1 0 0 0,0 0 0 0 0,-1-1 0 0 0,1 1 0 0 0,0 0 0 0 0,0-1 0 0 0,0 1 0 0 0,0-1 0 0 0,0 0 0 0 0,6 1 0 0 0,1 0-477 0 0,0-1 1 0 0,0 0-1 0 0,-1 0 0 0 0,1-1 1 0 0,0-1-1 0 0,15-2 0 0 0,-1 0-1045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254 559 2080 0 0,'9'-12'1013'0'0,"0"0"1"0"0,-1 0-1 0 0,0-1 0 0 0,-1 0 0 0 0,9-24 0 0 0,-14 31-681 0 0,0 1-1 0 0,-1-1 1 0 0,0 0 0 0 0,0 1-1 0 0,0-1 1 0 0,-1 0-1 0 0,0-11 1 0 0,0 14-227 0 0,-1 0 1 0 0,1 0-1 0 0,-1-1 0 0 0,0 1 0 0 0,0 0 1 0 0,0 0-1 0 0,-1 0 0 0 0,1 1 1 0 0,-1-1-1 0 0,1 0 0 0 0,-1 0 0 0 0,0 1 1 0 0,0-1-1 0 0,0 1 0 0 0,-4-3 0 0 0,4 3-84 0 0,0 1 0 0 0,-1-1 0 0 0,1 1 0 0 0,-1 0 0 0 0,1 0 0 0 0,-1 0 0 0 0,0 0 0 0 0,1 1 0 0 0,-1-1 0 0 0,0 1 0 0 0,0-1 0 0 0,1 1 0 0 0,-1 0 0 0 0,0 0 0 0 0,0 0 0 0 0,0 1 0 0 0,1-1 0 0 0,-1 0 0 0 0,0 1 0 0 0,1 0 0 0 0,-1 0-1 0 0,0 0 1 0 0,1 0 0 0 0,-1 0 0 0 0,-2 2 0 0 0,-6 3-1 0 0,1 0-1 0 0,0 1 1 0 0,0-1 0 0 0,-14 14-1 0 0,4-1 38 0 0,1 0-1 0 0,0 2 1 0 0,-29 44 0 0 0,41-55-34 0 0,0 1 0 0 0,1 0 1 0 0,1 0-1 0 0,0 1 0 0 0,0 0 0 0 0,1 0 1 0 0,1 0-1 0 0,0 0 0 0 0,0 0 1 0 0,-1 25-1 0 0,4-34-10 0 0,0 0 0 0 0,0 0 0 0 0,1 0 0 0 0,-1 0 1 0 0,1 0-1 0 0,-1 0 0 0 0,1 0 0 0 0,0 0 0 0 0,0 0 0 0 0,0 0 0 0 0,1 0 1 0 0,-1-1-1 0 0,1 1 0 0 0,-1 0 0 0 0,1-1 0 0 0,0 1 0 0 0,0-1 1 0 0,0 0-1 0 0,0 0 0 0 0,0 1 0 0 0,1-1 0 0 0,-1-1 0 0 0,1 1 0 0 0,-1 0 1 0 0,1-1-1 0 0,0 1 0 0 0,-1-1 0 0 0,1 0 0 0 0,0 0 0 0 0,0 0 0 0 0,0 0 1 0 0,5 0-1 0 0,-2 0-76 0 0,1 0-1 0 0,0 0 1 0 0,0-1 0 0 0,0 0 0 0 0,0-1 0 0 0,0 0 0 0 0,0 0 0 0 0,0 0 0 0 0,-1-1-1 0 0,1 0 1 0 0,-1 0 0 0 0,1-1 0 0 0,9-5 0 0 0,-5 1 8 0 0,-1 0 0 0 0,0-1 0 0 0,0 0 0 0 0,-1-1 0 0 0,0 0-1 0 0,-1-1 1 0 0,0 1 0 0 0,0-1 0 0 0,-1-1 0 0 0,-1 0 0 0 0,1 0 0 0 0,-2 0 0 0 0,1-1 0 0 0,-2 1 0 0 0,0-1 0 0 0,5-22 0 0 0,15-48 1489 0 0,-24 80-1473 0 0,-9 23-14 0 0,8-18 95 0 0,-32 121 1039 0 0,31-110-1021 0 0,0-1-1 0 0,0 1 1 0 0,1 0 0 0 0,1 0 0 0 0,0 0 0 0 0,1-1 0 0 0,4 19-1 0 0,-4-29-36 0 0,-1 0 0 0 0,1 0 0 0 0,0 1 0 0 0,0-1-1 0 0,1 0 1 0 0,-1-1 0 0 0,0 1 0 0 0,1 0 0 0 0,0 0 0 0 0,0 0-1 0 0,0-1 1 0 0,0 1 0 0 0,0-1 0 0 0,0 0 0 0 0,1 0-1 0 0,-1 1 1 0 0,1-2 0 0 0,4 4 0 0 0,-4-3-15 0 0,1-1-1 0 0,0 0 1 0 0,0 0 0 0 0,0 0-1 0 0,0 0 1 0 0,0-1 0 0 0,0 1-1 0 0,0-1 1 0 0,0 0 0 0 0,0 0 0 0 0,0 0-1 0 0,8-2 1 0 0,2-2-160 0 0,-1 0 0 0 0,1-1 0 0 0,-1 0 0 0 0,-1-1 0 0 0,1 0 0 0 0,-1-1 0 0 0,17-13 0 0 0,-8 4-191 0 0,-1-2 0 0 0,0-1 1 0 0,-2 0-1 0 0,0-1 1 0 0,-2-1-1 0 0,0-1 0 0 0,23-41 1 0 0,-13 11 109 0 0,-2 0 0 0 0,27-87 0 0 0,-41 108 843 0 0,-2-1 1 0 0,-1 0-1 0 0,-1 0 1 0 0,-2 0-1 0 0,-1-1 1 0 0,-3-50-1 0 0,0 82-605 0 0,0 1 1 0 0,0-1-1 0 0,0 0 0 0 0,0 0 0 0 0,0 1 1 0 0,0-1-1 0 0,0 0 0 0 0,0 1 0 0 0,0-1 1 0 0,0 0-1 0 0,-1 0 0 0 0,1 1 0 0 0,0-1 1 0 0,0 0-1 0 0,-1 1 0 0 0,1-1 0 0 0,0 1 1 0 0,-1-1-1 0 0,1 0 0 0 0,-1 1 0 0 0,1-1 1 0 0,-1 1-1 0 0,1-1 0 0 0,-1 1 0 0 0,0-1 0 0 0,0 0 1 0 0,0 2-5 0 0,0-1 0 0 0,0 0 1 0 0,0 0-1 0 0,1 0 0 0 0,-1 0 1 0 0,0 1-1 0 0,0-1 1 0 0,0 0-1 0 0,1 1 0 0 0,-1-1 1 0 0,0 1-1 0 0,0-1 0 0 0,1 1 1 0 0,-1-1-1 0 0,0 1 0 0 0,1-1 1 0 0,-2 2-1 0 0,-4 4 28 0 0,1 1 0 0 0,1-1 0 0 0,-7 11 0 0 0,-18 41 383 0 0,3 1 0 0 0,2 0 0 0 0,3 2 0 0 0,3 1 0 0 0,-12 70 0 0 0,28-122-366 0 0,-5 24 114 0 0,-2 38 0 0 0,9-63-118 0 0,-1-1-1 0 0,1 0 0 0 0,1 1 0 0 0,-1-1 0 0 0,1 1 0 0 0,1-1 0 0 0,0 0 1 0 0,0 0-1 0 0,0 0 0 0 0,5 10 0 0 0,-5-15-77 0 0,0 0 1 0 0,1-1-1 0 0,-1 1 0 0 0,0-1 0 0 0,1 1 1 0 0,-1-1-1 0 0,1 0 0 0 0,0 0 1 0 0,0-1-1 0 0,0 1 0 0 0,0 0 0 0 0,0-1 1 0 0,0 0-1 0 0,0 1 0 0 0,0-1 1 0 0,1-1-1 0 0,-1 1 0 0 0,0 0 0 0 0,1-1 1 0 0,-1 0-1 0 0,0 1 0 0 0,1-1 0 0 0,6-1 1 0 0,6-1-1009 0 0,0 0 1 0 0,0 0 0 0 0,24-9 0 0 0,-25 7-964 0 0,-1-1 0 0 0,19-9 0 0 0,-4-3-3441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6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52 2716 0 0,'-64'2'11363'0'0,"47"-2"-8926"0"0,22 0-2175 0 0,91-10 306 0 0,54-7-2394 0 0,-54-4-5901 0 0,-75 16 2338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0 3220 0 0,'-170'34'13376'0'0,"154"-28"-12413"0"0,13-4-344 0 0,3-2-625 0 0,0 1-1 0 0,1-1 1 0 0,-1 1-1 0 0,0 0 1 0 0,1-1-1 0 0,-1 1 1 0 0,0-1-1 0 0,1 1 1 0 0,-1-1 0 0 0,1 1-1 0 0,-1-1 1 0 0,1 1-1 0 0,-1-1 1 0 0,1 0-1 0 0,0 1 1 0 0,-1-1-1 0 0,1 0 1 0 0,-1 1-1 0 0,1-1 1 0 0,0 0-1 0 0,-1 0 1 0 0,1 0-1 0 0,0 0 1 0 0,-1 1-1 0 0,1-1 1 0 0,0 0-1 0 0,22 3-937 0 0,-21-3 814 0 0,132 1-8828 0 0,-86-3 3391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147 760 1308 0 0,'-23'4'2190'0'0,"3"-1"-158"0"0,0 1 0 0 0,-22 7 0 0 0,39-10-1807 0 0,0 1 0 0 0,-1 0 0 0 0,1 0 0 0 0,0 0 1 0 0,1 0-1 0 0,-1 0 0 0 0,0 1 0 0 0,1 0 0 0 0,-1-1 0 0 0,1 1 0 0 0,0 0 0 0 0,0 0 0 0 0,-3 6 0 0 0,4-8 199 0 0,6 14 886 0 0,-4-14-1216 0 0,1 0 0 0 0,0 0-1 0 0,-1 0 1 0 0,1 0 0 0 0,0-1 0 0 0,0 1-1 0 0,0-1 1 0 0,0 1 0 0 0,0-1-1 0 0,0 0 1 0 0,-1 1 0 0 0,1-1 0 0 0,0 0-1 0 0,0 0 1 0 0,0 0 0 0 0,0-1-1 0 0,0 1 1 0 0,3-1 0 0 0,38-12 411 0 0,-18 4-415 0 0,-1-2 0 0 0,0-1 0 0 0,-1 0 0 0 0,-1-2 0 0 0,0-1 0 0 0,38-33-1 0 0,-35 25-234 0 0,-2-2-1 0 0,0 0 0 0 0,-2-2 0 0 0,32-51 0 0 0,-22 20-39 0 0,-2-2 1 0 0,-3 0-1 0 0,-3-2 1 0 0,-2 0 0 0 0,14-73-1 0 0,-21 56 52 0 0,-14 78 125 0 0,0 1-1 0 0,0-1 0 0 0,0 1 0 0 0,1-1 1 0 0,-1 1-1 0 0,0-1 0 0 0,0 1 0 0 0,0-1 1 0 0,0 0-1 0 0,0 1 0 0 0,0-1 0 0 0,0 1 0 0 0,0-1 1 0 0,0 1-1 0 0,0-1 0 0 0,-1 1 0 0 0,1-1 1 0 0,0 0-1 0 0,0 1 0 0 0,0-1 0 0 0,-1 1 1 0 0,1-1-1 0 0,0 1 0 0 0,-1-1 0 0 0,-9 6-84 0 0,-11 19 35 0 0,21-24 57 0 0,-24 33-52 0 0,2 2 0 0 0,2 0 1 0 0,-22 50-1 0 0,15-19 83 0 0,-20 73 0 0 0,36-98 14 0 0,1 0-1 0 0,-6 51 0 0 0,15-79-19 0 0,0 0 1 0 0,0 0-1 0 0,1 0 1 0 0,1 0-1 0 0,0 0 0 0 0,1-1 1 0 0,1 1-1 0 0,0 0 0 0 0,0-1 1 0 0,1 1-1 0 0,9 18 0 0 0,-10-26-3 0 0,0 0 0 0 0,0 0-1 0 0,1 0 1 0 0,0-1 0 0 0,-1 1-1 0 0,1-1 1 0 0,1 0-1 0 0,-1 0 1 0 0,1 0 0 0 0,-1-1-1 0 0,1 0 1 0 0,0 0 0 0 0,0 0-1 0 0,7 3 1 0 0,-4-4-40 0 0,0 1 0 0 0,-1-2 0 0 0,1 1-1 0 0,0-1 1 0 0,0 0 0 0 0,0 0 0 0 0,0-1 0 0 0,0 0 0 0 0,12-2 0 0 0,-4-1-127 0 0,0-1 1 0 0,0 0 0 0 0,-1-1-1 0 0,0-1 1 0 0,0 0 0 0 0,0-1 0 0 0,-1 0-1 0 0,0-2 1 0 0,23-16 0 0 0,-14 5-70 0 0,-1-1 1 0 0,-1-1-1 0 0,-1-1 1 0 0,-1-1 0 0 0,-1 0-1 0 0,24-43 1 0 0,-20 25 199 0 0,-1-2 0 0 0,-2 0 0 0 0,18-67 0 0 0,-25 69 548 0 0,-2 0-1 0 0,-2-1 0 0 0,-1 1 0 0 0,0-53 0 0 0,-21 112-591 0 0,-17 66 63 0 0,-34 151-1 0 0,44-149 105 0 0,-19 137 93 0 0,25-129 7 0 0,15-92-203 0 0,0-1 0 0 0,0 0 1 0 0,0 1-1 0 0,-1-1 0 0 0,1 1 0 0 0,0-1 0 0 0,0 1 0 0 0,0-1 0 0 0,0 1 1 0 0,0-1-1 0 0,0 1 0 0 0,0-1 0 0 0,0 1 0 0 0,0-1 0 0 0,0 1 0 0 0,0-1 1 0 0,0 1-1 0 0,0-1 0 0 0,1 1 0 0 0,-1-1 0 0 0,0 1 0 0 0,0-1 1 0 0,1 1-1 0 0,-1-1 0 0 0,0 0 0 0 0,0 1 0 0 0,1-1 0 0 0,-1 1 0 0 0,1 0 1 0 0,12-8-22 0 0,11-18-120 0 0,0-7-12 0 0,4-7-5 0 0,2 1 0 0 0,2 2 0 0 0,56-51 0 0 0,-74 76 120 0 0,-3 1-22 0 0,1 0 0 0 0,0 1 1 0 0,1 1-1 0 0,27-14 0 0 0,-38 22 48 0 0,-1-1 0 0 0,1 1 0 0 0,0-1 0 0 0,0 1 0 0 0,-1 0 0 0 0,1 0 0 0 0,0-1 0 0 0,0 2 0 0 0,-1-1-1 0 0,1 0 1 0 0,0 0 0 0 0,0 0 0 0 0,-1 1 0 0 0,1-1 0 0 0,0 1 0 0 0,-1-1 0 0 0,1 1 0 0 0,0 0 0 0 0,-1 0 0 0 0,1 0 0 0 0,-1 0 0 0 0,1 0 0 0 0,-1 0 0 0 0,0 0 0 0 0,1 0 0 0 0,-1 0 0 0 0,0 1-1 0 0,0-1 1 0 0,0 0 0 0 0,0 1 0 0 0,0-1 0 0 0,0 1 0 0 0,0-1 0 0 0,0 1 0 0 0,0 3 0 0 0,3 2 20 0 0,-2 1 0 0 0,1-1 0 0 0,-1 1 0 0 0,0 0 0 0 0,0-1 0 0 0,0 14 0 0 0,-3 40 220 0 0,-2 0-1 0 0,-21 109 0 0 0,22-157-218 0 0,1-11 51 0 0,1 0-1 0 0,-1 0 0 0 0,1 0 1 0 0,0-1-1 0 0,0 1 1 0 0,-1 0-1 0 0,2 0 1 0 0,-1 0-1 0 0,0 0 1 0 0,0 0-1 0 0,0 0 1 0 0,1 0-1 0 0,-1-1 1 0 0,1 1-1 0 0,0 0 1 0 0,0 0-1 0 0,-1 0 1 0 0,1-1-1 0 0,0 1 1 0 0,0-1-1 0 0,0 1 1 0 0,1-1-1 0 0,-1 1 1 0 0,0-1-1 0 0,1 1 1 0 0,-1-1-1 0 0,1 0 0 0 0,-1 0 1 0 0,1 0-1 0 0,1 1 1 0 0,0-1-10 0 0,1-1 0 0 0,-1 0 0 0 0,1 0 0 0 0,-1 0-1 0 0,1 0 1 0 0,-1 0 0 0 0,0-1 0 0 0,1 0 0 0 0,-1 0 0 0 0,0 0 0 0 0,1 0 0 0 0,-1 0 0 0 0,0 0 0 0 0,4-3 0 0 0,-5 3-22 0 0,27-13 26 0 0,-1-1 1 0 0,0-1-1 0 0,-1-2 0 0 0,-1-1 0 0 0,-1-1 0 0 0,-1-1 0 0 0,0-1 0 0 0,-2-1 1 0 0,0 0-1 0 0,-2-2 0 0 0,0-1 0 0 0,28-51 0 0 0,-42 65-70 0 0,0 0 0 0 0,0 0 0 0 0,-1-1 0 0 0,-1 0 0 0 0,0 0 0 0 0,-1-1 0 0 0,0 1 1 0 0,-1-1-1 0 0,0-14 0 0 0,-2 26-94 0 0,-2 2 8 0 0,-2 0 76 0 0,1 0-1 0 0,-1 1 0 0 0,1-1 1 0 0,0 1-1 0 0,0 0 0 0 0,-1 0 0 0 0,1 0 1 0 0,0 1-1 0 0,0-1 0 0 0,0 1 1 0 0,0 0-1 0 0,-3 2 0 0 0,-1 1-9 0 0,1 1 0 0 0,0 0 1 0 0,0 0-1 0 0,-9 11 0 0 0,3 0 7 0 0,0 2 0 0 0,1-1 1 0 0,-9 23-1 0 0,12-24 16 0 0,1 0-1 0 0,1 0 1 0 0,-6 27 0 0 0,11-39 22 0 0,0-1 1 0 0,0 0-1 0 0,1 1 0 0 0,-1-1 0 0 0,1 1 1 0 0,0-1-1 0 0,1 0 0 0 0,-1 1 1 0 0,1-1-1 0 0,-1 1 0 0 0,1-1 1 0 0,0 0-1 0 0,1 0 0 0 0,-1 1 1 0 0,1-1-1 0 0,0 0 0 0 0,0 0 0 0 0,0-1 1 0 0,1 1-1 0 0,3 4 0 0 0,-3-5-17 0 0,0-1 1 0 0,0 0-1 0 0,0 0 0 0 0,1 0 0 0 0,-1 0 0 0 0,1 0 0 0 0,-1-1 0 0 0,1 1 1 0 0,0-1-1 0 0,0 0 0 0 0,-1 0 0 0 0,1-1 0 0 0,0 1 0 0 0,0-1 0 0 0,7 0 0 0 0,6-1-627 0 0,0 0-1 0 0,21-6 0 0 0,-33 6 410 0 0,17-4-1258 0 0,1-1 0 0 0,-1-2 0 0 0,0 0-1 0 0,0-1 1 0 0,23-14 0 0 0,-15 4-3173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8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32 1128 0 0,'-248'-9'13438'0'0,"245"9"-13109"0"0,22-2-281 0 0,209-12-4754 0 0,-143 11 1257 0 0,-6 0-935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319 229 408 0 0,'-1'3'3255'0'0,"-20"36"9143"0"0,20-39-12338 0 0,1 0-1 0 0,0 0 0 0 0,0 1 0 0 0,-1-1 1 0 0,1 0-1 0 0,0 0 0 0 0,0 1 0 0 0,0-1 1 0 0,-1 0-1 0 0,1 0 0 0 0,0 1 0 0 0,0-1 1 0 0,0 0-1 0 0,0 1 0 0 0,0-1 0 0 0,-1 0 1 0 0,1 1-1 0 0,0-1 0 0 0,0 0 0 0 0,0 1 1 0 0,0-1-1 0 0,0 0 0 0 0,0 1 0 0 0,0-1 1 0 0,0 0-1 0 0,0 1 0 0 0,0-1 0 0 0,0 0 0 0 0,1 1 1 0 0,-1-1-1 0 0,0 0 0 0 0,0 1 0 0 0,3 12 1416 0 0,-3-12-1540 0 0,1 0 168 0 0,18-7 174 0 0,-13 4-219 0 0,1-2 0 0 0,-1 1 0 0 0,0-1 0 0 0,0 0 0 0 0,0 0 0 0 0,0 0 0 0 0,-1-1-1 0 0,0 0 1 0 0,0 0 0 0 0,0 0 0 0 0,-1-1 0 0 0,1 0 0 0 0,-1 0 0 0 0,0 0 0 0 0,-1 0 0 0 0,0-1 0 0 0,3-7 0 0 0,0-1-62 0 0,-1 0 0 0 0,0 0 0 0 0,-1-1 0 0 0,-1 1 0 0 0,-1-1 0 0 0,0 0 0 0 0,0-15 0 0 0,-2 27-26 0 0,0 1 1 0 0,-1 0-1 0 0,1 0 1 0 0,0 0-1 0 0,-1 0 1 0 0,0 0 0 0 0,0 0-1 0 0,0 0 1 0 0,0 0-1 0 0,0 0 1 0 0,0 0 0 0 0,-1 0-1 0 0,0 1 1 0 0,1-1-1 0 0,-4-3 1 0 0,4 5 19 0 0,0 1 1 0 0,0-1 0 0 0,0 1-1 0 0,0 0 1 0 0,0-1 0 0 0,0 1-1 0 0,0 0 1 0 0,-1 0-1 0 0,1-1 1 0 0,0 1 0 0 0,0 0-1 0 0,0 0 1 0 0,0 0-1 0 0,0 1 1 0 0,0-1 0 0 0,-2 0-1 0 0,0 1-12 0 0,-7 0-14 0 0,0 1-1 0 0,0 0 1 0 0,0 0 0 0 0,0 1 0 0 0,0 0-1 0 0,0 1 1 0 0,-13 7 0 0 0,-59 39-326 0 0,56-32 285 0 0,0 0 1 0 0,2 2 0 0 0,0 0 0 0 0,2 2-1 0 0,0 1 1 0 0,-32 43 0 0 0,51-61 83 0 0,0 0-1 0 0,0 0 1 0 0,1 0 0 0 0,0 0 0 0 0,0 0 0 0 0,0 0 0 0 0,0 1 0 0 0,1-1 0 0 0,0 0-1 0 0,0 1 1 0 0,0 6 0 0 0,1-9-16 0 0,0 0-1 0 0,0 0 0 0 0,1 0 0 0 0,-1 0 1 0 0,1-1-1 0 0,0 1 0 0 0,-1 0 1 0 0,1 0-1 0 0,1 0 0 0 0,-1-1 1 0 0,0 1-1 0 0,1-1 0 0 0,-1 1 1 0 0,1-1-1 0 0,0 1 0 0 0,0-1 1 0 0,0 0-1 0 0,0 0 0 0 0,0 0 1 0 0,0 0-1 0 0,1 0 0 0 0,3 2 1 0 0,8 3-486 0 0,0 0-1 0 0,0-1 1 0 0,1-1 0 0 0,0 0 0 0 0,0-1 0 0 0,0-1 0 0 0,31 4 0 0 0,-5-5-2216 0 0,75-4 1 0 0,-64-3-337 0 0,6-3-958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9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249 170 20 0 0,'14'-14'1789'0'0,"-1"-1"0"0"0,0 0-1 0 0,-1-1 1 0 0,0 0 0 0 0,-2-1 0 0 0,0 0 0 0 0,10-23 0 0 0,-20 39-1757 0 0,1 1 1 0 0,-1-1 0 0 0,0 1-1 0 0,1-1 1 0 0,-1 1 0 0 0,0-1-1 0 0,0 1 1 0 0,0-1 0 0 0,1 1-1 0 0,-1-1 1 0 0,0 0 0 0 0,0 1-1 0 0,0-1 1 0 0,0 1 0 0 0,0-1-1 0 0,0 0 1 0 0,0 1 0 0 0,0-1-1 0 0,0 1 1 0 0,0-1 0 0 0,-1 0-1 0 0,1 1 1 0 0,0-1 0 0 0,0 1-1 0 0,0-1 1 0 0,-1 1 0 0 0,1-1-1 0 0,0 1 1 0 0,-1-1 0 0 0,0 0-1 0 0,0 1-6 0 0,0-1 0 0 0,0 1-1 0 0,0 0 1 0 0,0 0 0 0 0,0-1 0 0 0,0 1-1 0 0,0 0 1 0 0,0 0 0 0 0,0 0 0 0 0,0 1-1 0 0,-1-1 1 0 0,1 0 0 0 0,0 0 0 0 0,0 1-1 0 0,-1-1 1 0 0,-38 19 359 0 0,9 0-167 0 0,0 3 0 0 0,-36 32 0 0 0,53-41-201 0 0,0 1 1 0 0,1 0 0 0 0,0 1-1 0 0,2 0 1 0 0,0 1-1 0 0,-13 23 1 0 0,22-36-7 0 0,1 0 0 0 0,-1 1 0 0 0,1-1 1 0 0,-1 0-1 0 0,1 1 0 0 0,0-1 0 0 0,1 1 0 0 0,-1 0 0 0 0,1-1 0 0 0,-1 1 1 0 0,1 0-1 0 0,0-1 0 0 0,0 1 0 0 0,1 0 0 0 0,-1-1 0 0 0,1 1 1 0 0,0-1-1 0 0,2 7 0 0 0,-3-9 5 0 0,1 0-1 0 0,0 0 1 0 0,0 0-1 0 0,0 0 1 0 0,0 0 0 0 0,0 0-1 0 0,0-1 1 0 0,0 1-1 0 0,0 0 1 0 0,0 0 0 0 0,0-1-1 0 0,0 1 1 0 0,0-1 0 0 0,0 1-1 0 0,1-1 1 0 0,-1 0-1 0 0,0 1 1 0 0,0-1 0 0 0,1 0-1 0 0,1 0 1 0 0,23-1 239 0 0,-19 0-228 0 0,-1-1 0 0 0,0 0-1 0 0,1 0 1 0 0,-1 0-1 0 0,0-1 1 0 0,0 0 0 0 0,0 0-1 0 0,-1-1 1 0 0,1 1-1 0 0,-1-1 1 0 0,0-1 0 0 0,5-4-1 0 0,7-9 192 0 0,28-37 1 0 0,-23 27 390 0 0,15-19-323 0 0,-36 46-406 0 0,0 2 113 0 0,0 0-1 0 0,-1 0 1 0 0,1 0 0 0 0,-1 0 0 0 0,1 0 0 0 0,-1 0-1 0 0,1 0 1 0 0,-1 0 0 0 0,1 0 0 0 0,-1 0 0 0 0,0 0-1 0 0,0 0 1 0 0,0 0 0 0 0,1 1 0 0 0,-1-1 0 0 0,0 0-1 0 0,-1 0 1 0 0,1 0 0 0 0,0 0 0 0 0,0 0 0 0 0,0 0-1 0 0,0 0 1 0 0,-1 0 0 0 0,0 2 0 0 0,1-1-7 0 0,-8 32 426 0 0,-1-1 0 0 0,-20 48 0 0 0,1-4 120 0 0,-8 37-82 0 0,-106 291 519 0 0,122-358-766 0 0,-17 35-3417 0 0,31-74 384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67 904 0 0,'6'-17'5250'0'0,"16"-33"1092"0"0,-17 55-5865 0 0,-4-5-468 0 0,-1 0 1 0 0,1 0-1 0 0,-1 0 0 0 0,0 0 1 0 0,1 1-1 0 0,-1-1 1 0 0,0 0-1 0 0,1 0 0 0 0,-1 1 1 0 0,0-1-1 0 0,0 0 0 0 0,1 0 1 0 0,-1 1-1 0 0,0-1 0 0 0,1 0 1 0 0,-1 1-1 0 0,0-1 1 0 0,0 0-1 0 0,0 1 0 0 0,1-1 1 0 0,-1 0-1 0 0,0 1 0 0 0,0-1 1 0 0,0 0-1 0 0,0 1 0 0 0,0-1 1 0 0,0 1-1 0 0,0-1 0 0 0,0 0 1 0 0,0 1-1 0 0,0 0 1 0 0,5 33 203 0 0,-3 1 0 0 0,0 0 0 0 0,-2 1 1 0 0,-2-1-1 0 0,-10 59 0 0 0,8-76 5 0 0,0 0-1 0 0,-1-1 0 0 0,-1 1 1 0 0,0-1-1 0 0,-1 0 0 0 0,-1-1 1 0 0,-1 1-1 0 0,0-2 0 0 0,-1 1 1 0 0,-1-1-1 0 0,-1-1 0 0 0,-22 23 1 0 0,33-36-68 0 0,-1 0 0 0 0,1 1 0 0 0,-1-1 0 0 0,0 0 1 0 0,0 0-1 0 0,0 0 0 0 0,0 0 0 0 0,0 0 0 0 0,0 0 1 0 0,-2 0-1 0 0,3-1-121 0 0,0 0-1 0 0,0 1 1 0 0,1-1 0 0 0,-1 0 0 0 0,0 0-1 0 0,0 0 1 0 0,0-1 0 0 0,1 1 0 0 0,-1 0-1 0 0,0 0 1 0 0,0 0 0 0 0,0-1 0 0 0,1 1-1 0 0,-1 0 1 0 0,0-1 0 0 0,0 1 0 0 0,1 0-1 0 0,-1-1 1 0 0,0 1 0 0 0,1-1-1 0 0,-1 1 1 0 0,1-1 0 0 0,-1 0 0 0 0,0 0-1 0 0,0 0-11 0 0,1-1 0 0 0,-1 1 0 0 0,1 0 0 0 0,0-1 0 0 0,-1 1 0 0 0,1 0 0 0 0,0-1 0 0 0,0 1-1 0 0,0-1 1 0 0,0 1 0 0 0,0 0 0 0 0,0-1 0 0 0,0 1 0 0 0,1 0 0 0 0,-1-1 0 0 0,1-1 0 0 0,7-20 7 0 0,4-2-29 0 0,1 0 0 0 0,1 1 0 0 0,1 1 0 0 0,2 0 0 0 0,0 1-1 0 0,26-25 1 0 0,-9 13-100 0 0,2 3-1 0 0,72-51 0 0 0,-99 76 63 0 0,1 0-1 0 0,0 0 0 0 0,0 1 1 0 0,0 0-1 0 0,1 1 0 0 0,0 0 1 0 0,0 1-1 0 0,13-2 1 0 0,-21 4 41 0 0,1 1 1 0 0,-1-1-1 0 0,1 1 1 0 0,0 0-1 0 0,-1 1 0 0 0,1-1 1 0 0,-1 0-1 0 0,1 1 1 0 0,-1 0-1 0 0,1 0 1 0 0,-1 0-1 0 0,1 0 1 0 0,-1 1-1 0 0,0-1 1 0 0,1 1-1 0 0,-1 0 1 0 0,0 0-1 0 0,0 0 1 0 0,-1 0-1 0 0,1 1 1 0 0,0-1-1 0 0,-1 1 1 0 0,1-1-1 0 0,-1 1 1 0 0,0 0-1 0 0,0 0 0 0 0,0 0 1 0 0,3 6-1 0 0,-1-1 28 0 0,-1 0 0 0 0,0 1 0 0 0,0-1 0 0 0,-1 1 0 0 0,0 0 1 0 0,0 0-1 0 0,-1-1 0 0 0,0 1 0 0 0,-1 0 0 0 0,0 0 0 0 0,0 0 0 0 0,-4 18 0 0 0,1-10-460 0 0,-11 29 0 0 0,-10 17-4196 0 0,19-49 2873 0 0,2-3-1009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19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415 136 4 0 0,'19'-18'3469'0'0,"-1"-1"0"0"0,0 0-1 0 0,16-23 1 0 0,-33 41-3385 0 0,-1 0-1 0 0,1 0 1 0 0,0 0-1 0 0,0 1 0 0 0,-1-1 1 0 0,1 0-1 0 0,-1 0 1 0 0,1 0-1 0 0,-1 0 1 0 0,1 0-1 0 0,-1 0 1 0 0,1 0-1 0 0,-1 0 0 0 0,0 0 1 0 0,0-1-1 0 0,1 1 1 0 0,-1 0-1 0 0,0 0 1 0 0,0 0-1 0 0,0 0 1 0 0,0 0-1 0 0,0 0 0 0 0,-1 0 1 0 0,1-1-1 0 0,0 1 1 0 0,0 0-1 0 0,-1-1 1 0 0,0 1-47 0 0,-1 0 0 0 0,1 0 0 0 0,0 1 0 0 0,-1-1 0 0 0,1 0 0 0 0,0 1 0 0 0,-1-1 0 0 0,1 1 0 0 0,-1-1 1 0 0,1 1-1 0 0,0 0 0 0 0,-1-1 0 0 0,1 1 0 0 0,-1 0 0 0 0,1 0 0 0 0,-4 1 0 0 0,-8 0-24 0 0,0 0 0 0 0,0 1-1 0 0,-15 5 1 0 0,15-3-29 0 0,0 0 0 0 0,0 1 0 0 0,0 1 1 0 0,-11 6-1 0 0,19-9 11 0 0,1 0 0 0 0,-1 0 0 0 0,1 0 0 0 0,0 1 1 0 0,-1-1-1 0 0,2 1 0 0 0,-1 0 0 0 0,0 0 0 0 0,1 1 0 0 0,0-1 1 0 0,0 1-1 0 0,-5 8 0 0 0,7-9 28 0 0,0 0 1 0 0,0 0 0 0 0,1 0-1 0 0,-1 0 1 0 0,1 0-1 0 0,0 0 1 0 0,0 1 0 0 0,0-1-1 0 0,1 0 1 0 0,-1 0-1 0 0,1 0 1 0 0,0 0-1 0 0,0 0 1 0 0,0 0 0 0 0,1-1-1 0 0,2 5 1 0 0,4 9 199 0 0,1-1 1 0 0,14 19-1 0 0,-11-17-163 0 0,-2-1 43 0 0,22 34-67 0 0,-30-46 64 0 0,1-1 0 0 0,-1 1 0 0 0,0 0 0 0 0,-1 0 0 0 0,1 0 0 0 0,-1 0 0 0 0,0 0 0 0 0,1 9-1 0 0,-3-11-36 0 0,1 0-1 0 0,-1 1 0 0 0,0-1 0 0 0,0 0 0 0 0,0 0 0 0 0,0 1 0 0 0,0-1 0 0 0,-1 0 0 0 0,0 0 0 0 0,1 0 0 0 0,-1-1 0 0 0,0 1 1 0 0,0 0-1 0 0,-1-1 0 0 0,1 1 0 0 0,0-1 0 0 0,-1 0 0 0 0,0 0 0 0 0,1 0 0 0 0,-1 0 0 0 0,0 0 0 0 0,-3 1 0 0 0,-9 5 31 0 0,1-1 0 0 0,-1-1 0 0 0,-17 5 0 0 0,30-11-81 0 0,-26 7-908 0 0,-1-1 0 0 0,-1-2 0 0 0,1-1 0 0 0,-44-1 0 0 0,48-1-61 0 0,-40 1-1681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0 1156 0 0,'-32'15'13047'0'0,"17"-11"-10285"0"0,25-8-2122 0 0,31-7-755 0 0,-29 10 112 0 0,0 0 1 0 0,-1 1 0 0 0,1 1-1 0 0,0 0 1 0 0,0 0 0 0 0,0 1-1 0 0,0 1 1 0 0,-1 0-1 0 0,0 1 1 0 0,1 0 0 0 0,-1 0-1 0 0,-1 1 1 0 0,1 1 0 0 0,-1 0-1 0 0,11 7 1 0 0,-13-6 12 0 0,0-1 1 0 0,-1 1-1 0 0,0 0 1 0 0,0 0-1 0 0,0 1 1 0 0,-1 0-1 0 0,0 0 1 0 0,-1 0-1 0 0,0 1 0 0 0,0 0 1 0 0,-1 0-1 0 0,0 0 1 0 0,-1 1-1 0 0,1-1 1 0 0,-2 1-1 0 0,0 0 0 0 0,0-1 1 0 0,1 13-1 0 0,-3-4 12 0 0,0 0 0 0 0,-1 0 0 0 0,-1 0 0 0 0,-1 0 0 0 0,0 0 0 0 0,-2-1 0 0 0,0 1 0 0 0,0-1 0 0 0,-2-1 0 0 0,0 1 0 0 0,-1-1 0 0 0,-1 0-1 0 0,0-1 1 0 0,-1 0 0 0 0,-20 24 0 0 0,12-19-2 0 0,-2-1 1 0 0,0 0-1 0 0,0-2 0 0 0,-2 0 0 0 0,0-1 0 0 0,-1-1 0 0 0,-1-1 1 0 0,0-2-1 0 0,-43 17 0 0 0,-86 17 484 0 0,151-45-533 0 0,2-1 28 0 0,0 0 1 0 0,0 0-1 0 0,0 0 0 0 0,0 0 1 0 0,0 1-1 0 0,0-1 0 0 0,0 0 1 0 0,1 0-1 0 0,-1 0 1 0 0,0 0-1 0 0,0 0 0 0 0,0 1 1 0 0,0-1-1 0 0,0 0 1 0 0,0 0-1 0 0,0 0 0 0 0,0 0 1 0 0,0 0-1 0 0,0 1 1 0 0,0-1-1 0 0,0 0 0 0 0,0 0 1 0 0,0 0-1 0 0,0 0 1 0 0,0 0-1 0 0,0 1 0 0 0,0-1 1 0 0,0 0-1 0 0,-1 0 1 0 0,1 0-1 0 0,0 0 0 0 0,0 0 1 0 0,0 0-1 0 0,0 0 1 0 0,0 1-1 0 0,0-1 0 0 0,0 0 1 0 0,0 0-1 0 0,0 0 1 0 0,-1 0-1 0 0,1 0 0 0 0,0 0 1 0 0,0 0-1 0 0,0 0 1 0 0,0 0-1 0 0,0 0 0 0 0,0 1 1 0 0,-1-1-1 0 0,1 0 1 0 0,0 0-1 0 0,0 0 0 0 0,0 0 1 0 0,0 0-1 0 0,0 0 1 0 0,-1 0-1 0 0,1 0 0 0 0,0 0 1 0 0,0 0-1 0 0,0 0 1 0 0,0 0-1 0 0,0 0 0 0 0,-1-1 1 0 0,1 1-1 0 0,0 0 1 0 0,0 0-1 0 0,0 0 0 0 0,16 8-29 0 0,124 29-2756 0 0,-79-18-466 0 0,2-3-1 0 0,101 12 1 0 0,-132-26-408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58 127 1628 0 0,'-17'-24'3743'0'0,"10"15"-2317"0"0,1 1 0 0 0,0-1 0 0 0,1 0 0 0 0,-8-18-1 0 0,12 26-1377 0 0,1 0-1 0 0,-1 0 0 0 0,1 0 0 0 0,0 0 0 0 0,-1-1 0 0 0,1 1 0 0 0,0 0 0 0 0,0 0 0 0 0,0 0 0 0 0,0 0 0 0 0,0-1 0 0 0,0 1 0 0 0,0 0 0 0 0,1 0 0 0 0,-1 0 0 0 0,0 0 0 0 0,1 0 0 0 0,-1-1 0 0 0,0 1 1 0 0,1 0-1 0 0,-1 0 0 0 0,1 0 0 0 0,0 0 0 0 0,-1 0 0 0 0,1 0 0 0 0,0 1 0 0 0,0-1 0 0 0,-1 0 0 0 0,1 0 0 0 0,0 0 0 0 0,0 1 0 0 0,0-1 0 0 0,0 0 0 0 0,0 1 0 0 0,0-1 0 0 0,0 1 0 0 0,0-1 0 0 0,0 1 0 0 0,1 0 1 0 0,-1-1-1 0 0,0 1 0 0 0,0 0 0 0 0,1 0 0 0 0,3-1-14 0 0,0 0 0 0 0,0 1 1 0 0,0 0-1 0 0,-1 0 0 0 0,1 0 1 0 0,0 1-1 0 0,0-1 0 0 0,8 3 1 0 0,-6-1-7 0 0,-1 1 1 0 0,0 0-1 0 0,-1 0 0 0 0,1 0 1 0 0,0 0-1 0 0,-1 1 1 0 0,0 0-1 0 0,0 0 0 0 0,0 0 1 0 0,0 1-1 0 0,-1 0 1 0 0,1 0-1 0 0,-1 0 0 0 0,4 6 1 0 0,-4-2 5 0 0,1-1 0 0 0,-2 1 0 0 0,1-1 0 0 0,-1 1 0 0 0,0 0 0 0 0,-1 0 0 0 0,0 1 0 0 0,0-1 0 0 0,0 13-1 0 0,-2-11-1 0 0,1 1 0 0 0,-2-1 0 0 0,0 1 0 0 0,0 0-1 0 0,-1-1 1 0 0,0 1 0 0 0,-1-1 0 0 0,-1 0 0 0 0,1 0-1 0 0,-2 0 1 0 0,0 0 0 0 0,0-1 0 0 0,0 0-1 0 0,-2 0 1 0 0,1 0 0 0 0,-12 12 0 0 0,14-18 28 0 0,0 0 1 0 0,-1 0-1 0 0,1 0 1 0 0,-1-1-1 0 0,0 1 1 0 0,0-1-1 0 0,0-1 1 0 0,-7 4-1 0 0,11-6-57 0 0,1 0 0 0 0,-1 0 0 0 0,0 0 1 0 0,1 1-1 0 0,-1-1 0 0 0,0 0 0 0 0,1 0 0 0 0,-1 0 0 0 0,0 0 0 0 0,0 0 0 0 0,1-1 0 0 0,-1 1 0 0 0,0 0 0 0 0,1 0 0 0 0,-1 0 1 0 0,0 0-1 0 0,1-1 0 0 0,-1 1 0 0 0,0 0 0 0 0,1-1 0 0 0,-1 1 0 0 0,1-1 0 0 0,-1 1 0 0 0,1 0 0 0 0,-1-1 0 0 0,1 1 0 0 0,-1-1 1 0 0,1 0-1 0 0,-1 1 0 0 0,1-1 0 0 0,-1 1 0 0 0,1-1 0 0 0,0 0 0 0 0,0 1 0 0 0,-1-1 0 0 0,1 1 0 0 0,0-2 0 0 0,-1-1 4 0 0,0 0-1 0 0,0 0 1 0 0,0 0-1 0 0,1 0 1 0 0,-1 1-1 0 0,1-1 1 0 0,0-4 0 0 0,1-3-14 0 0,1 0 1 0 0,0 0 0 0 0,1 1 0 0 0,0-1 0 0 0,1 1 0 0 0,0-1 0 0 0,0 1 0 0 0,1 1 0 0 0,6-11 0 0 0,6-5-34 0 0,35-40-1 0 0,-24 34-83 0 0,2 1 0 0 0,63-48 0 0 0,-90 75 103 0 0,-2 1 12 0 0,0 0 1 0 0,1 0-1 0 0,-1 0 0 0 0,0 0 1 0 0,1 1-1 0 0,-1-1 0 0 0,1 0 1 0 0,-1 1-1 0 0,1-1 0 0 0,2 0 1 0 0,-3 1 8 0 0,-1 0 1 0 0,1 0 0 0 0,-1 0 0 0 0,1-1-1 0 0,-1 1 1 0 0,1 0 0 0 0,-1 0-1 0 0,1 0 1 0 0,-1 0 0 0 0,1 0-1 0 0,-1 0 1 0 0,1 0 0 0 0,-1 0-1 0 0,1 0 1 0 0,-1 1 0 0 0,1-1-1 0 0,-1 0 1 0 0,1 0 0 0 0,-1 0-1 0 0,1 1 1 0 0,-1-1 0 0 0,1 0-1 0 0,-1 0 1 0 0,1 1 0 0 0,-1-1-1 0 0,1 0 1 0 0,-1 1 0 0 0,0-1-1 0 0,1 0 1 0 0,-1 1 0 0 0,0-1-1 0 0,1 1 1 0 0,-1-1 0 0 0,0 1-1 0 0,0-1 1 0 0,1 1 0 0 0,-1-1-1 0 0,0 1 1 0 0,0-1 0 0 0,0 1 0 0 0,0-1-1 0 0,0 1 1 0 0,1-1 0 0 0,-1 1-1 0 0,0-1 1 0 0,0 1 0 0 0,0-1-1 0 0,-1 2 1 0 0,-6 21 41 0 0,7-21-32 0 0,-19 38 87 0 0,-33 55 0 0 0,-11 20 128 0 0,56-99-220 0 0,1 0 0 0 0,0 1-1 0 0,1-1 1 0 0,1 1 0 0 0,-3 25 0 0 0,6-38 4 0 0,0 0 0 0 0,1 1 0 0 0,0-1 0 0 0,0 0 0 0 0,0 1-1 0 0,1-1 1 0 0,-1 0 0 0 0,1 1 0 0 0,0-1 0 0 0,0 0 0 0 0,0 0 0 0 0,1 0 0 0 0,0 0-1 0 0,0 0 1 0 0,0 0 0 0 0,0 0 0 0 0,0 0 0 0 0,1-1 0 0 0,-1 1 0 0 0,1-1 0 0 0,0 0-1 0 0,0 0 1 0 0,1 0 0 0 0,-1 0 0 0 0,0-1 0 0 0,1 1 0 0 0,0-1 0 0 0,-1 0 0 0 0,1 0-1 0 0,0 0 1 0 0,0 0 0 0 0,0-1 0 0 0,1 1 0 0 0,-1-1 0 0 0,0 0 0 0 0,9 0 0 0 0,10 1-150 0 0,0-1 0 0 0,0-2 0 0 0,0 0 0 0 0,0-1 0 0 0,42-10 0 0 0,-19-1-2786 0 0,80-31-1 0 0,-92 28-345 0 0,-1-1-1241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2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51 114 540 0 0,'-3'0'2760'0'0,"-45"-2"10576"0"0,213-38-11956 0 0,39-7-3051 0 0,-148 36-706 0 0,0 1-4600 0 0,-43 7 2390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 1012 0 0,'-2'-1'2860'0'0,"-42"-7"8303"0"0,28 11-9740 0 0,14-1-1250 0 0,1 1 0 0 0,0-1 0 0 0,-1 1 1 0 0,1 0-1 0 0,0-1 0 0 0,1 1 0 0 0,-1 0 0 0 0,0 0 0 0 0,1 0 0 0 0,0-1 0 0 0,-1 1 0 0 0,1 3 0 0 0,4 40 286 0 0,-2-26-146 0 0,4 65 30 0 0,9 89-766 0 0,-10-146-1386 0 0,1 0 0 0 0,11 29 0 0 0,-15-52 809 0 0,0-1-1 0 0,0 1 1 0 0,0-1-1 0 0,0 0 1 0 0,5 6-1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2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47 3276 0 0,'9'-47'13304'0'0,"-7"77"-11539"0"0,0-2-1350 0 0,1-1 0 0 0,8 31 0 0 0,-8-47-375 0 0,0-1 0 0 0,1 1-1 0 0,0-1 1 0 0,0 1 0 0 0,1-1 0 0 0,1-1-1 0 0,0 1 1 0 0,8 11 0 0 0,-10-17-20 0 0,1 0-1 0 0,-1 0 1 0 0,1 0 0 0 0,0-1-1 0 0,0 0 1 0 0,1 0 0 0 0,-1 0-1 0 0,0 0 1 0 0,1-1 0 0 0,0 0-1 0 0,-1 0 1 0 0,1 0 0 0 0,0-1-1 0 0,0 0 1 0 0,0 0 0 0 0,0-1-1 0 0,12 0 1 0 0,-13 1-23 0 0,-1-2-1 0 0,1 1 1 0 0,0-1 0 0 0,0 1 0 0 0,-1-1-1 0 0,1-1 1 0 0,-1 1 0 0 0,1-1 0 0 0,-1 1-1 0 0,1-1 1 0 0,-1 0 0 0 0,0-1 0 0 0,0 1-1 0 0,0-1 1 0 0,0 0 0 0 0,0 0 0 0 0,-1 0-1 0 0,1 0 1 0 0,-1-1 0 0 0,0 0 0 0 0,0 1-1 0 0,4-8 1 0 0,-5 6-23 0 0,0 1-1 0 0,-1 0 1 0 0,0-1-1 0 0,0 0 1 0 0,0 1-1 0 0,-1-1 1 0 0,1 0 0 0 0,-1 1-1 0 0,0-1 1 0 0,-1-6-1 0 0,0 0-53 0 0,-1 1 0 0 0,0-1 0 0 0,-5-12 0 0 0,7 21 12 0 0,-3 0-88 0 0,1 0 63 0 0,-1 11 16 0 0,1 47 726 0 0,8 85 0 0 0,-1-45-102 0 0,-4-78-457 0 0,1 258 828 0 0,-5-225-576 0 0,-2-1 0 0 0,-2 0-1 0 0,-19 71 1 0 0,21-105-168 0 0,0 0 0 0 0,-2 0 0 0 0,0 0 0 0 0,0-1 0 0 0,-2 0 0 0 0,1 0 1 0 0,-2-1-1 0 0,0 0 0 0 0,-19 19 0 0 0,24-28-139 0 0,0 0 1 0 0,0-1-1 0 0,0 1 1 0 0,-1-1-1 0 0,0-1 1 0 0,1 1-1 0 0,-1-1 1 0 0,-1 0-1 0 0,1 0 1 0 0,0-1-1 0 0,-1 0 1 0 0,1 0-1 0 0,-1 0 1 0 0,0-1-1 0 0,1 0 1 0 0,-1 0 0 0 0,0-1-1 0 0,0 0 1 0 0,0 0-1 0 0,1 0 1 0 0,-1-1-1 0 0,0 0 1 0 0,0-1-1 0 0,1 1 1 0 0,-1-1-1 0 0,-10-5 1 0 0,6 2-36 0 0,-1-1 0 0 0,1 0 1 0 0,0-1-1 0 0,0 0 0 0 0,0-1 1 0 0,1 0-1 0 0,1 0 0 0 0,-1-1 1 0 0,1-1-1 0 0,1 1 0 0 0,0-2 1 0 0,0 1-1 0 0,-6-13 0 0 0,9 14-11 0 0,0-1 1 0 0,1 1-1 0 0,0-1 0 0 0,1 0 1 0 0,0-1-1 0 0,1 1 0 0 0,0 0 1 0 0,0-1-1 0 0,1 1 0 0 0,1-1 1 0 0,0 1-1 0 0,0-1 0 0 0,1 1 0 0 0,0-1 1 0 0,1 1-1 0 0,4-16 0 0 0,1 6-94 0 0,1-1 1 0 0,0 1-1 0 0,1 1 0 0 0,2 0 0 0 0,0 0 0 0 0,1 1 0 0 0,0 0 0 0 0,2 1 0 0 0,0 1 0 0 0,0 0 0 0 0,2 0 0 0 0,29-21 0 0 0,-23 21-531 0 0,-1 2-1 0 0,2 1 0 0 0,0 1 1 0 0,27-11-1 0 0,-23 13-1005 0 0,0 2 1 0 0,1 0-1 0 0,46-6 1 0 0,26 2-6005 0 0,-66 9 2845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28 2920 0 0,'-44'-14'8311'0'0,"8"2"-4161"0"0,34 11-3732 0 0,-4 1-477 0 0,0 0 1830 0 0,10 7-414 0 0,-3-6-1287 0 0,1 0-1 0 0,-1 0 1 0 0,1 0-1 0 0,0-1 0 0 0,0 1 1 0 0,-1 0-1 0 0,1-1 1 0 0,0 0-1 0 0,0 1 0 0 0,0-1 1 0 0,0 0-1 0 0,2 0 1 0 0,1 1 137 0 0,36 5 357 0 0,0-1-1 0 0,45-2 0 0 0,86-8-2700 0 0,-139 3 476 0 0,3-1-1792 0 0,-14 0-2440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30 1292 0 0,'-54'-28'15894'0'0,"51"27"-15362"0"0,3 1-472 0 0,-1 0-1 0 0,0 0 1 0 0,1 0 0 0 0,-1 0 0 0 0,0 0 0 0 0,1 0 0 0 0,-1 0 0 0 0,0 0 0 0 0,1 0 0 0 0,-1 0-1 0 0,0 0 1 0 0,1 0 0 0 0,-1 1 0 0 0,1-1 0 0 0,-1 0 0 0 0,0 0 0 0 0,1 1 0 0 0,-1-1 0 0 0,1 0 0 0 0,-1 1-1 0 0,0-1 1 0 0,1 1 0 0 0,-1-1 0 0 0,1 1 0 0 0,0-1 0 0 0,-1 1 0 0 0,0 0 0 0 0,0 1 86 0 0,0 1 1 0 0,0-1 0 0 0,0 0 0 0 0,0 1 0 0 0,1-1-1 0 0,-1 1 1 0 0,1-1 0 0 0,-1 1 0 0 0,1 2 0 0 0,1 104 1084 0 0,1-42-1025 0 0,-2-17-126 0 0,2 91-152 0 0,0-114-1451 0 0,9 37 1 0 0,-10-58 798 0 0,1 0-1 0 0,0 0 1 0 0,0-1 0 0 0,6 11-1 0 0,9 5-6171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4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55 116 2140 0 0,'-2'-3'613'0'0,"0"1"0"0"0,0-1-1 0 0,0 0 1 0 0,0 0 0 0 0,1 0-1 0 0,0 0 1 0 0,-1 0 0 0 0,1 0 0 0 0,0 0-1 0 0,0 0 1 0 0,1 0 0 0 0,-1 0-1 0 0,1-1 1 0 0,-1-5 0 0 0,2 6-492 0 0,-1 1-1 0 0,1-1 1 0 0,-1 0 0 0 0,1 0-1 0 0,0 1 1 0 0,0-1 0 0 0,0 0 0 0 0,1 1-1 0 0,-1-1 1 0 0,1 1 0 0 0,-1 0 0 0 0,1-1-1 0 0,0 1 1 0 0,0 0 0 0 0,0 0 0 0 0,0 0-1 0 0,0 0 1 0 0,0 0 0 0 0,1 1 0 0 0,-1-1-1 0 0,0 1 1 0 0,1 0 0 0 0,0-1 0 0 0,-1 1-1 0 0,4-1 1 0 0,1 0-56 0 0,0 0 0 0 0,0 1 1 0 0,0-1-1 0 0,0 2 0 0 0,0-1 0 0 0,0 1 0 0 0,0 0 1 0 0,0 0-1 0 0,0 1 0 0 0,0 0 0 0 0,0 0 0 0 0,0 0 0 0 0,0 1 1 0 0,0 0-1 0 0,-1 1 0 0 0,1-1 0 0 0,-1 1 0 0 0,0 1 1 0 0,0-1-1 0 0,0 1 0 0 0,0 0 0 0 0,0 0 0 0 0,5 6 1 0 0,-5-4-21 0 0,1 0 1 0 0,-1 1-1 0 0,0 0 1 0 0,0 0-1 0 0,-1 0 1 0 0,0 0 0 0 0,-1 1-1 0 0,1 0 1 0 0,-1 0-1 0 0,-1 0 1 0 0,1 1-1 0 0,-2-1 1 0 0,1 1 0 0 0,-1-1-1 0 0,0 1 1 0 0,-1 0-1 0 0,1 16 1 0 0,-3-9 9 0 0,-2 0 1 0 0,1 0-1 0 0,-2 0 1 0 0,0 0-1 0 0,-1-1 1 0 0,0 1-1 0 0,-1-1 0 0 0,-1 0 1 0 0,0-1-1 0 0,-1 0 1 0 0,-16 21-1 0 0,12-19-41 0 0,0-1 0 0 0,-1-1 0 0 0,-1 0 1 0 0,0-1-1 0 0,-1 0 0 0 0,-1-1 0 0 0,1-1 0 0 0,-2 0 0 0 0,-23 11 0 0 0,38-21-30 0 0,-1 0 0 0 0,0 1 0 0 0,1-1 0 0 0,-1 0 0 0 0,0-1 0 0 0,0 1 0 0 0,0 0 0 0 0,0-1 0 0 0,0 1 0 0 0,1-1 0 0 0,-1 0 0 0 0,0 0 0 0 0,0 0 0 0 0,0-1-1 0 0,0 1 1 0 0,0-1 0 0 0,0 1 0 0 0,0-1 0 0 0,0 0 0 0 0,1 0 0 0 0,-1 0 0 0 0,-4-3 0 0 0,6 3 8 0 0,1 0 0 0 0,-1 0-1 0 0,0 0 1 0 0,0-1 0 0 0,1 1 0 0 0,-1 0-1 0 0,0-1 1 0 0,1 1 0 0 0,-1 0-1 0 0,1-1 1 0 0,0 1 0 0 0,0-1-1 0 0,-1 1 1 0 0,1-1 0 0 0,0 1 0 0 0,0 0-1 0 0,0-1 1 0 0,0 1 0 0 0,1-1-1 0 0,-1 1 1 0 0,0-1 0 0 0,0 1 0 0 0,1 0-1 0 0,-1-1 1 0 0,1 1 0 0 0,0 0-1 0 0,-1-1 1 0 0,1 1 0 0 0,0 0 0 0 0,0 0-1 0 0,0-1 1 0 0,-1 1 0 0 0,1 0-1 0 0,0 0 1 0 0,1 0 0 0 0,0-1 0 0 0,1 0 27 0 0,0 1 0 0 0,0-1 1 0 0,0 1-1 0 0,0-1 1 0 0,0 1-1 0 0,1 0 1 0 0,-1 0-1 0 0,0 0 1 0 0,1 1-1 0 0,-1-1 1 0 0,0 1-1 0 0,8 0 1 0 0,-4 0 18 0 0,1 1 0 0 0,0 1 0 0 0,0-1 0 0 0,-1 1 0 0 0,11 4 0 0 0,4 3 62 0 0,-1 1 0 0 0,36 23-1 0 0,0 7-302 0 0,-7-4-2087 0 0,-39-29-186 0 0,1 0 0 0 0,19 8 0 0 0,-14-9-2965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4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54 119 872 0 0,'0'-2'3156'0'0,"0"-4"-1306"0"0,0 1 1 0 0,0-1-1 0 0,1 0 0 0 0,0 1 1 0 0,2-10-1 0 0,-2 13-1636 0 0,0 0-1 0 0,0 0 1 0 0,0 0-1 0 0,0 0 1 0 0,0 0-1 0 0,1 0 1 0 0,-1 0 0 0 0,0 0-1 0 0,1 1 1 0 0,0-1-1 0 0,-1 0 1 0 0,1 1-1 0 0,0 0 1 0 0,0-1-1 0 0,0 1 1 0 0,0 0-1 0 0,3-2 1 0 0,12-3 104 0 0,0 0 0 0 0,1 1 0 0 0,-1 0 0 0 0,24-2 1 0 0,72-2-160 0 0,-59 6-534 0 0,-28 3-212 0 0,-25 0 569 0 0,0 0 1 0 0,0 0 0 0 0,-1 1-1 0 0,1-1 1 0 0,0 0 0 0 0,0 1-1 0 0,0-1 1 0 0,0 1 0 0 0,-1-1-1 0 0,1 1 1 0 0,0-1 0 0 0,-1 1-1 0 0,1-1 1 0 0,0 1 0 0 0,-1 0-1 0 0,1-1 1 0 0,-1 1 0 0 0,2 1-1 0 0,-2-1 8 0 0,0 0 0 0 0,0 0-1 0 0,0 0 1 0 0,0 0 0 0 0,0 0-1 0 0,0 0 1 0 0,-1 1 0 0 0,1-1-1 0 0,0-1 1 0 0,0 1 0 0 0,-1 0-1 0 0,1 0 1 0 0,-1 0 0 0 0,1 0-1 0 0,-1 0 1 0 0,1 0 0 0 0,-2 1-1 0 0,-11 15-31 0 0,-23 19-56 0 0,-58 45 0 0 0,8-8 589 0 0,49-40-61 0 0,19-19-227 0 0,1 2 0 0 0,0 0 0 0 0,2 1 0 0 0,-1 0 0 0 0,-23 38 0 0 0,27-26 116 0 0,12-27-303 0 0,0-1 0 0 0,0 0 0 0 0,0 0 0 0 0,0 0 0 0 0,0 1 0 0 0,0-1 0 0 0,0 0 0 0 0,0 0 0 0 0,0 0 0 0 0,1 0 0 0 0,-1 1 0 0 0,0-1 0 0 0,1 0 1 0 0,-1 0-1 0 0,1 0 0 0 0,0 0 0 0 0,-1 0 0 0 0,1 0 0 0 0,0 0 0 0 0,-1 0 0 0 0,2 0 0 0 0,1 1 0 0 0,0-1 1 0 0,1 1 0 0 0,-1-1-1 0 0,0 0 1 0 0,1 0 0 0 0,-1 0-1 0 0,0-1 1 0 0,1 1 0 0 0,-1-1 0 0 0,1 0-1 0 0,-1 0 1 0 0,1 0 0 0 0,4-1-1 0 0,-4 1 12 0 0,51-6-815 0 0,-1-3-1 0 0,94-26 1 0 0,-83 18-1183 0 0,105-26-7084 0 0,-111 28 2764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4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38 1488 0 0,'-67'12'16327'0'0,"57"-12"-12744"0"0,20-3-2836 0 0,11-5-871 0 0,1 2 0 0 0,25-5 0 0 0,14 0-3512 0 0,-30 6-80 0 0,-25 4 2893 0 0,-2 0-673 0 0,19-3-8202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5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1236 0 0,'-31'21'8667'0'0,"-53"50"-1"0"0,84-70-8646 0 0,0-1 1 0 0,-1 0-1 0 0,1 0 1 0 0,0 0-1 0 0,1 1 1 0 0,-1-1-1 0 0,0 0 1 0 0,0 0-1 0 0,0 1 1 0 0,0-1-1 0 0,0 0 0 0 0,0 0 1 0 0,0 0-1 0 0,0 1 1 0 0,0-1-1 0 0,0 0 1 0 0,0 0-1 0 0,1 0 1 0 0,-1 1-1 0 0,0-1 0 0 0,0 0 1 0 0,0 0-1 0 0,0 0 1 0 0,1 0-1 0 0,-1 0 1 0 0,0 1-1 0 0,0-1 1 0 0,0 0-1 0 0,0 0 1 0 0,1 0-1 0 0,-1 0 0 0 0,0 0 1 0 0,0 0-1 0 0,1 0 1 0 0,-1 0-1 0 0,0 0 1 0 0,0 0-1 0 0,0 0 1 0 0,1 0-1 0 0,-1 0 1 0 0,0 0-1 0 0,1 0 0 0 0,12 4 291 0 0,-11-4-258 0 0,10 1 41 0 0,0-2 1 0 0,0 0-1 0 0,0 0 1 0 0,0-1-1 0 0,14-4 1 0 0,13-3-456 0 0,110-21-4369 0 0,-53 2-2569 0 0,-58 15 1714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467 115 3012 0 0,'-4'-3'1772'0'0,"-17"-12"5907"0"0,-12-5-1778 0 0,31 19-5805 0 0,1 0 1 0 0,-1 1-1 0 0,1 0 1 0 0,0-1 0 0 0,-1 1-1 0 0,1 0 1 0 0,-1 0-1 0 0,1-1 1 0 0,-1 1 0 0 0,1 1-1 0 0,-1-1 1 0 0,0 0-1 0 0,1 0 1 0 0,0 0 0 0 0,-1 1-1 0 0,1-1 1 0 0,-1 1-1 0 0,1-1 1 0 0,-1 1 0 0 0,1-1-1 0 0,0 1 1 0 0,-1 0-1 0 0,1 0 1 0 0,0 0-1 0 0,0 0 1 0 0,0 0 0 0 0,0 0-1 0 0,0 0 1 0 0,0 0-1 0 0,0 0 1 0 0,0 0 0 0 0,-1 2-1 0 0,-4 5 139 0 0,1 0-1 0 0,1 1 1 0 0,-7 16-1 0 0,8-20-72 0 0,-8 27 176 0 0,2 1-1 0 0,0 1 0 0 0,3-1 0 0 0,-5 62 0 0 0,8-55-213 0 0,1-1 1 0 0,2 1-1 0 0,3 0 0 0 0,0 0 0 0 0,3 0 1 0 0,1-1-1 0 0,2 0 0 0 0,15 40 1 0 0,-21-72-99 0 0,-1 0 0 0 0,2 0 0 0 0,-1 0 1 0 0,1 0-1 0 0,0-1 0 0 0,0 0 0 0 0,1 1 1 0 0,0-1-1 0 0,9 8 0 0 0,-11-12-14 0 0,-1 0 0 0 0,1 0 0 0 0,1 0 0 0 0,-1-1 0 0 0,0 1 1 0 0,0-1-1 0 0,1 1 0 0 0,-1-1 0 0 0,1 0 0 0 0,-1-1 0 0 0,1 1 0 0 0,-1 0 0 0 0,1-1 0 0 0,0 0 0 0 0,-1 0 0 0 0,1 0 0 0 0,-1 0 0 0 0,1-1 0 0 0,-1 1 1 0 0,1-1-1 0 0,0 0 0 0 0,4-2 0 0 0,5-2 4 0 0,-1-1 0 0 0,0 0 0 0 0,0-1 1 0 0,0 0-1 0 0,-1-1 0 0 0,0 0 0 0 0,-1-1 0 0 0,0 0 1 0 0,0-1-1 0 0,-1 0 0 0 0,0 0 0 0 0,-1-1 0 0 0,11-17 1 0 0,-4 1 12 0 0,-1 0 1 0 0,0 0-1 0 0,-2-1 1 0 0,16-59-1 0 0,-22 63-5 0 0,-1 0-1 0 0,-1-1 0 0 0,-1 0 1 0 0,-1 0-1 0 0,-2 0 1 0 0,0 0-1 0 0,-1 0 0 0 0,-2 0 1 0 0,-11-47-1 0 0,11 60-97 0 0,-1-1 1 0 0,0 1-1 0 0,-1 1 1 0 0,0-1-1 0 0,-1 1 0 0 0,0 0 1 0 0,-1 0-1 0 0,0 0 1 0 0,-1 1-1 0 0,0 0 0 0 0,-1 1 1 0 0,0 0-1 0 0,0 0 1 0 0,-1 1-1 0 0,0 0 0 0 0,0 1 1 0 0,-1 0-1 0 0,0 0 1 0 0,0 2-1 0 0,-1-1 1 0 0,-12-4-1 0 0,5 5-369 0 0,0 0 1 0 0,0 2-1 0 0,-1 0 1 0 0,1 0-1 0 0,-1 2 1 0 0,0 1-1 0 0,1 0 1 0 0,-1 2-1 0 0,1 0 0 0 0,-32 8 1 0 0,15-1-1797 0 0,0 3 1 0 0,0 1-1 0 0,1 1 0 0 0,-50 30 0 0 0,38-15-4280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 1072 0 0,'-4'1'2162'0'0,"-3"1"-1072"0"0,0-1-1 0 0,0 1 1 0 0,-1-1-1 0 0,1-1 0 0 0,-1 1 1 0 0,1-1-1 0 0,-1-1 1 0 0,1 1-1 0 0,-10-3 1 0 0,14 2-619 0 0,3 1-455 0 0,0-1 0 0 0,1 0 0 0 0,-1 1 1 0 0,0-1-1 0 0,0 0 0 0 0,0 1 0 0 0,1-1 0 0 0,-1 0 0 0 0,0 1 1 0 0,1-1-1 0 0,-1 0 0 0 0,0 1 0 0 0,1-1 0 0 0,-1 1 0 0 0,1-1 0 0 0,-1 1 1 0 0,1-1-1 0 0,-1 1 0 0 0,1-1 0 0 0,0 1 0 0 0,-1 0 0 0 0,1-1 0 0 0,-1 1 1 0 0,1 0-1 0 0,0-1 0 0 0,-1 1 0 0 0,1 0 0 0 0,0 0 0 0 0,0 0 1 0 0,-1 0-1 0 0,1 0 0 0 0,1-1 0 0 0,27 1 24 0 0,-24 0-20 0 0,5 1-14 0 0,-1 0 0 0 0,0 0-1 0 0,0 1 1 0 0,1 1-1 0 0,-1-1 1 0 0,0 2 0 0 0,-1-1-1 0 0,1 1 1 0 0,-1 0 0 0 0,0 1-1 0 0,0 0 1 0 0,0 0-1 0 0,0 1 1 0 0,-1 0 0 0 0,0 0-1 0 0,0 1 1 0 0,-1 0 0 0 0,11 14-1 0 0,-11-13 10 0 0,0 1 0 0 0,-1 0 1 0 0,0 0-1 0 0,-1 0 0 0 0,0 1 0 0 0,-1 0 0 0 0,1-1 1 0 0,-2 1-1 0 0,0 0 0 0 0,0 1 0 0 0,0-1 0 0 0,-1 0 0 0 0,-1 0 1 0 0,0 1-1 0 0,0-1 0 0 0,-4 18 0 0 0,1-13 3 0 0,-1 0-1 0 0,0-1 1 0 0,-1 0 0 0 0,-1 0 0 0 0,0 0-1 0 0,-1-1 1 0 0,0 1 0 0 0,-1-2-1 0 0,-1 1 1 0 0,0-1 0 0 0,-1-1-1 0 0,0 1 1 0 0,0-2 0 0 0,-18 15-1 0 0,9-16-64 0 0,19-9 45 0 0,-1 0 0 0 0,1 0-1 0 0,0 0 1 0 0,0 0 0 0 0,0 0 0 0 0,-1 0 0 0 0,1 0 0 0 0,0 0 0 0 0,0 0-1 0 0,0-1 1 0 0,0 1 0 0 0,-1 0 0 0 0,1 0 0 0 0,0 0 0 0 0,0 0 0 0 0,0 0-1 0 0,0-1 1 0 0,0 1 0 0 0,-1 0 0 0 0,1 0 0 0 0,0 0 0 0 0,0 0 0 0 0,0-1-1 0 0,0 1 1 0 0,0 0 0 0 0,0 0 0 0 0,0 0 0 0 0,0 0 0 0 0,0-1-1 0 0,0 1 1 0 0,0 0 0 0 0,0 0 0 0 0,0 0 0 0 0,0-1 0 0 0,0 1 0 0 0,0 0-1 0 0,0 0 1 0 0,0 0 0 0 0,0-1 0 0 0,0 1 0 0 0,0 0 0 0 0,8-22-113 0 0,10-3-66 0 0,0 0-1 0 0,1 2 1 0 0,2 0 0 0 0,37-32 0 0 0,-13 11 29 0 0,134-119-448 0 0,-178 162 581 0 0,0 0 0 0 0,1-1 0 0 0,-1 1 0 0 0,0 0 0 0 0,0-1 0 0 0,1 1 0 0 0,-1-1 0 0 0,0 1 0 0 0,-1-1 0 0 0,1 0-1 0 0,1-2 1 0 0,-2 4 17 0 0,0 0-1 0 0,-1 0 0 0 0,1-1 0 0 0,0 1 1 0 0,0 0-1 0 0,0 0 0 0 0,-1 0 0 0 0,1-1 0 0 0,0 1 1 0 0,-1 0-1 0 0,1 0 0 0 0,0 0 0 0 0,0 0 1 0 0,-1 0-1 0 0,1 0 0 0 0,0-1 0 0 0,-1 1 0 0 0,1 0 1 0 0,0 0-1 0 0,0 0 0 0 0,-1 0 0 0 0,1 0 1 0 0,0 0-1 0 0,-1 0 0 0 0,1 0 0 0 0,0 0 1 0 0,-1 0-1 0 0,1 1 0 0 0,0-1 0 0 0,-1 0 0 0 0,1 0 1 0 0,0 0-1 0 0,0 0 0 0 0,-1 0 0 0 0,1 1 1 0 0,0-1-1 0 0,-8 3 10 0 0,1-1 1 0 0,1 2-1 0 0,-1-1 1 0 0,-7 5-1 0 0,-12 12 84 0 0,1 0 0 0 0,0 1-1 0 0,-24 29 1 0 0,37-36-55 0 0,0 0-1 0 0,1 1 1 0 0,1 0 0 0 0,0 0-1 0 0,1 1 1 0 0,1 1 0 0 0,-7 19-1 0 0,12-28-19 0 0,1 0-1 0 0,-1 1 1 0 0,2-1-1 0 0,-1 1 1 0 0,1-1-1 0 0,1 1 1 0 0,-1-1-1 0 0,1 1 1 0 0,1-1-1 0 0,0 1 1 0 0,3 16-1 0 0,-2-19-2 0 0,1 0 0 0 0,-1 0 0 0 0,1-1 0 0 0,0 1 0 0 0,0-1 0 0 0,1 1 0 0 0,0-1 0 0 0,-1 0 0 0 0,2-1 0 0 0,-1 1 0 0 0,1-1 0 0 0,-1 1 0 0 0,1-1 0 0 0,0-1-1 0 0,1 1 1 0 0,10 5 0 0 0,0-2-188 0 0,0-1 0 0 0,0 0 0 0 0,0-1-1 0 0,1-1 1 0 0,-1-1 0 0 0,1 0 0 0 0,0-1 0 0 0,27-1-1 0 0,0-2-2264 0 0,-1-2 0 0 0,50-10 1 0 0,-48 5-934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29 2676 0 0,'-28'-14'6697'0'0,"5"5"-4340"0"0,21 8-1802 0 0,0 0-111 0 0,-6-2-144 0 0,9 2 218 0 0,17 4 476 0 0,-3 0-1067 0 0,45 2 274 0 0,91-4 0 0 0,-70-3-2770 0 0,-39-1-3369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2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42 124 0 0,'-45'-35'12344'0'0,"44"34"-11737"0"0,-4-1 71 0 0,5 2-653 0 0,0-1 0 0 0,0 1 0 0 0,0 0 0 0 0,-1 0 0 0 0,1 0 1 0 0,0 0-1 0 0,0-1 0 0 0,0 1 0 0 0,0 0 0 0 0,-1 0 0 0 0,1 0 0 0 0,0 0 0 0 0,0 0 0 0 0,0-1 0 0 0,-1 1 1 0 0,1 0-1 0 0,0 0 0 0 0,0 0 0 0 0,0 0 0 0 0,-1 0 0 0 0,1 0 0 0 0,0 0 0 0 0,0 0 0 0 0,-1 0 0 0 0,1 0 1 0 0,0 0-1 0 0,0 0 0 0 0,0 0 0 0 0,-1 0 0 0 0,1 0 0 0 0,0 0 0 0 0,0 0 0 0 0,-1 0 0 0 0,1 0 0 0 0,0 1 0 0 0,0-1 1 0 0,-1 0-1 0 0,0 1 9 0 0,0 1 0 0 0,0-1 1 0 0,0 1-1 0 0,0-1 0 0 0,0 1 0 0 0,0 0 1 0 0,1 0-1 0 0,-1-1 0 0 0,0 1 1 0 0,1 0-1 0 0,-1 0 0 0 0,1 0 0 0 0,0-1 1 0 0,0 1-1 0 0,-1 0 0 0 0,1 0 0 0 0,0 0 1 0 0,1 2-1 0 0,3 47 246 0 0,-1-24-153 0 0,-6 290 90 0 0,3-255-3160 0 0,6-23-3593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99 1428 0 0,'0'0'7619'0'0,"-4"-2"-7180"0"0,-14-2 6509 0 0,17 4-6818 0 0,-2 3-416 0 0,4-10 1983 0 0,1 2-1710 0 0,1 1 1 0 0,-1-1-1 0 0,1 1 0 0 0,0 0 0 0 0,1 0 1 0 0,-1 0-1 0 0,1 0 0 0 0,-1 1 0 0 0,1 0 1 0 0,0-1-1 0 0,6-2 0 0 0,5-3-50 0 0,30-14-1 0 0,-42 22 57 0 0,0 0-1 0 0,0 0 1 0 0,0 0-1 0 0,0 0 1 0 0,0 0-1 0 0,0 1 1 0 0,0 0-1 0 0,0-1 1 0 0,0 1 0 0 0,0 0-1 0 0,4 1 1 0 0,-5-1 9 0 0,1 0 1 0 0,-1 1 0 0 0,1-1-1 0 0,-1 0 1 0 0,1 1 0 0 0,-1 0-1 0 0,1 0 1 0 0,-1 0 0 0 0,1 0-1 0 0,-1 0 1 0 0,0 0 0 0 0,0 0-1 0 0,0 1 1 0 0,0-1 0 0 0,0 1-1 0 0,0-1 1 0 0,0 1 0 0 0,0 0 0 0 0,0 0-1 0 0,-1 0 1 0 0,1 0 0 0 0,-1 0-1 0 0,0 0 1 0 0,1 1 0 0 0,-1-1-1 0 0,0 0 1 0 0,0 1 0 0 0,0-1-1 0 0,-1 0 1 0 0,1 1 0 0 0,-1-1-1 0 0,1 1 1 0 0,-1-1 0 0 0,0 1-1 0 0,0 2 1 0 0,1-2-1 0 0,-1 5-11 0 0,0 1 0 0 0,0 0 1 0 0,0-1-1 0 0,-1 1 1 0 0,-1 0-1 0 0,1-1 1 0 0,-1 1-1 0 0,-1-1 1 0 0,1 0-1 0 0,-8 16 0 0 0,-6 5-32 0 0,-28 43-1 0 0,15-28 95 0 0,29-44-66 0 0,0 2 64 0 0,-1 0-1 0 0,0-1 1 0 0,1 1 0 0 0,-1-1 0 0 0,0 1-1 0 0,0-1 1 0 0,0 1 0 0 0,0-1-1 0 0,0 0 1 0 0,-1 1 0 0 0,1-1-1 0 0,0 0 1 0 0,-1 0 0 0 0,1 0-1 0 0,0 0 1 0 0,-1 0 0 0 0,1 0-1 0 0,-1 0 1 0 0,-3 1 0 0 0,3-2-64 0 0,-5 101-136 0 0,7-89 155 0 0,1-1 1 0 0,0 0 0 0 0,0 0-1 0 0,1 1 1 0 0,1-1-1 0 0,-1-1 1 0 0,9 20 0 0 0,-9-26-1 0 0,0 0-1 0 0,0 0 1 0 0,0 0 0 0 0,0-1 0 0 0,1 1 0 0 0,0-1 0 0 0,0 1 0 0 0,0-1 0 0 0,0 0 0 0 0,0 0 0 0 0,0-1-1 0 0,1 1 1 0 0,0 0 0 0 0,-1-1 0 0 0,1 0 0 0 0,0 0 0 0 0,0 0 0 0 0,0-1 0 0 0,0 1 0 0 0,0-1 0 0 0,1 0-1 0 0,7 1 1 0 0,0-2 11 0 0,0 0 0 0 0,0 0-1 0 0,0-1 1 0 0,-1-1-1 0 0,1 0 1 0 0,0-1 0 0 0,-1 0-1 0 0,1 0 1 0 0,-1-2-1 0 0,0 1 1 0 0,0-1 0 0 0,-1-1-1 0 0,18-11 1 0 0,-15 7-2 0 0,0 0 1 0 0,0-1 0 0 0,-1 0 0 0 0,0 0 0 0 0,-1-1-1 0 0,-1-1 1 0 0,0 0 0 0 0,0-1 0 0 0,10-21-1 0 0,-13 18-32 0 0,0 0-1 0 0,-2 0 1 0 0,0-1-1 0 0,-1 0 1 0 0,-1 0 0 0 0,-1 0-1 0 0,-1-1 1 0 0,0-19-1 0 0,-13 58-25 0 0,-5 30 56 0 0,2 0 0 0 0,-11 65-1 0 0,19-78-7 0 0,-36 182 31 0 0,-69 278 198 0 0,97-450-176 0 0,-40 85-1 0 0,44-112-28 0 0,0 0-1 0 0,-1-1 1 0 0,-1 0 0 0 0,-1-1-1 0 0,-1-1 1 0 0,-23 22-1 0 0,34-35-16 0 0,0-1-1 0 0,-1 1 0 0 0,1-1 0 0 0,-1 0 0 0 0,0-1 0 0 0,1 1 0 0 0,-1-1 0 0 0,-1 0 1 0 0,1 0-1 0 0,0 0 0 0 0,0-1 0 0 0,-1 0 0 0 0,1 0 0 0 0,-1-1 0 0 0,1 1 0 0 0,-1-1 0 0 0,1 0 1 0 0,-1 0-1 0 0,1-1 0 0 0,-1 0 0 0 0,1 0 0 0 0,0 0 0 0 0,-1-1 0 0 0,1 1 0 0 0,0-1 0 0 0,0 0 1 0 0,0-1-1 0 0,0 1 0 0 0,0-1 0 0 0,1 0 0 0 0,-1 0 0 0 0,1-1 0 0 0,0 1 0 0 0,0-1 1 0 0,0 0-1 0 0,0 0 0 0 0,1-1 0 0 0,0 1 0 0 0,0-1 0 0 0,0 1 0 0 0,0-1 0 0 0,1 0 0 0 0,-1 0 1 0 0,1 0-1 0 0,-1-6 0 0 0,0 1-19 0 0,2 1 1 0 0,-1-1-1 0 0,1 0 1 0 0,1 0 0 0 0,-1 1-1 0 0,2-1 1 0 0,-1 0-1 0 0,2 0 1 0 0,2-13-1 0 0,0 8 2 0 0,1 0 0 0 0,1 0-1 0 0,0 0 1 0 0,1 0 0 0 0,9-15-1 0 0,6-2-3 0 0,1 1 0 0 0,1 1 0 0 0,54-51 0 0 0,-29 37-689 0 0,1 2-1 0 0,2 2 1 0 0,95-54-1 0 0,75-14-8480 0 0,-173 87 3779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66 150 760 0 0,'-3'-2'2688'0'0,"-49"-19"9351"0"0,52 21-11945 0 0,-1 0 1 0 0,1 0 0 0 0,-1 0-1 0 0,1 0 1 0 0,-1 0 0 0 0,1 0-1 0 0,-1 0 1 0 0,1 0 0 0 0,-1 0-1 0 0,1 0 1 0 0,-1-1 0 0 0,1 1-1 0 0,0 0 1 0 0,-1 0-1 0 0,1-1 1 0 0,-1 1 0 0 0,1 0-1 0 0,0-1 1 0 0,-1 1 0 0 0,1 0-1 0 0,0-1 1 0 0,-1 0 0 0 0,6-3-12 0 0,1 1 0 0 0,-1-1 1 0 0,1 1-1 0 0,0 0 0 0 0,0 1 1 0 0,0-1-1 0 0,1 1 0 0 0,-1 0 1 0 0,0 1-1 0 0,11-2 0 0 0,4-2 15 0 0,127-30 203 0 0,5-2-6031 0 0,-131 31 1408 0 0,-2-3-2201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0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24 536 0 0,'-22'-13'8026'0'0,"19"11"-7027"0"0,-1 1 0 0 0,0-1 0 0 0,0 0 0 0 0,-1 1 1 0 0,-7-2-1 0 0,11 3-919 0 0,1 0 0 0 0,-1 0 1 0 0,1 0-1 0 0,-1 1 1 0 0,0-1-1 0 0,1 0 0 0 0,-1 0 1 0 0,1 0-1 0 0,-1 1 1 0 0,1-1-1 0 0,-1 0 0 0 0,1 0 1 0 0,-1 1-1 0 0,1-1 0 0 0,-1 1 1 0 0,1-1-1 0 0,-1 0 1 0 0,1 1-1 0 0,-1-1 0 0 0,1 1 1 0 0,0-1-1 0 0,-1 1 1 0 0,1-1-1 0 0,0 1 0 0 0,-1 0 1 0 0,1 0-1 0 0,-6 17 787 0 0,5-15-746 0 0,-19 84 456 0 0,4 0 1 0 0,-9 167-1 0 0,23-174-3300 0 0,9-27-5181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133 126 2508 0 0,'-3'-26'4380'0'0,"1"15"-1917"0"0,0-1-1 0 0,2 0 1 0 0,0-16-1 0 0,0 26-2407 0 0,1 0-1 0 0,-1 1 1 0 0,1-1-1 0 0,0 0 1 0 0,-1 1-1 0 0,1-1 1 0 0,0 0 0 0 0,0 1-1 0 0,0 0 1 0 0,1-1-1 0 0,-1 1 1 0 0,0-1-1 0 0,0 1 1 0 0,1 0-1 0 0,-1 0 1 0 0,1 0-1 0 0,-1 0 1 0 0,1 0 0 0 0,-1 0-1 0 0,1 0 1 0 0,0 0-1 0 0,-1 1 1 0 0,1-1-1 0 0,0 1 1 0 0,0-1-1 0 0,2 0 1 0 0,5 0 4 0 0,-1 0 0 0 0,0 0-1 0 0,0 0 1 0 0,11 2 0 0 0,-8-1-26 0 0,0 1 0 0 0,-1 1-1 0 0,1 0 1 0 0,0 1 0 0 0,-1 0 0 0 0,1 0 0 0 0,-1 1-1 0 0,0 0 1 0 0,17 11 0 0 0,-24-13-23 0 0,0 0 0 0 0,0 0 0 0 0,0 0 0 0 0,0 0 0 0 0,0 1 0 0 0,-1 0 0 0 0,1-1 0 0 0,-1 1 0 0 0,0 0 1 0 0,0 0-1 0 0,0 0 0 0 0,0 1 0 0 0,0-1 0 0 0,-1 0 0 0 0,1 1 0 0 0,-1-1 0 0 0,0 1 0 0 0,0-1 0 0 0,0 1 0 0 0,-1 0 0 0 0,1-1 0 0 0,-1 1 0 0 0,0 0 0 0 0,0 0 1 0 0,0-1-1 0 0,-1 1 0 0 0,1 0 0 0 0,-1-1 0 0 0,0 1 0 0 0,0-1 0 0 0,0 1 0 0 0,-2 3 0 0 0,0 0 3 0 0,-1 1 0 0 0,0-1 0 0 0,0 0-1 0 0,-1 0 1 0 0,0-1 0 0 0,0 1 0 0 0,-1-1 0 0 0,1 0-1 0 0,-1-1 1 0 0,-1 1 0 0 0,1-1 0 0 0,-11 6 0 0 0,-9 4 47 0 0,-2 0 1 0 0,-29 10 0 0 0,25-11 22 0 0,10-5-156 0 0,22-9-2 0 0,14-2-8 0 0,0 3 72 0 0,1 0 0 0 0,-1 1 0 0 0,0 1 0 0 0,0 0 0 0 0,0 1 0 0 0,0 0 0 0 0,-1 1 0 0 0,1 0 0 0 0,-1 2 0 0 0,18 11 0 0 0,-23-14 36 0 0,0 1-1 0 0,-1 0 0 0 0,0 1 1 0 0,-1 0-1 0 0,1 0 0 0 0,-1 0 1 0 0,0 1-1 0 0,0 0 0 0 0,-1 0 1 0 0,0 0-1 0 0,0 1 0 0 0,-1 0 1 0 0,0 0-1 0 0,-1 0 0 0 0,1 0 1 0 0,-1 0-1 0 0,-1 1 0 0 0,3 13 1 0 0,-5-17 40 0 0,1 0-1 0 0,-1 0 1 0 0,0 0 0 0 0,-1 0 0 0 0,1 0 0 0 0,-1 0-1 0 0,0-1 1 0 0,0 1 0 0 0,-1 0 0 0 0,0 0-1 0 0,1-1 1 0 0,-1 1 0 0 0,-1-1 0 0 0,-3 7 0 0 0,1-5 17 0 0,0 0 1 0 0,0 0 0 0 0,0 0 0 0 0,-1-1 0 0 0,0 0 0 0 0,0 0-1 0 0,-1 0 1 0 0,-9 5 0 0 0,2-3 36 0 0,1 0 0 0 0,-1-2 0 0 0,0 1 0 0 0,0-2 1 0 0,-1 0-1 0 0,1-1 0 0 0,-1 0 0 0 0,0-1 0 0 0,-17 0 0 0 0,19-2-67 0 0,1 0-1 0 0,-1-1 1 0 0,0-1 0 0 0,1 0-1 0 0,-1-1 1 0 0,1 0 0 0 0,0-1-1 0 0,0 0 1 0 0,0-1-1 0 0,-16-9 1 0 0,26 13-126 0 0,1 0-1 0 0,0 1 0 0 0,-1-1 1 0 0,1 0-1 0 0,0 0 1 0 0,-1 0-1 0 0,1-1 1 0 0,0 1-1 0 0,0 0 1 0 0,0 0-1 0 0,0-1 0 0 0,0 1 1 0 0,0 0-1 0 0,0-1 1 0 0,1 1-1 0 0,-1-1 1 0 0,1 1-1 0 0,-1-1 1 0 0,1 0-1 0 0,-1 1 0 0 0,1-1 1 0 0,0 1-1 0 0,-1-1 1 0 0,1 0-1 0 0,0 1 1 0 0,0-1-1 0 0,0 0 0 0 0,1 1 1 0 0,-1-1-1 0 0,0 0 1 0 0,1 1-1 0 0,-1-1 1 0 0,1 1-1 0 0,-1-1 1 0 0,1 1-1 0 0,0-1 0 0 0,-1 1 1 0 0,1-1-1 0 0,0 1 1 0 0,0 0-1 0 0,0-1 1 0 0,0 1-1 0 0,2-2 1 0 0,4-4-982 0 0,0 0 1 0 0,0 0-1 0 0,1 1 1 0 0,-1 0-1 0 0,1 1 1 0 0,10-6-1 0 0,2 0-3051 0 0,2-1-1897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1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23 40 0 0,'-30'-19'18461'0'0,"40"17"-18314"0"0,36 2 130 0 0,5-1-155 0 0,-1 2-1 0 0,57 9 1 0 0,-106-10-120 0 0,0 0 1 0 0,0 1-1 0 0,0-1 1 0 0,0 0 0 0 0,0 0-1 0 0,0 1 1 0 0,0-1-1 0 0,0 1 1 0 0,-1-1-1 0 0,1 1 1 0 0,0-1 0 0 0,0 1-1 0 0,-1-1 1 0 0,1 1-1 0 0,0 0 1 0 0,0-1-1 0 0,-1 1 1 0 0,1 0 0 0 0,-1 0-1 0 0,1-1 1 0 0,-1 1-1 0 0,1 0 1 0 0,-1 0-1 0 0,1 0 1 0 0,-1 0 0 0 0,0 0-1 0 0,0 0 1 0 0,1 0-1 0 0,-1 0 1 0 0,0 0-1 0 0,0 0 1 0 0,0 0 0 0 0,0-1-1 0 0,0 1 1 0 0,0 0-1 0 0,0 0 1 0 0,0 0-1 0 0,0 0 1 0 0,-1 0 0 0 0,1 0-1 0 0,0 0 1 0 0,-1 0-1 0 0,1 0 1 0 0,-1 1-1 0 0,-2 4 12 0 0,1 0 0 0 0,-1 0 0 0 0,-1 0 0 0 0,-4 7-1 0 0,8-13-11 0 0,-39 51-3 0 0,-2-3 0 0 0,-86 79 0 0 0,49-52-21 0 0,30-23 15 0 0,48-52 12 0 0,-1 1-1 0 0,1-1 0 0 0,-1 1 0 0 0,1-1 1 0 0,-1 1-1 0 0,1-1 0 0 0,-1 1 0 0 0,1-1 1 0 0,0 1-1 0 0,-1-1 0 0 0,1 1 0 0 0,0-1 1 0 0,0 1-1 0 0,0 0 0 0 0,-1-1 0 0 0,1 1 1 0 0,0 0-1 0 0,0-1 0 0 0,0 1 0 0 0,0 0 1 0 0,0-1-1 0 0,0 1 0 0 0,0 0 0 0 0,0-1 0 0 0,0 1 1 0 0,0 0-1 0 0,1-1 0 0 0,-1 1 0 0 0,0-1 1 0 0,0 1-1 0 0,1 0 0 0 0,-1-1 0 0 0,0 1 1 0 0,1-1-1 0 0,-1 1 0 0 0,0-1 0 0 0,1 1 1 0 0,-1-1-1 0 0,1 1 0 0 0,-1-1 0 0 0,1 1 1 0 0,-1-1-1 0 0,1 0 0 0 0,-1 1 0 0 0,1-1 1 0 0,-1 0-1 0 0,1 1 0 0 0,0-1 0 0 0,-1 0 1 0 0,2 1-1 0 0,28 4 93 0 0,-30-5-97 0 0,26-1 34 0 0,1-1 0 0 0,-1-1 1 0 0,0-1-1 0 0,34-10 0 0 0,-10 2-417 0 0,119-25-3318 0 0,-55 9-2982 0 0,-49 10-75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2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59 1432 0 0,'-105'-15'13539'0'0,"52"8"-9122"0"0,51 7-3715 0 0,4-2-551 0 0,4-1-112 0 0,0 1 1 0 0,0-1 0 0 0,0 1 0 0 0,0 0 0 0 0,1 0 0 0 0,-1 1 0 0 0,1 0 0 0 0,0 0 0 0 0,9 0 0 0 0,-1-1 5 0 0,144-12-943 0 0,-127 13-3263 0 0,40 5 0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2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0 1272 0 0,'-139'73'16442'0'0,"139"-73"-16398"0"0,-1 0 0 0 0,1 0 0 0 0,0 0 1 0 0,-1 1-1 0 0,1-1 0 0 0,-1 0 0 0 0,1 0 0 0 0,0 1 1 0 0,-1-1-1 0 0,1 0 0 0 0,0 0 0 0 0,-1 1 1 0 0,1-1-1 0 0,0 0 0 0 0,0 1 0 0 0,-1-1 1 0 0,1 1-1 0 0,0-1 0 0 0,0 0 0 0 0,0 1 0 0 0,0-1 1 0 0,-1 0-1 0 0,1 1 0 0 0,0-1 0 0 0,0 1 1 0 0,0-1-1 0 0,0 1 0 0 0,0 0-28 0 0,1-1 0 0 0,-1 1 0 0 0,0-1-1 0 0,1 0 1 0 0,-1 1 0 0 0,0-1 0 0 0,1 0 0 0 0,-1 1-1 0 0,0-1 1 0 0,1 0 0 0 0,-1 1 0 0 0,1-1 0 0 0,-1 0 0 0 0,1 0-1 0 0,-1 0 1 0 0,1 1 0 0 0,-1-1 0 0 0,1 0 0 0 0,-1 0 0 0 0,1 0-1 0 0,-1 0 1 0 0,1 0 0 0 0,-1 0 0 0 0,1 0 0 0 0,-1 0-1 0 0,1 0 1 0 0,0 0 0 0 0,227-8-756 0 0,-72-3-9076 0 0,-112 7 3381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528 119 2204 0 0,'-7'-9'7462'0'0,"5"6"-6992"0"0,0 0 0 0 0,0 0 1 0 0,-1 0-1 0 0,1 1 0 0 0,0-1 0 0 0,-1 0 0 0 0,1 1 0 0 0,-1 0 0 0 0,0-1 0 0 0,0 1 0 0 0,0 0 0 0 0,0 1 0 0 0,0-1 1 0 0,-1 0-1 0 0,1 1 0 0 0,0 0 0 0 0,-7-2 0 0 0,5 3-393 0 0,0-1 0 0 0,1 1 0 0 0,-1 0 0 0 0,0 0 0 0 0,0 1 0 0 0,0-1 0 0 0,0 1 0 0 0,0 0 0 0 0,1 0 0 0 0,-1 1 0 0 0,0 0 0 0 0,1 0 0 0 0,-7 3 0 0 0,-25 17 119 0 0,1 1 0 0 0,2 1 1 0 0,0 2-1 0 0,1 2 0 0 0,2 0 1 0 0,-29 37-1 0 0,39-43-108 0 0,1 1-1 0 0,-21 35 1 0 0,36-50-72 0 0,-1-1 0 0 0,1 2 0 0 0,0-1 1 0 0,1 0-1 0 0,0 1 0 0 0,0-1 0 0 0,1 1 0 0 0,0 0 0 0 0,1 0 0 0 0,0 0 0 0 0,0 0 0 0 0,1 11 1 0 0,0-16-9 0 0,1 0 1 0 0,0 0 0 0 0,0 1-1 0 0,0-1 1 0 0,0 0 0 0 0,0-1-1 0 0,1 1 1 0 0,0 0 0 0 0,0 0-1 0 0,0-1 1 0 0,0 1 0 0 0,0-1 0 0 0,1 1-1 0 0,0-1 1 0 0,4 4 0 0 0,-2-3-3 0 0,0 0 0 0 0,0 0 0 0 0,0-1 0 0 0,1 0 0 0 0,0 0 1 0 0,0 0-1 0 0,0-1 0 0 0,0 0 0 0 0,7 2 0 0 0,3-1 51 0 0,0-1 1 0 0,-1 0-1 0 0,1-1 0 0 0,0-1 0 0 0,0 0 0 0 0,0-1 0 0 0,20-4 0 0 0,-19 1 130 0 0,-1 0-1 0 0,0 0 1 0 0,-1-2-1 0 0,1 0 1 0 0,-1-1-1 0 0,0 0 1 0 0,-1-2-1 0 0,0 1 1 0 0,0-2-1 0 0,-1 0 1 0 0,0 0-1 0 0,17-18 1 0 0,-22 19-128 0 0,0-1 1 0 0,-1 1-1 0 0,1-2 1 0 0,-2 1-1 0 0,0-1 1 0 0,0 0-1 0 0,-1 0 0 0 0,0-1 1 0 0,-1 1-1 0 0,0-1 1 0 0,-1 0-1 0 0,0 0 1 0 0,-1-1-1 0 0,0 1 1 0 0,-1 0-1 0 0,-1-1 1 0 0,0-15-1 0 0,-2 13-42 0 0,0 0 0 0 0,-1 0 0 0 0,-1 0 0 0 0,0 0 0 0 0,-1 1 0 0 0,0 0 0 0 0,-1 0 1 0 0,-1 0-1 0 0,0 1 0 0 0,-1 0 0 0 0,0 0 0 0 0,-15-16 0 0 0,16 21-159 0 0,-1 0-1 0 0,1 0 1 0 0,-2 1 0 0 0,1 0-1 0 0,-1 0 1 0 0,-1 1-1 0 0,1 1 1 0 0,-1-1 0 0 0,0 1-1 0 0,0 1 1 0 0,0 0 0 0 0,0 0-1 0 0,-1 1 1 0 0,0 1 0 0 0,0 0-1 0 0,0 0 1 0 0,-20 0 0 0 0,13 2-772 0 0,-1 2 0 0 0,0 0 0 0 0,1 2 1 0 0,0 0-1 0 0,-23 8 0 0 0,-44 20-6189 0 0,31-10-772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49 2268 0 0,'13'-43'10647'0'0,"-11"38"-9583"0"0,-4 20-897 0 0,0 1 1 0 0,-1-1-1 0 0,-1 1 0 0 0,0-1 0 0 0,-10 21 0 0 0,4-7-64 0 0,-62 167 249 0 0,-30 95-126 0 0,101-290-212 0 0,0 1 0 0 0,1 0 0 0 0,-1 0 0 0 0,1 0 0 0 0,-1 0 0 0 0,1-1 0 0 0,0 1 1 0 0,0 0-1 0 0,0 0 0 0 0,0 0 0 0 0,0 0 0 0 0,0 0 0 0 0,1 3 0 0 0,0-3 19 0 0,17-4 23 0 0,12-8-58 0 0,0 1-1 0 0,0 1 1 0 0,1 1 0 0 0,52-4 0 0 0,-46 7 57 0 0,0-2 0 0 0,69-20 0 0 0,-101 25 6 0 0,0-1 0 0 0,0 0 0 0 0,0 0 0 0 0,0-1 1 0 0,0 1-1 0 0,0-1 0 0 0,-1 0 0 0 0,1 0 0 0 0,-1-1 0 0 0,0 1 0 0 0,0-1 1 0 0,0 0-1 0 0,0 0 0 0 0,-1 0 0 0 0,0-1 0 0 0,0 1 0 0 0,0-1 0 0 0,0 0 1 0 0,-1 1-1 0 0,1-1 0 0 0,-1-1 0 0 0,-1 1 0 0 0,1 0 0 0 0,-1 0 1 0 0,0-1-1 0 0,0 1 0 0 0,0-9 0 0 0,1-37 732 0 0,-2 48-812 0 0,-2 5-66 0 0,1 0 81 0 0,-1 0 0 0 0,1 0-1 0 0,-1 0 1 0 0,1 0 0 0 0,0 0 0 0 0,0 1-1 0 0,0-1 1 0 0,0 0 0 0 0,1 1-1 0 0,-2 2 1 0 0,1-2-1 0 0,-55 184-30 0 0,23-69 29 0 0,32-115-11 0 0,-63 236-181 0 0,49-135-2667 0 0,16-63-235 0 0,4-17-1998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1928 0 0,'4'-12'1817'0'0,"0"0"0"0"0,1 1 0 0 0,0-1 0 0 0,10-15 0 0 0,-13 24-1644 0 0,1-1 0 0 0,0 1 1 0 0,0 0-1 0 0,0 0 0 0 0,0 0 1 0 0,0 0-1 0 0,0 1 0 0 0,1-1 1 0 0,-1 1-1 0 0,1 0 0 0 0,0 0 1 0 0,0 0-1 0 0,0 0 0 0 0,0 1 1 0 0,0-1-1 0 0,7 0 0 0 0,-6 1-136 0 0,1 0 0 0 0,0 1-1 0 0,0-1 1 0 0,-1 2 0 0 0,1-1 0 0 0,0 0-1 0 0,-1 1 1 0 0,1 0 0 0 0,-1 1-1 0 0,1-1 1 0 0,-1 1 0 0 0,1 0 0 0 0,-1 0-1 0 0,0 1 1 0 0,0-1 0 0 0,0 1-1 0 0,0 0 1 0 0,0 1 0 0 0,-1-1-1 0 0,0 1 1 0 0,1 0 0 0 0,-1 0 0 0 0,0 0-1 0 0,-1 0 1 0 0,1 1 0 0 0,-1 0-1 0 0,3 5 1 0 0,-1-2 5 0 0,-1 1-1 0 0,0-1 0 0 0,-1 1 1 0 0,0-1-1 0 0,0 1 1 0 0,0 0-1 0 0,-1 0 0 0 0,-1 1 1 0 0,0-1-1 0 0,0 0 0 0 0,0 0 1 0 0,-1 1-1 0 0,-1-1 1 0 0,0 0-1 0 0,-4 18 0 0 0,0-11 132 0 0,0-1 1 0 0,-2 0-1 0 0,0 0 0 0 0,-1-1 0 0 0,0 1 0 0 0,-1-2 0 0 0,-1 1 0 0 0,0-1 0 0 0,-1-1 0 0 0,-17 17 0 0 0,28-29-166 0 0,0 0-1 0 0,-1 1 1 0 0,1-1 0 0 0,0 1-1 0 0,0-1 1 0 0,-1 0 0 0 0,1 1-1 0 0,0-1 1 0 0,-1 0 0 0 0,1 0-1 0 0,0 1 1 0 0,-1-1 0 0 0,1 0-1 0 0,0 0 1 0 0,-1 1 0 0 0,1-1-1 0 0,0 0 1 0 0,-1 0 0 0 0,1 0 0 0 0,-1 1-1 0 0,1-1 1 0 0,0 0 0 0 0,-1 0-1 0 0,1 0 1 0 0,-1 0 0 0 0,1 0-1 0 0,-1 0 1 0 0,1 0 0 0 0,0 0-1 0 0,-1 0 1 0 0,1 0 0 0 0,-1 0-1 0 0,1 0 1 0 0,-1-1 0 0 0,1 1-1 0 0,0 0 1 0 0,-1 0 0 0 0,1 0-1 0 0,-1-1 1 0 0,1 1 0 0 0,0 0-1 0 0,-1 0 1 0 0,1-1 0 0 0,0 1 0 0 0,-1 0-1 0 0,1-1 1 0 0,-1 0-3 0 0,1 0-1 0 0,-1 0 1 0 0,1 0-1 0 0,0 0 1 0 0,0 0 0 0 0,0 0-1 0 0,-1 0 1 0 0,1 0 0 0 0,0 0-1 0 0,0 0 1 0 0,0 0 0 0 0,0 0-1 0 0,1 0 1 0 0,-1 0-1 0 0,0 0 1 0 0,0 0 0 0 0,1-1-1 0 0,10-20 8 0 0,1 2 0 0 0,1-1-1 0 0,20-23 1 0 0,53-53 38 0 0,-54 61-35 0 0,22-20 5 0 0,40-50 4 0 0,-93 105-54 0 0,-18 15-69 0 0,-8 11 76 0 0,2 2 1 0 0,1 1-1 0 0,2 1 0 0 0,0 1 0 0 0,2 1 1 0 0,-27 61-1 0 0,43-86 30 0 0,0 0 0 0 0,0 0 0 0 0,0-1 0 0 0,1 1 0 0 0,0 0 0 0 0,0 0 0 0 0,0 1 0 0 0,1-1 0 0 0,0 0 0 0 0,0 0 0 0 0,0 0-1 0 0,1 0 1 0 0,2 8 0 0 0,-2-10 4 0 0,0-1-1 0 0,1 0 0 0 0,0 0 0 0 0,-1 0 1 0 0,1 1-1 0 0,0-2 0 0 0,0 1 0 0 0,1 0 0 0 0,-1 0 1 0 0,1-1-1 0 0,-1 1 0 0 0,1-1 0 0 0,0 0 0 0 0,0 0 1 0 0,0 0-1 0 0,0 0 0 0 0,0 0 0 0 0,0-1 1 0 0,1 1-1 0 0,-1-1 0 0 0,0 0 0 0 0,1 0 0 0 0,6 1 1 0 0,10 1-225 0 0,1-1 0 0 0,-1 0 1 0 0,1-2-1 0 0,29-2 1 0 0,83-17-6021 0 0,-112 15 4246 0 0,33-5-4398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5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70 832 0 0,'-27'1'7119'0'0,"-1"-1"587"0"0,50-5-5771 0 0,68-10-1492 0 0,51-8-1059 0 0,-49 5-4955 0 0,-76 14 1708 0 0,0-1-1718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5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14 808 0 0,'-3'-2'908'0'0,"0"0"-1"0"0,0 0 1 0 0,-1 1-1 0 0,1 0 1 0 0,0 0 0 0 0,-1 0-1 0 0,1 0 1 0 0,-1 0-1 0 0,1 0 1 0 0,-1 1 0 0 0,1 0-1 0 0,-1 0 1 0 0,-4 0-1 0 0,6 1-674 0 0,0-1-1 0 0,0 1 1 0 0,0 0-1 0 0,0 0 1 0 0,0 0-1 0 0,0 0 1 0 0,0 0-1 0 0,0 0 1 0 0,1 0-1 0 0,-1 1 1 0 0,0-1-1 0 0,1 1 1 0 0,-1-1-1 0 0,1 1 1 0 0,-1 0-1 0 0,1-1 1 0 0,0 1-1 0 0,0 0 1 0 0,-1 0-1 0 0,2 0 1 0 0,-1 0-1 0 0,-1 3 1 0 0,-10 28 446 0 0,2 0 0 0 0,1 1 0 0 0,-4 39 0 0 0,-7 104-296 0 0,19-165-329 0 0,0 3-221 0 0,-5 82-1052 0 0,6-83-431 0 0,1 0-1 0 0,0 0 1 0 0,1 0 0 0 0,6 25-1 0 0,-2-26-2441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6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173 140 1404 0 0,'14'-43'7854'0'0,"-12"34"-6294"0"0,0 0 0 0 0,1 1-1 0 0,6-14 1 0 0,-7 19-1424 0 0,0 0-1 0 0,0 0 0 0 0,0 0 1 0 0,0 0-1 0 0,1 0 0 0 0,-1 1 1 0 0,1 0-1 0 0,-1-1 0 0 0,1 1 1 0 0,0 0-1 0 0,0 0 1 0 0,0 0-1 0 0,4-1 0 0 0,-2 0-89 0 0,1 1 1 0 0,-1 0-1 0 0,1 1 0 0 0,-1-1 0 0 0,1 1 0 0 0,-1 0 1 0 0,1 1-1 0 0,0-1 0 0 0,0 1 0 0 0,-1 0 0 0 0,1 1 0 0 0,0-1 1 0 0,-1 1-1 0 0,1 0 0 0 0,0 0 0 0 0,-1 1 0 0 0,10 4 0 0 0,-13-5-35 0 0,1 0 0 0 0,0 1 0 0 0,0 0 0 0 0,-1 0-1 0 0,1 0 1 0 0,-1 0 0 0 0,0 0 0 0 0,0 0-1 0 0,1 1 1 0 0,-1-1 0 0 0,-1 1 0 0 0,1-1 0 0 0,0 1-1 0 0,-1 0 1 0 0,1 0 0 0 0,-1-1 0 0 0,0 1-1 0 0,0 0 1 0 0,0 0 0 0 0,0 0 0 0 0,-1 1 0 0 0,1-1-1 0 0,-1 0 1 0 0,0 0 0 0 0,1 0 0 0 0,-2 0-1 0 0,1 0 1 0 0,0 1 0 0 0,-1-1 0 0 0,1 0 0 0 0,-1 0-1 0 0,-1 4 1 0 0,-2 4 11 0 0,0 1 1 0 0,-1-1-1 0 0,0 0 1 0 0,-1 0-1 0 0,-1-1 1 0 0,1 1-1 0 0,-1-1 1 0 0,-17 17-1 0 0,1-5 48 0 0,0 0-1 0 0,-34 23 1 0 0,2-12 78 0 0,55-32-153 0 0,0-1-1 0 0,-1 0 1 0 0,1 1 0 0 0,0-1 0 0 0,-1 0 0 0 0,1 1-1 0 0,0-1 1 0 0,-1 0 0 0 0,1 0 0 0 0,-1 1 0 0 0,1-1 0 0 0,0 0-1 0 0,-1 0 1 0 0,1 0 0 0 0,-1 0 0 0 0,1 0 0 0 0,-1 0 0 0 0,1 0-1 0 0,-1 0 1 0 0,1 0 0 0 0,0 0 0 0 0,-1 0 0 0 0,1 0-1 0 0,-1 0 1 0 0,1 0 0 0 0,-1 0 0 0 0,1 0 0 0 0,1-1 1 0 0,-1 1-1 0 0,0-1 1 0 0,1 1-1 0 0,-1 0 1 0 0,1-1-1 0 0,-1 1 1 0 0,1 0-1 0 0,-1 0 1 0 0,1 0-1 0 0,0-1 1 0 0,-1 1 0 0 0,1 0-1 0 0,-1 0 1 0 0,1 0-1 0 0,-1 0 1 0 0,1 0-1 0 0,0 0 1 0 0,-1 0-1 0 0,1 0 1 0 0,0 0-1 0 0,9 1-11 0 0,1 0-1 0 0,0 0 0 0 0,-1 1 1 0 0,0 1-1 0 0,0 0 1 0 0,1 0-1 0 0,-2 1 1 0 0,1 0-1 0 0,0 1 1 0 0,-1 0-1 0 0,0 0 1 0 0,10 8-1 0 0,-7-4 28 0 0,-1 1-1 0 0,0 0 1 0 0,0 0-1 0 0,-1 1 1 0 0,0 1-1 0 0,-1-1 0 0 0,0 2 1 0 0,9 16-1 0 0,-15-24 4 0 0,-1 0-1 0 0,0 0 0 0 0,0 1 0 0 0,0-1 1 0 0,0 0-1 0 0,-1 1 0 0 0,0-1 1 0 0,0 1-1 0 0,0-1 0 0 0,-1 1 0 0 0,1 0 1 0 0,-2-1-1 0 0,1 1 0 0 0,0 0 0 0 0,-1-1 1 0 0,0 1-1 0 0,-3 8 0 0 0,1-7 1 0 0,-1 0-1 0 0,0 0 0 0 0,0 0 0 0 0,0-1 1 0 0,-1 1-1 0 0,1-1 0 0 0,-2 0 0 0 0,1-1 1 0 0,-1 1-1 0 0,1-1 0 0 0,-2 0 0 0 0,-6 5 1 0 0,-4 1 16 0 0,-1-1-1 0 0,0-1 1 0 0,0 0 0 0 0,-1-1 0 0 0,0-1 0 0 0,0-1-1 0 0,0-1 1 0 0,-1 0 0 0 0,0-1 0 0 0,0-2 0 0 0,0 0-1 0 0,0-1 1 0 0,-35-3 0 0 0,53 2-101 0 0,-1 0-1 0 0,1-1 1 0 0,-1 1 0 0 0,1-1-1 0 0,-1 0 1 0 0,1 0-1 0 0,0 0 1 0 0,-1 0 0 0 0,1 0-1 0 0,0 0 1 0 0,0-1-1 0 0,0 1 1 0 0,-4-4 0 0 0,5 4-52 0 0,1 0 1 0 0,-1 0 0 0 0,0 0-1 0 0,1 0 1 0 0,-1 0 0 0 0,1 0-1 0 0,-1 0 1 0 0,1 0-1 0 0,0 0 1 0 0,-1-1 0 0 0,1 1-1 0 0,0 0 1 0 0,0 0 0 0 0,0 0-1 0 0,0 0 1 0 0,0-1-1 0 0,0 1 1 0 0,0 0 0 0 0,0 0-1 0 0,1 0 1 0 0,-1-1 0 0 0,0 1-1 0 0,1 0 1 0 0,-1 0 0 0 0,1 0-1 0 0,-1 0 1 0 0,1 0-1 0 0,-1 0 1 0 0,1 0 0 0 0,0 0-1 0 0,0-1 1 0 0,25-29-6873 0 0,-12 18 1702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20 164 0 0,'-4'-9'14753'0'0,"3"13"-14531"0"0,0-1-1 0 0,0 0 0 0 0,0 1 0 0 0,0-1 0 0 0,0 0 0 0 0,1 1 1 0 0,0-1-1 0 0,-1 1 0 0 0,2-1 0 0 0,-1 1 0 0 0,0-1 1 0 0,0 1-1 0 0,2 3 0 0 0,12 48 722 0 0,-13-51-892 0 0,2 2-9 0 0,-1 0 0 0 0,1 0 0 0 0,0 0 0 0 0,0-1 0 0 0,1 1 0 0 0,0-1 0 0 0,0 0 1 0 0,0 0-1 0 0,1 0 0 0 0,-1 0 0 0 0,1-1 0 0 0,0 0 0 0 0,0 0 0 0 0,1 0 0 0 0,-1 0 0 0 0,1-1 0 0 0,0 0 1 0 0,0 0-1 0 0,0-1 0 0 0,0 0 0 0 0,1 0 0 0 0,9 2 0 0 0,-10-3-26 0 0,0 0 0 0 0,-1 0 0 0 0,1-1 0 0 0,-1 0 0 0 0,1 0 0 0 0,0 0 0 0 0,-1-1 0 0 0,1 1 0 0 0,0-2 0 0 0,-1 1 0 0 0,0 0 0 0 0,1-1 0 0 0,-1 0 0 0 0,0 0 0 0 0,0-1 0 0 0,0 0 0 0 0,0 0 0 0 0,0 0 0 0 0,-1 0 0 0 0,1-1 0 0 0,-1 1 0 0 0,0-1 0 0 0,0 0 0 0 0,0 0 1 0 0,0-1-1 0 0,4-7 0 0 0,-1-3-10 0 0,0-1 1 0 0,-1 0 0 0 0,0-1-1 0 0,-1 1 1 0 0,-1-1 0 0 0,-1 0-1 0 0,2-19 1 0 0,-3 25-56 0 0,-1 17-34 0 0,-1 20-32 0 0,-27 191 503 0 0,-58 326 1341 0 0,71-486-1168 0 0,-2 0 1 0 0,-30 68-1 0 0,37-105-283 0 0,-1 0-1 0 0,0-1 1 0 0,-1-1 0 0 0,-1 0 0 0 0,-1 0-1 0 0,-1-1 1 0 0,0 0 0 0 0,-1-2-1 0 0,-26 22 1 0 0,34-31-149 0 0,-1-2 0 0 0,1 1 0 0 0,-1-1 0 0 0,0 0 0 0 0,0-1 0 0 0,0 0 0 0 0,-1 0 0 0 0,1 0 0 0 0,-1-1 0 0 0,1-1 0 0 0,-1 0 0 0 0,0 0 0 0 0,0 0 0 0 0,-9-1 0 0 0,12-1-96 0 0,1 1 0 0 0,-1-1 0 0 0,1 0 0 0 0,0-1 0 0 0,0 1 0 0 0,-1-1 0 0 0,1 0 0 0 0,0 0 0 0 0,0-1 0 0 0,1 1 0 0 0,-1-1 0 0 0,0 0 0 0 0,1-1 0 0 0,0 1 0 0 0,0-1 0 0 0,0 0 0 0 0,0 0 0 0 0,1 0 0 0 0,-1 0 0 0 0,1 0 0 0 0,0-1 0 0 0,0 0 0 0 0,1 0 0 0 0,-3-5 0 0 0,3 5-23 0 0,0-1 0 0 0,0 1 0 0 0,1-1 0 0 0,0 0 0 0 0,0 0-1 0 0,0 0 1 0 0,1 0 0 0 0,-1 1 0 0 0,2-1 0 0 0,0-11 0 0 0,1 7-14 0 0,1-1 0 0 0,0 1 0 0 0,0 0 0 0 0,1 0 0 0 0,7-14 0 0 0,3 0-255 0 0,1 1 0 0 0,1 0 1 0 0,32-34-1 0 0,-8 16-1366 0 0,1 2 0 0 0,68-50 0 0 0,-5 16-3247 0 0,2 3-3899 0 0,-93 61 7343 0 0,24-14-4825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84 3552 0 0,'-22'5'16671'0'0,"34"-4"-15945"0"0,12-2-248 0 0,1-2-1 0 0,40-9 1 0 0,-37 7-316 0 0,27-5 11 0 0,54-12-1451 0 0,-89 17-1023 0 0,28-12 1 0 0,-19 2-4979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7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19 300 0 0,'-9'-9'4321'0'0,"8"7"-3704"0"0,-1 1 0 0 0,1 0 0 0 0,-1 1 1 0 0,1-1-1 0 0,-1 0 0 0 0,0 0 0 0 0,1 1 1 0 0,-1-1-1 0 0,0 1 0 0 0,0-1 0 0 0,1 1 1 0 0,-1 0-1 0 0,0 0 0 0 0,0 0 0 0 0,0 0 1 0 0,-3 0-1 0 0,3 1-355 0 0,0 1-1 0 0,0-1 1 0 0,0 0-1 0 0,1 1 1 0 0,-1-1 0 0 0,0 1-1 0 0,1 0 1 0 0,-1-1 0 0 0,1 1-1 0 0,0 0 1 0 0,-1 0 0 0 0,1 0-1 0 0,0 0 1 0 0,0 0 0 0 0,0 0-1 0 0,1 0 1 0 0,-1 0 0 0 0,0 3-1 0 0,-9 27 967 0 0,2 1 0 0 0,-5 45 0 0 0,0 72-684 0 0,9-97-309 0 0,-1-3-844 0 0,-2 55-2850 0 0,9-37-7289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81 1604 0 0,'34'-81'14957'0'0,"-29"82"-13781"0"0,-4-1-1149 0 0,-1 0-1 0 0,0 0 1 0 0,0 0 0 0 0,1 0 0 0 0,-1 0 0 0 0,0 0 0 0 0,0-1 0 0 0,1 1 0 0 0,-1 0-1 0 0,0 0 1 0 0,1 0 0 0 0,-1 0 0 0 0,0 0 0 0 0,0 0 0 0 0,1 0 0 0 0,-1 1 0 0 0,0-1-1 0 0,1 0 1 0 0,-1 0 0 0 0,0 0 0 0 0,0 0 0 0 0,1 0 0 0 0,-1 0 0 0 0,0 0-1 0 0,0 1 1 0 0,1-1 0 0 0,-1 0 0 0 0,0 0 0 0 0,0 0 0 0 0,0 1 0 0 0,1-1 0 0 0,-1 0-1 0 0,0 0 1 0 0,0 0 0 0 0,0 1 0 0 0,0-1 0 0 0,0 0 0 0 0,0 0 0 0 0,1 1 0 0 0,-1-1-1 0 0,22 69 1883 0 0,22 106-1 0 0,-38-138-1857 0 0,30 206-336 0 0,-34-233-542 0 0,-1-16-468 0 0,-2-17 440 0 0,0 17 842 0 0,-1-1-1 0 0,0 1 1 0 0,-1 0 0 0 0,1 0 0 0 0,-1 0 0 0 0,0 0-1 0 0,0 0 1 0 0,-1 1 0 0 0,0-1 0 0 0,0 1-1 0 0,0 0 1 0 0,-1 0 0 0 0,0 0 0 0 0,0 1 0 0 0,-8-6-1 0 0,10 8 44 0 0,-1 1 0 0 0,1 0 0 0 0,0 0-1 0 0,-1 0 1 0 0,1 0 0 0 0,-1 0 0 0 0,1 1 0 0 0,-1 0-1 0 0,1 0 1 0 0,-1 0 0 0 0,0 0 0 0 0,1 0-1 0 0,-1 1 1 0 0,1 0 0 0 0,-1-1 0 0 0,-5 4-1 0 0,-4 0 112 0 0,0 2 0 0 0,-20 11 0 0 0,5 0-68 0 0,0 1 1 0 0,2 2-1 0 0,0 1 0 0 0,1 1 0 0 0,1 1 0 0 0,2 1 1 0 0,0 1-1 0 0,1 1 0 0 0,2 0 0 0 0,-18 33 1 0 0,30-47-99 0 0,0 1-1 0 0,-7 21 1 0 0,12-29-230 0 0,1-1 0 0 0,-1 1 0 0 0,1 0 0 0 0,0 0 0 0 0,1-1 0 0 0,-1 1-1 0 0,1 0 1 0 0,0 0 0 0 0,0 0 0 0 0,0-1 0 0 0,2 8 0 0 0,-1-10-58 0 0,-1-1-1 0 0,1 1 1 0 0,0-1 0 0 0,-1 1 0 0 0,1-1 0 0 0,0 1 0 0 0,0-1 0 0 0,0 1 0 0 0,0-1 0 0 0,2 2 0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8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88 1184 0 0,'-23'-49'15958'0'0,"16"37"-12527"0"0,-1-1-1136 0 0,8 12-2278 0 0,1 1 0 0 0,-1-1 0 0 0,0 1 0 0 0,0 0 1 0 0,0-1-1 0 0,1 1 0 0 0,-1 0 0 0 0,0-1 0 0 0,1 1 0 0 0,-1 0 0 0 0,0-1 0 0 0,1 1 0 0 0,-1 0 0 0 0,0 0 0 0 0,1-1 0 0 0,-1 1 0 0 0,0 0 0 0 0,1 0 0 0 0,-1 0 0 0 0,1-1 1 0 0,-1 1-1 0 0,0 0 0 0 0,1 0 0 0 0,-1 0 0 0 0,1 0 0 0 0,-1 0 0 0 0,1 0 0 0 0,-1 0 0 0 0,0 0 0 0 0,1 0 0 0 0,-1 0 0 0 0,1 0 0 0 0,-1 0 0 0 0,1 0 0 0 0,-1 0 0 0 0,1 1 0 0 0,43-1 305 0 0,247-7 550 0 0,-272 7-874 0 0,-16 0-80 0 0,-6 8-492 0 0,-3-2 542 0 0,0-1-1 0 0,0 0 1 0 0,0 0 0 0 0,-1 0-1 0 0,-10 5 1 0 0,-11 8-9 0 0,-9 10-21 0 0,-74 59 17 0 0,89-68 162 0 0,2 0 1 0 0,-35 44-1 0 0,38-37 90 0 0,17-24-181 0 0,-1-1 1 0 0,1 1-1 0 0,-1-1 1 0 0,1 1 0 0 0,0-1-1 0 0,-1 1 1 0 0,1-1 0 0 0,0 1-1 0 0,0-1 1 0 0,0 1 0 0 0,0-1-1 0 0,1 1 1 0 0,-1-1-1 0 0,0 1 1 0 0,1-1 0 0 0,-1 1-1 0 0,1 1 1 0 0,1-2-8 0 0,0 1 1 0 0,-1-1-1 0 0,1 1 1 0 0,0-1-1 0 0,0 0 0 0 0,0 0 1 0 0,0 0-1 0 0,1 0 1 0 0,-1 0-1 0 0,0 0 0 0 0,0-1 1 0 0,0 1-1 0 0,1-1 1 0 0,-1 1-1 0 0,0-1 0 0 0,1 0 1 0 0,2 0-1 0 0,-1 0 3 0 0,19 2 53 0 0,0-1-1 0 0,0-2 1 0 0,40-5-1 0 0,70-20-1951 0 0,-81 15 9 0 0,26-5-1920 0 0,-24 4-2593 0 0,-2-1-2701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8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13 1172 0 0,'-149'10'23863'0'0,"250"-20"-23766"0"0,-10 1-4908 0 0,-27 6-6557 0 0,-45 3 4819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1528 0 0,'-147'83'15258'0'0,"147"-83"-15216"0"0,-1 0 1 0 0,1 0-1 0 0,0 0 0 0 0,-1 1 1 0 0,1-1-1 0 0,0 0 0 0 0,0 0 0 0 0,-1 0 1 0 0,1 0-1 0 0,0 1 0 0 0,0-1 0 0 0,-1 0 1 0 0,1 0-1 0 0,0 0 0 0 0,0 1 0 0 0,0-1 1 0 0,-1 0-1 0 0,1 0 0 0 0,0 1 1 0 0,0-1-1 0 0,0 0 0 0 0,0 1 0 0 0,0-1 1 0 0,0 0-1 0 0,-1 1 0 0 0,1-1 0 0 0,0 0 1 0 0,0 0-1 0 0,0 1 0 0 0,0-1 0 0 0,0 0 1 0 0,0 1-1 0 0,0-1 0 0 0,0 0 1 0 0,0 1-1 0 0,1-1 0 0 0,-1 0 0 0 0,0 1 1 0 0,0-1 0 0 0,1 1 0 0 0,0-1 0 0 0,-1 1 0 0 0,1-1 0 0 0,0 1 0 0 0,-1-1 0 0 0,1 0 0 0 0,0 1 0 0 0,-1-1 0 0 0,1 0 0 0 0,0 1 0 0 0,0-1 0 0 0,-1 0 0 0 0,1 0 0 0 0,0 0 0 0 0,0 0 0 0 0,0 0 0 0 0,1 0 0 0 0,62-2-301 0 0,118-20 0 0 0,-17-13-9400 0 0,-121 24 2984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38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47 1080 0 0,'-29'-22'10042'0'0,"0"9"-4613"0"0,26 12-5198 0 0,-1 0 0 0 0,1 0 0 0 0,0 1 1 0 0,-1 0-1 0 0,1-1 0 0 0,0 1 0 0 0,-1 0 1 0 0,1 1-1 0 0,0-1 0 0 0,-1 1 0 0 0,1-1 1 0 0,0 1-1 0 0,-1 0 0 0 0,1 0 0 0 0,0 1 1 0 0,0-1-1 0 0,-5 4 0 0 0,0 0 82 0 0,-1 1-1 0 0,2 0 1 0 0,-1 1-1 0 0,0 0 0 0 0,1 0 1 0 0,1 1-1 0 0,-9 10 1 0 0,-2 7 296 0 0,-16 31 1 0 0,21-33-332 0 0,1 1 0 0 0,1 1 0 0 0,1-1 0 0 0,-9 38-1 0 0,14-43-173 0 0,1 0 1 0 0,1 0-1 0 0,0 0 0 0 0,1 0 0 0 0,1 0 0 0 0,5 35 0 0 0,-4-49-85 0 0,0 0 1 0 0,0 1-1 0 0,1-1 1 0 0,0 0-1 0 0,0 0 0 0 0,0 0 1 0 0,0-1-1 0 0,1 1 1 0 0,0 0-1 0 0,0-1 1 0 0,0 0-1 0 0,0 0 0 0 0,1 0 1 0 0,-1 0-1 0 0,9 6 1 0 0,-6-6 9 0 0,-1 0 1 0 0,1-1 0 0 0,1 0-1 0 0,-1 0 1 0 0,0-1 0 0 0,1 0-1 0 0,-1 0 1 0 0,1 0 0 0 0,-1-1-1 0 0,1 0 1 0 0,8 0 0 0 0,-2 0 46 0 0,0-2 0 0 0,-1 1 0 0 0,1-2 0 0 0,-1 0 0 0 0,1 0 0 0 0,-1-1 0 0 0,0-1 0 0 0,0 0 0 0 0,0-1 0 0 0,0 0 0 0 0,-1 0 0 0 0,0-1 0 0 0,11-8 0 0 0,-9 3-28 0 0,-1 0 1 0 0,0-1 0 0 0,-1 0 0 0 0,0-1-1 0 0,-1 0 1 0 0,0 0 0 0 0,-1-1 0 0 0,-1-1-1 0 0,0 0 1 0 0,8-20 0 0 0,-10 21-50 0 0,-1-1-1 0 0,-1 0 1 0 0,0 0 0 0 0,-1 0 0 0 0,-1 0-1 0 0,0-1 1 0 0,-1 1 0 0 0,0-1 0 0 0,-2 1-1 0 0,0-1 1 0 0,-4-20 0 0 0,4 28-9 0 0,-2 0 0 0 0,1 0 0 0 0,-1 0 0 0 0,0 0 1 0 0,-1 1-1 0 0,0 0 0 0 0,0-1 0 0 0,-1 1 0 0 0,1 1 0 0 0,-1-1 0 0 0,-1 1 0 0 0,-10-10 0 0 0,7 8-146 0 0,-1 1 0 0 0,0 1 0 0 0,0-1-1 0 0,-1 1 1 0 0,1 1 0 0 0,-1 0 0 0 0,-23-7-1 0 0,6 6-620 0 0,0 0 0 0 0,-1 2 0 0 0,1 1-1 0 0,-1 1 1 0 0,0 2 0 0 0,-46 5 0 0 0,-46 15-3844 0 0,39 1-1719 0 0,7 3-2278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214 743 1540 0 0,'-185'56'9338'0'0,"183"-55"-9283"0"0,1-1 0 0 0,-1 1 0 0 0,1-1 0 0 0,-1 1 0 0 0,1-1 0 0 0,-1 0 0 0 0,1 0 0 0 0,-1 0 0 0 0,1 0 0 0 0,-1 0 0 0 0,1 0 0 0 0,-1 0 0 0 0,1 0 0 0 0,-1 0 0 0 0,-1-1 0 0 0,3 0-44 0 0,-1 1-1 0 0,1 0 0 0 0,0-1 0 0 0,0 1 0 0 0,-1-1 1 0 0,1 1-1 0 0,0 0 0 0 0,0-1 0 0 0,0 1 1 0 0,0-1-1 0 0,-1 1 0 0 0,1-1 0 0 0,0 1 0 0 0,0 0 1 0 0,0-1-1 0 0,0 1 0 0 0,0-1 0 0 0,0 1 0 0 0,0-1 1 0 0,0 1-1 0 0,0-1 0 0 0,0 1 0 0 0,1-1 0 0 0,-1 1 1 0 0,0 0-1 0 0,0-1 0 0 0,0 1 0 0 0,0-1 0 0 0,1 1 1 0 0,-1-1-1 0 0,5-7 22 0 0,0 1 0 0 0,0 0 0 0 0,10-11 0 0 0,-13 15 12 0 0,72-83 79 0 0,92-141 0 0 0,-146 195 81 0 0,-1 0 0 0 0,-2-2-1 0 0,-2 0 1 0 0,0-1 0 0 0,-3 0 0 0 0,-1-1-1 0 0,-1 0 1 0 0,7-57 0 0 0,-16 86-102 0 0,0 2-61 0 0,-1 1 1 0 0,1 0-1 0 0,-1 0 1 0 0,0 0 0 0 0,0-1-1 0 0,0 1 1 0 0,-1 0-1 0 0,1 0 1 0 0,-3-7 0 0 0,3 10-42 0 0,0 1 1 0 0,0 0 0 0 0,0-1-1 0 0,0 1 1 0 0,-1 0-1 0 0,1-1 1 0 0,0 1 0 0 0,0 0-1 0 0,0-1 1 0 0,-1 1 0 0 0,1 0-1 0 0,0-1 1 0 0,0 1-1 0 0,0 0 1 0 0,-1 0 0 0 0,1 0-1 0 0,0-1 1 0 0,-1 1-1 0 0,1 0 1 0 0,0 0 0 0 0,-1 0-1 0 0,1-1 1 0 0,0 1 0 0 0,-1 0-1 0 0,1 0 1 0 0,0 0-1 0 0,-1 0 1 0 0,1 0 0 0 0,0 0-1 0 0,-1 0 1 0 0,1 0 0 0 0,0 0-1 0 0,-1 0 1 0 0,1 0-1 0 0,0 0 1 0 0,-1 0 0 0 0,1 0-1 0 0,-1 0 1 0 0,1 0-1 0 0,0 0 1 0 0,-1 0 0 0 0,1 1-1 0 0,0-1 1 0 0,-1 0 0 0 0,1 0-1 0 0,0 0 1 0 0,0 1-1 0 0,-1-1 1 0 0,-8 12 16 0 0,9-12-17 0 0,-14 25 12 0 0,3-1 0 0 0,0 2-1 0 0,1-1 1 0 0,-8 34 0 0 0,13-42-8 0 0,-127 556 54 0 0,69-265 66 0 0,56-279-69 0 0,-19 73 1029 0 0,19-90-592 0 0,1-15-140 0 0,5 1-332 0 0,0 1-1 0 0,0-1 0 0 0,1 0 0 0 0,-1 0 0 0 0,0 0 0 0 0,1 0 0 0 0,-1 0 0 0 0,1 0 0 0 0,0-3 0 0 0,1-26-16 0 0,2 1 1 0 0,2 0 0 0 0,0 0-1 0 0,2 0 1 0 0,1 1-1 0 0,2 0 1 0 0,0 1-1 0 0,16-29 1 0 0,-21 47-25 0 0,1 0 0 0 0,0 0 1 0 0,1 0-1 0 0,0 0 0 0 0,0 1 0 0 0,1 0 0 0 0,0 1 1 0 0,1 0-1 0 0,13-10 0 0 0,-17 14 9 0 0,0 1 0 0 0,0 0 0 0 0,1 0 1 0 0,-1 1-1 0 0,1-1 0 0 0,0 1 0 0 0,0 0 0 0 0,0 1 0 0 0,0 0 0 0 0,0-1 0 0 0,0 2 1 0 0,0-1-1 0 0,0 1 0 0 0,0 0 0 0 0,1 0 0 0 0,-1 1 0 0 0,0 0 0 0 0,0 0 0 0 0,10 3 1 0 0,-9-1 8 0 0,1 0 1 0 0,0 1 0 0 0,-1-1-1 0 0,0 1 1 0 0,0 1 0 0 0,0 0-1 0 0,0 0 1 0 0,-1 0 0 0 0,0 0 0 0 0,0 1-1 0 0,0 0 1 0 0,-1 1 0 0 0,0-1-1 0 0,0 1 1 0 0,-1 0 0 0 0,1 0 0 0 0,-2 0-1 0 0,5 9 1 0 0,2 13 31 0 0,0 0 0 0 0,-2 1 0 0 0,7 47-1 0 0,-7-32-45 0 0,-7-40-223 0 0,0 1 1 0 0,1-1-1 0 0,-1 0 0 0 0,1 0 0 0 0,0 1 0 0 0,1-1 0 0 0,-1-1 0 0 0,1 1 1 0 0,0 0-1 0 0,4 5 0 0 0,-4-7-257 0 0,0-1 1 0 0,0 1 0 0 0,0-1-1 0 0,0 1 1 0 0,0-1 0 0 0,1 0-1 0 0,-1 0 1 0 0,1-1-1 0 0,-1 1 1 0 0,1-1 0 0 0,0 1-1 0 0,0-1 1 0 0,-1 0-1 0 0,9 0 1 0 0,8 1-3968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62 2408 0 0,'0'-5'815'0'0,"-1"0"1"0"0,1 0-1 0 0,-1 0 0 0 0,0 0 0 0 0,-2-8 1 0 0,3 12-671 0 0,-1-1-1 0 0,1 1 1 0 0,0 0 0 0 0,-1 0 0 0 0,0-1-1 0 0,1 1 1 0 0,-1 0 0 0 0,0 0 0 0 0,0 0-1 0 0,0 0 1 0 0,1 0 0 0 0,-1 0 0 0 0,0 0 0 0 0,0 0-1 0 0,0 0 1 0 0,-1 1 0 0 0,1-1 0 0 0,0 0-1 0 0,0 1 1 0 0,0-1 0 0 0,-1 0 0 0 0,1 1 0 0 0,0 0-1 0 0,0-1 1 0 0,-1 1 0 0 0,1 0 0 0 0,0 0-1 0 0,-1-1 1 0 0,1 1 0 0 0,-2 0 0 0 0,-7 2 56 0 0,0 0 0 0 0,0 0 1 0 0,0 1-1 0 0,0 1 0 0 0,1-1 0 0 0,-1 1 1 0 0,1 1-1 0 0,0 0 0 0 0,0 0 0 0 0,-15 13 1 0 0,-11 10 129 0 0,-35 38 1 0 0,58-55-262 0 0,-21 21 77 0 0,2 2 0 0 0,-26 37 0 0 0,46-57-116 0 0,2 1 1 0 0,0 0-1 0 0,0 0 1 0 0,2 0-1 0 0,0 1 1 0 0,1 0-1 0 0,0 1 1 0 0,-5 25-1 0 0,11-39-24 0 0,-1 1 0 0 0,0 0 0 0 0,1-1 0 0 0,0 1 0 0 0,-1 0 0 0 0,2-1 0 0 0,-1 1 0 0 0,0 0 0 0 0,1-1 0 0 0,-1 1 0 0 0,1 0 0 0 0,0-1 0 0 0,0 1 0 0 0,1-1 0 0 0,-1 0 0 0 0,1 1 0 0 0,0-1 0 0 0,0 0 0 0 0,0 0 0 0 0,0 0 0 0 0,0 0 0 0 0,0 0 0 0 0,1 0 0 0 0,0-1-1 0 0,-1 1 1 0 0,1-1 0 0 0,0 0 0 0 0,0 0 0 0 0,1 0 0 0 0,-1 0 0 0 0,0 0 0 0 0,0-1 0 0 0,1 0 0 0 0,-1 1 0 0 0,1-1 0 0 0,3 0 0 0 0,3 1 2 0 0,1 0-1 0 0,-1-1 1 0 0,0 0-1 0 0,1-1 1 0 0,-1-1 0 0 0,0 1-1 0 0,0-1 1 0 0,1-1-1 0 0,-1 0 1 0 0,0-1 0 0 0,17-6-1 0 0,-13 3-4 0 0,-1 0 1 0 0,-1-2-1 0 0,1 1 0 0 0,-1-1 1 0 0,0-1-1 0 0,-1 0 0 0 0,0-1 1 0 0,-1 0-1 0 0,0-1 0 0 0,0 0 1 0 0,-1 0-1 0 0,-1-1 0 0 0,14-26 0 0 0,-7 7 30 0 0,-1 0-1 0 0,-2-2 0 0 0,-2 0 1 0 0,12-60-1 0 0,-20 81-17 0 0,2-18-134 0 0,-12 51 51 0 0,2-8 56 0 0,-15 45 48 0 0,2 1 0 0 0,2 1-1 0 0,3 1 1 0 0,-5 62-1 0 0,18-116-73 0 0,1-1-1 0 0,0 1 1 0 0,0 0-1 0 0,1 0 0 0 0,-1 0 1 0 0,2 0-1 0 0,-1-1 1 0 0,1 1-1 0 0,0 0 1 0 0,5 11-1 0 0,-5-16-37 0 0,-1 0 1 0 0,0 0-1 0 0,1 0 0 0 0,-1 0 0 0 0,1 0 0 0 0,-1-1 0 0 0,1 1 0 0 0,0 0 1 0 0,0-1-1 0 0,0 1 0 0 0,0-1 0 0 0,0 0 0 0 0,0 1 0 0 0,0-1 1 0 0,1 0-1 0 0,-1-1 0 0 0,0 1 0 0 0,1 0 0 0 0,-1-1 0 0 0,0 1 1 0 0,1-1-1 0 0,-1 1 0 0 0,1-1 0 0 0,-1 0 0 0 0,0 0 0 0 0,1 0 0 0 0,-1-1 1 0 0,1 1-1 0 0,-1-1 0 0 0,0 1 0 0 0,1-1 0 0 0,-1 0 0 0 0,4-1 1 0 0,4-3-25 0 0,0 0 0 0 0,0 0 0 0 0,-1-1 1 0 0,1 0-1 0 0,-1-1 0 0 0,-1 0 0 0 0,1 0 1 0 0,-1-1-1 0 0,-1 0 0 0 0,0 0 0 0 0,0-1 1 0 0,10-15-1 0 0,6-14 283 0 0,31-74 0 0 0,-42 86 21 0 0,41-102 2005 0 0,-31 71-1475 0 0,-22 57-732 0 0,0 0 0 0 0,0 0 0 0 0,0-1 0 0 0,0 1 0 0 0,0 0-1 0 0,0-1 1 0 0,0 1 0 0 0,0 0 0 0 0,0 0 0 0 0,0-1-1 0 0,0 1 1 0 0,0 0 0 0 0,0 0 0 0 0,0-1 0 0 0,1 1 0 0 0,-1 0-1 0 0,0 0 1 0 0,0 0 0 0 0,0-1 0 0 0,0 1 0 0 0,1 0 0 0 0,-1 0-1 0 0,0 0 1 0 0,0 0 0 0 0,1-1 0 0 0,-1 1 0 0 0,0 0-1 0 0,0 0 1 0 0,0 0 0 0 0,1 0 0 0 0,-1 0 0 0 0,0 0 0 0 0,1 0-1 0 0,-1 0 1 0 0,0-1 0 0 0,0 1 0 0 0,1 0 0 0 0,-1 0 0 0 0,0 0-1 0 0,0 0 1 0 0,1 1 0 0 0,-1-1 0 0 0,7 12 110 0 0,0 21 188 0 0,-5 31 226 0 0,0-17-212 0 0,11 83 1 0 0,-12-124-297 0 0,1 0 0 0 0,-1 0 0 0 0,1 0 0 0 0,0 0 0 0 0,0 0 0 0 0,1-1 0 0 0,0 1 0 0 0,0-1 0 0 0,0 0 0 0 0,0 0 0 0 0,1 0 1 0 0,0 0-1 0 0,0 0 0 0 0,0-1 0 0 0,1 0 0 0 0,-1 0 0 0 0,1 0 0 0 0,7 4 0 0 0,-9-7-10 0 0,0 0 0 0 0,1-1 1 0 0,-1 1-1 0 0,0-1 0 0 0,1 0 1 0 0,-1 0-1 0 0,0 0 0 0 0,0 0 0 0 0,1-1 1 0 0,-1 1-1 0 0,0-1 0 0 0,0 0 0 0 0,1 0 1 0 0,-1 0-1 0 0,0 0 0 0 0,0-1 1 0 0,0 1-1 0 0,0-1 0 0 0,-1 0 0 0 0,6-3 1 0 0,2-4-2 0 0,0 0 0 0 0,-1-1-1 0 0,0 0 1 0 0,-1-1 0 0 0,0 0 0 0 0,12-20 0 0 0,31-80-15 0 0,-20 42-16 0 0,-22 50 24 0 0,28-53-53 0 0,-33 65 26 0 0,0 0 0 0 0,1 1 0 0 0,0 0 0 0 0,0 0 0 0 0,0 0 0 0 0,1 0 0 0 0,10-7 0 0 0,-14 12 19 0 0,0 0 0 0 0,0 0 0 0 0,0 0 0 0 0,0 0 0 0 0,0 0-1 0 0,0 1 1 0 0,0-1 0 0 0,1 1 0 0 0,-1 0 0 0 0,0 0 0 0 0,0-1 0 0 0,1 1 0 0 0,-1 1-1 0 0,0-1 1 0 0,0 0 0 0 0,0 0 0 0 0,1 1 0 0 0,-1-1 0 0 0,0 1 0 0 0,0 0 0 0 0,0 0-1 0 0,3 1 1 0 0,4 3-2 0 0,0 0-1 0 0,0 1 1 0 0,11 10-1 0 0,-6-5 14 0 0,-4-4 7 0 0,0 0 1 0 0,0-1-1 0 0,0 0 1 0 0,1-1-1 0 0,0 0 1 0 0,0-1 0 0 0,1 0-1 0 0,-1 0 1 0 0,1-1-1 0 0,23 2 1 0 0,-24-3 13 0 0,-1-2 0 0 0,1 1 0 0 0,-1-1 0 0 0,1-1 1 0 0,-1 0-1 0 0,0-1 0 0 0,19-4 0 0 0,-25 4-20 0 0,-1 1 0 0 0,1-1 0 0 0,-1 1 0 0 0,0-1 0 0 0,1 0 0 0 0,-1 0 0 0 0,0-1 0 0 0,0 1 0 0 0,-1-1 0 0 0,1 1 0 0 0,0-1 0 0 0,-1 0-1 0 0,1 0 1 0 0,-1 0 0 0 0,0 0 0 0 0,0-1 0 0 0,-1 1 0 0 0,1-1 0 0 0,0 1 0 0 0,-1-1 0 0 0,0 1 0 0 0,0-1 0 0 0,0 0 0 0 0,0 1 0 0 0,-1-5 0 0 0,1 4-8 0 0,0 0 0 0 0,-1 0-1 0 0,1 0 1 0 0,-1 0 0 0 0,0-1 0 0 0,-1 1 0 0 0,1 0 0 0 0,-1 0 0 0 0,1 0-1 0 0,-1 0 1 0 0,0 1 0 0 0,-1-1 0 0 0,1 0 0 0 0,-1 0 0 0 0,1 1 0 0 0,-1-1-1 0 0,0 1 1 0 0,-1-1 0 0 0,1 1 0 0 0,0 0 0 0 0,-6-5 0 0 0,6 7 0 0 0,0 1 0 0 0,0-1 0 0 0,0 1 1 0 0,0-1-1 0 0,0 1 0 0 0,-1 0 0 0 0,1 0 1 0 0,0 0-1 0 0,0 0 0 0 0,0 0 0 0 0,-1 1 1 0 0,1-1-1 0 0,0 1 0 0 0,0-1 0 0 0,0 1 1 0 0,0 0-1 0 0,-3 1 0 0 0,-8 4 42 0 0,1 0-1 0 0,-1 2 0 0 0,1-1 0 0 0,1 1 1 0 0,-1 1-1 0 0,-10 10 0 0 0,-57 65 323 0 0,58-59-245 0 0,1 1 0 0 0,-17 28 0 0 0,31-43-87 0 0,0-1 0 0 0,1 1 0 0 0,0-1 0 0 0,1 1 0 0 0,0 1 0 0 0,1-1 0 0 0,0 1 0 0 0,-2 21 0 0 0,5-30-17 0 0,0 0 0 0 0,0-1 1 0 0,0 1-1 0 0,0 0 0 0 0,0 0 0 0 0,1-1 0 0 0,-1 1 0 0 0,1 0 0 0 0,0-1 0 0 0,0 1 0 0 0,0 0 0 0 0,0-1 0 0 0,0 1 0 0 0,1-1 0 0 0,-1 0 0 0 0,1 1 0 0 0,0-1 0 0 0,3 4 0 0 0,-1-3 3 0 0,-1-1-1 0 0,1 1 0 0 0,0-1 1 0 0,0 0-1 0 0,0 0 0 0 0,0 0 0 0 0,0 0 1 0 0,1-1-1 0 0,-1 0 0 0 0,8 2 1 0 0,6-1 13 0 0,0-1 0 0 0,0-1 0 0 0,0 0 1 0 0,29-5-1 0 0,-4-1 97 0 0,0-2 1 0 0,69-22-1 0 0,-87 21-769 0 0,-1 0-1 0 0,-1-2 0 0 0,0 0 1 0 0,0-2-1 0 0,37-28 0 0 0,-43 25-1920 0 0,-8 4-2313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318 195 288 0 0,'6'-4'668'0'0,"-1"1"1"0"0,1-1-1 0 0,-1 0 0 0 0,1 0 0 0 0,-1 0 1 0 0,0-1-1 0 0,-1 0 0 0 0,1 0 1 0 0,-1 0-1 0 0,0-1 0 0 0,0 1 1 0 0,4-10-1 0 0,-5 11-474 0 0,-1-1 1 0 0,0 0-1 0 0,-1 1 1 0 0,1-1 0 0 0,-1 0-1 0 0,0 0 1 0 0,0 0-1 0 0,-1 1 1 0 0,1-1-1 0 0,-1 0 1 0 0,0 0-1 0 0,0 0 1 0 0,-1 0 0 0 0,1 0-1 0 0,-1 0 1 0 0,0 0-1 0 0,-3-6 1 0 0,4 9-186 0 0,-1 1-1 0 0,1-1 1 0 0,-1 0 0 0 0,0 1 0 0 0,1-1 0 0 0,-1 0-1 0 0,0 1 1 0 0,0-1 0 0 0,0 1 0 0 0,0 0-1 0 0,0-1 1 0 0,0 1 0 0 0,0 0 0 0 0,-1-1 0 0 0,1 1-1 0 0,0 0 1 0 0,-1 0 0 0 0,1 0 0 0 0,-1 0 0 0 0,1 1-1 0 0,-1-1 1 0 0,0 0 0 0 0,1 0 0 0 0,-1 1-1 0 0,0-1 1 0 0,1 1 0 0 0,-1 0 0 0 0,0-1 0 0 0,1 1-1 0 0,-1 0 1 0 0,0 0 0 0 0,0 0 0 0 0,1 0 0 0 0,-1 1-1 0 0,0-1 1 0 0,0 0 0 0 0,1 1 0 0 0,-1-1-1 0 0,0 1 1 0 0,1-1 0 0 0,-1 1 0 0 0,-1 1 0 0 0,-7 4-23 0 0,1 0 0 0 0,-1 0 1 0 0,1 1-1 0 0,1 0 1 0 0,-10 11-1 0 0,14-14 26 0 0,-37 38-61 0 0,2 2 1 0 0,2 2 0 0 0,2 1-1 0 0,-31 55 1 0 0,59-89 55 0 0,0 0 0 0 0,1 0 1 0 0,0 1-1 0 0,1-1 0 0 0,-7 30 0 0 0,11-39 0 0 0,1 0 0 0 0,-1 0-1 0 0,1 0 1 0 0,0 0-1 0 0,0 0 1 0 0,0-1-1 0 0,1 1 1 0 0,0 0-1 0 0,-1 0 1 0 0,1 0-1 0 0,3 6 1 0 0,-2-7-3 0 0,-1-1 1 0 0,1 1-1 0 0,-1-1 1 0 0,1 0-1 0 0,0 1 0 0 0,0-1 1 0 0,0 0-1 0 0,0 0 1 0 0,1 0-1 0 0,-1-1 1 0 0,0 1-1 0 0,1-1 0 0 0,-1 1 1 0 0,1-1-1 0 0,0 0 1 0 0,-1 0-1 0 0,1 0 0 0 0,3 1 1 0 0,1-1 0 0 0,-1 1 0 0 0,1-1 0 0 0,0-1 0 0 0,-1 1 0 0 0,1-1 0 0 0,0 0 0 0 0,0-1 0 0 0,-1 0 0 0 0,1 0 0 0 0,0 0 0 0 0,-1-1 0 0 0,1 1 0 0 0,-1-2 0 0 0,0 1 0 0 0,0-1 0 0 0,0 0 0 0 0,0 0 0 0 0,0-1 0 0 0,0 1 0 0 0,8-9 1 0 0,-3 2 6 0 0,0 0 0 0 0,-1-1 1 0 0,0 0-1 0 0,-1-1 1 0 0,0 0-1 0 0,-1 0 0 0 0,0-1 1 0 0,7-17-1 0 0,53-133 1250 0 0,-68 163-1263 0 0,0 0 0 0 0,0-1 0 0 0,0 1 0 0 0,0 0 0 0 0,0-1 0 0 0,0 1 1 0 0,1 0-1 0 0,-1-1 0 0 0,0 1 0 0 0,0 0 0 0 0,1-1 0 0 0,-1 1 0 0 0,0 0 1 0 0,0 0-1 0 0,1-1 0 0 0,-1 1 0 0 0,0 0 0 0 0,1 0 0 0 0,-1 0 0 0 0,0-1 1 0 0,1 1-1 0 0,-1 0 0 0 0,0 0 0 0 0,1 0 0 0 0,-1 0 0 0 0,0 0 0 0 0,1 0 0 0 0,-1 0 1 0 0,0-1-1 0 0,1 1 0 0 0,-1 0 0 0 0,1 1 0 0 0,-1-1 0 0 0,0 0 0 0 0,1 0 1 0 0,-1 0-1 0 0,0 0 0 0 0,1 0 0 0 0,-1 0 0 0 0,0 0 0 0 0,1 0 0 0 0,-1 1 1 0 0,0-1-1 0 0,1 0 0 0 0,-1 0 0 0 0,0 0 0 0 0,1 1 0 0 0,11 14-1 0 0,-7 4 74 0 0,-1 0 1 0 0,-2 1-1 0 0,1 0 0 0 0,-2 0 0 0 0,-1-1 0 0 0,0 1 1 0 0,-5 24-1 0 0,3-11 18 0 0,1 46 0 0 0,1-77-90 0 0,0-1 0 0 0,0 1 0 0 0,0 0 0 0 0,1 0 0 0 0,-1-1 0 0 0,0 1 0 0 0,1 0 0 0 0,-1-1 0 0 0,1 1 0 0 0,-1 0 0 0 0,1-1 0 0 0,0 1 0 0 0,0-1 0 0 0,0 1 0 0 0,0-1 0 0 0,0 1 0 0 0,0-1 1 0 0,0 0-1 0 0,0 1 0 0 0,1-1 0 0 0,-1 0 0 0 0,0 0 0 0 0,3 1 0 0 0,-2-1-67 0 0,1 0 0 0 0,0-1 0 0 0,-1 1 0 0 0,1-1 0 0 0,-1 0 1 0 0,1 0-1 0 0,0 0 0 0 0,-1 0 0 0 0,1 0 0 0 0,-1-1 0 0 0,1 1 0 0 0,-1-1 1 0 0,1 0-1 0 0,-1 0 0 0 0,5-1 0 0 0,42-20-3736 0 0,90-52-1 0 0,-86 43-59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70 328 1576 0 0,'-7'-5'586'0'0,"0"-1"0"0"0,1 0 0 0 0,0-1 1 0 0,0 0-1 0 0,1 1 0 0 0,-1-2 0 0 0,2 1 0 0 0,-1-1 0 0 0,1 1 0 0 0,-4-10 0 0 0,7 13-467 0 0,0 1 0 0 0,0-1 0 0 0,0 1 0 0 0,0-1 0 0 0,1 0 0 0 0,-1 1 0 0 0,1-1 0 0 0,0 0 0 0 0,0 0 0 0 0,1 1 0 0 0,-1-1 0 0 0,1 0 0 0 0,0 1 0 0 0,0-1 0 0 0,0 1 0 0 0,0-1 0 0 0,0 1 0 0 0,1-1 0 0 0,0 1 0 0 0,-1 0 0 0 0,1 0 0 0 0,1 0 0 0 0,-1 0 0 0 0,0 0 0 0 0,1 0 0 0 0,3-3 0 0 0,-2 2-56 0 0,-1 1 0 0 0,1 0-1 0 0,0 1 1 0 0,0-1 0 0 0,0 1 0 0 0,0-1-1 0 0,0 1 1 0 0,1 0 0 0 0,-1 1-1 0 0,1-1 1 0 0,-1 1 0 0 0,1 0 0 0 0,-1 0-1 0 0,1 0 1 0 0,0 1 0 0 0,7-1-1 0 0,-5 2-12 0 0,-1 0 0 0 0,1 0 0 0 0,-1 0-1 0 0,1 1 1 0 0,-1 0 0 0 0,0 0 0 0 0,0 1-1 0 0,0 0 1 0 0,0 0 0 0 0,10 7-1 0 0,-6-3 14 0 0,-2 0-1 0 0,1 0 0 0 0,-1 1 0 0 0,0 0 0 0 0,-1 1 0 0 0,0-1 0 0 0,0 1 0 0 0,-1 1 1 0 0,0-1-1 0 0,0 1 0 0 0,-1 0 0 0 0,-1 1 0 0 0,7 18 0 0 0,-9-18 27 0 0,0-1 0 0 0,-1 1-1 0 0,0 0 1 0 0,-1 0 0 0 0,0 0 0 0 0,-1 0-1 0 0,0 0 1 0 0,0 0 0 0 0,-1 0-1 0 0,-1 0 1 0 0,0-1 0 0 0,0 1 0 0 0,-1-1-1 0 0,0 0 1 0 0,-1 0 0 0 0,0 0-1 0 0,-7 9 1 0 0,11-19-79 0 0,1 1-1 0 0,0-1 1 0 0,0 1 0 0 0,-1-1-1 0 0,1 1 1 0 0,-1-1 0 0 0,1 1-1 0 0,0-1 1 0 0,-1 0 0 0 0,1 1-1 0 0,-1-1 1 0 0,1 1 0 0 0,-1-1-1 0 0,1 0 1 0 0,-1 0 0 0 0,1 1-1 0 0,-1-1 1 0 0,1 0 0 0 0,-1 0-1 0 0,1 1 1 0 0,-1-1-1 0 0,0 0 1 0 0,1 0 0 0 0,-1 0-1 0 0,1 0 1 0 0,-1 0 0 0 0,1 0-1 0 0,-1 0 1 0 0,0 0 0 0 0,1 0-1 0 0,-1 0 1 0 0,1-1 0 0 0,-1 1-1 0 0,1 0 1 0 0,-1 0 0 0 0,0 0-1 0 0,0-1 1 0 0,0 0-4 0 0,0 0-1 0 0,0 0 1 0 0,1 1-1 0 0,-1-1 1 0 0,0 0 0 0 0,0 0-1 0 0,1 0 1 0 0,-1 0-1 0 0,1 0 1 0 0,-1-1 0 0 0,1 1-1 0 0,-1 0 1 0 0,1 0 0 0 0,0 0-1 0 0,-1-2 1 0 0,1-8 2 0 0,-1-1 0 0 0,2 1 0 0 0,0 0 0 0 0,0 0 0 0 0,1 0 0 0 0,5-17 0 0 0,2-1-11 0 0,15-32 0 0 0,-15 41-13 0 0,1 1-1 0 0,1 0 0 0 0,0 0 0 0 0,1 1 0 0 0,17-18 0 0 0,-22 28 6 0 0,0 0-1 0 0,1 1 1 0 0,0 0-1 0 0,0 0 1 0 0,1 1-1 0 0,-1 0 1 0 0,1 0-1 0 0,1 1 1 0 0,-1 0-1 0 0,1 1 1 0 0,0 0-1 0 0,17-4 1 0 0,-23 7 9 0 0,1 0 1 0 0,-1 0-1 0 0,0 1 1 0 0,1 0-1 0 0,-1 0 1 0 0,1 0-1 0 0,-1 0 1 0 0,1 1-1 0 0,-1 0 1 0 0,0 0-1 0 0,1 0 1 0 0,-1 0-1 0 0,0 1 1 0 0,0-1-1 0 0,0 1 1 0 0,0 0 0 0 0,0 0-1 0 0,0 1 1 0 0,-1-1-1 0 0,1 1 1 0 0,-1 0-1 0 0,1 0 1 0 0,-1 0-1 0 0,0 0 1 0 0,0 1-1 0 0,-1-1 1 0 0,1 1-1 0 0,-1-1 1 0 0,1 1-1 0 0,1 4 1 0 0,1 5 13 0 0,0-1 0 0 0,0 1 1 0 0,-1-1-1 0 0,-1 1 1 0 0,0 0-1 0 0,0 1 0 0 0,-2-1 1 0 0,1 24-1 0 0,-4-2 3 0 0,-2 0 0 0 0,-13 58-1 0 0,9-57-508 0 0,8-35 444 0 0,0-1-1 0 0,0 1 1 0 0,0-1 0 0 0,0 1-1 0 0,-1-1 1 0 0,1 0 0 0 0,0 1-1 0 0,0-1 1 0 0,0 1 0 0 0,0-1-1 0 0,0 1 1 0 0,0-1 0 0 0,0 1-1 0 0,0-1 1 0 0,0 0 0 0 0,0 1-1 0 0,1-1 1 0 0,-1 1 0 0 0,0-1-1 0 0,0 1 1 0 0,0-1 0 0 0,0 0-1 0 0,1 1 1 0 0,-1-1 0 0 0,0 1-1 0 0,0-1 1 0 0,1 0 0 0 0,-1 1-1 0 0,0-1 1 0 0,1 0 0 0 0,-1 1-1 0 0,0-1 1 0 0,1 0 0 0 0,-1 0-1 0 0,1 1 1 0 0,-1-1 0 0 0,2 0-69 0 0,-1 0 1 0 0,1 0 0 0 0,-1 0 0 0 0,1 0-1 0 0,-1 0 1 0 0,1 0 0 0 0,-1-1 0 0 0,0 1-1 0 0,1-1 1 0 0,-1 1 0 0 0,2-2 0 0 0,33-18-1553 0 0,-2-9 692 0 0,-2-1 0 0 0,44-51 0 0 0,47-78 3982 0 0,-106 137-2021 0 0,26-36 2442 0 0,-41 56-2849 0 0,-5 5-484 0 0,1-1-1 0 0,1 1 1 0 0,-1 0-1 0 0,0 0 0 0 0,1 0 1 0 0,-1 0-1 0 0,1 0 1 0 0,-2 7-1 0 0,0-3 30 0 0,-9 22 313 0 0,-17 56-1 0 0,26-72-389 0 0,0-1 0 0 0,1 1-1 0 0,1 0 1 0 0,0 0-1 0 0,0-1 1 0 0,1 1-1 0 0,3 18 1 0 0,-2-27-32 0 0,0 0 0 0 0,0 0 0 0 0,0 0 0 0 0,0 0 0 0 0,1 0 0 0 0,0 0 0 0 0,-1-1 0 0 0,1 1 0 0 0,1-1 0 0 0,-1 1 0 0 0,0-1 0 0 0,1 0 0 0 0,0 0 0 0 0,0 0 0 0 0,3 3 0 0 0,-1-2 1 0 0,1-1 0 0 0,-1 0 0 0 0,1 0 0 0 0,-1 0 0 0 0,1 0 0 0 0,0-1 0 0 0,0 0 0 0 0,0 0 0 0 0,7 0 0 0 0,2 0 3 0 0,1 0 0 0 0,-1-1 0 0 0,1-1 0 0 0,0-1 0 0 0,-1 0 0 0 0,1-1 0 0 0,16-4 1 0 0,-17 2 3 0 0,-1 0 0 0 0,1-1 0 0 0,-1 0 0 0 0,0-1 0 0 0,-1-1 0 0 0,1 0 0 0 0,-1-1 0 0 0,-1 0 0 0 0,1-1 0 0 0,11-11 0 0 0,-16 12 12 0 0,-1 0 0 0 0,1-1 0 0 0,-2 1 0 0 0,1-1 0 0 0,-1-1-1 0 0,0 1 1 0 0,-1-1 0 0 0,0 0 0 0 0,-1 0 0 0 0,0-1-1 0 0,-1 1 1 0 0,0-1 0 0 0,0 0 0 0 0,1-16 0 0 0,-3 18 11 0 0,-1 0 0 0 0,1 0 0 0 0,-2 0 0 0 0,1-1 0 0 0,-1 1 1 0 0,-1 0-1 0 0,0 1 0 0 0,0-1 0 0 0,0 0 0 0 0,-1 0 0 0 0,-1 1 1 0 0,-7-15-1 0 0,8 18-37 0 0,0 1 0 0 0,-1-1 1 0 0,0 0-1 0 0,1 1 0 0 0,-2 0 1 0 0,1 0-1 0 0,0 0 0 0 0,-1 0 1 0 0,0 1-1 0 0,0 0 0 0 0,0 0 1 0 0,0 0-1 0 0,0 0 0 0 0,-1 1 1 0 0,1 0-1 0 0,-1 0 0 0 0,0 1 1 0 0,1-1-1 0 0,-1 1 0 0 0,-10 0 1 0 0,4 0-10 0 0,-1 2 1 0 0,0 0 0 0 0,1 0-1 0 0,-1 1 1 0 0,1 1-1 0 0,0 0 1 0 0,0 1 0 0 0,0 0-1 0 0,0 1 1 0 0,-16 9-1 0 0,12-5-6 0 0,0 0 0 0 0,1 2 0 0 0,0 0 0 0 0,0 0-1 0 0,2 2 1 0 0,-19 19 0 0 0,28-27 8 0 0,0 0 0 0 0,0 1 0 0 0,0-1 0 0 0,1 1 0 0 0,0-1 0 0 0,0 1 0 0 0,1 0 0 0 0,-1 0 1 0 0,1 0-1 0 0,1 1 0 0 0,-2 7 0 0 0,3-12 3 0 0,-1 0-1 0 0,1 0 1 0 0,0 0 0 0 0,1 0 0 0 0,-1 0 0 0 0,0 0-1 0 0,0 0 1 0 0,1 0 0 0 0,0 0 0 0 0,-1 0 0 0 0,1 0-1 0 0,0 0 1 0 0,0 0 0 0 0,0 0 0 0 0,2 2 0 0 0,-1-2-1 0 0,0 0 0 0 0,0 0 0 0 0,0-1 0 0 0,0 1 0 0 0,0-1 0 0 0,0 1 0 0 0,0-1 1 0 0,1 0-1 0 0,-1 0 0 0 0,0 0 0 0 0,1 0 0 0 0,-1-1 0 0 0,1 1 0 0 0,0-1 0 0 0,3 1 0 0 0,11 0-17 0 0,0 0 0 0 0,0-1 0 0 0,0-1 0 0 0,0-1-1 0 0,-1-1 1 0 0,1 0 0 0 0,-1-1 0 0 0,1 0-1 0 0,17-9 1 0 0,21-10-120 0 0,63-38-1 0 0,-87 45 134 0 0,170-95-233 0 0,-198 109 230 0 0,0 1 0 0 0,0-1-1 0 0,-1 1 1 0 0,1 0 0 0 0,0-1-1 0 0,0 2 1 0 0,0-1 0 0 0,0 0-1 0 0,0 0 1 0 0,0 1 0 0 0,1 0-1 0 0,-1 0 1 0 0,0 0 0 0 0,0 0-1 0 0,0 0 1 0 0,0 0 0 0 0,0 1-1 0 0,0 0 1 0 0,0-1 0 0 0,0 1-1 0 0,0 0 1 0 0,0 1 0 0 0,0-1-1 0 0,0 0 1 0 0,0 1 0 0 0,-1 0-1 0 0,1-1 1 0 0,4 5 0 0 0,-3 0 4 0 0,1-1 0 0 0,-1 2 0 0 0,0-1 0 0 0,0 0 0 0 0,-1 1 0 0 0,1 0 0 0 0,-2-1 0 0 0,1 1 1 0 0,-1 0-1 0 0,0 1 0 0 0,1 6 0 0 0,0 10 54 0 0,-1 0-1 0 0,-1 0 1 0 0,-2 0-1 0 0,0 0 1 0 0,-1-1-1 0 0,-10 43 1 0 0,6-32 410 0 0,4-27 198 0 0,2-16-523 0 0,4-19-146 0 0,8-6 29 0 0,1 1-1 0 0,33-60 0 0 0,-37 78-36 0 0,1 0-1 0 0,0 1 0 0 0,1 1 0 0 0,0-1 1 0 0,1 2-1 0 0,0 0 0 0 0,1 0 1 0 0,16-10-1 0 0,-26 19 8 0 0,0 1 1 0 0,1 0-1 0 0,-1 1 1 0 0,1-1-1 0 0,-1 0 1 0 0,1 1-1 0 0,-1 0 1 0 0,1 0 0 0 0,0 0-1 0 0,0 0 1 0 0,-1 0-1 0 0,1 1 1 0 0,0 0-1 0 0,0 0 1 0 0,0 0-1 0 0,-1 0 1 0 0,8 2-1 0 0,-8-1 10 0 0,0 0-1 0 0,0 1 0 0 0,0-1 1 0 0,0 1-1 0 0,0 0 1 0 0,0 0-1 0 0,0 0 1 0 0,-1 0-1 0 0,1 0 0 0 0,-1 0 1 0 0,1 1-1 0 0,-1 0 1 0 0,0-1-1 0 0,0 1 0 0 0,0 0 1 0 0,-1 0-1 0 0,1 0 1 0 0,-1 0-1 0 0,1 0 0 0 0,0 5 1 0 0,3 10-39 0 0,-1 0 1 0 0,-1-1 0 0 0,0 1-1 0 0,-2 1 1 0 0,-1 31 0 0 0,0-23-2645 0 0,5 41 1 0 0,5-40-3261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3272 0 0,'0'-15'7812'0'0,"3"-5"-1050"0"0,-3 17-6360 0 0,0 1-1 0 0,0 0 0 0 0,1 0 0 0 0,-1-1 0 0 0,1 1 0 0 0,-1 0 0 0 0,1 0 0 0 0,0-1 0 0 0,0 1 1 0 0,1-3-1 0 0,1 3-373 0 0,-1 1 1 0 0,0-1-1 0 0,0 1 1 0 0,1 0-1 0 0,-1 0 1 0 0,0 0-1 0 0,1 0 1 0 0,-1 0-1 0 0,1 1 1 0 0,0-1-1 0 0,-1 1 1 0 0,1 0-1 0 0,2 0 1 0 0,4-2-95 0 0,126-16-5720 0 0,-44 14-3331 0 0,-63 4 3832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352 142 1588 0 0,'-23'-10'5249'0'0,"-43"-13"0"0"0,45 17-2715 0 0,1-1-1 0 0,-38-18 1 0 0,57 24-2521 0 0,1 1-1 0 0,0 0 1 0 0,-1 0-1 0 0,1-1 1 0 0,0 1-1 0 0,-1-1 1 0 0,1 1-1 0 0,0 0 1 0 0,0-1 0 0 0,-1 1-1 0 0,1-1 1 0 0,0 1-1 0 0,0-1 1 0 0,0 1-1 0 0,-1 0 1 0 0,1-1-1 0 0,0 1 1 0 0,0-1-1 0 0,0 1 1 0 0,0-1-1 0 0,0 1 1 0 0,0-1-1 0 0,0 1 1 0 0,0-1 0 0 0,0 1-1 0 0,0-1 1 0 0,0 1-1 0 0,1-1 1 0 0,-1 1-1 0 0,0-1 1 0 0,0 1-1 0 0,0 0 1 0 0,1-1-1 0 0,-1 1 1 0 0,0-1-1 0 0,0 1 1 0 0,1 0 0 0 0,-1-1-1 0 0,0 1 1 0 0,1 0-1 0 0,-1-1 1 0 0,0 1-1 0 0,2-1 1 0 0,14-13 151 0 0,-6 8-157 0 0,1 1 1 0 0,0 0-1 0 0,0 1 1 0 0,0 0 0 0 0,1 0-1 0 0,-1 1 1 0 0,1 1 0 0 0,0 0-1 0 0,0 0 1 0 0,-1 1 0 0 0,1 1-1 0 0,0 0 1 0 0,17 3 0 0 0,-23-3-7 0 0,0 1 1 0 0,0 1 0 0 0,-1-1-1 0 0,1 1 1 0 0,-1-1 0 0 0,1 2 0 0 0,-1-1-1 0 0,0 1 1 0 0,0-1 0 0 0,0 1 0 0 0,0 1-1 0 0,0-1 1 0 0,0 1 0 0 0,-1 0-1 0 0,0 0 1 0 0,0 0 0 0 0,0 0 0 0 0,0 1-1 0 0,-1 0 1 0 0,0 0 0 0 0,0 0-1 0 0,0 0 1 0 0,0 0 0 0 0,-1 0 0 0 0,0 1-1 0 0,0-1 1 0 0,0 1 0 0 0,-1 0-1 0 0,1 6 1 0 0,-1 2 7 0 0,-1 0-1 0 0,0-1 1 0 0,-1 1 0 0 0,0 0-1 0 0,-1 0 1 0 0,0-1-1 0 0,-2 1 1 0 0,1-1 0 0 0,-2 0-1 0 0,0 0 1 0 0,0-1-1 0 0,-11 19 1 0 0,-3 1 105 0 0,-1-2 0 0 0,-1 0 0 0 0,-39 41 0 0 0,13-25 734 0 0,-101 77 0 0 0,121-102-418 0 0,20-15-347 0 0,-5 4 200 0 0,14-6-171 0 0,9-2-74 0 0,1-1-51 0 0,0 2 0 0 0,-1-1 1 0 0,1 2-1 0 0,-1-1 0 0 0,0 2 1 0 0,0-1-1 0 0,0 1 0 0 0,-1 1 1 0 0,1 0-1 0 0,-1 1 0 0 0,-1 0 1 0 0,1 0-1 0 0,15 17 0 0 0,-14-13 22 0 0,-1 0-1 0 0,0 1 0 0 0,-1 1 1 0 0,0-1-1 0 0,-1 1 1 0 0,0 1-1 0 0,-1 0 0 0 0,-1 0 1 0 0,0 0-1 0 0,6 24 1 0 0,-10-33 20 0 0,-2 0 1 0 0,1 1 0 0 0,0-1 0 0 0,-1 0 0 0 0,0 0 0 0 0,0 0 0 0 0,-1 0 0 0 0,1 1 0 0 0,-1-1 0 0 0,0 0 0 0 0,-1 0 0 0 0,1 0 0 0 0,-1 0 0 0 0,0-1 0 0 0,0 1 0 0 0,0 0 0 0 0,-1-1 0 0 0,0 1 0 0 0,-5 6 0 0 0,3-6 67 0 0,1-1 0 0 0,-1 0 0 0 0,0 0-1 0 0,0 0 1 0 0,0 0 0 0 0,0-1 0 0 0,-1 0 0 0 0,1 0 0 0 0,-1 0-1 0 0,0-1 1 0 0,0 1 0 0 0,0-1 0 0 0,0-1 0 0 0,0 0 0 0 0,-12 2-1 0 0,6-2 55 0 0,0-1 0 0 0,0-1 0 0 0,-1 1 0 0 0,1-2 0 0 0,0 0 0 0 0,0 0 0 0 0,0-1 0 0 0,0-1 0 0 0,1 0 0 0 0,0 0 0 0 0,-17-9-1 0 0,23 10-129 0 0,1 0 0 0 0,-1 0-1 0 0,1 0 1 0 0,0 0-1 0 0,0 0 1 0 0,0-1-1 0 0,0 0 1 0 0,0 0-1 0 0,1 0 1 0 0,0 0-1 0 0,0-1 1 0 0,0 1 0 0 0,0-1-1 0 0,1 1 1 0 0,0-1-1 0 0,0 0 1 0 0,0 0-1 0 0,0 0 1 0 0,1 0-1 0 0,0-1 1 0 0,0 1-1 0 0,0 0 1 0 0,1-1 0 0 0,0 1-1 0 0,0 0 1 0 0,0 0-1 0 0,1-1 1 0 0,1-8-1 0 0,3-2-10 0 0,0 0 0 0 0,1 0 0 0 0,0 1 0 0 0,1 0 0 0 0,1 0 0 0 0,1 1 0 0 0,0-1 0 0 0,13-15 0 0 0,8-5-406 0 0,59-54 1 0 0,-18 28-2521 0 0,117-78 0 0 0,-2 22-9435 0 0,-145 92 5398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9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160 185 1884 0 0,'-13'-3'11021'0'0,"13"2"-10858"0"0,-1 1-1 0 0,0 0 0 0 0,1 0 1 0 0,-1 0-1 0 0,0 0 0 0 0,1 0 1 0 0,-1 0-1 0 0,0 0 0 0 0,1 0 1 0 0,-1 0-1 0 0,0 0 0 0 0,1 1 1 0 0,-1-1-1 0 0,0 0 0 0 0,1 0 1 0 0,-1 1-1 0 0,1-1 0 0 0,-1 0 1 0 0,0 1-1 0 0,1-1 1 0 0,-1 0-1 0 0,1 1 0 0 0,-1 0 1 0 0,0 0 323 0 0,28 13 941 0 0,-18-12-1334 0 0,1 0 0 0 0,0-1 0 0 0,0-1 0 0 0,0 1 0 0 0,0-2-1 0 0,-1 1 1 0 0,1-1 0 0 0,0-1 0 0 0,0 0 0 0 0,-1 0 0 0 0,16-6 0 0 0,-21 6-84 0 0,0 0 0 0 0,-1 0-1 0 0,1 0 1 0 0,0-1 0 0 0,-1 1 0 0 0,1-1 0 0 0,-1 0 0 0 0,0 0-1 0 0,0 0 1 0 0,0 0 0 0 0,0-1 0 0 0,0 1 0 0 0,-1-1-1 0 0,0 0 1 0 0,0 1 0 0 0,0-1 0 0 0,0 0 0 0 0,0 0 0 0 0,-1-1-1 0 0,1 1 1 0 0,-1 0 0 0 0,-1 0 0 0 0,1-1 0 0 0,0 1 0 0 0,-1 0-1 0 0,0-1 1 0 0,0 1 0 0 0,-1-6 0 0 0,1 8-16 0 0,0 0-1 0 0,0 0 1 0 0,0 0 0 0 0,0 0-1 0 0,-1 0 1 0 0,1 0 0 0 0,-1 0-1 0 0,1 0 1 0 0,-1 0 0 0 0,0 0-1 0 0,0 0 1 0 0,1 0 0 0 0,-1 1-1 0 0,-1-1 1 0 0,1 0 0 0 0,0 1 0 0 0,0-1-1 0 0,-1 1 1 0 0,1-1 0 0 0,0 1-1 0 0,-1 0 1 0 0,0-1 0 0 0,1 1-1 0 0,-1 0 1 0 0,0 0 0 0 0,1 0-1 0 0,-1 0 1 0 0,0 1 0 0 0,0-1-1 0 0,0 0 1 0 0,0 1 0 0 0,0-1-1 0 0,0 1 1 0 0,-3-1 0 0 0,-5 3-5 0 0,0 0 1 0 0,0 1 0 0 0,0-1-1 0 0,0 2 1 0 0,1 0-1 0 0,-1 0 1 0 0,1 0 0 0 0,0 1-1 0 0,0 1 1 0 0,1-1-1 0 0,-1 2 1 0 0,-12 11-1 0 0,1 1 31 0 0,0 2 0 0 0,2 0-1 0 0,-27 38 1 0 0,33-41 9 0 0,1 1 0 0 0,0 1 1 0 0,-9 23-1 0 0,17-35-13 0 0,0-1 0 0 0,1 1 1 0 0,-1-1-1 0 0,2 1 0 0 0,-1 0 1 0 0,1 0-1 0 0,1 0 0 0 0,-1 0 1 0 0,1 0-1 0 0,0-1 0 0 0,1 1 1 0 0,2 11-1 0 0,-2-15-5 0 0,0-1 0 0 0,1 1 1 0 0,-1-1-1 0 0,1 0 0 0 0,-1 1 1 0 0,1-1-1 0 0,0 0 0 0 0,1 0 1 0 0,-1 0-1 0 0,0 0 0 0 0,1-1 0 0 0,-1 1 1 0 0,1-1-1 0 0,0 1 0 0 0,0-1 1 0 0,3 2-1 0 0,0-1 3 0 0,0 0-1 0 0,0-1 1 0 0,1 1-1 0 0,-1-1 1 0 0,0-1 0 0 0,1 1-1 0 0,-1-1 1 0 0,10 1 0 0 0,3-2 8 0 0,0 0 1 0 0,0-1 0 0 0,0-2 0 0 0,0 1-1 0 0,23-8 1 0 0,-19 3-7 0 0,0-1-1 0 0,-1-1 0 0 0,0-1 0 0 0,-1-1 1 0 0,0-1-1 0 0,-1-1 0 0 0,0-1 1 0 0,-1-1-1 0 0,-1 0 0 0 0,0-1 1 0 0,-1-1-1 0 0,-1-1 0 0 0,0 0 0 0 0,-1-1 1 0 0,-2-1-1 0 0,0 0 0 0 0,-1-1 1 0 0,0 0-1 0 0,13-38 0 0 0,-23 53-18 0 0,0-1 0 0 0,-1 1 0 0 0,1-1 0 0 0,-1 1-1 0 0,-1-1 1 0 0,1-11 0 0 0,-1 15-5 0 0,-1 0 0 0 0,1 0 0 0 0,0 0 0 0 0,-1 1 1 0 0,0-1-1 0 0,0 0 0 0 0,0 0 0 0 0,0 1 0 0 0,0-1 0 0 0,0 1 0 0 0,-1-1 0 0 0,1 1 0 0 0,-1-1 0 0 0,0 1 0 0 0,0 0 0 0 0,-4-4 1 0 0,5 5 3 0 0,0 0 1 0 0,-1 1 0 0 0,1-1 0 0 0,-1 0 0 0 0,1 1 0 0 0,-1-1-1 0 0,1 1 1 0 0,-1-1 0 0 0,1 1 0 0 0,-1 0 0 0 0,0 0 0 0 0,1-1-1 0 0,-1 1 1 0 0,0 0 0 0 0,1 0 0 0 0,-1 1 0 0 0,1-1 0 0 0,-1 0-1 0 0,0 1 1 0 0,1-1 0 0 0,-1 1 0 0 0,1-1 0 0 0,-1 1 0 0 0,1-1-1 0 0,-1 1 1 0 0,1 0 0 0 0,0 0 0 0 0,-1 0 0 0 0,1 0 0 0 0,0 0-1 0 0,0 0 1 0 0,-1 0 0 0 0,1 1 0 0 0,0-1 0 0 0,0 0 0 0 0,0 0-1 0 0,1 1 1 0 0,-1-1 0 0 0,0 1 0 0 0,0-1 0 0 0,1 1 0 0 0,-1-1-1 0 0,0 4 1 0 0,1-3 7 0 0,0 0 0 0 0,0-1 0 0 0,1 1-1 0 0,-1 0 1 0 0,1 0 0 0 0,-1-1 0 0 0,1 1-1 0 0,-1 0 1 0 0,1-1 0 0 0,0 1 0 0 0,0-1 0 0 0,0 1-1 0 0,0-1 1 0 0,0 1 0 0 0,0-1 0 0 0,0 1 0 0 0,0-1-1 0 0,0 0 1 0 0,1 0 0 0 0,-1 0 0 0 0,1 0-1 0 0,-1 0 1 0 0,1 0 0 0 0,-1 0 0 0 0,1 0 0 0 0,2 1-1 0 0,4 1-2 0 0,1 1-1 0 0,-1-1 1 0 0,16 3 0 0 0,1-1-23 0 0,-1-2 0 0 0,1 0 0 0 0,0-2 0 0 0,0-1 0 0 0,0-1 0 0 0,-1 0 1 0 0,30-7-1 0 0,-38 4-58 0 0,1 0 0 0 0,-1 0 0 0 0,0-2 0 0 0,0 0 0 0 0,-1-1 0 0 0,0 0 0 0 0,0-1 0 0 0,-1-1 0 0 0,0 0 0 0 0,0-1 0 0 0,16-16 0 0 0,-18 10-93 0 0,-12 16 171 0 0,0-1 0 0 0,0 1-1 0 0,0 0 1 0 0,0 0 0 0 0,0 0-1 0 0,-1 0 1 0 0,1-1 0 0 0,0 1 0 0 0,0 0-1 0 0,0 0 1 0 0,0 0 0 0 0,0 0-1 0 0,0 0 1 0 0,-1-1 0 0 0,1 1 0 0 0,0 0-1 0 0,0 0 1 0 0,0 0 0 0 0,0 0-1 0 0,-1 0 1 0 0,1 0 0 0 0,0 0-1 0 0,0 0 1 0 0,0 0 0 0 0,0 0 0 0 0,-1 0-1 0 0,1 0 1 0 0,0 0 0 0 0,0 0-1 0 0,0 0 1 0 0,-1 0 0 0 0,1 0 0 0 0,0 0-1 0 0,0 0 1 0 0,0 0 0 0 0,-1 0-1 0 0,1 0 1 0 0,0 0 0 0 0,0 0 0 0 0,0 0-1 0 0,0 0 1 0 0,-1 0 0 0 0,1 0-1 0 0,0 1 1 0 0,-4 0 12 0 0,1 0 0 0 0,-1 1 0 0 0,0 0 1 0 0,1 0-1 0 0,0 0 0 0 0,-1 0 0 0 0,-3 3 0 0 0,-18 20 231 0 0,0 1-1 0 0,2 1 1 0 0,-22 33-1 0 0,33-43-185 0 0,1 2-1 0 0,0 0 1 0 0,2 0 0 0 0,0 1-1 0 0,1 0 1 0 0,-7 30 0 0 0,13-46-61 0 0,2 0 0 0 0,-1 0 0 0 0,0 0 0 0 0,1 0 0 0 0,0 0 0 0 0,0 0 0 0 0,0 0 0 0 0,0 0 0 0 0,1 0 1 0 0,-1 0-1 0 0,1 0 0 0 0,0-1 0 0 0,1 1 0 0 0,-1 0 0 0 0,0 0 0 0 0,3 4 0 0 0,-2-6-146 0 0,0 1-1 0 0,1-1 1 0 0,-1 0-1 0 0,0 1 1 0 0,1-1-1 0 0,-1 0 0 0 0,1-1 1 0 0,0 1-1 0 0,-1 0 1 0 0,1-1-1 0 0,0 1 1 0 0,0-1-1 0 0,0 0 1 0 0,0 0-1 0 0,1 0 1 0 0,-1 0-1 0 0,0-1 1 0 0,0 1-1 0 0,0-1 0 0 0,5 0 1 0 0,7 0-991 0 0,1-1 0 0 0,-1 0-1 0 0,1-1 1 0 0,-1-1 0 0 0,0 0 0 0 0,0-1 0 0 0,0-1-1 0 0,16-7 1 0 0,3-3-3225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31 238 1848 0 0,'54'-70'14929'0'0,"-63"78"-13889"0"0,7-7-949 0 0,0 0 0 0 0,1 0 0 0 0,-1 1 0 0 0,1-1 0 0 0,0 1 0 0 0,-1-1 0 0 0,1 1-1 0 0,0 0 1 0 0,-2 3 0 0 0,-7 17 320 0 0,0 1-1 0 0,1 0 0 0 0,2 1 0 0 0,0 0 0 0 0,1 0 0 0 0,2 0 0 0 0,-2 30 0 0 0,5-50-362 0 0,1 0-1 0 0,0 1 0 0 0,0-1 1 0 0,1 0-1 0 0,-1 1 0 0 0,1-1 1 0 0,0 0-1 0 0,0 0 1 0 0,1 1-1 0 0,-1-1 0 0 0,1 0 1 0 0,0 0-1 0 0,0 0 0 0 0,4 6 1 0 0,-3-7-1 0 0,-1-1 1 0 0,1 1 0 0 0,0-1 0 0 0,-1 0-1 0 0,1 0 1 0 0,0 0 0 0 0,0 0-1 0 0,0-1 1 0 0,1 1 0 0 0,-1-1 0 0 0,0 0-1 0 0,0 0 1 0 0,1 0 0 0 0,-1 0-1 0 0,1-1 1 0 0,-1 1 0 0 0,1-1-1 0 0,6 0 1 0 0,3-1 2 0 0,1 0-1 0 0,-1-1 1 0 0,0-1-1 0 0,0 0 0 0 0,0-1 1 0 0,0 0-1 0 0,-1-1 1 0 0,1-1-1 0 0,-1 0 1 0 0,0 0-1 0 0,-1-1 1 0 0,0-1-1 0 0,0 0 1 0 0,12-11-1 0 0,-10 7-15 0 0,0 0 0 0 0,-1-1 0 0 0,0-1 0 0 0,-1 0 0 0 0,0-1 1 0 0,-1 0-1 0 0,-1 0 0 0 0,-1-1 0 0 0,0 0 0 0 0,6-20 0 0 0,-11 29-40 0 0,-1 0 0 0 0,0 0 0 0 0,-1-1 0 0 0,0 1 0 0 0,0 0 0 0 0,0-1 0 0 0,-1 1 0 0 0,0-1 0 0 0,-1 1 0 0 0,1-1 0 0 0,-1 1 0 0 0,-1-1 0 0 0,0 1 0 0 0,0 0 0 0 0,0 0 0 0 0,-1 0 0 0 0,0 0 0 0 0,0 0 0 0 0,-1 0 0 0 0,1 1 0 0 0,-2 0 0 0 0,1 0-1 0 0,-1 0 1 0 0,1 0 0 0 0,-2 1 0 0 0,1-1 0 0 0,-1 1 0 0 0,0 1 0 0 0,0-1 0 0 0,0 1 0 0 0,0 0 0 0 0,-1 0 0 0 0,1 1 0 0 0,-10-3 0 0 0,3 0-431 0 0,0 2 0 0 0,0 0 0 0 0,-1 0-1 0 0,1 2 1 0 0,-1-1 0 0 0,-15 1 0 0 0,18 2-659 0 0,0 0 1 0 0,0 0-1 0 0,-12 3 0 0 0,15-1-797 0 0,0 0-1 0 0,0 0 1 0 0,1 1 0 0 0,-12 5-1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49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47 1148 0 0,'-15'-26'9127'0'0,"7"14"-6566"0"0,-5 3-825 0 0,8 9-1688 0 0,0 1 0 0 0,0 0-1 0 0,-1 0 1 0 0,1 0 0 0 0,0 0 0 0 0,0 1-1 0 0,0-1 1 0 0,0 1 0 0 0,0 1 0 0 0,1-1-1 0 0,-1 1 1 0 0,1-1 0 0 0,-1 2 0 0 0,1-1-1 0 0,-7 7 1 0 0,3-3-38 0 0,0 0-1 0 0,1 1 1 0 0,0 0-1 0 0,1 0 1 0 0,0 0 0 0 0,0 1-1 0 0,-6 14 1 0 0,10-20-4 0 0,1 1 0 0 0,-1 0 0 0 0,1-1 0 0 0,1 1 0 0 0,-1 0 0 0 0,0 0 0 0 0,1 0 0 0 0,0 0 0 0 0,0-1 1 0 0,0 1-1 0 0,0 0 0 0 0,1 0 0 0 0,1 7 0 0 0,0-5 0 0 0,0 0 0 0 0,1 1 0 0 0,0-2 0 0 0,0 1 1 0 0,0 0-1 0 0,1 0 0 0 0,6 7 0 0 0,5 3 10 0 0,1 0-1 0 0,0-1 1 0 0,34 23-1 0 0,159 107 906 0 0,-208-144-872 0 0,0-1 0 0 0,0 0 0 0 0,0 1-1 0 0,-1 0 1 0 0,1-1 0 0 0,0 1 0 0 0,0-1 0 0 0,-1 1 0 0 0,1 0-1 0 0,-1 0 1 0 0,1-1 0 0 0,-1 1 0 0 0,1 0 0 0 0,-1 0 0 0 0,1 0-1 0 0,-1-1 1 0 0,1 1 0 0 0,-1 0 0 0 0,0 0 0 0 0,0 0 0 0 0,1 0-1 0 0,-1 0 1 0 0,0 0 0 0 0,0 0 0 0 0,0 0 0 0 0,0 0-1 0 0,0-1 1 0 0,0 1 0 0 0,0 0 0 0 0,-1 0 0 0 0,1 0 0 0 0,0 0-1 0 0,0 0 1 0 0,-1 0 0 0 0,1 0 0 0 0,-1-1 0 0 0,1 1 0 0 0,-1 0-1 0 0,1 0 1 0 0,-1 0 0 0 0,1-1 0 0 0,-1 1 0 0 0,1 0-1 0 0,-1-1 1 0 0,0 1 0 0 0,0 0 0 0 0,1-1 0 0 0,-1 1 0 0 0,0-1-1 0 0,0 1 1 0 0,0-1 0 0 0,0 1 0 0 0,-5 2 60 0 0,1 0 0 0 0,0 0 0 0 0,-1-1 0 0 0,0 0 0 0 0,1 0 0 0 0,-10 2 0 0 0,-5-2-84 0 0,-1 0-1 0 0,0-2 1 0 0,0 0 0 0 0,0-1-1 0 0,-20-4 1 0 0,40 4-103 0 0,0 1-1 0 0,1 0 1 0 0,-1 0-1 0 0,1 0 1 0 0,-1 0 0 0 0,0-1-1 0 0,1 1 1 0 0,-1 0-1 0 0,1-1 1 0 0,-1 1 0 0 0,1 0-1 0 0,-1-1 1 0 0,1 1-1 0 0,-1-1 1 0 0,1 1-1 0 0,0-1 1 0 0,-1 1 0 0 0,1-1-1 0 0,-1 1 1 0 0,1-1-1 0 0,0 1 1 0 0,0-1 0 0 0,-1 1-1 0 0,1-1 1 0 0,0 1-1 0 0,0-1 1 0 0,0 0-1 0 0,-1 1 1 0 0,1-1 0 0 0,0 0-1 0 0,0 1 1 0 0,0-1-1 0 0,0 1 1 0 0,0-2 0 0 0,0 0-157 0 0,1 0 0 0 0,-1 1 1 0 0,0-1-1 0 0,1 0 0 0 0,-1 0 1 0 0,1 1-1 0 0,-1-1 0 0 0,1 0 1 0 0,2-2-1 0 0,3-4-1424 0 0,0 0 0 0 0,1 1 0 0 0,15-12 0 0 0,-18 16 959 0 0,22-19-4498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111 445 2484 0 0,'36'-25'10026'0'0,"-38"26"-9412"0"0,-8 6-133 0 0,0 1 0 0 0,1 0 0 0 0,0 0 1 0 0,1 0-1 0 0,0 1 0 0 0,-12 18 0 0 0,4-5 89 0 0,-23 49-1 0 0,37-65-542 0 0,-1-1 1 0 0,1 1-1 0 0,0 0 0 0 0,0 0 0 0 0,1 0 1 0 0,0-1-1 0 0,0 1 0 0 0,0 0 1 0 0,1 0-1 0 0,0 1 0 0 0,0-1 0 0 0,0 0 1 0 0,1 0-1 0 0,0 0 0 0 0,1 5 1 0 0,0-6-16 0 0,0-1 0 0 0,-1 0 0 0 0,1 0 0 0 0,1-1 0 0 0,-1 1 0 0 0,0 0 0 0 0,1-1 1 0 0,0 1-1 0 0,0-1 0 0 0,0 0 0 0 0,0 0 0 0 0,0 0 0 0 0,1 0 0 0 0,-1-1 0 0 0,1 1 1 0 0,0-1-1 0 0,0 0 0 0 0,0 0 0 0 0,0 0 0 0 0,0-1 0 0 0,5 2 0 0 0,3 0 7 0 0,0 0 0 0 0,0-1 0 0 0,0 0-1 0 0,0-1 1 0 0,0 0 0 0 0,1-1 0 0 0,-1-1-1 0 0,0 0 1 0 0,0 0 0 0 0,1-1 0 0 0,-1-1-1 0 0,-1 0 1 0 0,1-1 0 0 0,0 0 0 0 0,-1-1-1 0 0,0 0 1 0 0,0 0 0 0 0,0-1 0 0 0,-1-1-1 0 0,0 0 1 0 0,0 0 0 0 0,0-1 0 0 0,-1-1-1 0 0,0 1 1 0 0,-1-1 0 0 0,0-1 0 0 0,-1 1-1 0 0,0-1 1 0 0,0-1 0 0 0,9-19 0 0 0,-9 14-13 0 0,-1-1 0 0 0,0 1 0 0 0,-1-1 1 0 0,-1 0-1 0 0,4-35 0 0 0,-7 44-13 0 0,-1 0 0 0 0,0 0-1 0 0,0 0 1 0 0,0-1 0 0 0,-1 1 0 0 0,0 0 0 0 0,-1 0-1 0 0,0 0 1 0 0,0 0 0 0 0,-1 1 0 0 0,0-1 0 0 0,0 1-1 0 0,-1-1 1 0 0,-8-12 0 0 0,9 17-3 0 0,0 0 0 0 0,0 0 0 0 0,0 0 1 0 0,-1 1-1 0 0,1 0 0 0 0,-1-1 0 0 0,1 1 0 0 0,-1 0 0 0 0,0 1 0 0 0,0-1 0 0 0,0 1 1 0 0,0 0-1 0 0,0 0 0 0 0,0 0 0 0 0,0 0 0 0 0,-1 1 0 0 0,1-1 0 0 0,0 1 0 0 0,0 0 1 0 0,-1 1-1 0 0,1-1 0 0 0,0 1 0 0 0,0-1 0 0 0,0 1 0 0 0,0 1 0 0 0,-4 1 0 0 0,1-1 3 0 0,0 0-1 0 0,1 1 0 0 0,0-1 1 0 0,0 2-1 0 0,0-1 0 0 0,0 1 1 0 0,0 0-1 0 0,1 0 0 0 0,-1 0 1 0 0,1 1-1 0 0,0 0 0 0 0,1 0 1 0 0,-1 0-1 0 0,1 0 0 0 0,-5 9 1 0 0,8-12 9 0 0,0 1 1 0 0,-1-1 0 0 0,1 1 0 0 0,0 0 0 0 0,1 0-1 0 0,-1 0 1 0 0,0-1 0 0 0,1 1 0 0 0,-1 0 0 0 0,1 0-1 0 0,0 0 1 0 0,0 0 0 0 0,0 0 0 0 0,1 0-1 0 0,-1 0 1 0 0,1 0 0 0 0,-1-1 0 0 0,2 5 0 0 0,0-4-1 0 0,0 1 1 0 0,0-1 0 0 0,1 1 0 0 0,-1-1 0 0 0,0 0-1 0 0,1 0 1 0 0,0 0 0 0 0,0 0 0 0 0,0 0 0 0 0,0-1-1 0 0,6 4 1 0 0,2 1-69 0 0,1-1 1 0 0,0 0-1 0 0,1-1 0 0 0,-1-1 1 0 0,1 0-1 0 0,23 4 0 0 0,-7-4-142 0 0,1-1 0 0 0,0-2 0 0 0,0-1 0 0 0,0-1 0 0 0,0-2 0 0 0,-1-1 0 0 0,41-10 0 0 0,-30 2 29 0 0,0-1 0 0 0,0-1 0 0 0,-1-3 0 0 0,60-34 0 0 0,-35 9 592 0 0,-2-3 0 0 0,-2-2-1 0 0,-2-3 1 0 0,-2-2-1 0 0,62-75 1 0 0,-83 92 334 0 0,-33 34-589 0 0,-2 3-92 0 0,0 0 0 0 0,0 0-1 0 0,0 0 1 0 0,-1 0-1 0 0,1 0 1 0 0,0 0-1 0 0,-1 0 1 0 0,1 0 0 0 0,-1 0-1 0 0,-2 3 1 0 0,-54 115 1273 0 0,-25 59-649 0 0,73-154-641 0 0,1 0 0 0 0,1 0-1 0 0,1 1 1 0 0,1 0 0 0 0,-2 34-1 0 0,6-55-37 0 0,1 1 0 0 0,0-1 0 0 0,1 1 0 0 0,-1-1 0 0 0,1 1 1 0 0,0-1-1 0 0,1 1 0 0 0,-1-1 0 0 0,1 0 0 0 0,0 0 0 0 0,0 0 0 0 0,0 0 0 0 0,1 0 0 0 0,5 7 0 0 0,-5-9-19 0 0,-1 0 0 0 0,1-1 0 0 0,0 1 1 0 0,0-1-1 0 0,0 0 0 0 0,0 0 0 0 0,0 0 0 0 0,0 0 1 0 0,0-1-1 0 0,1 1 0 0 0,-1-1 0 0 0,1 0 0 0 0,-1 0 1 0 0,1 0-1 0 0,0 0 0 0 0,-1-1 0 0 0,1 0 0 0 0,-1 1 1 0 0,1-1-1 0 0,0-1 0 0 0,0 1 0 0 0,5-1 0 0 0,1-2-57 0 0,0 1-1 0 0,0-1 1 0 0,-1-1 0 0 0,1 0-1 0 0,-1 0 1 0 0,0-1-1 0 0,0 0 1 0 0,0 0-1 0 0,-1-1 1 0 0,0 0 0 0 0,13-14-1 0 0,6-7-89 0 0,40-55-1 0 0,-57 69 130 0 0,38-50 180 0 0,-47 61-175 0 0,-2 14 33 0 0,-1 0 29 0 0,0 0 1 0 0,-1-1-1 0 0,-8 24 1 0 0,5-18 10 0 0,1-1-1 0 0,-4 24 1 0 0,9-35-42 0 0,-1-1-1 0 0,1 1 1 0 0,0-1-1 0 0,0 1 1 0 0,0 0 0 0 0,1-1-1 0 0,-1 1 1 0 0,1-1-1 0 0,0 1 1 0 0,1-1 0 0 0,-1 1-1 0 0,1-1 1 0 0,3 6-1 0 0,-3-6-32 0 0,1-1-1 0 0,0 0 0 0 0,0 0 0 0 0,1 0 1 0 0,-1 0-1 0 0,0 0 0 0 0,1 0 1 0 0,0-1-1 0 0,-1 0 0 0 0,1 0 0 0 0,0 0 1 0 0,0 0-1 0 0,1 0 0 0 0,-1-1 1 0 0,0 0-1 0 0,0 0 0 0 0,1 0 1 0 0,-1 0-1 0 0,0-1 0 0 0,8 0 0 0 0,0 0-176 0 0,0 0 0 0 0,-1-1 1 0 0,1 0-1 0 0,-1-1 0 0 0,1 0 0 0 0,19-7 0 0 0,-17 3 80 0 0,0 0 0 0 0,-1-1 0 0 0,1-1 0 0 0,-2 0 0 0 0,1-1 0 0 0,-1 0 0 0 0,0-1 0 0 0,-1 0 0 0 0,13-16 0 0 0,6-11 380 0 0,41-66-1 0 0,-42 58 880 0 0,-28 44-1120 0 0,-1 0 1 0 0,1 0 0 0 0,-1 0-1 0 0,1 0 1 0 0,0 0-1 0 0,-1 1 1 0 0,1-1 0 0 0,0 0-1 0 0,0 0 1 0 0,-1 0-1 0 0,1 1 1 0 0,0-1 0 0 0,0 0-1 0 0,0 1 1 0 0,1-1-1 0 0,-1 13 101 0 0,-13 34-26 0 0,10-40-41 0 0,1-3-53 0 0,-7 25 132 0 0,-6 37 1 0 0,12-57-160 0 0,1 0 1 0 0,1 0-1 0 0,-1-1 1 0 0,1 1-1 0 0,1 0 0 0 0,0 0 1 0 0,0 0-1 0 0,0-1 1 0 0,1 1-1 0 0,3 9 1 0 0,-4-14-147 0 0,1 0 0 0 0,0 0 0 0 0,0 0 0 0 0,0-1 0 0 0,0 1 0 0 0,0-1 1 0 0,1 1-1 0 0,-1-1 0 0 0,1 0 0 0 0,-1 0 0 0 0,1 0 0 0 0,0 0 0 0 0,0-1 1 0 0,0 1-1 0 0,0-1 0 0 0,0 1 0 0 0,0-1 0 0 0,0 0 0 0 0,0 0 1 0 0,6 0-1 0 0,-2 0-719 0 0,0 0 0 0 0,0 0 1 0 0,0-1-1 0 0,0 0 0 0 0,-1-1 1 0 0,1 1-1 0 0,0-1 0 0 0,0-1 1 0 0,7-2-1 0 0,7-4-4682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81 318 1100 0 0,'76'-314'19060'0'0,"-75"311"-18461"0"0,-1 7-186 0 0,0 18 9 0 0,-3 33-98 0 0,-127 742 384 0 0,121-754-786 0 0,-4 48-2413 0 0,11-30-2499 0 0,6-42-1482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1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2 105 556 0 0,'61'-105'18548'0'0,"-70"147"-17655"0"0,-6 2-631 0 0,-17 66-772 0 0,30-97-653 0 0,0 0 0 0 0,1-1 0 0 0,0 24 0 0 0,1-32 336 0 0,1 0 1 0 0,-1 0 0 0 0,1 0-1 0 0,0-1 1 0 0,0 1-1 0 0,0 0 1 0 0,0 0 0 0 0,3 4-1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25 306 2804 0 0,'11'-7'9826'0'0,"-10"8"-9647"0"0,-1 1 0 0 0,0-1 0 0 0,1 0 0 0 0,-1 1 0 0 0,0-1 0 0 0,0 0 0 0 0,0 1 0 0 0,0-1 0 0 0,0 0 0 0 0,0 1 0 0 0,-1-1 0 0 0,1 0 0 0 0,0 0 0 0 0,-1 1 0 0 0,0 0 0 0 0,-10 28 1221 0 0,2-6-247 0 0,5-10-799 0 0,1 0-1 0 0,0 0 1 0 0,1 0 0 0 0,1 1-1 0 0,0 17 1 0 0,1-29-328 0 0,0 0 1 0 0,0 0 0 0 0,1 0-1 0 0,-1 0 1 0 0,1 0-1 0 0,0 0 1 0 0,0 0 0 0 0,0 0-1 0 0,0-1 1 0 0,0 1-1 0 0,1 0 1 0 0,-1-1-1 0 0,1 1 1 0 0,0-1 0 0 0,0 0-1 0 0,-1 1 1 0 0,2-1-1 0 0,-1 0 1 0 0,0 0-1 0 0,0 0 1 0 0,1-1 0 0 0,-1 1-1 0 0,1 0 1 0 0,-1-1-1 0 0,1 0 1 0 0,0 1-1 0 0,-1-1 1 0 0,1 0 0 0 0,0 0-1 0 0,0-1 1 0 0,0 1-1 0 0,5 0 1 0 0,-1-1-1 0 0,0 0-1 0 0,0 0 1 0 0,0-1 0 0 0,0 0-1 0 0,0 0 1 0 0,0-1 0 0 0,0 1 0 0 0,0-2-1 0 0,-1 1 1 0 0,1-1 0 0 0,-1 0-1 0 0,1 0 1 0 0,-1-1 0 0 0,0 1 0 0 0,0-1-1 0 0,-1-1 1 0 0,1 1 0 0 0,-1-1-1 0 0,0 0 1 0 0,7-10 0 0 0,-6 9-23 0 0,-1-1 0 0 0,0 0 0 0 0,0 0 0 0 0,-1-1 0 0 0,0 1 0 0 0,0-1 1 0 0,0 0-1 0 0,-1 0 0 0 0,-1 0 0 0 0,1 0 0 0 0,-1-1 0 0 0,-1 1 0 0 0,0-1 0 0 0,0 1 0 0 0,0-1 1 0 0,-2-16-1 0 0,0 18-8 0 0,-1 1 0 0 0,0 0 0 0 0,0 0 0 0 0,-1 0-1 0 0,0 0 1 0 0,0 0 0 0 0,0 0 0 0 0,0 1 0 0 0,-1 0 0 0 0,0-1 0 0 0,0 1 0 0 0,-8-6 0 0 0,-7-6-41 0 0,-40-28 0 0 0,13 11 22 0 0,43 31 20 0 0,-14-14-86 0 0,17 16 89 0 0,0 1-1 0 0,0-1 0 0 0,-1 1 0 0 0,1-1 1 0 0,0 1-1 0 0,0-1 0 0 0,0 1 1 0 0,0-1-1 0 0,0 1 0 0 0,0-1 0 0 0,0 1 1 0 0,0-1-1 0 0,0 1 0 0 0,1-1 1 0 0,-1 1-1 0 0,0-1 0 0 0,0 1 1 0 0,0 0-1 0 0,1-1 0 0 0,-1 1 0 0 0,0-1 1 0 0,0 1-1 0 0,1-1 0 0 0,-1 1 1 0 0,0 0-1 0 0,1-1 0 0 0,-1 1 0 0 0,0 0 1 0 0,1-1-1 0 0,-1 1 0 0 0,1 0 1 0 0,-1-1-1 0 0,0 1 0 0 0,1 0 0 0 0,-1 0 1 0 0,1 0-1 0 0,-1-1 0 0 0,1 1 1 0 0,-1 0-1 0 0,1 0 0 0 0,-1 0 0 0 0,1 0 1 0 0,-1 0-1 0 0,1 0 0 0 0,0 0 1 0 0,20-6-16 0 0,0 2 0 0 0,0 0 0 0 0,0 1 0 0 0,0 1 0 0 0,36 1 0 0 0,-41 2-10 0 0,0 1 1 0 0,0 0-1 0 0,0 0 0 0 0,0 2 0 0 0,0 0 0 0 0,-1 1 1 0 0,0 1-1 0 0,16 7 0 0 0,-20-6 13 0 0,0 1 1 0 0,-1-1-1 0 0,0 2 0 0 0,0-1 0 0 0,-1 1 1 0 0,0 1-1 0 0,0 0 0 0 0,-1 0 1 0 0,-1 1-1 0 0,12 19 0 0 0,-8-9 6 0 0,-1 0 0 0 0,-1 1 0 0 0,-1 0 0 0 0,-1 0 0 0 0,5 26 0 0 0,-10-35 67 0 0,0 0-1 0 0,0 0 0 0 0,-2 0 0 0 0,0 19 1 0 0,-1-25-5 0 0,0 0 0 0 0,0 0 0 0 0,0 0 0 0 0,-1 0 0 0 0,0 0 0 0 0,-1 0 0 0 0,1-1 0 0 0,-1 1 0 0 0,-6 8 0 0 0,8-13 31 0 0,0-2-84 0 0,1 0 0 0 0,0 1 0 0 0,-1-1 0 0 0,1 0 0 0 0,0 0 0 0 0,-1 0 0 0 0,1 0 0 0 0,0 0 0 0 0,-1 0 0 0 0,1 0 0 0 0,-1 0 0 0 0,1 0 0 0 0,0 0 0 0 0,-1 0 0 0 0,1 0 0 0 0,0 0 0 0 0,-1 0 0 0 0,1 0 0 0 0,0-1 0 0 0,-1 1 0 0 0,1 0 0 0 0,0 0 0 0 0,-1 0 0 0 0,1 0 0 0 0,0-1 0 0 0,-1 1 0 0 0,1 0 0 0 0,0 0 0 0 0,-1-1 0 0 0,1 1 0 0 0,0 0 0 0 0,0-1 0 0 0,0 1 1 0 0,-1 0-1 0 0,1-1 0 0 0,0 1 0 0 0,0 0 0 0 0,0-1 0 0 0,0 1 0 0 0,0 0 0 0 0,-1-1 0 0 0,1 1 0 0 0,0 0 0 0 0,0-1 0 0 0,0 1 0 0 0,0 0 0 0 0,0-1 0 0 0,0 1 0 0 0,0-1 0 0 0,0 1 0 0 0,0 0 0 0 0,1-1 0 0 0,-1 1 0 0 0,0 0 0 0 0,0-1 0 0 0,3-23 28 0 0,7-2 14 0 0,1 0 0 0 0,0 1-1 0 0,30-47 1 0 0,56-63-19 0 0,-63 93-79 0 0,1 1 0 0 0,2 2 0 0 0,2 2 0 0 0,61-46 1 0 0,-98 82 39 0 0,-1-1 1 0 0,1 1-1 0 0,0-1 1 0 0,0 1-1 0 0,0 0 1 0 0,0 0-1 0 0,0 0 1 0 0,0 0 0 0 0,0 0-1 0 0,0 1 1 0 0,0-1-1 0 0,0 1 1 0 0,0-1-1 0 0,1 1 1 0 0,-1 0-1 0 0,0-1 1 0 0,0 1 0 0 0,1 0-1 0 0,-1 1 1 0 0,0-1-1 0 0,0 0 1 0 0,0 1-1 0 0,1-1 1 0 0,2 2-1 0 0,-3 0 7 0 0,1 0-1 0 0,-1-1 1 0 0,0 1-1 0 0,0 0 1 0 0,0 1-1 0 0,0-1 1 0 0,-1 0-1 0 0,1 1 1 0 0,-1-1-1 0 0,1 0 1 0 0,-1 1-1 0 0,0 0 1 0 0,0-1-1 0 0,0 1 1 0 0,0 0-1 0 0,0-1 1 0 0,-1 1-1 0 0,1 5 1 0 0,1 7 15 0 0,-1-1 0 0 0,-1 1-1 0 0,0 0 1 0 0,-1-1 0 0 0,-5 25 0 0 0,-22 74 142 0 0,2-11-2 0 0,24-95-649 0 0,1-1 481 0 0,0 0 0 0 0,0 1 0 0 0,0-1 0 0 0,1 8 0 0 0,5 4-3057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2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2176 0 0,'3'-10'20660'0'0,"-2"-1"-21305"0"0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3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24 2460 0 0,'-4'-19'16260'0'0,"4"14"-15414"0"0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3:53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231 164 640 0 0,'-2'0'611'0'0,"-38"1"5124"0"0,-1-2-1 0 0,1-2 1 0 0,-65-12 0 0 0,103 14-5363 0 0,3-2-93 0 0,2 0-236 0 0,0 0 1 0 0,0 0-1 0 0,1 0 0 0 0,-1 0 0 0 0,1 0 1 0 0,-1 1-1 0 0,1-1 0 0 0,0 1 1 0 0,0 0-1 0 0,0 0 0 0 0,8-2 0 0 0,54-15-134 0 0,-43 14-77 0 0,94-19-4378 0 0,185-14 1 0 0,-175 26-1597 0 0,-31 2-1322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1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184 295 404 0 0,'17'-98'12681'0'0,"-16"96"-12375"0"0,-7 32-96 0 0,-148 666 117 0 0,122-574 1081 0 0,31-119-1212 0 0,-7-21 153 0 0,7-25-287 0 0,3 1 0 0 0,8-59 0 0 0,-5 61-58 0 0,7-61-10 0 0,49-184-1 0 0,-47 236-27 0 0,3-1 0 0 0,2 2 0 0 0,2 0 0 0 0,3 2 1 0 0,45-69-1 0 0,-66 109 17 0 0,1 1 0 0 0,-1 0 0 0 0,1 1 0 0 0,1-1 1 0 0,-1 1-1 0 0,1-1 0 0 0,0 2 0 0 0,0-1 0 0 0,0 0 1 0 0,0 1-1 0 0,1 0 0 0 0,9-4 0 0 0,-12 6 14 0 0,-1 1 0 0 0,1 0 0 0 0,0-1 1 0 0,-1 1-1 0 0,1 0 0 0 0,-1 1 0 0 0,1-1 0 0 0,-1 0 0 0 0,1 1 0 0 0,-1 0 1 0 0,1-1-1 0 0,-1 1 0 0 0,1 0 0 0 0,-1 0 0 0 0,0 1 0 0 0,0-1 0 0 0,1 0 0 0 0,-1 1 1 0 0,0-1-1 0 0,0 1 0 0 0,0 0 0 0 0,-1-1 0 0 0,1 1 0 0 0,0 0 0 0 0,2 4 0 0 0,3 3-4 0 0,-1 1-1 0 0,0 0 0 0 0,0 0 0 0 0,4 12 1 0 0,3 11-13 0 0,-2 1 0 0 0,-1 0 0 0 0,7 40 0 0 0,7 108-30 0 0,9 296-1256 0 0,-32-460 510 0 0,0-8-479 0 0,0-1 0 0 0,-1 1 0 0 0,0 0 0 0 0,-1-1 0 0 0,-3 18 0 0 0,-1-17-1962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59 283 2072 0 0,'-44'-9'7869'0'0,"41"9"-7268"0"0,-1-1 62 0 0,4 1-636 0 0,0 0-1 0 0,0 0 1 0 0,-1 0 0 0 0,1 0 0 0 0,0 0 0 0 0,0 0-1 0 0,-1 0 1 0 0,1 0 0 0 0,0 0 0 0 0,0 0 0 0 0,-1 0 0 0 0,1 0-1 0 0,0 0 1 0 0,0 0 0 0 0,-1 0 0 0 0,1-1 0 0 0,0 1-1 0 0,0 0 1 0 0,-1 0 0 0 0,1 0 0 0 0,0 0 0 0 0,0 0-1 0 0,0-1 1 0 0,-1 1 0 0 0,1 0 0 0 0,0 0 0 0 0,0 0-1 0 0,0-1 1 0 0,0 1 0 0 0,-1 0 0 0 0,1 0 0 0 0,0-1 0 0 0,0 1-1 0 0,0-1 1 0 0,1-1 5 0 0,0 0-1 0 0,1-1 0 0 0,-1 1 1 0 0,1 0-1 0 0,-1 0 1 0 0,1 0-1 0 0,0 0 1 0 0,0 0-1 0 0,0 0 1 0 0,0 0-1 0 0,0 1 1 0 0,0-1-1 0 0,0 1 0 0 0,4-3 1 0 0,42-19-116 0 0,-33 16-69 0 0,306-123-4247 0 0,-174 74 625 0 0,-99 36 1976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1316 0 0,'0'0'187'0'0,"4"-2"573"0"0,0 0-1 0 0,-1 0 1 0 0,1 1 0 0 0,0-1-1 0 0,0 1 1 0 0,0 0-1 0 0,7-1 1 0 0,-10 2-667 0 0,1 0 0 0 0,-1 0 0 0 0,0 1 0 0 0,0-1 0 0 0,1 0 0 0 0,-1 1 0 0 0,0-1 0 0 0,0 1 0 0 0,0 0 0 0 0,0-1 0 0 0,1 1 0 0 0,-1 0 0 0 0,0 0 0 0 0,0-1 0 0 0,-1 1 0 0 0,1 0 0 0 0,0 0 0 0 0,0 0 0 0 0,0 0 0 0 0,-1 0 0 0 0,1 0 0 0 0,0 1 0 0 0,-1-1 0 0 0,1 0 0 0 0,-1 0 0 0 0,1 0 0 0 0,-1 1 0 0 0,0-1 0 0 0,1 2 0 0 0,7 30 622 0 0,-1 0 1 0 0,-2 1-1 0 0,3 66 1 0 0,-7-70-557 0 0,2 220 493 0 0,-4-147 481 0 0,1-101-888 0 0,-1-9-221 0 0,1 0 0 0 0,0 0 0 0 0,0 0 0 0 0,1 0 1 0 0,0 0-1 0 0,0 0 0 0 0,0 1 0 0 0,1-1 0 0 0,3-7 0 0 0,0-8-6 0 0,2-3-29 0 0,0 0-1 0 0,14-30 1 0 0,-16 43-20 0 0,1 0-1 0 0,1 0 1 0 0,-1 1-1 0 0,2 0 0 0 0,0 0 1 0 0,12-13-1 0 0,-18 22 21 0 0,0 0-1 0 0,0 0 1 0 0,0 0-1 0 0,0 1 0 0 0,0-1 1 0 0,1 0-1 0 0,-1 1 0 0 0,1 0 1 0 0,-1-1-1 0 0,1 1 0 0 0,0 0 1 0 0,-1 0-1 0 0,1 1 1 0 0,0-1-1 0 0,0 0 0 0 0,0 1 1 0 0,-1 0-1 0 0,6 0 0 0 0,-4 0 8 0 0,-1 1 0 0 0,1 0-1 0 0,-1 0 1 0 0,1 0-1 0 0,-1 0 1 0 0,0 1-1 0 0,1 0 1 0 0,-1-1 0 0 0,0 1-1 0 0,0 0 1 0 0,-1 1-1 0 0,1-1 1 0 0,3 3 0 0 0,2 4 5 0 0,0 0 1 0 0,0 1 0 0 0,-1 0 0 0 0,0 1-1 0 0,-1-1 1 0 0,0 1 0 0 0,6 18 0 0 0,20 69 44 0 0,8 19 56 0 0,-39-115-100 0 0,-1 0 0 0 0,1-1 0 0 0,0 1 0 0 0,0-1 1 0 0,0 1-1 0 0,0-1 0 0 0,0 1 0 0 0,0-1 0 0 0,0 0 1 0 0,0 1-1 0 0,1-1 0 0 0,-1 0 0 0 0,1 0 0 0 0,-1 0 1 0 0,0 0-1 0 0,1 0 0 0 0,0 0 0 0 0,-1-1 0 0 0,4 2 0 0 0,-2-2-21 0 0,-1 1 0 0 0,1-1 0 0 0,0 0-1 0 0,0 1 1 0 0,0-2 0 0 0,0 1 0 0 0,0 0-1 0 0,0 0 1 0 0,0-1 0 0 0,5-1 0 0 0,4-3-96 0 0,0 0 0 0 0,-1 0 0 0 0,1-1 0 0 0,11-9 0 0 0,-22 14 106 0 0,36-24-57 0 0,-1-2-1 0 0,-2-2 1 0 0,0-1 0 0 0,-3-2 0 0 0,0 0 0 0 0,-2-3 0 0 0,-2 0-1 0 0,32-53 1 0 0,-51 69 111 0 0,-9 19-46 0 0,1 0-1 0 0,0 0 0 0 0,0 0 0 0 0,0-1 0 0 0,-1 1 1 0 0,1 0-1 0 0,0 0 0 0 0,0 0 0 0 0,0 0 0 0 0,-1 0 1 0 0,1 0-1 0 0,0 0 0 0 0,0 0 0 0 0,-1 0 0 0 0,1 0 0 0 0,0 0 1 0 0,0 0-1 0 0,0 0 0 0 0,-1 0 0 0 0,1 0 0 0 0,0 0 1 0 0,0 0-1 0 0,-1 0 0 0 0,1 0 0 0 0,0 0 0 0 0,0 1 0 0 0,0-1 1 0 0,-1 0-1 0 0,1 0 0 0 0,0 0 0 0 0,0 0 0 0 0,0 0 1 0 0,0 1-1 0 0,-1-1 0 0 0,1 0 0 0 0,0 0 0 0 0,0 0 0 0 0,0 0 1 0 0,0 1-1 0 0,-4 2-14 0 0,1 0 1 0 0,-1 0 0 0 0,1 0-1 0 0,0 1 1 0 0,0-1-1 0 0,-4 9 1 0 0,3-5 10 0 0,0 1 0 0 0,0 0 1 0 0,1 0-1 0 0,0 0 0 0 0,1 0 1 0 0,0 1-1 0 0,0-1 0 0 0,1 1 0 0 0,0 0 1 0 0,0-1-1 0 0,1 1 0 0 0,0 0 0 0 0,0-1 1 0 0,1 1-1 0 0,0 0 0 0 0,1-1 1 0 0,0 1-1 0 0,1-1 0 0 0,-1 0 0 0 0,1 0 1 0 0,8 14-1 0 0,21 29-59 0 0,-22-37 216 0 0,-1 0 0 0 0,0 1 0 0 0,8 20 0 0 0,-15-30-61 0 0,-1-1 0 0 0,1 1 0 0 0,-1 0 0 0 0,0 0 0 0 0,0 1-1 0 0,-1-1 1 0 0,1 0 0 0 0,-1 0 0 0 0,0 0 0 0 0,0 0 0 0 0,-1 1 0 0 0,0-1 0 0 0,0 0 0 0 0,0 0 0 0 0,-2 5 0 0 0,-2 2 5 0 0,-1-1 0 0 0,0 0 1 0 0,0 0-1 0 0,-1 0 0 0 0,-1-1 1 0 0,0 0-1 0 0,0-1 0 0 0,-1 1 0 0 0,0-2 1 0 0,0 1-1 0 0,-1-1 0 0 0,0-1 1 0 0,-1 0-1 0 0,0 0 0 0 0,-16 7 0 0 0,11-7-119 0 0,0 0 0 0 0,0-1 0 0 0,-1-1 0 0 0,0 0 0 0 0,1-2 0 0 0,-2 0 0 0 0,1 0 0 0 0,0-2 0 0 0,0 0 0 0 0,-32-3 0 0 0,47 2-147 0 0,0 0 0 0 0,-1-1 0 0 0,1 1 0 0 0,-1-1 0 0 0,1 1-1 0 0,0-1 1 0 0,0 0 0 0 0,-1 0 0 0 0,1 0 0 0 0,0 0 0 0 0,0-1 0 0 0,0 1 0 0 0,0 0-1 0 0,0-1 1 0 0,0 1 0 0 0,-2-4 0 0 0,3 3-205 0 0,0 0 0 0 0,0 1 0 0 0,0-1 0 0 0,0 0 1 0 0,1 0-1 0 0,-1 0 0 0 0,1 0 0 0 0,-1 0 0 0 0,1 0 0 0 0,0 0 0 0 0,0 0 0 0 0,0 0 0 0 0,0 0 1 0 0,0 1-1 0 0,0-1 0 0 0,0 0 0 0 0,1 0 0 0 0,-1 0 0 0 0,1 0 0 0 0,0-3 0 0 0,4-9-3460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3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676 109 992 0 0,'1'-2'1554'0'0,"19"-42"5599"0"0,-19 42-6409 0 0,10-41 6249 0 0,-11 25-5202 0 0,-4 21-1798 0 0,2-2-4 0 0,3 11-248 0 0,10 83 192 0 0,-1 120 0 0 0,-8-119 89 0 0,2 192 218 0 0,-3-271-67 0 0,-1-4 108 0 0,0-12-278 0 0,0-1-1 0 0,-1 0 1 0 0,1 0-1 0 0,0 0 1 0 0,0 1-1 0 0,0-1 1 0 0,-1 0-1 0 0,1 0 1 0 0,0 0-1 0 0,0 0 1 0 0,-1 1-1 0 0,1-1 1 0 0,0 0-1 0 0,-1 0 1 0 0,1 0-1 0 0,0 0 1 0 0,0 0-1 0 0,-1 0 1 0 0,1 0-1 0 0,0 0 1 0 0,-1 0-1 0 0,1 0 1 0 0,0 0-1 0 0,0 0 1 0 0,-1 0-1 0 0,1 0 1 0 0,0 0-1 0 0,-1 0 1 0 0,1 0-1 0 0,0 0 1 0 0,0 0-1 0 0,-1-1 1 0 0,1 1-1 0 0,-3-5 0 0 0,0 1 0 0 0,1-1 0 0 0,0 0 0 0 0,0 0-1 0 0,1 0 1 0 0,-1 0 0 0 0,0-8 0 0 0,0 6 0 0 0,-8-45-53 0 0,9 42 49 0 0,0 0 0 0 0,-1 1 0 0 0,-1-1 1 0 0,-4-11-1 0 0,2 5 8 0 0,4 13-22 0 0,1 1 1 0 0,-1 0 0 0 0,0 0 0 0 0,0 0-1 0 0,0-1 1 0 0,0 1 0 0 0,0 0 0 0 0,-1 0-1 0 0,1 0 1 0 0,-2-1 0 0 0,1 2-22 0 0,-15 4-51 0 0,8 1 74 0 0,0 0 1 0 0,1 0-1 0 0,0 1 1 0 0,0 0-1 0 0,0 1 0 0 0,0 0 1 0 0,1 0-1 0 0,0 0 1 0 0,-6 8-1 0 0,-7 6 0 0 0,-178 166 9 0 0,-103 89-33 0 0,273-253-125 0 0,18-14-1134 0 0,51-39-8844 0 0,-19 15 5052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1892 0 0,'40'-15'14729'0'0,"-38"14"-14552"0"0,12-5 253 0 0,-7 4-456 0 0,183-60-388 0 0,-125 43-2687 0 0,0 2-3356 0 0,-46 13 1631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4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10 748 0 0,'-134'100'17110'0'0,"153"-101"-17198"0"0,0-2-1 0 0,-1 0 0 0 0,1-1 1 0 0,20-7-1 0 0,6-2-852 0 0,193-47-8644 0 0,-185 45 5100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0T11:24:2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90 2996 0 0,'0'-5'1149'0'0,"0"1"0"0"0,0-1-1 0 0,0 1 1 0 0,0-1-1 0 0,-1 1 1 0 0,0 0 0 0 0,1-1-1 0 0,-4-7 1 0 0,-8-14 1684 0 0,11 25-2759 0 0,0-1 0 0 0,-1 1 0 0 0,1 0 0 0 0,0 0 0 0 0,0 0 0 0 0,-1 0 0 0 0,1 0 0 0 0,-1 1 0 0 0,1-1 0 0 0,-1 0 0 0 0,1 0 0 0 0,-1 1 0 0 0,1-1 0 0 0,-1 1 0 0 0,1 0 0 0 0,-1-1-1 0 0,-2 1 1 0 0,-24-1 300 0 0,15 2-333 0 0,1 1 1 0 0,-1 0 0 0 0,1 1-1 0 0,0 0 1 0 0,0 1 0 0 0,0 1 0 0 0,0 0-1 0 0,1 0 1 0 0,0 1 0 0 0,-18 13-1 0 0,15-9-50 0 0,2 0-1 0 0,-1 0 0 0 0,2 2 0 0 0,-1-1 0 0 0,2 1 0 0 0,-1 1 1 0 0,-14 25-1 0 0,22-34 9 0 0,1 0 0 0 0,0 0 0 0 0,0 0 0 0 0,1 0 1 0 0,-1 1-1 0 0,1-1 0 0 0,0 0 0 0 0,0 1 0 0 0,0-1 1 0 0,1 1-1 0 0,-1-1 0 0 0,1 1 0 0 0,0-1 0 0 0,1 1 1 0 0,-1-1-1 0 0,1 1 0 0 0,0-1 0 0 0,0 1 0 0 0,2 6 1 0 0,1-4-1 0 0,0 0 0 0 0,0 0 1 0 0,0 0-1 0 0,1-1 1 0 0,0 1-1 0 0,0-1 0 0 0,1-1 1 0 0,0 1-1 0 0,0-1 1 0 0,7 6-1 0 0,60 40-35 0 0,30 23 9 0 0,-93-65 33 0 0,1 1 1 0 0,-1 0-1 0 0,-1 0 0 0 0,0 1 0 0 0,0 0 0 0 0,11 21 1 0 0,-17-27 82 0 0,-1 0 1 0 0,0 0-1 0 0,0 0 1 0 0,-1 0-1 0 0,1 0 1 0 0,-1 0-1 0 0,0 1 1 0 0,0-1-1 0 0,-1 0 1 0 0,0 1-1 0 0,0-1 1 0 0,0 0-1 0 0,0 1 1 0 0,-3 6 0 0 0,1-4 30 0 0,0 0 0 0 0,-1 0 0 0 0,0 0 0 0 0,-1-1 0 0 0,1 0 1 0 0,-2 1-1 0 0,1-1 0 0 0,-9 10 0 0 0,1-3 104 0 0,-1 0 0 0 0,-1-1-1 0 0,-1-1 1 0 0,1 0 0 0 0,-2-1 0 0 0,0 0-1 0 0,-23 10 1 0 0,27-14-77 0 0,-1-2 1 0 0,0 1-1 0 0,0-2 0 0 0,0 0 0 0 0,0 0 1 0 0,-1-2-1 0 0,0 1 0 0 0,-14-1 0 0 0,23-1-129 0 0,1-1 0 0 0,-1-1-1 0 0,1 1 1 0 0,-1-1-1 0 0,1 1 1 0 0,0-1-1 0 0,-1 0 1 0 0,1-1-1 0 0,0 1 1 0 0,0-1-1 0 0,-1 0 1 0 0,1 0 0 0 0,0 0-1 0 0,1 0 1 0 0,-1-1-1 0 0,0 0 1 0 0,1 0-1 0 0,0 0 1 0 0,-1 0-1 0 0,1 0 1 0 0,0-1-1 0 0,1 1 1 0 0,-1-1-1 0 0,1 0 1 0 0,-1 1 0 0 0,1-1-1 0 0,0-1 1 0 0,-2-5-1 0 0,1 0-13 0 0,1-1 0 0 0,0 0-1 0 0,0 0 1 0 0,1 0 0 0 0,0 0 0 0 0,1 0-1 0 0,0-1 1 0 0,1 1 0 0 0,0 0 0 0 0,1 0-1 0 0,0 0 1 0 0,1 1 0 0 0,0-1 0 0 0,1 0-1 0 0,5-9 1 0 0,7-15 7 0 0,2 0 0 0 0,43-61-1 0 0,-18 39 39 0 0,57-57-1 0 0,24-31 30 0 0,-112 130-67 0 0,-9 12 24 0 0,0-1 0 0 0,0 1-1 0 0,0-1 1 0 0,-1 1 0 0 0,1-1 0 0 0,-1 0 0 0 0,3-7-1 0 0,-5 10-33 0 0,0 0 0 0 0,0 0 0 0 0,0 1 0 0 0,0-1 0 0 0,0 0 0 0 0,0 0 0 0 0,0 0 0 0 0,0 1 0 0 0,0-1 0 0 0,-1 0 0 0 0,1 0 0 0 0,0 0 0 0 0,0 1 0 0 0,-1-1 0 0 0,1 0 0 0 0,-1 0 0 0 0,1 1 0 0 0,-1-1 0 0 0,1 0 0 0 0,-1 1 0 0 0,1-1 0 0 0,-1 1 0 0 0,1-1 0 0 0,-1 1 0 0 0,0-1 0 0 0,0 0 0 0 0,-20-9-21 0 0,4 7-47 0 0,0 1 0 0 0,0 1-1 0 0,-1 0 1 0 0,1 1 0 0 0,0 1 0 0 0,-24 4 0 0 0,-102 26-2796 0 0,-10 20-4178 0 0,88-27 1459 0 0,16-8-879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83D70-E58F-4E37-84F5-2B438E94731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0F57-7708-4B18-A99A-857E10F62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5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0F57-7708-4B18-A99A-857E10F625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8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0F57-7708-4B18-A99A-857E10F625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789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A0F57-7708-4B18-A99A-857E10F6251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8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7F45-7C7C-B04B-DD74-9223A4EC6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610BD-BF43-9AFE-DBFF-148949CB5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7EA3D-990A-87EC-8D72-FDE172BC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CBD8E-0DF8-BAF2-9AC7-92086B60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DB324-43A0-173E-5409-ECBECD6E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7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871B-787D-4215-46B3-0D5DAE42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6192-7DE9-3252-3982-ABFC5F5DC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40EC2-C298-27FE-CB65-9E2CC5B9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561D-8ADE-5525-FE35-AB8A5BB6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AF20-7BD1-6FE5-6ECD-9EACFD2E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19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32E6-F748-878E-BE23-F254D33E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94441-7C2D-5F28-29B0-E432F03A7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8C8C-1A87-CC3E-46C8-33C2251E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19300-133E-7D4D-7E22-544B4E03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E2D58-E7C7-7BA7-6E6D-4FC6E318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65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9D26-10EF-E1D6-8702-FBD42A80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04EA3-47F1-90B6-3C74-254B7798F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ABEE1-07F3-25DB-2A82-88EE3EAF0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9B46B-E2DD-E017-6C23-7ADE6326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1205D-0FA1-3906-AC21-7E4ACE45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B5013-657F-E3A5-DA01-0407F4E6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4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14A8-89C7-D565-46B9-F8764DC5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333C-10F0-39B7-3840-0D7CD1DB3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BE781-D6FB-3F2F-7FF5-F6850E7F8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B14DD-E04A-6D71-1744-0E4B630F0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F32F5-09B0-CEC8-7AD5-CF118B2BE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6EF81-667E-9B86-51C8-AF0226355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0C134-FCF9-4424-3882-CA6B3159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D509A-1D98-3DE7-4611-C598DE11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3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C40D-7044-8BB5-5DED-45C08CC3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36908-21C5-4B50-DC38-A0BD0C9F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29635-AEA7-408E-C546-876FCA3E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483FA-2009-8E8D-F762-3FD4D79A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22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1E581-0D95-F997-B6DA-AAB8A6C0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3DC65-B0C4-0470-36D6-5D13AF59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109A-3103-4D8A-3238-629F8D1C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21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3509-A112-7614-55AE-FBF6536C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5B66-5CED-7B37-6F7C-444CD80A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4A5C0-D86A-C75B-DF95-94353BA73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8B17B-53D6-0EBE-A876-96EEA2DD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AFEB1-C8AC-C3B6-72EC-7531A40B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AF982-CF49-B68E-A917-D805D6A5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877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47C5-5966-CC67-354E-8356A026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9C4FE-9C2F-0C68-23E3-A0AE6BC12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05055-F79D-BFE0-4BC9-36509F0BA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3604A-C92A-23B2-342F-FFADE88C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CEDF0-9394-B3C6-D82A-C871844B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1E5BF-ED03-22D8-ECFF-06C244C5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17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2B4B-1898-6831-F036-2686F176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5B095-F286-5212-0FB3-FD0CED07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53B3D-B0D1-7536-E008-A954E985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CB7A7-154B-B4EA-6CC5-61055260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DF7EF-8AC6-CF6A-3AC4-0780CF74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87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AC44C-3A41-881D-AC4C-8E19ADF90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D4876-40DE-F5BD-EDFD-DD611DA2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C90BC-D077-833D-3D54-D2E2828D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D94E4-C946-9FB5-B6A1-369489B4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DA4F-85B6-4D54-F26F-4AF9547F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48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27E98-E47B-04E7-AC8E-1C8418AA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2E16C-4FBE-2B52-C1AD-6D12CCF09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E97A8-0CED-5AF5-3FD6-491CB1501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B2975-E447-418E-8540-5DECF1B43A9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B658E-1579-0870-2848-E3A2D8118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DD96-D5F7-0FE4-F2E3-B4C3B7722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34E1A-B077-4F92-9A89-429DCDB0F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58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7.png"/><Relationship Id="rId299" Type="http://schemas.openxmlformats.org/officeDocument/2006/relationships/image" Target="../media/image368.png"/><Relationship Id="rId21" Type="http://schemas.openxmlformats.org/officeDocument/2006/relationships/image" Target="../media/image229.png"/><Relationship Id="rId63" Type="http://schemas.openxmlformats.org/officeDocument/2006/relationships/image" Target="../media/image250.png"/><Relationship Id="rId159" Type="http://schemas.openxmlformats.org/officeDocument/2006/relationships/image" Target="../media/image298.png"/><Relationship Id="rId366" Type="http://schemas.openxmlformats.org/officeDocument/2006/relationships/customXml" Target="../ink/ink222.xml"/><Relationship Id="rId170" Type="http://schemas.openxmlformats.org/officeDocument/2006/relationships/customXml" Target="../ink/ink137.xml"/><Relationship Id="rId226" Type="http://schemas.openxmlformats.org/officeDocument/2006/relationships/customXml" Target="../ink/ink165.xml"/><Relationship Id="rId268" Type="http://schemas.openxmlformats.org/officeDocument/2006/relationships/customXml" Target="../ink/ink186.xml"/><Relationship Id="rId32" Type="http://schemas.openxmlformats.org/officeDocument/2006/relationships/customXml" Target="../ink/ink68.xml"/><Relationship Id="rId74" Type="http://schemas.openxmlformats.org/officeDocument/2006/relationships/customXml" Target="../ink/ink89.xml"/><Relationship Id="rId128" Type="http://schemas.openxmlformats.org/officeDocument/2006/relationships/customXml" Target="../ink/ink116.xml"/><Relationship Id="rId377" Type="http://schemas.openxmlformats.org/officeDocument/2006/relationships/image" Target="../media/image407.png"/><Relationship Id="rId5" Type="http://schemas.openxmlformats.org/officeDocument/2006/relationships/image" Target="../media/image221.png"/><Relationship Id="rId181" Type="http://schemas.openxmlformats.org/officeDocument/2006/relationships/image" Target="../media/image309.png"/><Relationship Id="rId237" Type="http://schemas.openxmlformats.org/officeDocument/2006/relationships/image" Target="../media/image337.png"/><Relationship Id="rId402" Type="http://schemas.openxmlformats.org/officeDocument/2006/relationships/customXml" Target="../ink/ink240.xml"/><Relationship Id="rId279" Type="http://schemas.openxmlformats.org/officeDocument/2006/relationships/image" Target="../media/image358.png"/><Relationship Id="rId43" Type="http://schemas.openxmlformats.org/officeDocument/2006/relationships/image" Target="../media/image240.png"/><Relationship Id="rId139" Type="http://schemas.openxmlformats.org/officeDocument/2006/relationships/image" Target="../media/image288.png"/><Relationship Id="rId290" Type="http://schemas.openxmlformats.org/officeDocument/2006/relationships/customXml" Target="../ink/ink197.xml"/><Relationship Id="rId304" Type="http://schemas.openxmlformats.org/officeDocument/2006/relationships/customXml" Target="../ink/ink204.xml"/><Relationship Id="rId388" Type="http://schemas.openxmlformats.org/officeDocument/2006/relationships/customXml" Target="../ink/ink233.xml"/><Relationship Id="rId85" Type="http://schemas.openxmlformats.org/officeDocument/2006/relationships/image" Target="../media/image261.png"/><Relationship Id="rId150" Type="http://schemas.openxmlformats.org/officeDocument/2006/relationships/customXml" Target="../ink/ink127.xml"/><Relationship Id="rId192" Type="http://schemas.openxmlformats.org/officeDocument/2006/relationships/customXml" Target="../ink/ink148.xml"/><Relationship Id="rId206" Type="http://schemas.openxmlformats.org/officeDocument/2006/relationships/customXml" Target="../ink/ink155.xml"/><Relationship Id="rId248" Type="http://schemas.openxmlformats.org/officeDocument/2006/relationships/customXml" Target="../ink/ink176.xml"/><Relationship Id="rId12" Type="http://schemas.openxmlformats.org/officeDocument/2006/relationships/customXml" Target="../ink/ink58.xml"/><Relationship Id="rId108" Type="http://schemas.openxmlformats.org/officeDocument/2006/relationships/customXml" Target="../ink/ink106.xml"/><Relationship Id="rId315" Type="http://schemas.openxmlformats.org/officeDocument/2006/relationships/image" Target="../media/image376.png"/><Relationship Id="rId357" Type="http://schemas.openxmlformats.org/officeDocument/2006/relationships/image" Target="../media/image397.png"/><Relationship Id="rId54" Type="http://schemas.openxmlformats.org/officeDocument/2006/relationships/customXml" Target="../ink/ink79.xml"/><Relationship Id="rId96" Type="http://schemas.openxmlformats.org/officeDocument/2006/relationships/customXml" Target="../ink/ink100.xml"/><Relationship Id="rId161" Type="http://schemas.openxmlformats.org/officeDocument/2006/relationships/image" Target="../media/image299.png"/><Relationship Id="rId217" Type="http://schemas.openxmlformats.org/officeDocument/2006/relationships/image" Target="../media/image327.png"/><Relationship Id="rId399" Type="http://schemas.openxmlformats.org/officeDocument/2006/relationships/image" Target="../media/image63.png"/><Relationship Id="rId259" Type="http://schemas.openxmlformats.org/officeDocument/2006/relationships/image" Target="../media/image348.png"/><Relationship Id="rId23" Type="http://schemas.openxmlformats.org/officeDocument/2006/relationships/image" Target="../media/image230.png"/><Relationship Id="rId119" Type="http://schemas.openxmlformats.org/officeDocument/2006/relationships/image" Target="../media/image278.png"/><Relationship Id="rId270" Type="http://schemas.openxmlformats.org/officeDocument/2006/relationships/customXml" Target="../ink/ink187.xml"/><Relationship Id="rId65" Type="http://schemas.openxmlformats.org/officeDocument/2006/relationships/image" Target="../media/image251.png"/><Relationship Id="rId130" Type="http://schemas.openxmlformats.org/officeDocument/2006/relationships/customXml" Target="../ink/ink117.xml"/><Relationship Id="rId368" Type="http://schemas.openxmlformats.org/officeDocument/2006/relationships/customXml" Target="../ink/ink223.xml"/><Relationship Id="rId172" Type="http://schemas.openxmlformats.org/officeDocument/2006/relationships/customXml" Target="../ink/ink138.xml"/><Relationship Id="rId228" Type="http://schemas.openxmlformats.org/officeDocument/2006/relationships/customXml" Target="../ink/ink166.xml"/><Relationship Id="rId281" Type="http://schemas.openxmlformats.org/officeDocument/2006/relationships/image" Target="../media/image359.png"/><Relationship Id="rId34" Type="http://schemas.openxmlformats.org/officeDocument/2006/relationships/customXml" Target="../ink/ink69.xml"/><Relationship Id="rId76" Type="http://schemas.openxmlformats.org/officeDocument/2006/relationships/customXml" Target="../ink/ink90.xml"/><Relationship Id="rId141" Type="http://schemas.openxmlformats.org/officeDocument/2006/relationships/image" Target="../media/image289.png"/><Relationship Id="rId379" Type="http://schemas.openxmlformats.org/officeDocument/2006/relationships/image" Target="../media/image408.png"/><Relationship Id="rId7" Type="http://schemas.openxmlformats.org/officeDocument/2006/relationships/image" Target="../media/image222.png"/><Relationship Id="rId183" Type="http://schemas.openxmlformats.org/officeDocument/2006/relationships/image" Target="../media/image310.png"/><Relationship Id="rId239" Type="http://schemas.openxmlformats.org/officeDocument/2006/relationships/image" Target="../media/image338.png"/><Relationship Id="rId390" Type="http://schemas.openxmlformats.org/officeDocument/2006/relationships/customXml" Target="../ink/ink234.xml"/><Relationship Id="rId404" Type="http://schemas.openxmlformats.org/officeDocument/2006/relationships/customXml" Target="../ink/ink241.xml"/><Relationship Id="rId250" Type="http://schemas.openxmlformats.org/officeDocument/2006/relationships/customXml" Target="../ink/ink177.xml"/><Relationship Id="rId292" Type="http://schemas.openxmlformats.org/officeDocument/2006/relationships/customXml" Target="../ink/ink198.xml"/><Relationship Id="rId306" Type="http://schemas.openxmlformats.org/officeDocument/2006/relationships/customXml" Target="../ink/ink205.xml"/><Relationship Id="rId45" Type="http://schemas.openxmlformats.org/officeDocument/2006/relationships/image" Target="../media/image241.png"/><Relationship Id="rId87" Type="http://schemas.openxmlformats.org/officeDocument/2006/relationships/image" Target="../media/image262.png"/><Relationship Id="rId110" Type="http://schemas.openxmlformats.org/officeDocument/2006/relationships/customXml" Target="../ink/ink107.xml"/><Relationship Id="rId348" Type="http://schemas.openxmlformats.org/officeDocument/2006/relationships/customXml" Target="../ink/ink213.xml"/><Relationship Id="rId152" Type="http://schemas.openxmlformats.org/officeDocument/2006/relationships/customXml" Target="../ink/ink128.xml"/><Relationship Id="rId194" Type="http://schemas.openxmlformats.org/officeDocument/2006/relationships/customXml" Target="../ink/ink149.xml"/><Relationship Id="rId208" Type="http://schemas.openxmlformats.org/officeDocument/2006/relationships/customXml" Target="../ink/ink156.xml"/><Relationship Id="rId261" Type="http://schemas.openxmlformats.org/officeDocument/2006/relationships/image" Target="../media/image349.png"/><Relationship Id="rId14" Type="http://schemas.openxmlformats.org/officeDocument/2006/relationships/customXml" Target="../ink/ink59.xml"/><Relationship Id="rId56" Type="http://schemas.openxmlformats.org/officeDocument/2006/relationships/customXml" Target="../ink/ink80.xml"/><Relationship Id="rId317" Type="http://schemas.openxmlformats.org/officeDocument/2006/relationships/image" Target="../media/image377.png"/><Relationship Id="rId359" Type="http://schemas.openxmlformats.org/officeDocument/2006/relationships/image" Target="../media/image398.png"/><Relationship Id="rId98" Type="http://schemas.openxmlformats.org/officeDocument/2006/relationships/customXml" Target="../ink/ink101.xml"/><Relationship Id="rId121" Type="http://schemas.openxmlformats.org/officeDocument/2006/relationships/image" Target="../media/image279.png"/><Relationship Id="rId163" Type="http://schemas.openxmlformats.org/officeDocument/2006/relationships/image" Target="../media/image300.png"/><Relationship Id="rId219" Type="http://schemas.openxmlformats.org/officeDocument/2006/relationships/image" Target="../media/image328.png"/><Relationship Id="rId370" Type="http://schemas.openxmlformats.org/officeDocument/2006/relationships/customXml" Target="../ink/ink224.xml"/><Relationship Id="rId230" Type="http://schemas.openxmlformats.org/officeDocument/2006/relationships/customXml" Target="../ink/ink167.xml"/><Relationship Id="rId25" Type="http://schemas.openxmlformats.org/officeDocument/2006/relationships/image" Target="../media/image231.png"/><Relationship Id="rId67" Type="http://schemas.openxmlformats.org/officeDocument/2006/relationships/image" Target="../media/image252.png"/><Relationship Id="rId272" Type="http://schemas.openxmlformats.org/officeDocument/2006/relationships/customXml" Target="../ink/ink188.xml"/><Relationship Id="rId132" Type="http://schemas.openxmlformats.org/officeDocument/2006/relationships/customXml" Target="../ink/ink118.xml"/><Relationship Id="rId174" Type="http://schemas.openxmlformats.org/officeDocument/2006/relationships/customXml" Target="../ink/ink139.xml"/><Relationship Id="rId381" Type="http://schemas.openxmlformats.org/officeDocument/2006/relationships/image" Target="../media/image54.png"/><Relationship Id="rId241" Type="http://schemas.openxmlformats.org/officeDocument/2006/relationships/image" Target="../media/image339.png"/><Relationship Id="rId36" Type="http://schemas.openxmlformats.org/officeDocument/2006/relationships/customXml" Target="../ink/ink70.xml"/><Relationship Id="rId283" Type="http://schemas.openxmlformats.org/officeDocument/2006/relationships/image" Target="../media/image360.png"/><Relationship Id="rId78" Type="http://schemas.openxmlformats.org/officeDocument/2006/relationships/customXml" Target="../ink/ink91.xml"/><Relationship Id="rId101" Type="http://schemas.openxmlformats.org/officeDocument/2006/relationships/image" Target="../media/image269.png"/><Relationship Id="rId143" Type="http://schemas.openxmlformats.org/officeDocument/2006/relationships/image" Target="../media/image290.png"/><Relationship Id="rId185" Type="http://schemas.openxmlformats.org/officeDocument/2006/relationships/image" Target="../media/image311.png"/><Relationship Id="rId350" Type="http://schemas.openxmlformats.org/officeDocument/2006/relationships/customXml" Target="../ink/ink214.xml"/><Relationship Id="rId406" Type="http://schemas.openxmlformats.org/officeDocument/2006/relationships/customXml" Target="../ink/ink242.xml"/><Relationship Id="rId9" Type="http://schemas.openxmlformats.org/officeDocument/2006/relationships/image" Target="../media/image223.png"/><Relationship Id="rId210" Type="http://schemas.openxmlformats.org/officeDocument/2006/relationships/customXml" Target="../ink/ink157.xml"/><Relationship Id="rId392" Type="http://schemas.openxmlformats.org/officeDocument/2006/relationships/customXml" Target="../ink/ink235.xml"/><Relationship Id="rId252" Type="http://schemas.openxmlformats.org/officeDocument/2006/relationships/customXml" Target="../ink/ink178.xml"/><Relationship Id="rId294" Type="http://schemas.openxmlformats.org/officeDocument/2006/relationships/customXml" Target="../ink/ink199.xml"/><Relationship Id="rId308" Type="http://schemas.openxmlformats.org/officeDocument/2006/relationships/customXml" Target="../ink/ink206.xml"/><Relationship Id="rId47" Type="http://schemas.openxmlformats.org/officeDocument/2006/relationships/image" Target="../media/image242.png"/><Relationship Id="rId68" Type="http://schemas.openxmlformats.org/officeDocument/2006/relationships/customXml" Target="../ink/ink86.xml"/><Relationship Id="rId89" Type="http://schemas.openxmlformats.org/officeDocument/2006/relationships/image" Target="../media/image263.png"/><Relationship Id="rId112" Type="http://schemas.openxmlformats.org/officeDocument/2006/relationships/customXml" Target="../ink/ink108.xml"/><Relationship Id="rId133" Type="http://schemas.openxmlformats.org/officeDocument/2006/relationships/image" Target="../media/image285.png"/><Relationship Id="rId154" Type="http://schemas.openxmlformats.org/officeDocument/2006/relationships/customXml" Target="../ink/ink129.xml"/><Relationship Id="rId175" Type="http://schemas.openxmlformats.org/officeDocument/2006/relationships/image" Target="../media/image306.png"/><Relationship Id="rId361" Type="http://schemas.openxmlformats.org/officeDocument/2006/relationships/image" Target="../media/image399.png"/><Relationship Id="rId196" Type="http://schemas.openxmlformats.org/officeDocument/2006/relationships/customXml" Target="../ink/ink150.xml"/><Relationship Id="rId200" Type="http://schemas.openxmlformats.org/officeDocument/2006/relationships/customXml" Target="../ink/ink152.xml"/><Relationship Id="rId382" Type="http://schemas.openxmlformats.org/officeDocument/2006/relationships/customXml" Target="../ink/ink230.xml"/><Relationship Id="rId16" Type="http://schemas.openxmlformats.org/officeDocument/2006/relationships/customXml" Target="../ink/ink60.xml"/><Relationship Id="rId221" Type="http://schemas.openxmlformats.org/officeDocument/2006/relationships/image" Target="../media/image329.png"/><Relationship Id="rId242" Type="http://schemas.openxmlformats.org/officeDocument/2006/relationships/customXml" Target="../ink/ink173.xml"/><Relationship Id="rId263" Type="http://schemas.openxmlformats.org/officeDocument/2006/relationships/image" Target="../media/image350.png"/><Relationship Id="rId284" Type="http://schemas.openxmlformats.org/officeDocument/2006/relationships/customXml" Target="../ink/ink194.xml"/><Relationship Id="rId319" Type="http://schemas.openxmlformats.org/officeDocument/2006/relationships/image" Target="../media/image53.png"/><Relationship Id="rId37" Type="http://schemas.openxmlformats.org/officeDocument/2006/relationships/image" Target="../media/image237.png"/><Relationship Id="rId58" Type="http://schemas.openxmlformats.org/officeDocument/2006/relationships/customXml" Target="../ink/ink81.xml"/><Relationship Id="rId79" Type="http://schemas.openxmlformats.org/officeDocument/2006/relationships/image" Target="../media/image258.png"/><Relationship Id="rId102" Type="http://schemas.openxmlformats.org/officeDocument/2006/relationships/customXml" Target="../ink/ink103.xml"/><Relationship Id="rId123" Type="http://schemas.openxmlformats.org/officeDocument/2006/relationships/image" Target="../media/image280.png"/><Relationship Id="rId144" Type="http://schemas.openxmlformats.org/officeDocument/2006/relationships/customXml" Target="../ink/ink124.xml"/><Relationship Id="rId90" Type="http://schemas.openxmlformats.org/officeDocument/2006/relationships/customXml" Target="../ink/ink97.xml"/><Relationship Id="rId165" Type="http://schemas.openxmlformats.org/officeDocument/2006/relationships/image" Target="../media/image301.png"/><Relationship Id="rId186" Type="http://schemas.openxmlformats.org/officeDocument/2006/relationships/customXml" Target="../ink/ink145.xml"/><Relationship Id="rId351" Type="http://schemas.openxmlformats.org/officeDocument/2006/relationships/image" Target="../media/image394.png"/><Relationship Id="rId372" Type="http://schemas.openxmlformats.org/officeDocument/2006/relationships/customXml" Target="../ink/ink225.xml"/><Relationship Id="rId393" Type="http://schemas.openxmlformats.org/officeDocument/2006/relationships/image" Target="../media/image60.png"/><Relationship Id="rId407" Type="http://schemas.openxmlformats.org/officeDocument/2006/relationships/image" Target="../media/image67.png"/><Relationship Id="rId211" Type="http://schemas.openxmlformats.org/officeDocument/2006/relationships/image" Target="../media/image324.png"/><Relationship Id="rId232" Type="http://schemas.openxmlformats.org/officeDocument/2006/relationships/customXml" Target="../ink/ink168.xml"/><Relationship Id="rId253" Type="http://schemas.openxmlformats.org/officeDocument/2006/relationships/image" Target="../media/image345.png"/><Relationship Id="rId274" Type="http://schemas.openxmlformats.org/officeDocument/2006/relationships/customXml" Target="../ink/ink189.xml"/><Relationship Id="rId295" Type="http://schemas.openxmlformats.org/officeDocument/2006/relationships/image" Target="../media/image366.png"/><Relationship Id="rId309" Type="http://schemas.openxmlformats.org/officeDocument/2006/relationships/image" Target="../media/image373.png"/><Relationship Id="rId27" Type="http://schemas.openxmlformats.org/officeDocument/2006/relationships/image" Target="../media/image232.png"/><Relationship Id="rId48" Type="http://schemas.openxmlformats.org/officeDocument/2006/relationships/customXml" Target="../ink/ink76.xml"/><Relationship Id="rId69" Type="http://schemas.openxmlformats.org/officeDocument/2006/relationships/image" Target="../media/image253.png"/><Relationship Id="rId113" Type="http://schemas.openxmlformats.org/officeDocument/2006/relationships/image" Target="../media/image275.png"/><Relationship Id="rId134" Type="http://schemas.openxmlformats.org/officeDocument/2006/relationships/customXml" Target="../ink/ink119.xml"/><Relationship Id="rId320" Type="http://schemas.openxmlformats.org/officeDocument/2006/relationships/customXml" Target="../ink/ink212.xml"/><Relationship Id="rId80" Type="http://schemas.openxmlformats.org/officeDocument/2006/relationships/customXml" Target="../ink/ink92.xml"/><Relationship Id="rId155" Type="http://schemas.openxmlformats.org/officeDocument/2006/relationships/image" Target="../media/image296.png"/><Relationship Id="rId176" Type="http://schemas.openxmlformats.org/officeDocument/2006/relationships/customXml" Target="../ink/ink140.xml"/><Relationship Id="rId197" Type="http://schemas.openxmlformats.org/officeDocument/2006/relationships/image" Target="../media/image317.png"/><Relationship Id="rId362" Type="http://schemas.openxmlformats.org/officeDocument/2006/relationships/customXml" Target="../ink/ink220.xml"/><Relationship Id="rId383" Type="http://schemas.openxmlformats.org/officeDocument/2006/relationships/image" Target="../media/image55.png"/><Relationship Id="rId201" Type="http://schemas.openxmlformats.org/officeDocument/2006/relationships/image" Target="../media/image319.png"/><Relationship Id="rId222" Type="http://schemas.openxmlformats.org/officeDocument/2006/relationships/customXml" Target="../ink/ink163.xml"/><Relationship Id="rId243" Type="http://schemas.openxmlformats.org/officeDocument/2006/relationships/image" Target="../media/image340.png"/><Relationship Id="rId264" Type="http://schemas.openxmlformats.org/officeDocument/2006/relationships/customXml" Target="../ink/ink184.xml"/><Relationship Id="rId285" Type="http://schemas.openxmlformats.org/officeDocument/2006/relationships/image" Target="../media/image361.png"/><Relationship Id="rId17" Type="http://schemas.openxmlformats.org/officeDocument/2006/relationships/image" Target="../media/image227.png"/><Relationship Id="rId38" Type="http://schemas.openxmlformats.org/officeDocument/2006/relationships/customXml" Target="../ink/ink71.xml"/><Relationship Id="rId59" Type="http://schemas.openxmlformats.org/officeDocument/2006/relationships/image" Target="../media/image248.png"/><Relationship Id="rId103" Type="http://schemas.openxmlformats.org/officeDocument/2006/relationships/image" Target="../media/image270.png"/><Relationship Id="rId124" Type="http://schemas.openxmlformats.org/officeDocument/2006/relationships/customXml" Target="../ink/ink114.xml"/><Relationship Id="rId310" Type="http://schemas.openxmlformats.org/officeDocument/2006/relationships/customXml" Target="../ink/ink207.xml"/><Relationship Id="rId70" Type="http://schemas.openxmlformats.org/officeDocument/2006/relationships/customXml" Target="../ink/ink87.xml"/><Relationship Id="rId91" Type="http://schemas.openxmlformats.org/officeDocument/2006/relationships/image" Target="../media/image264.png"/><Relationship Id="rId145" Type="http://schemas.openxmlformats.org/officeDocument/2006/relationships/image" Target="../media/image291.png"/><Relationship Id="rId166" Type="http://schemas.openxmlformats.org/officeDocument/2006/relationships/customXml" Target="../ink/ink135.xml"/><Relationship Id="rId187" Type="http://schemas.openxmlformats.org/officeDocument/2006/relationships/image" Target="../media/image312.png"/><Relationship Id="rId352" Type="http://schemas.openxmlformats.org/officeDocument/2006/relationships/customXml" Target="../ink/ink215.xml"/><Relationship Id="rId373" Type="http://schemas.openxmlformats.org/officeDocument/2006/relationships/image" Target="../media/image405.png"/><Relationship Id="rId394" Type="http://schemas.openxmlformats.org/officeDocument/2006/relationships/customXml" Target="../ink/ink236.xml"/><Relationship Id="rId408" Type="http://schemas.openxmlformats.org/officeDocument/2006/relationships/customXml" Target="../ink/ink24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8.xml"/><Relationship Id="rId233" Type="http://schemas.openxmlformats.org/officeDocument/2006/relationships/image" Target="../media/image335.png"/><Relationship Id="rId254" Type="http://schemas.openxmlformats.org/officeDocument/2006/relationships/customXml" Target="../ink/ink179.xml"/><Relationship Id="rId28" Type="http://schemas.openxmlformats.org/officeDocument/2006/relationships/customXml" Target="../ink/ink66.xml"/><Relationship Id="rId49" Type="http://schemas.openxmlformats.org/officeDocument/2006/relationships/image" Target="../media/image243.png"/><Relationship Id="rId114" Type="http://schemas.openxmlformats.org/officeDocument/2006/relationships/customXml" Target="../ink/ink109.xml"/><Relationship Id="rId275" Type="http://schemas.openxmlformats.org/officeDocument/2006/relationships/image" Target="../media/image356.png"/><Relationship Id="rId296" Type="http://schemas.openxmlformats.org/officeDocument/2006/relationships/customXml" Target="../ink/ink200.xml"/><Relationship Id="rId300" Type="http://schemas.openxmlformats.org/officeDocument/2006/relationships/customXml" Target="../ink/ink202.xml"/><Relationship Id="rId60" Type="http://schemas.openxmlformats.org/officeDocument/2006/relationships/customXml" Target="../ink/ink82.xml"/><Relationship Id="rId81" Type="http://schemas.openxmlformats.org/officeDocument/2006/relationships/image" Target="../media/image259.png"/><Relationship Id="rId135" Type="http://schemas.openxmlformats.org/officeDocument/2006/relationships/image" Target="../media/image286.png"/><Relationship Id="rId156" Type="http://schemas.openxmlformats.org/officeDocument/2006/relationships/customXml" Target="../ink/ink130.xml"/><Relationship Id="rId177" Type="http://schemas.openxmlformats.org/officeDocument/2006/relationships/image" Target="../media/image307.png"/><Relationship Id="rId198" Type="http://schemas.openxmlformats.org/officeDocument/2006/relationships/customXml" Target="../ink/ink151.xml"/><Relationship Id="rId363" Type="http://schemas.openxmlformats.org/officeDocument/2006/relationships/image" Target="../media/image400.png"/><Relationship Id="rId384" Type="http://schemas.openxmlformats.org/officeDocument/2006/relationships/customXml" Target="../ink/ink231.xml"/><Relationship Id="rId202" Type="http://schemas.openxmlformats.org/officeDocument/2006/relationships/customXml" Target="../ink/ink153.xml"/><Relationship Id="rId223" Type="http://schemas.openxmlformats.org/officeDocument/2006/relationships/image" Target="../media/image330.png"/><Relationship Id="rId244" Type="http://schemas.openxmlformats.org/officeDocument/2006/relationships/customXml" Target="../ink/ink174.xml"/><Relationship Id="rId18" Type="http://schemas.openxmlformats.org/officeDocument/2006/relationships/customXml" Target="../ink/ink61.xml"/><Relationship Id="rId39" Type="http://schemas.openxmlformats.org/officeDocument/2006/relationships/image" Target="../media/image238.png"/><Relationship Id="rId265" Type="http://schemas.openxmlformats.org/officeDocument/2006/relationships/image" Target="../media/image351.png"/><Relationship Id="rId286" Type="http://schemas.openxmlformats.org/officeDocument/2006/relationships/customXml" Target="../ink/ink195.xml"/><Relationship Id="rId50" Type="http://schemas.openxmlformats.org/officeDocument/2006/relationships/customXml" Target="../ink/ink77.xml"/><Relationship Id="rId104" Type="http://schemas.openxmlformats.org/officeDocument/2006/relationships/customXml" Target="../ink/ink104.xml"/><Relationship Id="rId125" Type="http://schemas.openxmlformats.org/officeDocument/2006/relationships/image" Target="../media/image281.png"/><Relationship Id="rId146" Type="http://schemas.openxmlformats.org/officeDocument/2006/relationships/customXml" Target="../ink/ink125.xml"/><Relationship Id="rId167" Type="http://schemas.openxmlformats.org/officeDocument/2006/relationships/image" Target="../media/image302.png"/><Relationship Id="rId188" Type="http://schemas.openxmlformats.org/officeDocument/2006/relationships/customXml" Target="../ink/ink146.xml"/><Relationship Id="rId311" Type="http://schemas.openxmlformats.org/officeDocument/2006/relationships/image" Target="../media/image374.png"/><Relationship Id="rId353" Type="http://schemas.openxmlformats.org/officeDocument/2006/relationships/image" Target="../media/image395.png"/><Relationship Id="rId374" Type="http://schemas.openxmlformats.org/officeDocument/2006/relationships/customXml" Target="../ink/ink226.xml"/><Relationship Id="rId395" Type="http://schemas.openxmlformats.org/officeDocument/2006/relationships/image" Target="../media/image61.png"/><Relationship Id="rId409" Type="http://schemas.openxmlformats.org/officeDocument/2006/relationships/image" Target="../media/image68.png"/><Relationship Id="rId71" Type="http://schemas.openxmlformats.org/officeDocument/2006/relationships/image" Target="../media/image254.png"/><Relationship Id="rId92" Type="http://schemas.openxmlformats.org/officeDocument/2006/relationships/customXml" Target="../ink/ink98.xml"/><Relationship Id="rId213" Type="http://schemas.openxmlformats.org/officeDocument/2006/relationships/image" Target="../media/image325.png"/><Relationship Id="rId234" Type="http://schemas.openxmlformats.org/officeDocument/2006/relationships/customXml" Target="../ink/ink169.xml"/><Relationship Id="rId2" Type="http://schemas.openxmlformats.org/officeDocument/2006/relationships/customXml" Target="../ink/ink53.xml"/><Relationship Id="rId29" Type="http://schemas.openxmlformats.org/officeDocument/2006/relationships/image" Target="../media/image233.png"/><Relationship Id="rId255" Type="http://schemas.openxmlformats.org/officeDocument/2006/relationships/image" Target="../media/image346.png"/><Relationship Id="rId276" Type="http://schemas.openxmlformats.org/officeDocument/2006/relationships/customXml" Target="../ink/ink190.xml"/><Relationship Id="rId297" Type="http://schemas.openxmlformats.org/officeDocument/2006/relationships/image" Target="../media/image367.png"/><Relationship Id="rId40" Type="http://schemas.openxmlformats.org/officeDocument/2006/relationships/customXml" Target="../ink/ink72.xml"/><Relationship Id="rId115" Type="http://schemas.openxmlformats.org/officeDocument/2006/relationships/image" Target="../media/image276.png"/><Relationship Id="rId136" Type="http://schemas.openxmlformats.org/officeDocument/2006/relationships/customXml" Target="../ink/ink120.xml"/><Relationship Id="rId157" Type="http://schemas.openxmlformats.org/officeDocument/2006/relationships/image" Target="../media/image297.png"/><Relationship Id="rId178" Type="http://schemas.openxmlformats.org/officeDocument/2006/relationships/customXml" Target="../ink/ink141.xml"/><Relationship Id="rId301" Type="http://schemas.openxmlformats.org/officeDocument/2006/relationships/image" Target="../media/image369.png"/><Relationship Id="rId364" Type="http://schemas.openxmlformats.org/officeDocument/2006/relationships/customXml" Target="../ink/ink221.xml"/><Relationship Id="rId61" Type="http://schemas.openxmlformats.org/officeDocument/2006/relationships/image" Target="../media/image249.png"/><Relationship Id="rId82" Type="http://schemas.openxmlformats.org/officeDocument/2006/relationships/customXml" Target="../ink/ink93.xml"/><Relationship Id="rId199" Type="http://schemas.openxmlformats.org/officeDocument/2006/relationships/image" Target="../media/image318.png"/><Relationship Id="rId203" Type="http://schemas.openxmlformats.org/officeDocument/2006/relationships/image" Target="../media/image320.png"/><Relationship Id="rId385" Type="http://schemas.openxmlformats.org/officeDocument/2006/relationships/image" Target="../media/image56.png"/><Relationship Id="rId19" Type="http://schemas.openxmlformats.org/officeDocument/2006/relationships/image" Target="../media/image228.png"/><Relationship Id="rId224" Type="http://schemas.openxmlformats.org/officeDocument/2006/relationships/customXml" Target="../ink/ink164.xml"/><Relationship Id="rId245" Type="http://schemas.openxmlformats.org/officeDocument/2006/relationships/image" Target="../media/image341.png"/><Relationship Id="rId266" Type="http://schemas.openxmlformats.org/officeDocument/2006/relationships/customXml" Target="../ink/ink185.xml"/><Relationship Id="rId287" Type="http://schemas.openxmlformats.org/officeDocument/2006/relationships/image" Target="../media/image362.png"/><Relationship Id="rId410" Type="http://schemas.openxmlformats.org/officeDocument/2006/relationships/customXml" Target="../ink/ink244.xml"/><Relationship Id="rId30" Type="http://schemas.openxmlformats.org/officeDocument/2006/relationships/customXml" Target="../ink/ink67.xml"/><Relationship Id="rId105" Type="http://schemas.openxmlformats.org/officeDocument/2006/relationships/image" Target="../media/image271.png"/><Relationship Id="rId126" Type="http://schemas.openxmlformats.org/officeDocument/2006/relationships/customXml" Target="../ink/ink115.xml"/><Relationship Id="rId147" Type="http://schemas.openxmlformats.org/officeDocument/2006/relationships/image" Target="../media/image292.png"/><Relationship Id="rId168" Type="http://schemas.openxmlformats.org/officeDocument/2006/relationships/customXml" Target="../ink/ink136.xml"/><Relationship Id="rId312" Type="http://schemas.openxmlformats.org/officeDocument/2006/relationships/customXml" Target="../ink/ink208.xml"/><Relationship Id="rId354" Type="http://schemas.openxmlformats.org/officeDocument/2006/relationships/customXml" Target="../ink/ink216.xml"/><Relationship Id="rId51" Type="http://schemas.openxmlformats.org/officeDocument/2006/relationships/image" Target="../media/image244.png"/><Relationship Id="rId72" Type="http://schemas.openxmlformats.org/officeDocument/2006/relationships/customXml" Target="../ink/ink88.xml"/><Relationship Id="rId93" Type="http://schemas.openxmlformats.org/officeDocument/2006/relationships/image" Target="../media/image265.png"/><Relationship Id="rId189" Type="http://schemas.openxmlformats.org/officeDocument/2006/relationships/image" Target="../media/image313.png"/><Relationship Id="rId375" Type="http://schemas.openxmlformats.org/officeDocument/2006/relationships/image" Target="../media/image406.png"/><Relationship Id="rId396" Type="http://schemas.openxmlformats.org/officeDocument/2006/relationships/customXml" Target="../ink/ink237.xml"/><Relationship Id="rId3" Type="http://schemas.openxmlformats.org/officeDocument/2006/relationships/image" Target="../media/image220.png"/><Relationship Id="rId214" Type="http://schemas.openxmlformats.org/officeDocument/2006/relationships/customXml" Target="../ink/ink159.xml"/><Relationship Id="rId235" Type="http://schemas.openxmlformats.org/officeDocument/2006/relationships/image" Target="../media/image336.png"/><Relationship Id="rId256" Type="http://schemas.openxmlformats.org/officeDocument/2006/relationships/customXml" Target="../ink/ink180.xml"/><Relationship Id="rId277" Type="http://schemas.openxmlformats.org/officeDocument/2006/relationships/image" Target="../media/image357.png"/><Relationship Id="rId298" Type="http://schemas.openxmlformats.org/officeDocument/2006/relationships/customXml" Target="../ink/ink201.xml"/><Relationship Id="rId400" Type="http://schemas.openxmlformats.org/officeDocument/2006/relationships/customXml" Target="../ink/ink239.xml"/><Relationship Id="rId116" Type="http://schemas.openxmlformats.org/officeDocument/2006/relationships/customXml" Target="../ink/ink110.xml"/><Relationship Id="rId137" Type="http://schemas.openxmlformats.org/officeDocument/2006/relationships/image" Target="../media/image287.png"/><Relationship Id="rId158" Type="http://schemas.openxmlformats.org/officeDocument/2006/relationships/customXml" Target="../ink/ink131.xml"/><Relationship Id="rId302" Type="http://schemas.openxmlformats.org/officeDocument/2006/relationships/customXml" Target="../ink/ink203.xml"/><Relationship Id="rId20" Type="http://schemas.openxmlformats.org/officeDocument/2006/relationships/customXml" Target="../ink/ink62.xml"/><Relationship Id="rId41" Type="http://schemas.openxmlformats.org/officeDocument/2006/relationships/image" Target="../media/image239.png"/><Relationship Id="rId62" Type="http://schemas.openxmlformats.org/officeDocument/2006/relationships/customXml" Target="../ink/ink83.xml"/><Relationship Id="rId83" Type="http://schemas.openxmlformats.org/officeDocument/2006/relationships/image" Target="../media/image260.png"/><Relationship Id="rId179" Type="http://schemas.openxmlformats.org/officeDocument/2006/relationships/image" Target="../media/image308.png"/><Relationship Id="rId365" Type="http://schemas.openxmlformats.org/officeDocument/2006/relationships/image" Target="../media/image401.png"/><Relationship Id="rId386" Type="http://schemas.openxmlformats.org/officeDocument/2006/relationships/customXml" Target="../ink/ink232.xml"/><Relationship Id="rId190" Type="http://schemas.openxmlformats.org/officeDocument/2006/relationships/customXml" Target="../ink/ink147.xml"/><Relationship Id="rId204" Type="http://schemas.openxmlformats.org/officeDocument/2006/relationships/customXml" Target="../ink/ink154.xml"/><Relationship Id="rId225" Type="http://schemas.openxmlformats.org/officeDocument/2006/relationships/image" Target="../media/image331.png"/><Relationship Id="rId246" Type="http://schemas.openxmlformats.org/officeDocument/2006/relationships/customXml" Target="../ink/ink175.xml"/><Relationship Id="rId267" Type="http://schemas.openxmlformats.org/officeDocument/2006/relationships/image" Target="../media/image352.png"/><Relationship Id="rId288" Type="http://schemas.openxmlformats.org/officeDocument/2006/relationships/customXml" Target="../ink/ink196.xml"/><Relationship Id="rId411" Type="http://schemas.openxmlformats.org/officeDocument/2006/relationships/image" Target="../media/image69.png"/><Relationship Id="rId106" Type="http://schemas.openxmlformats.org/officeDocument/2006/relationships/customXml" Target="../ink/ink105.xml"/><Relationship Id="rId127" Type="http://schemas.openxmlformats.org/officeDocument/2006/relationships/image" Target="../media/image282.png"/><Relationship Id="rId313" Type="http://schemas.openxmlformats.org/officeDocument/2006/relationships/image" Target="../media/image375.png"/><Relationship Id="rId10" Type="http://schemas.openxmlformats.org/officeDocument/2006/relationships/customXml" Target="../ink/ink57.xml"/><Relationship Id="rId31" Type="http://schemas.openxmlformats.org/officeDocument/2006/relationships/image" Target="../media/image234.png"/><Relationship Id="rId52" Type="http://schemas.openxmlformats.org/officeDocument/2006/relationships/customXml" Target="../ink/ink78.xml"/><Relationship Id="rId73" Type="http://schemas.openxmlformats.org/officeDocument/2006/relationships/image" Target="../media/image255.png"/><Relationship Id="rId94" Type="http://schemas.openxmlformats.org/officeDocument/2006/relationships/customXml" Target="../ink/ink99.xml"/><Relationship Id="rId148" Type="http://schemas.openxmlformats.org/officeDocument/2006/relationships/customXml" Target="../ink/ink126.xml"/><Relationship Id="rId169" Type="http://schemas.openxmlformats.org/officeDocument/2006/relationships/image" Target="../media/image303.png"/><Relationship Id="rId355" Type="http://schemas.openxmlformats.org/officeDocument/2006/relationships/image" Target="../media/image396.png"/><Relationship Id="rId376" Type="http://schemas.openxmlformats.org/officeDocument/2006/relationships/customXml" Target="../ink/ink227.xml"/><Relationship Id="rId397" Type="http://schemas.openxmlformats.org/officeDocument/2006/relationships/image" Target="../media/image62.png"/><Relationship Id="rId4" Type="http://schemas.openxmlformats.org/officeDocument/2006/relationships/customXml" Target="../ink/ink54.xml"/><Relationship Id="rId180" Type="http://schemas.openxmlformats.org/officeDocument/2006/relationships/customXml" Target="../ink/ink142.xml"/><Relationship Id="rId215" Type="http://schemas.openxmlformats.org/officeDocument/2006/relationships/image" Target="../media/image326.png"/><Relationship Id="rId236" Type="http://schemas.openxmlformats.org/officeDocument/2006/relationships/customXml" Target="../ink/ink170.xml"/><Relationship Id="rId257" Type="http://schemas.openxmlformats.org/officeDocument/2006/relationships/image" Target="../media/image347.png"/><Relationship Id="rId278" Type="http://schemas.openxmlformats.org/officeDocument/2006/relationships/customXml" Target="../ink/ink191.xml"/><Relationship Id="rId401" Type="http://schemas.openxmlformats.org/officeDocument/2006/relationships/image" Target="../media/image64.png"/><Relationship Id="rId303" Type="http://schemas.openxmlformats.org/officeDocument/2006/relationships/image" Target="../media/image370.png"/><Relationship Id="rId42" Type="http://schemas.openxmlformats.org/officeDocument/2006/relationships/customXml" Target="../ink/ink73.xml"/><Relationship Id="rId84" Type="http://schemas.openxmlformats.org/officeDocument/2006/relationships/customXml" Target="../ink/ink94.xml"/><Relationship Id="rId138" Type="http://schemas.openxmlformats.org/officeDocument/2006/relationships/customXml" Target="../ink/ink121.xml"/><Relationship Id="rId387" Type="http://schemas.openxmlformats.org/officeDocument/2006/relationships/image" Target="../media/image57.png"/><Relationship Id="rId191" Type="http://schemas.openxmlformats.org/officeDocument/2006/relationships/image" Target="../media/image314.png"/><Relationship Id="rId205" Type="http://schemas.openxmlformats.org/officeDocument/2006/relationships/image" Target="../media/image321.png"/><Relationship Id="rId247" Type="http://schemas.openxmlformats.org/officeDocument/2006/relationships/image" Target="../media/image342.png"/><Relationship Id="rId107" Type="http://schemas.openxmlformats.org/officeDocument/2006/relationships/image" Target="../media/image272.png"/><Relationship Id="rId289" Type="http://schemas.openxmlformats.org/officeDocument/2006/relationships/image" Target="../media/image363.png"/><Relationship Id="rId11" Type="http://schemas.openxmlformats.org/officeDocument/2006/relationships/image" Target="../media/image224.png"/><Relationship Id="rId53" Type="http://schemas.openxmlformats.org/officeDocument/2006/relationships/image" Target="../media/image245.png"/><Relationship Id="rId149" Type="http://schemas.openxmlformats.org/officeDocument/2006/relationships/image" Target="../media/image293.png"/><Relationship Id="rId314" Type="http://schemas.openxmlformats.org/officeDocument/2006/relationships/customXml" Target="../ink/ink209.xml"/><Relationship Id="rId356" Type="http://schemas.openxmlformats.org/officeDocument/2006/relationships/customXml" Target="../ink/ink217.xml"/><Relationship Id="rId398" Type="http://schemas.openxmlformats.org/officeDocument/2006/relationships/customXml" Target="../ink/ink238.xml"/><Relationship Id="rId95" Type="http://schemas.openxmlformats.org/officeDocument/2006/relationships/image" Target="../media/image266.png"/><Relationship Id="rId160" Type="http://schemas.openxmlformats.org/officeDocument/2006/relationships/customXml" Target="../ink/ink132.xml"/><Relationship Id="rId216" Type="http://schemas.openxmlformats.org/officeDocument/2006/relationships/customXml" Target="../ink/ink160.xml"/><Relationship Id="rId258" Type="http://schemas.openxmlformats.org/officeDocument/2006/relationships/customXml" Target="../ink/ink181.xml"/><Relationship Id="rId22" Type="http://schemas.openxmlformats.org/officeDocument/2006/relationships/customXml" Target="../ink/ink63.xml"/><Relationship Id="rId64" Type="http://schemas.openxmlformats.org/officeDocument/2006/relationships/customXml" Target="../ink/ink84.xml"/><Relationship Id="rId118" Type="http://schemas.openxmlformats.org/officeDocument/2006/relationships/customXml" Target="../ink/ink111.xml"/><Relationship Id="rId367" Type="http://schemas.openxmlformats.org/officeDocument/2006/relationships/image" Target="../media/image402.png"/><Relationship Id="rId171" Type="http://schemas.openxmlformats.org/officeDocument/2006/relationships/image" Target="../media/image304.png"/><Relationship Id="rId227" Type="http://schemas.openxmlformats.org/officeDocument/2006/relationships/image" Target="../media/image332.png"/><Relationship Id="rId269" Type="http://schemas.openxmlformats.org/officeDocument/2006/relationships/image" Target="../media/image353.png"/><Relationship Id="rId33" Type="http://schemas.openxmlformats.org/officeDocument/2006/relationships/image" Target="../media/image235.png"/><Relationship Id="rId129" Type="http://schemas.openxmlformats.org/officeDocument/2006/relationships/image" Target="../media/image283.png"/><Relationship Id="rId280" Type="http://schemas.openxmlformats.org/officeDocument/2006/relationships/customXml" Target="../ink/ink192.xml"/><Relationship Id="rId75" Type="http://schemas.openxmlformats.org/officeDocument/2006/relationships/image" Target="../media/image256.png"/><Relationship Id="rId140" Type="http://schemas.openxmlformats.org/officeDocument/2006/relationships/customXml" Target="../ink/ink122.xml"/><Relationship Id="rId182" Type="http://schemas.openxmlformats.org/officeDocument/2006/relationships/customXml" Target="../ink/ink143.xml"/><Relationship Id="rId378" Type="http://schemas.openxmlformats.org/officeDocument/2006/relationships/customXml" Target="../ink/ink228.xml"/><Relationship Id="rId403" Type="http://schemas.openxmlformats.org/officeDocument/2006/relationships/image" Target="../media/image65.png"/><Relationship Id="rId6" Type="http://schemas.openxmlformats.org/officeDocument/2006/relationships/customXml" Target="../ink/ink55.xml"/><Relationship Id="rId238" Type="http://schemas.openxmlformats.org/officeDocument/2006/relationships/customXml" Target="../ink/ink171.xml"/><Relationship Id="rId291" Type="http://schemas.openxmlformats.org/officeDocument/2006/relationships/image" Target="../media/image364.png"/><Relationship Id="rId305" Type="http://schemas.openxmlformats.org/officeDocument/2006/relationships/image" Target="../media/image371.png"/><Relationship Id="rId347" Type="http://schemas.openxmlformats.org/officeDocument/2006/relationships/image" Target="../media/image392.png"/><Relationship Id="rId44" Type="http://schemas.openxmlformats.org/officeDocument/2006/relationships/customXml" Target="../ink/ink74.xml"/><Relationship Id="rId86" Type="http://schemas.openxmlformats.org/officeDocument/2006/relationships/customXml" Target="../ink/ink95.xml"/><Relationship Id="rId151" Type="http://schemas.openxmlformats.org/officeDocument/2006/relationships/image" Target="../media/image294.png"/><Relationship Id="rId389" Type="http://schemas.openxmlformats.org/officeDocument/2006/relationships/image" Target="../media/image58.png"/><Relationship Id="rId193" Type="http://schemas.openxmlformats.org/officeDocument/2006/relationships/image" Target="../media/image315.png"/><Relationship Id="rId207" Type="http://schemas.openxmlformats.org/officeDocument/2006/relationships/image" Target="../media/image322.png"/><Relationship Id="rId249" Type="http://schemas.openxmlformats.org/officeDocument/2006/relationships/image" Target="../media/image343.png"/><Relationship Id="rId13" Type="http://schemas.openxmlformats.org/officeDocument/2006/relationships/image" Target="../media/image225.png"/><Relationship Id="rId109" Type="http://schemas.openxmlformats.org/officeDocument/2006/relationships/image" Target="../media/image273.png"/><Relationship Id="rId260" Type="http://schemas.openxmlformats.org/officeDocument/2006/relationships/customXml" Target="../ink/ink182.xml"/><Relationship Id="rId316" Type="http://schemas.openxmlformats.org/officeDocument/2006/relationships/customXml" Target="../ink/ink210.xml"/><Relationship Id="rId55" Type="http://schemas.openxmlformats.org/officeDocument/2006/relationships/image" Target="../media/image246.png"/><Relationship Id="rId97" Type="http://schemas.openxmlformats.org/officeDocument/2006/relationships/image" Target="../media/image267.png"/><Relationship Id="rId120" Type="http://schemas.openxmlformats.org/officeDocument/2006/relationships/customXml" Target="../ink/ink112.xml"/><Relationship Id="rId358" Type="http://schemas.openxmlformats.org/officeDocument/2006/relationships/customXml" Target="../ink/ink218.xml"/><Relationship Id="rId162" Type="http://schemas.openxmlformats.org/officeDocument/2006/relationships/customXml" Target="../ink/ink133.xml"/><Relationship Id="rId218" Type="http://schemas.openxmlformats.org/officeDocument/2006/relationships/customXml" Target="../ink/ink161.xml"/><Relationship Id="rId271" Type="http://schemas.openxmlformats.org/officeDocument/2006/relationships/image" Target="../media/image354.png"/><Relationship Id="rId24" Type="http://schemas.openxmlformats.org/officeDocument/2006/relationships/customXml" Target="../ink/ink64.xml"/><Relationship Id="rId66" Type="http://schemas.openxmlformats.org/officeDocument/2006/relationships/customXml" Target="../ink/ink85.xml"/><Relationship Id="rId131" Type="http://schemas.openxmlformats.org/officeDocument/2006/relationships/image" Target="../media/image284.png"/><Relationship Id="rId369" Type="http://schemas.openxmlformats.org/officeDocument/2006/relationships/image" Target="../media/image403.png"/><Relationship Id="rId173" Type="http://schemas.openxmlformats.org/officeDocument/2006/relationships/image" Target="../media/image305.png"/><Relationship Id="rId229" Type="http://schemas.openxmlformats.org/officeDocument/2006/relationships/image" Target="../media/image333.png"/><Relationship Id="rId380" Type="http://schemas.openxmlformats.org/officeDocument/2006/relationships/customXml" Target="../ink/ink229.xml"/><Relationship Id="rId240" Type="http://schemas.openxmlformats.org/officeDocument/2006/relationships/customXml" Target="../ink/ink172.xml"/><Relationship Id="rId35" Type="http://schemas.openxmlformats.org/officeDocument/2006/relationships/image" Target="../media/image236.png"/><Relationship Id="rId77" Type="http://schemas.openxmlformats.org/officeDocument/2006/relationships/image" Target="../media/image257.png"/><Relationship Id="rId100" Type="http://schemas.openxmlformats.org/officeDocument/2006/relationships/customXml" Target="../ink/ink102.xml"/><Relationship Id="rId282" Type="http://schemas.openxmlformats.org/officeDocument/2006/relationships/customXml" Target="../ink/ink193.xml"/><Relationship Id="rId8" Type="http://schemas.openxmlformats.org/officeDocument/2006/relationships/customXml" Target="../ink/ink56.xml"/><Relationship Id="rId142" Type="http://schemas.openxmlformats.org/officeDocument/2006/relationships/customXml" Target="../ink/ink123.xml"/><Relationship Id="rId184" Type="http://schemas.openxmlformats.org/officeDocument/2006/relationships/customXml" Target="../ink/ink144.xml"/><Relationship Id="rId391" Type="http://schemas.openxmlformats.org/officeDocument/2006/relationships/image" Target="../media/image59.png"/><Relationship Id="rId405" Type="http://schemas.openxmlformats.org/officeDocument/2006/relationships/image" Target="../media/image66.png"/><Relationship Id="rId251" Type="http://schemas.openxmlformats.org/officeDocument/2006/relationships/image" Target="../media/image344.png"/><Relationship Id="rId46" Type="http://schemas.openxmlformats.org/officeDocument/2006/relationships/customXml" Target="../ink/ink75.xml"/><Relationship Id="rId293" Type="http://schemas.openxmlformats.org/officeDocument/2006/relationships/image" Target="../media/image365.png"/><Relationship Id="rId307" Type="http://schemas.openxmlformats.org/officeDocument/2006/relationships/image" Target="../media/image372.png"/><Relationship Id="rId349" Type="http://schemas.openxmlformats.org/officeDocument/2006/relationships/image" Target="../media/image393.png"/><Relationship Id="rId88" Type="http://schemas.openxmlformats.org/officeDocument/2006/relationships/customXml" Target="../ink/ink96.xml"/><Relationship Id="rId111" Type="http://schemas.openxmlformats.org/officeDocument/2006/relationships/image" Target="../media/image274.png"/><Relationship Id="rId153" Type="http://schemas.openxmlformats.org/officeDocument/2006/relationships/image" Target="../media/image295.png"/><Relationship Id="rId195" Type="http://schemas.openxmlformats.org/officeDocument/2006/relationships/image" Target="../media/image316.png"/><Relationship Id="rId209" Type="http://schemas.openxmlformats.org/officeDocument/2006/relationships/image" Target="../media/image323.png"/><Relationship Id="rId360" Type="http://schemas.openxmlformats.org/officeDocument/2006/relationships/customXml" Target="../ink/ink219.xml"/><Relationship Id="rId220" Type="http://schemas.openxmlformats.org/officeDocument/2006/relationships/customXml" Target="../ink/ink162.xml"/><Relationship Id="rId15" Type="http://schemas.openxmlformats.org/officeDocument/2006/relationships/image" Target="../media/image226.png"/><Relationship Id="rId57" Type="http://schemas.openxmlformats.org/officeDocument/2006/relationships/image" Target="../media/image247.png"/><Relationship Id="rId262" Type="http://schemas.openxmlformats.org/officeDocument/2006/relationships/customXml" Target="../ink/ink183.xml"/><Relationship Id="rId318" Type="http://schemas.openxmlformats.org/officeDocument/2006/relationships/customXml" Target="../ink/ink211.xml"/><Relationship Id="rId99" Type="http://schemas.openxmlformats.org/officeDocument/2006/relationships/image" Target="../media/image268.png"/><Relationship Id="rId122" Type="http://schemas.openxmlformats.org/officeDocument/2006/relationships/customXml" Target="../ink/ink113.xml"/><Relationship Id="rId164" Type="http://schemas.openxmlformats.org/officeDocument/2006/relationships/customXml" Target="../ink/ink134.xml"/><Relationship Id="rId371" Type="http://schemas.openxmlformats.org/officeDocument/2006/relationships/image" Target="../media/image404.png"/><Relationship Id="rId26" Type="http://schemas.openxmlformats.org/officeDocument/2006/relationships/customXml" Target="../ink/ink65.xml"/><Relationship Id="rId231" Type="http://schemas.openxmlformats.org/officeDocument/2006/relationships/image" Target="../media/image334.png"/><Relationship Id="rId273" Type="http://schemas.openxmlformats.org/officeDocument/2006/relationships/image" Target="../media/image35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5.png"/><Relationship Id="rId21" Type="http://schemas.openxmlformats.org/officeDocument/2006/relationships/image" Target="../media/image418.png"/><Relationship Id="rId63" Type="http://schemas.openxmlformats.org/officeDocument/2006/relationships/image" Target="../media/image439.png"/><Relationship Id="rId159" Type="http://schemas.openxmlformats.org/officeDocument/2006/relationships/image" Target="../media/image486.png"/><Relationship Id="rId170" Type="http://schemas.openxmlformats.org/officeDocument/2006/relationships/customXml" Target="../ink/ink329.xml"/><Relationship Id="rId226" Type="http://schemas.openxmlformats.org/officeDocument/2006/relationships/customXml" Target="../ink/ink357.xml"/><Relationship Id="rId268" Type="http://schemas.openxmlformats.org/officeDocument/2006/relationships/customXml" Target="../ink/ink379.xml"/><Relationship Id="rId32" Type="http://schemas.openxmlformats.org/officeDocument/2006/relationships/customXml" Target="../ink/ink260.xml"/><Relationship Id="rId74" Type="http://schemas.openxmlformats.org/officeDocument/2006/relationships/customXml" Target="../ink/ink281.xml"/><Relationship Id="rId128" Type="http://schemas.openxmlformats.org/officeDocument/2006/relationships/customXml" Target="../ink/ink308.xml"/><Relationship Id="rId5" Type="http://schemas.openxmlformats.org/officeDocument/2006/relationships/image" Target="../media/image410.png"/><Relationship Id="rId181" Type="http://schemas.openxmlformats.org/officeDocument/2006/relationships/image" Target="../media/image497.png"/><Relationship Id="rId237" Type="http://schemas.openxmlformats.org/officeDocument/2006/relationships/image" Target="../media/image525.png"/><Relationship Id="rId279" Type="http://schemas.openxmlformats.org/officeDocument/2006/relationships/customXml" Target="../ink/ink385.xml"/><Relationship Id="rId43" Type="http://schemas.openxmlformats.org/officeDocument/2006/relationships/image" Target="../media/image429.png"/><Relationship Id="rId139" Type="http://schemas.openxmlformats.org/officeDocument/2006/relationships/image" Target="../media/image476.png"/><Relationship Id="rId290" Type="http://schemas.openxmlformats.org/officeDocument/2006/relationships/image" Target="../media/image83.png"/><Relationship Id="rId85" Type="http://schemas.openxmlformats.org/officeDocument/2006/relationships/image" Target="../media/image450.png"/><Relationship Id="rId150" Type="http://schemas.openxmlformats.org/officeDocument/2006/relationships/customXml" Target="../ink/ink319.xml"/><Relationship Id="rId192" Type="http://schemas.openxmlformats.org/officeDocument/2006/relationships/customXml" Target="../ink/ink340.xml"/><Relationship Id="rId206" Type="http://schemas.openxmlformats.org/officeDocument/2006/relationships/customXml" Target="../ink/ink347.xml"/><Relationship Id="rId248" Type="http://schemas.openxmlformats.org/officeDocument/2006/relationships/customXml" Target="../ink/ink368.xml"/><Relationship Id="rId12" Type="http://schemas.openxmlformats.org/officeDocument/2006/relationships/customXml" Target="../ink/ink250.xml"/><Relationship Id="rId108" Type="http://schemas.openxmlformats.org/officeDocument/2006/relationships/customXml" Target="../ink/ink298.xml"/><Relationship Id="rId54" Type="http://schemas.openxmlformats.org/officeDocument/2006/relationships/customXml" Target="../ink/ink271.xml"/><Relationship Id="rId75" Type="http://schemas.openxmlformats.org/officeDocument/2006/relationships/image" Target="../media/image445.png"/><Relationship Id="rId96" Type="http://schemas.openxmlformats.org/officeDocument/2006/relationships/customXml" Target="../ink/ink292.xml"/><Relationship Id="rId140" Type="http://schemas.openxmlformats.org/officeDocument/2006/relationships/customXml" Target="../ink/ink314.xml"/><Relationship Id="rId161" Type="http://schemas.openxmlformats.org/officeDocument/2006/relationships/image" Target="../media/image487.png"/><Relationship Id="rId182" Type="http://schemas.openxmlformats.org/officeDocument/2006/relationships/customXml" Target="../ink/ink335.xml"/><Relationship Id="rId217" Type="http://schemas.openxmlformats.org/officeDocument/2006/relationships/image" Target="../media/image515.png"/><Relationship Id="rId6" Type="http://schemas.openxmlformats.org/officeDocument/2006/relationships/customXml" Target="../ink/ink247.xml"/><Relationship Id="rId238" Type="http://schemas.openxmlformats.org/officeDocument/2006/relationships/customXml" Target="../ink/ink363.xml"/><Relationship Id="rId259" Type="http://schemas.openxmlformats.org/officeDocument/2006/relationships/image" Target="../media/image536.png"/><Relationship Id="rId23" Type="http://schemas.openxmlformats.org/officeDocument/2006/relationships/image" Target="../media/image419.png"/><Relationship Id="rId119" Type="http://schemas.openxmlformats.org/officeDocument/2006/relationships/image" Target="../media/image466.png"/><Relationship Id="rId270" Type="http://schemas.openxmlformats.org/officeDocument/2006/relationships/customXml" Target="../ink/ink380.xml"/><Relationship Id="rId291" Type="http://schemas.openxmlformats.org/officeDocument/2006/relationships/customXml" Target="../ink/ink391.xml"/><Relationship Id="rId44" Type="http://schemas.openxmlformats.org/officeDocument/2006/relationships/customXml" Target="../ink/ink266.xml"/><Relationship Id="rId65" Type="http://schemas.openxmlformats.org/officeDocument/2006/relationships/image" Target="../media/image440.png"/><Relationship Id="rId86" Type="http://schemas.openxmlformats.org/officeDocument/2006/relationships/customXml" Target="../ink/ink287.xml"/><Relationship Id="rId130" Type="http://schemas.openxmlformats.org/officeDocument/2006/relationships/customXml" Target="../ink/ink309.xml"/><Relationship Id="rId151" Type="http://schemas.openxmlformats.org/officeDocument/2006/relationships/image" Target="../media/image482.png"/><Relationship Id="rId172" Type="http://schemas.openxmlformats.org/officeDocument/2006/relationships/customXml" Target="../ink/ink330.xml"/><Relationship Id="rId193" Type="http://schemas.openxmlformats.org/officeDocument/2006/relationships/image" Target="../media/image503.png"/><Relationship Id="rId207" Type="http://schemas.openxmlformats.org/officeDocument/2006/relationships/image" Target="../media/image510.png"/><Relationship Id="rId228" Type="http://schemas.openxmlformats.org/officeDocument/2006/relationships/customXml" Target="../ink/ink358.xml"/><Relationship Id="rId249" Type="http://schemas.openxmlformats.org/officeDocument/2006/relationships/image" Target="../media/image531.png"/><Relationship Id="rId13" Type="http://schemas.openxmlformats.org/officeDocument/2006/relationships/image" Target="../media/image414.png"/><Relationship Id="rId109" Type="http://schemas.openxmlformats.org/officeDocument/2006/relationships/image" Target="../media/image461.png"/><Relationship Id="rId260" Type="http://schemas.openxmlformats.org/officeDocument/2006/relationships/customXml" Target="../ink/ink374.xml"/><Relationship Id="rId281" Type="http://schemas.openxmlformats.org/officeDocument/2006/relationships/customXml" Target="../ink/ink386.xml"/><Relationship Id="rId34" Type="http://schemas.openxmlformats.org/officeDocument/2006/relationships/customXml" Target="../ink/ink261.xml"/><Relationship Id="rId55" Type="http://schemas.openxmlformats.org/officeDocument/2006/relationships/image" Target="../media/image435.png"/><Relationship Id="rId76" Type="http://schemas.openxmlformats.org/officeDocument/2006/relationships/customXml" Target="../ink/ink282.xml"/><Relationship Id="rId97" Type="http://schemas.openxmlformats.org/officeDocument/2006/relationships/image" Target="../media/image305.png"/><Relationship Id="rId120" Type="http://schemas.openxmlformats.org/officeDocument/2006/relationships/customXml" Target="../ink/ink304.xml"/><Relationship Id="rId141" Type="http://schemas.openxmlformats.org/officeDocument/2006/relationships/image" Target="../media/image477.png"/><Relationship Id="rId7" Type="http://schemas.openxmlformats.org/officeDocument/2006/relationships/image" Target="../media/image411.png"/><Relationship Id="rId162" Type="http://schemas.openxmlformats.org/officeDocument/2006/relationships/customXml" Target="../ink/ink325.xml"/><Relationship Id="rId183" Type="http://schemas.openxmlformats.org/officeDocument/2006/relationships/image" Target="../media/image498.png"/><Relationship Id="rId218" Type="http://schemas.openxmlformats.org/officeDocument/2006/relationships/customXml" Target="../ink/ink353.xml"/><Relationship Id="rId239" Type="http://schemas.openxmlformats.org/officeDocument/2006/relationships/image" Target="../media/image526.png"/><Relationship Id="rId250" Type="http://schemas.openxmlformats.org/officeDocument/2006/relationships/customXml" Target="../ink/ink369.xml"/><Relationship Id="rId271" Type="http://schemas.openxmlformats.org/officeDocument/2006/relationships/image" Target="../media/image74.png"/><Relationship Id="rId292" Type="http://schemas.openxmlformats.org/officeDocument/2006/relationships/image" Target="../media/image84.png"/><Relationship Id="rId24" Type="http://schemas.openxmlformats.org/officeDocument/2006/relationships/customXml" Target="../ink/ink256.xml"/><Relationship Id="rId45" Type="http://schemas.openxmlformats.org/officeDocument/2006/relationships/image" Target="../media/image430.png"/><Relationship Id="rId66" Type="http://schemas.openxmlformats.org/officeDocument/2006/relationships/customXml" Target="../ink/ink277.xml"/><Relationship Id="rId87" Type="http://schemas.openxmlformats.org/officeDocument/2006/relationships/image" Target="../media/image451.png"/><Relationship Id="rId110" Type="http://schemas.openxmlformats.org/officeDocument/2006/relationships/customXml" Target="../ink/ink299.xml"/><Relationship Id="rId131" Type="http://schemas.openxmlformats.org/officeDocument/2006/relationships/image" Target="../media/image472.png"/><Relationship Id="rId152" Type="http://schemas.openxmlformats.org/officeDocument/2006/relationships/customXml" Target="../ink/ink320.xml"/><Relationship Id="rId173" Type="http://schemas.openxmlformats.org/officeDocument/2006/relationships/image" Target="../media/image493.png"/><Relationship Id="rId194" Type="http://schemas.openxmlformats.org/officeDocument/2006/relationships/customXml" Target="../ink/ink341.xml"/><Relationship Id="rId208" Type="http://schemas.openxmlformats.org/officeDocument/2006/relationships/customXml" Target="../ink/ink348.xml"/><Relationship Id="rId229" Type="http://schemas.openxmlformats.org/officeDocument/2006/relationships/image" Target="../media/image521.png"/><Relationship Id="rId240" Type="http://schemas.openxmlformats.org/officeDocument/2006/relationships/customXml" Target="../ink/ink364.xml"/><Relationship Id="rId261" Type="http://schemas.openxmlformats.org/officeDocument/2006/relationships/customXml" Target="../ink/ink375.xml"/><Relationship Id="rId14" Type="http://schemas.openxmlformats.org/officeDocument/2006/relationships/customXml" Target="../ink/ink251.xml"/><Relationship Id="rId35" Type="http://schemas.openxmlformats.org/officeDocument/2006/relationships/image" Target="../media/image425.png"/><Relationship Id="rId56" Type="http://schemas.openxmlformats.org/officeDocument/2006/relationships/customXml" Target="../ink/ink272.xml"/><Relationship Id="rId77" Type="http://schemas.openxmlformats.org/officeDocument/2006/relationships/image" Target="../media/image446.png"/><Relationship Id="rId100" Type="http://schemas.openxmlformats.org/officeDocument/2006/relationships/customXml" Target="../ink/ink294.xml"/><Relationship Id="rId282" Type="http://schemas.openxmlformats.org/officeDocument/2006/relationships/image" Target="../media/image79.png"/><Relationship Id="rId8" Type="http://schemas.openxmlformats.org/officeDocument/2006/relationships/customXml" Target="../ink/ink248.xml"/><Relationship Id="rId98" Type="http://schemas.openxmlformats.org/officeDocument/2006/relationships/customXml" Target="../ink/ink293.xml"/><Relationship Id="rId121" Type="http://schemas.openxmlformats.org/officeDocument/2006/relationships/image" Target="../media/image467.png"/><Relationship Id="rId142" Type="http://schemas.openxmlformats.org/officeDocument/2006/relationships/customXml" Target="../ink/ink315.xml"/><Relationship Id="rId163" Type="http://schemas.openxmlformats.org/officeDocument/2006/relationships/image" Target="../media/image488.png"/><Relationship Id="rId184" Type="http://schemas.openxmlformats.org/officeDocument/2006/relationships/customXml" Target="../ink/ink336.xml"/><Relationship Id="rId219" Type="http://schemas.openxmlformats.org/officeDocument/2006/relationships/image" Target="../media/image516.png"/><Relationship Id="rId230" Type="http://schemas.openxmlformats.org/officeDocument/2006/relationships/customXml" Target="../ink/ink359.xml"/><Relationship Id="rId251" Type="http://schemas.openxmlformats.org/officeDocument/2006/relationships/image" Target="../media/image532.png"/><Relationship Id="rId25" Type="http://schemas.openxmlformats.org/officeDocument/2006/relationships/image" Target="../media/image420.png"/><Relationship Id="rId46" Type="http://schemas.openxmlformats.org/officeDocument/2006/relationships/customXml" Target="../ink/ink267.xml"/><Relationship Id="rId67" Type="http://schemas.openxmlformats.org/officeDocument/2006/relationships/image" Target="../media/image441.png"/><Relationship Id="rId272" Type="http://schemas.openxmlformats.org/officeDocument/2006/relationships/customXml" Target="../ink/ink381.xml"/><Relationship Id="rId293" Type="http://schemas.openxmlformats.org/officeDocument/2006/relationships/customXml" Target="../ink/ink392.xml"/><Relationship Id="rId88" Type="http://schemas.openxmlformats.org/officeDocument/2006/relationships/customXml" Target="../ink/ink288.xml"/><Relationship Id="rId111" Type="http://schemas.openxmlformats.org/officeDocument/2006/relationships/image" Target="../media/image462.png"/><Relationship Id="rId132" Type="http://schemas.openxmlformats.org/officeDocument/2006/relationships/customXml" Target="../ink/ink310.xml"/><Relationship Id="rId153" Type="http://schemas.openxmlformats.org/officeDocument/2006/relationships/image" Target="../media/image483.png"/><Relationship Id="rId174" Type="http://schemas.openxmlformats.org/officeDocument/2006/relationships/customXml" Target="../ink/ink331.xml"/><Relationship Id="rId195" Type="http://schemas.openxmlformats.org/officeDocument/2006/relationships/image" Target="../media/image504.png"/><Relationship Id="rId209" Type="http://schemas.openxmlformats.org/officeDocument/2006/relationships/image" Target="../media/image511.png"/><Relationship Id="rId220" Type="http://schemas.openxmlformats.org/officeDocument/2006/relationships/customXml" Target="../ink/ink354.xml"/><Relationship Id="rId241" Type="http://schemas.openxmlformats.org/officeDocument/2006/relationships/image" Target="../media/image527.png"/><Relationship Id="rId15" Type="http://schemas.openxmlformats.org/officeDocument/2006/relationships/image" Target="../media/image415.png"/><Relationship Id="rId36" Type="http://schemas.openxmlformats.org/officeDocument/2006/relationships/customXml" Target="../ink/ink262.xml"/><Relationship Id="rId57" Type="http://schemas.openxmlformats.org/officeDocument/2006/relationships/image" Target="../media/image436.png"/><Relationship Id="rId262" Type="http://schemas.openxmlformats.org/officeDocument/2006/relationships/customXml" Target="../ink/ink376.xml"/><Relationship Id="rId283" Type="http://schemas.openxmlformats.org/officeDocument/2006/relationships/customXml" Target="../ink/ink387.xml"/><Relationship Id="rId78" Type="http://schemas.openxmlformats.org/officeDocument/2006/relationships/customXml" Target="../ink/ink283.xml"/><Relationship Id="rId99" Type="http://schemas.openxmlformats.org/officeDocument/2006/relationships/image" Target="../media/image456.png"/><Relationship Id="rId101" Type="http://schemas.openxmlformats.org/officeDocument/2006/relationships/image" Target="../media/image457.png"/><Relationship Id="rId122" Type="http://schemas.openxmlformats.org/officeDocument/2006/relationships/customXml" Target="../ink/ink305.xml"/><Relationship Id="rId143" Type="http://schemas.openxmlformats.org/officeDocument/2006/relationships/image" Target="../media/image478.png"/><Relationship Id="rId164" Type="http://schemas.openxmlformats.org/officeDocument/2006/relationships/customXml" Target="../ink/ink326.xml"/><Relationship Id="rId185" Type="http://schemas.openxmlformats.org/officeDocument/2006/relationships/image" Target="../media/image499.png"/><Relationship Id="rId9" Type="http://schemas.openxmlformats.org/officeDocument/2006/relationships/image" Target="../media/image412.png"/><Relationship Id="rId210" Type="http://schemas.openxmlformats.org/officeDocument/2006/relationships/customXml" Target="../ink/ink349.xml"/><Relationship Id="rId26" Type="http://schemas.openxmlformats.org/officeDocument/2006/relationships/customXml" Target="../ink/ink257.xml"/><Relationship Id="rId231" Type="http://schemas.openxmlformats.org/officeDocument/2006/relationships/image" Target="../media/image522.png"/><Relationship Id="rId252" Type="http://schemas.openxmlformats.org/officeDocument/2006/relationships/customXml" Target="../ink/ink370.xml"/><Relationship Id="rId273" Type="http://schemas.openxmlformats.org/officeDocument/2006/relationships/image" Target="../media/image75.png"/><Relationship Id="rId294" Type="http://schemas.openxmlformats.org/officeDocument/2006/relationships/image" Target="../media/image85.png"/><Relationship Id="rId47" Type="http://schemas.openxmlformats.org/officeDocument/2006/relationships/image" Target="../media/image431.png"/><Relationship Id="rId68" Type="http://schemas.openxmlformats.org/officeDocument/2006/relationships/customXml" Target="../ink/ink278.xml"/><Relationship Id="rId89" Type="http://schemas.openxmlformats.org/officeDocument/2006/relationships/image" Target="../media/image452.png"/><Relationship Id="rId112" Type="http://schemas.openxmlformats.org/officeDocument/2006/relationships/customXml" Target="../ink/ink300.xml"/><Relationship Id="rId133" Type="http://schemas.openxmlformats.org/officeDocument/2006/relationships/image" Target="../media/image473.png"/><Relationship Id="rId154" Type="http://schemas.openxmlformats.org/officeDocument/2006/relationships/customXml" Target="../ink/ink321.xml"/><Relationship Id="rId175" Type="http://schemas.openxmlformats.org/officeDocument/2006/relationships/image" Target="../media/image494.png"/><Relationship Id="rId196" Type="http://schemas.openxmlformats.org/officeDocument/2006/relationships/customXml" Target="../ink/ink342.xml"/><Relationship Id="rId200" Type="http://schemas.openxmlformats.org/officeDocument/2006/relationships/customXml" Target="../ink/ink344.xml"/><Relationship Id="rId16" Type="http://schemas.openxmlformats.org/officeDocument/2006/relationships/customXml" Target="../ink/ink252.xml"/><Relationship Id="rId221" Type="http://schemas.openxmlformats.org/officeDocument/2006/relationships/image" Target="../media/image517.png"/><Relationship Id="rId242" Type="http://schemas.openxmlformats.org/officeDocument/2006/relationships/customXml" Target="../ink/ink365.xml"/><Relationship Id="rId263" Type="http://schemas.openxmlformats.org/officeDocument/2006/relationships/image" Target="../media/image70.png"/><Relationship Id="rId284" Type="http://schemas.openxmlformats.org/officeDocument/2006/relationships/image" Target="../media/image80.png"/><Relationship Id="rId37" Type="http://schemas.openxmlformats.org/officeDocument/2006/relationships/image" Target="../media/image426.png"/><Relationship Id="rId58" Type="http://schemas.openxmlformats.org/officeDocument/2006/relationships/customXml" Target="../ink/ink273.xml"/><Relationship Id="rId79" Type="http://schemas.openxmlformats.org/officeDocument/2006/relationships/image" Target="../media/image447.png"/><Relationship Id="rId102" Type="http://schemas.openxmlformats.org/officeDocument/2006/relationships/customXml" Target="../ink/ink295.xml"/><Relationship Id="rId123" Type="http://schemas.openxmlformats.org/officeDocument/2006/relationships/image" Target="../media/image468.png"/><Relationship Id="rId144" Type="http://schemas.openxmlformats.org/officeDocument/2006/relationships/customXml" Target="../ink/ink316.xml"/><Relationship Id="rId90" Type="http://schemas.openxmlformats.org/officeDocument/2006/relationships/customXml" Target="../ink/ink289.xml"/><Relationship Id="rId165" Type="http://schemas.openxmlformats.org/officeDocument/2006/relationships/image" Target="../media/image489.png"/><Relationship Id="rId186" Type="http://schemas.openxmlformats.org/officeDocument/2006/relationships/customXml" Target="../ink/ink337.xml"/><Relationship Id="rId211" Type="http://schemas.openxmlformats.org/officeDocument/2006/relationships/image" Target="../media/image512.png"/><Relationship Id="rId232" Type="http://schemas.openxmlformats.org/officeDocument/2006/relationships/customXml" Target="../ink/ink360.xml"/><Relationship Id="rId253" Type="http://schemas.openxmlformats.org/officeDocument/2006/relationships/image" Target="../media/image533.png"/><Relationship Id="rId274" Type="http://schemas.openxmlformats.org/officeDocument/2006/relationships/customXml" Target="../ink/ink382.xml"/><Relationship Id="rId295" Type="http://schemas.openxmlformats.org/officeDocument/2006/relationships/customXml" Target="../ink/ink393.xml"/><Relationship Id="rId27" Type="http://schemas.openxmlformats.org/officeDocument/2006/relationships/image" Target="../media/image421.png"/><Relationship Id="rId48" Type="http://schemas.openxmlformats.org/officeDocument/2006/relationships/customXml" Target="../ink/ink268.xml"/><Relationship Id="rId69" Type="http://schemas.openxmlformats.org/officeDocument/2006/relationships/image" Target="../media/image442.png"/><Relationship Id="rId113" Type="http://schemas.openxmlformats.org/officeDocument/2006/relationships/image" Target="../media/image463.png"/><Relationship Id="rId134" Type="http://schemas.openxmlformats.org/officeDocument/2006/relationships/customXml" Target="../ink/ink311.xml"/><Relationship Id="rId80" Type="http://schemas.openxmlformats.org/officeDocument/2006/relationships/customXml" Target="../ink/ink284.xml"/><Relationship Id="rId155" Type="http://schemas.openxmlformats.org/officeDocument/2006/relationships/image" Target="../media/image484.png"/><Relationship Id="rId176" Type="http://schemas.openxmlformats.org/officeDocument/2006/relationships/customXml" Target="../ink/ink332.xml"/><Relationship Id="rId197" Type="http://schemas.openxmlformats.org/officeDocument/2006/relationships/image" Target="../media/image505.png"/><Relationship Id="rId201" Type="http://schemas.openxmlformats.org/officeDocument/2006/relationships/image" Target="../media/image507.png"/><Relationship Id="rId222" Type="http://schemas.openxmlformats.org/officeDocument/2006/relationships/customXml" Target="../ink/ink355.xml"/><Relationship Id="rId243" Type="http://schemas.openxmlformats.org/officeDocument/2006/relationships/image" Target="../media/image528.png"/><Relationship Id="rId264" Type="http://schemas.openxmlformats.org/officeDocument/2006/relationships/customXml" Target="../ink/ink377.xml"/><Relationship Id="rId285" Type="http://schemas.openxmlformats.org/officeDocument/2006/relationships/customXml" Target="../ink/ink388.xml"/><Relationship Id="rId17" Type="http://schemas.openxmlformats.org/officeDocument/2006/relationships/image" Target="../media/image416.png"/><Relationship Id="rId38" Type="http://schemas.openxmlformats.org/officeDocument/2006/relationships/customXml" Target="../ink/ink263.xml"/><Relationship Id="rId59" Type="http://schemas.openxmlformats.org/officeDocument/2006/relationships/image" Target="../media/image437.png"/><Relationship Id="rId103" Type="http://schemas.openxmlformats.org/officeDocument/2006/relationships/image" Target="../media/image458.png"/><Relationship Id="rId124" Type="http://schemas.openxmlformats.org/officeDocument/2006/relationships/customXml" Target="../ink/ink306.xml"/><Relationship Id="rId70" Type="http://schemas.openxmlformats.org/officeDocument/2006/relationships/customXml" Target="../ink/ink279.xml"/><Relationship Id="rId91" Type="http://schemas.openxmlformats.org/officeDocument/2006/relationships/image" Target="../media/image453.png"/><Relationship Id="rId145" Type="http://schemas.openxmlformats.org/officeDocument/2006/relationships/image" Target="../media/image479.png"/><Relationship Id="rId166" Type="http://schemas.openxmlformats.org/officeDocument/2006/relationships/customXml" Target="../ink/ink327.xml"/><Relationship Id="rId187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50.xml"/><Relationship Id="rId233" Type="http://schemas.openxmlformats.org/officeDocument/2006/relationships/image" Target="../media/image523.png"/><Relationship Id="rId254" Type="http://schemas.openxmlformats.org/officeDocument/2006/relationships/customXml" Target="../ink/ink371.xml"/><Relationship Id="rId28" Type="http://schemas.openxmlformats.org/officeDocument/2006/relationships/customXml" Target="../ink/ink258.xml"/><Relationship Id="rId49" Type="http://schemas.openxmlformats.org/officeDocument/2006/relationships/image" Target="../media/image432.png"/><Relationship Id="rId114" Type="http://schemas.openxmlformats.org/officeDocument/2006/relationships/customXml" Target="../ink/ink301.xml"/><Relationship Id="rId275" Type="http://schemas.openxmlformats.org/officeDocument/2006/relationships/customXml" Target="../ink/ink383.xml"/><Relationship Id="rId296" Type="http://schemas.openxmlformats.org/officeDocument/2006/relationships/image" Target="../media/image86.png"/><Relationship Id="rId60" Type="http://schemas.openxmlformats.org/officeDocument/2006/relationships/customXml" Target="../ink/ink274.xml"/><Relationship Id="rId81" Type="http://schemas.openxmlformats.org/officeDocument/2006/relationships/image" Target="../media/image448.png"/><Relationship Id="rId135" Type="http://schemas.openxmlformats.org/officeDocument/2006/relationships/image" Target="../media/image474.png"/><Relationship Id="rId156" Type="http://schemas.openxmlformats.org/officeDocument/2006/relationships/customXml" Target="../ink/ink322.xml"/><Relationship Id="rId177" Type="http://schemas.openxmlformats.org/officeDocument/2006/relationships/image" Target="../media/image495.png"/><Relationship Id="rId198" Type="http://schemas.openxmlformats.org/officeDocument/2006/relationships/customXml" Target="../ink/ink343.xml"/><Relationship Id="rId202" Type="http://schemas.openxmlformats.org/officeDocument/2006/relationships/customXml" Target="../ink/ink345.xml"/><Relationship Id="rId223" Type="http://schemas.openxmlformats.org/officeDocument/2006/relationships/image" Target="../media/image518.png"/><Relationship Id="rId244" Type="http://schemas.openxmlformats.org/officeDocument/2006/relationships/customXml" Target="../ink/ink366.xml"/><Relationship Id="rId18" Type="http://schemas.openxmlformats.org/officeDocument/2006/relationships/customXml" Target="../ink/ink253.xml"/><Relationship Id="rId39" Type="http://schemas.openxmlformats.org/officeDocument/2006/relationships/image" Target="../media/image427.png"/><Relationship Id="rId265" Type="http://schemas.openxmlformats.org/officeDocument/2006/relationships/image" Target="../media/image71.png"/><Relationship Id="rId286" Type="http://schemas.openxmlformats.org/officeDocument/2006/relationships/image" Target="../media/image81.png"/><Relationship Id="rId50" Type="http://schemas.openxmlformats.org/officeDocument/2006/relationships/customXml" Target="../ink/ink269.xml"/><Relationship Id="rId104" Type="http://schemas.openxmlformats.org/officeDocument/2006/relationships/customXml" Target="../ink/ink296.xml"/><Relationship Id="rId125" Type="http://schemas.openxmlformats.org/officeDocument/2006/relationships/image" Target="../media/image469.png"/><Relationship Id="rId146" Type="http://schemas.openxmlformats.org/officeDocument/2006/relationships/customXml" Target="../ink/ink317.xml"/><Relationship Id="rId167" Type="http://schemas.openxmlformats.org/officeDocument/2006/relationships/image" Target="../media/image490.png"/><Relationship Id="rId188" Type="http://schemas.openxmlformats.org/officeDocument/2006/relationships/customXml" Target="../ink/ink338.xml"/><Relationship Id="rId71" Type="http://schemas.openxmlformats.org/officeDocument/2006/relationships/image" Target="../media/image443.png"/><Relationship Id="rId92" Type="http://schemas.openxmlformats.org/officeDocument/2006/relationships/customXml" Target="../ink/ink290.xml"/><Relationship Id="rId213" Type="http://schemas.openxmlformats.org/officeDocument/2006/relationships/image" Target="../media/image513.png"/><Relationship Id="rId234" Type="http://schemas.openxmlformats.org/officeDocument/2006/relationships/customXml" Target="../ink/ink361.xml"/><Relationship Id="rId2" Type="http://schemas.openxmlformats.org/officeDocument/2006/relationships/customXml" Target="../ink/ink245.xml"/><Relationship Id="rId29" Type="http://schemas.openxmlformats.org/officeDocument/2006/relationships/image" Target="../media/image422.png"/><Relationship Id="rId255" Type="http://schemas.openxmlformats.org/officeDocument/2006/relationships/image" Target="../media/image534.png"/><Relationship Id="rId276" Type="http://schemas.openxmlformats.org/officeDocument/2006/relationships/image" Target="../media/image76.png"/><Relationship Id="rId297" Type="http://schemas.openxmlformats.org/officeDocument/2006/relationships/customXml" Target="../ink/ink394.xml"/><Relationship Id="rId40" Type="http://schemas.openxmlformats.org/officeDocument/2006/relationships/customXml" Target="../ink/ink264.xml"/><Relationship Id="rId115" Type="http://schemas.openxmlformats.org/officeDocument/2006/relationships/image" Target="../media/image464.png"/><Relationship Id="rId136" Type="http://schemas.openxmlformats.org/officeDocument/2006/relationships/customXml" Target="../ink/ink312.xml"/><Relationship Id="rId157" Type="http://schemas.openxmlformats.org/officeDocument/2006/relationships/image" Target="../media/image485.png"/><Relationship Id="rId178" Type="http://schemas.openxmlformats.org/officeDocument/2006/relationships/customXml" Target="../ink/ink333.xml"/><Relationship Id="rId61" Type="http://schemas.openxmlformats.org/officeDocument/2006/relationships/image" Target="../media/image438.png"/><Relationship Id="rId82" Type="http://schemas.openxmlformats.org/officeDocument/2006/relationships/customXml" Target="../ink/ink285.xml"/><Relationship Id="rId199" Type="http://schemas.openxmlformats.org/officeDocument/2006/relationships/image" Target="../media/image506.png"/><Relationship Id="rId203" Type="http://schemas.openxmlformats.org/officeDocument/2006/relationships/image" Target="../media/image508.png"/><Relationship Id="rId19" Type="http://schemas.openxmlformats.org/officeDocument/2006/relationships/image" Target="../media/image417.png"/><Relationship Id="rId224" Type="http://schemas.openxmlformats.org/officeDocument/2006/relationships/customXml" Target="../ink/ink356.xml"/><Relationship Id="rId245" Type="http://schemas.openxmlformats.org/officeDocument/2006/relationships/image" Target="../media/image529.png"/><Relationship Id="rId266" Type="http://schemas.openxmlformats.org/officeDocument/2006/relationships/customXml" Target="../ink/ink378.xml"/><Relationship Id="rId287" Type="http://schemas.openxmlformats.org/officeDocument/2006/relationships/customXml" Target="../ink/ink389.xml"/><Relationship Id="rId30" Type="http://schemas.openxmlformats.org/officeDocument/2006/relationships/customXml" Target="../ink/ink259.xml"/><Relationship Id="rId105" Type="http://schemas.openxmlformats.org/officeDocument/2006/relationships/image" Target="../media/image459.png"/><Relationship Id="rId126" Type="http://schemas.openxmlformats.org/officeDocument/2006/relationships/customXml" Target="../ink/ink307.xml"/><Relationship Id="rId147" Type="http://schemas.openxmlformats.org/officeDocument/2006/relationships/image" Target="../media/image480.png"/><Relationship Id="rId168" Type="http://schemas.openxmlformats.org/officeDocument/2006/relationships/customXml" Target="../ink/ink328.xml"/><Relationship Id="rId51" Type="http://schemas.openxmlformats.org/officeDocument/2006/relationships/image" Target="../media/image433.png"/><Relationship Id="rId72" Type="http://schemas.openxmlformats.org/officeDocument/2006/relationships/customXml" Target="../ink/ink280.xml"/><Relationship Id="rId93" Type="http://schemas.openxmlformats.org/officeDocument/2006/relationships/image" Target="../media/image454.png"/><Relationship Id="rId189" Type="http://schemas.openxmlformats.org/officeDocument/2006/relationships/image" Target="../media/image501.png"/><Relationship Id="rId3" Type="http://schemas.openxmlformats.org/officeDocument/2006/relationships/image" Target="../media/image409.png"/><Relationship Id="rId214" Type="http://schemas.openxmlformats.org/officeDocument/2006/relationships/customXml" Target="../ink/ink351.xml"/><Relationship Id="rId235" Type="http://schemas.openxmlformats.org/officeDocument/2006/relationships/image" Target="../media/image524.png"/><Relationship Id="rId256" Type="http://schemas.openxmlformats.org/officeDocument/2006/relationships/customXml" Target="../ink/ink372.xml"/><Relationship Id="rId277" Type="http://schemas.openxmlformats.org/officeDocument/2006/relationships/customXml" Target="../ink/ink384.xml"/><Relationship Id="rId298" Type="http://schemas.openxmlformats.org/officeDocument/2006/relationships/image" Target="../media/image87.png"/><Relationship Id="rId116" Type="http://schemas.openxmlformats.org/officeDocument/2006/relationships/customXml" Target="../ink/ink302.xml"/><Relationship Id="rId137" Type="http://schemas.openxmlformats.org/officeDocument/2006/relationships/image" Target="../media/image475.png"/><Relationship Id="rId158" Type="http://schemas.openxmlformats.org/officeDocument/2006/relationships/customXml" Target="../ink/ink323.xml"/><Relationship Id="rId20" Type="http://schemas.openxmlformats.org/officeDocument/2006/relationships/customXml" Target="../ink/ink254.xml"/><Relationship Id="rId41" Type="http://schemas.openxmlformats.org/officeDocument/2006/relationships/image" Target="../media/image428.png"/><Relationship Id="rId62" Type="http://schemas.openxmlformats.org/officeDocument/2006/relationships/customXml" Target="../ink/ink275.xml"/><Relationship Id="rId83" Type="http://schemas.openxmlformats.org/officeDocument/2006/relationships/image" Target="../media/image449.png"/><Relationship Id="rId179" Type="http://schemas.openxmlformats.org/officeDocument/2006/relationships/image" Target="../media/image496.png"/><Relationship Id="rId190" Type="http://schemas.openxmlformats.org/officeDocument/2006/relationships/customXml" Target="../ink/ink339.xml"/><Relationship Id="rId204" Type="http://schemas.openxmlformats.org/officeDocument/2006/relationships/customXml" Target="../ink/ink346.xml"/><Relationship Id="rId225" Type="http://schemas.openxmlformats.org/officeDocument/2006/relationships/image" Target="../media/image519.png"/><Relationship Id="rId246" Type="http://schemas.openxmlformats.org/officeDocument/2006/relationships/customXml" Target="../ink/ink367.xml"/><Relationship Id="rId267" Type="http://schemas.openxmlformats.org/officeDocument/2006/relationships/image" Target="../media/image72.png"/><Relationship Id="rId288" Type="http://schemas.openxmlformats.org/officeDocument/2006/relationships/image" Target="../media/image82.png"/><Relationship Id="rId106" Type="http://schemas.openxmlformats.org/officeDocument/2006/relationships/customXml" Target="../ink/ink297.xml"/><Relationship Id="rId127" Type="http://schemas.openxmlformats.org/officeDocument/2006/relationships/image" Target="../media/image470.png"/><Relationship Id="rId10" Type="http://schemas.openxmlformats.org/officeDocument/2006/relationships/customXml" Target="../ink/ink249.xml"/><Relationship Id="rId31" Type="http://schemas.openxmlformats.org/officeDocument/2006/relationships/image" Target="../media/image423.png"/><Relationship Id="rId52" Type="http://schemas.openxmlformats.org/officeDocument/2006/relationships/customXml" Target="../ink/ink270.xml"/><Relationship Id="rId73" Type="http://schemas.openxmlformats.org/officeDocument/2006/relationships/image" Target="../media/image444.png"/><Relationship Id="rId94" Type="http://schemas.openxmlformats.org/officeDocument/2006/relationships/customXml" Target="../ink/ink291.xml"/><Relationship Id="rId148" Type="http://schemas.openxmlformats.org/officeDocument/2006/relationships/customXml" Target="../ink/ink318.xml"/><Relationship Id="rId169" Type="http://schemas.openxmlformats.org/officeDocument/2006/relationships/image" Target="../media/image491.png"/><Relationship Id="rId4" Type="http://schemas.openxmlformats.org/officeDocument/2006/relationships/customXml" Target="../ink/ink246.xml"/><Relationship Id="rId180" Type="http://schemas.openxmlformats.org/officeDocument/2006/relationships/customXml" Target="../ink/ink334.xml"/><Relationship Id="rId215" Type="http://schemas.openxmlformats.org/officeDocument/2006/relationships/image" Target="../media/image514.png"/><Relationship Id="rId236" Type="http://schemas.openxmlformats.org/officeDocument/2006/relationships/customXml" Target="../ink/ink362.xml"/><Relationship Id="rId257" Type="http://schemas.openxmlformats.org/officeDocument/2006/relationships/image" Target="../media/image535.png"/><Relationship Id="rId278" Type="http://schemas.openxmlformats.org/officeDocument/2006/relationships/image" Target="../media/image77.png"/><Relationship Id="rId42" Type="http://schemas.openxmlformats.org/officeDocument/2006/relationships/customXml" Target="../ink/ink265.xml"/><Relationship Id="rId84" Type="http://schemas.openxmlformats.org/officeDocument/2006/relationships/customXml" Target="../ink/ink286.xml"/><Relationship Id="rId138" Type="http://schemas.openxmlformats.org/officeDocument/2006/relationships/customXml" Target="../ink/ink313.xml"/><Relationship Id="rId191" Type="http://schemas.openxmlformats.org/officeDocument/2006/relationships/image" Target="../media/image502.png"/><Relationship Id="rId205" Type="http://schemas.openxmlformats.org/officeDocument/2006/relationships/image" Target="../media/image509.png"/><Relationship Id="rId247" Type="http://schemas.openxmlformats.org/officeDocument/2006/relationships/image" Target="../media/image530.png"/><Relationship Id="rId107" Type="http://schemas.openxmlformats.org/officeDocument/2006/relationships/image" Target="../media/image460.png"/><Relationship Id="rId289" Type="http://schemas.openxmlformats.org/officeDocument/2006/relationships/customXml" Target="../ink/ink390.xml"/><Relationship Id="rId11" Type="http://schemas.openxmlformats.org/officeDocument/2006/relationships/image" Target="../media/image413.png"/><Relationship Id="rId53" Type="http://schemas.openxmlformats.org/officeDocument/2006/relationships/image" Target="../media/image434.png"/><Relationship Id="rId149" Type="http://schemas.openxmlformats.org/officeDocument/2006/relationships/image" Target="../media/image481.png"/><Relationship Id="rId95" Type="http://schemas.openxmlformats.org/officeDocument/2006/relationships/image" Target="../media/image455.png"/><Relationship Id="rId160" Type="http://schemas.openxmlformats.org/officeDocument/2006/relationships/customXml" Target="../ink/ink324.xml"/><Relationship Id="rId216" Type="http://schemas.openxmlformats.org/officeDocument/2006/relationships/customXml" Target="../ink/ink352.xml"/><Relationship Id="rId258" Type="http://schemas.openxmlformats.org/officeDocument/2006/relationships/customXml" Target="../ink/ink373.xml"/><Relationship Id="rId22" Type="http://schemas.openxmlformats.org/officeDocument/2006/relationships/customXml" Target="../ink/ink255.xml"/><Relationship Id="rId64" Type="http://schemas.openxmlformats.org/officeDocument/2006/relationships/customXml" Target="../ink/ink276.xml"/><Relationship Id="rId118" Type="http://schemas.openxmlformats.org/officeDocument/2006/relationships/customXml" Target="../ink/ink303.xml"/><Relationship Id="rId171" Type="http://schemas.openxmlformats.org/officeDocument/2006/relationships/image" Target="../media/image492.png"/><Relationship Id="rId227" Type="http://schemas.openxmlformats.org/officeDocument/2006/relationships/image" Target="../media/image520.png"/><Relationship Id="rId269" Type="http://schemas.openxmlformats.org/officeDocument/2006/relationships/image" Target="../media/image73.png"/><Relationship Id="rId33" Type="http://schemas.openxmlformats.org/officeDocument/2006/relationships/image" Target="../media/image424.png"/><Relationship Id="rId129" Type="http://schemas.openxmlformats.org/officeDocument/2006/relationships/image" Target="../media/image471.png"/><Relationship Id="rId280" Type="http://schemas.openxmlformats.org/officeDocument/2006/relationships/image" Target="../media/image78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4.png"/><Relationship Id="rId671" Type="http://schemas.openxmlformats.org/officeDocument/2006/relationships/customXml" Target="../ink/ink735.xml"/><Relationship Id="rId21" Type="http://schemas.openxmlformats.org/officeDocument/2006/relationships/image" Target="../media/image546.png"/><Relationship Id="rId324" Type="http://schemas.openxmlformats.org/officeDocument/2006/relationships/image" Target="../media/image696.png"/><Relationship Id="rId531" Type="http://schemas.openxmlformats.org/officeDocument/2006/relationships/customXml" Target="../ink/ink659.xml"/><Relationship Id="rId629" Type="http://schemas.openxmlformats.org/officeDocument/2006/relationships/customXml" Target="../ink/ink710.xml"/><Relationship Id="rId170" Type="http://schemas.openxmlformats.org/officeDocument/2006/relationships/customXml" Target="../ink/ink479.xml"/><Relationship Id="rId268" Type="http://schemas.openxmlformats.org/officeDocument/2006/relationships/customXml" Target="../ink/ink528.xml"/><Relationship Id="rId475" Type="http://schemas.openxmlformats.org/officeDocument/2006/relationships/customXml" Target="../ink/ink631.xml"/><Relationship Id="rId682" Type="http://schemas.openxmlformats.org/officeDocument/2006/relationships/customXml" Target="../ink/ink741.xml"/><Relationship Id="rId32" Type="http://schemas.openxmlformats.org/officeDocument/2006/relationships/customXml" Target="../ink/ink410.xml"/><Relationship Id="rId128" Type="http://schemas.openxmlformats.org/officeDocument/2006/relationships/customXml" Target="../ink/ink458.xml"/><Relationship Id="rId542" Type="http://schemas.openxmlformats.org/officeDocument/2006/relationships/image" Target="../media/image805.png"/><Relationship Id="rId181" Type="http://schemas.openxmlformats.org/officeDocument/2006/relationships/image" Target="../media/image625.png"/><Relationship Id="rId402" Type="http://schemas.openxmlformats.org/officeDocument/2006/relationships/image" Target="../media/image735.png"/><Relationship Id="rId279" Type="http://schemas.openxmlformats.org/officeDocument/2006/relationships/image" Target="../media/image674.png"/><Relationship Id="rId486" Type="http://schemas.openxmlformats.org/officeDocument/2006/relationships/image" Target="../media/image777.png"/><Relationship Id="rId693" Type="http://schemas.openxmlformats.org/officeDocument/2006/relationships/customXml" Target="../ink/ink748.xml"/><Relationship Id="rId707" Type="http://schemas.openxmlformats.org/officeDocument/2006/relationships/image" Target="../media/image112.png"/><Relationship Id="rId43" Type="http://schemas.openxmlformats.org/officeDocument/2006/relationships/image" Target="../media/image557.png"/><Relationship Id="rId139" Type="http://schemas.openxmlformats.org/officeDocument/2006/relationships/image" Target="../media/image605.png"/><Relationship Id="rId346" Type="http://schemas.openxmlformats.org/officeDocument/2006/relationships/image" Target="../media/image707.png"/><Relationship Id="rId553" Type="http://schemas.openxmlformats.org/officeDocument/2006/relationships/customXml" Target="../ink/ink670.xml"/><Relationship Id="rId192" Type="http://schemas.openxmlformats.org/officeDocument/2006/relationships/customXml" Target="../ink/ink490.xml"/><Relationship Id="rId206" Type="http://schemas.openxmlformats.org/officeDocument/2006/relationships/customXml" Target="../ink/ink497.xml"/><Relationship Id="rId413" Type="http://schemas.openxmlformats.org/officeDocument/2006/relationships/customXml" Target="../ink/ink600.xml"/><Relationship Id="rId497" Type="http://schemas.openxmlformats.org/officeDocument/2006/relationships/customXml" Target="../ink/ink642.xml"/><Relationship Id="rId620" Type="http://schemas.openxmlformats.org/officeDocument/2006/relationships/image" Target="../media/image840.png"/><Relationship Id="rId718" Type="http://schemas.openxmlformats.org/officeDocument/2006/relationships/customXml" Target="../ink/ink762.xml"/><Relationship Id="rId357" Type="http://schemas.openxmlformats.org/officeDocument/2006/relationships/customXml" Target="../ink/ink572.xml"/><Relationship Id="rId54" Type="http://schemas.openxmlformats.org/officeDocument/2006/relationships/customXml" Target="../ink/ink421.xml"/><Relationship Id="rId217" Type="http://schemas.openxmlformats.org/officeDocument/2006/relationships/image" Target="../media/image643.png"/><Relationship Id="rId564" Type="http://schemas.openxmlformats.org/officeDocument/2006/relationships/image" Target="../media/image816.png"/><Relationship Id="rId424" Type="http://schemas.openxmlformats.org/officeDocument/2006/relationships/image" Target="../media/image746.png"/><Relationship Id="rId631" Type="http://schemas.openxmlformats.org/officeDocument/2006/relationships/image" Target="../media/image845.png"/><Relationship Id="rId729" Type="http://schemas.openxmlformats.org/officeDocument/2006/relationships/customXml" Target="../ink/ink769.xml"/><Relationship Id="rId270" Type="http://schemas.openxmlformats.org/officeDocument/2006/relationships/customXml" Target="../ink/ink529.xml"/><Relationship Id="rId65" Type="http://schemas.openxmlformats.org/officeDocument/2006/relationships/image" Target="../media/image568.png"/><Relationship Id="rId130" Type="http://schemas.openxmlformats.org/officeDocument/2006/relationships/customXml" Target="../ink/ink459.xml"/><Relationship Id="rId368" Type="http://schemas.openxmlformats.org/officeDocument/2006/relationships/image" Target="../media/image718.png"/><Relationship Id="rId575" Type="http://schemas.openxmlformats.org/officeDocument/2006/relationships/customXml" Target="../ink/ink681.xml"/><Relationship Id="rId228" Type="http://schemas.openxmlformats.org/officeDocument/2006/relationships/customXml" Target="../ink/ink508.xml"/><Relationship Id="rId435" Type="http://schemas.openxmlformats.org/officeDocument/2006/relationships/customXml" Target="../ink/ink611.xml"/><Relationship Id="rId642" Type="http://schemas.openxmlformats.org/officeDocument/2006/relationships/customXml" Target="../ink/ink717.xml"/><Relationship Id="rId281" Type="http://schemas.openxmlformats.org/officeDocument/2006/relationships/image" Target="../media/image675.png"/><Relationship Id="rId502" Type="http://schemas.openxmlformats.org/officeDocument/2006/relationships/image" Target="../media/image785.png"/><Relationship Id="rId76" Type="http://schemas.openxmlformats.org/officeDocument/2006/relationships/customXml" Target="../ink/ink432.xml"/><Relationship Id="rId141" Type="http://schemas.openxmlformats.org/officeDocument/2006/relationships/image" Target="../media/image606.png"/><Relationship Id="rId379" Type="http://schemas.openxmlformats.org/officeDocument/2006/relationships/customXml" Target="../ink/ink583.xml"/><Relationship Id="rId586" Type="http://schemas.openxmlformats.org/officeDocument/2006/relationships/image" Target="../media/image827.png"/><Relationship Id="rId7" Type="http://schemas.openxmlformats.org/officeDocument/2006/relationships/image" Target="../media/image539.png"/><Relationship Id="rId239" Type="http://schemas.openxmlformats.org/officeDocument/2006/relationships/image" Target="../media/image654.png"/><Relationship Id="rId446" Type="http://schemas.openxmlformats.org/officeDocument/2006/relationships/image" Target="../media/image757.png"/><Relationship Id="rId653" Type="http://schemas.openxmlformats.org/officeDocument/2006/relationships/customXml" Target="../ink/ink724.xml"/><Relationship Id="rId292" Type="http://schemas.openxmlformats.org/officeDocument/2006/relationships/customXml" Target="../ink/ink540.xml"/><Relationship Id="rId306" Type="http://schemas.openxmlformats.org/officeDocument/2006/relationships/customXml" Target="../ink/ink547.xml"/><Relationship Id="rId87" Type="http://schemas.openxmlformats.org/officeDocument/2006/relationships/image" Target="../media/image579.png"/><Relationship Id="rId513" Type="http://schemas.openxmlformats.org/officeDocument/2006/relationships/customXml" Target="../ink/ink650.xml"/><Relationship Id="rId597" Type="http://schemas.openxmlformats.org/officeDocument/2006/relationships/customXml" Target="../ink/ink692.xml"/><Relationship Id="rId720" Type="http://schemas.openxmlformats.org/officeDocument/2006/relationships/customXml" Target="../ink/ink763.xml"/><Relationship Id="rId152" Type="http://schemas.openxmlformats.org/officeDocument/2006/relationships/customXml" Target="../ink/ink470.xml"/><Relationship Id="rId457" Type="http://schemas.openxmlformats.org/officeDocument/2006/relationships/customXml" Target="../ink/ink622.xml"/><Relationship Id="rId664" Type="http://schemas.openxmlformats.org/officeDocument/2006/relationships/image" Target="../media/image94.png"/><Relationship Id="rId14" Type="http://schemas.openxmlformats.org/officeDocument/2006/relationships/customXml" Target="../ink/ink401.xml"/><Relationship Id="rId317" Type="http://schemas.openxmlformats.org/officeDocument/2006/relationships/customXml" Target="../ink/ink553.xml"/><Relationship Id="rId524" Type="http://schemas.openxmlformats.org/officeDocument/2006/relationships/image" Target="../media/image796.png"/><Relationship Id="rId731" Type="http://schemas.openxmlformats.org/officeDocument/2006/relationships/customXml" Target="../ink/ink771.xml"/><Relationship Id="rId98" Type="http://schemas.openxmlformats.org/officeDocument/2006/relationships/customXml" Target="../ink/ink443.xml"/><Relationship Id="rId163" Type="http://schemas.openxmlformats.org/officeDocument/2006/relationships/image" Target="../media/image616.png"/><Relationship Id="rId370" Type="http://schemas.openxmlformats.org/officeDocument/2006/relationships/image" Target="../media/image719.png"/><Relationship Id="rId230" Type="http://schemas.openxmlformats.org/officeDocument/2006/relationships/customXml" Target="../ink/ink509.xml"/><Relationship Id="rId468" Type="http://schemas.openxmlformats.org/officeDocument/2006/relationships/image" Target="../media/image768.png"/><Relationship Id="rId675" Type="http://schemas.openxmlformats.org/officeDocument/2006/relationships/customXml" Target="../ink/ink737.xml"/><Relationship Id="rId25" Type="http://schemas.openxmlformats.org/officeDocument/2006/relationships/image" Target="../media/image548.png"/><Relationship Id="rId328" Type="http://schemas.openxmlformats.org/officeDocument/2006/relationships/image" Target="../media/image698.png"/><Relationship Id="rId535" Type="http://schemas.openxmlformats.org/officeDocument/2006/relationships/customXml" Target="../ink/ink661.xml"/><Relationship Id="rId174" Type="http://schemas.openxmlformats.org/officeDocument/2006/relationships/customXml" Target="../ink/ink481.xml"/><Relationship Id="rId381" Type="http://schemas.openxmlformats.org/officeDocument/2006/relationships/customXml" Target="../ink/ink584.xml"/><Relationship Id="rId602" Type="http://schemas.openxmlformats.org/officeDocument/2006/relationships/image" Target="../media/image834.png"/><Relationship Id="rId241" Type="http://schemas.openxmlformats.org/officeDocument/2006/relationships/image" Target="../media/image655.png"/><Relationship Id="rId479" Type="http://schemas.openxmlformats.org/officeDocument/2006/relationships/customXml" Target="../ink/ink633.xml"/><Relationship Id="rId686" Type="http://schemas.openxmlformats.org/officeDocument/2006/relationships/customXml" Target="../ink/ink743.xml"/><Relationship Id="rId36" Type="http://schemas.openxmlformats.org/officeDocument/2006/relationships/customXml" Target="../ink/ink412.xml"/><Relationship Id="rId339" Type="http://schemas.openxmlformats.org/officeDocument/2006/relationships/customXml" Target="../ink/ink563.xml"/><Relationship Id="rId546" Type="http://schemas.openxmlformats.org/officeDocument/2006/relationships/image" Target="../media/image807.png"/><Relationship Id="rId101" Type="http://schemas.openxmlformats.org/officeDocument/2006/relationships/image" Target="../media/image586.png"/><Relationship Id="rId185" Type="http://schemas.openxmlformats.org/officeDocument/2006/relationships/image" Target="../media/image627.png"/><Relationship Id="rId406" Type="http://schemas.openxmlformats.org/officeDocument/2006/relationships/image" Target="../media/image737.png"/><Relationship Id="rId392" Type="http://schemas.openxmlformats.org/officeDocument/2006/relationships/image" Target="../media/image730.png"/><Relationship Id="rId613" Type="http://schemas.openxmlformats.org/officeDocument/2006/relationships/customXml" Target="../ink/ink702.xml"/><Relationship Id="rId697" Type="http://schemas.openxmlformats.org/officeDocument/2006/relationships/image" Target="../media/image107.png"/><Relationship Id="rId252" Type="http://schemas.openxmlformats.org/officeDocument/2006/relationships/customXml" Target="../ink/ink520.xml"/><Relationship Id="rId47" Type="http://schemas.openxmlformats.org/officeDocument/2006/relationships/image" Target="../media/image559.png"/><Relationship Id="rId112" Type="http://schemas.openxmlformats.org/officeDocument/2006/relationships/customXml" Target="../ink/ink450.xml"/><Relationship Id="rId557" Type="http://schemas.openxmlformats.org/officeDocument/2006/relationships/customXml" Target="../ink/ink672.xml"/><Relationship Id="rId196" Type="http://schemas.openxmlformats.org/officeDocument/2006/relationships/customXml" Target="../ink/ink492.xml"/><Relationship Id="rId417" Type="http://schemas.openxmlformats.org/officeDocument/2006/relationships/customXml" Target="../ink/ink602.xml"/><Relationship Id="rId624" Type="http://schemas.openxmlformats.org/officeDocument/2006/relationships/image" Target="../media/image842.png"/><Relationship Id="rId263" Type="http://schemas.openxmlformats.org/officeDocument/2006/relationships/image" Target="../media/image666.png"/><Relationship Id="rId470" Type="http://schemas.openxmlformats.org/officeDocument/2006/relationships/image" Target="../media/image769.png"/><Relationship Id="rId58" Type="http://schemas.openxmlformats.org/officeDocument/2006/relationships/customXml" Target="../ink/ink423.xml"/><Relationship Id="rId123" Type="http://schemas.openxmlformats.org/officeDocument/2006/relationships/image" Target="../media/image597.png"/><Relationship Id="rId330" Type="http://schemas.openxmlformats.org/officeDocument/2006/relationships/image" Target="../media/image699.png"/><Relationship Id="rId568" Type="http://schemas.openxmlformats.org/officeDocument/2006/relationships/image" Target="../media/image818.png"/><Relationship Id="rId428" Type="http://schemas.openxmlformats.org/officeDocument/2006/relationships/image" Target="../media/image748.png"/><Relationship Id="rId635" Type="http://schemas.openxmlformats.org/officeDocument/2006/relationships/image" Target="../media/image847.png"/><Relationship Id="rId274" Type="http://schemas.openxmlformats.org/officeDocument/2006/relationships/customXml" Target="../ink/ink531.xml"/><Relationship Id="rId481" Type="http://schemas.openxmlformats.org/officeDocument/2006/relationships/customXml" Target="../ink/ink634.xml"/><Relationship Id="rId702" Type="http://schemas.openxmlformats.org/officeDocument/2006/relationships/customXml" Target="../ink/ink753.xml"/><Relationship Id="rId69" Type="http://schemas.openxmlformats.org/officeDocument/2006/relationships/image" Target="../media/image570.png"/><Relationship Id="rId134" Type="http://schemas.openxmlformats.org/officeDocument/2006/relationships/customXml" Target="../ink/ink461.xml"/><Relationship Id="rId579" Type="http://schemas.openxmlformats.org/officeDocument/2006/relationships/customXml" Target="../ink/ink683.xml"/><Relationship Id="rId341" Type="http://schemas.openxmlformats.org/officeDocument/2006/relationships/customXml" Target="../ink/ink564.xml"/><Relationship Id="rId439" Type="http://schemas.openxmlformats.org/officeDocument/2006/relationships/customXml" Target="../ink/ink613.xml"/><Relationship Id="rId646" Type="http://schemas.openxmlformats.org/officeDocument/2006/relationships/customXml" Target="../ink/ink720.xml"/><Relationship Id="rId201" Type="http://schemas.openxmlformats.org/officeDocument/2006/relationships/image" Target="../media/image635.png"/><Relationship Id="rId285" Type="http://schemas.openxmlformats.org/officeDocument/2006/relationships/image" Target="../media/image677.png"/><Relationship Id="rId506" Type="http://schemas.openxmlformats.org/officeDocument/2006/relationships/image" Target="../media/image787.png"/><Relationship Id="rId492" Type="http://schemas.openxmlformats.org/officeDocument/2006/relationships/image" Target="../media/image780.png"/><Relationship Id="rId713" Type="http://schemas.openxmlformats.org/officeDocument/2006/relationships/customXml" Target="../ink/ink759.xml"/><Relationship Id="rId145" Type="http://schemas.openxmlformats.org/officeDocument/2006/relationships/image" Target="../media/image608.png"/><Relationship Id="rId352" Type="http://schemas.openxmlformats.org/officeDocument/2006/relationships/image" Target="../media/image710.png"/><Relationship Id="rId212" Type="http://schemas.openxmlformats.org/officeDocument/2006/relationships/customXml" Target="../ink/ink500.xml"/><Relationship Id="rId657" Type="http://schemas.openxmlformats.org/officeDocument/2006/relationships/customXml" Target="../ink/ink726.xml"/><Relationship Id="rId296" Type="http://schemas.openxmlformats.org/officeDocument/2006/relationships/customXml" Target="../ink/ink542.xml"/><Relationship Id="rId517" Type="http://schemas.openxmlformats.org/officeDocument/2006/relationships/customXml" Target="../ink/ink652.xml"/><Relationship Id="rId724" Type="http://schemas.openxmlformats.org/officeDocument/2006/relationships/customXml" Target="../ink/ink765.xml"/><Relationship Id="rId60" Type="http://schemas.openxmlformats.org/officeDocument/2006/relationships/customXml" Target="../ink/ink424.xml"/><Relationship Id="rId156" Type="http://schemas.openxmlformats.org/officeDocument/2006/relationships/customXml" Target="../ink/ink472.xml"/><Relationship Id="rId363" Type="http://schemas.openxmlformats.org/officeDocument/2006/relationships/customXml" Target="../ink/ink575.xml"/><Relationship Id="rId570" Type="http://schemas.openxmlformats.org/officeDocument/2006/relationships/image" Target="../media/image819.png"/><Relationship Id="rId223" Type="http://schemas.openxmlformats.org/officeDocument/2006/relationships/image" Target="../media/image646.png"/><Relationship Id="rId430" Type="http://schemas.openxmlformats.org/officeDocument/2006/relationships/image" Target="../media/image749.png"/><Relationship Id="rId668" Type="http://schemas.openxmlformats.org/officeDocument/2006/relationships/customXml" Target="../ink/ink733.xml"/><Relationship Id="rId18" Type="http://schemas.openxmlformats.org/officeDocument/2006/relationships/customXml" Target="../ink/ink403.xml"/><Relationship Id="rId528" Type="http://schemas.openxmlformats.org/officeDocument/2006/relationships/image" Target="../media/image798.png"/><Relationship Id="rId735" Type="http://schemas.openxmlformats.org/officeDocument/2006/relationships/customXml" Target="../ink/ink774.xml"/><Relationship Id="rId167" Type="http://schemas.openxmlformats.org/officeDocument/2006/relationships/image" Target="../media/image618.png"/><Relationship Id="rId374" Type="http://schemas.openxmlformats.org/officeDocument/2006/relationships/image" Target="../media/image721.png"/><Relationship Id="rId581" Type="http://schemas.openxmlformats.org/officeDocument/2006/relationships/customXml" Target="../ink/ink684.xml"/><Relationship Id="rId71" Type="http://schemas.openxmlformats.org/officeDocument/2006/relationships/image" Target="../media/image571.png"/><Relationship Id="rId234" Type="http://schemas.openxmlformats.org/officeDocument/2006/relationships/customXml" Target="../ink/ink511.xml"/><Relationship Id="rId679" Type="http://schemas.openxmlformats.org/officeDocument/2006/relationships/customXml" Target="../ink/ink739.xml"/><Relationship Id="rId2" Type="http://schemas.openxmlformats.org/officeDocument/2006/relationships/customXml" Target="../ink/ink395.xml"/><Relationship Id="rId29" Type="http://schemas.openxmlformats.org/officeDocument/2006/relationships/image" Target="../media/image550.png"/><Relationship Id="rId441" Type="http://schemas.openxmlformats.org/officeDocument/2006/relationships/customXml" Target="../ink/ink614.xml"/><Relationship Id="rId539" Type="http://schemas.openxmlformats.org/officeDocument/2006/relationships/customXml" Target="../ink/ink663.xml"/><Relationship Id="rId178" Type="http://schemas.openxmlformats.org/officeDocument/2006/relationships/customXml" Target="../ink/ink483.xml"/><Relationship Id="rId301" Type="http://schemas.openxmlformats.org/officeDocument/2006/relationships/image" Target="../media/image685.png"/><Relationship Id="rId82" Type="http://schemas.openxmlformats.org/officeDocument/2006/relationships/customXml" Target="../ink/ink435.xml"/><Relationship Id="rId385" Type="http://schemas.openxmlformats.org/officeDocument/2006/relationships/customXml" Target="../ink/ink586.xml"/><Relationship Id="rId592" Type="http://schemas.openxmlformats.org/officeDocument/2006/relationships/image" Target="../media/image830.png"/><Relationship Id="rId606" Type="http://schemas.openxmlformats.org/officeDocument/2006/relationships/customXml" Target="../ink/ink697.xml"/><Relationship Id="rId245" Type="http://schemas.openxmlformats.org/officeDocument/2006/relationships/image" Target="../media/image657.png"/><Relationship Id="rId452" Type="http://schemas.openxmlformats.org/officeDocument/2006/relationships/image" Target="../media/image760.png"/><Relationship Id="rId105" Type="http://schemas.openxmlformats.org/officeDocument/2006/relationships/image" Target="../media/image588.png"/><Relationship Id="rId312" Type="http://schemas.openxmlformats.org/officeDocument/2006/relationships/customXml" Target="../ink/ink550.xml"/><Relationship Id="rId51" Type="http://schemas.openxmlformats.org/officeDocument/2006/relationships/image" Target="../media/image561.png"/><Relationship Id="rId93" Type="http://schemas.openxmlformats.org/officeDocument/2006/relationships/image" Target="../media/image582.png"/><Relationship Id="rId189" Type="http://schemas.openxmlformats.org/officeDocument/2006/relationships/image" Target="../media/image629.png"/><Relationship Id="rId396" Type="http://schemas.openxmlformats.org/officeDocument/2006/relationships/image" Target="../media/image732.png"/><Relationship Id="rId561" Type="http://schemas.openxmlformats.org/officeDocument/2006/relationships/customXml" Target="../ink/ink674.xml"/><Relationship Id="rId617" Type="http://schemas.openxmlformats.org/officeDocument/2006/relationships/customXml" Target="../ink/ink704.xml"/><Relationship Id="rId659" Type="http://schemas.openxmlformats.org/officeDocument/2006/relationships/customXml" Target="../ink/ink727.xml"/><Relationship Id="rId214" Type="http://schemas.openxmlformats.org/officeDocument/2006/relationships/customXml" Target="../ink/ink501.xml"/><Relationship Id="rId256" Type="http://schemas.openxmlformats.org/officeDocument/2006/relationships/customXml" Target="../ink/ink522.xml"/><Relationship Id="rId298" Type="http://schemas.openxmlformats.org/officeDocument/2006/relationships/customXml" Target="../ink/ink543.xml"/><Relationship Id="rId421" Type="http://schemas.openxmlformats.org/officeDocument/2006/relationships/customXml" Target="../ink/ink604.xml"/><Relationship Id="rId463" Type="http://schemas.openxmlformats.org/officeDocument/2006/relationships/customXml" Target="../ink/ink625.xml"/><Relationship Id="rId519" Type="http://schemas.openxmlformats.org/officeDocument/2006/relationships/customXml" Target="../ink/ink653.xml"/><Relationship Id="rId670" Type="http://schemas.openxmlformats.org/officeDocument/2006/relationships/image" Target="../media/image96.png"/><Relationship Id="rId116" Type="http://schemas.openxmlformats.org/officeDocument/2006/relationships/customXml" Target="../ink/ink452.xml"/><Relationship Id="rId158" Type="http://schemas.openxmlformats.org/officeDocument/2006/relationships/customXml" Target="../ink/ink473.xml"/><Relationship Id="rId323" Type="http://schemas.openxmlformats.org/officeDocument/2006/relationships/customXml" Target="../ink/ink556.xml"/><Relationship Id="rId530" Type="http://schemas.openxmlformats.org/officeDocument/2006/relationships/image" Target="../media/image799.png"/><Relationship Id="rId726" Type="http://schemas.openxmlformats.org/officeDocument/2006/relationships/customXml" Target="../ink/ink766.xml"/><Relationship Id="rId20" Type="http://schemas.openxmlformats.org/officeDocument/2006/relationships/customXml" Target="../ink/ink404.xml"/><Relationship Id="rId62" Type="http://schemas.openxmlformats.org/officeDocument/2006/relationships/customXml" Target="../ink/ink425.xml"/><Relationship Id="rId365" Type="http://schemas.openxmlformats.org/officeDocument/2006/relationships/customXml" Target="../ink/ink576.xml"/><Relationship Id="rId572" Type="http://schemas.openxmlformats.org/officeDocument/2006/relationships/image" Target="../media/image820.png"/><Relationship Id="rId628" Type="http://schemas.openxmlformats.org/officeDocument/2006/relationships/image" Target="../media/image844.png"/><Relationship Id="rId225" Type="http://schemas.openxmlformats.org/officeDocument/2006/relationships/image" Target="../media/image647.png"/><Relationship Id="rId267" Type="http://schemas.openxmlformats.org/officeDocument/2006/relationships/image" Target="../media/image668.png"/><Relationship Id="rId432" Type="http://schemas.openxmlformats.org/officeDocument/2006/relationships/image" Target="../media/image750.png"/><Relationship Id="rId474" Type="http://schemas.openxmlformats.org/officeDocument/2006/relationships/image" Target="../media/image771.png"/><Relationship Id="rId127" Type="http://schemas.openxmlformats.org/officeDocument/2006/relationships/image" Target="../media/image599.png"/><Relationship Id="rId681" Type="http://schemas.openxmlformats.org/officeDocument/2006/relationships/customXml" Target="../ink/ink740.xml"/><Relationship Id="rId31" Type="http://schemas.openxmlformats.org/officeDocument/2006/relationships/image" Target="../media/image551.png"/><Relationship Id="rId73" Type="http://schemas.openxmlformats.org/officeDocument/2006/relationships/image" Target="../media/image572.png"/><Relationship Id="rId169" Type="http://schemas.openxmlformats.org/officeDocument/2006/relationships/image" Target="../media/image619.png"/><Relationship Id="rId376" Type="http://schemas.openxmlformats.org/officeDocument/2006/relationships/image" Target="../media/image722.png"/><Relationship Id="rId541" Type="http://schemas.openxmlformats.org/officeDocument/2006/relationships/customXml" Target="../ink/ink664.xml"/><Relationship Id="rId583" Type="http://schemas.openxmlformats.org/officeDocument/2006/relationships/customXml" Target="../ink/ink685.xml"/><Relationship Id="rId639" Type="http://schemas.openxmlformats.org/officeDocument/2006/relationships/image" Target="../media/image849.png"/><Relationship Id="rId4" Type="http://schemas.openxmlformats.org/officeDocument/2006/relationships/customXml" Target="../ink/ink396.xml"/><Relationship Id="rId180" Type="http://schemas.openxmlformats.org/officeDocument/2006/relationships/customXml" Target="../ink/ink484.xml"/><Relationship Id="rId236" Type="http://schemas.openxmlformats.org/officeDocument/2006/relationships/customXml" Target="../ink/ink512.xml"/><Relationship Id="rId278" Type="http://schemas.openxmlformats.org/officeDocument/2006/relationships/customXml" Target="../ink/ink533.xml"/><Relationship Id="rId401" Type="http://schemas.openxmlformats.org/officeDocument/2006/relationships/customXml" Target="../ink/ink594.xml"/><Relationship Id="rId443" Type="http://schemas.openxmlformats.org/officeDocument/2006/relationships/customXml" Target="../ink/ink615.xml"/><Relationship Id="rId650" Type="http://schemas.openxmlformats.org/officeDocument/2006/relationships/customXml" Target="../ink/ink722.xml"/><Relationship Id="rId303" Type="http://schemas.openxmlformats.org/officeDocument/2006/relationships/image" Target="../media/image686.png"/><Relationship Id="rId485" Type="http://schemas.openxmlformats.org/officeDocument/2006/relationships/customXml" Target="../ink/ink636.xml"/><Relationship Id="rId692" Type="http://schemas.openxmlformats.org/officeDocument/2006/relationships/customXml" Target="../ink/ink747.xml"/><Relationship Id="rId706" Type="http://schemas.openxmlformats.org/officeDocument/2006/relationships/customXml" Target="../ink/ink755.xml"/><Relationship Id="rId42" Type="http://schemas.openxmlformats.org/officeDocument/2006/relationships/customXml" Target="../ink/ink415.xml"/><Relationship Id="rId84" Type="http://schemas.openxmlformats.org/officeDocument/2006/relationships/customXml" Target="../ink/ink436.xml"/><Relationship Id="rId138" Type="http://schemas.openxmlformats.org/officeDocument/2006/relationships/customXml" Target="../ink/ink463.xml"/><Relationship Id="rId345" Type="http://schemas.openxmlformats.org/officeDocument/2006/relationships/customXml" Target="../ink/ink566.xml"/><Relationship Id="rId387" Type="http://schemas.openxmlformats.org/officeDocument/2006/relationships/customXml" Target="../ink/ink587.xml"/><Relationship Id="rId510" Type="http://schemas.openxmlformats.org/officeDocument/2006/relationships/image" Target="../media/image789.png"/><Relationship Id="rId552" Type="http://schemas.openxmlformats.org/officeDocument/2006/relationships/image" Target="../media/image810.png"/><Relationship Id="rId594" Type="http://schemas.openxmlformats.org/officeDocument/2006/relationships/image" Target="../media/image831.png"/><Relationship Id="rId608" Type="http://schemas.openxmlformats.org/officeDocument/2006/relationships/image" Target="../media/image836.png"/><Relationship Id="rId191" Type="http://schemas.openxmlformats.org/officeDocument/2006/relationships/image" Target="../media/image630.png"/><Relationship Id="rId205" Type="http://schemas.openxmlformats.org/officeDocument/2006/relationships/image" Target="../media/image637.png"/><Relationship Id="rId247" Type="http://schemas.openxmlformats.org/officeDocument/2006/relationships/image" Target="../media/image658.png"/><Relationship Id="rId412" Type="http://schemas.openxmlformats.org/officeDocument/2006/relationships/image" Target="../media/image740.png"/><Relationship Id="rId107" Type="http://schemas.openxmlformats.org/officeDocument/2006/relationships/image" Target="../media/image589.png"/><Relationship Id="rId289" Type="http://schemas.openxmlformats.org/officeDocument/2006/relationships/image" Target="../media/image679.png"/><Relationship Id="rId454" Type="http://schemas.openxmlformats.org/officeDocument/2006/relationships/image" Target="../media/image761.png"/><Relationship Id="rId496" Type="http://schemas.openxmlformats.org/officeDocument/2006/relationships/image" Target="../media/image782.png"/><Relationship Id="rId661" Type="http://schemas.openxmlformats.org/officeDocument/2006/relationships/customXml" Target="../ink/ink729.xml"/><Relationship Id="rId717" Type="http://schemas.openxmlformats.org/officeDocument/2006/relationships/customXml" Target="../ink/ink761.xml"/><Relationship Id="rId11" Type="http://schemas.openxmlformats.org/officeDocument/2006/relationships/image" Target="../media/image541.png"/><Relationship Id="rId53" Type="http://schemas.openxmlformats.org/officeDocument/2006/relationships/image" Target="../media/image562.png"/><Relationship Id="rId149" Type="http://schemas.openxmlformats.org/officeDocument/2006/relationships/image" Target="../media/image525.png"/><Relationship Id="rId314" Type="http://schemas.openxmlformats.org/officeDocument/2006/relationships/customXml" Target="../ink/ink551.xml"/><Relationship Id="rId356" Type="http://schemas.openxmlformats.org/officeDocument/2006/relationships/image" Target="../media/image712.png"/><Relationship Id="rId398" Type="http://schemas.openxmlformats.org/officeDocument/2006/relationships/image" Target="../media/image733.png"/><Relationship Id="rId521" Type="http://schemas.openxmlformats.org/officeDocument/2006/relationships/customXml" Target="../ink/ink654.xml"/><Relationship Id="rId563" Type="http://schemas.openxmlformats.org/officeDocument/2006/relationships/customXml" Target="../ink/ink675.xml"/><Relationship Id="rId619" Type="http://schemas.openxmlformats.org/officeDocument/2006/relationships/customXml" Target="../ink/ink705.xml"/><Relationship Id="rId95" Type="http://schemas.openxmlformats.org/officeDocument/2006/relationships/image" Target="../media/image583.png"/><Relationship Id="rId160" Type="http://schemas.openxmlformats.org/officeDocument/2006/relationships/customXml" Target="../ink/ink474.xml"/><Relationship Id="rId216" Type="http://schemas.openxmlformats.org/officeDocument/2006/relationships/customXml" Target="../ink/ink502.xml"/><Relationship Id="rId423" Type="http://schemas.openxmlformats.org/officeDocument/2006/relationships/customXml" Target="../ink/ink605.xml"/><Relationship Id="rId258" Type="http://schemas.openxmlformats.org/officeDocument/2006/relationships/customXml" Target="../ink/ink523.xml"/><Relationship Id="rId465" Type="http://schemas.openxmlformats.org/officeDocument/2006/relationships/customXml" Target="../ink/ink626.xml"/><Relationship Id="rId630" Type="http://schemas.openxmlformats.org/officeDocument/2006/relationships/customXml" Target="../ink/ink711.xml"/><Relationship Id="rId672" Type="http://schemas.openxmlformats.org/officeDocument/2006/relationships/image" Target="../media/image97.png"/><Relationship Id="rId728" Type="http://schemas.openxmlformats.org/officeDocument/2006/relationships/customXml" Target="../ink/ink768.xml"/><Relationship Id="rId22" Type="http://schemas.openxmlformats.org/officeDocument/2006/relationships/customXml" Target="../ink/ink405.xml"/><Relationship Id="rId64" Type="http://schemas.openxmlformats.org/officeDocument/2006/relationships/customXml" Target="../ink/ink426.xml"/><Relationship Id="rId118" Type="http://schemas.openxmlformats.org/officeDocument/2006/relationships/customXml" Target="../ink/ink453.xml"/><Relationship Id="rId325" Type="http://schemas.openxmlformats.org/officeDocument/2006/relationships/customXml" Target="../ink/ink557.xml"/><Relationship Id="rId367" Type="http://schemas.openxmlformats.org/officeDocument/2006/relationships/customXml" Target="../ink/ink577.xml"/><Relationship Id="rId532" Type="http://schemas.openxmlformats.org/officeDocument/2006/relationships/image" Target="../media/image800.png"/><Relationship Id="rId574" Type="http://schemas.openxmlformats.org/officeDocument/2006/relationships/image" Target="../media/image821.png"/><Relationship Id="rId171" Type="http://schemas.openxmlformats.org/officeDocument/2006/relationships/image" Target="../media/image620.png"/><Relationship Id="rId227" Type="http://schemas.openxmlformats.org/officeDocument/2006/relationships/image" Target="../media/image648.png"/><Relationship Id="rId269" Type="http://schemas.openxmlformats.org/officeDocument/2006/relationships/image" Target="../media/image669.png"/><Relationship Id="rId434" Type="http://schemas.openxmlformats.org/officeDocument/2006/relationships/image" Target="../media/image751.png"/><Relationship Id="rId476" Type="http://schemas.openxmlformats.org/officeDocument/2006/relationships/image" Target="../media/image772.png"/><Relationship Id="rId641" Type="http://schemas.openxmlformats.org/officeDocument/2006/relationships/image" Target="../media/image73.png"/><Relationship Id="rId683" Type="http://schemas.openxmlformats.org/officeDocument/2006/relationships/image" Target="../media/image102.png"/><Relationship Id="rId33" Type="http://schemas.openxmlformats.org/officeDocument/2006/relationships/image" Target="../media/image552.png"/><Relationship Id="rId129" Type="http://schemas.openxmlformats.org/officeDocument/2006/relationships/image" Target="../media/image600.png"/><Relationship Id="rId280" Type="http://schemas.openxmlformats.org/officeDocument/2006/relationships/customXml" Target="../ink/ink534.xml"/><Relationship Id="rId336" Type="http://schemas.openxmlformats.org/officeDocument/2006/relationships/image" Target="../media/image702.png"/><Relationship Id="rId501" Type="http://schemas.openxmlformats.org/officeDocument/2006/relationships/customXml" Target="../ink/ink644.xml"/><Relationship Id="rId543" Type="http://schemas.openxmlformats.org/officeDocument/2006/relationships/customXml" Target="../ink/ink665.xml"/><Relationship Id="rId75" Type="http://schemas.openxmlformats.org/officeDocument/2006/relationships/image" Target="../media/image573.png"/><Relationship Id="rId140" Type="http://schemas.openxmlformats.org/officeDocument/2006/relationships/customXml" Target="../ink/ink464.xml"/><Relationship Id="rId182" Type="http://schemas.openxmlformats.org/officeDocument/2006/relationships/customXml" Target="../ink/ink485.xml"/><Relationship Id="rId378" Type="http://schemas.openxmlformats.org/officeDocument/2006/relationships/image" Target="../media/image723.png"/><Relationship Id="rId403" Type="http://schemas.openxmlformats.org/officeDocument/2006/relationships/customXml" Target="../ink/ink595.xml"/><Relationship Id="rId585" Type="http://schemas.openxmlformats.org/officeDocument/2006/relationships/customXml" Target="../ink/ink686.xml"/><Relationship Id="rId6" Type="http://schemas.openxmlformats.org/officeDocument/2006/relationships/customXml" Target="../ink/ink397.xml"/><Relationship Id="rId238" Type="http://schemas.openxmlformats.org/officeDocument/2006/relationships/customXml" Target="../ink/ink513.xml"/><Relationship Id="rId445" Type="http://schemas.openxmlformats.org/officeDocument/2006/relationships/customXml" Target="../ink/ink616.xml"/><Relationship Id="rId487" Type="http://schemas.openxmlformats.org/officeDocument/2006/relationships/customXml" Target="../ink/ink637.xml"/><Relationship Id="rId610" Type="http://schemas.openxmlformats.org/officeDocument/2006/relationships/customXml" Target="../ink/ink700.xml"/><Relationship Id="rId652" Type="http://schemas.openxmlformats.org/officeDocument/2006/relationships/image" Target="../media/image89.png"/><Relationship Id="rId694" Type="http://schemas.openxmlformats.org/officeDocument/2006/relationships/image" Target="../media/image106.png"/><Relationship Id="rId708" Type="http://schemas.openxmlformats.org/officeDocument/2006/relationships/customXml" Target="../ink/ink756.xml"/><Relationship Id="rId291" Type="http://schemas.openxmlformats.org/officeDocument/2006/relationships/image" Target="../media/image680.png"/><Relationship Id="rId305" Type="http://schemas.openxmlformats.org/officeDocument/2006/relationships/image" Target="../media/image687.png"/><Relationship Id="rId347" Type="http://schemas.openxmlformats.org/officeDocument/2006/relationships/customXml" Target="../ink/ink567.xml"/><Relationship Id="rId512" Type="http://schemas.openxmlformats.org/officeDocument/2006/relationships/image" Target="../media/image790.png"/><Relationship Id="rId44" Type="http://schemas.openxmlformats.org/officeDocument/2006/relationships/customXml" Target="../ink/ink416.xml"/><Relationship Id="rId86" Type="http://schemas.openxmlformats.org/officeDocument/2006/relationships/customXml" Target="../ink/ink437.xml"/><Relationship Id="rId151" Type="http://schemas.openxmlformats.org/officeDocument/2006/relationships/image" Target="../media/image610.png"/><Relationship Id="rId389" Type="http://schemas.openxmlformats.org/officeDocument/2006/relationships/customXml" Target="../ink/ink588.xml"/><Relationship Id="rId554" Type="http://schemas.openxmlformats.org/officeDocument/2006/relationships/image" Target="../media/image811.png"/><Relationship Id="rId596" Type="http://schemas.openxmlformats.org/officeDocument/2006/relationships/image" Target="../media/image832.png"/><Relationship Id="rId193" Type="http://schemas.openxmlformats.org/officeDocument/2006/relationships/image" Target="../media/image631.png"/><Relationship Id="rId207" Type="http://schemas.openxmlformats.org/officeDocument/2006/relationships/image" Target="../media/image638.png"/><Relationship Id="rId249" Type="http://schemas.openxmlformats.org/officeDocument/2006/relationships/image" Target="../media/image659.png"/><Relationship Id="rId414" Type="http://schemas.openxmlformats.org/officeDocument/2006/relationships/image" Target="../media/image741.png"/><Relationship Id="rId456" Type="http://schemas.openxmlformats.org/officeDocument/2006/relationships/image" Target="../media/image762.png"/><Relationship Id="rId498" Type="http://schemas.openxmlformats.org/officeDocument/2006/relationships/image" Target="../media/image783.png"/><Relationship Id="rId621" Type="http://schemas.openxmlformats.org/officeDocument/2006/relationships/customXml" Target="../ink/ink706.xml"/><Relationship Id="rId663" Type="http://schemas.openxmlformats.org/officeDocument/2006/relationships/customXml" Target="../ink/ink730.xml"/><Relationship Id="rId13" Type="http://schemas.openxmlformats.org/officeDocument/2006/relationships/image" Target="../media/image542.png"/><Relationship Id="rId109" Type="http://schemas.openxmlformats.org/officeDocument/2006/relationships/image" Target="../media/image590.png"/><Relationship Id="rId260" Type="http://schemas.openxmlformats.org/officeDocument/2006/relationships/customXml" Target="../ink/ink524.xml"/><Relationship Id="rId316" Type="http://schemas.openxmlformats.org/officeDocument/2006/relationships/image" Target="../media/image692.png"/><Relationship Id="rId523" Type="http://schemas.openxmlformats.org/officeDocument/2006/relationships/customXml" Target="../ink/ink655.xml"/><Relationship Id="rId719" Type="http://schemas.openxmlformats.org/officeDocument/2006/relationships/image" Target="../media/image117.png"/><Relationship Id="rId55" Type="http://schemas.openxmlformats.org/officeDocument/2006/relationships/image" Target="../media/image563.png"/><Relationship Id="rId97" Type="http://schemas.openxmlformats.org/officeDocument/2006/relationships/image" Target="../media/image584.png"/><Relationship Id="rId120" Type="http://schemas.openxmlformats.org/officeDocument/2006/relationships/customXml" Target="../ink/ink454.xml"/><Relationship Id="rId358" Type="http://schemas.openxmlformats.org/officeDocument/2006/relationships/image" Target="../media/image713.png"/><Relationship Id="rId565" Type="http://schemas.openxmlformats.org/officeDocument/2006/relationships/customXml" Target="../ink/ink676.xml"/><Relationship Id="rId730" Type="http://schemas.openxmlformats.org/officeDocument/2006/relationships/customXml" Target="../ink/ink770.xml"/><Relationship Id="rId162" Type="http://schemas.openxmlformats.org/officeDocument/2006/relationships/customXml" Target="../ink/ink475.xml"/><Relationship Id="rId218" Type="http://schemas.openxmlformats.org/officeDocument/2006/relationships/customXml" Target="../ink/ink503.xml"/><Relationship Id="rId425" Type="http://schemas.openxmlformats.org/officeDocument/2006/relationships/customXml" Target="../ink/ink606.xml"/><Relationship Id="rId467" Type="http://schemas.openxmlformats.org/officeDocument/2006/relationships/customXml" Target="../ink/ink627.xml"/><Relationship Id="rId632" Type="http://schemas.openxmlformats.org/officeDocument/2006/relationships/customXml" Target="../ink/ink712.xml"/><Relationship Id="rId271" Type="http://schemas.openxmlformats.org/officeDocument/2006/relationships/image" Target="../media/image670.png"/><Relationship Id="rId674" Type="http://schemas.openxmlformats.org/officeDocument/2006/relationships/image" Target="../media/image98.png"/><Relationship Id="rId24" Type="http://schemas.openxmlformats.org/officeDocument/2006/relationships/customXml" Target="../ink/ink406.xml"/><Relationship Id="rId66" Type="http://schemas.openxmlformats.org/officeDocument/2006/relationships/customXml" Target="../ink/ink427.xml"/><Relationship Id="rId131" Type="http://schemas.openxmlformats.org/officeDocument/2006/relationships/image" Target="../media/image601.png"/><Relationship Id="rId327" Type="http://schemas.openxmlformats.org/officeDocument/2006/relationships/customXml" Target="../ink/ink558.xml"/><Relationship Id="rId369" Type="http://schemas.openxmlformats.org/officeDocument/2006/relationships/customXml" Target="../ink/ink578.xml"/><Relationship Id="rId534" Type="http://schemas.openxmlformats.org/officeDocument/2006/relationships/image" Target="../media/image801.png"/><Relationship Id="rId576" Type="http://schemas.openxmlformats.org/officeDocument/2006/relationships/image" Target="../media/image822.png"/><Relationship Id="rId173" Type="http://schemas.openxmlformats.org/officeDocument/2006/relationships/image" Target="../media/image621.png"/><Relationship Id="rId229" Type="http://schemas.openxmlformats.org/officeDocument/2006/relationships/image" Target="../media/image649.png"/><Relationship Id="rId380" Type="http://schemas.openxmlformats.org/officeDocument/2006/relationships/image" Target="../media/image724.png"/><Relationship Id="rId436" Type="http://schemas.openxmlformats.org/officeDocument/2006/relationships/image" Target="../media/image752.png"/><Relationship Id="rId601" Type="http://schemas.openxmlformats.org/officeDocument/2006/relationships/customXml" Target="../ink/ink694.xml"/><Relationship Id="rId643" Type="http://schemas.openxmlformats.org/officeDocument/2006/relationships/customXml" Target="../ink/ink718.xml"/><Relationship Id="rId240" Type="http://schemas.openxmlformats.org/officeDocument/2006/relationships/customXml" Target="../ink/ink514.xml"/><Relationship Id="rId478" Type="http://schemas.openxmlformats.org/officeDocument/2006/relationships/image" Target="../media/image773.png"/><Relationship Id="rId685" Type="http://schemas.openxmlformats.org/officeDocument/2006/relationships/image" Target="../media/image103.png"/><Relationship Id="rId35" Type="http://schemas.openxmlformats.org/officeDocument/2006/relationships/image" Target="../media/image553.png"/><Relationship Id="rId77" Type="http://schemas.openxmlformats.org/officeDocument/2006/relationships/image" Target="../media/image574.png"/><Relationship Id="rId100" Type="http://schemas.openxmlformats.org/officeDocument/2006/relationships/customXml" Target="../ink/ink444.xml"/><Relationship Id="rId282" Type="http://schemas.openxmlformats.org/officeDocument/2006/relationships/customXml" Target="../ink/ink535.xml"/><Relationship Id="rId338" Type="http://schemas.openxmlformats.org/officeDocument/2006/relationships/image" Target="../media/image703.png"/><Relationship Id="rId503" Type="http://schemas.openxmlformats.org/officeDocument/2006/relationships/customXml" Target="../ink/ink645.xml"/><Relationship Id="rId545" Type="http://schemas.openxmlformats.org/officeDocument/2006/relationships/customXml" Target="../ink/ink666.xml"/><Relationship Id="rId587" Type="http://schemas.openxmlformats.org/officeDocument/2006/relationships/customXml" Target="../ink/ink687.xml"/><Relationship Id="rId710" Type="http://schemas.openxmlformats.org/officeDocument/2006/relationships/image" Target="../media/image113.png"/><Relationship Id="rId8" Type="http://schemas.openxmlformats.org/officeDocument/2006/relationships/customXml" Target="../ink/ink398.xml"/><Relationship Id="rId142" Type="http://schemas.openxmlformats.org/officeDocument/2006/relationships/customXml" Target="../ink/ink465.xml"/><Relationship Id="rId184" Type="http://schemas.openxmlformats.org/officeDocument/2006/relationships/customXml" Target="../ink/ink486.xml"/><Relationship Id="rId391" Type="http://schemas.openxmlformats.org/officeDocument/2006/relationships/customXml" Target="../ink/ink589.xml"/><Relationship Id="rId405" Type="http://schemas.openxmlformats.org/officeDocument/2006/relationships/customXml" Target="../ink/ink596.xml"/><Relationship Id="rId447" Type="http://schemas.openxmlformats.org/officeDocument/2006/relationships/customXml" Target="../ink/ink617.xml"/><Relationship Id="rId612" Type="http://schemas.openxmlformats.org/officeDocument/2006/relationships/customXml" Target="../ink/ink701.xml"/><Relationship Id="rId251" Type="http://schemas.openxmlformats.org/officeDocument/2006/relationships/image" Target="../media/image660.png"/><Relationship Id="rId489" Type="http://schemas.openxmlformats.org/officeDocument/2006/relationships/customXml" Target="../ink/ink638.xml"/><Relationship Id="rId654" Type="http://schemas.openxmlformats.org/officeDocument/2006/relationships/image" Target="../media/image90.png"/><Relationship Id="rId696" Type="http://schemas.openxmlformats.org/officeDocument/2006/relationships/customXml" Target="../ink/ink750.xml"/><Relationship Id="rId46" Type="http://schemas.openxmlformats.org/officeDocument/2006/relationships/customXml" Target="../ink/ink417.xml"/><Relationship Id="rId293" Type="http://schemas.openxmlformats.org/officeDocument/2006/relationships/image" Target="../media/image681.png"/><Relationship Id="rId307" Type="http://schemas.openxmlformats.org/officeDocument/2006/relationships/image" Target="../media/image688.png"/><Relationship Id="rId349" Type="http://schemas.openxmlformats.org/officeDocument/2006/relationships/customXml" Target="../ink/ink568.xml"/><Relationship Id="rId514" Type="http://schemas.openxmlformats.org/officeDocument/2006/relationships/image" Target="../media/image791.png"/><Relationship Id="rId556" Type="http://schemas.openxmlformats.org/officeDocument/2006/relationships/image" Target="../media/image812.png"/><Relationship Id="rId721" Type="http://schemas.openxmlformats.org/officeDocument/2006/relationships/image" Target="../media/image118.png"/><Relationship Id="rId88" Type="http://schemas.openxmlformats.org/officeDocument/2006/relationships/customXml" Target="../ink/ink438.xml"/><Relationship Id="rId111" Type="http://schemas.openxmlformats.org/officeDocument/2006/relationships/image" Target="../media/image591.png"/><Relationship Id="rId153" Type="http://schemas.openxmlformats.org/officeDocument/2006/relationships/image" Target="../media/image611.png"/><Relationship Id="rId195" Type="http://schemas.openxmlformats.org/officeDocument/2006/relationships/image" Target="../media/image632.png"/><Relationship Id="rId209" Type="http://schemas.openxmlformats.org/officeDocument/2006/relationships/image" Target="../media/image639.png"/><Relationship Id="rId360" Type="http://schemas.openxmlformats.org/officeDocument/2006/relationships/image" Target="../media/image714.png"/><Relationship Id="rId416" Type="http://schemas.openxmlformats.org/officeDocument/2006/relationships/image" Target="../media/image742.png"/><Relationship Id="rId598" Type="http://schemas.openxmlformats.org/officeDocument/2006/relationships/image" Target="../media/image833.png"/><Relationship Id="rId220" Type="http://schemas.openxmlformats.org/officeDocument/2006/relationships/customXml" Target="../ink/ink504.xml"/><Relationship Id="rId458" Type="http://schemas.openxmlformats.org/officeDocument/2006/relationships/image" Target="../media/image763.png"/><Relationship Id="rId623" Type="http://schemas.openxmlformats.org/officeDocument/2006/relationships/customXml" Target="../ink/ink707.xml"/><Relationship Id="rId665" Type="http://schemas.openxmlformats.org/officeDocument/2006/relationships/customXml" Target="../ink/ink731.xml"/><Relationship Id="rId15" Type="http://schemas.openxmlformats.org/officeDocument/2006/relationships/image" Target="../media/image543.png"/><Relationship Id="rId57" Type="http://schemas.openxmlformats.org/officeDocument/2006/relationships/image" Target="../media/image564.png"/><Relationship Id="rId262" Type="http://schemas.openxmlformats.org/officeDocument/2006/relationships/customXml" Target="../ink/ink525.xml"/><Relationship Id="rId318" Type="http://schemas.openxmlformats.org/officeDocument/2006/relationships/image" Target="../media/image693.png"/><Relationship Id="rId525" Type="http://schemas.openxmlformats.org/officeDocument/2006/relationships/customXml" Target="../ink/ink656.xml"/><Relationship Id="rId567" Type="http://schemas.openxmlformats.org/officeDocument/2006/relationships/customXml" Target="../ink/ink677.xml"/><Relationship Id="rId732" Type="http://schemas.openxmlformats.org/officeDocument/2006/relationships/customXml" Target="../ink/ink772.xml"/><Relationship Id="rId99" Type="http://schemas.openxmlformats.org/officeDocument/2006/relationships/image" Target="../media/image585.png"/><Relationship Id="rId122" Type="http://schemas.openxmlformats.org/officeDocument/2006/relationships/customXml" Target="../ink/ink455.xml"/><Relationship Id="rId164" Type="http://schemas.openxmlformats.org/officeDocument/2006/relationships/customXml" Target="../ink/ink476.xml"/><Relationship Id="rId371" Type="http://schemas.openxmlformats.org/officeDocument/2006/relationships/customXml" Target="../ink/ink579.xml"/><Relationship Id="rId427" Type="http://schemas.openxmlformats.org/officeDocument/2006/relationships/customXml" Target="../ink/ink607.xml"/><Relationship Id="rId469" Type="http://schemas.openxmlformats.org/officeDocument/2006/relationships/customXml" Target="../ink/ink628.xml"/><Relationship Id="rId634" Type="http://schemas.openxmlformats.org/officeDocument/2006/relationships/customXml" Target="../ink/ink713.xml"/><Relationship Id="rId676" Type="http://schemas.openxmlformats.org/officeDocument/2006/relationships/image" Target="../media/image99.png"/><Relationship Id="rId26" Type="http://schemas.openxmlformats.org/officeDocument/2006/relationships/customXml" Target="../ink/ink407.xml"/><Relationship Id="rId231" Type="http://schemas.openxmlformats.org/officeDocument/2006/relationships/image" Target="../media/image650.png"/><Relationship Id="rId273" Type="http://schemas.openxmlformats.org/officeDocument/2006/relationships/image" Target="../media/image671.png"/><Relationship Id="rId329" Type="http://schemas.openxmlformats.org/officeDocument/2006/relationships/customXml" Target="../ink/ink559.xml"/><Relationship Id="rId480" Type="http://schemas.openxmlformats.org/officeDocument/2006/relationships/image" Target="../media/image774.png"/><Relationship Id="rId536" Type="http://schemas.openxmlformats.org/officeDocument/2006/relationships/image" Target="../media/image802.png"/><Relationship Id="rId701" Type="http://schemas.openxmlformats.org/officeDocument/2006/relationships/image" Target="../media/image109.png"/><Relationship Id="rId68" Type="http://schemas.openxmlformats.org/officeDocument/2006/relationships/customXml" Target="../ink/ink428.xml"/><Relationship Id="rId133" Type="http://schemas.openxmlformats.org/officeDocument/2006/relationships/image" Target="../media/image602.png"/><Relationship Id="rId175" Type="http://schemas.openxmlformats.org/officeDocument/2006/relationships/image" Target="../media/image622.png"/><Relationship Id="rId340" Type="http://schemas.openxmlformats.org/officeDocument/2006/relationships/image" Target="../media/image704.png"/><Relationship Id="rId578" Type="http://schemas.openxmlformats.org/officeDocument/2006/relationships/image" Target="../media/image823.png"/><Relationship Id="rId200" Type="http://schemas.openxmlformats.org/officeDocument/2006/relationships/customXml" Target="../ink/ink494.xml"/><Relationship Id="rId382" Type="http://schemas.openxmlformats.org/officeDocument/2006/relationships/image" Target="../media/image725.png"/><Relationship Id="rId438" Type="http://schemas.openxmlformats.org/officeDocument/2006/relationships/image" Target="../media/image753.png"/><Relationship Id="rId603" Type="http://schemas.openxmlformats.org/officeDocument/2006/relationships/customXml" Target="../ink/ink695.xml"/><Relationship Id="rId645" Type="http://schemas.openxmlformats.org/officeDocument/2006/relationships/image" Target="../media/image75.png"/><Relationship Id="rId687" Type="http://schemas.openxmlformats.org/officeDocument/2006/relationships/customXml" Target="../ink/ink744.xml"/><Relationship Id="rId242" Type="http://schemas.openxmlformats.org/officeDocument/2006/relationships/customXml" Target="../ink/ink515.xml"/><Relationship Id="rId284" Type="http://schemas.openxmlformats.org/officeDocument/2006/relationships/customXml" Target="../ink/ink536.xml"/><Relationship Id="rId491" Type="http://schemas.openxmlformats.org/officeDocument/2006/relationships/customXml" Target="../ink/ink639.xml"/><Relationship Id="rId505" Type="http://schemas.openxmlformats.org/officeDocument/2006/relationships/customXml" Target="../ink/ink646.xml"/><Relationship Id="rId712" Type="http://schemas.openxmlformats.org/officeDocument/2006/relationships/image" Target="../media/image114.png"/><Relationship Id="rId37" Type="http://schemas.openxmlformats.org/officeDocument/2006/relationships/image" Target="../media/image554.png"/><Relationship Id="rId79" Type="http://schemas.openxmlformats.org/officeDocument/2006/relationships/image" Target="../media/image575.png"/><Relationship Id="rId102" Type="http://schemas.openxmlformats.org/officeDocument/2006/relationships/customXml" Target="../ink/ink445.xml"/><Relationship Id="rId144" Type="http://schemas.openxmlformats.org/officeDocument/2006/relationships/customXml" Target="../ink/ink466.xml"/><Relationship Id="rId547" Type="http://schemas.openxmlformats.org/officeDocument/2006/relationships/customXml" Target="../ink/ink667.xml"/><Relationship Id="rId589" Type="http://schemas.openxmlformats.org/officeDocument/2006/relationships/customXml" Target="../ink/ink688.xml"/><Relationship Id="rId90" Type="http://schemas.openxmlformats.org/officeDocument/2006/relationships/customXml" Target="../ink/ink439.xml"/><Relationship Id="rId186" Type="http://schemas.openxmlformats.org/officeDocument/2006/relationships/customXml" Target="../ink/ink487.xml"/><Relationship Id="rId351" Type="http://schemas.openxmlformats.org/officeDocument/2006/relationships/customXml" Target="../ink/ink569.xml"/><Relationship Id="rId393" Type="http://schemas.openxmlformats.org/officeDocument/2006/relationships/customXml" Target="../ink/ink590.xml"/><Relationship Id="rId407" Type="http://schemas.openxmlformats.org/officeDocument/2006/relationships/customXml" Target="../ink/ink597.xml"/><Relationship Id="rId449" Type="http://schemas.openxmlformats.org/officeDocument/2006/relationships/customXml" Target="../ink/ink618.xml"/><Relationship Id="rId614" Type="http://schemas.openxmlformats.org/officeDocument/2006/relationships/image" Target="../media/image837.png"/><Relationship Id="rId656" Type="http://schemas.openxmlformats.org/officeDocument/2006/relationships/image" Target="../media/image91.png"/><Relationship Id="rId211" Type="http://schemas.openxmlformats.org/officeDocument/2006/relationships/image" Target="../media/image640.png"/><Relationship Id="rId253" Type="http://schemas.openxmlformats.org/officeDocument/2006/relationships/image" Target="../media/image661.png"/><Relationship Id="rId295" Type="http://schemas.openxmlformats.org/officeDocument/2006/relationships/image" Target="../media/image682.png"/><Relationship Id="rId309" Type="http://schemas.openxmlformats.org/officeDocument/2006/relationships/image" Target="../media/image689.png"/><Relationship Id="rId460" Type="http://schemas.openxmlformats.org/officeDocument/2006/relationships/image" Target="../media/image764.png"/><Relationship Id="rId516" Type="http://schemas.openxmlformats.org/officeDocument/2006/relationships/image" Target="../media/image792.png"/><Relationship Id="rId698" Type="http://schemas.openxmlformats.org/officeDocument/2006/relationships/customXml" Target="../ink/ink751.xml"/><Relationship Id="rId48" Type="http://schemas.openxmlformats.org/officeDocument/2006/relationships/customXml" Target="../ink/ink418.xml"/><Relationship Id="rId113" Type="http://schemas.openxmlformats.org/officeDocument/2006/relationships/image" Target="../media/image592.png"/><Relationship Id="rId320" Type="http://schemas.openxmlformats.org/officeDocument/2006/relationships/image" Target="../media/image694.png"/><Relationship Id="rId558" Type="http://schemas.openxmlformats.org/officeDocument/2006/relationships/image" Target="../media/image813.png"/><Relationship Id="rId723" Type="http://schemas.openxmlformats.org/officeDocument/2006/relationships/image" Target="../media/image119.png"/><Relationship Id="rId155" Type="http://schemas.openxmlformats.org/officeDocument/2006/relationships/image" Target="../media/image612.png"/><Relationship Id="rId197" Type="http://schemas.openxmlformats.org/officeDocument/2006/relationships/image" Target="../media/image633.png"/><Relationship Id="rId362" Type="http://schemas.openxmlformats.org/officeDocument/2006/relationships/image" Target="../media/image715.png"/><Relationship Id="rId418" Type="http://schemas.openxmlformats.org/officeDocument/2006/relationships/image" Target="../media/image743.png"/><Relationship Id="rId625" Type="http://schemas.openxmlformats.org/officeDocument/2006/relationships/customXml" Target="../ink/ink708.xml"/><Relationship Id="rId222" Type="http://schemas.openxmlformats.org/officeDocument/2006/relationships/customXml" Target="../ink/ink505.xml"/><Relationship Id="rId264" Type="http://schemas.openxmlformats.org/officeDocument/2006/relationships/customXml" Target="../ink/ink526.xml"/><Relationship Id="rId471" Type="http://schemas.openxmlformats.org/officeDocument/2006/relationships/customXml" Target="../ink/ink629.xml"/><Relationship Id="rId667" Type="http://schemas.openxmlformats.org/officeDocument/2006/relationships/customXml" Target="../ink/ink732.xml"/><Relationship Id="rId17" Type="http://schemas.openxmlformats.org/officeDocument/2006/relationships/image" Target="../media/image544.png"/><Relationship Id="rId59" Type="http://schemas.openxmlformats.org/officeDocument/2006/relationships/image" Target="../media/image565.png"/><Relationship Id="rId124" Type="http://schemas.openxmlformats.org/officeDocument/2006/relationships/customXml" Target="../ink/ink456.xml"/><Relationship Id="rId527" Type="http://schemas.openxmlformats.org/officeDocument/2006/relationships/customXml" Target="../ink/ink657.xml"/><Relationship Id="rId569" Type="http://schemas.openxmlformats.org/officeDocument/2006/relationships/customXml" Target="../ink/ink678.xml"/><Relationship Id="rId734" Type="http://schemas.openxmlformats.org/officeDocument/2006/relationships/customXml" Target="../ink/ink773.xml"/><Relationship Id="rId70" Type="http://schemas.openxmlformats.org/officeDocument/2006/relationships/customXml" Target="../ink/ink429.xml"/><Relationship Id="rId166" Type="http://schemas.openxmlformats.org/officeDocument/2006/relationships/customXml" Target="../ink/ink477.xml"/><Relationship Id="rId331" Type="http://schemas.openxmlformats.org/officeDocument/2006/relationships/customXml" Target="../ink/ink560.xml"/><Relationship Id="rId373" Type="http://schemas.openxmlformats.org/officeDocument/2006/relationships/customXml" Target="../ink/ink580.xml"/><Relationship Id="rId429" Type="http://schemas.openxmlformats.org/officeDocument/2006/relationships/customXml" Target="../ink/ink608.xml"/><Relationship Id="rId580" Type="http://schemas.openxmlformats.org/officeDocument/2006/relationships/image" Target="../media/image824.png"/><Relationship Id="rId636" Type="http://schemas.openxmlformats.org/officeDocument/2006/relationships/customXml" Target="../ink/ink714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51.png"/><Relationship Id="rId440" Type="http://schemas.openxmlformats.org/officeDocument/2006/relationships/image" Target="../media/image754.png"/><Relationship Id="rId678" Type="http://schemas.openxmlformats.org/officeDocument/2006/relationships/image" Target="../media/image100.png"/><Relationship Id="rId28" Type="http://schemas.openxmlformats.org/officeDocument/2006/relationships/customXml" Target="../ink/ink408.xml"/><Relationship Id="rId275" Type="http://schemas.openxmlformats.org/officeDocument/2006/relationships/image" Target="../media/image672.png"/><Relationship Id="rId300" Type="http://schemas.openxmlformats.org/officeDocument/2006/relationships/customXml" Target="../ink/ink544.xml"/><Relationship Id="rId482" Type="http://schemas.openxmlformats.org/officeDocument/2006/relationships/image" Target="../media/image775.png"/><Relationship Id="rId538" Type="http://schemas.openxmlformats.org/officeDocument/2006/relationships/image" Target="../media/image803.png"/><Relationship Id="rId703" Type="http://schemas.openxmlformats.org/officeDocument/2006/relationships/image" Target="../media/image110.png"/><Relationship Id="rId81" Type="http://schemas.openxmlformats.org/officeDocument/2006/relationships/image" Target="../media/image576.png"/><Relationship Id="rId135" Type="http://schemas.openxmlformats.org/officeDocument/2006/relationships/image" Target="../media/image603.png"/><Relationship Id="rId177" Type="http://schemas.openxmlformats.org/officeDocument/2006/relationships/image" Target="../media/image623.png"/><Relationship Id="rId342" Type="http://schemas.openxmlformats.org/officeDocument/2006/relationships/image" Target="../media/image705.png"/><Relationship Id="rId384" Type="http://schemas.openxmlformats.org/officeDocument/2006/relationships/image" Target="../media/image726.png"/><Relationship Id="rId591" Type="http://schemas.openxmlformats.org/officeDocument/2006/relationships/customXml" Target="../ink/ink689.xml"/><Relationship Id="rId605" Type="http://schemas.openxmlformats.org/officeDocument/2006/relationships/customXml" Target="../ink/ink696.xml"/><Relationship Id="rId202" Type="http://schemas.openxmlformats.org/officeDocument/2006/relationships/customXml" Target="../ink/ink495.xml"/><Relationship Id="rId244" Type="http://schemas.openxmlformats.org/officeDocument/2006/relationships/customXml" Target="../ink/ink516.xml"/><Relationship Id="rId647" Type="http://schemas.openxmlformats.org/officeDocument/2006/relationships/image" Target="../media/image88.png"/><Relationship Id="rId689" Type="http://schemas.openxmlformats.org/officeDocument/2006/relationships/customXml" Target="../ink/ink745.xml"/><Relationship Id="rId39" Type="http://schemas.openxmlformats.org/officeDocument/2006/relationships/image" Target="../media/image555.png"/><Relationship Id="rId286" Type="http://schemas.openxmlformats.org/officeDocument/2006/relationships/customXml" Target="../ink/ink537.xml"/><Relationship Id="rId451" Type="http://schemas.openxmlformats.org/officeDocument/2006/relationships/customXml" Target="../ink/ink619.xml"/><Relationship Id="rId493" Type="http://schemas.openxmlformats.org/officeDocument/2006/relationships/customXml" Target="../ink/ink640.xml"/><Relationship Id="rId507" Type="http://schemas.openxmlformats.org/officeDocument/2006/relationships/customXml" Target="../ink/ink647.xml"/><Relationship Id="rId549" Type="http://schemas.openxmlformats.org/officeDocument/2006/relationships/customXml" Target="../ink/ink668.xml"/><Relationship Id="rId714" Type="http://schemas.openxmlformats.org/officeDocument/2006/relationships/image" Target="../media/image115.png"/><Relationship Id="rId50" Type="http://schemas.openxmlformats.org/officeDocument/2006/relationships/customXml" Target="../ink/ink419.xml"/><Relationship Id="rId104" Type="http://schemas.openxmlformats.org/officeDocument/2006/relationships/customXml" Target="../ink/ink446.xml"/><Relationship Id="rId146" Type="http://schemas.openxmlformats.org/officeDocument/2006/relationships/customXml" Target="../ink/ink467.xml"/><Relationship Id="rId188" Type="http://schemas.openxmlformats.org/officeDocument/2006/relationships/customXml" Target="../ink/ink488.xml"/><Relationship Id="rId311" Type="http://schemas.openxmlformats.org/officeDocument/2006/relationships/image" Target="../media/image690.png"/><Relationship Id="rId353" Type="http://schemas.openxmlformats.org/officeDocument/2006/relationships/customXml" Target="../ink/ink570.xml"/><Relationship Id="rId395" Type="http://schemas.openxmlformats.org/officeDocument/2006/relationships/customXml" Target="../ink/ink591.xml"/><Relationship Id="rId409" Type="http://schemas.openxmlformats.org/officeDocument/2006/relationships/customXml" Target="../ink/ink598.xml"/><Relationship Id="rId560" Type="http://schemas.openxmlformats.org/officeDocument/2006/relationships/image" Target="../media/image814.png"/><Relationship Id="rId92" Type="http://schemas.openxmlformats.org/officeDocument/2006/relationships/customXml" Target="../ink/ink440.xml"/><Relationship Id="rId213" Type="http://schemas.openxmlformats.org/officeDocument/2006/relationships/image" Target="../media/image641.png"/><Relationship Id="rId420" Type="http://schemas.openxmlformats.org/officeDocument/2006/relationships/image" Target="../media/image744.png"/><Relationship Id="rId616" Type="http://schemas.openxmlformats.org/officeDocument/2006/relationships/image" Target="../media/image838.png"/><Relationship Id="rId658" Type="http://schemas.openxmlformats.org/officeDocument/2006/relationships/image" Target="../media/image92.png"/><Relationship Id="rId255" Type="http://schemas.openxmlformats.org/officeDocument/2006/relationships/image" Target="../media/image662.png"/><Relationship Id="rId297" Type="http://schemas.openxmlformats.org/officeDocument/2006/relationships/image" Target="../media/image683.png"/><Relationship Id="rId462" Type="http://schemas.openxmlformats.org/officeDocument/2006/relationships/image" Target="../media/image765.png"/><Relationship Id="rId518" Type="http://schemas.openxmlformats.org/officeDocument/2006/relationships/image" Target="../media/image793.png"/><Relationship Id="rId725" Type="http://schemas.openxmlformats.org/officeDocument/2006/relationships/image" Target="../media/image120.png"/><Relationship Id="rId115" Type="http://schemas.openxmlformats.org/officeDocument/2006/relationships/image" Target="../media/image593.png"/><Relationship Id="rId157" Type="http://schemas.openxmlformats.org/officeDocument/2006/relationships/image" Target="../media/image613.png"/><Relationship Id="rId322" Type="http://schemas.openxmlformats.org/officeDocument/2006/relationships/image" Target="../media/image695.png"/><Relationship Id="rId364" Type="http://schemas.openxmlformats.org/officeDocument/2006/relationships/image" Target="../media/image716.png"/><Relationship Id="rId61" Type="http://schemas.openxmlformats.org/officeDocument/2006/relationships/image" Target="../media/image566.png"/><Relationship Id="rId199" Type="http://schemas.openxmlformats.org/officeDocument/2006/relationships/image" Target="../media/image634.png"/><Relationship Id="rId571" Type="http://schemas.openxmlformats.org/officeDocument/2006/relationships/customXml" Target="../ink/ink679.xml"/><Relationship Id="rId627" Type="http://schemas.openxmlformats.org/officeDocument/2006/relationships/customXml" Target="../ink/ink709.xml"/><Relationship Id="rId669" Type="http://schemas.openxmlformats.org/officeDocument/2006/relationships/customXml" Target="../ink/ink734.xml"/><Relationship Id="rId19" Type="http://schemas.openxmlformats.org/officeDocument/2006/relationships/image" Target="../media/image545.png"/><Relationship Id="rId224" Type="http://schemas.openxmlformats.org/officeDocument/2006/relationships/customXml" Target="../ink/ink506.xml"/><Relationship Id="rId266" Type="http://schemas.openxmlformats.org/officeDocument/2006/relationships/customXml" Target="../ink/ink527.xml"/><Relationship Id="rId431" Type="http://schemas.openxmlformats.org/officeDocument/2006/relationships/customXml" Target="../ink/ink609.xml"/><Relationship Id="rId473" Type="http://schemas.openxmlformats.org/officeDocument/2006/relationships/customXml" Target="../ink/ink630.xml"/><Relationship Id="rId529" Type="http://schemas.openxmlformats.org/officeDocument/2006/relationships/customXml" Target="../ink/ink658.xml"/><Relationship Id="rId680" Type="http://schemas.openxmlformats.org/officeDocument/2006/relationships/image" Target="../media/image101.png"/><Relationship Id="rId30" Type="http://schemas.openxmlformats.org/officeDocument/2006/relationships/customXml" Target="../ink/ink409.xml"/><Relationship Id="rId126" Type="http://schemas.openxmlformats.org/officeDocument/2006/relationships/customXml" Target="../ink/ink457.xml"/><Relationship Id="rId168" Type="http://schemas.openxmlformats.org/officeDocument/2006/relationships/customXml" Target="../ink/ink478.xml"/><Relationship Id="rId333" Type="http://schemas.openxmlformats.org/officeDocument/2006/relationships/customXml" Target="../ink/ink561.xml"/><Relationship Id="rId540" Type="http://schemas.openxmlformats.org/officeDocument/2006/relationships/image" Target="../media/image804.png"/><Relationship Id="rId72" Type="http://schemas.openxmlformats.org/officeDocument/2006/relationships/customXml" Target="../ink/ink430.xml"/><Relationship Id="rId375" Type="http://schemas.openxmlformats.org/officeDocument/2006/relationships/customXml" Target="../ink/ink581.xml"/><Relationship Id="rId582" Type="http://schemas.openxmlformats.org/officeDocument/2006/relationships/image" Target="../media/image825.png"/><Relationship Id="rId638" Type="http://schemas.openxmlformats.org/officeDocument/2006/relationships/customXml" Target="../ink/ink715.xml"/><Relationship Id="rId3" Type="http://schemas.openxmlformats.org/officeDocument/2006/relationships/image" Target="../media/image537.png"/><Relationship Id="rId235" Type="http://schemas.openxmlformats.org/officeDocument/2006/relationships/image" Target="../media/image652.png"/><Relationship Id="rId277" Type="http://schemas.openxmlformats.org/officeDocument/2006/relationships/image" Target="../media/image673.png"/><Relationship Id="rId400" Type="http://schemas.openxmlformats.org/officeDocument/2006/relationships/image" Target="../media/image734.png"/><Relationship Id="rId442" Type="http://schemas.openxmlformats.org/officeDocument/2006/relationships/image" Target="../media/image755.png"/><Relationship Id="rId484" Type="http://schemas.openxmlformats.org/officeDocument/2006/relationships/image" Target="../media/image776.png"/><Relationship Id="rId705" Type="http://schemas.openxmlformats.org/officeDocument/2006/relationships/image" Target="../media/image111.png"/><Relationship Id="rId137" Type="http://schemas.openxmlformats.org/officeDocument/2006/relationships/image" Target="../media/image604.png"/><Relationship Id="rId302" Type="http://schemas.openxmlformats.org/officeDocument/2006/relationships/customXml" Target="../ink/ink545.xml"/><Relationship Id="rId344" Type="http://schemas.openxmlformats.org/officeDocument/2006/relationships/image" Target="../media/image706.png"/><Relationship Id="rId691" Type="http://schemas.openxmlformats.org/officeDocument/2006/relationships/customXml" Target="../ink/ink746.xml"/><Relationship Id="rId41" Type="http://schemas.openxmlformats.org/officeDocument/2006/relationships/image" Target="../media/image556.png"/><Relationship Id="rId83" Type="http://schemas.openxmlformats.org/officeDocument/2006/relationships/image" Target="../media/image577.png"/><Relationship Id="rId179" Type="http://schemas.openxmlformats.org/officeDocument/2006/relationships/image" Target="../media/image624.png"/><Relationship Id="rId386" Type="http://schemas.openxmlformats.org/officeDocument/2006/relationships/image" Target="../media/image727.png"/><Relationship Id="rId551" Type="http://schemas.openxmlformats.org/officeDocument/2006/relationships/customXml" Target="../ink/ink669.xml"/><Relationship Id="rId593" Type="http://schemas.openxmlformats.org/officeDocument/2006/relationships/customXml" Target="../ink/ink690.xml"/><Relationship Id="rId607" Type="http://schemas.openxmlformats.org/officeDocument/2006/relationships/customXml" Target="../ink/ink698.xml"/><Relationship Id="rId649" Type="http://schemas.openxmlformats.org/officeDocument/2006/relationships/image" Target="../media/image72.png"/><Relationship Id="rId190" Type="http://schemas.openxmlformats.org/officeDocument/2006/relationships/customXml" Target="../ink/ink489.xml"/><Relationship Id="rId204" Type="http://schemas.openxmlformats.org/officeDocument/2006/relationships/customXml" Target="../ink/ink496.xml"/><Relationship Id="rId246" Type="http://schemas.openxmlformats.org/officeDocument/2006/relationships/customXml" Target="../ink/ink517.xml"/><Relationship Id="rId288" Type="http://schemas.openxmlformats.org/officeDocument/2006/relationships/customXml" Target="../ink/ink538.xml"/><Relationship Id="rId411" Type="http://schemas.openxmlformats.org/officeDocument/2006/relationships/customXml" Target="../ink/ink599.xml"/><Relationship Id="rId453" Type="http://schemas.openxmlformats.org/officeDocument/2006/relationships/customXml" Target="../ink/ink620.xml"/><Relationship Id="rId509" Type="http://schemas.openxmlformats.org/officeDocument/2006/relationships/customXml" Target="../ink/ink648.xml"/><Relationship Id="rId660" Type="http://schemas.openxmlformats.org/officeDocument/2006/relationships/customXml" Target="../ink/ink728.xml"/><Relationship Id="rId106" Type="http://schemas.openxmlformats.org/officeDocument/2006/relationships/customXml" Target="../ink/ink447.xml"/><Relationship Id="rId313" Type="http://schemas.openxmlformats.org/officeDocument/2006/relationships/image" Target="../media/image691.png"/><Relationship Id="rId495" Type="http://schemas.openxmlformats.org/officeDocument/2006/relationships/customXml" Target="../ink/ink641.xml"/><Relationship Id="rId716" Type="http://schemas.openxmlformats.org/officeDocument/2006/relationships/image" Target="../media/image116.png"/><Relationship Id="rId10" Type="http://schemas.openxmlformats.org/officeDocument/2006/relationships/customXml" Target="../ink/ink399.xml"/><Relationship Id="rId52" Type="http://schemas.openxmlformats.org/officeDocument/2006/relationships/customXml" Target="../ink/ink420.xml"/><Relationship Id="rId94" Type="http://schemas.openxmlformats.org/officeDocument/2006/relationships/customXml" Target="../ink/ink441.xml"/><Relationship Id="rId148" Type="http://schemas.openxmlformats.org/officeDocument/2006/relationships/customXml" Target="../ink/ink468.xml"/><Relationship Id="rId355" Type="http://schemas.openxmlformats.org/officeDocument/2006/relationships/customXml" Target="../ink/ink571.xml"/><Relationship Id="rId397" Type="http://schemas.openxmlformats.org/officeDocument/2006/relationships/customXml" Target="../ink/ink592.xml"/><Relationship Id="rId520" Type="http://schemas.openxmlformats.org/officeDocument/2006/relationships/image" Target="../media/image794.png"/><Relationship Id="rId562" Type="http://schemas.openxmlformats.org/officeDocument/2006/relationships/image" Target="../media/image815.png"/><Relationship Id="rId618" Type="http://schemas.openxmlformats.org/officeDocument/2006/relationships/image" Target="../media/image839.png"/><Relationship Id="rId215" Type="http://schemas.openxmlformats.org/officeDocument/2006/relationships/image" Target="../media/image642.png"/><Relationship Id="rId257" Type="http://schemas.openxmlformats.org/officeDocument/2006/relationships/image" Target="../media/image663.png"/><Relationship Id="rId422" Type="http://schemas.openxmlformats.org/officeDocument/2006/relationships/image" Target="../media/image745.png"/><Relationship Id="rId464" Type="http://schemas.openxmlformats.org/officeDocument/2006/relationships/image" Target="../media/image766.png"/><Relationship Id="rId299" Type="http://schemas.openxmlformats.org/officeDocument/2006/relationships/image" Target="../media/image684.png"/><Relationship Id="rId727" Type="http://schemas.openxmlformats.org/officeDocument/2006/relationships/customXml" Target="../ink/ink767.xml"/><Relationship Id="rId63" Type="http://schemas.openxmlformats.org/officeDocument/2006/relationships/image" Target="../media/image567.png"/><Relationship Id="rId159" Type="http://schemas.openxmlformats.org/officeDocument/2006/relationships/image" Target="../media/image614.png"/><Relationship Id="rId366" Type="http://schemas.openxmlformats.org/officeDocument/2006/relationships/image" Target="../media/image717.png"/><Relationship Id="rId573" Type="http://schemas.openxmlformats.org/officeDocument/2006/relationships/customXml" Target="../ink/ink680.xml"/><Relationship Id="rId226" Type="http://schemas.openxmlformats.org/officeDocument/2006/relationships/customXml" Target="../ink/ink507.xml"/><Relationship Id="rId433" Type="http://schemas.openxmlformats.org/officeDocument/2006/relationships/customXml" Target="../ink/ink610.xml"/><Relationship Id="rId640" Type="http://schemas.openxmlformats.org/officeDocument/2006/relationships/customXml" Target="../ink/ink716.xml"/><Relationship Id="rId74" Type="http://schemas.openxmlformats.org/officeDocument/2006/relationships/customXml" Target="../ink/ink431.xml"/><Relationship Id="rId377" Type="http://schemas.openxmlformats.org/officeDocument/2006/relationships/customXml" Target="../ink/ink582.xml"/><Relationship Id="rId500" Type="http://schemas.openxmlformats.org/officeDocument/2006/relationships/image" Target="../media/image784.png"/><Relationship Id="rId584" Type="http://schemas.openxmlformats.org/officeDocument/2006/relationships/image" Target="../media/image826.png"/><Relationship Id="rId5" Type="http://schemas.openxmlformats.org/officeDocument/2006/relationships/image" Target="../media/image538.png"/><Relationship Id="rId237" Type="http://schemas.openxmlformats.org/officeDocument/2006/relationships/image" Target="../media/image653.png"/><Relationship Id="rId444" Type="http://schemas.openxmlformats.org/officeDocument/2006/relationships/image" Target="../media/image756.png"/><Relationship Id="rId651" Type="http://schemas.openxmlformats.org/officeDocument/2006/relationships/customXml" Target="../ink/ink723.xml"/><Relationship Id="rId290" Type="http://schemas.openxmlformats.org/officeDocument/2006/relationships/customXml" Target="../ink/ink539.xml"/><Relationship Id="rId304" Type="http://schemas.openxmlformats.org/officeDocument/2006/relationships/customXml" Target="../ink/ink546.xml"/><Relationship Id="rId388" Type="http://schemas.openxmlformats.org/officeDocument/2006/relationships/image" Target="../media/image728.png"/><Relationship Id="rId511" Type="http://schemas.openxmlformats.org/officeDocument/2006/relationships/customXml" Target="../ink/ink649.xml"/><Relationship Id="rId609" Type="http://schemas.openxmlformats.org/officeDocument/2006/relationships/customXml" Target="../ink/ink699.xml"/><Relationship Id="rId85" Type="http://schemas.openxmlformats.org/officeDocument/2006/relationships/image" Target="../media/image578.png"/><Relationship Id="rId150" Type="http://schemas.openxmlformats.org/officeDocument/2006/relationships/customXml" Target="../ink/ink469.xml"/><Relationship Id="rId595" Type="http://schemas.openxmlformats.org/officeDocument/2006/relationships/customXml" Target="../ink/ink691.xml"/><Relationship Id="rId248" Type="http://schemas.openxmlformats.org/officeDocument/2006/relationships/customXml" Target="../ink/ink518.xml"/><Relationship Id="rId455" Type="http://schemas.openxmlformats.org/officeDocument/2006/relationships/customXml" Target="../ink/ink621.xml"/><Relationship Id="rId662" Type="http://schemas.openxmlformats.org/officeDocument/2006/relationships/image" Target="../media/image93.png"/><Relationship Id="rId12" Type="http://schemas.openxmlformats.org/officeDocument/2006/relationships/customXml" Target="../ink/ink400.xml"/><Relationship Id="rId108" Type="http://schemas.openxmlformats.org/officeDocument/2006/relationships/customXml" Target="../ink/ink448.xml"/><Relationship Id="rId315" Type="http://schemas.openxmlformats.org/officeDocument/2006/relationships/customXml" Target="../ink/ink552.xml"/><Relationship Id="rId522" Type="http://schemas.openxmlformats.org/officeDocument/2006/relationships/image" Target="../media/image795.png"/><Relationship Id="rId96" Type="http://schemas.openxmlformats.org/officeDocument/2006/relationships/customXml" Target="../ink/ink442.xml"/><Relationship Id="rId161" Type="http://schemas.openxmlformats.org/officeDocument/2006/relationships/image" Target="../media/image615.png"/><Relationship Id="rId399" Type="http://schemas.openxmlformats.org/officeDocument/2006/relationships/customXml" Target="../ink/ink593.xml"/><Relationship Id="rId259" Type="http://schemas.openxmlformats.org/officeDocument/2006/relationships/image" Target="../media/image664.png"/><Relationship Id="rId466" Type="http://schemas.openxmlformats.org/officeDocument/2006/relationships/image" Target="../media/image767.png"/><Relationship Id="rId673" Type="http://schemas.openxmlformats.org/officeDocument/2006/relationships/customXml" Target="../ink/ink736.xml"/><Relationship Id="rId23" Type="http://schemas.openxmlformats.org/officeDocument/2006/relationships/image" Target="../media/image547.png"/><Relationship Id="rId119" Type="http://schemas.openxmlformats.org/officeDocument/2006/relationships/image" Target="../media/image595.png"/><Relationship Id="rId326" Type="http://schemas.openxmlformats.org/officeDocument/2006/relationships/image" Target="../media/image697.png"/><Relationship Id="rId533" Type="http://schemas.openxmlformats.org/officeDocument/2006/relationships/customXml" Target="../ink/ink660.xml"/><Relationship Id="rId172" Type="http://schemas.openxmlformats.org/officeDocument/2006/relationships/customXml" Target="../ink/ink480.xml"/><Relationship Id="rId477" Type="http://schemas.openxmlformats.org/officeDocument/2006/relationships/customXml" Target="../ink/ink632.xml"/><Relationship Id="rId600" Type="http://schemas.openxmlformats.org/officeDocument/2006/relationships/image" Target="../media/image305.png"/><Relationship Id="rId684" Type="http://schemas.openxmlformats.org/officeDocument/2006/relationships/customXml" Target="../ink/ink742.xml"/><Relationship Id="rId337" Type="http://schemas.openxmlformats.org/officeDocument/2006/relationships/customXml" Target="../ink/ink562.xml"/><Relationship Id="rId34" Type="http://schemas.openxmlformats.org/officeDocument/2006/relationships/customXml" Target="../ink/ink411.xml"/><Relationship Id="rId544" Type="http://schemas.openxmlformats.org/officeDocument/2006/relationships/image" Target="../media/image806.png"/><Relationship Id="rId183" Type="http://schemas.openxmlformats.org/officeDocument/2006/relationships/image" Target="../media/image626.png"/><Relationship Id="rId390" Type="http://schemas.openxmlformats.org/officeDocument/2006/relationships/image" Target="../media/image729.png"/><Relationship Id="rId404" Type="http://schemas.openxmlformats.org/officeDocument/2006/relationships/image" Target="../media/image736.png"/><Relationship Id="rId611" Type="http://schemas.openxmlformats.org/officeDocument/2006/relationships/image" Target="../media/image491.png"/><Relationship Id="rId250" Type="http://schemas.openxmlformats.org/officeDocument/2006/relationships/customXml" Target="../ink/ink519.xml"/><Relationship Id="rId488" Type="http://schemas.openxmlformats.org/officeDocument/2006/relationships/image" Target="../media/image778.png"/><Relationship Id="rId695" Type="http://schemas.openxmlformats.org/officeDocument/2006/relationships/customXml" Target="../ink/ink749.xml"/><Relationship Id="rId709" Type="http://schemas.openxmlformats.org/officeDocument/2006/relationships/customXml" Target="../ink/ink757.xml"/><Relationship Id="rId45" Type="http://schemas.openxmlformats.org/officeDocument/2006/relationships/image" Target="../media/image558.png"/><Relationship Id="rId110" Type="http://schemas.openxmlformats.org/officeDocument/2006/relationships/customXml" Target="../ink/ink449.xml"/><Relationship Id="rId348" Type="http://schemas.openxmlformats.org/officeDocument/2006/relationships/image" Target="../media/image708.png"/><Relationship Id="rId555" Type="http://schemas.openxmlformats.org/officeDocument/2006/relationships/customXml" Target="../ink/ink671.xml"/><Relationship Id="rId194" Type="http://schemas.openxmlformats.org/officeDocument/2006/relationships/customXml" Target="../ink/ink491.xml"/><Relationship Id="rId208" Type="http://schemas.openxmlformats.org/officeDocument/2006/relationships/customXml" Target="../ink/ink498.xml"/><Relationship Id="rId415" Type="http://schemas.openxmlformats.org/officeDocument/2006/relationships/customXml" Target="../ink/ink601.xml"/><Relationship Id="rId622" Type="http://schemas.openxmlformats.org/officeDocument/2006/relationships/image" Target="../media/image841.png"/><Relationship Id="rId261" Type="http://schemas.openxmlformats.org/officeDocument/2006/relationships/image" Target="../media/image665.png"/><Relationship Id="rId499" Type="http://schemas.openxmlformats.org/officeDocument/2006/relationships/customXml" Target="../ink/ink643.xml"/><Relationship Id="rId56" Type="http://schemas.openxmlformats.org/officeDocument/2006/relationships/customXml" Target="../ink/ink422.xml"/><Relationship Id="rId359" Type="http://schemas.openxmlformats.org/officeDocument/2006/relationships/customXml" Target="../ink/ink573.xml"/><Relationship Id="rId566" Type="http://schemas.openxmlformats.org/officeDocument/2006/relationships/image" Target="../media/image817.png"/><Relationship Id="rId121" Type="http://schemas.openxmlformats.org/officeDocument/2006/relationships/image" Target="../media/image596.png"/><Relationship Id="rId219" Type="http://schemas.openxmlformats.org/officeDocument/2006/relationships/image" Target="../media/image644.png"/><Relationship Id="rId426" Type="http://schemas.openxmlformats.org/officeDocument/2006/relationships/image" Target="../media/image747.png"/><Relationship Id="rId633" Type="http://schemas.openxmlformats.org/officeDocument/2006/relationships/image" Target="../media/image846.png"/><Relationship Id="rId67" Type="http://schemas.openxmlformats.org/officeDocument/2006/relationships/image" Target="../media/image569.png"/><Relationship Id="rId272" Type="http://schemas.openxmlformats.org/officeDocument/2006/relationships/customXml" Target="../ink/ink530.xml"/><Relationship Id="rId577" Type="http://schemas.openxmlformats.org/officeDocument/2006/relationships/customXml" Target="../ink/ink682.xml"/><Relationship Id="rId700" Type="http://schemas.openxmlformats.org/officeDocument/2006/relationships/customXml" Target="../ink/ink752.xml"/><Relationship Id="rId132" Type="http://schemas.openxmlformats.org/officeDocument/2006/relationships/customXml" Target="../ink/ink460.xml"/><Relationship Id="rId437" Type="http://schemas.openxmlformats.org/officeDocument/2006/relationships/customXml" Target="../ink/ink612.xml"/><Relationship Id="rId644" Type="http://schemas.openxmlformats.org/officeDocument/2006/relationships/customXml" Target="../ink/ink719.xml"/><Relationship Id="rId283" Type="http://schemas.openxmlformats.org/officeDocument/2006/relationships/image" Target="../media/image676.png"/><Relationship Id="rId490" Type="http://schemas.openxmlformats.org/officeDocument/2006/relationships/image" Target="../media/image779.png"/><Relationship Id="rId504" Type="http://schemas.openxmlformats.org/officeDocument/2006/relationships/image" Target="../media/image786.png"/><Relationship Id="rId711" Type="http://schemas.openxmlformats.org/officeDocument/2006/relationships/customXml" Target="../ink/ink758.xml"/><Relationship Id="rId78" Type="http://schemas.openxmlformats.org/officeDocument/2006/relationships/customXml" Target="../ink/ink433.xml"/><Relationship Id="rId143" Type="http://schemas.openxmlformats.org/officeDocument/2006/relationships/image" Target="../media/image607.png"/><Relationship Id="rId350" Type="http://schemas.openxmlformats.org/officeDocument/2006/relationships/image" Target="../media/image709.png"/><Relationship Id="rId588" Type="http://schemas.openxmlformats.org/officeDocument/2006/relationships/image" Target="../media/image828.png"/><Relationship Id="rId9" Type="http://schemas.openxmlformats.org/officeDocument/2006/relationships/image" Target="../media/image540.png"/><Relationship Id="rId210" Type="http://schemas.openxmlformats.org/officeDocument/2006/relationships/customXml" Target="../ink/ink499.xml"/><Relationship Id="rId448" Type="http://schemas.openxmlformats.org/officeDocument/2006/relationships/image" Target="../media/image758.png"/><Relationship Id="rId655" Type="http://schemas.openxmlformats.org/officeDocument/2006/relationships/customXml" Target="../ink/ink725.xml"/><Relationship Id="rId294" Type="http://schemas.openxmlformats.org/officeDocument/2006/relationships/customXml" Target="../ink/ink541.xml"/><Relationship Id="rId308" Type="http://schemas.openxmlformats.org/officeDocument/2006/relationships/customXml" Target="../ink/ink548.xml"/><Relationship Id="rId515" Type="http://schemas.openxmlformats.org/officeDocument/2006/relationships/customXml" Target="../ink/ink651.xml"/><Relationship Id="rId722" Type="http://schemas.openxmlformats.org/officeDocument/2006/relationships/customXml" Target="../ink/ink764.xml"/><Relationship Id="rId89" Type="http://schemas.openxmlformats.org/officeDocument/2006/relationships/image" Target="../media/image580.png"/><Relationship Id="rId154" Type="http://schemas.openxmlformats.org/officeDocument/2006/relationships/customXml" Target="../ink/ink471.xml"/><Relationship Id="rId361" Type="http://schemas.openxmlformats.org/officeDocument/2006/relationships/customXml" Target="../ink/ink574.xml"/><Relationship Id="rId599" Type="http://schemas.openxmlformats.org/officeDocument/2006/relationships/customXml" Target="../ink/ink693.xml"/><Relationship Id="rId459" Type="http://schemas.openxmlformats.org/officeDocument/2006/relationships/customXml" Target="../ink/ink623.xml"/><Relationship Id="rId666" Type="http://schemas.openxmlformats.org/officeDocument/2006/relationships/image" Target="../media/image95.png"/><Relationship Id="rId16" Type="http://schemas.openxmlformats.org/officeDocument/2006/relationships/customXml" Target="../ink/ink402.xml"/><Relationship Id="rId221" Type="http://schemas.openxmlformats.org/officeDocument/2006/relationships/image" Target="../media/image645.png"/><Relationship Id="rId319" Type="http://schemas.openxmlformats.org/officeDocument/2006/relationships/customXml" Target="../ink/ink554.xml"/><Relationship Id="rId526" Type="http://schemas.openxmlformats.org/officeDocument/2006/relationships/image" Target="../media/image797.png"/><Relationship Id="rId733" Type="http://schemas.openxmlformats.org/officeDocument/2006/relationships/image" Target="../media/image121.png"/><Relationship Id="rId165" Type="http://schemas.openxmlformats.org/officeDocument/2006/relationships/image" Target="../media/image617.png"/><Relationship Id="rId372" Type="http://schemas.openxmlformats.org/officeDocument/2006/relationships/image" Target="../media/image720.png"/><Relationship Id="rId677" Type="http://schemas.openxmlformats.org/officeDocument/2006/relationships/customXml" Target="../ink/ink738.xml"/><Relationship Id="rId232" Type="http://schemas.openxmlformats.org/officeDocument/2006/relationships/customXml" Target="../ink/ink510.xml"/><Relationship Id="rId27" Type="http://schemas.openxmlformats.org/officeDocument/2006/relationships/image" Target="../media/image549.png"/><Relationship Id="rId537" Type="http://schemas.openxmlformats.org/officeDocument/2006/relationships/customXml" Target="../ink/ink662.xml"/><Relationship Id="rId80" Type="http://schemas.openxmlformats.org/officeDocument/2006/relationships/customXml" Target="../ink/ink434.xml"/><Relationship Id="rId176" Type="http://schemas.openxmlformats.org/officeDocument/2006/relationships/customXml" Target="../ink/ink482.xml"/><Relationship Id="rId383" Type="http://schemas.openxmlformats.org/officeDocument/2006/relationships/customXml" Target="../ink/ink585.xml"/><Relationship Id="rId590" Type="http://schemas.openxmlformats.org/officeDocument/2006/relationships/image" Target="../media/image829.png"/><Relationship Id="rId604" Type="http://schemas.openxmlformats.org/officeDocument/2006/relationships/image" Target="../media/image835.png"/><Relationship Id="rId243" Type="http://schemas.openxmlformats.org/officeDocument/2006/relationships/image" Target="../media/image656.png"/><Relationship Id="rId450" Type="http://schemas.openxmlformats.org/officeDocument/2006/relationships/image" Target="../media/image759.png"/><Relationship Id="rId688" Type="http://schemas.openxmlformats.org/officeDocument/2006/relationships/image" Target="../media/image104.png"/><Relationship Id="rId38" Type="http://schemas.openxmlformats.org/officeDocument/2006/relationships/customXml" Target="../ink/ink413.xml"/><Relationship Id="rId103" Type="http://schemas.openxmlformats.org/officeDocument/2006/relationships/image" Target="../media/image587.png"/><Relationship Id="rId310" Type="http://schemas.openxmlformats.org/officeDocument/2006/relationships/customXml" Target="../ink/ink549.xml"/><Relationship Id="rId548" Type="http://schemas.openxmlformats.org/officeDocument/2006/relationships/image" Target="../media/image808.png"/><Relationship Id="rId91" Type="http://schemas.openxmlformats.org/officeDocument/2006/relationships/image" Target="../media/image581.png"/><Relationship Id="rId187" Type="http://schemas.openxmlformats.org/officeDocument/2006/relationships/image" Target="../media/image628.png"/><Relationship Id="rId394" Type="http://schemas.openxmlformats.org/officeDocument/2006/relationships/image" Target="../media/image731.png"/><Relationship Id="rId408" Type="http://schemas.openxmlformats.org/officeDocument/2006/relationships/image" Target="../media/image738.png"/><Relationship Id="rId615" Type="http://schemas.openxmlformats.org/officeDocument/2006/relationships/customXml" Target="../ink/ink703.xml"/><Relationship Id="rId254" Type="http://schemas.openxmlformats.org/officeDocument/2006/relationships/customXml" Target="../ink/ink521.xml"/><Relationship Id="rId699" Type="http://schemas.openxmlformats.org/officeDocument/2006/relationships/image" Target="../media/image108.png"/><Relationship Id="rId49" Type="http://schemas.openxmlformats.org/officeDocument/2006/relationships/image" Target="../media/image560.png"/><Relationship Id="rId114" Type="http://schemas.openxmlformats.org/officeDocument/2006/relationships/customXml" Target="../ink/ink451.xml"/><Relationship Id="rId461" Type="http://schemas.openxmlformats.org/officeDocument/2006/relationships/customXml" Target="../ink/ink624.xml"/><Relationship Id="rId559" Type="http://schemas.openxmlformats.org/officeDocument/2006/relationships/customXml" Target="../ink/ink673.xml"/><Relationship Id="rId198" Type="http://schemas.openxmlformats.org/officeDocument/2006/relationships/customXml" Target="../ink/ink493.xml"/><Relationship Id="rId321" Type="http://schemas.openxmlformats.org/officeDocument/2006/relationships/customXml" Target="../ink/ink555.xml"/><Relationship Id="rId419" Type="http://schemas.openxmlformats.org/officeDocument/2006/relationships/customXml" Target="../ink/ink603.xml"/><Relationship Id="rId626" Type="http://schemas.openxmlformats.org/officeDocument/2006/relationships/image" Target="../media/image843.png"/><Relationship Id="rId265" Type="http://schemas.openxmlformats.org/officeDocument/2006/relationships/image" Target="../media/image667.png"/><Relationship Id="rId472" Type="http://schemas.openxmlformats.org/officeDocument/2006/relationships/image" Target="../media/image770.png"/><Relationship Id="rId125" Type="http://schemas.openxmlformats.org/officeDocument/2006/relationships/image" Target="../media/image598.png"/><Relationship Id="rId332" Type="http://schemas.openxmlformats.org/officeDocument/2006/relationships/image" Target="../media/image700.png"/><Relationship Id="rId637" Type="http://schemas.openxmlformats.org/officeDocument/2006/relationships/image" Target="../media/image848.png"/><Relationship Id="rId276" Type="http://schemas.openxmlformats.org/officeDocument/2006/relationships/customXml" Target="../ink/ink532.xml"/><Relationship Id="rId483" Type="http://schemas.openxmlformats.org/officeDocument/2006/relationships/customXml" Target="../ink/ink635.xml"/><Relationship Id="rId690" Type="http://schemas.openxmlformats.org/officeDocument/2006/relationships/image" Target="../media/image105.png"/><Relationship Id="rId704" Type="http://schemas.openxmlformats.org/officeDocument/2006/relationships/customXml" Target="../ink/ink754.xml"/><Relationship Id="rId40" Type="http://schemas.openxmlformats.org/officeDocument/2006/relationships/customXml" Target="../ink/ink414.xml"/><Relationship Id="rId136" Type="http://schemas.openxmlformats.org/officeDocument/2006/relationships/customXml" Target="../ink/ink462.xml"/><Relationship Id="rId343" Type="http://schemas.openxmlformats.org/officeDocument/2006/relationships/customXml" Target="../ink/ink565.xml"/><Relationship Id="rId550" Type="http://schemas.openxmlformats.org/officeDocument/2006/relationships/image" Target="../media/image809.png"/><Relationship Id="rId203" Type="http://schemas.openxmlformats.org/officeDocument/2006/relationships/image" Target="../media/image636.png"/><Relationship Id="rId648" Type="http://schemas.openxmlformats.org/officeDocument/2006/relationships/customXml" Target="../ink/ink721.xml"/><Relationship Id="rId287" Type="http://schemas.openxmlformats.org/officeDocument/2006/relationships/image" Target="../media/image678.png"/><Relationship Id="rId410" Type="http://schemas.openxmlformats.org/officeDocument/2006/relationships/image" Target="../media/image739.png"/><Relationship Id="rId494" Type="http://schemas.openxmlformats.org/officeDocument/2006/relationships/image" Target="../media/image781.png"/><Relationship Id="rId508" Type="http://schemas.openxmlformats.org/officeDocument/2006/relationships/image" Target="../media/image788.png"/><Relationship Id="rId715" Type="http://schemas.openxmlformats.org/officeDocument/2006/relationships/customXml" Target="../ink/ink760.xml"/><Relationship Id="rId147" Type="http://schemas.openxmlformats.org/officeDocument/2006/relationships/image" Target="../media/image609.png"/><Relationship Id="rId354" Type="http://schemas.openxmlformats.org/officeDocument/2006/relationships/image" Target="../media/image71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6.png"/><Relationship Id="rId299" Type="http://schemas.openxmlformats.org/officeDocument/2006/relationships/image" Target="../media/image127.png"/><Relationship Id="rId21" Type="http://schemas.openxmlformats.org/officeDocument/2006/relationships/image" Target="../media/image859.png"/><Relationship Id="rId63" Type="http://schemas.openxmlformats.org/officeDocument/2006/relationships/image" Target="../media/image879.png"/><Relationship Id="rId159" Type="http://schemas.openxmlformats.org/officeDocument/2006/relationships/image" Target="../media/image927.png"/><Relationship Id="rId324" Type="http://schemas.openxmlformats.org/officeDocument/2006/relationships/customXml" Target="../ink/ink912.xml"/><Relationship Id="rId366" Type="http://schemas.openxmlformats.org/officeDocument/2006/relationships/customXml" Target="../ink/ink933.xml"/><Relationship Id="rId170" Type="http://schemas.openxmlformats.org/officeDocument/2006/relationships/customXml" Target="../ink/ink859.xml"/><Relationship Id="rId226" Type="http://schemas.openxmlformats.org/officeDocument/2006/relationships/customXml" Target="../ink/ink887.xml"/><Relationship Id="rId433" Type="http://schemas.openxmlformats.org/officeDocument/2006/relationships/image" Target="../media/image193.png"/><Relationship Id="rId32" Type="http://schemas.openxmlformats.org/officeDocument/2006/relationships/customXml" Target="../ink/ink790.xml"/><Relationship Id="rId74" Type="http://schemas.openxmlformats.org/officeDocument/2006/relationships/customXml" Target="../ink/ink811.xml"/><Relationship Id="rId128" Type="http://schemas.openxmlformats.org/officeDocument/2006/relationships/customXml" Target="../ink/ink838.xml"/><Relationship Id="rId335" Type="http://schemas.openxmlformats.org/officeDocument/2006/relationships/image" Target="../media/image145.png"/><Relationship Id="rId377" Type="http://schemas.openxmlformats.org/officeDocument/2006/relationships/image" Target="../media/image166.png"/><Relationship Id="rId5" Type="http://schemas.openxmlformats.org/officeDocument/2006/relationships/image" Target="../media/image851.png"/><Relationship Id="rId181" Type="http://schemas.openxmlformats.org/officeDocument/2006/relationships/image" Target="../media/image938.png"/><Relationship Id="rId237" Type="http://schemas.openxmlformats.org/officeDocument/2006/relationships/image" Target="../media/image966.png"/><Relationship Id="rId402" Type="http://schemas.openxmlformats.org/officeDocument/2006/relationships/customXml" Target="../ink/ink951.xml"/><Relationship Id="rId43" Type="http://schemas.openxmlformats.org/officeDocument/2006/relationships/image" Target="../media/image870.png"/><Relationship Id="rId139" Type="http://schemas.openxmlformats.org/officeDocument/2006/relationships/image" Target="../media/image917.png"/><Relationship Id="rId290" Type="http://schemas.openxmlformats.org/officeDocument/2006/relationships/customXml" Target="../ink/ink895.xml"/><Relationship Id="rId304" Type="http://schemas.openxmlformats.org/officeDocument/2006/relationships/customXml" Target="../ink/ink902.xml"/><Relationship Id="rId346" Type="http://schemas.openxmlformats.org/officeDocument/2006/relationships/customXml" Target="../ink/ink923.xml"/><Relationship Id="rId388" Type="http://schemas.openxmlformats.org/officeDocument/2006/relationships/customXml" Target="../ink/ink944.xml"/><Relationship Id="rId85" Type="http://schemas.openxmlformats.org/officeDocument/2006/relationships/image" Target="../media/image890.png"/><Relationship Id="rId150" Type="http://schemas.openxmlformats.org/officeDocument/2006/relationships/customXml" Target="../ink/ink849.xml"/><Relationship Id="rId192" Type="http://schemas.openxmlformats.org/officeDocument/2006/relationships/customXml" Target="../ink/ink870.xml"/><Relationship Id="rId206" Type="http://schemas.openxmlformats.org/officeDocument/2006/relationships/customXml" Target="../ink/ink877.xml"/><Relationship Id="rId413" Type="http://schemas.openxmlformats.org/officeDocument/2006/relationships/image" Target="../media/image184.png"/><Relationship Id="rId12" Type="http://schemas.openxmlformats.org/officeDocument/2006/relationships/customXml" Target="../ink/ink780.xml"/><Relationship Id="rId108" Type="http://schemas.openxmlformats.org/officeDocument/2006/relationships/customXml" Target="../ink/ink828.xml"/><Relationship Id="rId315" Type="http://schemas.openxmlformats.org/officeDocument/2006/relationships/image" Target="../media/image135.png"/><Relationship Id="rId357" Type="http://schemas.openxmlformats.org/officeDocument/2006/relationships/image" Target="../media/image156.png"/><Relationship Id="rId54" Type="http://schemas.openxmlformats.org/officeDocument/2006/relationships/customXml" Target="../ink/ink801.xml"/><Relationship Id="rId96" Type="http://schemas.openxmlformats.org/officeDocument/2006/relationships/customXml" Target="../ink/ink822.xml"/><Relationship Id="rId161" Type="http://schemas.openxmlformats.org/officeDocument/2006/relationships/image" Target="../media/image928.png"/><Relationship Id="rId217" Type="http://schemas.openxmlformats.org/officeDocument/2006/relationships/image" Target="../media/image956.png"/><Relationship Id="rId399" Type="http://schemas.openxmlformats.org/officeDocument/2006/relationships/image" Target="../media/image177.png"/><Relationship Id="rId424" Type="http://schemas.openxmlformats.org/officeDocument/2006/relationships/customXml" Target="../ink/ink962.xml"/><Relationship Id="rId23" Type="http://schemas.openxmlformats.org/officeDocument/2006/relationships/image" Target="../media/image860.png"/><Relationship Id="rId119" Type="http://schemas.openxmlformats.org/officeDocument/2006/relationships/image" Target="../media/image907.png"/><Relationship Id="rId326" Type="http://schemas.openxmlformats.org/officeDocument/2006/relationships/customXml" Target="../ink/ink913.xml"/><Relationship Id="rId65" Type="http://schemas.openxmlformats.org/officeDocument/2006/relationships/image" Target="../media/image880.png"/><Relationship Id="rId130" Type="http://schemas.openxmlformats.org/officeDocument/2006/relationships/customXml" Target="../ink/ink839.xml"/><Relationship Id="rId368" Type="http://schemas.openxmlformats.org/officeDocument/2006/relationships/customXml" Target="../ink/ink934.xml"/><Relationship Id="rId172" Type="http://schemas.openxmlformats.org/officeDocument/2006/relationships/customXml" Target="../ink/ink860.xml"/><Relationship Id="rId228" Type="http://schemas.openxmlformats.org/officeDocument/2006/relationships/customXml" Target="../ink/ink888.xml"/><Relationship Id="rId435" Type="http://schemas.openxmlformats.org/officeDocument/2006/relationships/image" Target="../media/image194.png"/><Relationship Id="rId337" Type="http://schemas.openxmlformats.org/officeDocument/2006/relationships/image" Target="../media/image146.png"/><Relationship Id="rId34" Type="http://schemas.openxmlformats.org/officeDocument/2006/relationships/customXml" Target="../ink/ink791.xml"/><Relationship Id="rId76" Type="http://schemas.openxmlformats.org/officeDocument/2006/relationships/customXml" Target="../ink/ink812.xml"/><Relationship Id="rId141" Type="http://schemas.openxmlformats.org/officeDocument/2006/relationships/image" Target="../media/image918.png"/><Relationship Id="rId379" Type="http://schemas.openxmlformats.org/officeDocument/2006/relationships/image" Target="../media/image167.png"/><Relationship Id="rId7" Type="http://schemas.openxmlformats.org/officeDocument/2006/relationships/image" Target="../media/image852.png"/><Relationship Id="rId183" Type="http://schemas.openxmlformats.org/officeDocument/2006/relationships/image" Target="../media/image939.png"/><Relationship Id="rId390" Type="http://schemas.openxmlformats.org/officeDocument/2006/relationships/customXml" Target="../ink/ink945.xml"/><Relationship Id="rId404" Type="http://schemas.openxmlformats.org/officeDocument/2006/relationships/customXml" Target="../ink/ink952.xml"/><Relationship Id="rId292" Type="http://schemas.openxmlformats.org/officeDocument/2006/relationships/customXml" Target="../ink/ink896.xml"/><Relationship Id="rId306" Type="http://schemas.openxmlformats.org/officeDocument/2006/relationships/customXml" Target="../ink/ink903.xml"/><Relationship Id="rId45" Type="http://schemas.openxmlformats.org/officeDocument/2006/relationships/image" Target="../media/image871.png"/><Relationship Id="rId87" Type="http://schemas.openxmlformats.org/officeDocument/2006/relationships/image" Target="../media/image891.png"/><Relationship Id="rId110" Type="http://schemas.openxmlformats.org/officeDocument/2006/relationships/customXml" Target="../ink/ink829.xml"/><Relationship Id="rId348" Type="http://schemas.openxmlformats.org/officeDocument/2006/relationships/customXml" Target="../ink/ink924.xml"/><Relationship Id="rId152" Type="http://schemas.openxmlformats.org/officeDocument/2006/relationships/customXml" Target="../ink/ink850.xml"/><Relationship Id="rId194" Type="http://schemas.openxmlformats.org/officeDocument/2006/relationships/customXml" Target="../ink/ink871.xml"/><Relationship Id="rId208" Type="http://schemas.openxmlformats.org/officeDocument/2006/relationships/customXml" Target="../ink/ink878.xml"/><Relationship Id="rId415" Type="http://schemas.openxmlformats.org/officeDocument/2006/relationships/image" Target="../media/image185.png"/><Relationship Id="rId14" Type="http://schemas.openxmlformats.org/officeDocument/2006/relationships/customXml" Target="../ink/ink781.xml"/><Relationship Id="rId56" Type="http://schemas.openxmlformats.org/officeDocument/2006/relationships/customXml" Target="../ink/ink802.xml"/><Relationship Id="rId317" Type="http://schemas.openxmlformats.org/officeDocument/2006/relationships/image" Target="../media/image136.png"/><Relationship Id="rId359" Type="http://schemas.openxmlformats.org/officeDocument/2006/relationships/image" Target="../media/image157.png"/><Relationship Id="rId98" Type="http://schemas.openxmlformats.org/officeDocument/2006/relationships/customXml" Target="../ink/ink823.xml"/><Relationship Id="rId121" Type="http://schemas.openxmlformats.org/officeDocument/2006/relationships/image" Target="../media/image908.png"/><Relationship Id="rId163" Type="http://schemas.openxmlformats.org/officeDocument/2006/relationships/image" Target="../media/image929.png"/><Relationship Id="rId219" Type="http://schemas.openxmlformats.org/officeDocument/2006/relationships/image" Target="../media/image957.png"/><Relationship Id="rId370" Type="http://schemas.openxmlformats.org/officeDocument/2006/relationships/customXml" Target="../ink/ink935.xml"/><Relationship Id="rId426" Type="http://schemas.openxmlformats.org/officeDocument/2006/relationships/customXml" Target="../ink/ink963.xml"/><Relationship Id="rId230" Type="http://schemas.openxmlformats.org/officeDocument/2006/relationships/customXml" Target="../ink/ink889.xml"/><Relationship Id="rId25" Type="http://schemas.openxmlformats.org/officeDocument/2006/relationships/image" Target="../media/image861.png"/><Relationship Id="rId67" Type="http://schemas.openxmlformats.org/officeDocument/2006/relationships/image" Target="../media/image881.png"/><Relationship Id="rId328" Type="http://schemas.openxmlformats.org/officeDocument/2006/relationships/customXml" Target="../ink/ink914.xml"/><Relationship Id="rId132" Type="http://schemas.openxmlformats.org/officeDocument/2006/relationships/customXml" Target="../ink/ink840.xml"/><Relationship Id="rId174" Type="http://schemas.openxmlformats.org/officeDocument/2006/relationships/customXml" Target="../ink/ink861.xml"/><Relationship Id="rId381" Type="http://schemas.openxmlformats.org/officeDocument/2006/relationships/image" Target="../media/image168.png"/><Relationship Id="rId437" Type="http://schemas.openxmlformats.org/officeDocument/2006/relationships/image" Target="../media/image93.png"/><Relationship Id="rId36" Type="http://schemas.openxmlformats.org/officeDocument/2006/relationships/customXml" Target="../ink/ink792.xml"/><Relationship Id="rId339" Type="http://schemas.openxmlformats.org/officeDocument/2006/relationships/image" Target="../media/image147.png"/><Relationship Id="rId78" Type="http://schemas.openxmlformats.org/officeDocument/2006/relationships/customXml" Target="../ink/ink813.xml"/><Relationship Id="rId101" Type="http://schemas.openxmlformats.org/officeDocument/2006/relationships/image" Target="../media/image898.png"/><Relationship Id="rId143" Type="http://schemas.openxmlformats.org/officeDocument/2006/relationships/image" Target="../media/image919.png"/><Relationship Id="rId185" Type="http://schemas.openxmlformats.org/officeDocument/2006/relationships/image" Target="../media/image940.png"/><Relationship Id="rId350" Type="http://schemas.openxmlformats.org/officeDocument/2006/relationships/customXml" Target="../ink/ink925.xml"/><Relationship Id="rId406" Type="http://schemas.openxmlformats.org/officeDocument/2006/relationships/customXml" Target="../ink/ink953.xml"/><Relationship Id="rId9" Type="http://schemas.openxmlformats.org/officeDocument/2006/relationships/image" Target="../media/image853.png"/><Relationship Id="rId210" Type="http://schemas.openxmlformats.org/officeDocument/2006/relationships/customXml" Target="../ink/ink879.xml"/><Relationship Id="rId392" Type="http://schemas.openxmlformats.org/officeDocument/2006/relationships/customXml" Target="../ink/ink946.xml"/><Relationship Id="rId294" Type="http://schemas.openxmlformats.org/officeDocument/2006/relationships/customXml" Target="../ink/ink897.xml"/><Relationship Id="rId308" Type="http://schemas.openxmlformats.org/officeDocument/2006/relationships/customXml" Target="../ink/ink904.xml"/><Relationship Id="rId47" Type="http://schemas.openxmlformats.org/officeDocument/2006/relationships/image" Target="../media/image872.png"/><Relationship Id="rId89" Type="http://schemas.openxmlformats.org/officeDocument/2006/relationships/image" Target="../media/image892.png"/><Relationship Id="rId112" Type="http://schemas.openxmlformats.org/officeDocument/2006/relationships/customXml" Target="../ink/ink830.xml"/><Relationship Id="rId154" Type="http://schemas.openxmlformats.org/officeDocument/2006/relationships/customXml" Target="../ink/ink851.xml"/><Relationship Id="rId361" Type="http://schemas.openxmlformats.org/officeDocument/2006/relationships/image" Target="../media/image158.png"/><Relationship Id="rId196" Type="http://schemas.openxmlformats.org/officeDocument/2006/relationships/customXml" Target="../ink/ink872.xml"/><Relationship Id="rId200" Type="http://schemas.openxmlformats.org/officeDocument/2006/relationships/customXml" Target="../ink/ink874.xml"/><Relationship Id="rId382" Type="http://schemas.openxmlformats.org/officeDocument/2006/relationships/customXml" Target="../ink/ink941.xml"/><Relationship Id="rId417" Type="http://schemas.openxmlformats.org/officeDocument/2006/relationships/image" Target="../media/image186.png"/><Relationship Id="rId438" Type="http://schemas.openxmlformats.org/officeDocument/2006/relationships/customXml" Target="../ink/ink969.xml"/><Relationship Id="rId16" Type="http://schemas.openxmlformats.org/officeDocument/2006/relationships/customXml" Target="../ink/ink782.xml"/><Relationship Id="rId221" Type="http://schemas.openxmlformats.org/officeDocument/2006/relationships/image" Target="../media/image958.png"/><Relationship Id="rId319" Type="http://schemas.openxmlformats.org/officeDocument/2006/relationships/image" Target="../media/image137.png"/><Relationship Id="rId37" Type="http://schemas.openxmlformats.org/officeDocument/2006/relationships/image" Target="../media/image867.png"/><Relationship Id="rId58" Type="http://schemas.openxmlformats.org/officeDocument/2006/relationships/customXml" Target="../ink/ink803.xml"/><Relationship Id="rId79" Type="http://schemas.openxmlformats.org/officeDocument/2006/relationships/image" Target="../media/image887.png"/><Relationship Id="rId102" Type="http://schemas.openxmlformats.org/officeDocument/2006/relationships/customXml" Target="../ink/ink825.xml"/><Relationship Id="rId123" Type="http://schemas.openxmlformats.org/officeDocument/2006/relationships/image" Target="../media/image909.png"/><Relationship Id="rId144" Type="http://schemas.openxmlformats.org/officeDocument/2006/relationships/customXml" Target="../ink/ink846.xml"/><Relationship Id="rId330" Type="http://schemas.openxmlformats.org/officeDocument/2006/relationships/customXml" Target="../ink/ink915.xml"/><Relationship Id="rId90" Type="http://schemas.openxmlformats.org/officeDocument/2006/relationships/customXml" Target="../ink/ink819.xml"/><Relationship Id="rId165" Type="http://schemas.openxmlformats.org/officeDocument/2006/relationships/image" Target="../media/image930.png"/><Relationship Id="rId186" Type="http://schemas.openxmlformats.org/officeDocument/2006/relationships/customXml" Target="../ink/ink867.xml"/><Relationship Id="rId351" Type="http://schemas.openxmlformats.org/officeDocument/2006/relationships/image" Target="../media/image153.png"/><Relationship Id="rId372" Type="http://schemas.openxmlformats.org/officeDocument/2006/relationships/customXml" Target="../ink/ink936.xml"/><Relationship Id="rId393" Type="http://schemas.openxmlformats.org/officeDocument/2006/relationships/image" Target="../media/image174.png"/><Relationship Id="rId407" Type="http://schemas.openxmlformats.org/officeDocument/2006/relationships/image" Target="../media/image181.png"/><Relationship Id="rId428" Type="http://schemas.openxmlformats.org/officeDocument/2006/relationships/customXml" Target="../ink/ink964.xml"/><Relationship Id="rId211" Type="http://schemas.openxmlformats.org/officeDocument/2006/relationships/image" Target="../media/image953.png"/><Relationship Id="rId232" Type="http://schemas.openxmlformats.org/officeDocument/2006/relationships/customXml" Target="../ink/ink890.xml"/><Relationship Id="rId295" Type="http://schemas.openxmlformats.org/officeDocument/2006/relationships/image" Target="../media/image125.png"/><Relationship Id="rId309" Type="http://schemas.openxmlformats.org/officeDocument/2006/relationships/image" Target="../media/image132.png"/><Relationship Id="rId27" Type="http://schemas.openxmlformats.org/officeDocument/2006/relationships/image" Target="../media/image862.png"/><Relationship Id="rId48" Type="http://schemas.openxmlformats.org/officeDocument/2006/relationships/customXml" Target="../ink/ink798.xml"/><Relationship Id="rId69" Type="http://schemas.openxmlformats.org/officeDocument/2006/relationships/image" Target="../media/image882.png"/><Relationship Id="rId113" Type="http://schemas.openxmlformats.org/officeDocument/2006/relationships/image" Target="../media/image904.png"/><Relationship Id="rId134" Type="http://schemas.openxmlformats.org/officeDocument/2006/relationships/customXml" Target="../ink/ink841.xml"/><Relationship Id="rId320" Type="http://schemas.openxmlformats.org/officeDocument/2006/relationships/customXml" Target="../ink/ink910.xml"/><Relationship Id="rId80" Type="http://schemas.openxmlformats.org/officeDocument/2006/relationships/customXml" Target="../ink/ink814.xml"/><Relationship Id="rId155" Type="http://schemas.openxmlformats.org/officeDocument/2006/relationships/image" Target="../media/image925.png"/><Relationship Id="rId176" Type="http://schemas.openxmlformats.org/officeDocument/2006/relationships/customXml" Target="../ink/ink862.xml"/><Relationship Id="rId197" Type="http://schemas.openxmlformats.org/officeDocument/2006/relationships/image" Target="../media/image946.png"/><Relationship Id="rId341" Type="http://schemas.openxmlformats.org/officeDocument/2006/relationships/image" Target="../media/image148.png"/><Relationship Id="rId362" Type="http://schemas.openxmlformats.org/officeDocument/2006/relationships/customXml" Target="../ink/ink931.xml"/><Relationship Id="rId383" Type="http://schemas.openxmlformats.org/officeDocument/2006/relationships/image" Target="../media/image169.png"/><Relationship Id="rId418" Type="http://schemas.openxmlformats.org/officeDocument/2006/relationships/customXml" Target="../ink/ink959.xml"/><Relationship Id="rId439" Type="http://schemas.openxmlformats.org/officeDocument/2006/relationships/image" Target="../media/image100.png"/><Relationship Id="rId201" Type="http://schemas.openxmlformats.org/officeDocument/2006/relationships/image" Target="../media/image948.png"/><Relationship Id="rId222" Type="http://schemas.openxmlformats.org/officeDocument/2006/relationships/customXml" Target="../ink/ink885.xml"/><Relationship Id="rId17" Type="http://schemas.openxmlformats.org/officeDocument/2006/relationships/image" Target="../media/image857.png"/><Relationship Id="rId38" Type="http://schemas.openxmlformats.org/officeDocument/2006/relationships/customXml" Target="../ink/ink793.xml"/><Relationship Id="rId59" Type="http://schemas.openxmlformats.org/officeDocument/2006/relationships/image" Target="../media/image878.png"/><Relationship Id="rId103" Type="http://schemas.openxmlformats.org/officeDocument/2006/relationships/image" Target="../media/image899.png"/><Relationship Id="rId124" Type="http://schemas.openxmlformats.org/officeDocument/2006/relationships/customXml" Target="../ink/ink836.xml"/><Relationship Id="rId310" Type="http://schemas.openxmlformats.org/officeDocument/2006/relationships/customXml" Target="../ink/ink905.xml"/><Relationship Id="rId70" Type="http://schemas.openxmlformats.org/officeDocument/2006/relationships/customXml" Target="../ink/ink809.xml"/><Relationship Id="rId91" Type="http://schemas.openxmlformats.org/officeDocument/2006/relationships/image" Target="../media/image893.png"/><Relationship Id="rId145" Type="http://schemas.openxmlformats.org/officeDocument/2006/relationships/image" Target="../media/image920.png"/><Relationship Id="rId166" Type="http://schemas.openxmlformats.org/officeDocument/2006/relationships/customXml" Target="../ink/ink857.xml"/><Relationship Id="rId187" Type="http://schemas.openxmlformats.org/officeDocument/2006/relationships/image" Target="../media/image941.png"/><Relationship Id="rId331" Type="http://schemas.openxmlformats.org/officeDocument/2006/relationships/image" Target="../media/image143.png"/><Relationship Id="rId352" Type="http://schemas.openxmlformats.org/officeDocument/2006/relationships/customXml" Target="../ink/ink926.xml"/><Relationship Id="rId373" Type="http://schemas.openxmlformats.org/officeDocument/2006/relationships/image" Target="../media/image164.png"/><Relationship Id="rId394" Type="http://schemas.openxmlformats.org/officeDocument/2006/relationships/customXml" Target="../ink/ink947.xml"/><Relationship Id="rId408" Type="http://schemas.openxmlformats.org/officeDocument/2006/relationships/customXml" Target="../ink/ink954.xml"/><Relationship Id="rId429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80.xml"/><Relationship Id="rId233" Type="http://schemas.openxmlformats.org/officeDocument/2006/relationships/image" Target="../media/image964.png"/><Relationship Id="rId28" Type="http://schemas.openxmlformats.org/officeDocument/2006/relationships/customXml" Target="../ink/ink788.xml"/><Relationship Id="rId49" Type="http://schemas.openxmlformats.org/officeDocument/2006/relationships/image" Target="../media/image873.png"/><Relationship Id="rId114" Type="http://schemas.openxmlformats.org/officeDocument/2006/relationships/customXml" Target="../ink/ink831.xml"/><Relationship Id="rId296" Type="http://schemas.openxmlformats.org/officeDocument/2006/relationships/customXml" Target="../ink/ink898.xml"/><Relationship Id="rId300" Type="http://schemas.openxmlformats.org/officeDocument/2006/relationships/customXml" Target="../ink/ink900.xml"/><Relationship Id="rId60" Type="http://schemas.openxmlformats.org/officeDocument/2006/relationships/customXml" Target="../ink/ink804.xml"/><Relationship Id="rId81" Type="http://schemas.openxmlformats.org/officeDocument/2006/relationships/image" Target="../media/image888.png"/><Relationship Id="rId135" Type="http://schemas.openxmlformats.org/officeDocument/2006/relationships/image" Target="../media/image915.png"/><Relationship Id="rId156" Type="http://schemas.openxmlformats.org/officeDocument/2006/relationships/customXml" Target="../ink/ink852.xml"/><Relationship Id="rId177" Type="http://schemas.openxmlformats.org/officeDocument/2006/relationships/image" Target="../media/image936.png"/><Relationship Id="rId198" Type="http://schemas.openxmlformats.org/officeDocument/2006/relationships/customXml" Target="../ink/ink873.xml"/><Relationship Id="rId321" Type="http://schemas.openxmlformats.org/officeDocument/2006/relationships/image" Target="../media/image138.png"/><Relationship Id="rId342" Type="http://schemas.openxmlformats.org/officeDocument/2006/relationships/customXml" Target="../ink/ink921.xml"/><Relationship Id="rId363" Type="http://schemas.openxmlformats.org/officeDocument/2006/relationships/image" Target="../media/image159.png"/><Relationship Id="rId384" Type="http://schemas.openxmlformats.org/officeDocument/2006/relationships/customXml" Target="../ink/ink942.xml"/><Relationship Id="rId419" Type="http://schemas.openxmlformats.org/officeDocument/2006/relationships/image" Target="../media/image187.png"/><Relationship Id="rId202" Type="http://schemas.openxmlformats.org/officeDocument/2006/relationships/customXml" Target="../ink/ink875.xml"/><Relationship Id="rId223" Type="http://schemas.openxmlformats.org/officeDocument/2006/relationships/image" Target="../media/image959.png"/><Relationship Id="rId430" Type="http://schemas.openxmlformats.org/officeDocument/2006/relationships/customXml" Target="../ink/ink965.xml"/><Relationship Id="rId18" Type="http://schemas.openxmlformats.org/officeDocument/2006/relationships/customXml" Target="../ink/ink783.xml"/><Relationship Id="rId39" Type="http://schemas.openxmlformats.org/officeDocument/2006/relationships/image" Target="../media/image868.png"/><Relationship Id="rId50" Type="http://schemas.openxmlformats.org/officeDocument/2006/relationships/customXml" Target="../ink/ink799.xml"/><Relationship Id="rId104" Type="http://schemas.openxmlformats.org/officeDocument/2006/relationships/customXml" Target="../ink/ink826.xml"/><Relationship Id="rId125" Type="http://schemas.openxmlformats.org/officeDocument/2006/relationships/image" Target="../media/image910.png"/><Relationship Id="rId146" Type="http://schemas.openxmlformats.org/officeDocument/2006/relationships/customXml" Target="../ink/ink847.xml"/><Relationship Id="rId167" Type="http://schemas.openxmlformats.org/officeDocument/2006/relationships/image" Target="../media/image931.png"/><Relationship Id="rId188" Type="http://schemas.openxmlformats.org/officeDocument/2006/relationships/customXml" Target="../ink/ink868.xml"/><Relationship Id="rId311" Type="http://schemas.openxmlformats.org/officeDocument/2006/relationships/image" Target="../media/image133.png"/><Relationship Id="rId332" Type="http://schemas.openxmlformats.org/officeDocument/2006/relationships/customXml" Target="../ink/ink916.xml"/><Relationship Id="rId353" Type="http://schemas.openxmlformats.org/officeDocument/2006/relationships/image" Target="../media/image154.png"/><Relationship Id="rId374" Type="http://schemas.openxmlformats.org/officeDocument/2006/relationships/customXml" Target="../ink/ink937.xml"/><Relationship Id="rId395" Type="http://schemas.openxmlformats.org/officeDocument/2006/relationships/image" Target="../media/image175.png"/><Relationship Id="rId409" Type="http://schemas.openxmlformats.org/officeDocument/2006/relationships/image" Target="../media/image182.png"/><Relationship Id="rId71" Type="http://schemas.openxmlformats.org/officeDocument/2006/relationships/image" Target="../media/image883.png"/><Relationship Id="rId92" Type="http://schemas.openxmlformats.org/officeDocument/2006/relationships/customXml" Target="../ink/ink820.xml"/><Relationship Id="rId213" Type="http://schemas.openxmlformats.org/officeDocument/2006/relationships/image" Target="../media/image954.png"/><Relationship Id="rId234" Type="http://schemas.openxmlformats.org/officeDocument/2006/relationships/customXml" Target="../ink/ink891.xml"/><Relationship Id="rId420" Type="http://schemas.openxmlformats.org/officeDocument/2006/relationships/customXml" Target="../ink/ink960.xml"/><Relationship Id="rId2" Type="http://schemas.openxmlformats.org/officeDocument/2006/relationships/customXml" Target="../ink/ink775.xml"/><Relationship Id="rId29" Type="http://schemas.openxmlformats.org/officeDocument/2006/relationships/image" Target="../media/image863.png"/><Relationship Id="rId297" Type="http://schemas.openxmlformats.org/officeDocument/2006/relationships/image" Target="../media/image126.png"/><Relationship Id="rId40" Type="http://schemas.openxmlformats.org/officeDocument/2006/relationships/customXml" Target="../ink/ink794.xml"/><Relationship Id="rId115" Type="http://schemas.openxmlformats.org/officeDocument/2006/relationships/image" Target="../media/image905.png"/><Relationship Id="rId136" Type="http://schemas.openxmlformats.org/officeDocument/2006/relationships/customXml" Target="../ink/ink842.xml"/><Relationship Id="rId157" Type="http://schemas.openxmlformats.org/officeDocument/2006/relationships/image" Target="../media/image926.png"/><Relationship Id="rId178" Type="http://schemas.openxmlformats.org/officeDocument/2006/relationships/customXml" Target="../ink/ink863.xml"/><Relationship Id="rId301" Type="http://schemas.openxmlformats.org/officeDocument/2006/relationships/image" Target="../media/image128.png"/><Relationship Id="rId322" Type="http://schemas.openxmlformats.org/officeDocument/2006/relationships/customXml" Target="../ink/ink911.xml"/><Relationship Id="rId343" Type="http://schemas.openxmlformats.org/officeDocument/2006/relationships/image" Target="../media/image149.png"/><Relationship Id="rId364" Type="http://schemas.openxmlformats.org/officeDocument/2006/relationships/customXml" Target="../ink/ink932.xml"/><Relationship Id="rId61" Type="http://schemas.openxmlformats.org/officeDocument/2006/relationships/image" Target="../media/image477.png"/><Relationship Id="rId82" Type="http://schemas.openxmlformats.org/officeDocument/2006/relationships/customXml" Target="../ink/ink815.xml"/><Relationship Id="rId199" Type="http://schemas.openxmlformats.org/officeDocument/2006/relationships/image" Target="../media/image947.png"/><Relationship Id="rId203" Type="http://schemas.openxmlformats.org/officeDocument/2006/relationships/image" Target="../media/image949.png"/><Relationship Id="rId385" Type="http://schemas.openxmlformats.org/officeDocument/2006/relationships/image" Target="../media/image170.png"/><Relationship Id="rId19" Type="http://schemas.openxmlformats.org/officeDocument/2006/relationships/image" Target="../media/image858.png"/><Relationship Id="rId224" Type="http://schemas.openxmlformats.org/officeDocument/2006/relationships/customXml" Target="../ink/ink886.xml"/><Relationship Id="rId287" Type="http://schemas.openxmlformats.org/officeDocument/2006/relationships/image" Target="../media/image234.png"/><Relationship Id="rId410" Type="http://schemas.openxmlformats.org/officeDocument/2006/relationships/customXml" Target="../ink/ink955.xml"/><Relationship Id="rId431" Type="http://schemas.openxmlformats.org/officeDocument/2006/relationships/image" Target="../media/image192.png"/><Relationship Id="rId30" Type="http://schemas.openxmlformats.org/officeDocument/2006/relationships/customXml" Target="../ink/ink789.xml"/><Relationship Id="rId105" Type="http://schemas.openxmlformats.org/officeDocument/2006/relationships/image" Target="../media/image900.png"/><Relationship Id="rId126" Type="http://schemas.openxmlformats.org/officeDocument/2006/relationships/customXml" Target="../ink/ink837.xml"/><Relationship Id="rId147" Type="http://schemas.openxmlformats.org/officeDocument/2006/relationships/image" Target="../media/image921.png"/><Relationship Id="rId168" Type="http://schemas.openxmlformats.org/officeDocument/2006/relationships/customXml" Target="../ink/ink858.xml"/><Relationship Id="rId312" Type="http://schemas.openxmlformats.org/officeDocument/2006/relationships/customXml" Target="../ink/ink906.xml"/><Relationship Id="rId333" Type="http://schemas.openxmlformats.org/officeDocument/2006/relationships/image" Target="../media/image144.png"/><Relationship Id="rId354" Type="http://schemas.openxmlformats.org/officeDocument/2006/relationships/customXml" Target="../ink/ink927.xml"/><Relationship Id="rId51" Type="http://schemas.openxmlformats.org/officeDocument/2006/relationships/image" Target="../media/image874.png"/><Relationship Id="rId72" Type="http://schemas.openxmlformats.org/officeDocument/2006/relationships/customXml" Target="../ink/ink810.xml"/><Relationship Id="rId93" Type="http://schemas.openxmlformats.org/officeDocument/2006/relationships/image" Target="../media/image894.png"/><Relationship Id="rId189" Type="http://schemas.openxmlformats.org/officeDocument/2006/relationships/image" Target="../media/image942.png"/><Relationship Id="rId375" Type="http://schemas.openxmlformats.org/officeDocument/2006/relationships/image" Target="../media/image165.png"/><Relationship Id="rId396" Type="http://schemas.openxmlformats.org/officeDocument/2006/relationships/customXml" Target="../ink/ink948.xml"/><Relationship Id="rId3" Type="http://schemas.openxmlformats.org/officeDocument/2006/relationships/image" Target="../media/image850.png"/><Relationship Id="rId214" Type="http://schemas.openxmlformats.org/officeDocument/2006/relationships/customXml" Target="../ink/ink881.xml"/><Relationship Id="rId235" Type="http://schemas.openxmlformats.org/officeDocument/2006/relationships/image" Target="../media/image965.png"/><Relationship Id="rId298" Type="http://schemas.openxmlformats.org/officeDocument/2006/relationships/customXml" Target="../ink/ink899.xml"/><Relationship Id="rId400" Type="http://schemas.openxmlformats.org/officeDocument/2006/relationships/customXml" Target="../ink/ink950.xml"/><Relationship Id="rId421" Type="http://schemas.openxmlformats.org/officeDocument/2006/relationships/image" Target="../media/image188.png"/><Relationship Id="rId116" Type="http://schemas.openxmlformats.org/officeDocument/2006/relationships/customXml" Target="../ink/ink832.xml"/><Relationship Id="rId137" Type="http://schemas.openxmlformats.org/officeDocument/2006/relationships/image" Target="../media/image916.png"/><Relationship Id="rId158" Type="http://schemas.openxmlformats.org/officeDocument/2006/relationships/customXml" Target="../ink/ink853.xml"/><Relationship Id="rId302" Type="http://schemas.openxmlformats.org/officeDocument/2006/relationships/customXml" Target="../ink/ink901.xml"/><Relationship Id="rId323" Type="http://schemas.openxmlformats.org/officeDocument/2006/relationships/image" Target="../media/image139.png"/><Relationship Id="rId344" Type="http://schemas.openxmlformats.org/officeDocument/2006/relationships/customXml" Target="../ink/ink922.xml"/><Relationship Id="rId20" Type="http://schemas.openxmlformats.org/officeDocument/2006/relationships/customXml" Target="../ink/ink784.xml"/><Relationship Id="rId41" Type="http://schemas.openxmlformats.org/officeDocument/2006/relationships/image" Target="../media/image869.png"/><Relationship Id="rId62" Type="http://schemas.openxmlformats.org/officeDocument/2006/relationships/customXml" Target="../ink/ink805.xml"/><Relationship Id="rId83" Type="http://schemas.openxmlformats.org/officeDocument/2006/relationships/image" Target="../media/image889.png"/><Relationship Id="rId179" Type="http://schemas.openxmlformats.org/officeDocument/2006/relationships/image" Target="../media/image937.png"/><Relationship Id="rId365" Type="http://schemas.openxmlformats.org/officeDocument/2006/relationships/image" Target="../media/image160.png"/><Relationship Id="rId386" Type="http://schemas.openxmlformats.org/officeDocument/2006/relationships/customXml" Target="../ink/ink943.xml"/><Relationship Id="rId190" Type="http://schemas.openxmlformats.org/officeDocument/2006/relationships/customXml" Target="../ink/ink869.xml"/><Relationship Id="rId204" Type="http://schemas.openxmlformats.org/officeDocument/2006/relationships/customXml" Target="../ink/ink876.xml"/><Relationship Id="rId225" Type="http://schemas.openxmlformats.org/officeDocument/2006/relationships/image" Target="../media/image960.png"/><Relationship Id="rId288" Type="http://schemas.openxmlformats.org/officeDocument/2006/relationships/customXml" Target="../ink/ink894.xml"/><Relationship Id="rId411" Type="http://schemas.openxmlformats.org/officeDocument/2006/relationships/image" Target="../media/image183.png"/><Relationship Id="rId432" Type="http://schemas.openxmlformats.org/officeDocument/2006/relationships/customXml" Target="../ink/ink966.xml"/><Relationship Id="rId106" Type="http://schemas.openxmlformats.org/officeDocument/2006/relationships/customXml" Target="../ink/ink827.xml"/><Relationship Id="rId127" Type="http://schemas.openxmlformats.org/officeDocument/2006/relationships/image" Target="../media/image911.png"/><Relationship Id="rId313" Type="http://schemas.openxmlformats.org/officeDocument/2006/relationships/image" Target="../media/image134.png"/><Relationship Id="rId10" Type="http://schemas.openxmlformats.org/officeDocument/2006/relationships/customXml" Target="../ink/ink779.xml"/><Relationship Id="rId31" Type="http://schemas.openxmlformats.org/officeDocument/2006/relationships/image" Target="../media/image864.png"/><Relationship Id="rId52" Type="http://schemas.openxmlformats.org/officeDocument/2006/relationships/customXml" Target="../ink/ink800.xml"/><Relationship Id="rId73" Type="http://schemas.openxmlformats.org/officeDocument/2006/relationships/image" Target="../media/image884.png"/><Relationship Id="rId94" Type="http://schemas.openxmlformats.org/officeDocument/2006/relationships/customXml" Target="../ink/ink821.xml"/><Relationship Id="rId148" Type="http://schemas.openxmlformats.org/officeDocument/2006/relationships/customXml" Target="../ink/ink848.xml"/><Relationship Id="rId169" Type="http://schemas.openxmlformats.org/officeDocument/2006/relationships/image" Target="../media/image932.png"/><Relationship Id="rId334" Type="http://schemas.openxmlformats.org/officeDocument/2006/relationships/customXml" Target="../ink/ink917.xml"/><Relationship Id="rId355" Type="http://schemas.openxmlformats.org/officeDocument/2006/relationships/image" Target="../media/image155.png"/><Relationship Id="rId376" Type="http://schemas.openxmlformats.org/officeDocument/2006/relationships/customXml" Target="../ink/ink938.xml"/><Relationship Id="rId397" Type="http://schemas.openxmlformats.org/officeDocument/2006/relationships/image" Target="../media/image176.png"/><Relationship Id="rId4" Type="http://schemas.openxmlformats.org/officeDocument/2006/relationships/customXml" Target="../ink/ink776.xml"/><Relationship Id="rId180" Type="http://schemas.openxmlformats.org/officeDocument/2006/relationships/customXml" Target="../ink/ink864.xml"/><Relationship Id="rId215" Type="http://schemas.openxmlformats.org/officeDocument/2006/relationships/image" Target="../media/image955.png"/><Relationship Id="rId236" Type="http://schemas.openxmlformats.org/officeDocument/2006/relationships/customXml" Target="../ink/ink892.xml"/><Relationship Id="rId401" Type="http://schemas.openxmlformats.org/officeDocument/2006/relationships/image" Target="../media/image178.png"/><Relationship Id="rId422" Type="http://schemas.openxmlformats.org/officeDocument/2006/relationships/customXml" Target="../ink/ink961.xml"/><Relationship Id="rId303" Type="http://schemas.openxmlformats.org/officeDocument/2006/relationships/image" Target="../media/image129.png"/><Relationship Id="rId42" Type="http://schemas.openxmlformats.org/officeDocument/2006/relationships/customXml" Target="../ink/ink795.xml"/><Relationship Id="rId84" Type="http://schemas.openxmlformats.org/officeDocument/2006/relationships/customXml" Target="../ink/ink816.xml"/><Relationship Id="rId138" Type="http://schemas.openxmlformats.org/officeDocument/2006/relationships/customXml" Target="../ink/ink843.xml"/><Relationship Id="rId345" Type="http://schemas.openxmlformats.org/officeDocument/2006/relationships/image" Target="../media/image150.png"/><Relationship Id="rId387" Type="http://schemas.openxmlformats.org/officeDocument/2006/relationships/image" Target="../media/image171.png"/><Relationship Id="rId191" Type="http://schemas.openxmlformats.org/officeDocument/2006/relationships/image" Target="../media/image943.png"/><Relationship Id="rId205" Type="http://schemas.openxmlformats.org/officeDocument/2006/relationships/image" Target="../media/image950.png"/><Relationship Id="rId412" Type="http://schemas.openxmlformats.org/officeDocument/2006/relationships/customXml" Target="../ink/ink956.xml"/><Relationship Id="rId107" Type="http://schemas.openxmlformats.org/officeDocument/2006/relationships/image" Target="../media/image901.png"/><Relationship Id="rId289" Type="http://schemas.openxmlformats.org/officeDocument/2006/relationships/image" Target="../media/image122.png"/><Relationship Id="rId11" Type="http://schemas.openxmlformats.org/officeDocument/2006/relationships/image" Target="../media/image854.png"/><Relationship Id="rId53" Type="http://schemas.openxmlformats.org/officeDocument/2006/relationships/image" Target="../media/image875.png"/><Relationship Id="rId149" Type="http://schemas.openxmlformats.org/officeDocument/2006/relationships/image" Target="../media/image922.png"/><Relationship Id="rId314" Type="http://schemas.openxmlformats.org/officeDocument/2006/relationships/customXml" Target="../ink/ink907.xml"/><Relationship Id="rId356" Type="http://schemas.openxmlformats.org/officeDocument/2006/relationships/customXml" Target="../ink/ink928.xml"/><Relationship Id="rId398" Type="http://schemas.openxmlformats.org/officeDocument/2006/relationships/customXml" Target="../ink/ink949.xml"/><Relationship Id="rId95" Type="http://schemas.openxmlformats.org/officeDocument/2006/relationships/image" Target="../media/image895.png"/><Relationship Id="rId160" Type="http://schemas.openxmlformats.org/officeDocument/2006/relationships/customXml" Target="../ink/ink854.xml"/><Relationship Id="rId216" Type="http://schemas.openxmlformats.org/officeDocument/2006/relationships/customXml" Target="../ink/ink882.xml"/><Relationship Id="rId423" Type="http://schemas.openxmlformats.org/officeDocument/2006/relationships/image" Target="../media/image189.png"/><Relationship Id="rId22" Type="http://schemas.openxmlformats.org/officeDocument/2006/relationships/customXml" Target="../ink/ink785.xml"/><Relationship Id="rId64" Type="http://schemas.openxmlformats.org/officeDocument/2006/relationships/customXml" Target="../ink/ink806.xml"/><Relationship Id="rId118" Type="http://schemas.openxmlformats.org/officeDocument/2006/relationships/customXml" Target="../ink/ink833.xml"/><Relationship Id="rId325" Type="http://schemas.openxmlformats.org/officeDocument/2006/relationships/image" Target="../media/image140.png"/><Relationship Id="rId367" Type="http://schemas.openxmlformats.org/officeDocument/2006/relationships/image" Target="../media/image161.png"/><Relationship Id="rId171" Type="http://schemas.openxmlformats.org/officeDocument/2006/relationships/image" Target="../media/image933.png"/><Relationship Id="rId227" Type="http://schemas.openxmlformats.org/officeDocument/2006/relationships/image" Target="../media/image961.png"/><Relationship Id="rId434" Type="http://schemas.openxmlformats.org/officeDocument/2006/relationships/customXml" Target="../ink/ink967.xml"/><Relationship Id="rId33" Type="http://schemas.openxmlformats.org/officeDocument/2006/relationships/image" Target="../media/image865.png"/><Relationship Id="rId129" Type="http://schemas.openxmlformats.org/officeDocument/2006/relationships/image" Target="../media/image912.png"/><Relationship Id="rId336" Type="http://schemas.openxmlformats.org/officeDocument/2006/relationships/customXml" Target="../ink/ink918.xml"/><Relationship Id="rId75" Type="http://schemas.openxmlformats.org/officeDocument/2006/relationships/image" Target="../media/image885.png"/><Relationship Id="rId140" Type="http://schemas.openxmlformats.org/officeDocument/2006/relationships/customXml" Target="../ink/ink844.xml"/><Relationship Id="rId182" Type="http://schemas.openxmlformats.org/officeDocument/2006/relationships/customXml" Target="../ink/ink865.xml"/><Relationship Id="rId378" Type="http://schemas.openxmlformats.org/officeDocument/2006/relationships/customXml" Target="../ink/ink939.xml"/><Relationship Id="rId403" Type="http://schemas.openxmlformats.org/officeDocument/2006/relationships/image" Target="../media/image179.png"/><Relationship Id="rId6" Type="http://schemas.openxmlformats.org/officeDocument/2006/relationships/customXml" Target="../ink/ink777.xml"/><Relationship Id="rId238" Type="http://schemas.openxmlformats.org/officeDocument/2006/relationships/customXml" Target="../ink/ink893.xml"/><Relationship Id="rId291" Type="http://schemas.openxmlformats.org/officeDocument/2006/relationships/image" Target="../media/image123.png"/><Relationship Id="rId305" Type="http://schemas.openxmlformats.org/officeDocument/2006/relationships/image" Target="../media/image130.png"/><Relationship Id="rId347" Type="http://schemas.openxmlformats.org/officeDocument/2006/relationships/image" Target="../media/image151.png"/><Relationship Id="rId44" Type="http://schemas.openxmlformats.org/officeDocument/2006/relationships/customXml" Target="../ink/ink796.xml"/><Relationship Id="rId86" Type="http://schemas.openxmlformats.org/officeDocument/2006/relationships/customXml" Target="../ink/ink817.xml"/><Relationship Id="rId151" Type="http://schemas.openxmlformats.org/officeDocument/2006/relationships/image" Target="../media/image923.png"/><Relationship Id="rId389" Type="http://schemas.openxmlformats.org/officeDocument/2006/relationships/image" Target="../media/image172.png"/><Relationship Id="rId193" Type="http://schemas.openxmlformats.org/officeDocument/2006/relationships/image" Target="../media/image944.png"/><Relationship Id="rId207" Type="http://schemas.openxmlformats.org/officeDocument/2006/relationships/image" Target="../media/image951.png"/><Relationship Id="rId414" Type="http://schemas.openxmlformats.org/officeDocument/2006/relationships/customXml" Target="../ink/ink957.xml"/><Relationship Id="rId13" Type="http://schemas.openxmlformats.org/officeDocument/2006/relationships/image" Target="../media/image855.png"/><Relationship Id="rId109" Type="http://schemas.openxmlformats.org/officeDocument/2006/relationships/image" Target="../media/image902.png"/><Relationship Id="rId316" Type="http://schemas.openxmlformats.org/officeDocument/2006/relationships/customXml" Target="../ink/ink908.xml"/><Relationship Id="rId55" Type="http://schemas.openxmlformats.org/officeDocument/2006/relationships/image" Target="../media/image876.png"/><Relationship Id="rId97" Type="http://schemas.openxmlformats.org/officeDocument/2006/relationships/image" Target="../media/image896.png"/><Relationship Id="rId120" Type="http://schemas.openxmlformats.org/officeDocument/2006/relationships/customXml" Target="../ink/ink834.xml"/><Relationship Id="rId358" Type="http://schemas.openxmlformats.org/officeDocument/2006/relationships/customXml" Target="../ink/ink929.xml"/><Relationship Id="rId162" Type="http://schemas.openxmlformats.org/officeDocument/2006/relationships/customXml" Target="../ink/ink855.xml"/><Relationship Id="rId218" Type="http://schemas.openxmlformats.org/officeDocument/2006/relationships/customXml" Target="../ink/ink883.xml"/><Relationship Id="rId425" Type="http://schemas.openxmlformats.org/officeDocument/2006/relationships/image" Target="../media/image190.png"/><Relationship Id="rId24" Type="http://schemas.openxmlformats.org/officeDocument/2006/relationships/customXml" Target="../ink/ink786.xml"/><Relationship Id="rId66" Type="http://schemas.openxmlformats.org/officeDocument/2006/relationships/customXml" Target="../ink/ink807.xml"/><Relationship Id="rId131" Type="http://schemas.openxmlformats.org/officeDocument/2006/relationships/image" Target="../media/image913.png"/><Relationship Id="rId327" Type="http://schemas.openxmlformats.org/officeDocument/2006/relationships/image" Target="../media/image141.png"/><Relationship Id="rId369" Type="http://schemas.openxmlformats.org/officeDocument/2006/relationships/image" Target="../media/image162.png"/><Relationship Id="rId173" Type="http://schemas.openxmlformats.org/officeDocument/2006/relationships/image" Target="../media/image934.png"/><Relationship Id="rId229" Type="http://schemas.openxmlformats.org/officeDocument/2006/relationships/image" Target="../media/image962.png"/><Relationship Id="rId380" Type="http://schemas.openxmlformats.org/officeDocument/2006/relationships/customXml" Target="../ink/ink940.xml"/><Relationship Id="rId436" Type="http://schemas.openxmlformats.org/officeDocument/2006/relationships/customXml" Target="../ink/ink968.xml"/><Relationship Id="rId35" Type="http://schemas.openxmlformats.org/officeDocument/2006/relationships/image" Target="../media/image866.png"/><Relationship Id="rId77" Type="http://schemas.openxmlformats.org/officeDocument/2006/relationships/image" Target="../media/image886.png"/><Relationship Id="rId100" Type="http://schemas.openxmlformats.org/officeDocument/2006/relationships/customXml" Target="../ink/ink824.xml"/><Relationship Id="rId338" Type="http://schemas.openxmlformats.org/officeDocument/2006/relationships/customXml" Target="../ink/ink919.xml"/><Relationship Id="rId8" Type="http://schemas.openxmlformats.org/officeDocument/2006/relationships/customXml" Target="../ink/ink778.xml"/><Relationship Id="rId142" Type="http://schemas.openxmlformats.org/officeDocument/2006/relationships/customXml" Target="../ink/ink845.xml"/><Relationship Id="rId184" Type="http://schemas.openxmlformats.org/officeDocument/2006/relationships/customXml" Target="../ink/ink866.xml"/><Relationship Id="rId391" Type="http://schemas.openxmlformats.org/officeDocument/2006/relationships/image" Target="../media/image173.png"/><Relationship Id="rId405" Type="http://schemas.openxmlformats.org/officeDocument/2006/relationships/image" Target="../media/image180.png"/><Relationship Id="rId46" Type="http://schemas.openxmlformats.org/officeDocument/2006/relationships/customXml" Target="../ink/ink797.xml"/><Relationship Id="rId293" Type="http://schemas.openxmlformats.org/officeDocument/2006/relationships/image" Target="../media/image124.png"/><Relationship Id="rId307" Type="http://schemas.openxmlformats.org/officeDocument/2006/relationships/image" Target="../media/image131.png"/><Relationship Id="rId349" Type="http://schemas.openxmlformats.org/officeDocument/2006/relationships/image" Target="../media/image152.png"/><Relationship Id="rId88" Type="http://schemas.openxmlformats.org/officeDocument/2006/relationships/customXml" Target="../ink/ink818.xml"/><Relationship Id="rId111" Type="http://schemas.openxmlformats.org/officeDocument/2006/relationships/image" Target="../media/image903.png"/><Relationship Id="rId153" Type="http://schemas.openxmlformats.org/officeDocument/2006/relationships/image" Target="../media/image924.png"/><Relationship Id="rId195" Type="http://schemas.openxmlformats.org/officeDocument/2006/relationships/image" Target="../media/image945.png"/><Relationship Id="rId209" Type="http://schemas.openxmlformats.org/officeDocument/2006/relationships/image" Target="../media/image952.png"/><Relationship Id="rId360" Type="http://schemas.openxmlformats.org/officeDocument/2006/relationships/customXml" Target="../ink/ink930.xml"/><Relationship Id="rId416" Type="http://schemas.openxmlformats.org/officeDocument/2006/relationships/customXml" Target="../ink/ink958.xml"/><Relationship Id="rId220" Type="http://schemas.openxmlformats.org/officeDocument/2006/relationships/customXml" Target="../ink/ink884.xml"/><Relationship Id="rId15" Type="http://schemas.openxmlformats.org/officeDocument/2006/relationships/image" Target="../media/image856.png"/><Relationship Id="rId57" Type="http://schemas.openxmlformats.org/officeDocument/2006/relationships/image" Target="../media/image877.png"/><Relationship Id="rId318" Type="http://schemas.openxmlformats.org/officeDocument/2006/relationships/customXml" Target="../ink/ink909.xml"/><Relationship Id="rId99" Type="http://schemas.openxmlformats.org/officeDocument/2006/relationships/image" Target="../media/image897.png"/><Relationship Id="rId122" Type="http://schemas.openxmlformats.org/officeDocument/2006/relationships/customXml" Target="../ink/ink835.xml"/><Relationship Id="rId164" Type="http://schemas.openxmlformats.org/officeDocument/2006/relationships/customXml" Target="../ink/ink856.xml"/><Relationship Id="rId371" Type="http://schemas.openxmlformats.org/officeDocument/2006/relationships/image" Target="../media/image163.png"/><Relationship Id="rId427" Type="http://schemas.openxmlformats.org/officeDocument/2006/relationships/image" Target="../media/image191.png"/><Relationship Id="rId26" Type="http://schemas.openxmlformats.org/officeDocument/2006/relationships/customXml" Target="../ink/ink787.xml"/><Relationship Id="rId231" Type="http://schemas.openxmlformats.org/officeDocument/2006/relationships/image" Target="../media/image963.png"/><Relationship Id="rId329" Type="http://schemas.openxmlformats.org/officeDocument/2006/relationships/image" Target="../media/image142.png"/><Relationship Id="rId68" Type="http://schemas.openxmlformats.org/officeDocument/2006/relationships/customXml" Target="../ink/ink808.xml"/><Relationship Id="rId133" Type="http://schemas.openxmlformats.org/officeDocument/2006/relationships/image" Target="../media/image914.png"/><Relationship Id="rId175" Type="http://schemas.openxmlformats.org/officeDocument/2006/relationships/image" Target="../media/image935.png"/><Relationship Id="rId340" Type="http://schemas.openxmlformats.org/officeDocument/2006/relationships/customXml" Target="../ink/ink920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27.xml"/><Relationship Id="rId21" Type="http://schemas.openxmlformats.org/officeDocument/2006/relationships/customXml" Target="../ink/ink979.xml"/><Relationship Id="rId324" Type="http://schemas.openxmlformats.org/officeDocument/2006/relationships/customXml" Target="../ink/ink1132.xml"/><Relationship Id="rId170" Type="http://schemas.openxmlformats.org/officeDocument/2006/relationships/image" Target="../media/image1010.png"/><Relationship Id="rId268" Type="http://schemas.openxmlformats.org/officeDocument/2006/relationships/customXml" Target="../ink/ink1104.xml"/><Relationship Id="rId475" Type="http://schemas.openxmlformats.org/officeDocument/2006/relationships/customXml" Target="../ink/ink1209.xml"/><Relationship Id="rId32" Type="http://schemas.openxmlformats.org/officeDocument/2006/relationships/image" Target="../media/image209.png"/><Relationship Id="rId74" Type="http://schemas.openxmlformats.org/officeDocument/2006/relationships/image" Target="../media/image388.png"/><Relationship Id="rId128" Type="http://schemas.openxmlformats.org/officeDocument/2006/relationships/image" Target="../media/image989.png"/><Relationship Id="rId335" Type="http://schemas.openxmlformats.org/officeDocument/2006/relationships/customXml" Target="../ink/ink1138.xml"/><Relationship Id="rId377" Type="http://schemas.openxmlformats.org/officeDocument/2006/relationships/customXml" Target="../ink/ink1160.xml"/><Relationship Id="rId500" Type="http://schemas.openxmlformats.org/officeDocument/2006/relationships/image" Target="../media/image1171.png"/><Relationship Id="rId5" Type="http://schemas.openxmlformats.org/officeDocument/2006/relationships/customXml" Target="../ink/ink971.xml"/><Relationship Id="rId181" Type="http://schemas.openxmlformats.org/officeDocument/2006/relationships/customXml" Target="../ink/ink1059.xml"/><Relationship Id="rId237" Type="http://schemas.openxmlformats.org/officeDocument/2006/relationships/image" Target="../media/image1042.png"/><Relationship Id="rId402" Type="http://schemas.openxmlformats.org/officeDocument/2006/relationships/image" Target="../media/image1122.png"/><Relationship Id="rId279" Type="http://schemas.openxmlformats.org/officeDocument/2006/relationships/image" Target="../media/image1063.png"/><Relationship Id="rId444" Type="http://schemas.openxmlformats.org/officeDocument/2006/relationships/image" Target="../media/image1143.png"/><Relationship Id="rId486" Type="http://schemas.openxmlformats.org/officeDocument/2006/relationships/image" Target="../media/image1164.png"/><Relationship Id="rId43" Type="http://schemas.openxmlformats.org/officeDocument/2006/relationships/customXml" Target="../ink/ink990.xml"/><Relationship Id="rId139" Type="http://schemas.openxmlformats.org/officeDocument/2006/relationships/customXml" Target="../ink/ink1038.xml"/><Relationship Id="rId290" Type="http://schemas.openxmlformats.org/officeDocument/2006/relationships/customXml" Target="../ink/ink1115.xml"/><Relationship Id="rId304" Type="http://schemas.openxmlformats.org/officeDocument/2006/relationships/customXml" Target="../ink/ink1122.xml"/><Relationship Id="rId346" Type="http://schemas.openxmlformats.org/officeDocument/2006/relationships/image" Target="../media/image1095.png"/><Relationship Id="rId388" Type="http://schemas.openxmlformats.org/officeDocument/2006/relationships/image" Target="../media/image1115.png"/><Relationship Id="rId511" Type="http://schemas.openxmlformats.org/officeDocument/2006/relationships/customXml" Target="../ink/ink1227.xml"/><Relationship Id="rId85" Type="http://schemas.openxmlformats.org/officeDocument/2006/relationships/customXml" Target="../ink/ink1011.xml"/><Relationship Id="rId150" Type="http://schemas.openxmlformats.org/officeDocument/2006/relationships/image" Target="../media/image1000.png"/><Relationship Id="rId192" Type="http://schemas.openxmlformats.org/officeDocument/2006/relationships/customXml" Target="../ink/ink1066.xml"/><Relationship Id="rId206" Type="http://schemas.openxmlformats.org/officeDocument/2006/relationships/customXml" Target="../ink/ink1073.xml"/><Relationship Id="rId413" Type="http://schemas.openxmlformats.org/officeDocument/2006/relationships/customXml" Target="../ink/ink1178.xml"/><Relationship Id="rId248" Type="http://schemas.openxmlformats.org/officeDocument/2006/relationships/customXml" Target="../ink/ink1094.xml"/><Relationship Id="rId455" Type="http://schemas.openxmlformats.org/officeDocument/2006/relationships/customXml" Target="../ink/ink1199.xml"/><Relationship Id="rId497" Type="http://schemas.openxmlformats.org/officeDocument/2006/relationships/customXml" Target="../ink/ink1220.xml"/><Relationship Id="rId12" Type="http://schemas.openxmlformats.org/officeDocument/2006/relationships/image" Target="../media/image199.png"/><Relationship Id="rId108" Type="http://schemas.openxmlformats.org/officeDocument/2006/relationships/image" Target="../media/image979.png"/><Relationship Id="rId315" Type="http://schemas.openxmlformats.org/officeDocument/2006/relationships/image" Target="../media/image1081.png"/><Relationship Id="rId357" Type="http://schemas.openxmlformats.org/officeDocument/2006/relationships/image" Target="../media/image1100.png"/><Relationship Id="rId522" Type="http://schemas.openxmlformats.org/officeDocument/2006/relationships/image" Target="../media/image1182.png"/><Relationship Id="rId54" Type="http://schemas.openxmlformats.org/officeDocument/2006/relationships/image" Target="../media/image378.png"/><Relationship Id="rId96" Type="http://schemas.openxmlformats.org/officeDocument/2006/relationships/image" Target="../media/image973.png"/><Relationship Id="rId161" Type="http://schemas.openxmlformats.org/officeDocument/2006/relationships/customXml" Target="../ink/ink1049.xml"/><Relationship Id="rId217" Type="http://schemas.openxmlformats.org/officeDocument/2006/relationships/image" Target="../media/image1032.png"/><Relationship Id="rId399" Type="http://schemas.openxmlformats.org/officeDocument/2006/relationships/customXml" Target="../ink/ink1171.xml"/><Relationship Id="rId259" Type="http://schemas.openxmlformats.org/officeDocument/2006/relationships/image" Target="../media/image1053.png"/><Relationship Id="rId424" Type="http://schemas.openxmlformats.org/officeDocument/2006/relationships/image" Target="../media/image1133.png"/><Relationship Id="rId466" Type="http://schemas.openxmlformats.org/officeDocument/2006/relationships/image" Target="../media/image1154.png"/><Relationship Id="rId23" Type="http://schemas.openxmlformats.org/officeDocument/2006/relationships/customXml" Target="../ink/ink980.xml"/><Relationship Id="rId119" Type="http://schemas.openxmlformats.org/officeDocument/2006/relationships/customXml" Target="../ink/ink1028.xml"/><Relationship Id="rId270" Type="http://schemas.openxmlformats.org/officeDocument/2006/relationships/customXml" Target="../ink/ink1105.xml"/><Relationship Id="rId326" Type="http://schemas.openxmlformats.org/officeDocument/2006/relationships/customXml" Target="../ink/ink1133.xml"/><Relationship Id="rId65" Type="http://schemas.openxmlformats.org/officeDocument/2006/relationships/customXml" Target="../ink/ink1001.xml"/><Relationship Id="rId130" Type="http://schemas.openxmlformats.org/officeDocument/2006/relationships/image" Target="../media/image990.png"/><Relationship Id="rId368" Type="http://schemas.openxmlformats.org/officeDocument/2006/relationships/image" Target="../media/image1105.png"/><Relationship Id="rId172" Type="http://schemas.openxmlformats.org/officeDocument/2006/relationships/image" Target="../media/image1011.png"/><Relationship Id="rId228" Type="http://schemas.openxmlformats.org/officeDocument/2006/relationships/customXml" Target="../ink/ink1084.xml"/><Relationship Id="rId435" Type="http://schemas.openxmlformats.org/officeDocument/2006/relationships/customXml" Target="../ink/ink1189.xml"/><Relationship Id="rId477" Type="http://schemas.openxmlformats.org/officeDocument/2006/relationships/customXml" Target="../ink/ink1210.xml"/><Relationship Id="rId281" Type="http://schemas.openxmlformats.org/officeDocument/2006/relationships/image" Target="../media/image1064.png"/><Relationship Id="rId337" Type="http://schemas.openxmlformats.org/officeDocument/2006/relationships/customXml" Target="../ink/ink1139.xml"/><Relationship Id="rId502" Type="http://schemas.openxmlformats.org/officeDocument/2006/relationships/image" Target="../media/image1172.png"/><Relationship Id="rId34" Type="http://schemas.openxmlformats.org/officeDocument/2006/relationships/image" Target="../media/image210.png"/><Relationship Id="rId76" Type="http://schemas.openxmlformats.org/officeDocument/2006/relationships/image" Target="../media/image389.png"/><Relationship Id="rId141" Type="http://schemas.openxmlformats.org/officeDocument/2006/relationships/customXml" Target="../ink/ink1039.xml"/><Relationship Id="rId379" Type="http://schemas.openxmlformats.org/officeDocument/2006/relationships/customXml" Target="../ink/ink1161.xml"/><Relationship Id="rId7" Type="http://schemas.openxmlformats.org/officeDocument/2006/relationships/customXml" Target="../ink/ink972.xml"/><Relationship Id="rId183" Type="http://schemas.openxmlformats.org/officeDocument/2006/relationships/image" Target="../media/image1016.png"/><Relationship Id="rId239" Type="http://schemas.openxmlformats.org/officeDocument/2006/relationships/image" Target="../media/image1043.png"/><Relationship Id="rId390" Type="http://schemas.openxmlformats.org/officeDocument/2006/relationships/image" Target="../media/image1116.png"/><Relationship Id="rId404" Type="http://schemas.openxmlformats.org/officeDocument/2006/relationships/image" Target="../media/image1123.png"/><Relationship Id="rId446" Type="http://schemas.openxmlformats.org/officeDocument/2006/relationships/image" Target="../media/image1144.png"/><Relationship Id="rId250" Type="http://schemas.openxmlformats.org/officeDocument/2006/relationships/customXml" Target="../ink/ink1095.xml"/><Relationship Id="rId292" Type="http://schemas.openxmlformats.org/officeDocument/2006/relationships/customXml" Target="../ink/ink1116.xml"/><Relationship Id="rId306" Type="http://schemas.openxmlformats.org/officeDocument/2006/relationships/customXml" Target="../ink/ink1123.xml"/><Relationship Id="rId488" Type="http://schemas.openxmlformats.org/officeDocument/2006/relationships/image" Target="../media/image1165.png"/><Relationship Id="rId45" Type="http://schemas.openxmlformats.org/officeDocument/2006/relationships/customXml" Target="../ink/ink991.xml"/><Relationship Id="rId87" Type="http://schemas.openxmlformats.org/officeDocument/2006/relationships/customXml" Target="../ink/ink1012.xml"/><Relationship Id="rId110" Type="http://schemas.openxmlformats.org/officeDocument/2006/relationships/image" Target="../media/image980.png"/><Relationship Id="rId348" Type="http://schemas.openxmlformats.org/officeDocument/2006/relationships/image" Target="../media/image1096.png"/><Relationship Id="rId513" Type="http://schemas.openxmlformats.org/officeDocument/2006/relationships/customXml" Target="../ink/ink1228.xml"/><Relationship Id="rId152" Type="http://schemas.openxmlformats.org/officeDocument/2006/relationships/image" Target="../media/image1001.png"/><Relationship Id="rId194" Type="http://schemas.openxmlformats.org/officeDocument/2006/relationships/customXml" Target="../ink/ink1067.xml"/><Relationship Id="rId208" Type="http://schemas.openxmlformats.org/officeDocument/2006/relationships/customXml" Target="../ink/ink1074.xml"/><Relationship Id="rId415" Type="http://schemas.openxmlformats.org/officeDocument/2006/relationships/customXml" Target="../ink/ink1179.xml"/><Relationship Id="rId457" Type="http://schemas.openxmlformats.org/officeDocument/2006/relationships/customXml" Target="../ink/ink1200.xml"/><Relationship Id="rId261" Type="http://schemas.openxmlformats.org/officeDocument/2006/relationships/image" Target="../media/image1054.png"/><Relationship Id="rId499" Type="http://schemas.openxmlformats.org/officeDocument/2006/relationships/customXml" Target="../ink/ink1221.xml"/><Relationship Id="rId14" Type="http://schemas.openxmlformats.org/officeDocument/2006/relationships/image" Target="../media/image200.png"/><Relationship Id="rId56" Type="http://schemas.openxmlformats.org/officeDocument/2006/relationships/image" Target="../media/image379.png"/><Relationship Id="rId317" Type="http://schemas.openxmlformats.org/officeDocument/2006/relationships/image" Target="../media/image1082.png"/><Relationship Id="rId359" Type="http://schemas.openxmlformats.org/officeDocument/2006/relationships/image" Target="../media/image1101.png"/><Relationship Id="rId524" Type="http://schemas.openxmlformats.org/officeDocument/2006/relationships/image" Target="../media/image1183.png"/><Relationship Id="rId98" Type="http://schemas.openxmlformats.org/officeDocument/2006/relationships/image" Target="../media/image974.png"/><Relationship Id="rId121" Type="http://schemas.openxmlformats.org/officeDocument/2006/relationships/customXml" Target="../ink/ink1029.xml"/><Relationship Id="rId163" Type="http://schemas.openxmlformats.org/officeDocument/2006/relationships/customXml" Target="../ink/ink1050.xml"/><Relationship Id="rId219" Type="http://schemas.openxmlformats.org/officeDocument/2006/relationships/image" Target="../media/image1033.png"/><Relationship Id="rId370" Type="http://schemas.openxmlformats.org/officeDocument/2006/relationships/image" Target="../media/image1106.png"/><Relationship Id="rId426" Type="http://schemas.openxmlformats.org/officeDocument/2006/relationships/image" Target="../media/image1134.png"/><Relationship Id="rId230" Type="http://schemas.openxmlformats.org/officeDocument/2006/relationships/customXml" Target="../ink/ink1085.xml"/><Relationship Id="rId468" Type="http://schemas.openxmlformats.org/officeDocument/2006/relationships/image" Target="../media/image1155.png"/><Relationship Id="rId25" Type="http://schemas.openxmlformats.org/officeDocument/2006/relationships/customXml" Target="../ink/ink981.xml"/><Relationship Id="rId67" Type="http://schemas.openxmlformats.org/officeDocument/2006/relationships/customXml" Target="../ink/ink1002.xml"/><Relationship Id="rId272" Type="http://schemas.openxmlformats.org/officeDocument/2006/relationships/customXml" Target="../ink/ink1106.xml"/><Relationship Id="rId328" Type="http://schemas.openxmlformats.org/officeDocument/2006/relationships/image" Target="../media/image1087.png"/><Relationship Id="rId132" Type="http://schemas.openxmlformats.org/officeDocument/2006/relationships/image" Target="../media/image991.png"/><Relationship Id="rId174" Type="http://schemas.openxmlformats.org/officeDocument/2006/relationships/image" Target="../media/image1012.png"/><Relationship Id="rId381" Type="http://schemas.openxmlformats.org/officeDocument/2006/relationships/customXml" Target="../ink/ink1162.xml"/><Relationship Id="rId241" Type="http://schemas.openxmlformats.org/officeDocument/2006/relationships/image" Target="../media/image1044.png"/><Relationship Id="rId437" Type="http://schemas.openxmlformats.org/officeDocument/2006/relationships/customXml" Target="../ink/ink1190.xml"/><Relationship Id="rId479" Type="http://schemas.openxmlformats.org/officeDocument/2006/relationships/customXml" Target="../ink/ink1211.xml"/><Relationship Id="rId36" Type="http://schemas.openxmlformats.org/officeDocument/2006/relationships/image" Target="../media/image211.png"/><Relationship Id="rId283" Type="http://schemas.openxmlformats.org/officeDocument/2006/relationships/image" Target="../media/image1065.png"/><Relationship Id="rId339" Type="http://schemas.openxmlformats.org/officeDocument/2006/relationships/customXml" Target="../ink/ink1140.xml"/><Relationship Id="rId490" Type="http://schemas.openxmlformats.org/officeDocument/2006/relationships/image" Target="../media/image1166.png"/><Relationship Id="rId504" Type="http://schemas.openxmlformats.org/officeDocument/2006/relationships/image" Target="../media/image1173.png"/><Relationship Id="rId78" Type="http://schemas.openxmlformats.org/officeDocument/2006/relationships/image" Target="../media/image390.png"/><Relationship Id="rId101" Type="http://schemas.openxmlformats.org/officeDocument/2006/relationships/customXml" Target="../ink/ink1019.xml"/><Relationship Id="rId143" Type="http://schemas.openxmlformats.org/officeDocument/2006/relationships/customXml" Target="../ink/ink1040.xml"/><Relationship Id="rId185" Type="http://schemas.openxmlformats.org/officeDocument/2006/relationships/image" Target="../media/image1017.png"/><Relationship Id="rId350" Type="http://schemas.openxmlformats.org/officeDocument/2006/relationships/customXml" Target="../ink/ink1146.xml"/><Relationship Id="rId406" Type="http://schemas.openxmlformats.org/officeDocument/2006/relationships/image" Target="../media/image1124.png"/><Relationship Id="rId9" Type="http://schemas.openxmlformats.org/officeDocument/2006/relationships/customXml" Target="../ink/ink973.xml"/><Relationship Id="rId210" Type="http://schemas.openxmlformats.org/officeDocument/2006/relationships/customXml" Target="../ink/ink1075.xml"/><Relationship Id="rId392" Type="http://schemas.openxmlformats.org/officeDocument/2006/relationships/image" Target="../media/image1117.png"/><Relationship Id="rId448" Type="http://schemas.openxmlformats.org/officeDocument/2006/relationships/image" Target="../media/image1145.png"/><Relationship Id="rId252" Type="http://schemas.openxmlformats.org/officeDocument/2006/relationships/customXml" Target="../ink/ink1096.xml"/><Relationship Id="rId294" Type="http://schemas.openxmlformats.org/officeDocument/2006/relationships/customXml" Target="../ink/ink1117.xml"/><Relationship Id="rId308" Type="http://schemas.openxmlformats.org/officeDocument/2006/relationships/customXml" Target="../ink/ink1124.xml"/><Relationship Id="rId515" Type="http://schemas.openxmlformats.org/officeDocument/2006/relationships/customXml" Target="../ink/ink1229.xml"/><Relationship Id="rId47" Type="http://schemas.openxmlformats.org/officeDocument/2006/relationships/customXml" Target="../ink/ink992.xml"/><Relationship Id="rId89" Type="http://schemas.openxmlformats.org/officeDocument/2006/relationships/customXml" Target="../ink/ink1013.xml"/><Relationship Id="rId112" Type="http://schemas.openxmlformats.org/officeDocument/2006/relationships/image" Target="../media/image981.png"/><Relationship Id="rId154" Type="http://schemas.openxmlformats.org/officeDocument/2006/relationships/image" Target="../media/image1002.png"/><Relationship Id="rId361" Type="http://schemas.openxmlformats.org/officeDocument/2006/relationships/image" Target="../media/image1102.png"/><Relationship Id="rId196" Type="http://schemas.openxmlformats.org/officeDocument/2006/relationships/customXml" Target="../ink/ink1068.xml"/><Relationship Id="rId417" Type="http://schemas.openxmlformats.org/officeDocument/2006/relationships/customXml" Target="../ink/ink1180.xml"/><Relationship Id="rId459" Type="http://schemas.openxmlformats.org/officeDocument/2006/relationships/customXml" Target="../ink/ink1201.xml"/><Relationship Id="rId16" Type="http://schemas.openxmlformats.org/officeDocument/2006/relationships/image" Target="../media/image201.png"/><Relationship Id="rId221" Type="http://schemas.openxmlformats.org/officeDocument/2006/relationships/image" Target="../media/image1034.png"/><Relationship Id="rId263" Type="http://schemas.openxmlformats.org/officeDocument/2006/relationships/image" Target="../media/image1055.png"/><Relationship Id="rId319" Type="http://schemas.openxmlformats.org/officeDocument/2006/relationships/image" Target="../media/image1083.png"/><Relationship Id="rId470" Type="http://schemas.openxmlformats.org/officeDocument/2006/relationships/image" Target="../media/image1156.png"/><Relationship Id="rId526" Type="http://schemas.openxmlformats.org/officeDocument/2006/relationships/image" Target="../media/image1184.png"/><Relationship Id="rId58" Type="http://schemas.openxmlformats.org/officeDocument/2006/relationships/image" Target="../media/image380.png"/><Relationship Id="rId123" Type="http://schemas.openxmlformats.org/officeDocument/2006/relationships/customXml" Target="../ink/ink1030.xml"/><Relationship Id="rId330" Type="http://schemas.openxmlformats.org/officeDocument/2006/relationships/image" Target="../media/image1088.png"/><Relationship Id="rId165" Type="http://schemas.openxmlformats.org/officeDocument/2006/relationships/customXml" Target="../ink/ink1051.xml"/><Relationship Id="rId372" Type="http://schemas.openxmlformats.org/officeDocument/2006/relationships/image" Target="../media/image1107.png"/><Relationship Id="rId428" Type="http://schemas.openxmlformats.org/officeDocument/2006/relationships/image" Target="../media/image1135.png"/><Relationship Id="rId232" Type="http://schemas.openxmlformats.org/officeDocument/2006/relationships/customXml" Target="../ink/ink1086.xml"/><Relationship Id="rId274" Type="http://schemas.openxmlformats.org/officeDocument/2006/relationships/customXml" Target="../ink/ink1107.xml"/><Relationship Id="rId481" Type="http://schemas.openxmlformats.org/officeDocument/2006/relationships/customXml" Target="../ink/ink1212.xml"/><Relationship Id="rId27" Type="http://schemas.openxmlformats.org/officeDocument/2006/relationships/customXml" Target="../ink/ink982.xml"/><Relationship Id="rId69" Type="http://schemas.openxmlformats.org/officeDocument/2006/relationships/customXml" Target="../ink/ink1003.xml"/><Relationship Id="rId134" Type="http://schemas.openxmlformats.org/officeDocument/2006/relationships/image" Target="../media/image992.png"/><Relationship Id="rId80" Type="http://schemas.openxmlformats.org/officeDocument/2006/relationships/image" Target="../media/image391.png"/><Relationship Id="rId176" Type="http://schemas.openxmlformats.org/officeDocument/2006/relationships/image" Target="../media/image1013.png"/><Relationship Id="rId341" Type="http://schemas.openxmlformats.org/officeDocument/2006/relationships/customXml" Target="../ink/ink1141.xml"/><Relationship Id="rId383" Type="http://schemas.openxmlformats.org/officeDocument/2006/relationships/customXml" Target="../ink/ink1163.xml"/><Relationship Id="rId439" Type="http://schemas.openxmlformats.org/officeDocument/2006/relationships/customXml" Target="../ink/ink1191.xml"/><Relationship Id="rId201" Type="http://schemas.openxmlformats.org/officeDocument/2006/relationships/image" Target="../media/image1024.png"/><Relationship Id="rId243" Type="http://schemas.openxmlformats.org/officeDocument/2006/relationships/image" Target="../media/image1045.png"/><Relationship Id="rId285" Type="http://schemas.openxmlformats.org/officeDocument/2006/relationships/image" Target="../media/image1066.png"/><Relationship Id="rId450" Type="http://schemas.openxmlformats.org/officeDocument/2006/relationships/image" Target="../media/image1146.png"/><Relationship Id="rId506" Type="http://schemas.openxmlformats.org/officeDocument/2006/relationships/image" Target="../media/image1174.png"/><Relationship Id="rId38" Type="http://schemas.openxmlformats.org/officeDocument/2006/relationships/image" Target="../media/image212.png"/><Relationship Id="rId103" Type="http://schemas.openxmlformats.org/officeDocument/2006/relationships/customXml" Target="../ink/ink1020.xml"/><Relationship Id="rId310" Type="http://schemas.openxmlformats.org/officeDocument/2006/relationships/customXml" Target="../ink/ink1125.xml"/><Relationship Id="rId492" Type="http://schemas.openxmlformats.org/officeDocument/2006/relationships/image" Target="../media/image1167.png"/><Relationship Id="rId91" Type="http://schemas.openxmlformats.org/officeDocument/2006/relationships/customXml" Target="../ink/ink1014.xml"/><Relationship Id="rId145" Type="http://schemas.openxmlformats.org/officeDocument/2006/relationships/customXml" Target="../ink/ink1041.xml"/><Relationship Id="rId187" Type="http://schemas.openxmlformats.org/officeDocument/2006/relationships/customXml" Target="../ink/ink1063.xml"/><Relationship Id="rId352" Type="http://schemas.openxmlformats.org/officeDocument/2006/relationships/customXml" Target="../ink/ink1147.xml"/><Relationship Id="rId394" Type="http://schemas.openxmlformats.org/officeDocument/2006/relationships/image" Target="../media/image1118.png"/><Relationship Id="rId408" Type="http://schemas.openxmlformats.org/officeDocument/2006/relationships/image" Target="../media/image1125.png"/><Relationship Id="rId212" Type="http://schemas.openxmlformats.org/officeDocument/2006/relationships/customXml" Target="../ink/ink1076.xml"/><Relationship Id="rId254" Type="http://schemas.openxmlformats.org/officeDocument/2006/relationships/customXml" Target="../ink/ink1097.xml"/><Relationship Id="rId49" Type="http://schemas.openxmlformats.org/officeDocument/2006/relationships/customXml" Target="../ink/ink993.xml"/><Relationship Id="rId114" Type="http://schemas.openxmlformats.org/officeDocument/2006/relationships/image" Target="../media/image982.png"/><Relationship Id="rId296" Type="http://schemas.openxmlformats.org/officeDocument/2006/relationships/customXml" Target="../ink/ink1118.xml"/><Relationship Id="rId461" Type="http://schemas.openxmlformats.org/officeDocument/2006/relationships/customXml" Target="../ink/ink1202.xml"/><Relationship Id="rId517" Type="http://schemas.openxmlformats.org/officeDocument/2006/relationships/customXml" Target="../ink/ink1230.xml"/><Relationship Id="rId60" Type="http://schemas.openxmlformats.org/officeDocument/2006/relationships/image" Target="../media/image381.png"/><Relationship Id="rId156" Type="http://schemas.openxmlformats.org/officeDocument/2006/relationships/image" Target="../media/image1003.png"/><Relationship Id="rId198" Type="http://schemas.openxmlformats.org/officeDocument/2006/relationships/customXml" Target="../ink/ink1069.xml"/><Relationship Id="rId321" Type="http://schemas.openxmlformats.org/officeDocument/2006/relationships/image" Target="../media/image1084.png"/><Relationship Id="rId363" Type="http://schemas.openxmlformats.org/officeDocument/2006/relationships/image" Target="../media/image1103.png"/><Relationship Id="rId419" Type="http://schemas.openxmlformats.org/officeDocument/2006/relationships/customXml" Target="../ink/ink1181.xml"/><Relationship Id="rId223" Type="http://schemas.openxmlformats.org/officeDocument/2006/relationships/image" Target="../media/image1035.png"/><Relationship Id="rId430" Type="http://schemas.openxmlformats.org/officeDocument/2006/relationships/image" Target="../media/image1136.png"/><Relationship Id="rId18" Type="http://schemas.openxmlformats.org/officeDocument/2006/relationships/image" Target="../media/image202.png"/><Relationship Id="rId265" Type="http://schemas.openxmlformats.org/officeDocument/2006/relationships/image" Target="../media/image1056.png"/><Relationship Id="rId472" Type="http://schemas.openxmlformats.org/officeDocument/2006/relationships/image" Target="../media/image1157.png"/><Relationship Id="rId528" Type="http://schemas.openxmlformats.org/officeDocument/2006/relationships/image" Target="../media/image1185.png"/><Relationship Id="rId125" Type="http://schemas.openxmlformats.org/officeDocument/2006/relationships/customXml" Target="../ink/ink1031.xml"/><Relationship Id="rId167" Type="http://schemas.openxmlformats.org/officeDocument/2006/relationships/customXml" Target="../ink/ink1052.xml"/><Relationship Id="rId332" Type="http://schemas.openxmlformats.org/officeDocument/2006/relationships/image" Target="../media/image1089.png"/><Relationship Id="rId374" Type="http://schemas.openxmlformats.org/officeDocument/2006/relationships/image" Target="../media/image1108.png"/><Relationship Id="rId71" Type="http://schemas.openxmlformats.org/officeDocument/2006/relationships/customXml" Target="../ink/ink1004.xml"/><Relationship Id="rId234" Type="http://schemas.openxmlformats.org/officeDocument/2006/relationships/customXml" Target="../ink/ink1087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983.xml"/><Relationship Id="rId276" Type="http://schemas.openxmlformats.org/officeDocument/2006/relationships/customXml" Target="../ink/ink1108.xml"/><Relationship Id="rId441" Type="http://schemas.openxmlformats.org/officeDocument/2006/relationships/customXml" Target="../ink/ink1192.xml"/><Relationship Id="rId483" Type="http://schemas.openxmlformats.org/officeDocument/2006/relationships/customXml" Target="../ink/ink1213.xml"/><Relationship Id="rId40" Type="http://schemas.openxmlformats.org/officeDocument/2006/relationships/image" Target="../media/image213.png"/><Relationship Id="rId136" Type="http://schemas.openxmlformats.org/officeDocument/2006/relationships/image" Target="../media/image993.png"/><Relationship Id="rId178" Type="http://schemas.openxmlformats.org/officeDocument/2006/relationships/image" Target="../media/image1014.png"/><Relationship Id="rId301" Type="http://schemas.openxmlformats.org/officeDocument/2006/relationships/image" Target="../media/image1074.png"/><Relationship Id="rId343" Type="http://schemas.openxmlformats.org/officeDocument/2006/relationships/customXml" Target="../ink/ink1142.xml"/><Relationship Id="rId82" Type="http://schemas.openxmlformats.org/officeDocument/2006/relationships/image" Target="../media/image701.png"/><Relationship Id="rId203" Type="http://schemas.openxmlformats.org/officeDocument/2006/relationships/image" Target="../media/image1025.png"/><Relationship Id="rId385" Type="http://schemas.openxmlformats.org/officeDocument/2006/relationships/customXml" Target="../ink/ink1164.xml"/><Relationship Id="rId245" Type="http://schemas.openxmlformats.org/officeDocument/2006/relationships/image" Target="../media/image1046.png"/><Relationship Id="rId287" Type="http://schemas.openxmlformats.org/officeDocument/2006/relationships/image" Target="../media/image1067.png"/><Relationship Id="rId410" Type="http://schemas.openxmlformats.org/officeDocument/2006/relationships/image" Target="../media/image1126.png"/><Relationship Id="rId452" Type="http://schemas.openxmlformats.org/officeDocument/2006/relationships/image" Target="../media/image1147.png"/><Relationship Id="rId494" Type="http://schemas.openxmlformats.org/officeDocument/2006/relationships/image" Target="../media/image1168.png"/><Relationship Id="rId508" Type="http://schemas.openxmlformats.org/officeDocument/2006/relationships/image" Target="../media/image1175.png"/><Relationship Id="rId105" Type="http://schemas.openxmlformats.org/officeDocument/2006/relationships/customXml" Target="../ink/ink1021.xml"/><Relationship Id="rId147" Type="http://schemas.openxmlformats.org/officeDocument/2006/relationships/customXml" Target="../ink/ink1042.xml"/><Relationship Id="rId312" Type="http://schemas.openxmlformats.org/officeDocument/2006/relationships/customXml" Target="../ink/ink1126.xml"/><Relationship Id="rId354" Type="http://schemas.openxmlformats.org/officeDocument/2006/relationships/customXml" Target="../ink/ink1148.xml"/><Relationship Id="rId51" Type="http://schemas.openxmlformats.org/officeDocument/2006/relationships/customXml" Target="../ink/ink994.xml"/><Relationship Id="rId93" Type="http://schemas.openxmlformats.org/officeDocument/2006/relationships/customXml" Target="../ink/ink1015.xml"/><Relationship Id="rId189" Type="http://schemas.openxmlformats.org/officeDocument/2006/relationships/customXml" Target="../ink/ink1064.xml"/><Relationship Id="rId396" Type="http://schemas.openxmlformats.org/officeDocument/2006/relationships/image" Target="../media/image1119.png"/><Relationship Id="rId214" Type="http://schemas.openxmlformats.org/officeDocument/2006/relationships/customXml" Target="../ink/ink1077.xml"/><Relationship Id="rId256" Type="http://schemas.openxmlformats.org/officeDocument/2006/relationships/customXml" Target="../ink/ink1098.xml"/><Relationship Id="rId298" Type="http://schemas.openxmlformats.org/officeDocument/2006/relationships/customXml" Target="../ink/ink1119.xml"/><Relationship Id="rId421" Type="http://schemas.openxmlformats.org/officeDocument/2006/relationships/customXml" Target="../ink/ink1182.xml"/><Relationship Id="rId463" Type="http://schemas.openxmlformats.org/officeDocument/2006/relationships/customXml" Target="../ink/ink1203.xml"/><Relationship Id="rId519" Type="http://schemas.openxmlformats.org/officeDocument/2006/relationships/customXml" Target="../ink/ink1231.xml"/><Relationship Id="rId116" Type="http://schemas.openxmlformats.org/officeDocument/2006/relationships/image" Target="../media/image983.png"/><Relationship Id="rId158" Type="http://schemas.openxmlformats.org/officeDocument/2006/relationships/image" Target="../media/image1004.png"/><Relationship Id="rId323" Type="http://schemas.openxmlformats.org/officeDocument/2006/relationships/image" Target="../media/image1085.png"/><Relationship Id="rId20" Type="http://schemas.openxmlformats.org/officeDocument/2006/relationships/image" Target="../media/image203.png"/><Relationship Id="rId62" Type="http://schemas.openxmlformats.org/officeDocument/2006/relationships/image" Target="../media/image382.png"/><Relationship Id="rId365" Type="http://schemas.openxmlformats.org/officeDocument/2006/relationships/customXml" Target="../ink/ink1154.xml"/><Relationship Id="rId225" Type="http://schemas.openxmlformats.org/officeDocument/2006/relationships/image" Target="../media/image1036.png"/><Relationship Id="rId267" Type="http://schemas.openxmlformats.org/officeDocument/2006/relationships/image" Target="../media/image1057.png"/><Relationship Id="rId432" Type="http://schemas.openxmlformats.org/officeDocument/2006/relationships/image" Target="../media/image1137.png"/><Relationship Id="rId474" Type="http://schemas.openxmlformats.org/officeDocument/2006/relationships/image" Target="../media/image1158.png"/><Relationship Id="rId127" Type="http://schemas.openxmlformats.org/officeDocument/2006/relationships/customXml" Target="../ink/ink1032.xml"/><Relationship Id="rId31" Type="http://schemas.openxmlformats.org/officeDocument/2006/relationships/customXml" Target="../ink/ink984.xml"/><Relationship Id="rId73" Type="http://schemas.openxmlformats.org/officeDocument/2006/relationships/customXml" Target="../ink/ink1005.xml"/><Relationship Id="rId169" Type="http://schemas.openxmlformats.org/officeDocument/2006/relationships/customXml" Target="../ink/ink1053.xml"/><Relationship Id="rId334" Type="http://schemas.openxmlformats.org/officeDocument/2006/relationships/image" Target="../media/image1090.png"/><Relationship Id="rId376" Type="http://schemas.openxmlformats.org/officeDocument/2006/relationships/image" Target="../media/image1109.png"/><Relationship Id="rId4" Type="http://schemas.openxmlformats.org/officeDocument/2006/relationships/image" Target="../media/image195.png"/><Relationship Id="rId180" Type="http://schemas.openxmlformats.org/officeDocument/2006/relationships/image" Target="../media/image1015.png"/><Relationship Id="rId236" Type="http://schemas.openxmlformats.org/officeDocument/2006/relationships/customXml" Target="../ink/ink1088.xml"/><Relationship Id="rId278" Type="http://schemas.openxmlformats.org/officeDocument/2006/relationships/customXml" Target="../ink/ink1109.xml"/><Relationship Id="rId401" Type="http://schemas.openxmlformats.org/officeDocument/2006/relationships/customXml" Target="../ink/ink1172.xml"/><Relationship Id="rId443" Type="http://schemas.openxmlformats.org/officeDocument/2006/relationships/customXml" Target="../ink/ink1193.xml"/><Relationship Id="rId303" Type="http://schemas.openxmlformats.org/officeDocument/2006/relationships/image" Target="../media/image1075.png"/><Relationship Id="rId485" Type="http://schemas.openxmlformats.org/officeDocument/2006/relationships/customXml" Target="../ink/ink1214.xml"/><Relationship Id="rId42" Type="http://schemas.openxmlformats.org/officeDocument/2006/relationships/image" Target="../media/image214.png"/><Relationship Id="rId84" Type="http://schemas.openxmlformats.org/officeDocument/2006/relationships/image" Target="../media/image967.png"/><Relationship Id="rId138" Type="http://schemas.openxmlformats.org/officeDocument/2006/relationships/image" Target="../media/image994.png"/><Relationship Id="rId345" Type="http://schemas.openxmlformats.org/officeDocument/2006/relationships/customXml" Target="../ink/ink1143.xml"/><Relationship Id="rId387" Type="http://schemas.openxmlformats.org/officeDocument/2006/relationships/customXml" Target="../ink/ink1165.xml"/><Relationship Id="rId510" Type="http://schemas.openxmlformats.org/officeDocument/2006/relationships/image" Target="../media/image1176.png"/><Relationship Id="rId191" Type="http://schemas.openxmlformats.org/officeDocument/2006/relationships/customXml" Target="../ink/ink1065.xml"/><Relationship Id="rId205" Type="http://schemas.openxmlformats.org/officeDocument/2006/relationships/image" Target="../media/image1026.png"/><Relationship Id="rId247" Type="http://schemas.openxmlformats.org/officeDocument/2006/relationships/image" Target="../media/image1047.png"/><Relationship Id="rId412" Type="http://schemas.openxmlformats.org/officeDocument/2006/relationships/image" Target="../media/image1127.png"/><Relationship Id="rId107" Type="http://schemas.openxmlformats.org/officeDocument/2006/relationships/customXml" Target="../ink/ink1022.xml"/><Relationship Id="rId289" Type="http://schemas.openxmlformats.org/officeDocument/2006/relationships/image" Target="../media/image1068.png"/><Relationship Id="rId454" Type="http://schemas.openxmlformats.org/officeDocument/2006/relationships/image" Target="../media/image1148.png"/><Relationship Id="rId496" Type="http://schemas.openxmlformats.org/officeDocument/2006/relationships/image" Target="../media/image1169.png"/><Relationship Id="rId11" Type="http://schemas.openxmlformats.org/officeDocument/2006/relationships/customXml" Target="../ink/ink974.xml"/><Relationship Id="rId53" Type="http://schemas.openxmlformats.org/officeDocument/2006/relationships/customXml" Target="../ink/ink995.xml"/><Relationship Id="rId149" Type="http://schemas.openxmlformats.org/officeDocument/2006/relationships/customXml" Target="../ink/ink1043.xml"/><Relationship Id="rId314" Type="http://schemas.openxmlformats.org/officeDocument/2006/relationships/customXml" Target="../ink/ink1127.xml"/><Relationship Id="rId356" Type="http://schemas.openxmlformats.org/officeDocument/2006/relationships/customXml" Target="../ink/ink1149.xml"/><Relationship Id="rId398" Type="http://schemas.openxmlformats.org/officeDocument/2006/relationships/image" Target="../media/image1120.png"/><Relationship Id="rId521" Type="http://schemas.openxmlformats.org/officeDocument/2006/relationships/customXml" Target="../ink/ink1232.xml"/><Relationship Id="rId95" Type="http://schemas.openxmlformats.org/officeDocument/2006/relationships/customXml" Target="../ink/ink1016.xml"/><Relationship Id="rId160" Type="http://schemas.openxmlformats.org/officeDocument/2006/relationships/image" Target="../media/image1005.png"/><Relationship Id="rId216" Type="http://schemas.openxmlformats.org/officeDocument/2006/relationships/customXml" Target="../ink/ink1078.xml"/><Relationship Id="rId423" Type="http://schemas.openxmlformats.org/officeDocument/2006/relationships/customXml" Target="../ink/ink1183.xml"/><Relationship Id="rId258" Type="http://schemas.openxmlformats.org/officeDocument/2006/relationships/customXml" Target="../ink/ink1099.xml"/><Relationship Id="rId465" Type="http://schemas.openxmlformats.org/officeDocument/2006/relationships/customXml" Target="../ink/ink1204.xml"/><Relationship Id="rId22" Type="http://schemas.openxmlformats.org/officeDocument/2006/relationships/image" Target="../media/image204.png"/><Relationship Id="rId64" Type="http://schemas.openxmlformats.org/officeDocument/2006/relationships/image" Target="../media/image383.png"/><Relationship Id="rId118" Type="http://schemas.openxmlformats.org/officeDocument/2006/relationships/image" Target="../media/image984.png"/><Relationship Id="rId325" Type="http://schemas.openxmlformats.org/officeDocument/2006/relationships/image" Target="../media/image1086.png"/><Relationship Id="rId367" Type="http://schemas.openxmlformats.org/officeDocument/2006/relationships/customXml" Target="../ink/ink1155.xml"/><Relationship Id="rId171" Type="http://schemas.openxmlformats.org/officeDocument/2006/relationships/customXml" Target="../ink/ink1054.xml"/><Relationship Id="rId227" Type="http://schemas.openxmlformats.org/officeDocument/2006/relationships/image" Target="../media/image1037.png"/><Relationship Id="rId269" Type="http://schemas.openxmlformats.org/officeDocument/2006/relationships/image" Target="../media/image1058.png"/><Relationship Id="rId434" Type="http://schemas.openxmlformats.org/officeDocument/2006/relationships/image" Target="../media/image1138.png"/><Relationship Id="rId476" Type="http://schemas.openxmlformats.org/officeDocument/2006/relationships/image" Target="../media/image1159.png"/><Relationship Id="rId33" Type="http://schemas.openxmlformats.org/officeDocument/2006/relationships/customXml" Target="../ink/ink985.xml"/><Relationship Id="rId129" Type="http://schemas.openxmlformats.org/officeDocument/2006/relationships/customXml" Target="../ink/ink1033.xml"/><Relationship Id="rId280" Type="http://schemas.openxmlformats.org/officeDocument/2006/relationships/customXml" Target="../ink/ink1110.xml"/><Relationship Id="rId336" Type="http://schemas.openxmlformats.org/officeDocument/2006/relationships/image" Target="../media/image192.png"/><Relationship Id="rId501" Type="http://schemas.openxmlformats.org/officeDocument/2006/relationships/customXml" Target="../ink/ink1222.xml"/><Relationship Id="rId75" Type="http://schemas.openxmlformats.org/officeDocument/2006/relationships/customXml" Target="../ink/ink1006.xml"/><Relationship Id="rId140" Type="http://schemas.openxmlformats.org/officeDocument/2006/relationships/image" Target="../media/image995.png"/><Relationship Id="rId182" Type="http://schemas.openxmlformats.org/officeDocument/2006/relationships/customXml" Target="../ink/ink1060.xml"/><Relationship Id="rId378" Type="http://schemas.openxmlformats.org/officeDocument/2006/relationships/image" Target="../media/image1110.png"/><Relationship Id="rId403" Type="http://schemas.openxmlformats.org/officeDocument/2006/relationships/customXml" Target="../ink/ink1173.xml"/><Relationship Id="rId6" Type="http://schemas.openxmlformats.org/officeDocument/2006/relationships/image" Target="../media/image196.png"/><Relationship Id="rId238" Type="http://schemas.openxmlformats.org/officeDocument/2006/relationships/customXml" Target="../ink/ink1089.xml"/><Relationship Id="rId445" Type="http://schemas.openxmlformats.org/officeDocument/2006/relationships/customXml" Target="../ink/ink1194.xml"/><Relationship Id="rId487" Type="http://schemas.openxmlformats.org/officeDocument/2006/relationships/customXml" Target="../ink/ink1215.xml"/><Relationship Id="rId291" Type="http://schemas.openxmlformats.org/officeDocument/2006/relationships/image" Target="../media/image1069.png"/><Relationship Id="rId305" Type="http://schemas.openxmlformats.org/officeDocument/2006/relationships/image" Target="../media/image1076.png"/><Relationship Id="rId347" Type="http://schemas.openxmlformats.org/officeDocument/2006/relationships/customXml" Target="../ink/ink1144.xml"/><Relationship Id="rId512" Type="http://schemas.openxmlformats.org/officeDocument/2006/relationships/image" Target="../media/image1177.png"/><Relationship Id="rId44" Type="http://schemas.openxmlformats.org/officeDocument/2006/relationships/image" Target="../media/image215.png"/><Relationship Id="rId86" Type="http://schemas.openxmlformats.org/officeDocument/2006/relationships/image" Target="../media/image968.png"/><Relationship Id="rId151" Type="http://schemas.openxmlformats.org/officeDocument/2006/relationships/customXml" Target="../ink/ink1044.xml"/><Relationship Id="rId389" Type="http://schemas.openxmlformats.org/officeDocument/2006/relationships/customXml" Target="../ink/ink1166.xml"/><Relationship Id="rId193" Type="http://schemas.openxmlformats.org/officeDocument/2006/relationships/image" Target="../media/image1020.png"/><Relationship Id="rId207" Type="http://schemas.openxmlformats.org/officeDocument/2006/relationships/image" Target="../media/image1027.png"/><Relationship Id="rId249" Type="http://schemas.openxmlformats.org/officeDocument/2006/relationships/image" Target="../media/image1048.png"/><Relationship Id="rId414" Type="http://schemas.openxmlformats.org/officeDocument/2006/relationships/image" Target="../media/image1128.png"/><Relationship Id="rId456" Type="http://schemas.openxmlformats.org/officeDocument/2006/relationships/image" Target="../media/image1149.png"/><Relationship Id="rId498" Type="http://schemas.openxmlformats.org/officeDocument/2006/relationships/image" Target="../media/image1170.png"/><Relationship Id="rId13" Type="http://schemas.openxmlformats.org/officeDocument/2006/relationships/customXml" Target="../ink/ink975.xml"/><Relationship Id="rId109" Type="http://schemas.openxmlformats.org/officeDocument/2006/relationships/customXml" Target="../ink/ink1023.xml"/><Relationship Id="rId260" Type="http://schemas.openxmlformats.org/officeDocument/2006/relationships/customXml" Target="../ink/ink1100.xml"/><Relationship Id="rId316" Type="http://schemas.openxmlformats.org/officeDocument/2006/relationships/customXml" Target="../ink/ink1128.xml"/><Relationship Id="rId523" Type="http://schemas.openxmlformats.org/officeDocument/2006/relationships/customXml" Target="../ink/ink1233.xml"/><Relationship Id="rId55" Type="http://schemas.openxmlformats.org/officeDocument/2006/relationships/customXml" Target="../ink/ink996.xml"/><Relationship Id="rId97" Type="http://schemas.openxmlformats.org/officeDocument/2006/relationships/customXml" Target="../ink/ink1017.xml"/><Relationship Id="rId120" Type="http://schemas.openxmlformats.org/officeDocument/2006/relationships/image" Target="../media/image985.png"/><Relationship Id="rId358" Type="http://schemas.openxmlformats.org/officeDocument/2006/relationships/customXml" Target="../ink/ink1150.xml"/><Relationship Id="rId162" Type="http://schemas.openxmlformats.org/officeDocument/2006/relationships/image" Target="../media/image1006.png"/><Relationship Id="rId218" Type="http://schemas.openxmlformats.org/officeDocument/2006/relationships/customXml" Target="../ink/ink1079.xml"/><Relationship Id="rId425" Type="http://schemas.openxmlformats.org/officeDocument/2006/relationships/customXml" Target="../ink/ink1184.xml"/><Relationship Id="rId467" Type="http://schemas.openxmlformats.org/officeDocument/2006/relationships/customXml" Target="../ink/ink1205.xml"/><Relationship Id="rId271" Type="http://schemas.openxmlformats.org/officeDocument/2006/relationships/image" Target="../media/image1059.png"/><Relationship Id="rId24" Type="http://schemas.openxmlformats.org/officeDocument/2006/relationships/image" Target="../media/image205.png"/><Relationship Id="rId66" Type="http://schemas.openxmlformats.org/officeDocument/2006/relationships/image" Target="../media/image384.png"/><Relationship Id="rId131" Type="http://schemas.openxmlformats.org/officeDocument/2006/relationships/customXml" Target="../ink/ink1034.xml"/><Relationship Id="rId327" Type="http://schemas.openxmlformats.org/officeDocument/2006/relationships/customXml" Target="../ink/ink1134.xml"/><Relationship Id="rId369" Type="http://schemas.openxmlformats.org/officeDocument/2006/relationships/customXml" Target="../ink/ink1156.xml"/><Relationship Id="rId173" Type="http://schemas.openxmlformats.org/officeDocument/2006/relationships/customXml" Target="../ink/ink1055.xml"/><Relationship Id="rId229" Type="http://schemas.openxmlformats.org/officeDocument/2006/relationships/image" Target="../media/image1038.png"/><Relationship Id="rId380" Type="http://schemas.openxmlformats.org/officeDocument/2006/relationships/image" Target="../media/image1111.png"/><Relationship Id="rId436" Type="http://schemas.openxmlformats.org/officeDocument/2006/relationships/image" Target="../media/image1139.png"/><Relationship Id="rId240" Type="http://schemas.openxmlformats.org/officeDocument/2006/relationships/customXml" Target="../ink/ink1090.xml"/><Relationship Id="rId478" Type="http://schemas.openxmlformats.org/officeDocument/2006/relationships/image" Target="../media/image1160.png"/><Relationship Id="rId35" Type="http://schemas.openxmlformats.org/officeDocument/2006/relationships/customXml" Target="../ink/ink986.xml"/><Relationship Id="rId77" Type="http://schemas.openxmlformats.org/officeDocument/2006/relationships/customXml" Target="../ink/ink1007.xml"/><Relationship Id="rId100" Type="http://schemas.openxmlformats.org/officeDocument/2006/relationships/image" Target="../media/image975.png"/><Relationship Id="rId282" Type="http://schemas.openxmlformats.org/officeDocument/2006/relationships/customXml" Target="../ink/ink1111.xml"/><Relationship Id="rId338" Type="http://schemas.openxmlformats.org/officeDocument/2006/relationships/image" Target="../media/image1091.png"/><Relationship Id="rId503" Type="http://schemas.openxmlformats.org/officeDocument/2006/relationships/customXml" Target="../ink/ink1223.xml"/><Relationship Id="rId8" Type="http://schemas.openxmlformats.org/officeDocument/2006/relationships/image" Target="../media/image197.png"/><Relationship Id="rId142" Type="http://schemas.openxmlformats.org/officeDocument/2006/relationships/image" Target="../media/image996.png"/><Relationship Id="rId184" Type="http://schemas.openxmlformats.org/officeDocument/2006/relationships/customXml" Target="../ink/ink1061.xml"/><Relationship Id="rId391" Type="http://schemas.openxmlformats.org/officeDocument/2006/relationships/customXml" Target="../ink/ink1167.xml"/><Relationship Id="rId405" Type="http://schemas.openxmlformats.org/officeDocument/2006/relationships/customXml" Target="../ink/ink1174.xml"/><Relationship Id="rId447" Type="http://schemas.openxmlformats.org/officeDocument/2006/relationships/customXml" Target="../ink/ink1195.xml"/><Relationship Id="rId251" Type="http://schemas.openxmlformats.org/officeDocument/2006/relationships/image" Target="../media/image1049.png"/><Relationship Id="rId489" Type="http://schemas.openxmlformats.org/officeDocument/2006/relationships/customXml" Target="../ink/ink1216.xml"/><Relationship Id="rId46" Type="http://schemas.openxmlformats.org/officeDocument/2006/relationships/image" Target="../media/image216.png"/><Relationship Id="rId293" Type="http://schemas.openxmlformats.org/officeDocument/2006/relationships/image" Target="../media/image1070.png"/><Relationship Id="rId307" Type="http://schemas.openxmlformats.org/officeDocument/2006/relationships/image" Target="../media/image1077.png"/><Relationship Id="rId349" Type="http://schemas.openxmlformats.org/officeDocument/2006/relationships/customXml" Target="../ink/ink1145.xml"/><Relationship Id="rId514" Type="http://schemas.openxmlformats.org/officeDocument/2006/relationships/image" Target="../media/image1178.png"/><Relationship Id="rId88" Type="http://schemas.openxmlformats.org/officeDocument/2006/relationships/image" Target="../media/image969.png"/><Relationship Id="rId111" Type="http://schemas.openxmlformats.org/officeDocument/2006/relationships/customXml" Target="../ink/ink1024.xml"/><Relationship Id="rId153" Type="http://schemas.openxmlformats.org/officeDocument/2006/relationships/customXml" Target="../ink/ink1045.xml"/><Relationship Id="rId195" Type="http://schemas.openxmlformats.org/officeDocument/2006/relationships/image" Target="../media/image1021.png"/><Relationship Id="rId209" Type="http://schemas.openxmlformats.org/officeDocument/2006/relationships/image" Target="../media/image1028.png"/><Relationship Id="rId360" Type="http://schemas.openxmlformats.org/officeDocument/2006/relationships/customXml" Target="../ink/ink1151.xml"/><Relationship Id="rId416" Type="http://schemas.openxmlformats.org/officeDocument/2006/relationships/image" Target="../media/image1129.png"/><Relationship Id="rId220" Type="http://schemas.openxmlformats.org/officeDocument/2006/relationships/customXml" Target="../ink/ink1080.xml"/><Relationship Id="rId458" Type="http://schemas.openxmlformats.org/officeDocument/2006/relationships/image" Target="../media/image1150.png"/><Relationship Id="rId15" Type="http://schemas.openxmlformats.org/officeDocument/2006/relationships/customXml" Target="../ink/ink976.xml"/><Relationship Id="rId57" Type="http://schemas.openxmlformats.org/officeDocument/2006/relationships/customXml" Target="../ink/ink997.xml"/><Relationship Id="rId262" Type="http://schemas.openxmlformats.org/officeDocument/2006/relationships/customXml" Target="../ink/ink1101.xml"/><Relationship Id="rId318" Type="http://schemas.openxmlformats.org/officeDocument/2006/relationships/customXml" Target="../ink/ink1129.xml"/><Relationship Id="rId525" Type="http://schemas.openxmlformats.org/officeDocument/2006/relationships/customXml" Target="../ink/ink1234.xml"/><Relationship Id="rId99" Type="http://schemas.openxmlformats.org/officeDocument/2006/relationships/customXml" Target="../ink/ink1018.xml"/><Relationship Id="rId122" Type="http://schemas.openxmlformats.org/officeDocument/2006/relationships/image" Target="../media/image986.png"/><Relationship Id="rId164" Type="http://schemas.openxmlformats.org/officeDocument/2006/relationships/image" Target="../media/image1007.png"/><Relationship Id="rId371" Type="http://schemas.openxmlformats.org/officeDocument/2006/relationships/customXml" Target="../ink/ink1157.xml"/><Relationship Id="rId427" Type="http://schemas.openxmlformats.org/officeDocument/2006/relationships/customXml" Target="../ink/ink1185.xml"/><Relationship Id="rId469" Type="http://schemas.openxmlformats.org/officeDocument/2006/relationships/customXml" Target="../ink/ink1206.xml"/><Relationship Id="rId26" Type="http://schemas.openxmlformats.org/officeDocument/2006/relationships/image" Target="../media/image206.png"/><Relationship Id="rId231" Type="http://schemas.openxmlformats.org/officeDocument/2006/relationships/image" Target="../media/image1039.png"/><Relationship Id="rId273" Type="http://schemas.openxmlformats.org/officeDocument/2006/relationships/image" Target="../media/image1060.png"/><Relationship Id="rId329" Type="http://schemas.openxmlformats.org/officeDocument/2006/relationships/customXml" Target="../ink/ink1135.xml"/><Relationship Id="rId480" Type="http://schemas.openxmlformats.org/officeDocument/2006/relationships/image" Target="../media/image1161.png"/><Relationship Id="rId68" Type="http://schemas.openxmlformats.org/officeDocument/2006/relationships/image" Target="../media/image385.png"/><Relationship Id="rId133" Type="http://schemas.openxmlformats.org/officeDocument/2006/relationships/customXml" Target="../ink/ink1035.xml"/><Relationship Id="rId175" Type="http://schemas.openxmlformats.org/officeDocument/2006/relationships/customXml" Target="../ink/ink1056.xml"/><Relationship Id="rId340" Type="http://schemas.openxmlformats.org/officeDocument/2006/relationships/image" Target="../media/image1092.png"/><Relationship Id="rId200" Type="http://schemas.openxmlformats.org/officeDocument/2006/relationships/customXml" Target="../ink/ink1070.xml"/><Relationship Id="rId382" Type="http://schemas.openxmlformats.org/officeDocument/2006/relationships/image" Target="../media/image1112.png"/><Relationship Id="rId438" Type="http://schemas.openxmlformats.org/officeDocument/2006/relationships/image" Target="../media/image1140.png"/><Relationship Id="rId242" Type="http://schemas.openxmlformats.org/officeDocument/2006/relationships/customXml" Target="../ink/ink1091.xml"/><Relationship Id="rId284" Type="http://schemas.openxmlformats.org/officeDocument/2006/relationships/customXml" Target="../ink/ink1112.xml"/><Relationship Id="rId491" Type="http://schemas.openxmlformats.org/officeDocument/2006/relationships/customXml" Target="../ink/ink1217.xml"/><Relationship Id="rId505" Type="http://schemas.openxmlformats.org/officeDocument/2006/relationships/customXml" Target="../ink/ink1224.xml"/><Relationship Id="rId37" Type="http://schemas.openxmlformats.org/officeDocument/2006/relationships/customXml" Target="../ink/ink987.xml"/><Relationship Id="rId79" Type="http://schemas.openxmlformats.org/officeDocument/2006/relationships/customXml" Target="../ink/ink1008.xml"/><Relationship Id="rId102" Type="http://schemas.openxmlformats.org/officeDocument/2006/relationships/image" Target="../media/image976.png"/><Relationship Id="rId144" Type="http://schemas.openxmlformats.org/officeDocument/2006/relationships/image" Target="../media/image997.png"/><Relationship Id="rId90" Type="http://schemas.openxmlformats.org/officeDocument/2006/relationships/image" Target="../media/image970.png"/><Relationship Id="rId186" Type="http://schemas.openxmlformats.org/officeDocument/2006/relationships/customXml" Target="../ink/ink1062.xml"/><Relationship Id="rId351" Type="http://schemas.openxmlformats.org/officeDocument/2006/relationships/image" Target="../media/image1097.png"/><Relationship Id="rId393" Type="http://schemas.openxmlformats.org/officeDocument/2006/relationships/customXml" Target="../ink/ink1168.xml"/><Relationship Id="rId407" Type="http://schemas.openxmlformats.org/officeDocument/2006/relationships/customXml" Target="../ink/ink1175.xml"/><Relationship Id="rId449" Type="http://schemas.openxmlformats.org/officeDocument/2006/relationships/customXml" Target="../ink/ink1196.xml"/><Relationship Id="rId211" Type="http://schemas.openxmlformats.org/officeDocument/2006/relationships/image" Target="../media/image1029.png"/><Relationship Id="rId253" Type="http://schemas.openxmlformats.org/officeDocument/2006/relationships/image" Target="../media/image1050.png"/><Relationship Id="rId295" Type="http://schemas.openxmlformats.org/officeDocument/2006/relationships/image" Target="../media/image1071.png"/><Relationship Id="rId309" Type="http://schemas.openxmlformats.org/officeDocument/2006/relationships/image" Target="../media/image1078.png"/><Relationship Id="rId460" Type="http://schemas.openxmlformats.org/officeDocument/2006/relationships/image" Target="../media/image1151.png"/><Relationship Id="rId516" Type="http://schemas.openxmlformats.org/officeDocument/2006/relationships/image" Target="../media/image1179.png"/><Relationship Id="rId48" Type="http://schemas.openxmlformats.org/officeDocument/2006/relationships/image" Target="../media/image217.png"/><Relationship Id="rId113" Type="http://schemas.openxmlformats.org/officeDocument/2006/relationships/customXml" Target="../ink/ink1025.xml"/><Relationship Id="rId320" Type="http://schemas.openxmlformats.org/officeDocument/2006/relationships/customXml" Target="../ink/ink1130.xml"/><Relationship Id="rId155" Type="http://schemas.openxmlformats.org/officeDocument/2006/relationships/customXml" Target="../ink/ink1046.xml"/><Relationship Id="rId197" Type="http://schemas.openxmlformats.org/officeDocument/2006/relationships/image" Target="../media/image1022.png"/><Relationship Id="rId362" Type="http://schemas.openxmlformats.org/officeDocument/2006/relationships/customXml" Target="../ink/ink1152.xml"/><Relationship Id="rId418" Type="http://schemas.openxmlformats.org/officeDocument/2006/relationships/image" Target="../media/image1130.png"/><Relationship Id="rId222" Type="http://schemas.openxmlformats.org/officeDocument/2006/relationships/customXml" Target="../ink/ink1081.xml"/><Relationship Id="rId264" Type="http://schemas.openxmlformats.org/officeDocument/2006/relationships/customXml" Target="../ink/ink1102.xml"/><Relationship Id="rId471" Type="http://schemas.openxmlformats.org/officeDocument/2006/relationships/customXml" Target="../ink/ink1207.xml"/><Relationship Id="rId17" Type="http://schemas.openxmlformats.org/officeDocument/2006/relationships/customXml" Target="../ink/ink977.xml"/><Relationship Id="rId59" Type="http://schemas.openxmlformats.org/officeDocument/2006/relationships/customXml" Target="../ink/ink998.xml"/><Relationship Id="rId124" Type="http://schemas.openxmlformats.org/officeDocument/2006/relationships/image" Target="../media/image987.png"/><Relationship Id="rId527" Type="http://schemas.openxmlformats.org/officeDocument/2006/relationships/customXml" Target="../ink/ink1235.xml"/><Relationship Id="rId70" Type="http://schemas.openxmlformats.org/officeDocument/2006/relationships/image" Target="../media/image386.png"/><Relationship Id="rId166" Type="http://schemas.openxmlformats.org/officeDocument/2006/relationships/image" Target="../media/image1008.png"/><Relationship Id="rId331" Type="http://schemas.openxmlformats.org/officeDocument/2006/relationships/customXml" Target="../ink/ink1136.xml"/><Relationship Id="rId373" Type="http://schemas.openxmlformats.org/officeDocument/2006/relationships/customXml" Target="../ink/ink1158.xml"/><Relationship Id="rId429" Type="http://schemas.openxmlformats.org/officeDocument/2006/relationships/customXml" Target="../ink/ink118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040.png"/><Relationship Id="rId440" Type="http://schemas.openxmlformats.org/officeDocument/2006/relationships/image" Target="../media/image1141.png"/><Relationship Id="rId28" Type="http://schemas.openxmlformats.org/officeDocument/2006/relationships/image" Target="../media/image207.png"/><Relationship Id="rId275" Type="http://schemas.openxmlformats.org/officeDocument/2006/relationships/image" Target="../media/image1061.png"/><Relationship Id="rId300" Type="http://schemas.openxmlformats.org/officeDocument/2006/relationships/customXml" Target="../ink/ink1120.xml"/><Relationship Id="rId482" Type="http://schemas.openxmlformats.org/officeDocument/2006/relationships/image" Target="../media/image1162.png"/><Relationship Id="rId81" Type="http://schemas.openxmlformats.org/officeDocument/2006/relationships/customXml" Target="../ink/ink1009.xml"/><Relationship Id="rId135" Type="http://schemas.openxmlformats.org/officeDocument/2006/relationships/customXml" Target="../ink/ink1036.xml"/><Relationship Id="rId177" Type="http://schemas.openxmlformats.org/officeDocument/2006/relationships/customXml" Target="../ink/ink1057.xml"/><Relationship Id="rId342" Type="http://schemas.openxmlformats.org/officeDocument/2006/relationships/image" Target="../media/image1093.png"/><Relationship Id="rId384" Type="http://schemas.openxmlformats.org/officeDocument/2006/relationships/image" Target="../media/image1113.png"/><Relationship Id="rId202" Type="http://schemas.openxmlformats.org/officeDocument/2006/relationships/customXml" Target="../ink/ink1071.xml"/><Relationship Id="rId244" Type="http://schemas.openxmlformats.org/officeDocument/2006/relationships/customXml" Target="../ink/ink1092.xml"/><Relationship Id="rId39" Type="http://schemas.openxmlformats.org/officeDocument/2006/relationships/customXml" Target="../ink/ink988.xml"/><Relationship Id="rId286" Type="http://schemas.openxmlformats.org/officeDocument/2006/relationships/customXml" Target="../ink/ink1113.xml"/><Relationship Id="rId451" Type="http://schemas.openxmlformats.org/officeDocument/2006/relationships/customXml" Target="../ink/ink1197.xml"/><Relationship Id="rId493" Type="http://schemas.openxmlformats.org/officeDocument/2006/relationships/customXml" Target="../ink/ink1218.xml"/><Relationship Id="rId507" Type="http://schemas.openxmlformats.org/officeDocument/2006/relationships/customXml" Target="../ink/ink1225.xml"/><Relationship Id="rId50" Type="http://schemas.openxmlformats.org/officeDocument/2006/relationships/image" Target="../media/image218.png"/><Relationship Id="rId104" Type="http://schemas.openxmlformats.org/officeDocument/2006/relationships/image" Target="../media/image977.png"/><Relationship Id="rId146" Type="http://schemas.openxmlformats.org/officeDocument/2006/relationships/image" Target="../media/image998.png"/><Relationship Id="rId188" Type="http://schemas.openxmlformats.org/officeDocument/2006/relationships/image" Target="../media/image1018.png"/><Relationship Id="rId311" Type="http://schemas.openxmlformats.org/officeDocument/2006/relationships/image" Target="../media/image1079.png"/><Relationship Id="rId353" Type="http://schemas.openxmlformats.org/officeDocument/2006/relationships/image" Target="../media/image1098.png"/><Relationship Id="rId395" Type="http://schemas.openxmlformats.org/officeDocument/2006/relationships/customXml" Target="../ink/ink1169.xml"/><Relationship Id="rId409" Type="http://schemas.openxmlformats.org/officeDocument/2006/relationships/customXml" Target="../ink/ink1176.xml"/><Relationship Id="rId92" Type="http://schemas.openxmlformats.org/officeDocument/2006/relationships/image" Target="../media/image971.png"/><Relationship Id="rId213" Type="http://schemas.openxmlformats.org/officeDocument/2006/relationships/image" Target="../media/image1030.png"/><Relationship Id="rId420" Type="http://schemas.openxmlformats.org/officeDocument/2006/relationships/image" Target="../media/image1131.png"/><Relationship Id="rId255" Type="http://schemas.openxmlformats.org/officeDocument/2006/relationships/image" Target="../media/image1051.png"/><Relationship Id="rId297" Type="http://schemas.openxmlformats.org/officeDocument/2006/relationships/image" Target="../media/image1072.png"/><Relationship Id="rId462" Type="http://schemas.openxmlformats.org/officeDocument/2006/relationships/image" Target="../media/image1152.png"/><Relationship Id="rId518" Type="http://schemas.openxmlformats.org/officeDocument/2006/relationships/image" Target="../media/image1180.png"/><Relationship Id="rId115" Type="http://schemas.openxmlformats.org/officeDocument/2006/relationships/customXml" Target="../ink/ink1026.xml"/><Relationship Id="rId157" Type="http://schemas.openxmlformats.org/officeDocument/2006/relationships/customXml" Target="../ink/ink1047.xml"/><Relationship Id="rId322" Type="http://schemas.openxmlformats.org/officeDocument/2006/relationships/customXml" Target="../ink/ink1131.xml"/><Relationship Id="rId364" Type="http://schemas.openxmlformats.org/officeDocument/2006/relationships/customXml" Target="../ink/ink1153.xml"/><Relationship Id="rId61" Type="http://schemas.openxmlformats.org/officeDocument/2006/relationships/customXml" Target="../ink/ink999.xml"/><Relationship Id="rId199" Type="http://schemas.openxmlformats.org/officeDocument/2006/relationships/image" Target="../media/image1023.png"/><Relationship Id="rId19" Type="http://schemas.openxmlformats.org/officeDocument/2006/relationships/customXml" Target="../ink/ink978.xml"/><Relationship Id="rId224" Type="http://schemas.openxmlformats.org/officeDocument/2006/relationships/customXml" Target="../ink/ink1082.xml"/><Relationship Id="rId266" Type="http://schemas.openxmlformats.org/officeDocument/2006/relationships/customXml" Target="../ink/ink1103.xml"/><Relationship Id="rId431" Type="http://schemas.openxmlformats.org/officeDocument/2006/relationships/customXml" Target="../ink/ink1187.xml"/><Relationship Id="rId473" Type="http://schemas.openxmlformats.org/officeDocument/2006/relationships/customXml" Target="../ink/ink1208.xml"/><Relationship Id="rId30" Type="http://schemas.openxmlformats.org/officeDocument/2006/relationships/image" Target="../media/image208.png"/><Relationship Id="rId126" Type="http://schemas.openxmlformats.org/officeDocument/2006/relationships/image" Target="../media/image988.png"/><Relationship Id="rId168" Type="http://schemas.openxmlformats.org/officeDocument/2006/relationships/image" Target="../media/image1009.png"/><Relationship Id="rId333" Type="http://schemas.openxmlformats.org/officeDocument/2006/relationships/customXml" Target="../ink/ink1137.xml"/><Relationship Id="rId72" Type="http://schemas.openxmlformats.org/officeDocument/2006/relationships/image" Target="../media/image387.png"/><Relationship Id="rId375" Type="http://schemas.openxmlformats.org/officeDocument/2006/relationships/customXml" Target="../ink/ink1159.xml"/><Relationship Id="rId3" Type="http://schemas.openxmlformats.org/officeDocument/2006/relationships/customXml" Target="../ink/ink970.xml"/><Relationship Id="rId235" Type="http://schemas.openxmlformats.org/officeDocument/2006/relationships/image" Target="../media/image1041.png"/><Relationship Id="rId277" Type="http://schemas.openxmlformats.org/officeDocument/2006/relationships/image" Target="../media/image1062.png"/><Relationship Id="rId400" Type="http://schemas.openxmlformats.org/officeDocument/2006/relationships/image" Target="../media/image1121.png"/><Relationship Id="rId442" Type="http://schemas.openxmlformats.org/officeDocument/2006/relationships/image" Target="../media/image1142.png"/><Relationship Id="rId484" Type="http://schemas.openxmlformats.org/officeDocument/2006/relationships/image" Target="../media/image1163.png"/><Relationship Id="rId137" Type="http://schemas.openxmlformats.org/officeDocument/2006/relationships/customXml" Target="../ink/ink1037.xml"/><Relationship Id="rId302" Type="http://schemas.openxmlformats.org/officeDocument/2006/relationships/customXml" Target="../ink/ink1121.xml"/><Relationship Id="rId344" Type="http://schemas.openxmlformats.org/officeDocument/2006/relationships/image" Target="../media/image1094.png"/><Relationship Id="rId41" Type="http://schemas.openxmlformats.org/officeDocument/2006/relationships/customXml" Target="../ink/ink989.xml"/><Relationship Id="rId83" Type="http://schemas.openxmlformats.org/officeDocument/2006/relationships/customXml" Target="../ink/ink1010.xml"/><Relationship Id="rId179" Type="http://schemas.openxmlformats.org/officeDocument/2006/relationships/customXml" Target="../ink/ink1058.xml"/><Relationship Id="rId386" Type="http://schemas.openxmlformats.org/officeDocument/2006/relationships/image" Target="../media/image1114.png"/><Relationship Id="rId190" Type="http://schemas.openxmlformats.org/officeDocument/2006/relationships/image" Target="../media/image1019.png"/><Relationship Id="rId204" Type="http://schemas.openxmlformats.org/officeDocument/2006/relationships/customXml" Target="../ink/ink1072.xml"/><Relationship Id="rId246" Type="http://schemas.openxmlformats.org/officeDocument/2006/relationships/customXml" Target="../ink/ink1093.xml"/><Relationship Id="rId288" Type="http://schemas.openxmlformats.org/officeDocument/2006/relationships/customXml" Target="../ink/ink1114.xml"/><Relationship Id="rId411" Type="http://schemas.openxmlformats.org/officeDocument/2006/relationships/customXml" Target="../ink/ink1177.xml"/><Relationship Id="rId453" Type="http://schemas.openxmlformats.org/officeDocument/2006/relationships/customXml" Target="../ink/ink1198.xml"/><Relationship Id="rId509" Type="http://schemas.openxmlformats.org/officeDocument/2006/relationships/customXml" Target="../ink/ink1226.xml"/><Relationship Id="rId106" Type="http://schemas.openxmlformats.org/officeDocument/2006/relationships/image" Target="../media/image978.png"/><Relationship Id="rId313" Type="http://schemas.openxmlformats.org/officeDocument/2006/relationships/image" Target="../media/image1080.png"/><Relationship Id="rId495" Type="http://schemas.openxmlformats.org/officeDocument/2006/relationships/customXml" Target="../ink/ink1219.xml"/><Relationship Id="rId10" Type="http://schemas.openxmlformats.org/officeDocument/2006/relationships/image" Target="../media/image198.png"/><Relationship Id="rId52" Type="http://schemas.openxmlformats.org/officeDocument/2006/relationships/image" Target="../media/image219.png"/><Relationship Id="rId94" Type="http://schemas.openxmlformats.org/officeDocument/2006/relationships/image" Target="../media/image972.png"/><Relationship Id="rId148" Type="http://schemas.openxmlformats.org/officeDocument/2006/relationships/image" Target="../media/image999.png"/><Relationship Id="rId355" Type="http://schemas.openxmlformats.org/officeDocument/2006/relationships/image" Target="../media/image1099.png"/><Relationship Id="rId397" Type="http://schemas.openxmlformats.org/officeDocument/2006/relationships/customXml" Target="../ink/ink1170.xml"/><Relationship Id="rId520" Type="http://schemas.openxmlformats.org/officeDocument/2006/relationships/image" Target="../media/image1181.png"/><Relationship Id="rId215" Type="http://schemas.openxmlformats.org/officeDocument/2006/relationships/image" Target="../media/image1031.png"/><Relationship Id="rId257" Type="http://schemas.openxmlformats.org/officeDocument/2006/relationships/image" Target="../media/image1052.png"/><Relationship Id="rId422" Type="http://schemas.openxmlformats.org/officeDocument/2006/relationships/image" Target="../media/image1132.png"/><Relationship Id="rId464" Type="http://schemas.openxmlformats.org/officeDocument/2006/relationships/image" Target="../media/image1153.png"/><Relationship Id="rId299" Type="http://schemas.openxmlformats.org/officeDocument/2006/relationships/image" Target="../media/image1073.png"/><Relationship Id="rId63" Type="http://schemas.openxmlformats.org/officeDocument/2006/relationships/customXml" Target="../ink/ink1000.xml"/><Relationship Id="rId159" Type="http://schemas.openxmlformats.org/officeDocument/2006/relationships/customXml" Target="../ink/ink1048.xml"/><Relationship Id="rId366" Type="http://schemas.openxmlformats.org/officeDocument/2006/relationships/image" Target="../media/image1104.png"/><Relationship Id="rId226" Type="http://schemas.openxmlformats.org/officeDocument/2006/relationships/customXml" Target="../ink/ink1083.xml"/><Relationship Id="rId433" Type="http://schemas.openxmlformats.org/officeDocument/2006/relationships/customXml" Target="../ink/ink118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1.png"/><Relationship Id="rId299" Type="http://schemas.openxmlformats.org/officeDocument/2006/relationships/image" Target="../media/image93.png"/><Relationship Id="rId21" Type="http://schemas.openxmlformats.org/officeDocument/2006/relationships/customXml" Target="../ink/ink1245.xml"/><Relationship Id="rId63" Type="http://schemas.openxmlformats.org/officeDocument/2006/relationships/customXml" Target="../ink/ink1266.xml"/><Relationship Id="rId159" Type="http://schemas.openxmlformats.org/officeDocument/2006/relationships/image" Target="../media/image1262.png"/><Relationship Id="rId324" Type="http://schemas.openxmlformats.org/officeDocument/2006/relationships/image" Target="../media/image1338.png"/><Relationship Id="rId366" Type="http://schemas.openxmlformats.org/officeDocument/2006/relationships/customXml" Target="../ink/ink1419.xml"/><Relationship Id="rId170" Type="http://schemas.openxmlformats.org/officeDocument/2006/relationships/customXml" Target="../ink/ink1320.xml"/><Relationship Id="rId226" Type="http://schemas.openxmlformats.org/officeDocument/2006/relationships/customXml" Target="../ink/ink1348.xml"/><Relationship Id="rId433" Type="http://schemas.openxmlformats.org/officeDocument/2006/relationships/image" Target="../media/image1161.png"/><Relationship Id="rId268" Type="http://schemas.openxmlformats.org/officeDocument/2006/relationships/customXml" Target="../ink/ink1369.xml"/><Relationship Id="rId32" Type="http://schemas.openxmlformats.org/officeDocument/2006/relationships/image" Target="../media/image1200.png"/><Relationship Id="rId74" Type="http://schemas.openxmlformats.org/officeDocument/2006/relationships/image" Target="../media/image1221.png"/><Relationship Id="rId128" Type="http://schemas.openxmlformats.org/officeDocument/2006/relationships/customXml" Target="../ink/ink1299.xml"/><Relationship Id="rId335" Type="http://schemas.openxmlformats.org/officeDocument/2006/relationships/customXml" Target="../ink/ink1403.xml"/><Relationship Id="rId377" Type="http://schemas.openxmlformats.org/officeDocument/2006/relationships/image" Target="../media/image1364.png"/><Relationship Id="rId5" Type="http://schemas.openxmlformats.org/officeDocument/2006/relationships/customXml" Target="../ink/ink1237.xml"/><Relationship Id="rId181" Type="http://schemas.openxmlformats.org/officeDocument/2006/relationships/image" Target="../media/image1273.png"/><Relationship Id="rId237" Type="http://schemas.openxmlformats.org/officeDocument/2006/relationships/image" Target="../media/image1299.png"/><Relationship Id="rId402" Type="http://schemas.openxmlformats.org/officeDocument/2006/relationships/customXml" Target="../ink/ink1437.xml"/><Relationship Id="rId279" Type="http://schemas.openxmlformats.org/officeDocument/2006/relationships/image" Target="../media/image1320.png"/><Relationship Id="rId43" Type="http://schemas.openxmlformats.org/officeDocument/2006/relationships/customXml" Target="../ink/ink1256.xml"/><Relationship Id="rId139" Type="http://schemas.openxmlformats.org/officeDocument/2006/relationships/image" Target="../media/image1252.png"/><Relationship Id="rId290" Type="http://schemas.openxmlformats.org/officeDocument/2006/relationships/customXml" Target="../ink/ink1380.xml"/><Relationship Id="rId304" Type="http://schemas.openxmlformats.org/officeDocument/2006/relationships/customXml" Target="../ink/ink1387.xml"/><Relationship Id="rId346" Type="http://schemas.openxmlformats.org/officeDocument/2006/relationships/customXml" Target="../ink/ink1409.xml"/><Relationship Id="rId388" Type="http://schemas.openxmlformats.org/officeDocument/2006/relationships/customXml" Target="../ink/ink1430.xml"/><Relationship Id="rId85" Type="http://schemas.openxmlformats.org/officeDocument/2006/relationships/customXml" Target="../ink/ink1277.xml"/><Relationship Id="rId150" Type="http://schemas.openxmlformats.org/officeDocument/2006/relationships/customXml" Target="../ink/ink1310.xml"/><Relationship Id="rId192" Type="http://schemas.openxmlformats.org/officeDocument/2006/relationships/customXml" Target="../ink/ink1331.xml"/><Relationship Id="rId206" Type="http://schemas.openxmlformats.org/officeDocument/2006/relationships/customXml" Target="../ink/ink1338.xml"/><Relationship Id="rId413" Type="http://schemas.openxmlformats.org/officeDocument/2006/relationships/image" Target="../media/image1382.png"/><Relationship Id="rId248" Type="http://schemas.openxmlformats.org/officeDocument/2006/relationships/customXml" Target="../ink/ink1359.xml"/><Relationship Id="rId12" Type="http://schemas.openxmlformats.org/officeDocument/2006/relationships/image" Target="../media/image1190.png"/><Relationship Id="rId108" Type="http://schemas.openxmlformats.org/officeDocument/2006/relationships/customXml" Target="../ink/ink1289.xml"/><Relationship Id="rId315" Type="http://schemas.openxmlformats.org/officeDocument/2006/relationships/customXml" Target="../ink/ink1393.xml"/><Relationship Id="rId357" Type="http://schemas.openxmlformats.org/officeDocument/2006/relationships/image" Target="../media/image1354.png"/><Relationship Id="rId54" Type="http://schemas.openxmlformats.org/officeDocument/2006/relationships/image" Target="../media/image1211.png"/><Relationship Id="rId96" Type="http://schemas.openxmlformats.org/officeDocument/2006/relationships/image" Target="../media/image1232.png"/><Relationship Id="rId161" Type="http://schemas.openxmlformats.org/officeDocument/2006/relationships/image" Target="../media/image1263.png"/><Relationship Id="rId217" Type="http://schemas.openxmlformats.org/officeDocument/2006/relationships/image" Target="../media/image1289.png"/><Relationship Id="rId399" Type="http://schemas.openxmlformats.org/officeDocument/2006/relationships/image" Target="../media/image1375.png"/><Relationship Id="rId259" Type="http://schemas.openxmlformats.org/officeDocument/2006/relationships/image" Target="../media/image1310.png"/><Relationship Id="rId424" Type="http://schemas.openxmlformats.org/officeDocument/2006/relationships/customXml" Target="../ink/ink1448.xml"/><Relationship Id="rId23" Type="http://schemas.openxmlformats.org/officeDocument/2006/relationships/customXml" Target="../ink/ink1246.xml"/><Relationship Id="rId119" Type="http://schemas.openxmlformats.org/officeDocument/2006/relationships/image" Target="../media/image1242.png"/><Relationship Id="rId270" Type="http://schemas.openxmlformats.org/officeDocument/2006/relationships/customXml" Target="../ink/ink1370.xml"/><Relationship Id="rId326" Type="http://schemas.openxmlformats.org/officeDocument/2006/relationships/image" Target="../media/image1339.png"/><Relationship Id="rId65" Type="http://schemas.openxmlformats.org/officeDocument/2006/relationships/customXml" Target="../ink/ink1267.xml"/><Relationship Id="rId130" Type="http://schemas.openxmlformats.org/officeDocument/2006/relationships/customXml" Target="../ink/ink1300.xml"/><Relationship Id="rId368" Type="http://schemas.openxmlformats.org/officeDocument/2006/relationships/customXml" Target="../ink/ink1420.xml"/><Relationship Id="rId172" Type="http://schemas.openxmlformats.org/officeDocument/2006/relationships/customXml" Target="../ink/ink1321.xml"/><Relationship Id="rId228" Type="http://schemas.openxmlformats.org/officeDocument/2006/relationships/customXml" Target="../ink/ink1349.xml"/><Relationship Id="rId281" Type="http://schemas.openxmlformats.org/officeDocument/2006/relationships/image" Target="../media/image1321.png"/><Relationship Id="rId337" Type="http://schemas.openxmlformats.org/officeDocument/2006/relationships/image" Target="../media/image1344.png"/><Relationship Id="rId34" Type="http://schemas.openxmlformats.org/officeDocument/2006/relationships/image" Target="../media/image1201.png"/><Relationship Id="rId76" Type="http://schemas.openxmlformats.org/officeDocument/2006/relationships/image" Target="../media/image1222.png"/><Relationship Id="rId141" Type="http://schemas.openxmlformats.org/officeDocument/2006/relationships/image" Target="../media/image1253.png"/><Relationship Id="rId379" Type="http://schemas.openxmlformats.org/officeDocument/2006/relationships/image" Target="../media/image1365.png"/><Relationship Id="rId7" Type="http://schemas.openxmlformats.org/officeDocument/2006/relationships/customXml" Target="../ink/ink1238.xml"/><Relationship Id="rId183" Type="http://schemas.openxmlformats.org/officeDocument/2006/relationships/image" Target="../media/image1274.png"/><Relationship Id="rId239" Type="http://schemas.openxmlformats.org/officeDocument/2006/relationships/image" Target="../media/image1300.png"/><Relationship Id="rId390" Type="http://schemas.openxmlformats.org/officeDocument/2006/relationships/customXml" Target="../ink/ink1431.xml"/><Relationship Id="rId404" Type="http://schemas.openxmlformats.org/officeDocument/2006/relationships/customXml" Target="../ink/ink1438.xml"/><Relationship Id="rId250" Type="http://schemas.openxmlformats.org/officeDocument/2006/relationships/customXml" Target="../ink/ink1360.xml"/><Relationship Id="rId292" Type="http://schemas.openxmlformats.org/officeDocument/2006/relationships/customXml" Target="../ink/ink1381.xml"/><Relationship Id="rId306" Type="http://schemas.openxmlformats.org/officeDocument/2006/relationships/image" Target="../media/image1329.png"/><Relationship Id="rId45" Type="http://schemas.openxmlformats.org/officeDocument/2006/relationships/customXml" Target="../ink/ink1257.xml"/><Relationship Id="rId87" Type="http://schemas.openxmlformats.org/officeDocument/2006/relationships/customXml" Target="../ink/ink1278.xml"/><Relationship Id="rId110" Type="http://schemas.openxmlformats.org/officeDocument/2006/relationships/customXml" Target="../ink/ink1290.xml"/><Relationship Id="rId348" Type="http://schemas.openxmlformats.org/officeDocument/2006/relationships/customXml" Target="../ink/ink1410.xml"/><Relationship Id="rId152" Type="http://schemas.openxmlformats.org/officeDocument/2006/relationships/customXml" Target="../ink/ink1311.xml"/><Relationship Id="rId194" Type="http://schemas.openxmlformats.org/officeDocument/2006/relationships/customXml" Target="../ink/ink1332.xml"/><Relationship Id="rId208" Type="http://schemas.openxmlformats.org/officeDocument/2006/relationships/customXml" Target="../ink/ink1339.xml"/><Relationship Id="rId415" Type="http://schemas.openxmlformats.org/officeDocument/2006/relationships/image" Target="../media/image120.png"/><Relationship Id="rId261" Type="http://schemas.openxmlformats.org/officeDocument/2006/relationships/image" Target="../media/image1311.png"/><Relationship Id="rId14" Type="http://schemas.openxmlformats.org/officeDocument/2006/relationships/image" Target="../media/image1191.png"/><Relationship Id="rId56" Type="http://schemas.openxmlformats.org/officeDocument/2006/relationships/image" Target="../media/image1212.png"/><Relationship Id="rId317" Type="http://schemas.openxmlformats.org/officeDocument/2006/relationships/customXml" Target="../ink/ink1394.xml"/><Relationship Id="rId359" Type="http://schemas.openxmlformats.org/officeDocument/2006/relationships/image" Target="../media/image1355.png"/><Relationship Id="rId98" Type="http://schemas.openxmlformats.org/officeDocument/2006/relationships/image" Target="../media/image1233.png"/><Relationship Id="rId121" Type="http://schemas.openxmlformats.org/officeDocument/2006/relationships/image" Target="../media/image1243.png"/><Relationship Id="rId163" Type="http://schemas.openxmlformats.org/officeDocument/2006/relationships/image" Target="../media/image1264.png"/><Relationship Id="rId219" Type="http://schemas.openxmlformats.org/officeDocument/2006/relationships/image" Target="../media/image1290.png"/><Relationship Id="rId370" Type="http://schemas.openxmlformats.org/officeDocument/2006/relationships/customXml" Target="../ink/ink1421.xml"/><Relationship Id="rId426" Type="http://schemas.openxmlformats.org/officeDocument/2006/relationships/customXml" Target="../ink/ink1449.xml"/><Relationship Id="rId230" Type="http://schemas.openxmlformats.org/officeDocument/2006/relationships/customXml" Target="../ink/ink1350.xml"/><Relationship Id="rId25" Type="http://schemas.openxmlformats.org/officeDocument/2006/relationships/customXml" Target="../ink/ink1247.xml"/><Relationship Id="rId67" Type="http://schemas.openxmlformats.org/officeDocument/2006/relationships/customXml" Target="../ink/ink1268.xml"/><Relationship Id="rId272" Type="http://schemas.openxmlformats.org/officeDocument/2006/relationships/customXml" Target="../ink/ink1371.xml"/><Relationship Id="rId328" Type="http://schemas.openxmlformats.org/officeDocument/2006/relationships/image" Target="../media/image1340.png"/><Relationship Id="rId132" Type="http://schemas.openxmlformats.org/officeDocument/2006/relationships/customXml" Target="../ink/ink1301.xml"/><Relationship Id="rId174" Type="http://schemas.openxmlformats.org/officeDocument/2006/relationships/customXml" Target="../ink/ink1322.xml"/><Relationship Id="rId381" Type="http://schemas.openxmlformats.org/officeDocument/2006/relationships/image" Target="../media/image1366.png"/><Relationship Id="rId241" Type="http://schemas.openxmlformats.org/officeDocument/2006/relationships/image" Target="../media/image1301.png"/><Relationship Id="rId36" Type="http://schemas.openxmlformats.org/officeDocument/2006/relationships/image" Target="../media/image1202.png"/><Relationship Id="rId283" Type="http://schemas.openxmlformats.org/officeDocument/2006/relationships/image" Target="../media/image1322.png"/><Relationship Id="rId339" Type="http://schemas.openxmlformats.org/officeDocument/2006/relationships/image" Target="../media/image1345.png"/><Relationship Id="rId78" Type="http://schemas.openxmlformats.org/officeDocument/2006/relationships/image" Target="../media/image1223.png"/><Relationship Id="rId101" Type="http://schemas.openxmlformats.org/officeDocument/2006/relationships/customXml" Target="../ink/ink1285.xml"/><Relationship Id="rId143" Type="http://schemas.openxmlformats.org/officeDocument/2006/relationships/image" Target="../media/image1254.png"/><Relationship Id="rId185" Type="http://schemas.openxmlformats.org/officeDocument/2006/relationships/image" Target="../media/image1275.png"/><Relationship Id="rId350" Type="http://schemas.openxmlformats.org/officeDocument/2006/relationships/customXml" Target="../ink/ink1411.xml"/><Relationship Id="rId406" Type="http://schemas.openxmlformats.org/officeDocument/2006/relationships/customXml" Target="../ink/ink1439.xml"/><Relationship Id="rId9" Type="http://schemas.openxmlformats.org/officeDocument/2006/relationships/customXml" Target="../ink/ink1239.xml"/><Relationship Id="rId210" Type="http://schemas.openxmlformats.org/officeDocument/2006/relationships/customXml" Target="../ink/ink1340.xml"/><Relationship Id="rId392" Type="http://schemas.openxmlformats.org/officeDocument/2006/relationships/customXml" Target="../ink/ink1432.xml"/><Relationship Id="rId252" Type="http://schemas.openxmlformats.org/officeDocument/2006/relationships/customXml" Target="../ink/ink1361.xml"/><Relationship Id="rId294" Type="http://schemas.openxmlformats.org/officeDocument/2006/relationships/customXml" Target="../ink/ink1382.xml"/><Relationship Id="rId308" Type="http://schemas.openxmlformats.org/officeDocument/2006/relationships/image" Target="../media/image1330.png"/><Relationship Id="rId47" Type="http://schemas.openxmlformats.org/officeDocument/2006/relationships/customXml" Target="../ink/ink1258.xml"/><Relationship Id="rId89" Type="http://schemas.openxmlformats.org/officeDocument/2006/relationships/customXml" Target="../ink/ink1279.xml"/><Relationship Id="rId112" Type="http://schemas.openxmlformats.org/officeDocument/2006/relationships/customXml" Target="../ink/ink1291.xml"/><Relationship Id="rId154" Type="http://schemas.openxmlformats.org/officeDocument/2006/relationships/customXml" Target="../ink/ink1312.xml"/><Relationship Id="rId361" Type="http://schemas.openxmlformats.org/officeDocument/2006/relationships/image" Target="../media/image1356.png"/><Relationship Id="rId196" Type="http://schemas.openxmlformats.org/officeDocument/2006/relationships/customXml" Target="../ink/ink1333.xml"/><Relationship Id="rId417" Type="http://schemas.openxmlformats.org/officeDocument/2006/relationships/image" Target="../media/image1383.png"/><Relationship Id="rId16" Type="http://schemas.openxmlformats.org/officeDocument/2006/relationships/image" Target="../media/image1192.png"/><Relationship Id="rId221" Type="http://schemas.openxmlformats.org/officeDocument/2006/relationships/image" Target="../media/image1291.png"/><Relationship Id="rId263" Type="http://schemas.openxmlformats.org/officeDocument/2006/relationships/image" Target="../media/image1312.png"/><Relationship Id="rId319" Type="http://schemas.openxmlformats.org/officeDocument/2006/relationships/customXml" Target="../ink/ink1395.xml"/><Relationship Id="rId58" Type="http://schemas.openxmlformats.org/officeDocument/2006/relationships/image" Target="../media/image1213.png"/><Relationship Id="rId123" Type="http://schemas.openxmlformats.org/officeDocument/2006/relationships/image" Target="../media/image1244.png"/><Relationship Id="rId330" Type="http://schemas.openxmlformats.org/officeDocument/2006/relationships/image" Target="../media/image1341.png"/><Relationship Id="rId165" Type="http://schemas.openxmlformats.org/officeDocument/2006/relationships/image" Target="../media/image1265.png"/><Relationship Id="rId372" Type="http://schemas.openxmlformats.org/officeDocument/2006/relationships/customXml" Target="../ink/ink1422.xml"/><Relationship Id="rId428" Type="http://schemas.openxmlformats.org/officeDocument/2006/relationships/customXml" Target="../ink/ink1450.xml"/><Relationship Id="rId232" Type="http://schemas.openxmlformats.org/officeDocument/2006/relationships/customXml" Target="../ink/ink1351.xml"/><Relationship Id="rId274" Type="http://schemas.openxmlformats.org/officeDocument/2006/relationships/customXml" Target="../ink/ink1372.xml"/><Relationship Id="rId27" Type="http://schemas.openxmlformats.org/officeDocument/2006/relationships/customXml" Target="../ink/ink1248.xml"/><Relationship Id="rId69" Type="http://schemas.openxmlformats.org/officeDocument/2006/relationships/customXml" Target="../ink/ink1269.xml"/><Relationship Id="rId134" Type="http://schemas.openxmlformats.org/officeDocument/2006/relationships/customXml" Target="../ink/ink1302.xml"/><Relationship Id="rId80" Type="http://schemas.openxmlformats.org/officeDocument/2006/relationships/image" Target="../media/image1224.png"/><Relationship Id="rId176" Type="http://schemas.openxmlformats.org/officeDocument/2006/relationships/customXml" Target="../ink/ink1323.xml"/><Relationship Id="rId341" Type="http://schemas.openxmlformats.org/officeDocument/2006/relationships/image" Target="../media/image1346.png"/><Relationship Id="rId383" Type="http://schemas.openxmlformats.org/officeDocument/2006/relationships/image" Target="../media/image1367.png"/><Relationship Id="rId201" Type="http://schemas.openxmlformats.org/officeDocument/2006/relationships/image" Target="../media/image1283.png"/><Relationship Id="rId243" Type="http://schemas.openxmlformats.org/officeDocument/2006/relationships/image" Target="../media/image1302.png"/><Relationship Id="rId285" Type="http://schemas.openxmlformats.org/officeDocument/2006/relationships/image" Target="../media/image1323.png"/><Relationship Id="rId38" Type="http://schemas.openxmlformats.org/officeDocument/2006/relationships/image" Target="../media/image1203.png"/><Relationship Id="rId103" Type="http://schemas.openxmlformats.org/officeDocument/2006/relationships/customXml" Target="../ink/ink1286.xml"/><Relationship Id="rId310" Type="http://schemas.openxmlformats.org/officeDocument/2006/relationships/image" Target="../media/image1331.png"/><Relationship Id="rId91" Type="http://schemas.openxmlformats.org/officeDocument/2006/relationships/customXml" Target="../ink/ink1280.xml"/><Relationship Id="rId145" Type="http://schemas.openxmlformats.org/officeDocument/2006/relationships/image" Target="../media/image1255.png"/><Relationship Id="rId187" Type="http://schemas.openxmlformats.org/officeDocument/2006/relationships/image" Target="../media/image1276.png"/><Relationship Id="rId352" Type="http://schemas.openxmlformats.org/officeDocument/2006/relationships/customXml" Target="../ink/ink1412.xml"/><Relationship Id="rId394" Type="http://schemas.openxmlformats.org/officeDocument/2006/relationships/customXml" Target="../ink/ink1433.xml"/><Relationship Id="rId408" Type="http://schemas.openxmlformats.org/officeDocument/2006/relationships/customXml" Target="../ink/ink1440.xml"/><Relationship Id="rId212" Type="http://schemas.openxmlformats.org/officeDocument/2006/relationships/customXml" Target="../ink/ink1341.xml"/><Relationship Id="rId254" Type="http://schemas.openxmlformats.org/officeDocument/2006/relationships/customXml" Target="../ink/ink1362.xml"/><Relationship Id="rId28" Type="http://schemas.openxmlformats.org/officeDocument/2006/relationships/image" Target="../media/image1198.png"/><Relationship Id="rId49" Type="http://schemas.openxmlformats.org/officeDocument/2006/relationships/customXml" Target="../ink/ink1259.xml"/><Relationship Id="rId114" Type="http://schemas.openxmlformats.org/officeDocument/2006/relationships/customXml" Target="../ink/ink1292.xml"/><Relationship Id="rId275" Type="http://schemas.openxmlformats.org/officeDocument/2006/relationships/image" Target="../media/image1318.png"/><Relationship Id="rId296" Type="http://schemas.openxmlformats.org/officeDocument/2006/relationships/customXml" Target="../ink/ink1383.xml"/><Relationship Id="rId300" Type="http://schemas.openxmlformats.org/officeDocument/2006/relationships/customXml" Target="../ink/ink1385.xml"/><Relationship Id="rId60" Type="http://schemas.openxmlformats.org/officeDocument/2006/relationships/image" Target="../media/image1214.png"/><Relationship Id="rId81" Type="http://schemas.openxmlformats.org/officeDocument/2006/relationships/customXml" Target="../ink/ink1275.xml"/><Relationship Id="rId135" Type="http://schemas.openxmlformats.org/officeDocument/2006/relationships/image" Target="../media/image1250.png"/><Relationship Id="rId156" Type="http://schemas.openxmlformats.org/officeDocument/2006/relationships/customXml" Target="../ink/ink1313.xml"/><Relationship Id="rId177" Type="http://schemas.openxmlformats.org/officeDocument/2006/relationships/image" Target="../media/image1271.png"/><Relationship Id="rId198" Type="http://schemas.openxmlformats.org/officeDocument/2006/relationships/customXml" Target="../ink/ink1334.xml"/><Relationship Id="rId321" Type="http://schemas.openxmlformats.org/officeDocument/2006/relationships/customXml" Target="../ink/ink1396.xml"/><Relationship Id="rId342" Type="http://schemas.openxmlformats.org/officeDocument/2006/relationships/customXml" Target="../ink/ink1407.xml"/><Relationship Id="rId363" Type="http://schemas.openxmlformats.org/officeDocument/2006/relationships/image" Target="../media/image1357.png"/><Relationship Id="rId384" Type="http://schemas.openxmlformats.org/officeDocument/2006/relationships/customXml" Target="../ink/ink1428.xml"/><Relationship Id="rId419" Type="http://schemas.openxmlformats.org/officeDocument/2006/relationships/image" Target="../media/image1384.png"/><Relationship Id="rId202" Type="http://schemas.openxmlformats.org/officeDocument/2006/relationships/customXml" Target="../ink/ink1336.xml"/><Relationship Id="rId223" Type="http://schemas.openxmlformats.org/officeDocument/2006/relationships/image" Target="../media/image1292.png"/><Relationship Id="rId244" Type="http://schemas.openxmlformats.org/officeDocument/2006/relationships/customXml" Target="../ink/ink1357.xml"/><Relationship Id="rId430" Type="http://schemas.openxmlformats.org/officeDocument/2006/relationships/customXml" Target="../ink/ink1451.xml"/><Relationship Id="rId18" Type="http://schemas.openxmlformats.org/officeDocument/2006/relationships/image" Target="../media/image1193.png"/><Relationship Id="rId39" Type="http://schemas.openxmlformats.org/officeDocument/2006/relationships/customXml" Target="../ink/ink1254.xml"/><Relationship Id="rId265" Type="http://schemas.openxmlformats.org/officeDocument/2006/relationships/image" Target="../media/image1313.png"/><Relationship Id="rId286" Type="http://schemas.openxmlformats.org/officeDocument/2006/relationships/customXml" Target="../ink/ink1378.xml"/><Relationship Id="rId50" Type="http://schemas.openxmlformats.org/officeDocument/2006/relationships/image" Target="../media/image1209.png"/><Relationship Id="rId104" Type="http://schemas.openxmlformats.org/officeDocument/2006/relationships/image" Target="../media/image73.png"/><Relationship Id="rId125" Type="http://schemas.openxmlformats.org/officeDocument/2006/relationships/image" Target="../media/image1245.png"/><Relationship Id="rId146" Type="http://schemas.openxmlformats.org/officeDocument/2006/relationships/customXml" Target="../ink/ink1308.xml"/><Relationship Id="rId167" Type="http://schemas.openxmlformats.org/officeDocument/2006/relationships/image" Target="../media/image1266.png"/><Relationship Id="rId188" Type="http://schemas.openxmlformats.org/officeDocument/2006/relationships/customXml" Target="../ink/ink1329.xml"/><Relationship Id="rId311" Type="http://schemas.openxmlformats.org/officeDocument/2006/relationships/customXml" Target="../ink/ink1391.xml"/><Relationship Id="rId332" Type="http://schemas.openxmlformats.org/officeDocument/2006/relationships/image" Target="../media/image1342.png"/><Relationship Id="rId353" Type="http://schemas.openxmlformats.org/officeDocument/2006/relationships/image" Target="../media/image1352.png"/><Relationship Id="rId374" Type="http://schemas.openxmlformats.org/officeDocument/2006/relationships/customXml" Target="../ink/ink1423.xml"/><Relationship Id="rId395" Type="http://schemas.openxmlformats.org/officeDocument/2006/relationships/image" Target="../media/image1373.png"/><Relationship Id="rId409" Type="http://schemas.openxmlformats.org/officeDocument/2006/relationships/image" Target="../media/image1380.png"/><Relationship Id="rId71" Type="http://schemas.openxmlformats.org/officeDocument/2006/relationships/customXml" Target="../ink/ink1270.xml"/><Relationship Id="rId92" Type="http://schemas.openxmlformats.org/officeDocument/2006/relationships/image" Target="../media/image1230.png"/><Relationship Id="rId213" Type="http://schemas.openxmlformats.org/officeDocument/2006/relationships/image" Target="../media/image1167.png"/><Relationship Id="rId234" Type="http://schemas.openxmlformats.org/officeDocument/2006/relationships/customXml" Target="../ink/ink1352.xml"/><Relationship Id="rId420" Type="http://schemas.openxmlformats.org/officeDocument/2006/relationships/customXml" Target="../ink/ink1446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249.xml"/><Relationship Id="rId255" Type="http://schemas.openxmlformats.org/officeDocument/2006/relationships/image" Target="../media/image1308.png"/><Relationship Id="rId276" Type="http://schemas.openxmlformats.org/officeDocument/2006/relationships/customXml" Target="../ink/ink1373.xml"/><Relationship Id="rId297" Type="http://schemas.openxmlformats.org/officeDocument/2006/relationships/image" Target="../media/image96.png"/><Relationship Id="rId40" Type="http://schemas.openxmlformats.org/officeDocument/2006/relationships/image" Target="../media/image1204.png"/><Relationship Id="rId115" Type="http://schemas.openxmlformats.org/officeDocument/2006/relationships/image" Target="../media/image1240.png"/><Relationship Id="rId136" Type="http://schemas.openxmlformats.org/officeDocument/2006/relationships/customXml" Target="../ink/ink1303.xml"/><Relationship Id="rId157" Type="http://schemas.openxmlformats.org/officeDocument/2006/relationships/image" Target="../media/image1261.png"/><Relationship Id="rId178" Type="http://schemas.openxmlformats.org/officeDocument/2006/relationships/customXml" Target="../ink/ink1324.xml"/><Relationship Id="rId301" Type="http://schemas.openxmlformats.org/officeDocument/2006/relationships/image" Target="../media/image92.png"/><Relationship Id="rId322" Type="http://schemas.openxmlformats.org/officeDocument/2006/relationships/image" Target="../media/image1337.png"/><Relationship Id="rId343" Type="http://schemas.openxmlformats.org/officeDocument/2006/relationships/image" Target="../media/image1347.png"/><Relationship Id="rId364" Type="http://schemas.openxmlformats.org/officeDocument/2006/relationships/customXml" Target="../ink/ink1418.xml"/><Relationship Id="rId61" Type="http://schemas.openxmlformats.org/officeDocument/2006/relationships/customXml" Target="../ink/ink1265.xml"/><Relationship Id="rId82" Type="http://schemas.openxmlformats.org/officeDocument/2006/relationships/image" Target="../media/image1225.png"/><Relationship Id="rId199" Type="http://schemas.openxmlformats.org/officeDocument/2006/relationships/image" Target="../media/image1282.png"/><Relationship Id="rId203" Type="http://schemas.openxmlformats.org/officeDocument/2006/relationships/image" Target="../media/image1284.png"/><Relationship Id="rId385" Type="http://schemas.openxmlformats.org/officeDocument/2006/relationships/image" Target="../media/image1368.png"/><Relationship Id="rId19" Type="http://schemas.openxmlformats.org/officeDocument/2006/relationships/customXml" Target="../ink/ink1244.xml"/><Relationship Id="rId224" Type="http://schemas.openxmlformats.org/officeDocument/2006/relationships/customXml" Target="../ink/ink1347.xml"/><Relationship Id="rId245" Type="http://schemas.openxmlformats.org/officeDocument/2006/relationships/image" Target="../media/image1303.png"/><Relationship Id="rId266" Type="http://schemas.openxmlformats.org/officeDocument/2006/relationships/customXml" Target="../ink/ink1368.xml"/><Relationship Id="rId287" Type="http://schemas.openxmlformats.org/officeDocument/2006/relationships/image" Target="../media/image1324.png"/><Relationship Id="rId410" Type="http://schemas.openxmlformats.org/officeDocument/2006/relationships/customXml" Target="../ink/ink1441.xml"/><Relationship Id="rId431" Type="http://schemas.openxmlformats.org/officeDocument/2006/relationships/image" Target="../media/image1390.png"/><Relationship Id="rId30" Type="http://schemas.openxmlformats.org/officeDocument/2006/relationships/image" Target="../media/image1199.png"/><Relationship Id="rId105" Type="http://schemas.openxmlformats.org/officeDocument/2006/relationships/customXml" Target="../ink/ink1287.xml"/><Relationship Id="rId126" Type="http://schemas.openxmlformats.org/officeDocument/2006/relationships/customXml" Target="../ink/ink1298.xml"/><Relationship Id="rId147" Type="http://schemas.openxmlformats.org/officeDocument/2006/relationships/image" Target="../media/image1256.png"/><Relationship Id="rId168" Type="http://schemas.openxmlformats.org/officeDocument/2006/relationships/customXml" Target="../ink/ink1319.xml"/><Relationship Id="rId312" Type="http://schemas.openxmlformats.org/officeDocument/2006/relationships/image" Target="../media/image1332.png"/><Relationship Id="rId333" Type="http://schemas.openxmlformats.org/officeDocument/2006/relationships/customXml" Target="../ink/ink1402.xml"/><Relationship Id="rId354" Type="http://schemas.openxmlformats.org/officeDocument/2006/relationships/customXml" Target="../ink/ink1413.xml"/><Relationship Id="rId51" Type="http://schemas.openxmlformats.org/officeDocument/2006/relationships/customXml" Target="../ink/ink1260.xml"/><Relationship Id="rId72" Type="http://schemas.openxmlformats.org/officeDocument/2006/relationships/image" Target="../media/image1220.png"/><Relationship Id="rId93" Type="http://schemas.openxmlformats.org/officeDocument/2006/relationships/customXml" Target="../ink/ink1281.xml"/><Relationship Id="rId189" Type="http://schemas.openxmlformats.org/officeDocument/2006/relationships/image" Target="../media/image1277.png"/><Relationship Id="rId375" Type="http://schemas.openxmlformats.org/officeDocument/2006/relationships/image" Target="../media/image1363.png"/><Relationship Id="rId396" Type="http://schemas.openxmlformats.org/officeDocument/2006/relationships/customXml" Target="../ink/ink1434.xml"/><Relationship Id="rId3" Type="http://schemas.openxmlformats.org/officeDocument/2006/relationships/customXml" Target="../ink/ink1236.xml"/><Relationship Id="rId214" Type="http://schemas.openxmlformats.org/officeDocument/2006/relationships/customXml" Target="../ink/ink1342.xml"/><Relationship Id="rId235" Type="http://schemas.openxmlformats.org/officeDocument/2006/relationships/image" Target="../media/image1298.png"/><Relationship Id="rId256" Type="http://schemas.openxmlformats.org/officeDocument/2006/relationships/customXml" Target="../ink/ink1363.xml"/><Relationship Id="rId277" Type="http://schemas.openxmlformats.org/officeDocument/2006/relationships/image" Target="../media/image1319.png"/><Relationship Id="rId298" Type="http://schemas.openxmlformats.org/officeDocument/2006/relationships/customXml" Target="../ink/ink1384.xml"/><Relationship Id="rId400" Type="http://schemas.openxmlformats.org/officeDocument/2006/relationships/customXml" Target="../ink/ink1436.xml"/><Relationship Id="rId421" Type="http://schemas.openxmlformats.org/officeDocument/2006/relationships/image" Target="../media/image1385.png"/><Relationship Id="rId116" Type="http://schemas.openxmlformats.org/officeDocument/2006/relationships/customXml" Target="../ink/ink1293.xml"/><Relationship Id="rId137" Type="http://schemas.openxmlformats.org/officeDocument/2006/relationships/image" Target="../media/image1251.png"/><Relationship Id="rId158" Type="http://schemas.openxmlformats.org/officeDocument/2006/relationships/customXml" Target="../ink/ink1314.xml"/><Relationship Id="rId302" Type="http://schemas.openxmlformats.org/officeDocument/2006/relationships/customXml" Target="../ink/ink1386.xml"/><Relationship Id="rId323" Type="http://schemas.openxmlformats.org/officeDocument/2006/relationships/customXml" Target="../ink/ink1397.xml"/><Relationship Id="rId344" Type="http://schemas.openxmlformats.org/officeDocument/2006/relationships/customXml" Target="../ink/ink1408.xml"/><Relationship Id="rId20" Type="http://schemas.openxmlformats.org/officeDocument/2006/relationships/image" Target="../media/image1194.png"/><Relationship Id="rId41" Type="http://schemas.openxmlformats.org/officeDocument/2006/relationships/customXml" Target="../ink/ink1255.xml"/><Relationship Id="rId62" Type="http://schemas.openxmlformats.org/officeDocument/2006/relationships/image" Target="../media/image1215.png"/><Relationship Id="rId83" Type="http://schemas.openxmlformats.org/officeDocument/2006/relationships/customXml" Target="../ink/ink1276.xml"/><Relationship Id="rId179" Type="http://schemas.openxmlformats.org/officeDocument/2006/relationships/image" Target="../media/image1272.png"/><Relationship Id="rId365" Type="http://schemas.openxmlformats.org/officeDocument/2006/relationships/image" Target="../media/image1358.png"/><Relationship Id="rId386" Type="http://schemas.openxmlformats.org/officeDocument/2006/relationships/customXml" Target="../ink/ink1429.xml"/><Relationship Id="rId190" Type="http://schemas.openxmlformats.org/officeDocument/2006/relationships/customXml" Target="../ink/ink1330.xml"/><Relationship Id="rId204" Type="http://schemas.openxmlformats.org/officeDocument/2006/relationships/customXml" Target="../ink/ink1337.xml"/><Relationship Id="rId225" Type="http://schemas.openxmlformats.org/officeDocument/2006/relationships/image" Target="../media/image1293.png"/><Relationship Id="rId246" Type="http://schemas.openxmlformats.org/officeDocument/2006/relationships/customXml" Target="../ink/ink1358.xml"/><Relationship Id="rId267" Type="http://schemas.openxmlformats.org/officeDocument/2006/relationships/image" Target="../media/image1314.png"/><Relationship Id="rId288" Type="http://schemas.openxmlformats.org/officeDocument/2006/relationships/customXml" Target="../ink/ink1379.xml"/><Relationship Id="rId411" Type="http://schemas.openxmlformats.org/officeDocument/2006/relationships/image" Target="../media/image1381.png"/><Relationship Id="rId432" Type="http://schemas.openxmlformats.org/officeDocument/2006/relationships/customXml" Target="../ink/ink1452.xml"/><Relationship Id="rId106" Type="http://schemas.openxmlformats.org/officeDocument/2006/relationships/customXml" Target="../ink/ink1288.xml"/><Relationship Id="rId127" Type="http://schemas.openxmlformats.org/officeDocument/2006/relationships/image" Target="../media/image1246.png"/><Relationship Id="rId313" Type="http://schemas.openxmlformats.org/officeDocument/2006/relationships/customXml" Target="../ink/ink1392.xml"/><Relationship Id="rId10" Type="http://schemas.openxmlformats.org/officeDocument/2006/relationships/image" Target="../media/image1189.png"/><Relationship Id="rId31" Type="http://schemas.openxmlformats.org/officeDocument/2006/relationships/customXml" Target="../ink/ink1250.xml"/><Relationship Id="rId52" Type="http://schemas.openxmlformats.org/officeDocument/2006/relationships/image" Target="../media/image1210.png"/><Relationship Id="rId73" Type="http://schemas.openxmlformats.org/officeDocument/2006/relationships/customXml" Target="../ink/ink1271.xml"/><Relationship Id="rId94" Type="http://schemas.openxmlformats.org/officeDocument/2006/relationships/image" Target="../media/image1231.png"/><Relationship Id="rId148" Type="http://schemas.openxmlformats.org/officeDocument/2006/relationships/customXml" Target="../ink/ink1309.xml"/><Relationship Id="rId169" Type="http://schemas.openxmlformats.org/officeDocument/2006/relationships/image" Target="../media/image1267.png"/><Relationship Id="rId334" Type="http://schemas.openxmlformats.org/officeDocument/2006/relationships/image" Target="../media/image1343.png"/><Relationship Id="rId355" Type="http://schemas.openxmlformats.org/officeDocument/2006/relationships/image" Target="../media/image1353.png"/><Relationship Id="rId376" Type="http://schemas.openxmlformats.org/officeDocument/2006/relationships/customXml" Target="../ink/ink1424.xml"/><Relationship Id="rId397" Type="http://schemas.openxmlformats.org/officeDocument/2006/relationships/image" Target="../media/image1374.png"/><Relationship Id="rId4" Type="http://schemas.openxmlformats.org/officeDocument/2006/relationships/image" Target="../media/image1186.png"/><Relationship Id="rId180" Type="http://schemas.openxmlformats.org/officeDocument/2006/relationships/customXml" Target="../ink/ink1325.xml"/><Relationship Id="rId215" Type="http://schemas.openxmlformats.org/officeDocument/2006/relationships/image" Target="../media/image214.png"/><Relationship Id="rId236" Type="http://schemas.openxmlformats.org/officeDocument/2006/relationships/customXml" Target="../ink/ink1353.xml"/><Relationship Id="rId257" Type="http://schemas.openxmlformats.org/officeDocument/2006/relationships/image" Target="../media/image1309.png"/><Relationship Id="rId278" Type="http://schemas.openxmlformats.org/officeDocument/2006/relationships/customXml" Target="../ink/ink1374.xml"/><Relationship Id="rId401" Type="http://schemas.openxmlformats.org/officeDocument/2006/relationships/image" Target="../media/image1376.png"/><Relationship Id="rId422" Type="http://schemas.openxmlformats.org/officeDocument/2006/relationships/customXml" Target="../ink/ink1447.xml"/><Relationship Id="rId303" Type="http://schemas.openxmlformats.org/officeDocument/2006/relationships/image" Target="../media/image1328.png"/><Relationship Id="rId42" Type="http://schemas.openxmlformats.org/officeDocument/2006/relationships/image" Target="../media/image1205.png"/><Relationship Id="rId84" Type="http://schemas.openxmlformats.org/officeDocument/2006/relationships/image" Target="../media/image1226.png"/><Relationship Id="rId138" Type="http://schemas.openxmlformats.org/officeDocument/2006/relationships/customXml" Target="../ink/ink1304.xml"/><Relationship Id="rId345" Type="http://schemas.openxmlformats.org/officeDocument/2006/relationships/image" Target="../media/image1348.png"/><Relationship Id="rId387" Type="http://schemas.openxmlformats.org/officeDocument/2006/relationships/image" Target="../media/image1369.png"/><Relationship Id="rId191" Type="http://schemas.openxmlformats.org/officeDocument/2006/relationships/image" Target="../media/image1278.png"/><Relationship Id="rId205" Type="http://schemas.openxmlformats.org/officeDocument/2006/relationships/image" Target="../media/image1285.png"/><Relationship Id="rId247" Type="http://schemas.openxmlformats.org/officeDocument/2006/relationships/image" Target="../media/image1304.png"/><Relationship Id="rId412" Type="http://schemas.openxmlformats.org/officeDocument/2006/relationships/customXml" Target="../ink/ink1442.xml"/><Relationship Id="rId107" Type="http://schemas.openxmlformats.org/officeDocument/2006/relationships/image" Target="../media/image1236.png"/><Relationship Id="rId289" Type="http://schemas.openxmlformats.org/officeDocument/2006/relationships/image" Target="../media/image1325.png"/><Relationship Id="rId11" Type="http://schemas.openxmlformats.org/officeDocument/2006/relationships/customXml" Target="../ink/ink1240.xml"/><Relationship Id="rId53" Type="http://schemas.openxmlformats.org/officeDocument/2006/relationships/customXml" Target="../ink/ink1261.xml"/><Relationship Id="rId149" Type="http://schemas.openxmlformats.org/officeDocument/2006/relationships/image" Target="../media/image1257.png"/><Relationship Id="rId314" Type="http://schemas.openxmlformats.org/officeDocument/2006/relationships/image" Target="../media/image1333.png"/><Relationship Id="rId356" Type="http://schemas.openxmlformats.org/officeDocument/2006/relationships/customXml" Target="../ink/ink1414.xml"/><Relationship Id="rId398" Type="http://schemas.openxmlformats.org/officeDocument/2006/relationships/customXml" Target="../ink/ink1435.xml"/><Relationship Id="rId95" Type="http://schemas.openxmlformats.org/officeDocument/2006/relationships/customXml" Target="../ink/ink1282.xml"/><Relationship Id="rId160" Type="http://schemas.openxmlformats.org/officeDocument/2006/relationships/customXml" Target="../ink/ink1315.xml"/><Relationship Id="rId216" Type="http://schemas.openxmlformats.org/officeDocument/2006/relationships/customXml" Target="../ink/ink1343.xml"/><Relationship Id="rId423" Type="http://schemas.openxmlformats.org/officeDocument/2006/relationships/image" Target="../media/image1386.png"/><Relationship Id="rId258" Type="http://schemas.openxmlformats.org/officeDocument/2006/relationships/customXml" Target="../ink/ink1364.xml"/><Relationship Id="rId22" Type="http://schemas.openxmlformats.org/officeDocument/2006/relationships/image" Target="../media/image1195.png"/><Relationship Id="rId64" Type="http://schemas.openxmlformats.org/officeDocument/2006/relationships/image" Target="../media/image1216.png"/><Relationship Id="rId118" Type="http://schemas.openxmlformats.org/officeDocument/2006/relationships/customXml" Target="../ink/ink1294.xml"/><Relationship Id="rId325" Type="http://schemas.openxmlformats.org/officeDocument/2006/relationships/customXml" Target="../ink/ink1398.xml"/><Relationship Id="rId367" Type="http://schemas.openxmlformats.org/officeDocument/2006/relationships/image" Target="../media/image1359.png"/><Relationship Id="rId171" Type="http://schemas.openxmlformats.org/officeDocument/2006/relationships/image" Target="../media/image1268.png"/><Relationship Id="rId227" Type="http://schemas.openxmlformats.org/officeDocument/2006/relationships/image" Target="../media/image1294.png"/><Relationship Id="rId269" Type="http://schemas.openxmlformats.org/officeDocument/2006/relationships/image" Target="../media/image1315.png"/><Relationship Id="rId33" Type="http://schemas.openxmlformats.org/officeDocument/2006/relationships/customXml" Target="../ink/ink1251.xml"/><Relationship Id="rId129" Type="http://schemas.openxmlformats.org/officeDocument/2006/relationships/image" Target="../media/image1247.png"/><Relationship Id="rId280" Type="http://schemas.openxmlformats.org/officeDocument/2006/relationships/customXml" Target="../ink/ink1375.xml"/><Relationship Id="rId336" Type="http://schemas.openxmlformats.org/officeDocument/2006/relationships/customXml" Target="../ink/ink1404.xml"/><Relationship Id="rId75" Type="http://schemas.openxmlformats.org/officeDocument/2006/relationships/customXml" Target="../ink/ink1272.xml"/><Relationship Id="rId140" Type="http://schemas.openxmlformats.org/officeDocument/2006/relationships/customXml" Target="../ink/ink1305.xml"/><Relationship Id="rId182" Type="http://schemas.openxmlformats.org/officeDocument/2006/relationships/customXml" Target="../ink/ink1326.xml"/><Relationship Id="rId378" Type="http://schemas.openxmlformats.org/officeDocument/2006/relationships/customXml" Target="../ink/ink1425.xml"/><Relationship Id="rId403" Type="http://schemas.openxmlformats.org/officeDocument/2006/relationships/image" Target="../media/image1377.png"/><Relationship Id="rId6" Type="http://schemas.openxmlformats.org/officeDocument/2006/relationships/image" Target="../media/image1187.png"/><Relationship Id="rId238" Type="http://schemas.openxmlformats.org/officeDocument/2006/relationships/customXml" Target="../ink/ink1354.xml"/><Relationship Id="rId291" Type="http://schemas.openxmlformats.org/officeDocument/2006/relationships/image" Target="../media/image1326.png"/><Relationship Id="rId305" Type="http://schemas.openxmlformats.org/officeDocument/2006/relationships/customXml" Target="../ink/ink1388.xml"/><Relationship Id="rId347" Type="http://schemas.openxmlformats.org/officeDocument/2006/relationships/image" Target="../media/image1349.png"/><Relationship Id="rId44" Type="http://schemas.openxmlformats.org/officeDocument/2006/relationships/image" Target="../media/image1206.png"/><Relationship Id="rId86" Type="http://schemas.openxmlformats.org/officeDocument/2006/relationships/image" Target="../media/image1227.png"/><Relationship Id="rId151" Type="http://schemas.openxmlformats.org/officeDocument/2006/relationships/image" Target="../media/image1258.png"/><Relationship Id="rId389" Type="http://schemas.openxmlformats.org/officeDocument/2006/relationships/image" Target="../media/image1370.png"/><Relationship Id="rId193" Type="http://schemas.openxmlformats.org/officeDocument/2006/relationships/image" Target="../media/image1279.png"/><Relationship Id="rId207" Type="http://schemas.openxmlformats.org/officeDocument/2006/relationships/image" Target="../media/image1286.png"/><Relationship Id="rId249" Type="http://schemas.openxmlformats.org/officeDocument/2006/relationships/image" Target="../media/image1305.png"/><Relationship Id="rId414" Type="http://schemas.openxmlformats.org/officeDocument/2006/relationships/customXml" Target="../ink/ink1443.xml"/><Relationship Id="rId13" Type="http://schemas.openxmlformats.org/officeDocument/2006/relationships/customXml" Target="../ink/ink1241.xml"/><Relationship Id="rId109" Type="http://schemas.openxmlformats.org/officeDocument/2006/relationships/image" Target="../media/image1237.png"/><Relationship Id="rId260" Type="http://schemas.openxmlformats.org/officeDocument/2006/relationships/customXml" Target="../ink/ink1365.xml"/><Relationship Id="rId316" Type="http://schemas.openxmlformats.org/officeDocument/2006/relationships/image" Target="../media/image1334.png"/><Relationship Id="rId55" Type="http://schemas.openxmlformats.org/officeDocument/2006/relationships/customXml" Target="../ink/ink1262.xml"/><Relationship Id="rId97" Type="http://schemas.openxmlformats.org/officeDocument/2006/relationships/customXml" Target="../ink/ink1283.xml"/><Relationship Id="rId120" Type="http://schemas.openxmlformats.org/officeDocument/2006/relationships/customXml" Target="../ink/ink1295.xml"/><Relationship Id="rId358" Type="http://schemas.openxmlformats.org/officeDocument/2006/relationships/customXml" Target="../ink/ink1415.xml"/><Relationship Id="rId162" Type="http://schemas.openxmlformats.org/officeDocument/2006/relationships/customXml" Target="../ink/ink1316.xml"/><Relationship Id="rId218" Type="http://schemas.openxmlformats.org/officeDocument/2006/relationships/customXml" Target="../ink/ink1344.xml"/><Relationship Id="rId425" Type="http://schemas.openxmlformats.org/officeDocument/2006/relationships/image" Target="../media/image1387.png"/><Relationship Id="rId271" Type="http://schemas.openxmlformats.org/officeDocument/2006/relationships/image" Target="../media/image1316.png"/><Relationship Id="rId24" Type="http://schemas.openxmlformats.org/officeDocument/2006/relationships/image" Target="../media/image1196.png"/><Relationship Id="rId66" Type="http://schemas.openxmlformats.org/officeDocument/2006/relationships/image" Target="../media/image1217.png"/><Relationship Id="rId131" Type="http://schemas.openxmlformats.org/officeDocument/2006/relationships/image" Target="../media/image1248.png"/><Relationship Id="rId327" Type="http://schemas.openxmlformats.org/officeDocument/2006/relationships/customXml" Target="../ink/ink1399.xml"/><Relationship Id="rId369" Type="http://schemas.openxmlformats.org/officeDocument/2006/relationships/image" Target="../media/image1360.png"/><Relationship Id="rId173" Type="http://schemas.openxmlformats.org/officeDocument/2006/relationships/image" Target="../media/image1269.png"/><Relationship Id="rId229" Type="http://schemas.openxmlformats.org/officeDocument/2006/relationships/image" Target="../media/image1295.png"/><Relationship Id="rId380" Type="http://schemas.openxmlformats.org/officeDocument/2006/relationships/customXml" Target="../ink/ink1426.xml"/><Relationship Id="rId240" Type="http://schemas.openxmlformats.org/officeDocument/2006/relationships/customXml" Target="../ink/ink1355.xml"/><Relationship Id="rId35" Type="http://schemas.openxmlformats.org/officeDocument/2006/relationships/customXml" Target="../ink/ink1252.xml"/><Relationship Id="rId77" Type="http://schemas.openxmlformats.org/officeDocument/2006/relationships/customXml" Target="../ink/ink1273.xml"/><Relationship Id="rId100" Type="http://schemas.openxmlformats.org/officeDocument/2006/relationships/image" Target="../media/image1234.png"/><Relationship Id="rId282" Type="http://schemas.openxmlformats.org/officeDocument/2006/relationships/customXml" Target="../ink/ink1376.xml"/><Relationship Id="rId338" Type="http://schemas.openxmlformats.org/officeDocument/2006/relationships/customXml" Target="../ink/ink1405.xml"/><Relationship Id="rId8" Type="http://schemas.openxmlformats.org/officeDocument/2006/relationships/image" Target="../media/image1188.png"/><Relationship Id="rId142" Type="http://schemas.openxmlformats.org/officeDocument/2006/relationships/customXml" Target="../ink/ink1306.xml"/><Relationship Id="rId184" Type="http://schemas.openxmlformats.org/officeDocument/2006/relationships/customXml" Target="../ink/ink1327.xml"/><Relationship Id="rId391" Type="http://schemas.openxmlformats.org/officeDocument/2006/relationships/image" Target="../media/image1371.png"/><Relationship Id="rId405" Type="http://schemas.openxmlformats.org/officeDocument/2006/relationships/image" Target="../media/image1378.png"/><Relationship Id="rId251" Type="http://schemas.openxmlformats.org/officeDocument/2006/relationships/image" Target="../media/image1306.png"/><Relationship Id="rId46" Type="http://schemas.openxmlformats.org/officeDocument/2006/relationships/image" Target="../media/image1207.png"/><Relationship Id="rId293" Type="http://schemas.openxmlformats.org/officeDocument/2006/relationships/image" Target="../media/image1327.png"/><Relationship Id="rId307" Type="http://schemas.openxmlformats.org/officeDocument/2006/relationships/customXml" Target="../ink/ink1389.xml"/><Relationship Id="rId349" Type="http://schemas.openxmlformats.org/officeDocument/2006/relationships/image" Target="../media/image1350.png"/><Relationship Id="rId88" Type="http://schemas.openxmlformats.org/officeDocument/2006/relationships/image" Target="../media/image1228.png"/><Relationship Id="rId111" Type="http://schemas.openxmlformats.org/officeDocument/2006/relationships/image" Target="../media/image1238.png"/><Relationship Id="rId153" Type="http://schemas.openxmlformats.org/officeDocument/2006/relationships/image" Target="../media/image1259.png"/><Relationship Id="rId195" Type="http://schemas.openxmlformats.org/officeDocument/2006/relationships/image" Target="../media/image1280.png"/><Relationship Id="rId209" Type="http://schemas.openxmlformats.org/officeDocument/2006/relationships/image" Target="../media/image1287.png"/><Relationship Id="rId360" Type="http://schemas.openxmlformats.org/officeDocument/2006/relationships/customXml" Target="../ink/ink1416.xml"/><Relationship Id="rId416" Type="http://schemas.openxmlformats.org/officeDocument/2006/relationships/customXml" Target="../ink/ink1444.xml"/><Relationship Id="rId220" Type="http://schemas.openxmlformats.org/officeDocument/2006/relationships/customXml" Target="../ink/ink1345.xml"/><Relationship Id="rId15" Type="http://schemas.openxmlformats.org/officeDocument/2006/relationships/customXml" Target="../ink/ink1242.xml"/><Relationship Id="rId57" Type="http://schemas.openxmlformats.org/officeDocument/2006/relationships/customXml" Target="../ink/ink1263.xml"/><Relationship Id="rId262" Type="http://schemas.openxmlformats.org/officeDocument/2006/relationships/customXml" Target="../ink/ink1366.xml"/><Relationship Id="rId318" Type="http://schemas.openxmlformats.org/officeDocument/2006/relationships/image" Target="../media/image1335.png"/><Relationship Id="rId99" Type="http://schemas.openxmlformats.org/officeDocument/2006/relationships/customXml" Target="../ink/ink1284.xml"/><Relationship Id="rId122" Type="http://schemas.openxmlformats.org/officeDocument/2006/relationships/customXml" Target="../ink/ink1296.xml"/><Relationship Id="rId164" Type="http://schemas.openxmlformats.org/officeDocument/2006/relationships/customXml" Target="../ink/ink1317.xml"/><Relationship Id="rId371" Type="http://schemas.openxmlformats.org/officeDocument/2006/relationships/image" Target="../media/image1361.png"/><Relationship Id="rId427" Type="http://schemas.openxmlformats.org/officeDocument/2006/relationships/image" Target="../media/image1388.png"/><Relationship Id="rId26" Type="http://schemas.openxmlformats.org/officeDocument/2006/relationships/image" Target="../media/image1197.png"/><Relationship Id="rId231" Type="http://schemas.openxmlformats.org/officeDocument/2006/relationships/image" Target="../media/image1296.png"/><Relationship Id="rId273" Type="http://schemas.openxmlformats.org/officeDocument/2006/relationships/image" Target="../media/image1317.png"/><Relationship Id="rId329" Type="http://schemas.openxmlformats.org/officeDocument/2006/relationships/customXml" Target="../ink/ink1400.xml"/><Relationship Id="rId68" Type="http://schemas.openxmlformats.org/officeDocument/2006/relationships/image" Target="../media/image1218.png"/><Relationship Id="rId133" Type="http://schemas.openxmlformats.org/officeDocument/2006/relationships/image" Target="../media/image1249.png"/><Relationship Id="rId175" Type="http://schemas.openxmlformats.org/officeDocument/2006/relationships/image" Target="../media/image1270.png"/><Relationship Id="rId340" Type="http://schemas.openxmlformats.org/officeDocument/2006/relationships/customXml" Target="../ink/ink1406.xml"/><Relationship Id="rId200" Type="http://schemas.openxmlformats.org/officeDocument/2006/relationships/customXml" Target="../ink/ink1335.xml"/><Relationship Id="rId382" Type="http://schemas.openxmlformats.org/officeDocument/2006/relationships/customXml" Target="../ink/ink1427.xml"/><Relationship Id="rId242" Type="http://schemas.openxmlformats.org/officeDocument/2006/relationships/customXml" Target="../ink/ink1356.xml"/><Relationship Id="rId284" Type="http://schemas.openxmlformats.org/officeDocument/2006/relationships/customXml" Target="../ink/ink1377.xml"/><Relationship Id="rId37" Type="http://schemas.openxmlformats.org/officeDocument/2006/relationships/customXml" Target="../ink/ink1253.xml"/><Relationship Id="rId79" Type="http://schemas.openxmlformats.org/officeDocument/2006/relationships/customXml" Target="../ink/ink1274.xml"/><Relationship Id="rId102" Type="http://schemas.openxmlformats.org/officeDocument/2006/relationships/image" Target="../media/image1235.png"/><Relationship Id="rId144" Type="http://schemas.openxmlformats.org/officeDocument/2006/relationships/customXml" Target="../ink/ink1307.xml"/><Relationship Id="rId90" Type="http://schemas.openxmlformats.org/officeDocument/2006/relationships/image" Target="../media/image1229.png"/><Relationship Id="rId186" Type="http://schemas.openxmlformats.org/officeDocument/2006/relationships/customXml" Target="../ink/ink1328.xml"/><Relationship Id="rId351" Type="http://schemas.openxmlformats.org/officeDocument/2006/relationships/image" Target="../media/image1351.png"/><Relationship Id="rId393" Type="http://schemas.openxmlformats.org/officeDocument/2006/relationships/image" Target="../media/image1372.png"/><Relationship Id="rId407" Type="http://schemas.openxmlformats.org/officeDocument/2006/relationships/image" Target="../media/image1379.png"/><Relationship Id="rId211" Type="http://schemas.openxmlformats.org/officeDocument/2006/relationships/image" Target="../media/image1288.png"/><Relationship Id="rId253" Type="http://schemas.openxmlformats.org/officeDocument/2006/relationships/image" Target="../media/image1307.png"/><Relationship Id="rId295" Type="http://schemas.openxmlformats.org/officeDocument/2006/relationships/image" Target="../media/image70.png"/><Relationship Id="rId309" Type="http://schemas.openxmlformats.org/officeDocument/2006/relationships/customXml" Target="../ink/ink1390.xml"/><Relationship Id="rId48" Type="http://schemas.openxmlformats.org/officeDocument/2006/relationships/image" Target="../media/image1208.png"/><Relationship Id="rId113" Type="http://schemas.openxmlformats.org/officeDocument/2006/relationships/image" Target="../media/image1239.png"/><Relationship Id="rId320" Type="http://schemas.openxmlformats.org/officeDocument/2006/relationships/image" Target="../media/image1336.png"/><Relationship Id="rId155" Type="http://schemas.openxmlformats.org/officeDocument/2006/relationships/image" Target="../media/image1260.png"/><Relationship Id="rId197" Type="http://schemas.openxmlformats.org/officeDocument/2006/relationships/image" Target="../media/image1281.png"/><Relationship Id="rId362" Type="http://schemas.openxmlformats.org/officeDocument/2006/relationships/customXml" Target="../ink/ink1417.xml"/><Relationship Id="rId418" Type="http://schemas.openxmlformats.org/officeDocument/2006/relationships/customXml" Target="../ink/ink1445.xml"/><Relationship Id="rId222" Type="http://schemas.openxmlformats.org/officeDocument/2006/relationships/customXml" Target="../ink/ink1346.xml"/><Relationship Id="rId264" Type="http://schemas.openxmlformats.org/officeDocument/2006/relationships/customXml" Target="../ink/ink1367.xml"/><Relationship Id="rId17" Type="http://schemas.openxmlformats.org/officeDocument/2006/relationships/customXml" Target="../ink/ink1243.xml"/><Relationship Id="rId59" Type="http://schemas.openxmlformats.org/officeDocument/2006/relationships/customXml" Target="../ink/ink1264.xml"/><Relationship Id="rId124" Type="http://schemas.openxmlformats.org/officeDocument/2006/relationships/customXml" Target="../ink/ink1297.xml"/><Relationship Id="rId70" Type="http://schemas.openxmlformats.org/officeDocument/2006/relationships/image" Target="../media/image1219.png"/><Relationship Id="rId166" Type="http://schemas.openxmlformats.org/officeDocument/2006/relationships/customXml" Target="../ink/ink1318.xml"/><Relationship Id="rId331" Type="http://schemas.openxmlformats.org/officeDocument/2006/relationships/customXml" Target="../ink/ink1401.xml"/><Relationship Id="rId373" Type="http://schemas.openxmlformats.org/officeDocument/2006/relationships/image" Target="../media/image1362.png"/><Relationship Id="rId429" Type="http://schemas.openxmlformats.org/officeDocument/2006/relationships/image" Target="../media/image138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9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7.png"/><Relationship Id="rId21" Type="http://schemas.openxmlformats.org/officeDocument/2006/relationships/image" Target="../media/image1400.png"/><Relationship Id="rId42" Type="http://schemas.openxmlformats.org/officeDocument/2006/relationships/customXml" Target="../ink/ink1473.xml"/><Relationship Id="rId47" Type="http://schemas.openxmlformats.org/officeDocument/2006/relationships/image" Target="../media/image1413.png"/><Relationship Id="rId63" Type="http://schemas.openxmlformats.org/officeDocument/2006/relationships/image" Target="../media/image1421.png"/><Relationship Id="rId68" Type="http://schemas.openxmlformats.org/officeDocument/2006/relationships/customXml" Target="../ink/ink1486.xml"/><Relationship Id="rId84" Type="http://schemas.openxmlformats.org/officeDocument/2006/relationships/customXml" Target="../ink/ink1494.xml"/><Relationship Id="rId89" Type="http://schemas.openxmlformats.org/officeDocument/2006/relationships/image" Target="../media/image1434.png"/><Relationship Id="rId112" Type="http://schemas.openxmlformats.org/officeDocument/2006/relationships/customXml" Target="../ink/ink1508.xml"/><Relationship Id="rId16" Type="http://schemas.openxmlformats.org/officeDocument/2006/relationships/customXml" Target="../ink/ink1460.xml"/><Relationship Id="rId107" Type="http://schemas.openxmlformats.org/officeDocument/2006/relationships/image" Target="../media/image1442.png"/><Relationship Id="rId11" Type="http://schemas.openxmlformats.org/officeDocument/2006/relationships/image" Target="../media/image1395.png"/><Relationship Id="rId32" Type="http://schemas.openxmlformats.org/officeDocument/2006/relationships/customXml" Target="../ink/ink1468.xml"/><Relationship Id="rId37" Type="http://schemas.openxmlformats.org/officeDocument/2006/relationships/image" Target="../media/image1408.png"/><Relationship Id="rId53" Type="http://schemas.openxmlformats.org/officeDocument/2006/relationships/image" Target="../media/image1416.png"/><Relationship Id="rId58" Type="http://schemas.openxmlformats.org/officeDocument/2006/relationships/customXml" Target="../ink/ink1481.xml"/><Relationship Id="rId74" Type="http://schemas.openxmlformats.org/officeDocument/2006/relationships/customXml" Target="../ink/ink1489.xml"/><Relationship Id="rId79" Type="http://schemas.openxmlformats.org/officeDocument/2006/relationships/image" Target="../media/image1429.png"/><Relationship Id="rId102" Type="http://schemas.openxmlformats.org/officeDocument/2006/relationships/customXml" Target="../ink/ink1503.xml"/><Relationship Id="rId123" Type="http://schemas.openxmlformats.org/officeDocument/2006/relationships/image" Target="../media/image1450.png"/><Relationship Id="rId128" Type="http://schemas.openxmlformats.org/officeDocument/2006/relationships/customXml" Target="../ink/ink1516.xml"/><Relationship Id="rId5" Type="http://schemas.openxmlformats.org/officeDocument/2006/relationships/image" Target="../media/image1392.png"/><Relationship Id="rId90" Type="http://schemas.openxmlformats.org/officeDocument/2006/relationships/customXml" Target="../ink/ink1497.xml"/><Relationship Id="rId95" Type="http://schemas.openxmlformats.org/officeDocument/2006/relationships/image" Target="../media/image1437.png"/><Relationship Id="rId22" Type="http://schemas.openxmlformats.org/officeDocument/2006/relationships/customXml" Target="../ink/ink1463.xml"/><Relationship Id="rId27" Type="http://schemas.openxmlformats.org/officeDocument/2006/relationships/image" Target="../media/image1403.png"/><Relationship Id="rId43" Type="http://schemas.openxmlformats.org/officeDocument/2006/relationships/image" Target="../media/image1411.png"/><Relationship Id="rId48" Type="http://schemas.openxmlformats.org/officeDocument/2006/relationships/customXml" Target="../ink/ink1476.xml"/><Relationship Id="rId64" Type="http://schemas.openxmlformats.org/officeDocument/2006/relationships/customXml" Target="../ink/ink1484.xml"/><Relationship Id="rId69" Type="http://schemas.openxmlformats.org/officeDocument/2006/relationships/image" Target="../media/image1424.png"/><Relationship Id="rId113" Type="http://schemas.openxmlformats.org/officeDocument/2006/relationships/image" Target="../media/image1445.png"/><Relationship Id="rId118" Type="http://schemas.openxmlformats.org/officeDocument/2006/relationships/customXml" Target="../ink/ink1511.xml"/><Relationship Id="rId80" Type="http://schemas.openxmlformats.org/officeDocument/2006/relationships/customXml" Target="../ink/ink1492.xml"/><Relationship Id="rId85" Type="http://schemas.openxmlformats.org/officeDocument/2006/relationships/image" Target="../media/image1432.png"/><Relationship Id="rId12" Type="http://schemas.openxmlformats.org/officeDocument/2006/relationships/customXml" Target="../ink/ink1458.xml"/><Relationship Id="rId17" Type="http://schemas.openxmlformats.org/officeDocument/2006/relationships/image" Target="../media/image1398.png"/><Relationship Id="rId33" Type="http://schemas.openxmlformats.org/officeDocument/2006/relationships/image" Target="../media/image1406.png"/><Relationship Id="rId38" Type="http://schemas.openxmlformats.org/officeDocument/2006/relationships/customXml" Target="../ink/ink1471.xml"/><Relationship Id="rId59" Type="http://schemas.openxmlformats.org/officeDocument/2006/relationships/image" Target="../media/image1419.png"/><Relationship Id="rId103" Type="http://schemas.openxmlformats.org/officeDocument/2006/relationships/image" Target="../media/image1441.png"/><Relationship Id="rId108" Type="http://schemas.openxmlformats.org/officeDocument/2006/relationships/customXml" Target="../ink/ink1506.xml"/><Relationship Id="rId124" Type="http://schemas.openxmlformats.org/officeDocument/2006/relationships/customXml" Target="../ink/ink1514.xml"/><Relationship Id="rId129" Type="http://schemas.openxmlformats.org/officeDocument/2006/relationships/image" Target="../media/image1453.png"/><Relationship Id="rId54" Type="http://schemas.openxmlformats.org/officeDocument/2006/relationships/customXml" Target="../ink/ink1479.xml"/><Relationship Id="rId70" Type="http://schemas.openxmlformats.org/officeDocument/2006/relationships/customXml" Target="../ink/ink1487.xml"/><Relationship Id="rId75" Type="http://schemas.openxmlformats.org/officeDocument/2006/relationships/image" Target="../media/image1427.png"/><Relationship Id="rId91" Type="http://schemas.openxmlformats.org/officeDocument/2006/relationships/image" Target="../media/image1435.png"/><Relationship Id="rId96" Type="http://schemas.openxmlformats.org/officeDocument/2006/relationships/customXml" Target="../ink/ink15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55.xml"/><Relationship Id="rId23" Type="http://schemas.openxmlformats.org/officeDocument/2006/relationships/image" Target="../media/image1401.png"/><Relationship Id="rId28" Type="http://schemas.openxmlformats.org/officeDocument/2006/relationships/customXml" Target="../ink/ink1466.xml"/><Relationship Id="rId49" Type="http://schemas.openxmlformats.org/officeDocument/2006/relationships/image" Target="../media/image1414.png"/><Relationship Id="rId114" Type="http://schemas.openxmlformats.org/officeDocument/2006/relationships/customXml" Target="../ink/ink1509.xml"/><Relationship Id="rId119" Type="http://schemas.openxmlformats.org/officeDocument/2006/relationships/image" Target="../media/image1448.png"/><Relationship Id="rId44" Type="http://schemas.openxmlformats.org/officeDocument/2006/relationships/customXml" Target="../ink/ink1474.xml"/><Relationship Id="rId60" Type="http://schemas.openxmlformats.org/officeDocument/2006/relationships/customXml" Target="../ink/ink1482.xml"/><Relationship Id="rId65" Type="http://schemas.openxmlformats.org/officeDocument/2006/relationships/image" Target="../media/image1422.png"/><Relationship Id="rId81" Type="http://schemas.openxmlformats.org/officeDocument/2006/relationships/image" Target="../media/image1430.png"/><Relationship Id="rId86" Type="http://schemas.openxmlformats.org/officeDocument/2006/relationships/customXml" Target="../ink/ink1495.xml"/><Relationship Id="rId13" Type="http://schemas.openxmlformats.org/officeDocument/2006/relationships/image" Target="../media/image1396.png"/><Relationship Id="rId18" Type="http://schemas.openxmlformats.org/officeDocument/2006/relationships/customXml" Target="../ink/ink1461.xml"/><Relationship Id="rId39" Type="http://schemas.openxmlformats.org/officeDocument/2006/relationships/image" Target="../media/image1409.png"/><Relationship Id="rId109" Type="http://schemas.openxmlformats.org/officeDocument/2006/relationships/image" Target="../media/image1443.png"/><Relationship Id="rId34" Type="http://schemas.openxmlformats.org/officeDocument/2006/relationships/customXml" Target="../ink/ink1469.xml"/><Relationship Id="rId50" Type="http://schemas.openxmlformats.org/officeDocument/2006/relationships/customXml" Target="../ink/ink1477.xml"/><Relationship Id="rId55" Type="http://schemas.openxmlformats.org/officeDocument/2006/relationships/image" Target="../media/image1417.png"/><Relationship Id="rId76" Type="http://schemas.openxmlformats.org/officeDocument/2006/relationships/customXml" Target="../ink/ink1490.xml"/><Relationship Id="rId97" Type="http://schemas.openxmlformats.org/officeDocument/2006/relationships/image" Target="../media/image1438.png"/><Relationship Id="rId104" Type="http://schemas.openxmlformats.org/officeDocument/2006/relationships/customXml" Target="../ink/ink1504.xml"/><Relationship Id="rId120" Type="http://schemas.openxmlformats.org/officeDocument/2006/relationships/customXml" Target="../ink/ink1512.xml"/><Relationship Id="rId125" Type="http://schemas.openxmlformats.org/officeDocument/2006/relationships/image" Target="../media/image1451.png"/><Relationship Id="rId7" Type="http://schemas.openxmlformats.org/officeDocument/2006/relationships/image" Target="../media/image1393.png"/><Relationship Id="rId71" Type="http://schemas.openxmlformats.org/officeDocument/2006/relationships/image" Target="../media/image1425.png"/><Relationship Id="rId92" Type="http://schemas.openxmlformats.org/officeDocument/2006/relationships/customXml" Target="../ink/ink1498.xml"/><Relationship Id="rId2" Type="http://schemas.openxmlformats.org/officeDocument/2006/relationships/customXml" Target="../ink/ink1453.xml"/><Relationship Id="rId29" Type="http://schemas.openxmlformats.org/officeDocument/2006/relationships/image" Target="../media/image1404.png"/><Relationship Id="rId24" Type="http://schemas.openxmlformats.org/officeDocument/2006/relationships/customXml" Target="../ink/ink1464.xml"/><Relationship Id="rId40" Type="http://schemas.openxmlformats.org/officeDocument/2006/relationships/customXml" Target="../ink/ink1472.xml"/><Relationship Id="rId45" Type="http://schemas.openxmlformats.org/officeDocument/2006/relationships/image" Target="../media/image1412.png"/><Relationship Id="rId66" Type="http://schemas.openxmlformats.org/officeDocument/2006/relationships/customXml" Target="../ink/ink1485.xml"/><Relationship Id="rId87" Type="http://schemas.openxmlformats.org/officeDocument/2006/relationships/image" Target="../media/image1433.png"/><Relationship Id="rId110" Type="http://schemas.openxmlformats.org/officeDocument/2006/relationships/customXml" Target="../ink/ink1507.xml"/><Relationship Id="rId115" Type="http://schemas.openxmlformats.org/officeDocument/2006/relationships/image" Target="../media/image1446.png"/><Relationship Id="rId61" Type="http://schemas.openxmlformats.org/officeDocument/2006/relationships/image" Target="../media/image1420.png"/><Relationship Id="rId82" Type="http://schemas.openxmlformats.org/officeDocument/2006/relationships/customXml" Target="../ink/ink1493.xml"/><Relationship Id="rId19" Type="http://schemas.openxmlformats.org/officeDocument/2006/relationships/image" Target="../media/image1399.png"/><Relationship Id="rId14" Type="http://schemas.openxmlformats.org/officeDocument/2006/relationships/customXml" Target="../ink/ink1459.xml"/><Relationship Id="rId30" Type="http://schemas.openxmlformats.org/officeDocument/2006/relationships/customXml" Target="../ink/ink1467.xml"/><Relationship Id="rId35" Type="http://schemas.openxmlformats.org/officeDocument/2006/relationships/image" Target="../media/image1407.png"/><Relationship Id="rId56" Type="http://schemas.openxmlformats.org/officeDocument/2006/relationships/customXml" Target="../ink/ink1480.xml"/><Relationship Id="rId77" Type="http://schemas.openxmlformats.org/officeDocument/2006/relationships/image" Target="../media/image1428.png"/><Relationship Id="rId100" Type="http://schemas.openxmlformats.org/officeDocument/2006/relationships/customXml" Target="../ink/ink1502.xml"/><Relationship Id="rId105" Type="http://schemas.openxmlformats.org/officeDocument/2006/relationships/image" Target="../media/image93.png"/><Relationship Id="rId126" Type="http://schemas.openxmlformats.org/officeDocument/2006/relationships/customXml" Target="../ink/ink1515.xml"/><Relationship Id="rId8" Type="http://schemas.openxmlformats.org/officeDocument/2006/relationships/customXml" Target="../ink/ink1456.xml"/><Relationship Id="rId51" Type="http://schemas.openxmlformats.org/officeDocument/2006/relationships/image" Target="../media/image1415.png"/><Relationship Id="rId72" Type="http://schemas.openxmlformats.org/officeDocument/2006/relationships/customXml" Target="../ink/ink1488.xml"/><Relationship Id="rId93" Type="http://schemas.openxmlformats.org/officeDocument/2006/relationships/image" Target="../media/image1436.png"/><Relationship Id="rId98" Type="http://schemas.openxmlformats.org/officeDocument/2006/relationships/customXml" Target="../ink/ink1501.xml"/><Relationship Id="rId121" Type="http://schemas.openxmlformats.org/officeDocument/2006/relationships/image" Target="../media/image1449.png"/><Relationship Id="rId3" Type="http://schemas.openxmlformats.org/officeDocument/2006/relationships/image" Target="../media/image1391.png"/><Relationship Id="rId25" Type="http://schemas.openxmlformats.org/officeDocument/2006/relationships/image" Target="../media/image1402.png"/><Relationship Id="rId46" Type="http://schemas.openxmlformats.org/officeDocument/2006/relationships/customXml" Target="../ink/ink1475.xml"/><Relationship Id="rId67" Type="http://schemas.openxmlformats.org/officeDocument/2006/relationships/image" Target="../media/image1423.png"/><Relationship Id="rId116" Type="http://schemas.openxmlformats.org/officeDocument/2006/relationships/customXml" Target="../ink/ink1510.xml"/><Relationship Id="rId20" Type="http://schemas.openxmlformats.org/officeDocument/2006/relationships/customXml" Target="../ink/ink1462.xml"/><Relationship Id="rId41" Type="http://schemas.openxmlformats.org/officeDocument/2006/relationships/image" Target="../media/image1410.png"/><Relationship Id="rId62" Type="http://schemas.openxmlformats.org/officeDocument/2006/relationships/customXml" Target="../ink/ink1483.xml"/><Relationship Id="rId83" Type="http://schemas.openxmlformats.org/officeDocument/2006/relationships/image" Target="../media/image1431.png"/><Relationship Id="rId88" Type="http://schemas.openxmlformats.org/officeDocument/2006/relationships/customXml" Target="../ink/ink1496.xml"/><Relationship Id="rId111" Type="http://schemas.openxmlformats.org/officeDocument/2006/relationships/image" Target="../media/image1444.png"/><Relationship Id="rId15" Type="http://schemas.openxmlformats.org/officeDocument/2006/relationships/image" Target="../media/image1397.png"/><Relationship Id="rId36" Type="http://schemas.openxmlformats.org/officeDocument/2006/relationships/customXml" Target="../ink/ink1470.xml"/><Relationship Id="rId57" Type="http://schemas.openxmlformats.org/officeDocument/2006/relationships/image" Target="../media/image1418.png"/><Relationship Id="rId106" Type="http://schemas.openxmlformats.org/officeDocument/2006/relationships/customXml" Target="../ink/ink1505.xml"/><Relationship Id="rId127" Type="http://schemas.openxmlformats.org/officeDocument/2006/relationships/image" Target="../media/image1452.png"/><Relationship Id="rId10" Type="http://schemas.openxmlformats.org/officeDocument/2006/relationships/customXml" Target="../ink/ink1457.xml"/><Relationship Id="rId31" Type="http://schemas.openxmlformats.org/officeDocument/2006/relationships/image" Target="../media/image1405.png"/><Relationship Id="rId52" Type="http://schemas.openxmlformats.org/officeDocument/2006/relationships/customXml" Target="../ink/ink1478.xml"/><Relationship Id="rId73" Type="http://schemas.openxmlformats.org/officeDocument/2006/relationships/image" Target="../media/image1426.png"/><Relationship Id="rId78" Type="http://schemas.openxmlformats.org/officeDocument/2006/relationships/customXml" Target="../ink/ink1491.xml"/><Relationship Id="rId94" Type="http://schemas.openxmlformats.org/officeDocument/2006/relationships/customXml" Target="../ink/ink1499.xml"/><Relationship Id="rId99" Type="http://schemas.openxmlformats.org/officeDocument/2006/relationships/image" Target="../media/image1439.png"/><Relationship Id="rId101" Type="http://schemas.openxmlformats.org/officeDocument/2006/relationships/image" Target="../media/image1440.png"/><Relationship Id="rId122" Type="http://schemas.openxmlformats.org/officeDocument/2006/relationships/customXml" Target="../ink/ink1513.xml"/><Relationship Id="rId4" Type="http://schemas.openxmlformats.org/officeDocument/2006/relationships/customXml" Target="../ink/ink1454.xml"/><Relationship Id="rId9" Type="http://schemas.openxmlformats.org/officeDocument/2006/relationships/image" Target="../media/image1394.png"/><Relationship Id="rId26" Type="http://schemas.openxmlformats.org/officeDocument/2006/relationships/customXml" Target="../ink/ink1465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9.png"/><Relationship Id="rId299" Type="http://schemas.openxmlformats.org/officeDocument/2006/relationships/image" Target="../media/image1562.png"/><Relationship Id="rId21" Type="http://schemas.openxmlformats.org/officeDocument/2006/relationships/image" Target="../media/image1491.png"/><Relationship Id="rId63" Type="http://schemas.openxmlformats.org/officeDocument/2006/relationships/image" Target="../media/image1512.png"/><Relationship Id="rId324" Type="http://schemas.openxmlformats.org/officeDocument/2006/relationships/customXml" Target="../ink/ink1641.xml"/><Relationship Id="rId366" Type="http://schemas.openxmlformats.org/officeDocument/2006/relationships/customXml" Target="../ink/ink1662.xml"/><Relationship Id="rId226" Type="http://schemas.openxmlformats.org/officeDocument/2006/relationships/customXml" Target="../ink/ink1592.xml"/><Relationship Id="rId433" Type="http://schemas.openxmlformats.org/officeDocument/2006/relationships/image" Target="../media/image1628.png"/><Relationship Id="rId268" Type="http://schemas.openxmlformats.org/officeDocument/2006/relationships/customXml" Target="../ink/ink1613.xml"/><Relationship Id="rId32" Type="http://schemas.openxmlformats.org/officeDocument/2006/relationships/customXml" Target="../ink/ink1532.xml"/><Relationship Id="rId74" Type="http://schemas.openxmlformats.org/officeDocument/2006/relationships/customXml" Target="../ink/ink1553.xml"/><Relationship Id="rId335" Type="http://schemas.openxmlformats.org/officeDocument/2006/relationships/image" Target="../media/image1579.png"/><Relationship Id="rId377" Type="http://schemas.openxmlformats.org/officeDocument/2006/relationships/image" Target="../media/image1600.png"/><Relationship Id="rId5" Type="http://schemas.openxmlformats.org/officeDocument/2006/relationships/image" Target="../media/image574.png"/><Relationship Id="rId237" Type="http://schemas.openxmlformats.org/officeDocument/2006/relationships/image" Target="../media/image1473.png"/><Relationship Id="rId402" Type="http://schemas.openxmlformats.org/officeDocument/2006/relationships/customXml" Target="../ink/ink1680.xml"/><Relationship Id="rId279" Type="http://schemas.openxmlformats.org/officeDocument/2006/relationships/image" Target="../media/image1552.png"/><Relationship Id="rId444" Type="http://schemas.openxmlformats.org/officeDocument/2006/relationships/customXml" Target="../ink/ink1701.xml"/><Relationship Id="rId43" Type="http://schemas.openxmlformats.org/officeDocument/2006/relationships/image" Target="../media/image1502.png"/><Relationship Id="rId290" Type="http://schemas.openxmlformats.org/officeDocument/2006/relationships/customXml" Target="../ink/ink1624.xml"/><Relationship Id="rId304" Type="http://schemas.openxmlformats.org/officeDocument/2006/relationships/customXml" Target="../ink/ink1631.xml"/><Relationship Id="rId346" Type="http://schemas.openxmlformats.org/officeDocument/2006/relationships/customXml" Target="../ink/ink1652.xml"/><Relationship Id="rId388" Type="http://schemas.openxmlformats.org/officeDocument/2006/relationships/customXml" Target="../ink/ink1673.xml"/><Relationship Id="rId85" Type="http://schemas.openxmlformats.org/officeDocument/2006/relationships/image" Target="../media/image1523.png"/><Relationship Id="rId206" Type="http://schemas.openxmlformats.org/officeDocument/2006/relationships/customXml" Target="../ink/ink1582.xml"/><Relationship Id="rId413" Type="http://schemas.openxmlformats.org/officeDocument/2006/relationships/image" Target="../media/image1618.png"/><Relationship Id="rId248" Type="http://schemas.openxmlformats.org/officeDocument/2006/relationships/customXml" Target="../ink/ink1603.xml"/><Relationship Id="rId455" Type="http://schemas.openxmlformats.org/officeDocument/2006/relationships/image" Target="../media/image1639.png"/><Relationship Id="rId12" Type="http://schemas.openxmlformats.org/officeDocument/2006/relationships/customXml" Target="../ink/ink1522.xml"/><Relationship Id="rId108" Type="http://schemas.openxmlformats.org/officeDocument/2006/relationships/customXml" Target="../ink/ink1570.xml"/><Relationship Id="rId315" Type="http://schemas.openxmlformats.org/officeDocument/2006/relationships/image" Target="../media/image93.png"/><Relationship Id="rId357" Type="http://schemas.openxmlformats.org/officeDocument/2006/relationships/image" Target="../media/image1590.png"/><Relationship Id="rId54" Type="http://schemas.openxmlformats.org/officeDocument/2006/relationships/customXml" Target="../ink/ink1543.xml"/><Relationship Id="rId96" Type="http://schemas.openxmlformats.org/officeDocument/2006/relationships/customXml" Target="../ink/ink1564.xml"/><Relationship Id="rId217" Type="http://schemas.openxmlformats.org/officeDocument/2006/relationships/image" Target="../media/image1463.png"/><Relationship Id="rId399" Type="http://schemas.openxmlformats.org/officeDocument/2006/relationships/image" Target="../media/image1611.png"/><Relationship Id="rId259" Type="http://schemas.openxmlformats.org/officeDocument/2006/relationships/image" Target="../media/image1542.png"/><Relationship Id="rId424" Type="http://schemas.openxmlformats.org/officeDocument/2006/relationships/customXml" Target="../ink/ink1691.xml"/><Relationship Id="rId23" Type="http://schemas.openxmlformats.org/officeDocument/2006/relationships/image" Target="../media/image1492.png"/><Relationship Id="rId119" Type="http://schemas.openxmlformats.org/officeDocument/2006/relationships/image" Target="../media/image1540.png"/><Relationship Id="rId270" Type="http://schemas.openxmlformats.org/officeDocument/2006/relationships/customXml" Target="../ink/ink1614.xml"/><Relationship Id="rId326" Type="http://schemas.openxmlformats.org/officeDocument/2006/relationships/customXml" Target="../ink/ink1642.xml"/><Relationship Id="rId65" Type="http://schemas.openxmlformats.org/officeDocument/2006/relationships/image" Target="../media/image1513.png"/><Relationship Id="rId368" Type="http://schemas.openxmlformats.org/officeDocument/2006/relationships/customXml" Target="../ink/ink1663.xml"/><Relationship Id="rId228" Type="http://schemas.openxmlformats.org/officeDocument/2006/relationships/customXml" Target="../ink/ink1593.xml"/><Relationship Id="rId435" Type="http://schemas.openxmlformats.org/officeDocument/2006/relationships/image" Target="../media/image1629.png"/><Relationship Id="rId281" Type="http://schemas.openxmlformats.org/officeDocument/2006/relationships/image" Target="../media/image1553.png"/><Relationship Id="rId337" Type="http://schemas.openxmlformats.org/officeDocument/2006/relationships/image" Target="../media/image1580.png"/><Relationship Id="rId34" Type="http://schemas.openxmlformats.org/officeDocument/2006/relationships/customXml" Target="../ink/ink1533.xml"/><Relationship Id="rId76" Type="http://schemas.openxmlformats.org/officeDocument/2006/relationships/customXml" Target="../ink/ink1554.xml"/><Relationship Id="rId379" Type="http://schemas.openxmlformats.org/officeDocument/2006/relationships/image" Target="../media/image1601.png"/><Relationship Id="rId7" Type="http://schemas.openxmlformats.org/officeDocument/2006/relationships/image" Target="../media/image1484.png"/><Relationship Id="rId239" Type="http://schemas.openxmlformats.org/officeDocument/2006/relationships/image" Target="../media/image1474.png"/><Relationship Id="rId390" Type="http://schemas.openxmlformats.org/officeDocument/2006/relationships/customXml" Target="../ink/ink1674.xml"/><Relationship Id="rId404" Type="http://schemas.openxmlformats.org/officeDocument/2006/relationships/customXml" Target="../ink/ink1681.xml"/><Relationship Id="rId446" Type="http://schemas.openxmlformats.org/officeDocument/2006/relationships/customXml" Target="../ink/ink1702.xml"/><Relationship Id="rId250" Type="http://schemas.openxmlformats.org/officeDocument/2006/relationships/customXml" Target="../ink/ink1604.xml"/><Relationship Id="rId292" Type="http://schemas.openxmlformats.org/officeDocument/2006/relationships/customXml" Target="../ink/ink1625.xml"/><Relationship Id="rId306" Type="http://schemas.openxmlformats.org/officeDocument/2006/relationships/customXml" Target="../ink/ink1632.xml"/><Relationship Id="rId45" Type="http://schemas.openxmlformats.org/officeDocument/2006/relationships/image" Target="../media/image1503.png"/><Relationship Id="rId87" Type="http://schemas.openxmlformats.org/officeDocument/2006/relationships/image" Target="../media/image1524.png"/><Relationship Id="rId110" Type="http://schemas.openxmlformats.org/officeDocument/2006/relationships/customXml" Target="../ink/ink1571.xml"/><Relationship Id="rId348" Type="http://schemas.openxmlformats.org/officeDocument/2006/relationships/customXml" Target="../ink/ink1653.xml"/><Relationship Id="rId208" Type="http://schemas.openxmlformats.org/officeDocument/2006/relationships/customXml" Target="../ink/ink1583.xml"/><Relationship Id="rId415" Type="http://schemas.openxmlformats.org/officeDocument/2006/relationships/image" Target="../media/image1619.png"/><Relationship Id="rId457" Type="http://schemas.openxmlformats.org/officeDocument/2006/relationships/image" Target="../media/image1640.png"/><Relationship Id="rId261" Type="http://schemas.openxmlformats.org/officeDocument/2006/relationships/image" Target="../media/image1543.png"/><Relationship Id="rId14" Type="http://schemas.openxmlformats.org/officeDocument/2006/relationships/customXml" Target="../ink/ink1523.xml"/><Relationship Id="rId56" Type="http://schemas.openxmlformats.org/officeDocument/2006/relationships/customXml" Target="../ink/ink1544.xml"/><Relationship Id="rId317" Type="http://schemas.openxmlformats.org/officeDocument/2006/relationships/image" Target="../media/image1570.png"/><Relationship Id="rId359" Type="http://schemas.openxmlformats.org/officeDocument/2006/relationships/image" Target="../media/image1591.png"/><Relationship Id="rId98" Type="http://schemas.openxmlformats.org/officeDocument/2006/relationships/customXml" Target="../ink/ink1565.xml"/><Relationship Id="rId219" Type="http://schemas.openxmlformats.org/officeDocument/2006/relationships/image" Target="../media/image1464.png"/><Relationship Id="rId370" Type="http://schemas.openxmlformats.org/officeDocument/2006/relationships/customXml" Target="../ink/ink1664.xml"/><Relationship Id="rId426" Type="http://schemas.openxmlformats.org/officeDocument/2006/relationships/customXml" Target="../ink/ink1692.xml"/><Relationship Id="rId230" Type="http://schemas.openxmlformats.org/officeDocument/2006/relationships/customXml" Target="../ink/ink1594.xml"/><Relationship Id="rId25" Type="http://schemas.openxmlformats.org/officeDocument/2006/relationships/image" Target="../media/image1493.png"/><Relationship Id="rId67" Type="http://schemas.openxmlformats.org/officeDocument/2006/relationships/image" Target="../media/image1514.png"/><Relationship Id="rId272" Type="http://schemas.openxmlformats.org/officeDocument/2006/relationships/customXml" Target="../ink/ink1615.xml"/><Relationship Id="rId328" Type="http://schemas.openxmlformats.org/officeDocument/2006/relationships/customXml" Target="../ink/ink1643.xml"/><Relationship Id="rId381" Type="http://schemas.openxmlformats.org/officeDocument/2006/relationships/image" Target="../media/image1602.png"/><Relationship Id="rId241" Type="http://schemas.openxmlformats.org/officeDocument/2006/relationships/image" Target="../media/image1475.png"/><Relationship Id="rId437" Type="http://schemas.openxmlformats.org/officeDocument/2006/relationships/image" Target="../media/image1630.png"/><Relationship Id="rId36" Type="http://schemas.openxmlformats.org/officeDocument/2006/relationships/customXml" Target="../ink/ink1534.xml"/><Relationship Id="rId283" Type="http://schemas.openxmlformats.org/officeDocument/2006/relationships/image" Target="../media/image1554.png"/><Relationship Id="rId339" Type="http://schemas.openxmlformats.org/officeDocument/2006/relationships/image" Target="../media/image1581.png"/><Relationship Id="rId78" Type="http://schemas.openxmlformats.org/officeDocument/2006/relationships/customXml" Target="../ink/ink1555.xml"/><Relationship Id="rId101" Type="http://schemas.openxmlformats.org/officeDocument/2006/relationships/image" Target="../media/image1531.png"/><Relationship Id="rId350" Type="http://schemas.openxmlformats.org/officeDocument/2006/relationships/customXml" Target="../ink/ink1654.xml"/><Relationship Id="rId406" Type="http://schemas.openxmlformats.org/officeDocument/2006/relationships/customXml" Target="../ink/ink1682.xml"/><Relationship Id="rId9" Type="http://schemas.openxmlformats.org/officeDocument/2006/relationships/image" Target="../media/image1485.png"/><Relationship Id="rId210" Type="http://schemas.openxmlformats.org/officeDocument/2006/relationships/customXml" Target="../ink/ink1584.xml"/><Relationship Id="rId392" Type="http://schemas.openxmlformats.org/officeDocument/2006/relationships/customXml" Target="../ink/ink1675.xml"/><Relationship Id="rId448" Type="http://schemas.openxmlformats.org/officeDocument/2006/relationships/customXml" Target="../ink/ink1703.xml"/><Relationship Id="rId252" Type="http://schemas.openxmlformats.org/officeDocument/2006/relationships/customXml" Target="../ink/ink1605.xml"/><Relationship Id="rId294" Type="http://schemas.openxmlformats.org/officeDocument/2006/relationships/customXml" Target="../ink/ink1626.xml"/><Relationship Id="rId308" Type="http://schemas.openxmlformats.org/officeDocument/2006/relationships/customXml" Target="../ink/ink1633.xml"/><Relationship Id="rId47" Type="http://schemas.openxmlformats.org/officeDocument/2006/relationships/image" Target="../media/image1504.png"/><Relationship Id="rId89" Type="http://schemas.openxmlformats.org/officeDocument/2006/relationships/image" Target="../media/image1525.png"/><Relationship Id="rId112" Type="http://schemas.openxmlformats.org/officeDocument/2006/relationships/customXml" Target="../ink/ink1572.xml"/><Relationship Id="rId361" Type="http://schemas.openxmlformats.org/officeDocument/2006/relationships/image" Target="../media/image1592.png"/><Relationship Id="rId196" Type="http://schemas.openxmlformats.org/officeDocument/2006/relationships/customXml" Target="../ink/ink1577.xml"/><Relationship Id="rId200" Type="http://schemas.openxmlformats.org/officeDocument/2006/relationships/customXml" Target="../ink/ink1579.xml"/><Relationship Id="rId382" Type="http://schemas.openxmlformats.org/officeDocument/2006/relationships/customXml" Target="../ink/ink1670.xml"/><Relationship Id="rId417" Type="http://schemas.openxmlformats.org/officeDocument/2006/relationships/image" Target="../media/image1620.png"/><Relationship Id="rId438" Type="http://schemas.openxmlformats.org/officeDocument/2006/relationships/customXml" Target="../ink/ink1698.xml"/><Relationship Id="rId459" Type="http://schemas.openxmlformats.org/officeDocument/2006/relationships/image" Target="../media/image1641.png"/><Relationship Id="rId16" Type="http://schemas.openxmlformats.org/officeDocument/2006/relationships/customXml" Target="../ink/ink1524.xml"/><Relationship Id="rId221" Type="http://schemas.openxmlformats.org/officeDocument/2006/relationships/image" Target="../media/image1465.png"/><Relationship Id="rId242" Type="http://schemas.openxmlformats.org/officeDocument/2006/relationships/customXml" Target="../ink/ink1600.xml"/><Relationship Id="rId263" Type="http://schemas.openxmlformats.org/officeDocument/2006/relationships/image" Target="../media/image1544.png"/><Relationship Id="rId284" Type="http://schemas.openxmlformats.org/officeDocument/2006/relationships/customXml" Target="../ink/ink1621.xml"/><Relationship Id="rId319" Type="http://schemas.openxmlformats.org/officeDocument/2006/relationships/image" Target="../media/image1571.png"/><Relationship Id="rId37" Type="http://schemas.openxmlformats.org/officeDocument/2006/relationships/image" Target="../media/image1499.png"/><Relationship Id="rId58" Type="http://schemas.openxmlformats.org/officeDocument/2006/relationships/customXml" Target="../ink/ink1545.xml"/><Relationship Id="rId79" Type="http://schemas.openxmlformats.org/officeDocument/2006/relationships/image" Target="../media/image1520.png"/><Relationship Id="rId102" Type="http://schemas.openxmlformats.org/officeDocument/2006/relationships/customXml" Target="../ink/ink1567.xml"/><Relationship Id="rId330" Type="http://schemas.openxmlformats.org/officeDocument/2006/relationships/customXml" Target="../ink/ink1644.xml"/><Relationship Id="rId90" Type="http://schemas.openxmlformats.org/officeDocument/2006/relationships/customXml" Target="../ink/ink1561.xml"/><Relationship Id="rId351" Type="http://schemas.openxmlformats.org/officeDocument/2006/relationships/image" Target="../media/image1587.png"/><Relationship Id="rId372" Type="http://schemas.openxmlformats.org/officeDocument/2006/relationships/customXml" Target="../ink/ink1665.xml"/><Relationship Id="rId393" Type="http://schemas.openxmlformats.org/officeDocument/2006/relationships/image" Target="../media/image1608.png"/><Relationship Id="rId407" Type="http://schemas.openxmlformats.org/officeDocument/2006/relationships/image" Target="../media/image1615.png"/><Relationship Id="rId428" Type="http://schemas.openxmlformats.org/officeDocument/2006/relationships/customXml" Target="../ink/ink1693.xml"/><Relationship Id="rId449" Type="http://schemas.openxmlformats.org/officeDocument/2006/relationships/image" Target="../media/image1636.png"/><Relationship Id="rId211" Type="http://schemas.openxmlformats.org/officeDocument/2006/relationships/image" Target="../media/image1460.png"/><Relationship Id="rId232" Type="http://schemas.openxmlformats.org/officeDocument/2006/relationships/customXml" Target="../ink/ink1595.xml"/><Relationship Id="rId253" Type="http://schemas.openxmlformats.org/officeDocument/2006/relationships/image" Target="../media/image1481.png"/><Relationship Id="rId274" Type="http://schemas.openxmlformats.org/officeDocument/2006/relationships/customXml" Target="../ink/ink1616.xml"/><Relationship Id="rId295" Type="http://schemas.openxmlformats.org/officeDocument/2006/relationships/image" Target="../media/image1560.png"/><Relationship Id="rId309" Type="http://schemas.openxmlformats.org/officeDocument/2006/relationships/image" Target="../media/image1567.png"/><Relationship Id="rId460" Type="http://schemas.openxmlformats.org/officeDocument/2006/relationships/customXml" Target="../ink/ink1709.xml"/><Relationship Id="rId27" Type="http://schemas.openxmlformats.org/officeDocument/2006/relationships/image" Target="../media/image1494.png"/><Relationship Id="rId48" Type="http://schemas.openxmlformats.org/officeDocument/2006/relationships/customXml" Target="../ink/ink1540.xml"/><Relationship Id="rId69" Type="http://schemas.openxmlformats.org/officeDocument/2006/relationships/image" Target="../media/image1515.png"/><Relationship Id="rId113" Type="http://schemas.openxmlformats.org/officeDocument/2006/relationships/image" Target="../media/image1537.png"/><Relationship Id="rId320" Type="http://schemas.openxmlformats.org/officeDocument/2006/relationships/customXml" Target="../ink/ink1639.xml"/><Relationship Id="rId80" Type="http://schemas.openxmlformats.org/officeDocument/2006/relationships/customXml" Target="../ink/ink1556.xml"/><Relationship Id="rId197" Type="http://schemas.openxmlformats.org/officeDocument/2006/relationships/image" Target="../media/image73.png"/><Relationship Id="rId341" Type="http://schemas.openxmlformats.org/officeDocument/2006/relationships/image" Target="../media/image1582.png"/><Relationship Id="rId362" Type="http://schemas.openxmlformats.org/officeDocument/2006/relationships/customXml" Target="../ink/ink1660.xml"/><Relationship Id="rId383" Type="http://schemas.openxmlformats.org/officeDocument/2006/relationships/image" Target="../media/image1603.png"/><Relationship Id="rId418" Type="http://schemas.openxmlformats.org/officeDocument/2006/relationships/customXml" Target="../ink/ink1688.xml"/><Relationship Id="rId439" Type="http://schemas.openxmlformats.org/officeDocument/2006/relationships/image" Target="../media/image1631.png"/><Relationship Id="rId201" Type="http://schemas.openxmlformats.org/officeDocument/2006/relationships/image" Target="../media/image1455.png"/><Relationship Id="rId222" Type="http://schemas.openxmlformats.org/officeDocument/2006/relationships/customXml" Target="../ink/ink1590.xml"/><Relationship Id="rId243" Type="http://schemas.openxmlformats.org/officeDocument/2006/relationships/image" Target="../media/image1476.png"/><Relationship Id="rId264" Type="http://schemas.openxmlformats.org/officeDocument/2006/relationships/customXml" Target="../ink/ink1611.xml"/><Relationship Id="rId285" Type="http://schemas.openxmlformats.org/officeDocument/2006/relationships/image" Target="../media/image1555.png"/><Relationship Id="rId450" Type="http://schemas.openxmlformats.org/officeDocument/2006/relationships/customXml" Target="../ink/ink1704.xml"/><Relationship Id="rId17" Type="http://schemas.openxmlformats.org/officeDocument/2006/relationships/image" Target="../media/image1489.png"/><Relationship Id="rId38" Type="http://schemas.openxmlformats.org/officeDocument/2006/relationships/customXml" Target="../ink/ink1535.xml"/><Relationship Id="rId59" Type="http://schemas.openxmlformats.org/officeDocument/2006/relationships/image" Target="../media/image1510.png"/><Relationship Id="rId103" Type="http://schemas.openxmlformats.org/officeDocument/2006/relationships/image" Target="../media/image1532.png"/><Relationship Id="rId310" Type="http://schemas.openxmlformats.org/officeDocument/2006/relationships/customXml" Target="../ink/ink1634.xml"/><Relationship Id="rId70" Type="http://schemas.openxmlformats.org/officeDocument/2006/relationships/customXml" Target="../ink/ink1551.xml"/><Relationship Id="rId91" Type="http://schemas.openxmlformats.org/officeDocument/2006/relationships/image" Target="../media/image1526.png"/><Relationship Id="rId331" Type="http://schemas.openxmlformats.org/officeDocument/2006/relationships/image" Target="../media/image1577.png"/><Relationship Id="rId352" Type="http://schemas.openxmlformats.org/officeDocument/2006/relationships/customXml" Target="../ink/ink1655.xml"/><Relationship Id="rId373" Type="http://schemas.openxmlformats.org/officeDocument/2006/relationships/image" Target="../media/image1598.png"/><Relationship Id="rId394" Type="http://schemas.openxmlformats.org/officeDocument/2006/relationships/customXml" Target="../ink/ink1676.xml"/><Relationship Id="rId408" Type="http://schemas.openxmlformats.org/officeDocument/2006/relationships/customXml" Target="../ink/ink1683.xml"/><Relationship Id="rId429" Type="http://schemas.openxmlformats.org/officeDocument/2006/relationships/image" Target="../media/image162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85.xml"/><Relationship Id="rId233" Type="http://schemas.openxmlformats.org/officeDocument/2006/relationships/image" Target="../media/image1471.png"/><Relationship Id="rId254" Type="http://schemas.openxmlformats.org/officeDocument/2006/relationships/customXml" Target="../ink/ink1606.xml"/><Relationship Id="rId440" Type="http://schemas.openxmlformats.org/officeDocument/2006/relationships/customXml" Target="../ink/ink1699.xml"/><Relationship Id="rId28" Type="http://schemas.openxmlformats.org/officeDocument/2006/relationships/customXml" Target="../ink/ink1530.xml"/><Relationship Id="rId49" Type="http://schemas.openxmlformats.org/officeDocument/2006/relationships/image" Target="../media/image1505.png"/><Relationship Id="rId114" Type="http://schemas.openxmlformats.org/officeDocument/2006/relationships/customXml" Target="../ink/ink1573.xml"/><Relationship Id="rId275" Type="http://schemas.openxmlformats.org/officeDocument/2006/relationships/image" Target="../media/image1550.png"/><Relationship Id="rId296" Type="http://schemas.openxmlformats.org/officeDocument/2006/relationships/customXml" Target="../ink/ink1627.xml"/><Relationship Id="rId300" Type="http://schemas.openxmlformats.org/officeDocument/2006/relationships/customXml" Target="../ink/ink1629.xml"/><Relationship Id="rId461" Type="http://schemas.openxmlformats.org/officeDocument/2006/relationships/image" Target="../media/image1642.png"/><Relationship Id="rId60" Type="http://schemas.openxmlformats.org/officeDocument/2006/relationships/customXml" Target="../ink/ink1546.xml"/><Relationship Id="rId81" Type="http://schemas.openxmlformats.org/officeDocument/2006/relationships/image" Target="../media/image1521.png"/><Relationship Id="rId198" Type="http://schemas.openxmlformats.org/officeDocument/2006/relationships/customXml" Target="../ink/ink1578.xml"/><Relationship Id="rId321" Type="http://schemas.openxmlformats.org/officeDocument/2006/relationships/image" Target="../media/image1572.png"/><Relationship Id="rId342" Type="http://schemas.openxmlformats.org/officeDocument/2006/relationships/customXml" Target="../ink/ink1650.xml"/><Relationship Id="rId363" Type="http://schemas.openxmlformats.org/officeDocument/2006/relationships/image" Target="../media/image1593.png"/><Relationship Id="rId384" Type="http://schemas.openxmlformats.org/officeDocument/2006/relationships/customXml" Target="../ink/ink1671.xml"/><Relationship Id="rId419" Type="http://schemas.openxmlformats.org/officeDocument/2006/relationships/image" Target="../media/image1621.png"/><Relationship Id="rId202" Type="http://schemas.openxmlformats.org/officeDocument/2006/relationships/customXml" Target="../ink/ink1580.xml"/><Relationship Id="rId223" Type="http://schemas.openxmlformats.org/officeDocument/2006/relationships/image" Target="../media/image1466.png"/><Relationship Id="rId244" Type="http://schemas.openxmlformats.org/officeDocument/2006/relationships/customXml" Target="../ink/ink1601.xml"/><Relationship Id="rId430" Type="http://schemas.openxmlformats.org/officeDocument/2006/relationships/customXml" Target="../ink/ink1694.xml"/><Relationship Id="rId18" Type="http://schemas.openxmlformats.org/officeDocument/2006/relationships/customXml" Target="../ink/ink1525.xml"/><Relationship Id="rId39" Type="http://schemas.openxmlformats.org/officeDocument/2006/relationships/image" Target="../media/image1500.png"/><Relationship Id="rId265" Type="http://schemas.openxmlformats.org/officeDocument/2006/relationships/image" Target="../media/image1545.png"/><Relationship Id="rId286" Type="http://schemas.openxmlformats.org/officeDocument/2006/relationships/customXml" Target="../ink/ink1622.xml"/><Relationship Id="rId451" Type="http://schemas.openxmlformats.org/officeDocument/2006/relationships/image" Target="../media/image1637.png"/><Relationship Id="rId50" Type="http://schemas.openxmlformats.org/officeDocument/2006/relationships/customXml" Target="../ink/ink1541.xml"/><Relationship Id="rId104" Type="http://schemas.openxmlformats.org/officeDocument/2006/relationships/customXml" Target="../ink/ink1568.xml"/><Relationship Id="rId311" Type="http://schemas.openxmlformats.org/officeDocument/2006/relationships/image" Target="../media/image1568.png"/><Relationship Id="rId332" Type="http://schemas.openxmlformats.org/officeDocument/2006/relationships/customXml" Target="../ink/ink1645.xml"/><Relationship Id="rId353" Type="http://schemas.openxmlformats.org/officeDocument/2006/relationships/image" Target="../media/image1588.png"/><Relationship Id="rId374" Type="http://schemas.openxmlformats.org/officeDocument/2006/relationships/customXml" Target="../ink/ink1666.xml"/><Relationship Id="rId395" Type="http://schemas.openxmlformats.org/officeDocument/2006/relationships/image" Target="../media/image1609.png"/><Relationship Id="rId409" Type="http://schemas.openxmlformats.org/officeDocument/2006/relationships/image" Target="../media/image1616.png"/><Relationship Id="rId71" Type="http://schemas.openxmlformats.org/officeDocument/2006/relationships/image" Target="../media/image1516.png"/><Relationship Id="rId92" Type="http://schemas.openxmlformats.org/officeDocument/2006/relationships/customXml" Target="../ink/ink1562.xml"/><Relationship Id="rId213" Type="http://schemas.openxmlformats.org/officeDocument/2006/relationships/image" Target="../media/image1461.png"/><Relationship Id="rId234" Type="http://schemas.openxmlformats.org/officeDocument/2006/relationships/customXml" Target="../ink/ink1596.xml"/><Relationship Id="rId420" Type="http://schemas.openxmlformats.org/officeDocument/2006/relationships/customXml" Target="../ink/ink1689.xml"/><Relationship Id="rId2" Type="http://schemas.openxmlformats.org/officeDocument/2006/relationships/customXml" Target="../ink/ink1517.xml"/><Relationship Id="rId29" Type="http://schemas.openxmlformats.org/officeDocument/2006/relationships/image" Target="../media/image1495.png"/><Relationship Id="rId255" Type="http://schemas.openxmlformats.org/officeDocument/2006/relationships/image" Target="../media/image1482.png"/><Relationship Id="rId276" Type="http://schemas.openxmlformats.org/officeDocument/2006/relationships/customXml" Target="../ink/ink1617.xml"/><Relationship Id="rId297" Type="http://schemas.openxmlformats.org/officeDocument/2006/relationships/image" Target="../media/image1561.png"/><Relationship Id="rId441" Type="http://schemas.openxmlformats.org/officeDocument/2006/relationships/image" Target="../media/image1632.png"/><Relationship Id="rId462" Type="http://schemas.openxmlformats.org/officeDocument/2006/relationships/customXml" Target="../ink/ink1710.xml"/><Relationship Id="rId40" Type="http://schemas.openxmlformats.org/officeDocument/2006/relationships/customXml" Target="../ink/ink1536.xml"/><Relationship Id="rId115" Type="http://schemas.openxmlformats.org/officeDocument/2006/relationships/image" Target="../media/image1538.png"/><Relationship Id="rId301" Type="http://schemas.openxmlformats.org/officeDocument/2006/relationships/image" Target="../media/image1563.png"/><Relationship Id="rId322" Type="http://schemas.openxmlformats.org/officeDocument/2006/relationships/customXml" Target="../ink/ink1640.xml"/><Relationship Id="rId343" Type="http://schemas.openxmlformats.org/officeDocument/2006/relationships/image" Target="../media/image1583.png"/><Relationship Id="rId364" Type="http://schemas.openxmlformats.org/officeDocument/2006/relationships/customXml" Target="../ink/ink1661.xml"/><Relationship Id="rId61" Type="http://schemas.openxmlformats.org/officeDocument/2006/relationships/image" Target="../media/image1511.png"/><Relationship Id="rId82" Type="http://schemas.openxmlformats.org/officeDocument/2006/relationships/customXml" Target="../ink/ink1557.xml"/><Relationship Id="rId199" Type="http://schemas.openxmlformats.org/officeDocument/2006/relationships/image" Target="../media/image1454.png"/><Relationship Id="rId203" Type="http://schemas.openxmlformats.org/officeDocument/2006/relationships/image" Target="../media/image1456.png"/><Relationship Id="rId385" Type="http://schemas.openxmlformats.org/officeDocument/2006/relationships/image" Target="../media/image1604.png"/><Relationship Id="rId19" Type="http://schemas.openxmlformats.org/officeDocument/2006/relationships/image" Target="../media/image1490.png"/><Relationship Id="rId224" Type="http://schemas.openxmlformats.org/officeDocument/2006/relationships/customXml" Target="../ink/ink1591.xml"/><Relationship Id="rId245" Type="http://schemas.openxmlformats.org/officeDocument/2006/relationships/image" Target="../media/image1477.png"/><Relationship Id="rId266" Type="http://schemas.openxmlformats.org/officeDocument/2006/relationships/customXml" Target="../ink/ink1612.xml"/><Relationship Id="rId287" Type="http://schemas.openxmlformats.org/officeDocument/2006/relationships/image" Target="../media/image1556.png"/><Relationship Id="rId410" Type="http://schemas.openxmlformats.org/officeDocument/2006/relationships/customXml" Target="../ink/ink1684.xml"/><Relationship Id="rId431" Type="http://schemas.openxmlformats.org/officeDocument/2006/relationships/image" Target="../media/image1627.png"/><Relationship Id="rId452" Type="http://schemas.openxmlformats.org/officeDocument/2006/relationships/customXml" Target="../ink/ink1705.xml"/><Relationship Id="rId30" Type="http://schemas.openxmlformats.org/officeDocument/2006/relationships/customXml" Target="../ink/ink1531.xml"/><Relationship Id="rId105" Type="http://schemas.openxmlformats.org/officeDocument/2006/relationships/image" Target="../media/image1533.png"/><Relationship Id="rId312" Type="http://schemas.openxmlformats.org/officeDocument/2006/relationships/customXml" Target="../ink/ink1635.xml"/><Relationship Id="rId333" Type="http://schemas.openxmlformats.org/officeDocument/2006/relationships/image" Target="../media/image1578.png"/><Relationship Id="rId354" Type="http://schemas.openxmlformats.org/officeDocument/2006/relationships/customXml" Target="../ink/ink1656.xml"/><Relationship Id="rId51" Type="http://schemas.openxmlformats.org/officeDocument/2006/relationships/image" Target="../media/image1506.png"/><Relationship Id="rId72" Type="http://schemas.openxmlformats.org/officeDocument/2006/relationships/customXml" Target="../ink/ink1552.xml"/><Relationship Id="rId93" Type="http://schemas.openxmlformats.org/officeDocument/2006/relationships/image" Target="../media/image1527.png"/><Relationship Id="rId375" Type="http://schemas.openxmlformats.org/officeDocument/2006/relationships/image" Target="../media/image1599.png"/><Relationship Id="rId396" Type="http://schemas.openxmlformats.org/officeDocument/2006/relationships/customXml" Target="../ink/ink1677.xml"/><Relationship Id="rId3" Type="http://schemas.openxmlformats.org/officeDocument/2006/relationships/image" Target="../media/image1483.png"/><Relationship Id="rId214" Type="http://schemas.openxmlformats.org/officeDocument/2006/relationships/customXml" Target="../ink/ink1586.xml"/><Relationship Id="rId235" Type="http://schemas.openxmlformats.org/officeDocument/2006/relationships/image" Target="../media/image1472.png"/><Relationship Id="rId256" Type="http://schemas.openxmlformats.org/officeDocument/2006/relationships/customXml" Target="../ink/ink1607.xml"/><Relationship Id="rId277" Type="http://schemas.openxmlformats.org/officeDocument/2006/relationships/image" Target="../media/image1551.png"/><Relationship Id="rId298" Type="http://schemas.openxmlformats.org/officeDocument/2006/relationships/customXml" Target="../ink/ink1628.xml"/><Relationship Id="rId400" Type="http://schemas.openxmlformats.org/officeDocument/2006/relationships/customXml" Target="../ink/ink1679.xml"/><Relationship Id="rId421" Type="http://schemas.openxmlformats.org/officeDocument/2006/relationships/image" Target="../media/image1622.png"/><Relationship Id="rId442" Type="http://schemas.openxmlformats.org/officeDocument/2006/relationships/customXml" Target="../ink/ink1700.xml"/><Relationship Id="rId463" Type="http://schemas.openxmlformats.org/officeDocument/2006/relationships/image" Target="../media/image1643.png"/><Relationship Id="rId116" Type="http://schemas.openxmlformats.org/officeDocument/2006/relationships/customXml" Target="../ink/ink1574.xml"/><Relationship Id="rId302" Type="http://schemas.openxmlformats.org/officeDocument/2006/relationships/customXml" Target="../ink/ink1630.xml"/><Relationship Id="rId323" Type="http://schemas.openxmlformats.org/officeDocument/2006/relationships/image" Target="../media/image1573.png"/><Relationship Id="rId344" Type="http://schemas.openxmlformats.org/officeDocument/2006/relationships/customXml" Target="../ink/ink1651.xml"/><Relationship Id="rId20" Type="http://schemas.openxmlformats.org/officeDocument/2006/relationships/customXml" Target="../ink/ink1526.xml"/><Relationship Id="rId41" Type="http://schemas.openxmlformats.org/officeDocument/2006/relationships/image" Target="../media/image1501.png"/><Relationship Id="rId62" Type="http://schemas.openxmlformats.org/officeDocument/2006/relationships/customXml" Target="../ink/ink1547.xml"/><Relationship Id="rId83" Type="http://schemas.openxmlformats.org/officeDocument/2006/relationships/image" Target="../media/image1522.png"/><Relationship Id="rId365" Type="http://schemas.openxmlformats.org/officeDocument/2006/relationships/image" Target="../media/image1594.png"/><Relationship Id="rId386" Type="http://schemas.openxmlformats.org/officeDocument/2006/relationships/customXml" Target="../ink/ink1672.xml"/><Relationship Id="rId204" Type="http://schemas.openxmlformats.org/officeDocument/2006/relationships/customXml" Target="../ink/ink1581.xml"/><Relationship Id="rId225" Type="http://schemas.openxmlformats.org/officeDocument/2006/relationships/image" Target="../media/image1467.png"/><Relationship Id="rId246" Type="http://schemas.openxmlformats.org/officeDocument/2006/relationships/customXml" Target="../ink/ink1602.xml"/><Relationship Id="rId267" Type="http://schemas.openxmlformats.org/officeDocument/2006/relationships/image" Target="../media/image1546.png"/><Relationship Id="rId288" Type="http://schemas.openxmlformats.org/officeDocument/2006/relationships/customXml" Target="../ink/ink1623.xml"/><Relationship Id="rId411" Type="http://schemas.openxmlformats.org/officeDocument/2006/relationships/image" Target="../media/image1617.png"/><Relationship Id="rId432" Type="http://schemas.openxmlformats.org/officeDocument/2006/relationships/customXml" Target="../ink/ink1695.xml"/><Relationship Id="rId453" Type="http://schemas.openxmlformats.org/officeDocument/2006/relationships/image" Target="../media/image1638.png"/><Relationship Id="rId106" Type="http://schemas.openxmlformats.org/officeDocument/2006/relationships/customXml" Target="../ink/ink1569.xml"/><Relationship Id="rId313" Type="http://schemas.openxmlformats.org/officeDocument/2006/relationships/image" Target="../media/image1569.png"/><Relationship Id="rId10" Type="http://schemas.openxmlformats.org/officeDocument/2006/relationships/customXml" Target="../ink/ink1521.xml"/><Relationship Id="rId31" Type="http://schemas.openxmlformats.org/officeDocument/2006/relationships/image" Target="../media/image1496.png"/><Relationship Id="rId52" Type="http://schemas.openxmlformats.org/officeDocument/2006/relationships/customXml" Target="../ink/ink1542.xml"/><Relationship Id="rId73" Type="http://schemas.openxmlformats.org/officeDocument/2006/relationships/image" Target="../media/image1517.png"/><Relationship Id="rId94" Type="http://schemas.openxmlformats.org/officeDocument/2006/relationships/customXml" Target="../ink/ink1563.xml"/><Relationship Id="rId334" Type="http://schemas.openxmlformats.org/officeDocument/2006/relationships/customXml" Target="../ink/ink1646.xml"/><Relationship Id="rId355" Type="http://schemas.openxmlformats.org/officeDocument/2006/relationships/image" Target="../media/image1589.png"/><Relationship Id="rId376" Type="http://schemas.openxmlformats.org/officeDocument/2006/relationships/customXml" Target="../ink/ink1667.xml"/><Relationship Id="rId397" Type="http://schemas.openxmlformats.org/officeDocument/2006/relationships/image" Target="../media/image1610.png"/><Relationship Id="rId4" Type="http://schemas.openxmlformats.org/officeDocument/2006/relationships/customXml" Target="../ink/ink1518.xml"/><Relationship Id="rId215" Type="http://schemas.openxmlformats.org/officeDocument/2006/relationships/image" Target="../media/image1462.png"/><Relationship Id="rId236" Type="http://schemas.openxmlformats.org/officeDocument/2006/relationships/customXml" Target="../ink/ink1597.xml"/><Relationship Id="rId257" Type="http://schemas.openxmlformats.org/officeDocument/2006/relationships/image" Target="../media/image1541.png"/><Relationship Id="rId278" Type="http://schemas.openxmlformats.org/officeDocument/2006/relationships/customXml" Target="../ink/ink1618.xml"/><Relationship Id="rId401" Type="http://schemas.openxmlformats.org/officeDocument/2006/relationships/image" Target="../media/image1612.png"/><Relationship Id="rId422" Type="http://schemas.openxmlformats.org/officeDocument/2006/relationships/customXml" Target="../ink/ink1690.xml"/><Relationship Id="rId443" Type="http://schemas.openxmlformats.org/officeDocument/2006/relationships/image" Target="../media/image1633.png"/><Relationship Id="rId464" Type="http://schemas.openxmlformats.org/officeDocument/2006/relationships/customXml" Target="../ink/ink1711.xml"/><Relationship Id="rId303" Type="http://schemas.openxmlformats.org/officeDocument/2006/relationships/image" Target="../media/image1564.png"/><Relationship Id="rId42" Type="http://schemas.openxmlformats.org/officeDocument/2006/relationships/customXml" Target="../ink/ink1537.xml"/><Relationship Id="rId84" Type="http://schemas.openxmlformats.org/officeDocument/2006/relationships/customXml" Target="../ink/ink1558.xml"/><Relationship Id="rId345" Type="http://schemas.openxmlformats.org/officeDocument/2006/relationships/image" Target="../media/image1584.png"/><Relationship Id="rId387" Type="http://schemas.openxmlformats.org/officeDocument/2006/relationships/image" Target="../media/image1605.png"/><Relationship Id="rId205" Type="http://schemas.openxmlformats.org/officeDocument/2006/relationships/image" Target="../media/image1457.png"/><Relationship Id="rId247" Type="http://schemas.openxmlformats.org/officeDocument/2006/relationships/image" Target="../media/image1478.png"/><Relationship Id="rId412" Type="http://schemas.openxmlformats.org/officeDocument/2006/relationships/customXml" Target="../ink/ink1685.xml"/><Relationship Id="rId107" Type="http://schemas.openxmlformats.org/officeDocument/2006/relationships/image" Target="../media/image1534.png"/><Relationship Id="rId289" Type="http://schemas.openxmlformats.org/officeDocument/2006/relationships/image" Target="../media/image1557.png"/><Relationship Id="rId454" Type="http://schemas.openxmlformats.org/officeDocument/2006/relationships/customXml" Target="../ink/ink1706.xml"/><Relationship Id="rId11" Type="http://schemas.openxmlformats.org/officeDocument/2006/relationships/image" Target="../media/image1486.png"/><Relationship Id="rId53" Type="http://schemas.openxmlformats.org/officeDocument/2006/relationships/image" Target="../media/image1507.png"/><Relationship Id="rId314" Type="http://schemas.openxmlformats.org/officeDocument/2006/relationships/customXml" Target="../ink/ink1636.xml"/><Relationship Id="rId356" Type="http://schemas.openxmlformats.org/officeDocument/2006/relationships/customXml" Target="../ink/ink1657.xml"/><Relationship Id="rId398" Type="http://schemas.openxmlformats.org/officeDocument/2006/relationships/customXml" Target="../ink/ink1678.xml"/><Relationship Id="rId95" Type="http://schemas.openxmlformats.org/officeDocument/2006/relationships/image" Target="../media/image1528.png"/><Relationship Id="rId216" Type="http://schemas.openxmlformats.org/officeDocument/2006/relationships/customXml" Target="../ink/ink1587.xml"/><Relationship Id="rId423" Type="http://schemas.openxmlformats.org/officeDocument/2006/relationships/image" Target="../media/image1623.png"/><Relationship Id="rId258" Type="http://schemas.openxmlformats.org/officeDocument/2006/relationships/customXml" Target="../ink/ink1608.xml"/><Relationship Id="rId465" Type="http://schemas.openxmlformats.org/officeDocument/2006/relationships/image" Target="../media/image1644.png"/><Relationship Id="rId22" Type="http://schemas.openxmlformats.org/officeDocument/2006/relationships/customXml" Target="../ink/ink1527.xml"/><Relationship Id="rId64" Type="http://schemas.openxmlformats.org/officeDocument/2006/relationships/customXml" Target="../ink/ink1548.xml"/><Relationship Id="rId118" Type="http://schemas.openxmlformats.org/officeDocument/2006/relationships/customXml" Target="../ink/ink1575.xml"/><Relationship Id="rId325" Type="http://schemas.openxmlformats.org/officeDocument/2006/relationships/image" Target="../media/image1574.png"/><Relationship Id="rId367" Type="http://schemas.openxmlformats.org/officeDocument/2006/relationships/image" Target="../media/image1595.png"/><Relationship Id="rId227" Type="http://schemas.openxmlformats.org/officeDocument/2006/relationships/image" Target="../media/image1468.png"/><Relationship Id="rId269" Type="http://schemas.openxmlformats.org/officeDocument/2006/relationships/image" Target="../media/image1547.png"/><Relationship Id="rId434" Type="http://schemas.openxmlformats.org/officeDocument/2006/relationships/customXml" Target="../ink/ink1696.xml"/><Relationship Id="rId33" Type="http://schemas.openxmlformats.org/officeDocument/2006/relationships/image" Target="../media/image1497.png"/><Relationship Id="rId280" Type="http://schemas.openxmlformats.org/officeDocument/2006/relationships/customXml" Target="../ink/ink1619.xml"/><Relationship Id="rId336" Type="http://schemas.openxmlformats.org/officeDocument/2006/relationships/customXml" Target="../ink/ink1647.xml"/><Relationship Id="rId75" Type="http://schemas.openxmlformats.org/officeDocument/2006/relationships/image" Target="../media/image1518.png"/><Relationship Id="rId378" Type="http://schemas.openxmlformats.org/officeDocument/2006/relationships/customXml" Target="../ink/ink1668.xml"/><Relationship Id="rId403" Type="http://schemas.openxmlformats.org/officeDocument/2006/relationships/image" Target="../media/image1613.png"/><Relationship Id="rId6" Type="http://schemas.openxmlformats.org/officeDocument/2006/relationships/customXml" Target="../ink/ink1519.xml"/><Relationship Id="rId238" Type="http://schemas.openxmlformats.org/officeDocument/2006/relationships/customXml" Target="../ink/ink1598.xml"/><Relationship Id="rId445" Type="http://schemas.openxmlformats.org/officeDocument/2006/relationships/image" Target="../media/image1634.png"/><Relationship Id="rId291" Type="http://schemas.openxmlformats.org/officeDocument/2006/relationships/image" Target="../media/image1558.png"/><Relationship Id="rId305" Type="http://schemas.openxmlformats.org/officeDocument/2006/relationships/image" Target="../media/image1565.png"/><Relationship Id="rId347" Type="http://schemas.openxmlformats.org/officeDocument/2006/relationships/image" Target="../media/image1585.png"/><Relationship Id="rId44" Type="http://schemas.openxmlformats.org/officeDocument/2006/relationships/customXml" Target="../ink/ink1538.xml"/><Relationship Id="rId86" Type="http://schemas.openxmlformats.org/officeDocument/2006/relationships/customXml" Target="../ink/ink1559.xml"/><Relationship Id="rId389" Type="http://schemas.openxmlformats.org/officeDocument/2006/relationships/image" Target="../media/image1606.png"/><Relationship Id="rId207" Type="http://schemas.openxmlformats.org/officeDocument/2006/relationships/image" Target="../media/image1458.png"/><Relationship Id="rId249" Type="http://schemas.openxmlformats.org/officeDocument/2006/relationships/image" Target="../media/image1479.png"/><Relationship Id="rId414" Type="http://schemas.openxmlformats.org/officeDocument/2006/relationships/customXml" Target="../ink/ink1686.xml"/><Relationship Id="rId456" Type="http://schemas.openxmlformats.org/officeDocument/2006/relationships/customXml" Target="../ink/ink1707.xml"/><Relationship Id="rId13" Type="http://schemas.openxmlformats.org/officeDocument/2006/relationships/image" Target="../media/image1487.png"/><Relationship Id="rId109" Type="http://schemas.openxmlformats.org/officeDocument/2006/relationships/image" Target="../media/image1535.png"/><Relationship Id="rId260" Type="http://schemas.openxmlformats.org/officeDocument/2006/relationships/customXml" Target="../ink/ink1609.xml"/><Relationship Id="rId316" Type="http://schemas.openxmlformats.org/officeDocument/2006/relationships/customXml" Target="../ink/ink1637.xml"/><Relationship Id="rId55" Type="http://schemas.openxmlformats.org/officeDocument/2006/relationships/image" Target="../media/image1508.png"/><Relationship Id="rId97" Type="http://schemas.openxmlformats.org/officeDocument/2006/relationships/image" Target="../media/image1529.png"/><Relationship Id="rId120" Type="http://schemas.openxmlformats.org/officeDocument/2006/relationships/customXml" Target="../ink/ink1576.xml"/><Relationship Id="rId358" Type="http://schemas.openxmlformats.org/officeDocument/2006/relationships/customXml" Target="../ink/ink1658.xml"/><Relationship Id="rId218" Type="http://schemas.openxmlformats.org/officeDocument/2006/relationships/customXml" Target="../ink/ink1588.xml"/><Relationship Id="rId425" Type="http://schemas.openxmlformats.org/officeDocument/2006/relationships/image" Target="../media/image1624.png"/><Relationship Id="rId271" Type="http://schemas.openxmlformats.org/officeDocument/2006/relationships/image" Target="../media/image1548.png"/><Relationship Id="rId24" Type="http://schemas.openxmlformats.org/officeDocument/2006/relationships/customXml" Target="../ink/ink1528.xml"/><Relationship Id="rId66" Type="http://schemas.openxmlformats.org/officeDocument/2006/relationships/customXml" Target="../ink/ink1549.xml"/><Relationship Id="rId327" Type="http://schemas.openxmlformats.org/officeDocument/2006/relationships/image" Target="../media/image1575.png"/><Relationship Id="rId369" Type="http://schemas.openxmlformats.org/officeDocument/2006/relationships/image" Target="../media/image1596.png"/><Relationship Id="rId229" Type="http://schemas.openxmlformats.org/officeDocument/2006/relationships/image" Target="../media/image1469.png"/><Relationship Id="rId380" Type="http://schemas.openxmlformats.org/officeDocument/2006/relationships/customXml" Target="../ink/ink1669.xml"/><Relationship Id="rId436" Type="http://schemas.openxmlformats.org/officeDocument/2006/relationships/customXml" Target="../ink/ink1697.xml"/><Relationship Id="rId240" Type="http://schemas.openxmlformats.org/officeDocument/2006/relationships/customXml" Target="../ink/ink1599.xml"/><Relationship Id="rId35" Type="http://schemas.openxmlformats.org/officeDocument/2006/relationships/image" Target="../media/image1498.png"/><Relationship Id="rId77" Type="http://schemas.openxmlformats.org/officeDocument/2006/relationships/image" Target="../media/image1519.png"/><Relationship Id="rId100" Type="http://schemas.openxmlformats.org/officeDocument/2006/relationships/customXml" Target="../ink/ink1566.xml"/><Relationship Id="rId282" Type="http://schemas.openxmlformats.org/officeDocument/2006/relationships/customXml" Target="../ink/ink1620.xml"/><Relationship Id="rId338" Type="http://schemas.openxmlformats.org/officeDocument/2006/relationships/customXml" Target="../ink/ink1648.xml"/><Relationship Id="rId8" Type="http://schemas.openxmlformats.org/officeDocument/2006/relationships/customXml" Target="../ink/ink1520.xml"/><Relationship Id="rId391" Type="http://schemas.openxmlformats.org/officeDocument/2006/relationships/image" Target="../media/image1607.png"/><Relationship Id="rId405" Type="http://schemas.openxmlformats.org/officeDocument/2006/relationships/image" Target="../media/image1614.png"/><Relationship Id="rId447" Type="http://schemas.openxmlformats.org/officeDocument/2006/relationships/image" Target="../media/image1635.png"/><Relationship Id="rId251" Type="http://schemas.openxmlformats.org/officeDocument/2006/relationships/image" Target="../media/image1480.png"/><Relationship Id="rId46" Type="http://schemas.openxmlformats.org/officeDocument/2006/relationships/customXml" Target="../ink/ink1539.xml"/><Relationship Id="rId293" Type="http://schemas.openxmlformats.org/officeDocument/2006/relationships/image" Target="../media/image1559.png"/><Relationship Id="rId307" Type="http://schemas.openxmlformats.org/officeDocument/2006/relationships/image" Target="../media/image1566.png"/><Relationship Id="rId349" Type="http://schemas.openxmlformats.org/officeDocument/2006/relationships/image" Target="../media/image1586.png"/><Relationship Id="rId88" Type="http://schemas.openxmlformats.org/officeDocument/2006/relationships/customXml" Target="../ink/ink1560.xml"/><Relationship Id="rId111" Type="http://schemas.openxmlformats.org/officeDocument/2006/relationships/image" Target="../media/image1536.png"/><Relationship Id="rId195" Type="http://schemas.openxmlformats.org/officeDocument/2006/relationships/image" Target="../media/image724.png"/><Relationship Id="rId209" Type="http://schemas.openxmlformats.org/officeDocument/2006/relationships/image" Target="../media/image1459.png"/><Relationship Id="rId360" Type="http://schemas.openxmlformats.org/officeDocument/2006/relationships/customXml" Target="../ink/ink1659.xml"/><Relationship Id="rId416" Type="http://schemas.openxmlformats.org/officeDocument/2006/relationships/customXml" Target="../ink/ink1687.xml"/><Relationship Id="rId220" Type="http://schemas.openxmlformats.org/officeDocument/2006/relationships/customXml" Target="../ink/ink1589.xml"/><Relationship Id="rId458" Type="http://schemas.openxmlformats.org/officeDocument/2006/relationships/customXml" Target="../ink/ink1708.xml"/><Relationship Id="rId15" Type="http://schemas.openxmlformats.org/officeDocument/2006/relationships/image" Target="../media/image1488.png"/><Relationship Id="rId57" Type="http://schemas.openxmlformats.org/officeDocument/2006/relationships/image" Target="../media/image1509.png"/><Relationship Id="rId262" Type="http://schemas.openxmlformats.org/officeDocument/2006/relationships/customXml" Target="../ink/ink1610.xml"/><Relationship Id="rId318" Type="http://schemas.openxmlformats.org/officeDocument/2006/relationships/customXml" Target="../ink/ink1638.xml"/><Relationship Id="rId99" Type="http://schemas.openxmlformats.org/officeDocument/2006/relationships/image" Target="../media/image1530.png"/><Relationship Id="rId371" Type="http://schemas.openxmlformats.org/officeDocument/2006/relationships/image" Target="../media/image1597.png"/><Relationship Id="rId427" Type="http://schemas.openxmlformats.org/officeDocument/2006/relationships/image" Target="../media/image1625.png"/><Relationship Id="rId26" Type="http://schemas.openxmlformats.org/officeDocument/2006/relationships/customXml" Target="../ink/ink1529.xml"/><Relationship Id="rId231" Type="http://schemas.openxmlformats.org/officeDocument/2006/relationships/image" Target="../media/image1470.png"/><Relationship Id="rId273" Type="http://schemas.openxmlformats.org/officeDocument/2006/relationships/image" Target="../media/image1549.png"/><Relationship Id="rId329" Type="http://schemas.openxmlformats.org/officeDocument/2006/relationships/image" Target="../media/image1576.png"/><Relationship Id="rId68" Type="http://schemas.openxmlformats.org/officeDocument/2006/relationships/customXml" Target="../ink/ink1550.xml"/><Relationship Id="rId340" Type="http://schemas.openxmlformats.org/officeDocument/2006/relationships/customXml" Target="../ink/ink164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70.xml"/><Relationship Id="rId299" Type="http://schemas.openxmlformats.org/officeDocument/2006/relationships/image" Target="../media/image1787.png"/><Relationship Id="rId21" Type="http://schemas.openxmlformats.org/officeDocument/2006/relationships/customXml" Target="../ink/ink1722.xml"/><Relationship Id="rId63" Type="http://schemas.openxmlformats.org/officeDocument/2006/relationships/customXml" Target="../ink/ink1743.xml"/><Relationship Id="rId159" Type="http://schemas.openxmlformats.org/officeDocument/2006/relationships/customXml" Target="../ink/ink1791.xml"/><Relationship Id="rId324" Type="http://schemas.openxmlformats.org/officeDocument/2006/relationships/customXml" Target="../ink/ink1874.xml"/><Relationship Id="rId366" Type="http://schemas.openxmlformats.org/officeDocument/2006/relationships/customXml" Target="../ink/ink1895.xml"/><Relationship Id="rId170" Type="http://schemas.openxmlformats.org/officeDocument/2006/relationships/image" Target="../media/image1725.png"/><Relationship Id="rId226" Type="http://schemas.openxmlformats.org/officeDocument/2006/relationships/image" Target="../media/image1752.png"/><Relationship Id="rId433" Type="http://schemas.openxmlformats.org/officeDocument/2006/relationships/image" Target="../media/image1854.png"/><Relationship Id="rId268" Type="http://schemas.openxmlformats.org/officeDocument/2006/relationships/customXml" Target="../ink/ink1846.xml"/><Relationship Id="rId475" Type="http://schemas.openxmlformats.org/officeDocument/2006/relationships/image" Target="../media/image1875.png"/><Relationship Id="rId32" Type="http://schemas.openxmlformats.org/officeDocument/2006/relationships/image" Target="../media/image1657.png"/><Relationship Id="rId74" Type="http://schemas.openxmlformats.org/officeDocument/2006/relationships/image" Target="../media/image1678.png"/><Relationship Id="rId128" Type="http://schemas.openxmlformats.org/officeDocument/2006/relationships/image" Target="../media/image1705.png"/><Relationship Id="rId335" Type="http://schemas.openxmlformats.org/officeDocument/2006/relationships/image" Target="../media/image1805.png"/><Relationship Id="rId377" Type="http://schemas.openxmlformats.org/officeDocument/2006/relationships/image" Target="../media/image1826.png"/><Relationship Id="rId5" Type="http://schemas.openxmlformats.org/officeDocument/2006/relationships/image" Target="../media/image1646.png"/><Relationship Id="rId181" Type="http://schemas.openxmlformats.org/officeDocument/2006/relationships/customXml" Target="../ink/ink1802.xml"/><Relationship Id="rId237" Type="http://schemas.openxmlformats.org/officeDocument/2006/relationships/customXml" Target="../ink/ink1830.xml"/><Relationship Id="rId402" Type="http://schemas.openxmlformats.org/officeDocument/2006/relationships/customXml" Target="../ink/ink1913.xml"/><Relationship Id="rId279" Type="http://schemas.openxmlformats.org/officeDocument/2006/relationships/image" Target="../media/image1778.png"/><Relationship Id="rId444" Type="http://schemas.openxmlformats.org/officeDocument/2006/relationships/customXml" Target="../ink/ink1934.xml"/><Relationship Id="rId43" Type="http://schemas.openxmlformats.org/officeDocument/2006/relationships/customXml" Target="../ink/ink1733.xml"/><Relationship Id="rId139" Type="http://schemas.openxmlformats.org/officeDocument/2006/relationships/customXml" Target="../ink/ink1781.xml"/><Relationship Id="rId290" Type="http://schemas.openxmlformats.org/officeDocument/2006/relationships/customXml" Target="../ink/ink1857.xml"/><Relationship Id="rId304" Type="http://schemas.openxmlformats.org/officeDocument/2006/relationships/customXml" Target="../ink/ink1864.xml"/><Relationship Id="rId346" Type="http://schemas.openxmlformats.org/officeDocument/2006/relationships/customXml" Target="../ink/ink1885.xml"/><Relationship Id="rId388" Type="http://schemas.openxmlformats.org/officeDocument/2006/relationships/customXml" Target="../ink/ink1906.xml"/><Relationship Id="rId85" Type="http://schemas.openxmlformats.org/officeDocument/2006/relationships/customXml" Target="../ink/ink1754.xml"/><Relationship Id="rId150" Type="http://schemas.openxmlformats.org/officeDocument/2006/relationships/image" Target="../media/image1716.png"/><Relationship Id="rId192" Type="http://schemas.openxmlformats.org/officeDocument/2006/relationships/image" Target="../media/image1735.png"/><Relationship Id="rId206" Type="http://schemas.openxmlformats.org/officeDocument/2006/relationships/image" Target="../media/image1742.png"/><Relationship Id="rId413" Type="http://schemas.openxmlformats.org/officeDocument/2006/relationships/image" Target="../media/image1844.png"/><Relationship Id="rId248" Type="http://schemas.openxmlformats.org/officeDocument/2006/relationships/customXml" Target="../ink/ink1836.xml"/><Relationship Id="rId455" Type="http://schemas.openxmlformats.org/officeDocument/2006/relationships/image" Target="../media/image1865.png"/><Relationship Id="rId12" Type="http://schemas.openxmlformats.org/officeDocument/2006/relationships/customXml" Target="../ink/ink1717.xml"/><Relationship Id="rId108" Type="http://schemas.openxmlformats.org/officeDocument/2006/relationships/image" Target="../media/image1695.png"/><Relationship Id="rId315" Type="http://schemas.openxmlformats.org/officeDocument/2006/relationships/image" Target="../media/image1795.png"/><Relationship Id="rId357" Type="http://schemas.openxmlformats.org/officeDocument/2006/relationships/image" Target="../media/image1816.png"/><Relationship Id="rId54" Type="http://schemas.openxmlformats.org/officeDocument/2006/relationships/image" Target="../media/image1668.png"/><Relationship Id="rId96" Type="http://schemas.openxmlformats.org/officeDocument/2006/relationships/image" Target="../media/image1689.png"/><Relationship Id="rId161" Type="http://schemas.openxmlformats.org/officeDocument/2006/relationships/customXml" Target="../ink/ink1792.xml"/><Relationship Id="rId217" Type="http://schemas.openxmlformats.org/officeDocument/2006/relationships/customXml" Target="../ink/ink1820.xml"/><Relationship Id="rId399" Type="http://schemas.openxmlformats.org/officeDocument/2006/relationships/image" Target="../media/image1837.png"/><Relationship Id="rId259" Type="http://schemas.openxmlformats.org/officeDocument/2006/relationships/image" Target="../media/image1768.png"/><Relationship Id="rId424" Type="http://schemas.openxmlformats.org/officeDocument/2006/relationships/customXml" Target="../ink/ink1924.xml"/><Relationship Id="rId466" Type="http://schemas.openxmlformats.org/officeDocument/2006/relationships/customXml" Target="../ink/ink1945.xml"/><Relationship Id="rId23" Type="http://schemas.openxmlformats.org/officeDocument/2006/relationships/customXml" Target="../ink/ink1723.xml"/><Relationship Id="rId119" Type="http://schemas.openxmlformats.org/officeDocument/2006/relationships/customXml" Target="../ink/ink1771.xml"/><Relationship Id="rId270" Type="http://schemas.openxmlformats.org/officeDocument/2006/relationships/customXml" Target="../ink/ink1847.xml"/><Relationship Id="rId326" Type="http://schemas.openxmlformats.org/officeDocument/2006/relationships/customXml" Target="../ink/ink1875.xml"/><Relationship Id="rId65" Type="http://schemas.openxmlformats.org/officeDocument/2006/relationships/customXml" Target="../ink/ink1744.xml"/><Relationship Id="rId130" Type="http://schemas.openxmlformats.org/officeDocument/2006/relationships/image" Target="../media/image1706.png"/><Relationship Id="rId368" Type="http://schemas.openxmlformats.org/officeDocument/2006/relationships/customXml" Target="../ink/ink1896.xml"/><Relationship Id="rId172" Type="http://schemas.openxmlformats.org/officeDocument/2006/relationships/image" Target="../media/image1726.png"/><Relationship Id="rId228" Type="http://schemas.openxmlformats.org/officeDocument/2006/relationships/image" Target="../media/image1753.png"/><Relationship Id="rId435" Type="http://schemas.openxmlformats.org/officeDocument/2006/relationships/image" Target="../media/image1855.png"/><Relationship Id="rId477" Type="http://schemas.openxmlformats.org/officeDocument/2006/relationships/image" Target="../media/image1876.png"/><Relationship Id="rId281" Type="http://schemas.openxmlformats.org/officeDocument/2006/relationships/image" Target="../media/image1779.png"/><Relationship Id="rId337" Type="http://schemas.openxmlformats.org/officeDocument/2006/relationships/image" Target="../media/image1806.png"/><Relationship Id="rId34" Type="http://schemas.openxmlformats.org/officeDocument/2006/relationships/image" Target="../media/image1658.png"/><Relationship Id="rId76" Type="http://schemas.openxmlformats.org/officeDocument/2006/relationships/image" Target="../media/image1679.png"/><Relationship Id="rId141" Type="http://schemas.openxmlformats.org/officeDocument/2006/relationships/customXml" Target="../ink/ink1782.xml"/><Relationship Id="rId379" Type="http://schemas.openxmlformats.org/officeDocument/2006/relationships/image" Target="../media/image1827.png"/><Relationship Id="rId7" Type="http://schemas.openxmlformats.org/officeDocument/2006/relationships/image" Target="../media/image1647.png"/><Relationship Id="rId183" Type="http://schemas.openxmlformats.org/officeDocument/2006/relationships/customXml" Target="../ink/ink1803.xml"/><Relationship Id="rId239" Type="http://schemas.openxmlformats.org/officeDocument/2006/relationships/customXml" Target="../ink/ink1831.xml"/><Relationship Id="rId390" Type="http://schemas.openxmlformats.org/officeDocument/2006/relationships/customXml" Target="../ink/ink1907.xml"/><Relationship Id="rId404" Type="http://schemas.openxmlformats.org/officeDocument/2006/relationships/customXml" Target="../ink/ink1914.xml"/><Relationship Id="rId446" Type="http://schemas.openxmlformats.org/officeDocument/2006/relationships/customXml" Target="../ink/ink1935.xml"/><Relationship Id="rId250" Type="http://schemas.openxmlformats.org/officeDocument/2006/relationships/customXml" Target="../ink/ink1837.xml"/><Relationship Id="rId292" Type="http://schemas.openxmlformats.org/officeDocument/2006/relationships/customXml" Target="../ink/ink1858.xml"/><Relationship Id="rId306" Type="http://schemas.openxmlformats.org/officeDocument/2006/relationships/customXml" Target="../ink/ink1865.xml"/><Relationship Id="rId45" Type="http://schemas.openxmlformats.org/officeDocument/2006/relationships/customXml" Target="../ink/ink1734.xml"/><Relationship Id="rId87" Type="http://schemas.openxmlformats.org/officeDocument/2006/relationships/customXml" Target="../ink/ink1755.xml"/><Relationship Id="rId110" Type="http://schemas.openxmlformats.org/officeDocument/2006/relationships/image" Target="../media/image1696.png"/><Relationship Id="rId348" Type="http://schemas.openxmlformats.org/officeDocument/2006/relationships/customXml" Target="../ink/ink1886.xml"/><Relationship Id="rId152" Type="http://schemas.openxmlformats.org/officeDocument/2006/relationships/image" Target="../media/image1717.png"/><Relationship Id="rId194" Type="http://schemas.openxmlformats.org/officeDocument/2006/relationships/image" Target="../media/image1736.png"/><Relationship Id="rId208" Type="http://schemas.openxmlformats.org/officeDocument/2006/relationships/image" Target="../media/image1743.png"/><Relationship Id="rId415" Type="http://schemas.openxmlformats.org/officeDocument/2006/relationships/image" Target="../media/image1845.png"/><Relationship Id="rId457" Type="http://schemas.openxmlformats.org/officeDocument/2006/relationships/image" Target="../media/image1866.png"/><Relationship Id="rId261" Type="http://schemas.openxmlformats.org/officeDocument/2006/relationships/image" Target="../media/image1769.png"/><Relationship Id="rId14" Type="http://schemas.openxmlformats.org/officeDocument/2006/relationships/customXml" Target="../ink/ink1718.xml"/><Relationship Id="rId56" Type="http://schemas.openxmlformats.org/officeDocument/2006/relationships/image" Target="../media/image1669.png"/><Relationship Id="rId317" Type="http://schemas.openxmlformats.org/officeDocument/2006/relationships/image" Target="../media/image1796.png"/><Relationship Id="rId359" Type="http://schemas.openxmlformats.org/officeDocument/2006/relationships/image" Target="../media/image1817.png"/><Relationship Id="rId98" Type="http://schemas.openxmlformats.org/officeDocument/2006/relationships/image" Target="../media/image1690.png"/><Relationship Id="rId121" Type="http://schemas.openxmlformats.org/officeDocument/2006/relationships/customXml" Target="../ink/ink1772.xml"/><Relationship Id="rId163" Type="http://schemas.openxmlformats.org/officeDocument/2006/relationships/customXml" Target="../ink/ink1793.xml"/><Relationship Id="rId219" Type="http://schemas.openxmlformats.org/officeDocument/2006/relationships/customXml" Target="../ink/ink1821.xml"/><Relationship Id="rId370" Type="http://schemas.openxmlformats.org/officeDocument/2006/relationships/customXml" Target="../ink/ink1897.xml"/><Relationship Id="rId426" Type="http://schemas.openxmlformats.org/officeDocument/2006/relationships/customXml" Target="../ink/ink1925.xml"/><Relationship Id="rId230" Type="http://schemas.openxmlformats.org/officeDocument/2006/relationships/image" Target="../media/image1754.png"/><Relationship Id="rId468" Type="http://schemas.openxmlformats.org/officeDocument/2006/relationships/customXml" Target="../ink/ink1946.xml"/><Relationship Id="rId25" Type="http://schemas.openxmlformats.org/officeDocument/2006/relationships/customXml" Target="../ink/ink1724.xml"/><Relationship Id="rId67" Type="http://schemas.openxmlformats.org/officeDocument/2006/relationships/customXml" Target="../ink/ink1745.xml"/><Relationship Id="rId272" Type="http://schemas.openxmlformats.org/officeDocument/2006/relationships/customXml" Target="../ink/ink1848.xml"/><Relationship Id="rId328" Type="http://schemas.openxmlformats.org/officeDocument/2006/relationships/customXml" Target="../ink/ink1876.xml"/><Relationship Id="rId132" Type="http://schemas.openxmlformats.org/officeDocument/2006/relationships/image" Target="../media/image1707.png"/><Relationship Id="rId174" Type="http://schemas.openxmlformats.org/officeDocument/2006/relationships/image" Target="../media/image1727.png"/><Relationship Id="rId381" Type="http://schemas.openxmlformats.org/officeDocument/2006/relationships/image" Target="../media/image1828.png"/><Relationship Id="rId241" Type="http://schemas.openxmlformats.org/officeDocument/2006/relationships/customXml" Target="../ink/ink1832.xml"/><Relationship Id="rId437" Type="http://schemas.openxmlformats.org/officeDocument/2006/relationships/image" Target="../media/image1856.png"/><Relationship Id="rId479" Type="http://schemas.openxmlformats.org/officeDocument/2006/relationships/image" Target="../media/image1877.png"/><Relationship Id="rId36" Type="http://schemas.openxmlformats.org/officeDocument/2006/relationships/image" Target="../media/image1659.png"/><Relationship Id="rId283" Type="http://schemas.openxmlformats.org/officeDocument/2006/relationships/image" Target="../media/image1780.png"/><Relationship Id="rId339" Type="http://schemas.openxmlformats.org/officeDocument/2006/relationships/image" Target="../media/image1807.png"/><Relationship Id="rId78" Type="http://schemas.openxmlformats.org/officeDocument/2006/relationships/image" Target="../media/image1680.png"/><Relationship Id="rId101" Type="http://schemas.openxmlformats.org/officeDocument/2006/relationships/customXml" Target="../ink/ink1762.xml"/><Relationship Id="rId143" Type="http://schemas.openxmlformats.org/officeDocument/2006/relationships/customXml" Target="../ink/ink1783.xml"/><Relationship Id="rId185" Type="http://schemas.openxmlformats.org/officeDocument/2006/relationships/customXml" Target="../ink/ink1804.xml"/><Relationship Id="rId350" Type="http://schemas.openxmlformats.org/officeDocument/2006/relationships/customXml" Target="../ink/ink1887.xml"/><Relationship Id="rId406" Type="http://schemas.openxmlformats.org/officeDocument/2006/relationships/customXml" Target="../ink/ink1915.xml"/><Relationship Id="rId9" Type="http://schemas.openxmlformats.org/officeDocument/2006/relationships/image" Target="../media/image1648.png"/><Relationship Id="rId210" Type="http://schemas.openxmlformats.org/officeDocument/2006/relationships/image" Target="../media/image1744.png"/><Relationship Id="rId392" Type="http://schemas.openxmlformats.org/officeDocument/2006/relationships/customXml" Target="../ink/ink1908.xml"/><Relationship Id="rId448" Type="http://schemas.openxmlformats.org/officeDocument/2006/relationships/customXml" Target="../ink/ink1936.xml"/><Relationship Id="rId252" Type="http://schemas.openxmlformats.org/officeDocument/2006/relationships/customXml" Target="../ink/ink1838.xml"/><Relationship Id="rId294" Type="http://schemas.openxmlformats.org/officeDocument/2006/relationships/customXml" Target="../ink/ink1859.xml"/><Relationship Id="rId308" Type="http://schemas.openxmlformats.org/officeDocument/2006/relationships/customXml" Target="../ink/ink1866.xml"/><Relationship Id="rId47" Type="http://schemas.openxmlformats.org/officeDocument/2006/relationships/customXml" Target="../ink/ink1735.xml"/><Relationship Id="rId89" Type="http://schemas.openxmlformats.org/officeDocument/2006/relationships/customXml" Target="../ink/ink1756.xml"/><Relationship Id="rId112" Type="http://schemas.openxmlformats.org/officeDocument/2006/relationships/image" Target="../media/image1697.png"/><Relationship Id="rId154" Type="http://schemas.openxmlformats.org/officeDocument/2006/relationships/image" Target="../media/image1718.png"/><Relationship Id="rId361" Type="http://schemas.openxmlformats.org/officeDocument/2006/relationships/image" Target="../media/image1818.png"/><Relationship Id="rId196" Type="http://schemas.openxmlformats.org/officeDocument/2006/relationships/image" Target="../media/image1737.png"/><Relationship Id="rId417" Type="http://schemas.openxmlformats.org/officeDocument/2006/relationships/image" Target="../media/image1846.png"/><Relationship Id="rId459" Type="http://schemas.openxmlformats.org/officeDocument/2006/relationships/image" Target="../media/image1867.png"/><Relationship Id="rId16" Type="http://schemas.openxmlformats.org/officeDocument/2006/relationships/customXml" Target="../ink/ink1719.xml"/><Relationship Id="rId221" Type="http://schemas.openxmlformats.org/officeDocument/2006/relationships/customXml" Target="../ink/ink1822.xml"/><Relationship Id="rId263" Type="http://schemas.openxmlformats.org/officeDocument/2006/relationships/image" Target="../media/image1770.png"/><Relationship Id="rId319" Type="http://schemas.openxmlformats.org/officeDocument/2006/relationships/image" Target="../media/image1797.png"/><Relationship Id="rId470" Type="http://schemas.openxmlformats.org/officeDocument/2006/relationships/customXml" Target="../ink/ink1947.xml"/><Relationship Id="rId58" Type="http://schemas.openxmlformats.org/officeDocument/2006/relationships/image" Target="../media/image1670.png"/><Relationship Id="rId123" Type="http://schemas.openxmlformats.org/officeDocument/2006/relationships/customXml" Target="../ink/ink1773.xml"/><Relationship Id="rId330" Type="http://schemas.openxmlformats.org/officeDocument/2006/relationships/customXml" Target="../ink/ink1877.xml"/><Relationship Id="rId165" Type="http://schemas.openxmlformats.org/officeDocument/2006/relationships/customXml" Target="../ink/ink1794.xml"/><Relationship Id="rId372" Type="http://schemas.openxmlformats.org/officeDocument/2006/relationships/customXml" Target="../ink/ink1898.xml"/><Relationship Id="rId428" Type="http://schemas.openxmlformats.org/officeDocument/2006/relationships/customXml" Target="../ink/ink1926.xml"/><Relationship Id="rId232" Type="http://schemas.openxmlformats.org/officeDocument/2006/relationships/image" Target="../media/image1755.png"/><Relationship Id="rId274" Type="http://schemas.openxmlformats.org/officeDocument/2006/relationships/customXml" Target="../ink/ink1849.xml"/><Relationship Id="rId481" Type="http://schemas.openxmlformats.org/officeDocument/2006/relationships/image" Target="../media/image1878.png"/><Relationship Id="rId27" Type="http://schemas.openxmlformats.org/officeDocument/2006/relationships/customXml" Target="../ink/ink1725.xml"/><Relationship Id="rId69" Type="http://schemas.openxmlformats.org/officeDocument/2006/relationships/customXml" Target="../ink/ink1746.xml"/><Relationship Id="rId134" Type="http://schemas.openxmlformats.org/officeDocument/2006/relationships/image" Target="../media/image1708.png"/><Relationship Id="rId80" Type="http://schemas.openxmlformats.org/officeDocument/2006/relationships/image" Target="../media/image1681.png"/><Relationship Id="rId176" Type="http://schemas.openxmlformats.org/officeDocument/2006/relationships/image" Target="../media/image1728.png"/><Relationship Id="rId341" Type="http://schemas.openxmlformats.org/officeDocument/2006/relationships/image" Target="../media/image1808.png"/><Relationship Id="rId383" Type="http://schemas.openxmlformats.org/officeDocument/2006/relationships/image" Target="../media/image1829.png"/><Relationship Id="rId439" Type="http://schemas.openxmlformats.org/officeDocument/2006/relationships/image" Target="../media/image1857.png"/><Relationship Id="rId201" Type="http://schemas.openxmlformats.org/officeDocument/2006/relationships/customXml" Target="../ink/ink1812.xml"/><Relationship Id="rId243" Type="http://schemas.openxmlformats.org/officeDocument/2006/relationships/image" Target="../media/image1760.png"/><Relationship Id="rId285" Type="http://schemas.openxmlformats.org/officeDocument/2006/relationships/image" Target="../media/image1781.png"/><Relationship Id="rId450" Type="http://schemas.openxmlformats.org/officeDocument/2006/relationships/customXml" Target="../ink/ink1937.xml"/><Relationship Id="rId38" Type="http://schemas.openxmlformats.org/officeDocument/2006/relationships/image" Target="../media/image1660.png"/><Relationship Id="rId103" Type="http://schemas.openxmlformats.org/officeDocument/2006/relationships/customXml" Target="../ink/ink1763.xml"/><Relationship Id="rId310" Type="http://schemas.openxmlformats.org/officeDocument/2006/relationships/customXml" Target="../ink/ink1867.xml"/><Relationship Id="rId91" Type="http://schemas.openxmlformats.org/officeDocument/2006/relationships/customXml" Target="../ink/ink1757.xml"/><Relationship Id="rId145" Type="http://schemas.openxmlformats.org/officeDocument/2006/relationships/customXml" Target="../ink/ink1784.xml"/><Relationship Id="rId187" Type="http://schemas.openxmlformats.org/officeDocument/2006/relationships/customXml" Target="../ink/ink1805.xml"/><Relationship Id="rId352" Type="http://schemas.openxmlformats.org/officeDocument/2006/relationships/customXml" Target="../ink/ink1888.xml"/><Relationship Id="rId394" Type="http://schemas.openxmlformats.org/officeDocument/2006/relationships/customXml" Target="../ink/ink1909.xml"/><Relationship Id="rId408" Type="http://schemas.openxmlformats.org/officeDocument/2006/relationships/customXml" Target="../ink/ink1916.xml"/><Relationship Id="rId212" Type="http://schemas.openxmlformats.org/officeDocument/2006/relationships/image" Target="../media/image1745.png"/><Relationship Id="rId254" Type="http://schemas.openxmlformats.org/officeDocument/2006/relationships/customXml" Target="../ink/ink1839.xml"/><Relationship Id="rId49" Type="http://schemas.openxmlformats.org/officeDocument/2006/relationships/customXml" Target="../ink/ink1736.xml"/><Relationship Id="rId114" Type="http://schemas.openxmlformats.org/officeDocument/2006/relationships/image" Target="../media/image1698.png"/><Relationship Id="rId296" Type="http://schemas.openxmlformats.org/officeDocument/2006/relationships/customXml" Target="../ink/ink1860.xml"/><Relationship Id="rId461" Type="http://schemas.openxmlformats.org/officeDocument/2006/relationships/image" Target="../media/image1868.png"/><Relationship Id="rId60" Type="http://schemas.openxmlformats.org/officeDocument/2006/relationships/image" Target="../media/image1671.png"/><Relationship Id="rId156" Type="http://schemas.openxmlformats.org/officeDocument/2006/relationships/image" Target="../media/image1719.png"/><Relationship Id="rId198" Type="http://schemas.openxmlformats.org/officeDocument/2006/relationships/image" Target="../media/image1738.png"/><Relationship Id="rId321" Type="http://schemas.openxmlformats.org/officeDocument/2006/relationships/image" Target="../media/image1798.png"/><Relationship Id="rId363" Type="http://schemas.openxmlformats.org/officeDocument/2006/relationships/image" Target="../media/image1819.png"/><Relationship Id="rId419" Type="http://schemas.openxmlformats.org/officeDocument/2006/relationships/image" Target="../media/image1847.png"/><Relationship Id="rId223" Type="http://schemas.openxmlformats.org/officeDocument/2006/relationships/customXml" Target="../ink/ink1823.xml"/><Relationship Id="rId430" Type="http://schemas.openxmlformats.org/officeDocument/2006/relationships/customXml" Target="../ink/ink1927.xml"/><Relationship Id="rId18" Type="http://schemas.openxmlformats.org/officeDocument/2006/relationships/customXml" Target="../ink/ink1720.xml"/><Relationship Id="rId265" Type="http://schemas.openxmlformats.org/officeDocument/2006/relationships/image" Target="../media/image1771.png"/><Relationship Id="rId472" Type="http://schemas.openxmlformats.org/officeDocument/2006/relationships/customXml" Target="../ink/ink1948.xml"/><Relationship Id="rId125" Type="http://schemas.openxmlformats.org/officeDocument/2006/relationships/customXml" Target="../ink/ink1774.xml"/><Relationship Id="rId167" Type="http://schemas.openxmlformats.org/officeDocument/2006/relationships/customXml" Target="../ink/ink1795.xml"/><Relationship Id="rId332" Type="http://schemas.openxmlformats.org/officeDocument/2006/relationships/customXml" Target="../ink/ink1878.xml"/><Relationship Id="rId374" Type="http://schemas.openxmlformats.org/officeDocument/2006/relationships/customXml" Target="../ink/ink1899.xml"/><Relationship Id="rId71" Type="http://schemas.openxmlformats.org/officeDocument/2006/relationships/customXml" Target="../ink/ink1747.xml"/><Relationship Id="rId234" Type="http://schemas.openxmlformats.org/officeDocument/2006/relationships/image" Target="../media/image1756.png"/><Relationship Id="rId2" Type="http://schemas.openxmlformats.org/officeDocument/2006/relationships/customXml" Target="../ink/ink1712.xml"/><Relationship Id="rId29" Type="http://schemas.openxmlformats.org/officeDocument/2006/relationships/customXml" Target="../ink/ink1726.xml"/><Relationship Id="rId276" Type="http://schemas.openxmlformats.org/officeDocument/2006/relationships/customXml" Target="../ink/ink1850.xml"/><Relationship Id="rId441" Type="http://schemas.openxmlformats.org/officeDocument/2006/relationships/image" Target="../media/image1858.png"/><Relationship Id="rId483" Type="http://schemas.openxmlformats.org/officeDocument/2006/relationships/image" Target="../media/image1879.png"/><Relationship Id="rId40" Type="http://schemas.openxmlformats.org/officeDocument/2006/relationships/image" Target="../media/image1661.png"/><Relationship Id="rId136" Type="http://schemas.openxmlformats.org/officeDocument/2006/relationships/image" Target="../media/image1709.png"/><Relationship Id="rId178" Type="http://schemas.openxmlformats.org/officeDocument/2006/relationships/image" Target="../media/image1729.png"/><Relationship Id="rId301" Type="http://schemas.openxmlformats.org/officeDocument/2006/relationships/image" Target="../media/image1788.png"/><Relationship Id="rId343" Type="http://schemas.openxmlformats.org/officeDocument/2006/relationships/image" Target="../media/image1809.png"/><Relationship Id="rId82" Type="http://schemas.openxmlformats.org/officeDocument/2006/relationships/image" Target="../media/image1682.png"/><Relationship Id="rId203" Type="http://schemas.openxmlformats.org/officeDocument/2006/relationships/customXml" Target="../ink/ink1813.xml"/><Relationship Id="rId385" Type="http://schemas.openxmlformats.org/officeDocument/2006/relationships/image" Target="../media/image1830.png"/><Relationship Id="rId245" Type="http://schemas.openxmlformats.org/officeDocument/2006/relationships/image" Target="../media/image1761.png"/><Relationship Id="rId287" Type="http://schemas.openxmlformats.org/officeDocument/2006/relationships/image" Target="../media/image1782.png"/><Relationship Id="rId410" Type="http://schemas.openxmlformats.org/officeDocument/2006/relationships/customXml" Target="../ink/ink1917.xml"/><Relationship Id="rId452" Type="http://schemas.openxmlformats.org/officeDocument/2006/relationships/customXml" Target="../ink/ink1938.xml"/><Relationship Id="rId105" Type="http://schemas.openxmlformats.org/officeDocument/2006/relationships/customXml" Target="../ink/ink1764.xml"/><Relationship Id="rId147" Type="http://schemas.openxmlformats.org/officeDocument/2006/relationships/customXml" Target="../ink/ink1785.xml"/><Relationship Id="rId312" Type="http://schemas.openxmlformats.org/officeDocument/2006/relationships/customXml" Target="../ink/ink1868.xml"/><Relationship Id="rId354" Type="http://schemas.openxmlformats.org/officeDocument/2006/relationships/customXml" Target="../ink/ink1889.xml"/><Relationship Id="rId51" Type="http://schemas.openxmlformats.org/officeDocument/2006/relationships/customXml" Target="../ink/ink1737.xml"/><Relationship Id="rId93" Type="http://schemas.openxmlformats.org/officeDocument/2006/relationships/customXml" Target="../ink/ink1758.xml"/><Relationship Id="rId189" Type="http://schemas.openxmlformats.org/officeDocument/2006/relationships/customXml" Target="../ink/ink1806.xml"/><Relationship Id="rId396" Type="http://schemas.openxmlformats.org/officeDocument/2006/relationships/customXml" Target="../ink/ink1910.xml"/><Relationship Id="rId3" Type="http://schemas.openxmlformats.org/officeDocument/2006/relationships/image" Target="../media/image1645.png"/><Relationship Id="rId214" Type="http://schemas.openxmlformats.org/officeDocument/2006/relationships/image" Target="../media/image1746.png"/><Relationship Id="rId235" Type="http://schemas.openxmlformats.org/officeDocument/2006/relationships/customXml" Target="../ink/ink1829.xml"/><Relationship Id="rId256" Type="http://schemas.openxmlformats.org/officeDocument/2006/relationships/customXml" Target="../ink/ink1840.xml"/><Relationship Id="rId277" Type="http://schemas.openxmlformats.org/officeDocument/2006/relationships/image" Target="../media/image1777.png"/><Relationship Id="rId298" Type="http://schemas.openxmlformats.org/officeDocument/2006/relationships/customXml" Target="../ink/ink1861.xml"/><Relationship Id="rId400" Type="http://schemas.openxmlformats.org/officeDocument/2006/relationships/customXml" Target="../ink/ink1912.xml"/><Relationship Id="rId421" Type="http://schemas.openxmlformats.org/officeDocument/2006/relationships/image" Target="../media/image1848.png"/><Relationship Id="rId442" Type="http://schemas.openxmlformats.org/officeDocument/2006/relationships/customXml" Target="../ink/ink1933.xml"/><Relationship Id="rId463" Type="http://schemas.openxmlformats.org/officeDocument/2006/relationships/image" Target="../media/image1869.png"/><Relationship Id="rId116" Type="http://schemas.openxmlformats.org/officeDocument/2006/relationships/image" Target="../media/image1699.png"/><Relationship Id="rId137" Type="http://schemas.openxmlformats.org/officeDocument/2006/relationships/customXml" Target="../ink/ink1780.xml"/><Relationship Id="rId158" Type="http://schemas.openxmlformats.org/officeDocument/2006/relationships/image" Target="../media/image1720.png"/><Relationship Id="rId302" Type="http://schemas.openxmlformats.org/officeDocument/2006/relationships/customXml" Target="../ink/ink1863.xml"/><Relationship Id="rId323" Type="http://schemas.openxmlformats.org/officeDocument/2006/relationships/image" Target="../media/image1799.png"/><Relationship Id="rId344" Type="http://schemas.openxmlformats.org/officeDocument/2006/relationships/customXml" Target="../ink/ink1884.xml"/><Relationship Id="rId20" Type="http://schemas.openxmlformats.org/officeDocument/2006/relationships/image" Target="../media/image1651.png"/><Relationship Id="rId41" Type="http://schemas.openxmlformats.org/officeDocument/2006/relationships/customXml" Target="../ink/ink1732.xml"/><Relationship Id="rId62" Type="http://schemas.openxmlformats.org/officeDocument/2006/relationships/image" Target="../media/image1672.png"/><Relationship Id="rId83" Type="http://schemas.openxmlformats.org/officeDocument/2006/relationships/customXml" Target="../ink/ink1753.xml"/><Relationship Id="rId179" Type="http://schemas.openxmlformats.org/officeDocument/2006/relationships/customXml" Target="../ink/ink1801.xml"/><Relationship Id="rId365" Type="http://schemas.openxmlformats.org/officeDocument/2006/relationships/image" Target="../media/image1820.png"/><Relationship Id="rId386" Type="http://schemas.openxmlformats.org/officeDocument/2006/relationships/customXml" Target="../ink/ink1905.xml"/><Relationship Id="rId190" Type="http://schemas.openxmlformats.org/officeDocument/2006/relationships/image" Target="../media/image1734.png"/><Relationship Id="rId204" Type="http://schemas.openxmlformats.org/officeDocument/2006/relationships/image" Target="../media/image1741.png"/><Relationship Id="rId225" Type="http://schemas.openxmlformats.org/officeDocument/2006/relationships/customXml" Target="../ink/ink1824.xml"/><Relationship Id="rId246" Type="http://schemas.openxmlformats.org/officeDocument/2006/relationships/customXml" Target="../ink/ink1835.xml"/><Relationship Id="rId267" Type="http://schemas.openxmlformats.org/officeDocument/2006/relationships/image" Target="../media/image1772.png"/><Relationship Id="rId288" Type="http://schemas.openxmlformats.org/officeDocument/2006/relationships/customXml" Target="../ink/ink1856.xml"/><Relationship Id="rId411" Type="http://schemas.openxmlformats.org/officeDocument/2006/relationships/image" Target="../media/image1843.png"/><Relationship Id="rId432" Type="http://schemas.openxmlformats.org/officeDocument/2006/relationships/customXml" Target="../ink/ink1928.xml"/><Relationship Id="rId453" Type="http://schemas.openxmlformats.org/officeDocument/2006/relationships/image" Target="../media/image1864.png"/><Relationship Id="rId474" Type="http://schemas.openxmlformats.org/officeDocument/2006/relationships/customXml" Target="../ink/ink1949.xml"/><Relationship Id="rId106" Type="http://schemas.openxmlformats.org/officeDocument/2006/relationships/image" Target="../media/image1694.png"/><Relationship Id="rId127" Type="http://schemas.openxmlformats.org/officeDocument/2006/relationships/customXml" Target="../ink/ink1775.xml"/><Relationship Id="rId313" Type="http://schemas.openxmlformats.org/officeDocument/2006/relationships/image" Target="../media/image1794.png"/><Relationship Id="rId10" Type="http://schemas.openxmlformats.org/officeDocument/2006/relationships/customXml" Target="../ink/ink1716.xml"/><Relationship Id="rId31" Type="http://schemas.openxmlformats.org/officeDocument/2006/relationships/customXml" Target="../ink/ink1727.xml"/><Relationship Id="rId52" Type="http://schemas.openxmlformats.org/officeDocument/2006/relationships/image" Target="../media/image1667.png"/><Relationship Id="rId73" Type="http://schemas.openxmlformats.org/officeDocument/2006/relationships/customXml" Target="../ink/ink1748.xml"/><Relationship Id="rId94" Type="http://schemas.openxmlformats.org/officeDocument/2006/relationships/image" Target="../media/image1688.png"/><Relationship Id="rId148" Type="http://schemas.openxmlformats.org/officeDocument/2006/relationships/image" Target="../media/image1715.png"/><Relationship Id="rId169" Type="http://schemas.openxmlformats.org/officeDocument/2006/relationships/customXml" Target="../ink/ink1796.xml"/><Relationship Id="rId334" Type="http://schemas.openxmlformats.org/officeDocument/2006/relationships/customXml" Target="../ink/ink1879.xml"/><Relationship Id="rId355" Type="http://schemas.openxmlformats.org/officeDocument/2006/relationships/image" Target="../media/image1815.png"/><Relationship Id="rId376" Type="http://schemas.openxmlformats.org/officeDocument/2006/relationships/customXml" Target="../ink/ink1900.xml"/><Relationship Id="rId397" Type="http://schemas.openxmlformats.org/officeDocument/2006/relationships/image" Target="../media/image1836.png"/><Relationship Id="rId4" Type="http://schemas.openxmlformats.org/officeDocument/2006/relationships/customXml" Target="../ink/ink1713.xml"/><Relationship Id="rId180" Type="http://schemas.openxmlformats.org/officeDocument/2006/relationships/image" Target="../media/image1730.png"/><Relationship Id="rId215" Type="http://schemas.openxmlformats.org/officeDocument/2006/relationships/customXml" Target="../ink/ink1819.xml"/><Relationship Id="rId236" Type="http://schemas.openxmlformats.org/officeDocument/2006/relationships/image" Target="../media/image1757.png"/><Relationship Id="rId257" Type="http://schemas.openxmlformats.org/officeDocument/2006/relationships/image" Target="../media/image1767.png"/><Relationship Id="rId278" Type="http://schemas.openxmlformats.org/officeDocument/2006/relationships/customXml" Target="../ink/ink1851.xml"/><Relationship Id="rId401" Type="http://schemas.openxmlformats.org/officeDocument/2006/relationships/image" Target="../media/image1838.png"/><Relationship Id="rId422" Type="http://schemas.openxmlformats.org/officeDocument/2006/relationships/customXml" Target="../ink/ink1923.xml"/><Relationship Id="rId443" Type="http://schemas.openxmlformats.org/officeDocument/2006/relationships/image" Target="../media/image1859.png"/><Relationship Id="rId464" Type="http://schemas.openxmlformats.org/officeDocument/2006/relationships/customXml" Target="../ink/ink1944.xml"/><Relationship Id="rId303" Type="http://schemas.openxmlformats.org/officeDocument/2006/relationships/image" Target="../media/image1789.png"/><Relationship Id="rId42" Type="http://schemas.openxmlformats.org/officeDocument/2006/relationships/image" Target="../media/image1662.png"/><Relationship Id="rId84" Type="http://schemas.openxmlformats.org/officeDocument/2006/relationships/image" Target="../media/image1683.png"/><Relationship Id="rId138" Type="http://schemas.openxmlformats.org/officeDocument/2006/relationships/image" Target="../media/image1710.png"/><Relationship Id="rId345" Type="http://schemas.openxmlformats.org/officeDocument/2006/relationships/image" Target="../media/image1810.png"/><Relationship Id="rId387" Type="http://schemas.openxmlformats.org/officeDocument/2006/relationships/image" Target="../media/image1831.png"/><Relationship Id="rId191" Type="http://schemas.openxmlformats.org/officeDocument/2006/relationships/customXml" Target="../ink/ink1807.xml"/><Relationship Id="rId205" Type="http://schemas.openxmlformats.org/officeDocument/2006/relationships/customXml" Target="../ink/ink1814.xml"/><Relationship Id="rId247" Type="http://schemas.openxmlformats.org/officeDocument/2006/relationships/image" Target="../media/image1762.png"/><Relationship Id="rId412" Type="http://schemas.openxmlformats.org/officeDocument/2006/relationships/customXml" Target="../ink/ink1918.xml"/><Relationship Id="rId107" Type="http://schemas.openxmlformats.org/officeDocument/2006/relationships/customXml" Target="../ink/ink1765.xml"/><Relationship Id="rId289" Type="http://schemas.openxmlformats.org/officeDocument/2006/relationships/image" Target="../media/image1201.png"/><Relationship Id="rId454" Type="http://schemas.openxmlformats.org/officeDocument/2006/relationships/customXml" Target="../ink/ink1939.xml"/><Relationship Id="rId11" Type="http://schemas.openxmlformats.org/officeDocument/2006/relationships/image" Target="../media/image1649.png"/><Relationship Id="rId53" Type="http://schemas.openxmlformats.org/officeDocument/2006/relationships/customXml" Target="../ink/ink1738.xml"/><Relationship Id="rId149" Type="http://schemas.openxmlformats.org/officeDocument/2006/relationships/customXml" Target="../ink/ink1786.xml"/><Relationship Id="rId314" Type="http://schemas.openxmlformats.org/officeDocument/2006/relationships/customXml" Target="../ink/ink1869.xml"/><Relationship Id="rId356" Type="http://schemas.openxmlformats.org/officeDocument/2006/relationships/customXml" Target="../ink/ink1890.xml"/><Relationship Id="rId398" Type="http://schemas.openxmlformats.org/officeDocument/2006/relationships/customXml" Target="../ink/ink1911.xml"/><Relationship Id="rId95" Type="http://schemas.openxmlformats.org/officeDocument/2006/relationships/customXml" Target="../ink/ink1759.xml"/><Relationship Id="rId160" Type="http://schemas.openxmlformats.org/officeDocument/2006/relationships/image" Target="../media/image1721.png"/><Relationship Id="rId216" Type="http://schemas.openxmlformats.org/officeDocument/2006/relationships/image" Target="../media/image1747.png"/><Relationship Id="rId423" Type="http://schemas.openxmlformats.org/officeDocument/2006/relationships/image" Target="../media/image1849.png"/><Relationship Id="rId258" Type="http://schemas.openxmlformats.org/officeDocument/2006/relationships/customXml" Target="../ink/ink1841.xml"/><Relationship Id="rId465" Type="http://schemas.openxmlformats.org/officeDocument/2006/relationships/image" Target="../media/image1870.png"/><Relationship Id="rId22" Type="http://schemas.openxmlformats.org/officeDocument/2006/relationships/image" Target="../media/image1652.png"/><Relationship Id="rId64" Type="http://schemas.openxmlformats.org/officeDocument/2006/relationships/image" Target="../media/image1673.png"/><Relationship Id="rId118" Type="http://schemas.openxmlformats.org/officeDocument/2006/relationships/image" Target="../media/image1700.png"/><Relationship Id="rId325" Type="http://schemas.openxmlformats.org/officeDocument/2006/relationships/image" Target="../media/image1800.png"/><Relationship Id="rId367" Type="http://schemas.openxmlformats.org/officeDocument/2006/relationships/image" Target="../media/image1821.png"/><Relationship Id="rId171" Type="http://schemas.openxmlformats.org/officeDocument/2006/relationships/customXml" Target="../ink/ink1797.xml"/><Relationship Id="rId227" Type="http://schemas.openxmlformats.org/officeDocument/2006/relationships/customXml" Target="../ink/ink1825.xml"/><Relationship Id="rId269" Type="http://schemas.openxmlformats.org/officeDocument/2006/relationships/image" Target="../media/image1773.png"/><Relationship Id="rId434" Type="http://schemas.openxmlformats.org/officeDocument/2006/relationships/customXml" Target="../ink/ink1929.xml"/><Relationship Id="rId476" Type="http://schemas.openxmlformats.org/officeDocument/2006/relationships/customXml" Target="../ink/ink1950.xml"/><Relationship Id="rId33" Type="http://schemas.openxmlformats.org/officeDocument/2006/relationships/customXml" Target="../ink/ink1728.xml"/><Relationship Id="rId129" Type="http://schemas.openxmlformats.org/officeDocument/2006/relationships/customXml" Target="../ink/ink1776.xml"/><Relationship Id="rId280" Type="http://schemas.openxmlformats.org/officeDocument/2006/relationships/customXml" Target="../ink/ink1852.xml"/><Relationship Id="rId336" Type="http://schemas.openxmlformats.org/officeDocument/2006/relationships/customXml" Target="../ink/ink1880.xml"/><Relationship Id="rId75" Type="http://schemas.openxmlformats.org/officeDocument/2006/relationships/customXml" Target="../ink/ink1749.xml"/><Relationship Id="rId140" Type="http://schemas.openxmlformats.org/officeDocument/2006/relationships/image" Target="../media/image1711.png"/><Relationship Id="rId182" Type="http://schemas.openxmlformats.org/officeDocument/2006/relationships/image" Target="../media/image1731.png"/><Relationship Id="rId378" Type="http://schemas.openxmlformats.org/officeDocument/2006/relationships/customXml" Target="../ink/ink1901.xml"/><Relationship Id="rId403" Type="http://schemas.openxmlformats.org/officeDocument/2006/relationships/image" Target="../media/image1839.png"/><Relationship Id="rId6" Type="http://schemas.openxmlformats.org/officeDocument/2006/relationships/customXml" Target="../ink/ink1714.xml"/><Relationship Id="rId238" Type="http://schemas.openxmlformats.org/officeDocument/2006/relationships/image" Target="../media/image1758.png"/><Relationship Id="rId445" Type="http://schemas.openxmlformats.org/officeDocument/2006/relationships/image" Target="../media/image1860.png"/><Relationship Id="rId291" Type="http://schemas.openxmlformats.org/officeDocument/2006/relationships/image" Target="../media/image1783.png"/><Relationship Id="rId305" Type="http://schemas.openxmlformats.org/officeDocument/2006/relationships/image" Target="../media/image1790.png"/><Relationship Id="rId347" Type="http://schemas.openxmlformats.org/officeDocument/2006/relationships/image" Target="../media/image1811.png"/><Relationship Id="rId44" Type="http://schemas.openxmlformats.org/officeDocument/2006/relationships/image" Target="../media/image1663.png"/><Relationship Id="rId86" Type="http://schemas.openxmlformats.org/officeDocument/2006/relationships/image" Target="../media/image1684.png"/><Relationship Id="rId151" Type="http://schemas.openxmlformats.org/officeDocument/2006/relationships/customXml" Target="../ink/ink1787.xml"/><Relationship Id="rId389" Type="http://schemas.openxmlformats.org/officeDocument/2006/relationships/image" Target="../media/image1832.png"/><Relationship Id="rId193" Type="http://schemas.openxmlformats.org/officeDocument/2006/relationships/customXml" Target="../ink/ink1808.xml"/><Relationship Id="rId207" Type="http://schemas.openxmlformats.org/officeDocument/2006/relationships/customXml" Target="../ink/ink1815.xml"/><Relationship Id="rId249" Type="http://schemas.openxmlformats.org/officeDocument/2006/relationships/image" Target="../media/image1763.png"/><Relationship Id="rId414" Type="http://schemas.openxmlformats.org/officeDocument/2006/relationships/customXml" Target="../ink/ink1919.xml"/><Relationship Id="rId456" Type="http://schemas.openxmlformats.org/officeDocument/2006/relationships/customXml" Target="../ink/ink1940.xml"/><Relationship Id="rId13" Type="http://schemas.openxmlformats.org/officeDocument/2006/relationships/image" Target="../media/image1650.png"/><Relationship Id="rId109" Type="http://schemas.openxmlformats.org/officeDocument/2006/relationships/customXml" Target="../ink/ink1766.xml"/><Relationship Id="rId260" Type="http://schemas.openxmlformats.org/officeDocument/2006/relationships/customXml" Target="../ink/ink1842.xml"/><Relationship Id="rId316" Type="http://schemas.openxmlformats.org/officeDocument/2006/relationships/customXml" Target="../ink/ink1870.xml"/><Relationship Id="rId55" Type="http://schemas.openxmlformats.org/officeDocument/2006/relationships/customXml" Target="../ink/ink1739.xml"/><Relationship Id="rId97" Type="http://schemas.openxmlformats.org/officeDocument/2006/relationships/customXml" Target="../ink/ink1760.xml"/><Relationship Id="rId120" Type="http://schemas.openxmlformats.org/officeDocument/2006/relationships/image" Target="../media/image1701.png"/><Relationship Id="rId358" Type="http://schemas.openxmlformats.org/officeDocument/2006/relationships/customXml" Target="../ink/ink1891.xml"/><Relationship Id="rId162" Type="http://schemas.openxmlformats.org/officeDocument/2006/relationships/image" Target="../media/image1722.png"/><Relationship Id="rId218" Type="http://schemas.openxmlformats.org/officeDocument/2006/relationships/image" Target="../media/image1748.png"/><Relationship Id="rId425" Type="http://schemas.openxmlformats.org/officeDocument/2006/relationships/image" Target="../media/image1850.png"/><Relationship Id="rId467" Type="http://schemas.openxmlformats.org/officeDocument/2006/relationships/image" Target="../media/image1871.png"/><Relationship Id="rId271" Type="http://schemas.openxmlformats.org/officeDocument/2006/relationships/image" Target="../media/image1774.png"/><Relationship Id="rId24" Type="http://schemas.openxmlformats.org/officeDocument/2006/relationships/image" Target="../media/image1653.png"/><Relationship Id="rId66" Type="http://schemas.openxmlformats.org/officeDocument/2006/relationships/image" Target="../media/image1674.png"/><Relationship Id="rId131" Type="http://schemas.openxmlformats.org/officeDocument/2006/relationships/customXml" Target="../ink/ink1777.xml"/><Relationship Id="rId327" Type="http://schemas.openxmlformats.org/officeDocument/2006/relationships/image" Target="../media/image1801.png"/><Relationship Id="rId369" Type="http://schemas.openxmlformats.org/officeDocument/2006/relationships/image" Target="../media/image1822.png"/><Relationship Id="rId173" Type="http://schemas.openxmlformats.org/officeDocument/2006/relationships/customXml" Target="../ink/ink1798.xml"/><Relationship Id="rId229" Type="http://schemas.openxmlformats.org/officeDocument/2006/relationships/customXml" Target="../ink/ink1826.xml"/><Relationship Id="rId380" Type="http://schemas.openxmlformats.org/officeDocument/2006/relationships/customXml" Target="../ink/ink1902.xml"/><Relationship Id="rId436" Type="http://schemas.openxmlformats.org/officeDocument/2006/relationships/customXml" Target="../ink/ink1930.xml"/><Relationship Id="rId240" Type="http://schemas.openxmlformats.org/officeDocument/2006/relationships/image" Target="../media/image1759.png"/><Relationship Id="rId478" Type="http://schemas.openxmlformats.org/officeDocument/2006/relationships/customXml" Target="../ink/ink1951.xml"/><Relationship Id="rId35" Type="http://schemas.openxmlformats.org/officeDocument/2006/relationships/customXml" Target="../ink/ink1729.xml"/><Relationship Id="rId77" Type="http://schemas.openxmlformats.org/officeDocument/2006/relationships/customXml" Target="../ink/ink1750.xml"/><Relationship Id="rId100" Type="http://schemas.openxmlformats.org/officeDocument/2006/relationships/image" Target="../media/image1691.png"/><Relationship Id="rId282" Type="http://schemas.openxmlformats.org/officeDocument/2006/relationships/customXml" Target="../ink/ink1853.xml"/><Relationship Id="rId338" Type="http://schemas.openxmlformats.org/officeDocument/2006/relationships/customXml" Target="../ink/ink1881.xml"/><Relationship Id="rId8" Type="http://schemas.openxmlformats.org/officeDocument/2006/relationships/customXml" Target="../ink/ink1715.xml"/><Relationship Id="rId142" Type="http://schemas.openxmlformats.org/officeDocument/2006/relationships/image" Target="../media/image1712.png"/><Relationship Id="rId184" Type="http://schemas.openxmlformats.org/officeDocument/2006/relationships/image" Target="../media/image1143.png"/><Relationship Id="rId391" Type="http://schemas.openxmlformats.org/officeDocument/2006/relationships/image" Target="../media/image1833.png"/><Relationship Id="rId405" Type="http://schemas.openxmlformats.org/officeDocument/2006/relationships/image" Target="../media/image1840.png"/><Relationship Id="rId447" Type="http://schemas.openxmlformats.org/officeDocument/2006/relationships/image" Target="../media/image1861.png"/><Relationship Id="rId251" Type="http://schemas.openxmlformats.org/officeDocument/2006/relationships/image" Target="../media/image1764.png"/><Relationship Id="rId46" Type="http://schemas.openxmlformats.org/officeDocument/2006/relationships/image" Target="../media/image1664.png"/><Relationship Id="rId293" Type="http://schemas.openxmlformats.org/officeDocument/2006/relationships/image" Target="../media/image1784.png"/><Relationship Id="rId307" Type="http://schemas.openxmlformats.org/officeDocument/2006/relationships/image" Target="../media/image1791.png"/><Relationship Id="rId349" Type="http://schemas.openxmlformats.org/officeDocument/2006/relationships/image" Target="../media/image1812.png"/><Relationship Id="rId88" Type="http://schemas.openxmlformats.org/officeDocument/2006/relationships/image" Target="../media/image1685.png"/><Relationship Id="rId111" Type="http://schemas.openxmlformats.org/officeDocument/2006/relationships/customXml" Target="../ink/ink1767.xml"/><Relationship Id="rId153" Type="http://schemas.openxmlformats.org/officeDocument/2006/relationships/customXml" Target="../ink/ink1788.xml"/><Relationship Id="rId195" Type="http://schemas.openxmlformats.org/officeDocument/2006/relationships/customXml" Target="../ink/ink1809.xml"/><Relationship Id="rId209" Type="http://schemas.openxmlformats.org/officeDocument/2006/relationships/customXml" Target="../ink/ink1816.xml"/><Relationship Id="rId360" Type="http://schemas.openxmlformats.org/officeDocument/2006/relationships/customXml" Target="../ink/ink1892.xml"/><Relationship Id="rId416" Type="http://schemas.openxmlformats.org/officeDocument/2006/relationships/customXml" Target="../ink/ink1920.xml"/><Relationship Id="rId220" Type="http://schemas.openxmlformats.org/officeDocument/2006/relationships/image" Target="../media/image1749.png"/><Relationship Id="rId458" Type="http://schemas.openxmlformats.org/officeDocument/2006/relationships/customXml" Target="../ink/ink1941.xml"/><Relationship Id="rId15" Type="http://schemas.openxmlformats.org/officeDocument/2006/relationships/image" Target="../media/image73.png"/><Relationship Id="rId57" Type="http://schemas.openxmlformats.org/officeDocument/2006/relationships/customXml" Target="../ink/ink1740.xml"/><Relationship Id="rId262" Type="http://schemas.openxmlformats.org/officeDocument/2006/relationships/customXml" Target="../ink/ink1843.xml"/><Relationship Id="rId318" Type="http://schemas.openxmlformats.org/officeDocument/2006/relationships/customXml" Target="../ink/ink1871.xml"/><Relationship Id="rId99" Type="http://schemas.openxmlformats.org/officeDocument/2006/relationships/customXml" Target="../ink/ink1761.xml"/><Relationship Id="rId122" Type="http://schemas.openxmlformats.org/officeDocument/2006/relationships/image" Target="../media/image1702.png"/><Relationship Id="rId164" Type="http://schemas.openxmlformats.org/officeDocument/2006/relationships/image" Target="../media/image1723.png"/><Relationship Id="rId371" Type="http://schemas.openxmlformats.org/officeDocument/2006/relationships/image" Target="../media/image1823.png"/><Relationship Id="rId427" Type="http://schemas.openxmlformats.org/officeDocument/2006/relationships/image" Target="../media/image1851.png"/><Relationship Id="rId469" Type="http://schemas.openxmlformats.org/officeDocument/2006/relationships/image" Target="../media/image1872.png"/><Relationship Id="rId26" Type="http://schemas.openxmlformats.org/officeDocument/2006/relationships/image" Target="../media/image1654.png"/><Relationship Id="rId231" Type="http://schemas.openxmlformats.org/officeDocument/2006/relationships/customXml" Target="../ink/ink1827.xml"/><Relationship Id="rId273" Type="http://schemas.openxmlformats.org/officeDocument/2006/relationships/image" Target="../media/image1775.png"/><Relationship Id="rId329" Type="http://schemas.openxmlformats.org/officeDocument/2006/relationships/image" Target="../media/image1802.png"/><Relationship Id="rId480" Type="http://schemas.openxmlformats.org/officeDocument/2006/relationships/customXml" Target="../ink/ink1952.xml"/><Relationship Id="rId68" Type="http://schemas.openxmlformats.org/officeDocument/2006/relationships/image" Target="../media/image1675.png"/><Relationship Id="rId133" Type="http://schemas.openxmlformats.org/officeDocument/2006/relationships/customXml" Target="../ink/ink1778.xml"/><Relationship Id="rId175" Type="http://schemas.openxmlformats.org/officeDocument/2006/relationships/customXml" Target="../ink/ink1799.xml"/><Relationship Id="rId340" Type="http://schemas.openxmlformats.org/officeDocument/2006/relationships/customXml" Target="../ink/ink1882.xml"/><Relationship Id="rId200" Type="http://schemas.openxmlformats.org/officeDocument/2006/relationships/image" Target="../media/image1739.png"/><Relationship Id="rId382" Type="http://schemas.openxmlformats.org/officeDocument/2006/relationships/customXml" Target="../ink/ink1903.xml"/><Relationship Id="rId438" Type="http://schemas.openxmlformats.org/officeDocument/2006/relationships/customXml" Target="../ink/ink1931.xml"/><Relationship Id="rId242" Type="http://schemas.openxmlformats.org/officeDocument/2006/relationships/customXml" Target="../ink/ink1833.xml"/><Relationship Id="rId284" Type="http://schemas.openxmlformats.org/officeDocument/2006/relationships/customXml" Target="../ink/ink1854.xml"/><Relationship Id="rId37" Type="http://schemas.openxmlformats.org/officeDocument/2006/relationships/customXml" Target="../ink/ink1730.xml"/><Relationship Id="rId79" Type="http://schemas.openxmlformats.org/officeDocument/2006/relationships/customXml" Target="../ink/ink1751.xml"/><Relationship Id="rId102" Type="http://schemas.openxmlformats.org/officeDocument/2006/relationships/image" Target="../media/image1692.png"/><Relationship Id="rId144" Type="http://schemas.openxmlformats.org/officeDocument/2006/relationships/image" Target="../media/image1713.png"/><Relationship Id="rId90" Type="http://schemas.openxmlformats.org/officeDocument/2006/relationships/image" Target="../media/image1686.png"/><Relationship Id="rId186" Type="http://schemas.openxmlformats.org/officeDocument/2006/relationships/image" Target="../media/image1732.png"/><Relationship Id="rId351" Type="http://schemas.openxmlformats.org/officeDocument/2006/relationships/image" Target="../media/image1813.png"/><Relationship Id="rId393" Type="http://schemas.openxmlformats.org/officeDocument/2006/relationships/image" Target="../media/image1834.png"/><Relationship Id="rId407" Type="http://schemas.openxmlformats.org/officeDocument/2006/relationships/image" Target="../media/image1841.png"/><Relationship Id="rId449" Type="http://schemas.openxmlformats.org/officeDocument/2006/relationships/image" Target="../media/image1862.png"/><Relationship Id="rId211" Type="http://schemas.openxmlformats.org/officeDocument/2006/relationships/customXml" Target="../ink/ink1817.xml"/><Relationship Id="rId253" Type="http://schemas.openxmlformats.org/officeDocument/2006/relationships/image" Target="../media/image1765.png"/><Relationship Id="rId295" Type="http://schemas.openxmlformats.org/officeDocument/2006/relationships/image" Target="../media/image1785.png"/><Relationship Id="rId309" Type="http://schemas.openxmlformats.org/officeDocument/2006/relationships/image" Target="../media/image1792.png"/><Relationship Id="rId460" Type="http://schemas.openxmlformats.org/officeDocument/2006/relationships/customXml" Target="../ink/ink1942.xml"/><Relationship Id="rId48" Type="http://schemas.openxmlformats.org/officeDocument/2006/relationships/image" Target="../media/image1665.png"/><Relationship Id="rId113" Type="http://schemas.openxmlformats.org/officeDocument/2006/relationships/customXml" Target="../ink/ink1768.xml"/><Relationship Id="rId320" Type="http://schemas.openxmlformats.org/officeDocument/2006/relationships/customXml" Target="../ink/ink1872.xml"/><Relationship Id="rId155" Type="http://schemas.openxmlformats.org/officeDocument/2006/relationships/customXml" Target="../ink/ink1789.xml"/><Relationship Id="rId197" Type="http://schemas.openxmlformats.org/officeDocument/2006/relationships/customXml" Target="../ink/ink1810.xml"/><Relationship Id="rId362" Type="http://schemas.openxmlformats.org/officeDocument/2006/relationships/customXml" Target="../ink/ink1893.xml"/><Relationship Id="rId418" Type="http://schemas.openxmlformats.org/officeDocument/2006/relationships/customXml" Target="../ink/ink1921.xml"/><Relationship Id="rId222" Type="http://schemas.openxmlformats.org/officeDocument/2006/relationships/image" Target="../media/image1750.png"/><Relationship Id="rId264" Type="http://schemas.openxmlformats.org/officeDocument/2006/relationships/customXml" Target="../ink/ink1844.xml"/><Relationship Id="rId471" Type="http://schemas.openxmlformats.org/officeDocument/2006/relationships/image" Target="../media/image1873.png"/><Relationship Id="rId17" Type="http://schemas.openxmlformats.org/officeDocument/2006/relationships/image" Target="../media/image72.png"/><Relationship Id="rId59" Type="http://schemas.openxmlformats.org/officeDocument/2006/relationships/customXml" Target="../ink/ink1741.xml"/><Relationship Id="rId124" Type="http://schemas.openxmlformats.org/officeDocument/2006/relationships/image" Target="../media/image1703.png"/><Relationship Id="rId70" Type="http://schemas.openxmlformats.org/officeDocument/2006/relationships/image" Target="../media/image1676.png"/><Relationship Id="rId166" Type="http://schemas.openxmlformats.org/officeDocument/2006/relationships/image" Target="../media/image1724.png"/><Relationship Id="rId331" Type="http://schemas.openxmlformats.org/officeDocument/2006/relationships/image" Target="../media/image1803.png"/><Relationship Id="rId373" Type="http://schemas.openxmlformats.org/officeDocument/2006/relationships/image" Target="../media/image1824.png"/><Relationship Id="rId429" Type="http://schemas.openxmlformats.org/officeDocument/2006/relationships/image" Target="../media/image1852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828.xml"/><Relationship Id="rId440" Type="http://schemas.openxmlformats.org/officeDocument/2006/relationships/customXml" Target="../ink/ink1932.xml"/><Relationship Id="rId28" Type="http://schemas.openxmlformats.org/officeDocument/2006/relationships/image" Target="../media/image1655.png"/><Relationship Id="rId275" Type="http://schemas.openxmlformats.org/officeDocument/2006/relationships/image" Target="../media/image1776.png"/><Relationship Id="rId300" Type="http://schemas.openxmlformats.org/officeDocument/2006/relationships/customXml" Target="../ink/ink1862.xml"/><Relationship Id="rId482" Type="http://schemas.openxmlformats.org/officeDocument/2006/relationships/customXml" Target="../ink/ink1953.xml"/><Relationship Id="rId81" Type="http://schemas.openxmlformats.org/officeDocument/2006/relationships/customXml" Target="../ink/ink1752.xml"/><Relationship Id="rId135" Type="http://schemas.openxmlformats.org/officeDocument/2006/relationships/customXml" Target="../ink/ink1779.xml"/><Relationship Id="rId177" Type="http://schemas.openxmlformats.org/officeDocument/2006/relationships/customXml" Target="../ink/ink1800.xml"/><Relationship Id="rId342" Type="http://schemas.openxmlformats.org/officeDocument/2006/relationships/customXml" Target="../ink/ink1883.xml"/><Relationship Id="rId384" Type="http://schemas.openxmlformats.org/officeDocument/2006/relationships/customXml" Target="../ink/ink1904.xml"/><Relationship Id="rId202" Type="http://schemas.openxmlformats.org/officeDocument/2006/relationships/image" Target="../media/image1740.png"/><Relationship Id="rId244" Type="http://schemas.openxmlformats.org/officeDocument/2006/relationships/customXml" Target="../ink/ink1834.xml"/><Relationship Id="rId39" Type="http://schemas.openxmlformats.org/officeDocument/2006/relationships/customXml" Target="../ink/ink1731.xml"/><Relationship Id="rId286" Type="http://schemas.openxmlformats.org/officeDocument/2006/relationships/customXml" Target="../ink/ink1855.xml"/><Relationship Id="rId451" Type="http://schemas.openxmlformats.org/officeDocument/2006/relationships/image" Target="../media/image1863.png"/><Relationship Id="rId50" Type="http://schemas.openxmlformats.org/officeDocument/2006/relationships/image" Target="../media/image1666.png"/><Relationship Id="rId104" Type="http://schemas.openxmlformats.org/officeDocument/2006/relationships/image" Target="../media/image1693.png"/><Relationship Id="rId146" Type="http://schemas.openxmlformats.org/officeDocument/2006/relationships/image" Target="../media/image1714.png"/><Relationship Id="rId188" Type="http://schemas.openxmlformats.org/officeDocument/2006/relationships/image" Target="../media/image1733.png"/><Relationship Id="rId311" Type="http://schemas.openxmlformats.org/officeDocument/2006/relationships/image" Target="../media/image1793.png"/><Relationship Id="rId353" Type="http://schemas.openxmlformats.org/officeDocument/2006/relationships/image" Target="../media/image1814.png"/><Relationship Id="rId395" Type="http://schemas.openxmlformats.org/officeDocument/2006/relationships/image" Target="../media/image1835.png"/><Relationship Id="rId409" Type="http://schemas.openxmlformats.org/officeDocument/2006/relationships/image" Target="../media/image1842.png"/><Relationship Id="rId92" Type="http://schemas.openxmlformats.org/officeDocument/2006/relationships/image" Target="../media/image1687.png"/><Relationship Id="rId213" Type="http://schemas.openxmlformats.org/officeDocument/2006/relationships/customXml" Target="../ink/ink1818.xml"/><Relationship Id="rId420" Type="http://schemas.openxmlformats.org/officeDocument/2006/relationships/customXml" Target="../ink/ink1922.xml"/><Relationship Id="rId255" Type="http://schemas.openxmlformats.org/officeDocument/2006/relationships/image" Target="../media/image1766.png"/><Relationship Id="rId297" Type="http://schemas.openxmlformats.org/officeDocument/2006/relationships/image" Target="../media/image1786.png"/><Relationship Id="rId462" Type="http://schemas.openxmlformats.org/officeDocument/2006/relationships/customXml" Target="../ink/ink1943.xml"/><Relationship Id="rId115" Type="http://schemas.openxmlformats.org/officeDocument/2006/relationships/customXml" Target="../ink/ink1769.xml"/><Relationship Id="rId157" Type="http://schemas.openxmlformats.org/officeDocument/2006/relationships/customXml" Target="../ink/ink1790.xml"/><Relationship Id="rId322" Type="http://schemas.openxmlformats.org/officeDocument/2006/relationships/customXml" Target="../ink/ink1873.xml"/><Relationship Id="rId364" Type="http://schemas.openxmlformats.org/officeDocument/2006/relationships/customXml" Target="../ink/ink1894.xml"/><Relationship Id="rId61" Type="http://schemas.openxmlformats.org/officeDocument/2006/relationships/customXml" Target="../ink/ink1742.xml"/><Relationship Id="rId199" Type="http://schemas.openxmlformats.org/officeDocument/2006/relationships/customXml" Target="../ink/ink1811.xml"/><Relationship Id="rId19" Type="http://schemas.openxmlformats.org/officeDocument/2006/relationships/customXml" Target="../ink/ink1721.xml"/><Relationship Id="rId224" Type="http://schemas.openxmlformats.org/officeDocument/2006/relationships/image" Target="../media/image1751.png"/><Relationship Id="rId266" Type="http://schemas.openxmlformats.org/officeDocument/2006/relationships/customXml" Target="../ink/ink1845.xml"/><Relationship Id="rId431" Type="http://schemas.openxmlformats.org/officeDocument/2006/relationships/image" Target="../media/image1853.png"/><Relationship Id="rId473" Type="http://schemas.openxmlformats.org/officeDocument/2006/relationships/image" Target="../media/image1874.png"/><Relationship Id="rId30" Type="http://schemas.openxmlformats.org/officeDocument/2006/relationships/image" Target="../media/image1656.png"/><Relationship Id="rId126" Type="http://schemas.openxmlformats.org/officeDocument/2006/relationships/image" Target="../media/image1704.png"/><Relationship Id="rId168" Type="http://schemas.openxmlformats.org/officeDocument/2006/relationships/image" Target="../media/image109.png"/><Relationship Id="rId333" Type="http://schemas.openxmlformats.org/officeDocument/2006/relationships/image" Target="../media/image1804.png"/><Relationship Id="rId72" Type="http://schemas.openxmlformats.org/officeDocument/2006/relationships/image" Target="../media/image1677.png"/><Relationship Id="rId375" Type="http://schemas.openxmlformats.org/officeDocument/2006/relationships/image" Target="../media/image1825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66.xml"/><Relationship Id="rId21" Type="http://schemas.openxmlformats.org/officeDocument/2006/relationships/image" Target="../media/image1889.png"/><Relationship Id="rId42" Type="http://schemas.openxmlformats.org/officeDocument/2006/relationships/customXml" Target="../ink/ink1974.xml"/><Relationship Id="rId47" Type="http://schemas.openxmlformats.org/officeDocument/2006/relationships/image" Target="../media/image1902.png"/><Relationship Id="rId63" Type="http://schemas.openxmlformats.org/officeDocument/2006/relationships/image" Target="../media/image1910.png"/><Relationship Id="rId68" Type="http://schemas.openxmlformats.org/officeDocument/2006/relationships/customXml" Target="../ink/ink1987.xml"/><Relationship Id="rId84" Type="http://schemas.openxmlformats.org/officeDocument/2006/relationships/customXml" Target="../ink/ink1995.xml"/><Relationship Id="rId89" Type="http://schemas.openxmlformats.org/officeDocument/2006/relationships/image" Target="../media/image1923.png"/><Relationship Id="rId16" Type="http://schemas.openxmlformats.org/officeDocument/2006/relationships/customXml" Target="../ink/ink1961.xml"/><Relationship Id="rId11" Type="http://schemas.openxmlformats.org/officeDocument/2006/relationships/image" Target="../media/image1884.png"/><Relationship Id="rId32" Type="http://schemas.openxmlformats.org/officeDocument/2006/relationships/customXml" Target="../ink/ink1969.xml"/><Relationship Id="rId37" Type="http://schemas.openxmlformats.org/officeDocument/2006/relationships/image" Target="../media/image1897.png"/><Relationship Id="rId53" Type="http://schemas.openxmlformats.org/officeDocument/2006/relationships/image" Target="../media/image1905.png"/><Relationship Id="rId58" Type="http://schemas.openxmlformats.org/officeDocument/2006/relationships/customXml" Target="../ink/ink1982.xml"/><Relationship Id="rId74" Type="http://schemas.openxmlformats.org/officeDocument/2006/relationships/customXml" Target="../ink/ink1990.xml"/><Relationship Id="rId79" Type="http://schemas.openxmlformats.org/officeDocument/2006/relationships/image" Target="../media/image1918.png"/><Relationship Id="rId5" Type="http://schemas.openxmlformats.org/officeDocument/2006/relationships/image" Target="../media/image1881.png"/><Relationship Id="rId90" Type="http://schemas.openxmlformats.org/officeDocument/2006/relationships/customXml" Target="../ink/ink1998.xml"/><Relationship Id="rId95" Type="http://schemas.openxmlformats.org/officeDocument/2006/relationships/image" Target="../media/image1926.png"/><Relationship Id="rId22" Type="http://schemas.openxmlformats.org/officeDocument/2006/relationships/customXml" Target="../ink/ink1964.xml"/><Relationship Id="rId27" Type="http://schemas.openxmlformats.org/officeDocument/2006/relationships/image" Target="../media/image1892.png"/><Relationship Id="rId43" Type="http://schemas.openxmlformats.org/officeDocument/2006/relationships/image" Target="../media/image1900.png"/><Relationship Id="rId48" Type="http://schemas.openxmlformats.org/officeDocument/2006/relationships/customXml" Target="../ink/ink1977.xml"/><Relationship Id="rId64" Type="http://schemas.openxmlformats.org/officeDocument/2006/relationships/customXml" Target="../ink/ink1985.xml"/><Relationship Id="rId69" Type="http://schemas.openxmlformats.org/officeDocument/2006/relationships/image" Target="../media/image1913.png"/><Relationship Id="rId80" Type="http://schemas.openxmlformats.org/officeDocument/2006/relationships/customXml" Target="../ink/ink1993.xml"/><Relationship Id="rId85" Type="http://schemas.openxmlformats.org/officeDocument/2006/relationships/image" Target="../media/image1921.png"/><Relationship Id="rId3" Type="http://schemas.openxmlformats.org/officeDocument/2006/relationships/image" Target="../media/image1880.png"/><Relationship Id="rId12" Type="http://schemas.openxmlformats.org/officeDocument/2006/relationships/customXml" Target="../ink/ink1959.xml"/><Relationship Id="rId17" Type="http://schemas.openxmlformats.org/officeDocument/2006/relationships/image" Target="../media/image1887.png"/><Relationship Id="rId25" Type="http://schemas.openxmlformats.org/officeDocument/2006/relationships/image" Target="../media/image1891.png"/><Relationship Id="rId33" Type="http://schemas.openxmlformats.org/officeDocument/2006/relationships/image" Target="../media/image1895.png"/><Relationship Id="rId38" Type="http://schemas.openxmlformats.org/officeDocument/2006/relationships/customXml" Target="../ink/ink1972.xml"/><Relationship Id="rId46" Type="http://schemas.openxmlformats.org/officeDocument/2006/relationships/customXml" Target="../ink/ink1976.xml"/><Relationship Id="rId59" Type="http://schemas.openxmlformats.org/officeDocument/2006/relationships/image" Target="../media/image1908.png"/><Relationship Id="rId67" Type="http://schemas.openxmlformats.org/officeDocument/2006/relationships/image" Target="../media/image1912.png"/><Relationship Id="rId20" Type="http://schemas.openxmlformats.org/officeDocument/2006/relationships/customXml" Target="../ink/ink1963.xml"/><Relationship Id="rId41" Type="http://schemas.openxmlformats.org/officeDocument/2006/relationships/image" Target="../media/image1899.png"/><Relationship Id="rId54" Type="http://schemas.openxmlformats.org/officeDocument/2006/relationships/customXml" Target="../ink/ink1980.xml"/><Relationship Id="rId62" Type="http://schemas.openxmlformats.org/officeDocument/2006/relationships/customXml" Target="../ink/ink1984.xml"/><Relationship Id="rId70" Type="http://schemas.openxmlformats.org/officeDocument/2006/relationships/customXml" Target="../ink/ink1988.xml"/><Relationship Id="rId75" Type="http://schemas.openxmlformats.org/officeDocument/2006/relationships/image" Target="../media/image1916.png"/><Relationship Id="rId83" Type="http://schemas.openxmlformats.org/officeDocument/2006/relationships/image" Target="../media/image1920.png"/><Relationship Id="rId88" Type="http://schemas.openxmlformats.org/officeDocument/2006/relationships/customXml" Target="../ink/ink1997.xml"/><Relationship Id="rId91" Type="http://schemas.openxmlformats.org/officeDocument/2006/relationships/image" Target="../media/image1924.png"/><Relationship Id="rId96" Type="http://schemas.openxmlformats.org/officeDocument/2006/relationships/customXml" Target="../ink/ink20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56.xml"/><Relationship Id="rId15" Type="http://schemas.openxmlformats.org/officeDocument/2006/relationships/image" Target="../media/image1886.png"/><Relationship Id="rId23" Type="http://schemas.openxmlformats.org/officeDocument/2006/relationships/image" Target="../media/image1890.png"/><Relationship Id="rId28" Type="http://schemas.openxmlformats.org/officeDocument/2006/relationships/customXml" Target="../ink/ink1967.xml"/><Relationship Id="rId36" Type="http://schemas.openxmlformats.org/officeDocument/2006/relationships/customXml" Target="../ink/ink1971.xml"/><Relationship Id="rId49" Type="http://schemas.openxmlformats.org/officeDocument/2006/relationships/image" Target="../media/image1903.png"/><Relationship Id="rId57" Type="http://schemas.openxmlformats.org/officeDocument/2006/relationships/image" Target="../media/image1907.png"/><Relationship Id="rId10" Type="http://schemas.openxmlformats.org/officeDocument/2006/relationships/customXml" Target="../ink/ink1958.xml"/><Relationship Id="rId31" Type="http://schemas.openxmlformats.org/officeDocument/2006/relationships/image" Target="../media/image1894.png"/><Relationship Id="rId44" Type="http://schemas.openxmlformats.org/officeDocument/2006/relationships/customXml" Target="../ink/ink1975.xml"/><Relationship Id="rId52" Type="http://schemas.openxmlformats.org/officeDocument/2006/relationships/customXml" Target="../ink/ink1979.xml"/><Relationship Id="rId60" Type="http://schemas.openxmlformats.org/officeDocument/2006/relationships/customXml" Target="../ink/ink1983.xml"/><Relationship Id="rId65" Type="http://schemas.openxmlformats.org/officeDocument/2006/relationships/image" Target="../media/image1911.png"/><Relationship Id="rId73" Type="http://schemas.openxmlformats.org/officeDocument/2006/relationships/image" Target="../media/image1915.png"/><Relationship Id="rId78" Type="http://schemas.openxmlformats.org/officeDocument/2006/relationships/customXml" Target="../ink/ink1992.xml"/><Relationship Id="rId81" Type="http://schemas.openxmlformats.org/officeDocument/2006/relationships/image" Target="../media/image1919.png"/><Relationship Id="rId86" Type="http://schemas.openxmlformats.org/officeDocument/2006/relationships/customXml" Target="../ink/ink1996.xml"/><Relationship Id="rId94" Type="http://schemas.openxmlformats.org/officeDocument/2006/relationships/customXml" Target="../ink/ink2000.xml"/><Relationship Id="rId99" Type="http://schemas.openxmlformats.org/officeDocument/2006/relationships/image" Target="../media/image1928.png"/><Relationship Id="rId4" Type="http://schemas.openxmlformats.org/officeDocument/2006/relationships/customXml" Target="../ink/ink1955.xml"/><Relationship Id="rId9" Type="http://schemas.openxmlformats.org/officeDocument/2006/relationships/image" Target="../media/image1883.png"/><Relationship Id="rId13" Type="http://schemas.openxmlformats.org/officeDocument/2006/relationships/image" Target="../media/image1885.png"/><Relationship Id="rId18" Type="http://schemas.openxmlformats.org/officeDocument/2006/relationships/customXml" Target="../ink/ink1962.xml"/><Relationship Id="rId39" Type="http://schemas.openxmlformats.org/officeDocument/2006/relationships/image" Target="../media/image1898.png"/><Relationship Id="rId34" Type="http://schemas.openxmlformats.org/officeDocument/2006/relationships/customXml" Target="../ink/ink1970.xml"/><Relationship Id="rId50" Type="http://schemas.openxmlformats.org/officeDocument/2006/relationships/customXml" Target="../ink/ink1978.xml"/><Relationship Id="rId55" Type="http://schemas.openxmlformats.org/officeDocument/2006/relationships/image" Target="../media/image1906.png"/><Relationship Id="rId76" Type="http://schemas.openxmlformats.org/officeDocument/2006/relationships/customXml" Target="../ink/ink1991.xml"/><Relationship Id="rId97" Type="http://schemas.openxmlformats.org/officeDocument/2006/relationships/image" Target="../media/image1927.png"/><Relationship Id="rId7" Type="http://schemas.openxmlformats.org/officeDocument/2006/relationships/image" Target="../media/image1882.png"/><Relationship Id="rId71" Type="http://schemas.openxmlformats.org/officeDocument/2006/relationships/image" Target="../media/image1914.png"/><Relationship Id="rId92" Type="http://schemas.openxmlformats.org/officeDocument/2006/relationships/customXml" Target="../ink/ink1999.xml"/><Relationship Id="rId2" Type="http://schemas.openxmlformats.org/officeDocument/2006/relationships/customXml" Target="../ink/ink1954.xml"/><Relationship Id="rId29" Type="http://schemas.openxmlformats.org/officeDocument/2006/relationships/image" Target="../media/image1893.png"/><Relationship Id="rId24" Type="http://schemas.openxmlformats.org/officeDocument/2006/relationships/customXml" Target="../ink/ink1965.xml"/><Relationship Id="rId40" Type="http://schemas.openxmlformats.org/officeDocument/2006/relationships/customXml" Target="../ink/ink1973.xml"/><Relationship Id="rId45" Type="http://schemas.openxmlformats.org/officeDocument/2006/relationships/image" Target="../media/image1901.png"/><Relationship Id="rId66" Type="http://schemas.openxmlformats.org/officeDocument/2006/relationships/customXml" Target="../ink/ink1986.xml"/><Relationship Id="rId87" Type="http://schemas.openxmlformats.org/officeDocument/2006/relationships/image" Target="../media/image1922.png"/><Relationship Id="rId61" Type="http://schemas.openxmlformats.org/officeDocument/2006/relationships/image" Target="../media/image1909.png"/><Relationship Id="rId82" Type="http://schemas.openxmlformats.org/officeDocument/2006/relationships/customXml" Target="../ink/ink1994.xml"/><Relationship Id="rId19" Type="http://schemas.openxmlformats.org/officeDocument/2006/relationships/image" Target="../media/image1888.png"/><Relationship Id="rId14" Type="http://schemas.openxmlformats.org/officeDocument/2006/relationships/customXml" Target="../ink/ink1960.xml"/><Relationship Id="rId30" Type="http://schemas.openxmlformats.org/officeDocument/2006/relationships/customXml" Target="../ink/ink1968.xml"/><Relationship Id="rId35" Type="http://schemas.openxmlformats.org/officeDocument/2006/relationships/image" Target="../media/image1896.png"/><Relationship Id="rId56" Type="http://schemas.openxmlformats.org/officeDocument/2006/relationships/customXml" Target="../ink/ink1981.xml"/><Relationship Id="rId77" Type="http://schemas.openxmlformats.org/officeDocument/2006/relationships/image" Target="../media/image1917.png"/><Relationship Id="rId8" Type="http://schemas.openxmlformats.org/officeDocument/2006/relationships/customXml" Target="../ink/ink1957.xml"/><Relationship Id="rId51" Type="http://schemas.openxmlformats.org/officeDocument/2006/relationships/image" Target="../media/image1904.png"/><Relationship Id="rId72" Type="http://schemas.openxmlformats.org/officeDocument/2006/relationships/customXml" Target="../ink/ink1989.xml"/><Relationship Id="rId93" Type="http://schemas.openxmlformats.org/officeDocument/2006/relationships/image" Target="../media/image1925.png"/><Relationship Id="rId98" Type="http://schemas.openxmlformats.org/officeDocument/2006/relationships/customXml" Target="../ink/ink200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9.png"/><Relationship Id="rId21" Type="http://schemas.openxmlformats.org/officeDocument/2006/relationships/image" Target="../media/image2021.png"/><Relationship Id="rId63" Type="http://schemas.openxmlformats.org/officeDocument/2006/relationships/image" Target="../media/image2042.png"/><Relationship Id="rId159" Type="http://schemas.openxmlformats.org/officeDocument/2006/relationships/image" Target="../media/image2090.png"/><Relationship Id="rId170" Type="http://schemas.openxmlformats.org/officeDocument/2006/relationships/customXml" Target="../ink/ink2087.xml"/><Relationship Id="rId433" Type="http://schemas.openxmlformats.org/officeDocument/2006/relationships/customXml" Target="../ink/ink2105.xml"/><Relationship Id="rId107" Type="http://schemas.openxmlformats.org/officeDocument/2006/relationships/image" Target="../media/image2064.png"/><Relationship Id="rId454" Type="http://schemas.openxmlformats.org/officeDocument/2006/relationships/image" Target="../media/image1940.png"/><Relationship Id="rId475" Type="http://schemas.openxmlformats.org/officeDocument/2006/relationships/customXml" Target="../ink/ink2126.xml"/><Relationship Id="rId11" Type="http://schemas.openxmlformats.org/officeDocument/2006/relationships/image" Target="../media/image2016.png"/><Relationship Id="rId32" Type="http://schemas.openxmlformats.org/officeDocument/2006/relationships/customXml" Target="../ink/ink2018.xml"/><Relationship Id="rId53" Type="http://schemas.openxmlformats.org/officeDocument/2006/relationships/image" Target="../media/image2037.png"/><Relationship Id="rId74" Type="http://schemas.openxmlformats.org/officeDocument/2006/relationships/customXml" Target="../ink/ink2039.xml"/><Relationship Id="rId128" Type="http://schemas.openxmlformats.org/officeDocument/2006/relationships/customXml" Target="../ink/ink2066.xml"/><Relationship Id="rId149" Type="http://schemas.openxmlformats.org/officeDocument/2006/relationships/image" Target="../media/image2085.png"/><Relationship Id="rId5" Type="http://schemas.openxmlformats.org/officeDocument/2006/relationships/image" Target="../media/image2013.png"/><Relationship Id="rId95" Type="http://schemas.openxmlformats.org/officeDocument/2006/relationships/image" Target="../media/image2058.png"/><Relationship Id="rId160" Type="http://schemas.openxmlformats.org/officeDocument/2006/relationships/customXml" Target="../ink/ink2082.xml"/><Relationship Id="rId181" Type="http://schemas.openxmlformats.org/officeDocument/2006/relationships/image" Target="../media/image2101.png"/><Relationship Id="rId423" Type="http://schemas.openxmlformats.org/officeDocument/2006/relationships/image" Target="../media/image2215.png"/><Relationship Id="rId444" Type="http://schemas.openxmlformats.org/officeDocument/2006/relationships/image" Target="../media/image1935.png"/><Relationship Id="rId465" Type="http://schemas.openxmlformats.org/officeDocument/2006/relationships/customXml" Target="../ink/ink2121.xml"/><Relationship Id="rId486" Type="http://schemas.openxmlformats.org/officeDocument/2006/relationships/image" Target="../media/image1956.png"/><Relationship Id="rId22" Type="http://schemas.openxmlformats.org/officeDocument/2006/relationships/customXml" Target="../ink/ink2013.xml"/><Relationship Id="rId43" Type="http://schemas.openxmlformats.org/officeDocument/2006/relationships/image" Target="../media/image2032.png"/><Relationship Id="rId64" Type="http://schemas.openxmlformats.org/officeDocument/2006/relationships/customXml" Target="../ink/ink2034.xml"/><Relationship Id="rId118" Type="http://schemas.openxmlformats.org/officeDocument/2006/relationships/customXml" Target="../ink/ink2061.xml"/><Relationship Id="rId139" Type="http://schemas.openxmlformats.org/officeDocument/2006/relationships/image" Target="../media/image2080.png"/><Relationship Id="rId85" Type="http://schemas.openxmlformats.org/officeDocument/2006/relationships/image" Target="../media/image2053.png"/><Relationship Id="rId150" Type="http://schemas.openxmlformats.org/officeDocument/2006/relationships/customXml" Target="../ink/ink2077.xml"/><Relationship Id="rId171" Type="http://schemas.openxmlformats.org/officeDocument/2006/relationships/image" Target="../media/image2096.png"/><Relationship Id="rId192" Type="http://schemas.openxmlformats.org/officeDocument/2006/relationships/customXml" Target="../ink/ink2098.xml"/><Relationship Id="rId434" Type="http://schemas.openxmlformats.org/officeDocument/2006/relationships/image" Target="../media/image77.png"/><Relationship Id="rId455" Type="http://schemas.openxmlformats.org/officeDocument/2006/relationships/customXml" Target="../ink/ink2116.xml"/><Relationship Id="rId476" Type="http://schemas.openxmlformats.org/officeDocument/2006/relationships/image" Target="../media/image1951.png"/><Relationship Id="rId12" Type="http://schemas.openxmlformats.org/officeDocument/2006/relationships/customXml" Target="../ink/ink2008.xml"/><Relationship Id="rId33" Type="http://schemas.openxmlformats.org/officeDocument/2006/relationships/image" Target="../media/image2027.png"/><Relationship Id="rId108" Type="http://schemas.openxmlformats.org/officeDocument/2006/relationships/customXml" Target="../ink/ink2056.xml"/><Relationship Id="rId129" Type="http://schemas.openxmlformats.org/officeDocument/2006/relationships/image" Target="../media/image2075.png"/><Relationship Id="rId54" Type="http://schemas.openxmlformats.org/officeDocument/2006/relationships/customXml" Target="../ink/ink2029.xml"/><Relationship Id="rId75" Type="http://schemas.openxmlformats.org/officeDocument/2006/relationships/image" Target="../media/image2048.png"/><Relationship Id="rId96" Type="http://schemas.openxmlformats.org/officeDocument/2006/relationships/customXml" Target="../ink/ink2050.xml"/><Relationship Id="rId140" Type="http://schemas.openxmlformats.org/officeDocument/2006/relationships/customXml" Target="../ink/ink2072.xml"/><Relationship Id="rId161" Type="http://schemas.openxmlformats.org/officeDocument/2006/relationships/image" Target="../media/image2091.png"/><Relationship Id="rId182" Type="http://schemas.openxmlformats.org/officeDocument/2006/relationships/customXml" Target="../ink/ink2093.xml"/><Relationship Id="rId6" Type="http://schemas.openxmlformats.org/officeDocument/2006/relationships/customXml" Target="../ink/ink2005.xml"/><Relationship Id="rId424" Type="http://schemas.openxmlformats.org/officeDocument/2006/relationships/customXml" Target="../ink/ink2100.xml"/><Relationship Id="rId445" Type="http://schemas.openxmlformats.org/officeDocument/2006/relationships/customXml" Target="../ink/ink2111.xml"/><Relationship Id="rId466" Type="http://schemas.openxmlformats.org/officeDocument/2006/relationships/image" Target="../media/image1946.png"/><Relationship Id="rId487" Type="http://schemas.openxmlformats.org/officeDocument/2006/relationships/customXml" Target="../ink/ink2132.xml"/><Relationship Id="rId23" Type="http://schemas.openxmlformats.org/officeDocument/2006/relationships/image" Target="../media/image2022.png"/><Relationship Id="rId119" Type="http://schemas.openxmlformats.org/officeDocument/2006/relationships/image" Target="../media/image2070.png"/><Relationship Id="rId44" Type="http://schemas.openxmlformats.org/officeDocument/2006/relationships/customXml" Target="../ink/ink2024.xml"/><Relationship Id="rId65" Type="http://schemas.openxmlformats.org/officeDocument/2006/relationships/image" Target="../media/image2043.png"/><Relationship Id="rId86" Type="http://schemas.openxmlformats.org/officeDocument/2006/relationships/customXml" Target="../ink/ink2045.xml"/><Relationship Id="rId130" Type="http://schemas.openxmlformats.org/officeDocument/2006/relationships/customXml" Target="../ink/ink2067.xml"/><Relationship Id="rId151" Type="http://schemas.openxmlformats.org/officeDocument/2006/relationships/image" Target="../media/image2086.png"/><Relationship Id="rId172" Type="http://schemas.openxmlformats.org/officeDocument/2006/relationships/customXml" Target="../ink/ink2088.xml"/><Relationship Id="rId193" Type="http://schemas.openxmlformats.org/officeDocument/2006/relationships/image" Target="../media/image2107.png"/><Relationship Id="rId435" Type="http://schemas.openxmlformats.org/officeDocument/2006/relationships/customXml" Target="../ink/ink2106.xml"/><Relationship Id="rId456" Type="http://schemas.openxmlformats.org/officeDocument/2006/relationships/image" Target="../media/image1941.png"/><Relationship Id="rId477" Type="http://schemas.openxmlformats.org/officeDocument/2006/relationships/customXml" Target="../ink/ink2127.xml"/><Relationship Id="rId13" Type="http://schemas.openxmlformats.org/officeDocument/2006/relationships/image" Target="../media/image2017.png"/><Relationship Id="rId109" Type="http://schemas.openxmlformats.org/officeDocument/2006/relationships/image" Target="../media/image2065.png"/><Relationship Id="rId34" Type="http://schemas.openxmlformats.org/officeDocument/2006/relationships/customXml" Target="../ink/ink2019.xml"/><Relationship Id="rId55" Type="http://schemas.openxmlformats.org/officeDocument/2006/relationships/image" Target="../media/image2038.png"/><Relationship Id="rId76" Type="http://schemas.openxmlformats.org/officeDocument/2006/relationships/customXml" Target="../ink/ink2040.xml"/><Relationship Id="rId97" Type="http://schemas.openxmlformats.org/officeDocument/2006/relationships/image" Target="../media/image2059.png"/><Relationship Id="rId120" Type="http://schemas.openxmlformats.org/officeDocument/2006/relationships/customXml" Target="../ink/ink2062.xml"/><Relationship Id="rId141" Type="http://schemas.openxmlformats.org/officeDocument/2006/relationships/image" Target="../media/image2081.png"/><Relationship Id="rId7" Type="http://schemas.openxmlformats.org/officeDocument/2006/relationships/image" Target="../media/image2014.png"/><Relationship Id="rId162" Type="http://schemas.openxmlformats.org/officeDocument/2006/relationships/customXml" Target="../ink/ink2083.xml"/><Relationship Id="rId183" Type="http://schemas.openxmlformats.org/officeDocument/2006/relationships/image" Target="../media/image2102.png"/><Relationship Id="rId425" Type="http://schemas.openxmlformats.org/officeDocument/2006/relationships/image" Target="../media/image1929.png"/><Relationship Id="rId446" Type="http://schemas.openxmlformats.org/officeDocument/2006/relationships/image" Target="../media/image1936.png"/><Relationship Id="rId467" Type="http://schemas.openxmlformats.org/officeDocument/2006/relationships/customXml" Target="../ink/ink2122.xml"/><Relationship Id="rId488" Type="http://schemas.openxmlformats.org/officeDocument/2006/relationships/image" Target="../media/image1957.png"/><Relationship Id="rId24" Type="http://schemas.openxmlformats.org/officeDocument/2006/relationships/customXml" Target="../ink/ink2014.xml"/><Relationship Id="rId45" Type="http://schemas.openxmlformats.org/officeDocument/2006/relationships/image" Target="../media/image2033.png"/><Relationship Id="rId66" Type="http://schemas.openxmlformats.org/officeDocument/2006/relationships/customXml" Target="../ink/ink2035.xml"/><Relationship Id="rId87" Type="http://schemas.openxmlformats.org/officeDocument/2006/relationships/image" Target="../media/image2054.png"/><Relationship Id="rId110" Type="http://schemas.openxmlformats.org/officeDocument/2006/relationships/customXml" Target="../ink/ink2057.xml"/><Relationship Id="rId131" Type="http://schemas.openxmlformats.org/officeDocument/2006/relationships/image" Target="../media/image2076.png"/><Relationship Id="rId152" Type="http://schemas.openxmlformats.org/officeDocument/2006/relationships/customXml" Target="../ink/ink2078.xml"/><Relationship Id="rId173" Type="http://schemas.openxmlformats.org/officeDocument/2006/relationships/image" Target="../media/image2097.png"/><Relationship Id="rId194" Type="http://schemas.openxmlformats.org/officeDocument/2006/relationships/customXml" Target="../ink/ink2099.xml"/><Relationship Id="rId436" Type="http://schemas.openxmlformats.org/officeDocument/2006/relationships/image" Target="../media/image1931.png"/><Relationship Id="rId457" Type="http://schemas.openxmlformats.org/officeDocument/2006/relationships/customXml" Target="../ink/ink2117.xml"/><Relationship Id="rId478" Type="http://schemas.openxmlformats.org/officeDocument/2006/relationships/image" Target="../media/image1952.png"/><Relationship Id="rId14" Type="http://schemas.openxmlformats.org/officeDocument/2006/relationships/customXml" Target="../ink/ink2009.xml"/><Relationship Id="rId35" Type="http://schemas.openxmlformats.org/officeDocument/2006/relationships/image" Target="../media/image2028.png"/><Relationship Id="rId56" Type="http://schemas.openxmlformats.org/officeDocument/2006/relationships/customXml" Target="../ink/ink2030.xml"/><Relationship Id="rId77" Type="http://schemas.openxmlformats.org/officeDocument/2006/relationships/image" Target="../media/image2049.png"/><Relationship Id="rId100" Type="http://schemas.openxmlformats.org/officeDocument/2006/relationships/customXml" Target="../ink/ink2052.xml"/><Relationship Id="rId8" Type="http://schemas.openxmlformats.org/officeDocument/2006/relationships/customXml" Target="../ink/ink2006.xml"/><Relationship Id="rId98" Type="http://schemas.openxmlformats.org/officeDocument/2006/relationships/customXml" Target="../ink/ink2051.xml"/><Relationship Id="rId121" Type="http://schemas.openxmlformats.org/officeDocument/2006/relationships/image" Target="../media/image2071.png"/><Relationship Id="rId142" Type="http://schemas.openxmlformats.org/officeDocument/2006/relationships/customXml" Target="../ink/ink2073.xml"/><Relationship Id="rId163" Type="http://schemas.openxmlformats.org/officeDocument/2006/relationships/image" Target="../media/image2092.png"/><Relationship Id="rId184" Type="http://schemas.openxmlformats.org/officeDocument/2006/relationships/customXml" Target="../ink/ink2094.xml"/><Relationship Id="rId426" Type="http://schemas.openxmlformats.org/officeDocument/2006/relationships/customXml" Target="../ink/ink2101.xml"/><Relationship Id="rId447" Type="http://schemas.openxmlformats.org/officeDocument/2006/relationships/customXml" Target="../ink/ink2112.xml"/><Relationship Id="rId468" Type="http://schemas.openxmlformats.org/officeDocument/2006/relationships/image" Target="../media/image1947.png"/><Relationship Id="rId489" Type="http://schemas.openxmlformats.org/officeDocument/2006/relationships/customXml" Target="../ink/ink2133.xml"/><Relationship Id="rId25" Type="http://schemas.openxmlformats.org/officeDocument/2006/relationships/image" Target="../media/image2023.png"/><Relationship Id="rId46" Type="http://schemas.openxmlformats.org/officeDocument/2006/relationships/customXml" Target="../ink/ink2025.xml"/><Relationship Id="rId67" Type="http://schemas.openxmlformats.org/officeDocument/2006/relationships/image" Target="../media/image2044.png"/><Relationship Id="rId88" Type="http://schemas.openxmlformats.org/officeDocument/2006/relationships/customXml" Target="../ink/ink2046.xml"/><Relationship Id="rId111" Type="http://schemas.openxmlformats.org/officeDocument/2006/relationships/image" Target="../media/image2066.png"/><Relationship Id="rId132" Type="http://schemas.openxmlformats.org/officeDocument/2006/relationships/customXml" Target="../ink/ink2068.xml"/><Relationship Id="rId153" Type="http://schemas.openxmlformats.org/officeDocument/2006/relationships/image" Target="../media/image2087.png"/><Relationship Id="rId174" Type="http://schemas.openxmlformats.org/officeDocument/2006/relationships/customXml" Target="../ink/ink2089.xml"/><Relationship Id="rId437" Type="http://schemas.openxmlformats.org/officeDocument/2006/relationships/customXml" Target="../ink/ink2107.xml"/><Relationship Id="rId458" Type="http://schemas.openxmlformats.org/officeDocument/2006/relationships/image" Target="../media/image1942.png"/><Relationship Id="rId479" Type="http://schemas.openxmlformats.org/officeDocument/2006/relationships/customXml" Target="../ink/ink2128.xml"/><Relationship Id="rId15" Type="http://schemas.openxmlformats.org/officeDocument/2006/relationships/image" Target="../media/image2018.png"/><Relationship Id="rId36" Type="http://schemas.openxmlformats.org/officeDocument/2006/relationships/customXml" Target="../ink/ink2020.xml"/><Relationship Id="rId57" Type="http://schemas.openxmlformats.org/officeDocument/2006/relationships/image" Target="../media/image2039.png"/><Relationship Id="rId490" Type="http://schemas.openxmlformats.org/officeDocument/2006/relationships/image" Target="../media/image1958.png"/><Relationship Id="rId78" Type="http://schemas.openxmlformats.org/officeDocument/2006/relationships/customXml" Target="../ink/ink2041.xml"/><Relationship Id="rId99" Type="http://schemas.openxmlformats.org/officeDocument/2006/relationships/image" Target="../media/image2060.png"/><Relationship Id="rId101" Type="http://schemas.openxmlformats.org/officeDocument/2006/relationships/image" Target="../media/image2061.png"/><Relationship Id="rId122" Type="http://schemas.openxmlformats.org/officeDocument/2006/relationships/customXml" Target="../ink/ink2063.xml"/><Relationship Id="rId143" Type="http://schemas.openxmlformats.org/officeDocument/2006/relationships/image" Target="../media/image2082.png"/><Relationship Id="rId164" Type="http://schemas.openxmlformats.org/officeDocument/2006/relationships/customXml" Target="../ink/ink2084.xml"/><Relationship Id="rId185" Type="http://schemas.openxmlformats.org/officeDocument/2006/relationships/image" Target="../media/image2103.png"/><Relationship Id="rId9" Type="http://schemas.openxmlformats.org/officeDocument/2006/relationships/image" Target="../media/image2015.png"/><Relationship Id="rId427" Type="http://schemas.openxmlformats.org/officeDocument/2006/relationships/image" Target="../media/image73.png"/><Relationship Id="rId448" Type="http://schemas.openxmlformats.org/officeDocument/2006/relationships/image" Target="../media/image1937.png"/><Relationship Id="rId469" Type="http://schemas.openxmlformats.org/officeDocument/2006/relationships/customXml" Target="../ink/ink2123.xml"/><Relationship Id="rId26" Type="http://schemas.openxmlformats.org/officeDocument/2006/relationships/customXml" Target="../ink/ink2015.xml"/><Relationship Id="rId480" Type="http://schemas.openxmlformats.org/officeDocument/2006/relationships/image" Target="../media/image1953.png"/><Relationship Id="rId47" Type="http://schemas.openxmlformats.org/officeDocument/2006/relationships/image" Target="../media/image2034.png"/><Relationship Id="rId68" Type="http://schemas.openxmlformats.org/officeDocument/2006/relationships/customXml" Target="../ink/ink2036.xml"/><Relationship Id="rId89" Type="http://schemas.openxmlformats.org/officeDocument/2006/relationships/image" Target="../media/image2055.png"/><Relationship Id="rId112" Type="http://schemas.openxmlformats.org/officeDocument/2006/relationships/customXml" Target="../ink/ink2058.xml"/><Relationship Id="rId133" Type="http://schemas.openxmlformats.org/officeDocument/2006/relationships/image" Target="../media/image2077.png"/><Relationship Id="rId154" Type="http://schemas.openxmlformats.org/officeDocument/2006/relationships/customXml" Target="../ink/ink2079.xml"/><Relationship Id="rId175" Type="http://schemas.openxmlformats.org/officeDocument/2006/relationships/image" Target="../media/image2098.png"/><Relationship Id="rId438" Type="http://schemas.openxmlformats.org/officeDocument/2006/relationships/image" Target="../media/image1932.png"/><Relationship Id="rId459" Type="http://schemas.openxmlformats.org/officeDocument/2006/relationships/customXml" Target="../ink/ink2118.xml"/><Relationship Id="rId16" Type="http://schemas.openxmlformats.org/officeDocument/2006/relationships/customXml" Target="../ink/ink2010.xml"/><Relationship Id="rId470" Type="http://schemas.openxmlformats.org/officeDocument/2006/relationships/image" Target="../media/image1948.png"/><Relationship Id="rId491" Type="http://schemas.openxmlformats.org/officeDocument/2006/relationships/customXml" Target="../ink/ink2134.xml"/><Relationship Id="rId37" Type="http://schemas.openxmlformats.org/officeDocument/2006/relationships/image" Target="../media/image2029.png"/><Relationship Id="rId58" Type="http://schemas.openxmlformats.org/officeDocument/2006/relationships/customXml" Target="../ink/ink2031.xml"/><Relationship Id="rId79" Type="http://schemas.openxmlformats.org/officeDocument/2006/relationships/image" Target="../media/image2050.png"/><Relationship Id="rId102" Type="http://schemas.openxmlformats.org/officeDocument/2006/relationships/customXml" Target="../ink/ink2053.xml"/><Relationship Id="rId123" Type="http://schemas.openxmlformats.org/officeDocument/2006/relationships/image" Target="../media/image2072.png"/><Relationship Id="rId144" Type="http://schemas.openxmlformats.org/officeDocument/2006/relationships/customXml" Target="../ink/ink2074.xml"/><Relationship Id="rId90" Type="http://schemas.openxmlformats.org/officeDocument/2006/relationships/customXml" Target="../ink/ink2047.xml"/><Relationship Id="rId165" Type="http://schemas.openxmlformats.org/officeDocument/2006/relationships/image" Target="../media/image2093.png"/><Relationship Id="rId186" Type="http://schemas.openxmlformats.org/officeDocument/2006/relationships/customXml" Target="../ink/ink2095.xml"/><Relationship Id="rId428" Type="http://schemas.openxmlformats.org/officeDocument/2006/relationships/customXml" Target="../ink/ink2102.xml"/><Relationship Id="rId449" Type="http://schemas.openxmlformats.org/officeDocument/2006/relationships/customXml" Target="../ink/ink2113.xml"/><Relationship Id="rId460" Type="http://schemas.openxmlformats.org/officeDocument/2006/relationships/image" Target="../media/image1943.png"/><Relationship Id="rId481" Type="http://schemas.openxmlformats.org/officeDocument/2006/relationships/customXml" Target="../ink/ink2129.xml"/><Relationship Id="rId27" Type="http://schemas.openxmlformats.org/officeDocument/2006/relationships/image" Target="../media/image2024.png"/><Relationship Id="rId48" Type="http://schemas.openxmlformats.org/officeDocument/2006/relationships/customXml" Target="../ink/ink2026.xml"/><Relationship Id="rId69" Type="http://schemas.openxmlformats.org/officeDocument/2006/relationships/image" Target="../media/image2045.png"/><Relationship Id="rId113" Type="http://schemas.openxmlformats.org/officeDocument/2006/relationships/image" Target="../media/image2067.png"/><Relationship Id="rId134" Type="http://schemas.openxmlformats.org/officeDocument/2006/relationships/customXml" Target="../ink/ink2069.xml"/><Relationship Id="rId80" Type="http://schemas.openxmlformats.org/officeDocument/2006/relationships/customXml" Target="../ink/ink2042.xml"/><Relationship Id="rId155" Type="http://schemas.openxmlformats.org/officeDocument/2006/relationships/image" Target="../media/image2088.png"/><Relationship Id="rId176" Type="http://schemas.openxmlformats.org/officeDocument/2006/relationships/customXml" Target="../ink/ink2090.xml"/><Relationship Id="rId439" Type="http://schemas.openxmlformats.org/officeDocument/2006/relationships/customXml" Target="../ink/ink2108.xml"/><Relationship Id="rId450" Type="http://schemas.openxmlformats.org/officeDocument/2006/relationships/image" Target="../media/image1938.png"/><Relationship Id="rId471" Type="http://schemas.openxmlformats.org/officeDocument/2006/relationships/customXml" Target="../ink/ink2124.xml"/><Relationship Id="rId17" Type="http://schemas.openxmlformats.org/officeDocument/2006/relationships/image" Target="../media/image2019.png"/><Relationship Id="rId38" Type="http://schemas.openxmlformats.org/officeDocument/2006/relationships/customXml" Target="../ink/ink2021.xml"/><Relationship Id="rId59" Type="http://schemas.openxmlformats.org/officeDocument/2006/relationships/image" Target="../media/image2040.png"/><Relationship Id="rId103" Type="http://schemas.openxmlformats.org/officeDocument/2006/relationships/image" Target="../media/image2062.png"/><Relationship Id="rId124" Type="http://schemas.openxmlformats.org/officeDocument/2006/relationships/customXml" Target="../ink/ink2064.xml"/><Relationship Id="rId492" Type="http://schemas.openxmlformats.org/officeDocument/2006/relationships/image" Target="../media/image1959.png"/><Relationship Id="rId70" Type="http://schemas.openxmlformats.org/officeDocument/2006/relationships/customXml" Target="../ink/ink2037.xml"/><Relationship Id="rId91" Type="http://schemas.openxmlformats.org/officeDocument/2006/relationships/image" Target="../media/image2056.png"/><Relationship Id="rId145" Type="http://schemas.openxmlformats.org/officeDocument/2006/relationships/image" Target="../media/image2083.png"/><Relationship Id="rId166" Type="http://schemas.openxmlformats.org/officeDocument/2006/relationships/customXml" Target="../ink/ink2085.xml"/><Relationship Id="rId187" Type="http://schemas.openxmlformats.org/officeDocument/2006/relationships/image" Target="../media/image2104.png"/><Relationship Id="rId429" Type="http://schemas.openxmlformats.org/officeDocument/2006/relationships/image" Target="../media/image1930.png"/><Relationship Id="rId1" Type="http://schemas.openxmlformats.org/officeDocument/2006/relationships/slideLayout" Target="../slideLayouts/slideLayout7.xml"/><Relationship Id="rId440" Type="http://schemas.openxmlformats.org/officeDocument/2006/relationships/image" Target="../media/image1933.png"/><Relationship Id="rId28" Type="http://schemas.openxmlformats.org/officeDocument/2006/relationships/customXml" Target="../ink/ink2016.xml"/><Relationship Id="rId49" Type="http://schemas.openxmlformats.org/officeDocument/2006/relationships/image" Target="../media/image2035.png"/><Relationship Id="rId114" Type="http://schemas.openxmlformats.org/officeDocument/2006/relationships/customXml" Target="../ink/ink2059.xml"/><Relationship Id="rId461" Type="http://schemas.openxmlformats.org/officeDocument/2006/relationships/customXml" Target="../ink/ink2119.xml"/><Relationship Id="rId482" Type="http://schemas.openxmlformats.org/officeDocument/2006/relationships/image" Target="../media/image1954.png"/><Relationship Id="rId60" Type="http://schemas.openxmlformats.org/officeDocument/2006/relationships/customXml" Target="../ink/ink2032.xml"/><Relationship Id="rId81" Type="http://schemas.openxmlformats.org/officeDocument/2006/relationships/image" Target="../media/image2051.png"/><Relationship Id="rId135" Type="http://schemas.openxmlformats.org/officeDocument/2006/relationships/image" Target="../media/image2078.png"/><Relationship Id="rId156" Type="http://schemas.openxmlformats.org/officeDocument/2006/relationships/customXml" Target="../ink/ink2080.xml"/><Relationship Id="rId177" Type="http://schemas.openxmlformats.org/officeDocument/2006/relationships/image" Target="../media/image2099.png"/><Relationship Id="rId430" Type="http://schemas.openxmlformats.org/officeDocument/2006/relationships/customXml" Target="../ink/ink2103.xml"/><Relationship Id="rId18" Type="http://schemas.openxmlformats.org/officeDocument/2006/relationships/customXml" Target="../ink/ink2011.xml"/><Relationship Id="rId39" Type="http://schemas.openxmlformats.org/officeDocument/2006/relationships/image" Target="../media/image2030.png"/><Relationship Id="rId451" Type="http://schemas.openxmlformats.org/officeDocument/2006/relationships/customXml" Target="../ink/ink2114.xml"/><Relationship Id="rId472" Type="http://schemas.openxmlformats.org/officeDocument/2006/relationships/image" Target="../media/image1949.png"/><Relationship Id="rId493" Type="http://schemas.openxmlformats.org/officeDocument/2006/relationships/customXml" Target="../ink/ink2135.xml"/><Relationship Id="rId50" Type="http://schemas.openxmlformats.org/officeDocument/2006/relationships/customXml" Target="../ink/ink2027.xml"/><Relationship Id="rId104" Type="http://schemas.openxmlformats.org/officeDocument/2006/relationships/customXml" Target="../ink/ink2054.xml"/><Relationship Id="rId125" Type="http://schemas.openxmlformats.org/officeDocument/2006/relationships/image" Target="../media/image2073.png"/><Relationship Id="rId146" Type="http://schemas.openxmlformats.org/officeDocument/2006/relationships/customXml" Target="../ink/ink2075.xml"/><Relationship Id="rId167" Type="http://schemas.openxmlformats.org/officeDocument/2006/relationships/image" Target="../media/image2094.png"/><Relationship Id="rId188" Type="http://schemas.openxmlformats.org/officeDocument/2006/relationships/customXml" Target="../ink/ink2096.xml"/><Relationship Id="rId71" Type="http://schemas.openxmlformats.org/officeDocument/2006/relationships/image" Target="../media/image2046.png"/><Relationship Id="rId92" Type="http://schemas.openxmlformats.org/officeDocument/2006/relationships/customXml" Target="../ink/ink2048.xml"/><Relationship Id="rId2" Type="http://schemas.openxmlformats.org/officeDocument/2006/relationships/customXml" Target="../ink/ink2003.xml"/><Relationship Id="rId29" Type="http://schemas.openxmlformats.org/officeDocument/2006/relationships/image" Target="../media/image2025.png"/><Relationship Id="rId441" Type="http://schemas.openxmlformats.org/officeDocument/2006/relationships/customXml" Target="../ink/ink2109.xml"/><Relationship Id="rId462" Type="http://schemas.openxmlformats.org/officeDocument/2006/relationships/image" Target="../media/image1944.png"/><Relationship Id="rId483" Type="http://schemas.openxmlformats.org/officeDocument/2006/relationships/customXml" Target="../ink/ink2130.xml"/><Relationship Id="rId40" Type="http://schemas.openxmlformats.org/officeDocument/2006/relationships/customXml" Target="../ink/ink2022.xml"/><Relationship Id="rId115" Type="http://schemas.openxmlformats.org/officeDocument/2006/relationships/image" Target="../media/image2068.png"/><Relationship Id="rId136" Type="http://schemas.openxmlformats.org/officeDocument/2006/relationships/customXml" Target="../ink/ink2070.xml"/><Relationship Id="rId157" Type="http://schemas.openxmlformats.org/officeDocument/2006/relationships/image" Target="../media/image2089.png"/><Relationship Id="rId178" Type="http://schemas.openxmlformats.org/officeDocument/2006/relationships/customXml" Target="../ink/ink2091.xml"/><Relationship Id="rId61" Type="http://schemas.openxmlformats.org/officeDocument/2006/relationships/image" Target="../media/image2041.png"/><Relationship Id="rId82" Type="http://schemas.openxmlformats.org/officeDocument/2006/relationships/customXml" Target="../ink/ink2043.xml"/><Relationship Id="rId19" Type="http://schemas.openxmlformats.org/officeDocument/2006/relationships/image" Target="../media/image2020.png"/><Relationship Id="rId431" Type="http://schemas.openxmlformats.org/officeDocument/2006/relationships/image" Target="../media/image96.png"/><Relationship Id="rId452" Type="http://schemas.openxmlformats.org/officeDocument/2006/relationships/image" Target="../media/image1939.png"/><Relationship Id="rId473" Type="http://schemas.openxmlformats.org/officeDocument/2006/relationships/customXml" Target="../ink/ink2125.xml"/><Relationship Id="rId494" Type="http://schemas.openxmlformats.org/officeDocument/2006/relationships/image" Target="../media/image1960.png"/><Relationship Id="rId30" Type="http://schemas.openxmlformats.org/officeDocument/2006/relationships/customXml" Target="../ink/ink2017.xml"/><Relationship Id="rId105" Type="http://schemas.openxmlformats.org/officeDocument/2006/relationships/image" Target="../media/image2063.png"/><Relationship Id="rId126" Type="http://schemas.openxmlformats.org/officeDocument/2006/relationships/customXml" Target="../ink/ink2065.xml"/><Relationship Id="rId147" Type="http://schemas.openxmlformats.org/officeDocument/2006/relationships/image" Target="../media/image2084.png"/><Relationship Id="rId168" Type="http://schemas.openxmlformats.org/officeDocument/2006/relationships/customXml" Target="../ink/ink2086.xml"/><Relationship Id="rId51" Type="http://schemas.openxmlformats.org/officeDocument/2006/relationships/image" Target="../media/image2036.png"/><Relationship Id="rId72" Type="http://schemas.openxmlformats.org/officeDocument/2006/relationships/customXml" Target="../ink/ink2038.xml"/><Relationship Id="rId93" Type="http://schemas.openxmlformats.org/officeDocument/2006/relationships/image" Target="../media/image2057.png"/><Relationship Id="rId189" Type="http://schemas.openxmlformats.org/officeDocument/2006/relationships/image" Target="../media/image2105.png"/><Relationship Id="rId3" Type="http://schemas.openxmlformats.org/officeDocument/2006/relationships/image" Target="../media/image2012.png"/><Relationship Id="rId442" Type="http://schemas.openxmlformats.org/officeDocument/2006/relationships/image" Target="../media/image1934.png"/><Relationship Id="rId463" Type="http://schemas.openxmlformats.org/officeDocument/2006/relationships/customXml" Target="../ink/ink2120.xml"/><Relationship Id="rId484" Type="http://schemas.openxmlformats.org/officeDocument/2006/relationships/image" Target="../media/image1955.png"/><Relationship Id="rId116" Type="http://schemas.openxmlformats.org/officeDocument/2006/relationships/customXml" Target="../ink/ink2060.xml"/><Relationship Id="rId137" Type="http://schemas.openxmlformats.org/officeDocument/2006/relationships/image" Target="../media/image2079.png"/><Relationship Id="rId158" Type="http://schemas.openxmlformats.org/officeDocument/2006/relationships/customXml" Target="../ink/ink2081.xml"/><Relationship Id="rId20" Type="http://schemas.openxmlformats.org/officeDocument/2006/relationships/customXml" Target="../ink/ink2012.xml"/><Relationship Id="rId41" Type="http://schemas.openxmlformats.org/officeDocument/2006/relationships/image" Target="../media/image2031.png"/><Relationship Id="rId62" Type="http://schemas.openxmlformats.org/officeDocument/2006/relationships/customXml" Target="../ink/ink2033.xml"/><Relationship Id="rId83" Type="http://schemas.openxmlformats.org/officeDocument/2006/relationships/image" Target="../media/image2052.png"/><Relationship Id="rId179" Type="http://schemas.openxmlformats.org/officeDocument/2006/relationships/image" Target="../media/image2100.png"/><Relationship Id="rId190" Type="http://schemas.openxmlformats.org/officeDocument/2006/relationships/customXml" Target="../ink/ink2097.xml"/><Relationship Id="rId432" Type="http://schemas.openxmlformats.org/officeDocument/2006/relationships/customXml" Target="../ink/ink2104.xml"/><Relationship Id="rId453" Type="http://schemas.openxmlformats.org/officeDocument/2006/relationships/customXml" Target="../ink/ink2115.xml"/><Relationship Id="rId474" Type="http://schemas.openxmlformats.org/officeDocument/2006/relationships/image" Target="../media/image1950.png"/><Relationship Id="rId106" Type="http://schemas.openxmlformats.org/officeDocument/2006/relationships/customXml" Target="../ink/ink2055.xml"/><Relationship Id="rId127" Type="http://schemas.openxmlformats.org/officeDocument/2006/relationships/image" Target="../media/image2074.png"/><Relationship Id="rId10" Type="http://schemas.openxmlformats.org/officeDocument/2006/relationships/customXml" Target="../ink/ink2007.xml"/><Relationship Id="rId31" Type="http://schemas.openxmlformats.org/officeDocument/2006/relationships/image" Target="../media/image2026.png"/><Relationship Id="rId52" Type="http://schemas.openxmlformats.org/officeDocument/2006/relationships/customXml" Target="../ink/ink2028.xml"/><Relationship Id="rId73" Type="http://schemas.openxmlformats.org/officeDocument/2006/relationships/image" Target="../media/image2047.png"/><Relationship Id="rId94" Type="http://schemas.openxmlformats.org/officeDocument/2006/relationships/customXml" Target="../ink/ink2049.xml"/><Relationship Id="rId148" Type="http://schemas.openxmlformats.org/officeDocument/2006/relationships/customXml" Target="../ink/ink2076.xml"/><Relationship Id="rId169" Type="http://schemas.openxmlformats.org/officeDocument/2006/relationships/image" Target="../media/image2095.png"/><Relationship Id="rId4" Type="http://schemas.openxmlformats.org/officeDocument/2006/relationships/customXml" Target="../ink/ink2004.xml"/><Relationship Id="rId180" Type="http://schemas.openxmlformats.org/officeDocument/2006/relationships/customXml" Target="../ink/ink2092.xml"/><Relationship Id="rId443" Type="http://schemas.openxmlformats.org/officeDocument/2006/relationships/customXml" Target="../ink/ink2110.xml"/><Relationship Id="rId464" Type="http://schemas.openxmlformats.org/officeDocument/2006/relationships/image" Target="../media/image1945.png"/><Relationship Id="rId485" Type="http://schemas.openxmlformats.org/officeDocument/2006/relationships/customXml" Target="../ink/ink2131.xml"/><Relationship Id="rId42" Type="http://schemas.openxmlformats.org/officeDocument/2006/relationships/customXml" Target="../ink/ink2023.xml"/><Relationship Id="rId84" Type="http://schemas.openxmlformats.org/officeDocument/2006/relationships/customXml" Target="../ink/ink2044.xml"/><Relationship Id="rId138" Type="http://schemas.openxmlformats.org/officeDocument/2006/relationships/customXml" Target="../ink/ink2071.xml"/><Relationship Id="rId191" Type="http://schemas.openxmlformats.org/officeDocument/2006/relationships/image" Target="../media/image2106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94.xml"/><Relationship Id="rId299" Type="http://schemas.openxmlformats.org/officeDocument/2006/relationships/customXml" Target="../ink/ink2285.xml"/><Relationship Id="rId21" Type="http://schemas.openxmlformats.org/officeDocument/2006/relationships/image" Target="../media/image1970.png"/><Relationship Id="rId63" Type="http://schemas.openxmlformats.org/officeDocument/2006/relationships/image" Target="../media/image1990.png"/><Relationship Id="rId159" Type="http://schemas.openxmlformats.org/officeDocument/2006/relationships/customXml" Target="../ink/ink2215.xml"/><Relationship Id="rId324" Type="http://schemas.openxmlformats.org/officeDocument/2006/relationships/image" Target="../media/image2207.png"/><Relationship Id="rId366" Type="http://schemas.openxmlformats.org/officeDocument/2006/relationships/customXml" Target="../ink/ink2319.xml"/><Relationship Id="rId170" Type="http://schemas.openxmlformats.org/officeDocument/2006/relationships/image" Target="../media/image2135.png"/><Relationship Id="rId226" Type="http://schemas.openxmlformats.org/officeDocument/2006/relationships/image" Target="../media/image2163.png"/><Relationship Id="rId268" Type="http://schemas.openxmlformats.org/officeDocument/2006/relationships/image" Target="../media/image2184.png"/><Relationship Id="rId32" Type="http://schemas.openxmlformats.org/officeDocument/2006/relationships/customXml" Target="../ink/ink2151.xml"/><Relationship Id="rId74" Type="http://schemas.openxmlformats.org/officeDocument/2006/relationships/customXml" Target="../ink/ink2172.xml"/><Relationship Id="rId128" Type="http://schemas.openxmlformats.org/officeDocument/2006/relationships/image" Target="../media/image2116.png"/><Relationship Id="rId335" Type="http://schemas.openxmlformats.org/officeDocument/2006/relationships/customXml" Target="../ink/ink2303.xml"/><Relationship Id="rId377" Type="http://schemas.openxmlformats.org/officeDocument/2006/relationships/image" Target="../media/image2234.png"/><Relationship Id="rId5" Type="http://schemas.openxmlformats.org/officeDocument/2006/relationships/image" Target="../media/image1962.png"/><Relationship Id="rId181" Type="http://schemas.openxmlformats.org/officeDocument/2006/relationships/customXml" Target="../ink/ink2226.xml"/><Relationship Id="rId237" Type="http://schemas.openxmlformats.org/officeDocument/2006/relationships/customXml" Target="../ink/ink2254.xml"/><Relationship Id="rId279" Type="http://schemas.openxmlformats.org/officeDocument/2006/relationships/customXml" Target="../ink/ink2275.xml"/><Relationship Id="rId43" Type="http://schemas.openxmlformats.org/officeDocument/2006/relationships/image" Target="../media/image88.png"/><Relationship Id="rId139" Type="http://schemas.openxmlformats.org/officeDocument/2006/relationships/customXml" Target="../ink/ink2205.xml"/><Relationship Id="rId290" Type="http://schemas.openxmlformats.org/officeDocument/2006/relationships/image" Target="../media/image2195.png"/><Relationship Id="rId304" Type="http://schemas.openxmlformats.org/officeDocument/2006/relationships/image" Target="../media/image2200.png"/><Relationship Id="rId346" Type="http://schemas.openxmlformats.org/officeDocument/2006/relationships/customXml" Target="../ink/ink2309.xml"/><Relationship Id="rId388" Type="http://schemas.openxmlformats.org/officeDocument/2006/relationships/customXml" Target="../ink/ink2330.xml"/><Relationship Id="rId85" Type="http://schemas.openxmlformats.org/officeDocument/2006/relationships/image" Target="../media/image2001.png"/><Relationship Id="rId150" Type="http://schemas.openxmlformats.org/officeDocument/2006/relationships/image" Target="../media/image2127.png"/><Relationship Id="rId192" Type="http://schemas.openxmlformats.org/officeDocument/2006/relationships/image" Target="../media/image2146.png"/><Relationship Id="rId206" Type="http://schemas.openxmlformats.org/officeDocument/2006/relationships/image" Target="../media/image2153.png"/><Relationship Id="rId248" Type="http://schemas.openxmlformats.org/officeDocument/2006/relationships/image" Target="../media/image2174.png"/><Relationship Id="rId12" Type="http://schemas.openxmlformats.org/officeDocument/2006/relationships/customXml" Target="../ink/ink2141.xml"/><Relationship Id="rId108" Type="http://schemas.openxmlformats.org/officeDocument/2006/relationships/image" Target="../media/image2011.png"/><Relationship Id="rId315" Type="http://schemas.openxmlformats.org/officeDocument/2006/relationships/customXml" Target="../ink/ink2293.xml"/><Relationship Id="rId357" Type="http://schemas.openxmlformats.org/officeDocument/2006/relationships/image" Target="../media/image2224.png"/><Relationship Id="rId54" Type="http://schemas.openxmlformats.org/officeDocument/2006/relationships/customXml" Target="../ink/ink2162.xml"/><Relationship Id="rId96" Type="http://schemas.openxmlformats.org/officeDocument/2006/relationships/customXml" Target="../ink/ink2183.xml"/><Relationship Id="rId161" Type="http://schemas.openxmlformats.org/officeDocument/2006/relationships/customXml" Target="../ink/ink2216.xml"/><Relationship Id="rId217" Type="http://schemas.openxmlformats.org/officeDocument/2006/relationships/customXml" Target="../ink/ink2244.xml"/><Relationship Id="rId259" Type="http://schemas.openxmlformats.org/officeDocument/2006/relationships/customXml" Target="../ink/ink2265.xml"/><Relationship Id="rId23" Type="http://schemas.openxmlformats.org/officeDocument/2006/relationships/image" Target="../media/image1971.png"/><Relationship Id="rId119" Type="http://schemas.openxmlformats.org/officeDocument/2006/relationships/customXml" Target="../ink/ink2195.xml"/><Relationship Id="rId270" Type="http://schemas.openxmlformats.org/officeDocument/2006/relationships/image" Target="../media/image2185.png"/><Relationship Id="rId326" Type="http://schemas.openxmlformats.org/officeDocument/2006/relationships/image" Target="../media/image2208.png"/><Relationship Id="rId65" Type="http://schemas.openxmlformats.org/officeDocument/2006/relationships/image" Target="../media/image1991.png"/><Relationship Id="rId130" Type="http://schemas.openxmlformats.org/officeDocument/2006/relationships/image" Target="../media/image2117.png"/><Relationship Id="rId368" Type="http://schemas.openxmlformats.org/officeDocument/2006/relationships/customXml" Target="../ink/ink2320.xml"/><Relationship Id="rId172" Type="http://schemas.openxmlformats.org/officeDocument/2006/relationships/image" Target="../media/image2136.png"/><Relationship Id="rId228" Type="http://schemas.openxmlformats.org/officeDocument/2006/relationships/image" Target="../media/image2164.png"/><Relationship Id="rId281" Type="http://schemas.openxmlformats.org/officeDocument/2006/relationships/customXml" Target="../ink/ink2276.xml"/><Relationship Id="rId337" Type="http://schemas.openxmlformats.org/officeDocument/2006/relationships/customXml" Target="../ink/ink2304.xml"/><Relationship Id="rId34" Type="http://schemas.openxmlformats.org/officeDocument/2006/relationships/customXml" Target="../ink/ink2152.xml"/><Relationship Id="rId76" Type="http://schemas.openxmlformats.org/officeDocument/2006/relationships/customXml" Target="../ink/ink2173.xml"/><Relationship Id="rId141" Type="http://schemas.openxmlformats.org/officeDocument/2006/relationships/customXml" Target="../ink/ink2206.xml"/><Relationship Id="rId379" Type="http://schemas.openxmlformats.org/officeDocument/2006/relationships/image" Target="../media/image2235.png"/><Relationship Id="rId7" Type="http://schemas.openxmlformats.org/officeDocument/2006/relationships/image" Target="../media/image1963.png"/><Relationship Id="rId183" Type="http://schemas.openxmlformats.org/officeDocument/2006/relationships/customXml" Target="../ink/ink2227.xml"/><Relationship Id="rId239" Type="http://schemas.openxmlformats.org/officeDocument/2006/relationships/customXml" Target="../ink/ink2255.xml"/><Relationship Id="rId390" Type="http://schemas.openxmlformats.org/officeDocument/2006/relationships/customXml" Target="../ink/ink2331.xml"/><Relationship Id="rId250" Type="http://schemas.openxmlformats.org/officeDocument/2006/relationships/image" Target="../media/image2175.png"/><Relationship Id="rId292" Type="http://schemas.openxmlformats.org/officeDocument/2006/relationships/image" Target="../media/image70.png"/><Relationship Id="rId306" Type="http://schemas.openxmlformats.org/officeDocument/2006/relationships/image" Target="../media/image2201.png"/><Relationship Id="rId45" Type="http://schemas.openxmlformats.org/officeDocument/2006/relationships/image" Target="../media/image1981.png"/><Relationship Id="rId87" Type="http://schemas.openxmlformats.org/officeDocument/2006/relationships/image" Target="../media/image2002.png"/><Relationship Id="rId110" Type="http://schemas.openxmlformats.org/officeDocument/2006/relationships/image" Target="../media/image2108.png"/><Relationship Id="rId348" Type="http://schemas.openxmlformats.org/officeDocument/2006/relationships/customXml" Target="../ink/ink2310.xml"/><Relationship Id="rId152" Type="http://schemas.openxmlformats.org/officeDocument/2006/relationships/image" Target="../media/image2128.png"/><Relationship Id="rId194" Type="http://schemas.openxmlformats.org/officeDocument/2006/relationships/image" Target="../media/image2147.png"/><Relationship Id="rId208" Type="http://schemas.openxmlformats.org/officeDocument/2006/relationships/image" Target="../media/image2154.png"/><Relationship Id="rId261" Type="http://schemas.openxmlformats.org/officeDocument/2006/relationships/customXml" Target="../ink/ink2266.xml"/><Relationship Id="rId14" Type="http://schemas.openxmlformats.org/officeDocument/2006/relationships/customXml" Target="../ink/ink2142.xml"/><Relationship Id="rId56" Type="http://schemas.openxmlformats.org/officeDocument/2006/relationships/customXml" Target="../ink/ink2163.xml"/><Relationship Id="rId317" Type="http://schemas.openxmlformats.org/officeDocument/2006/relationships/customXml" Target="../ink/ink2294.xml"/><Relationship Id="rId359" Type="http://schemas.openxmlformats.org/officeDocument/2006/relationships/image" Target="../media/image2225.png"/><Relationship Id="rId98" Type="http://schemas.openxmlformats.org/officeDocument/2006/relationships/customXml" Target="../ink/ink2184.xml"/><Relationship Id="rId121" Type="http://schemas.openxmlformats.org/officeDocument/2006/relationships/customXml" Target="../ink/ink2196.xml"/><Relationship Id="rId163" Type="http://schemas.openxmlformats.org/officeDocument/2006/relationships/customXml" Target="../ink/ink2217.xml"/><Relationship Id="rId219" Type="http://schemas.openxmlformats.org/officeDocument/2006/relationships/customXml" Target="../ink/ink2245.xml"/><Relationship Id="rId370" Type="http://schemas.openxmlformats.org/officeDocument/2006/relationships/customXml" Target="../ink/ink2321.xml"/><Relationship Id="rId230" Type="http://schemas.openxmlformats.org/officeDocument/2006/relationships/image" Target="../media/image2165.png"/><Relationship Id="rId25" Type="http://schemas.openxmlformats.org/officeDocument/2006/relationships/image" Target="../media/image1972.png"/><Relationship Id="rId67" Type="http://schemas.openxmlformats.org/officeDocument/2006/relationships/image" Target="../media/image1992.png"/><Relationship Id="rId272" Type="http://schemas.openxmlformats.org/officeDocument/2006/relationships/image" Target="../media/image2186.png"/><Relationship Id="rId328" Type="http://schemas.openxmlformats.org/officeDocument/2006/relationships/image" Target="../media/image2209.png"/><Relationship Id="rId132" Type="http://schemas.openxmlformats.org/officeDocument/2006/relationships/image" Target="../media/image2118.png"/><Relationship Id="rId174" Type="http://schemas.openxmlformats.org/officeDocument/2006/relationships/image" Target="../media/image2137.png"/><Relationship Id="rId381" Type="http://schemas.openxmlformats.org/officeDocument/2006/relationships/image" Target="../media/image2236.png"/><Relationship Id="rId241" Type="http://schemas.openxmlformats.org/officeDocument/2006/relationships/customXml" Target="../ink/ink2256.xml"/><Relationship Id="rId36" Type="http://schemas.openxmlformats.org/officeDocument/2006/relationships/customXml" Target="../ink/ink2153.xml"/><Relationship Id="rId283" Type="http://schemas.openxmlformats.org/officeDocument/2006/relationships/customXml" Target="../ink/ink2277.xml"/><Relationship Id="rId339" Type="http://schemas.openxmlformats.org/officeDocument/2006/relationships/customXml" Target="../ink/ink2305.xml"/><Relationship Id="rId78" Type="http://schemas.openxmlformats.org/officeDocument/2006/relationships/customXml" Target="../ink/ink2174.xml"/><Relationship Id="rId101" Type="http://schemas.openxmlformats.org/officeDocument/2006/relationships/image" Target="../media/image2008.png"/><Relationship Id="rId143" Type="http://schemas.openxmlformats.org/officeDocument/2006/relationships/customXml" Target="../ink/ink2207.xml"/><Relationship Id="rId185" Type="http://schemas.openxmlformats.org/officeDocument/2006/relationships/customXml" Target="../ink/ink2228.xml"/><Relationship Id="rId350" Type="http://schemas.openxmlformats.org/officeDocument/2006/relationships/customXml" Target="../ink/ink2311.xml"/><Relationship Id="rId9" Type="http://schemas.openxmlformats.org/officeDocument/2006/relationships/image" Target="../media/image1964.png"/><Relationship Id="rId210" Type="http://schemas.openxmlformats.org/officeDocument/2006/relationships/image" Target="../media/image2155.png"/><Relationship Id="rId392" Type="http://schemas.openxmlformats.org/officeDocument/2006/relationships/customXml" Target="../ink/ink2332.xml"/><Relationship Id="rId252" Type="http://schemas.openxmlformats.org/officeDocument/2006/relationships/image" Target="../media/image2176.png"/><Relationship Id="rId294" Type="http://schemas.openxmlformats.org/officeDocument/2006/relationships/image" Target="../media/image2196.png"/><Relationship Id="rId308" Type="http://schemas.openxmlformats.org/officeDocument/2006/relationships/image" Target="../media/image1725.png"/><Relationship Id="rId47" Type="http://schemas.openxmlformats.org/officeDocument/2006/relationships/image" Target="../media/image1982.png"/><Relationship Id="rId89" Type="http://schemas.openxmlformats.org/officeDocument/2006/relationships/image" Target="../media/image2003.png"/><Relationship Id="rId112" Type="http://schemas.openxmlformats.org/officeDocument/2006/relationships/image" Target="../media/image378.png"/><Relationship Id="rId154" Type="http://schemas.openxmlformats.org/officeDocument/2006/relationships/image" Target="../media/image2129.png"/><Relationship Id="rId361" Type="http://schemas.openxmlformats.org/officeDocument/2006/relationships/image" Target="../media/image2226.png"/><Relationship Id="rId196" Type="http://schemas.openxmlformats.org/officeDocument/2006/relationships/image" Target="../media/image2148.png"/><Relationship Id="rId16" Type="http://schemas.openxmlformats.org/officeDocument/2006/relationships/customXml" Target="../ink/ink2143.xml"/><Relationship Id="rId221" Type="http://schemas.openxmlformats.org/officeDocument/2006/relationships/customXml" Target="../ink/ink2246.xml"/><Relationship Id="rId263" Type="http://schemas.openxmlformats.org/officeDocument/2006/relationships/customXml" Target="../ink/ink2267.xml"/><Relationship Id="rId319" Type="http://schemas.openxmlformats.org/officeDocument/2006/relationships/customXml" Target="../ink/ink2295.xml"/><Relationship Id="rId37" Type="http://schemas.openxmlformats.org/officeDocument/2006/relationships/image" Target="../media/image1978.png"/><Relationship Id="rId58" Type="http://schemas.openxmlformats.org/officeDocument/2006/relationships/customXml" Target="../ink/ink2164.xml"/><Relationship Id="rId79" Type="http://schemas.openxmlformats.org/officeDocument/2006/relationships/image" Target="../media/image1998.png"/><Relationship Id="rId102" Type="http://schemas.openxmlformats.org/officeDocument/2006/relationships/customXml" Target="../ink/ink2186.xml"/><Relationship Id="rId123" Type="http://schemas.openxmlformats.org/officeDocument/2006/relationships/customXml" Target="../ink/ink2197.xml"/><Relationship Id="rId144" Type="http://schemas.openxmlformats.org/officeDocument/2006/relationships/image" Target="../media/image2124.png"/><Relationship Id="rId330" Type="http://schemas.openxmlformats.org/officeDocument/2006/relationships/image" Target="../media/image2210.png"/><Relationship Id="rId90" Type="http://schemas.openxmlformats.org/officeDocument/2006/relationships/customXml" Target="../ink/ink2180.xml"/><Relationship Id="rId165" Type="http://schemas.openxmlformats.org/officeDocument/2006/relationships/customXml" Target="../ink/ink2218.xml"/><Relationship Id="rId186" Type="http://schemas.openxmlformats.org/officeDocument/2006/relationships/image" Target="../media/image2143.png"/><Relationship Id="rId351" Type="http://schemas.openxmlformats.org/officeDocument/2006/relationships/image" Target="../media/image2221.png"/><Relationship Id="rId372" Type="http://schemas.openxmlformats.org/officeDocument/2006/relationships/customXml" Target="../ink/ink2322.xml"/><Relationship Id="rId393" Type="http://schemas.openxmlformats.org/officeDocument/2006/relationships/image" Target="../media/image2242.png"/><Relationship Id="rId211" Type="http://schemas.openxmlformats.org/officeDocument/2006/relationships/customXml" Target="../ink/ink2241.xml"/><Relationship Id="rId232" Type="http://schemas.openxmlformats.org/officeDocument/2006/relationships/image" Target="../media/image2166.png"/><Relationship Id="rId253" Type="http://schemas.openxmlformats.org/officeDocument/2006/relationships/customXml" Target="../ink/ink2262.xml"/><Relationship Id="rId274" Type="http://schemas.openxmlformats.org/officeDocument/2006/relationships/image" Target="../media/image2187.png"/><Relationship Id="rId295" Type="http://schemas.openxmlformats.org/officeDocument/2006/relationships/customXml" Target="../ink/ink2283.xml"/><Relationship Id="rId309" Type="http://schemas.openxmlformats.org/officeDocument/2006/relationships/customXml" Target="../ink/ink2290.xml"/><Relationship Id="rId27" Type="http://schemas.openxmlformats.org/officeDocument/2006/relationships/image" Target="../media/image1973.png"/><Relationship Id="rId48" Type="http://schemas.openxmlformats.org/officeDocument/2006/relationships/customXml" Target="../ink/ink2159.xml"/><Relationship Id="rId69" Type="http://schemas.openxmlformats.org/officeDocument/2006/relationships/image" Target="../media/image1993.png"/><Relationship Id="rId113" Type="http://schemas.openxmlformats.org/officeDocument/2006/relationships/customXml" Target="../ink/ink2192.xml"/><Relationship Id="rId134" Type="http://schemas.openxmlformats.org/officeDocument/2006/relationships/image" Target="../media/image2119.png"/><Relationship Id="rId320" Type="http://schemas.openxmlformats.org/officeDocument/2006/relationships/image" Target="../media/image2205.png"/><Relationship Id="rId80" Type="http://schemas.openxmlformats.org/officeDocument/2006/relationships/customXml" Target="../ink/ink2175.xml"/><Relationship Id="rId155" Type="http://schemas.openxmlformats.org/officeDocument/2006/relationships/customXml" Target="../ink/ink2213.xml"/><Relationship Id="rId176" Type="http://schemas.openxmlformats.org/officeDocument/2006/relationships/image" Target="../media/image2138.png"/><Relationship Id="rId197" Type="http://schemas.openxmlformats.org/officeDocument/2006/relationships/customXml" Target="../ink/ink2234.xml"/><Relationship Id="rId341" Type="http://schemas.openxmlformats.org/officeDocument/2006/relationships/image" Target="../media/image2216.png"/><Relationship Id="rId362" Type="http://schemas.openxmlformats.org/officeDocument/2006/relationships/customXml" Target="../ink/ink2317.xml"/><Relationship Id="rId383" Type="http://schemas.openxmlformats.org/officeDocument/2006/relationships/image" Target="../media/image2237.png"/><Relationship Id="rId201" Type="http://schemas.openxmlformats.org/officeDocument/2006/relationships/customXml" Target="../ink/ink2236.xml"/><Relationship Id="rId222" Type="http://schemas.openxmlformats.org/officeDocument/2006/relationships/image" Target="../media/image2161.png"/><Relationship Id="rId243" Type="http://schemas.openxmlformats.org/officeDocument/2006/relationships/customXml" Target="../ink/ink2257.xml"/><Relationship Id="rId264" Type="http://schemas.openxmlformats.org/officeDocument/2006/relationships/image" Target="../media/image2182.png"/><Relationship Id="rId285" Type="http://schemas.openxmlformats.org/officeDocument/2006/relationships/customXml" Target="../ink/ink2278.xml"/><Relationship Id="rId17" Type="http://schemas.openxmlformats.org/officeDocument/2006/relationships/image" Target="../media/image1968.png"/><Relationship Id="rId38" Type="http://schemas.openxmlformats.org/officeDocument/2006/relationships/customXml" Target="../ink/ink2154.xml"/><Relationship Id="rId59" Type="http://schemas.openxmlformats.org/officeDocument/2006/relationships/image" Target="../media/image1988.png"/><Relationship Id="rId103" Type="http://schemas.openxmlformats.org/officeDocument/2006/relationships/image" Target="../media/image2009.png"/><Relationship Id="rId124" Type="http://schemas.openxmlformats.org/officeDocument/2006/relationships/image" Target="../media/image2114.png"/><Relationship Id="rId310" Type="http://schemas.openxmlformats.org/officeDocument/2006/relationships/image" Target="../media/image2202.png"/><Relationship Id="rId70" Type="http://schemas.openxmlformats.org/officeDocument/2006/relationships/customXml" Target="../ink/ink2170.xml"/><Relationship Id="rId91" Type="http://schemas.openxmlformats.org/officeDocument/2006/relationships/image" Target="../media/image2004.png"/><Relationship Id="rId145" Type="http://schemas.openxmlformats.org/officeDocument/2006/relationships/customXml" Target="../ink/ink2208.xml"/><Relationship Id="rId166" Type="http://schemas.openxmlformats.org/officeDocument/2006/relationships/image" Target="../media/image93.png"/><Relationship Id="rId187" Type="http://schemas.openxmlformats.org/officeDocument/2006/relationships/customXml" Target="../ink/ink2229.xml"/><Relationship Id="rId331" Type="http://schemas.openxmlformats.org/officeDocument/2006/relationships/customXml" Target="../ink/ink2301.xml"/><Relationship Id="rId352" Type="http://schemas.openxmlformats.org/officeDocument/2006/relationships/customXml" Target="../ink/ink2312.xml"/><Relationship Id="rId373" Type="http://schemas.openxmlformats.org/officeDocument/2006/relationships/image" Target="../media/image2232.png"/><Relationship Id="rId394" Type="http://schemas.openxmlformats.org/officeDocument/2006/relationships/customXml" Target="../ink/ink233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56.png"/><Relationship Id="rId233" Type="http://schemas.openxmlformats.org/officeDocument/2006/relationships/customXml" Target="../ink/ink2252.xml"/><Relationship Id="rId254" Type="http://schemas.openxmlformats.org/officeDocument/2006/relationships/image" Target="../media/image2177.png"/><Relationship Id="rId28" Type="http://schemas.openxmlformats.org/officeDocument/2006/relationships/customXml" Target="../ink/ink2149.xml"/><Relationship Id="rId49" Type="http://schemas.openxmlformats.org/officeDocument/2006/relationships/image" Target="../media/image1983.png"/><Relationship Id="rId114" Type="http://schemas.openxmlformats.org/officeDocument/2006/relationships/image" Target="../media/image2109.png"/><Relationship Id="rId275" Type="http://schemas.openxmlformats.org/officeDocument/2006/relationships/customXml" Target="../ink/ink2273.xml"/><Relationship Id="rId296" Type="http://schemas.openxmlformats.org/officeDocument/2006/relationships/image" Target="../media/image2197.png"/><Relationship Id="rId300" Type="http://schemas.openxmlformats.org/officeDocument/2006/relationships/image" Target="../media/image2198.png"/><Relationship Id="rId60" Type="http://schemas.openxmlformats.org/officeDocument/2006/relationships/customXml" Target="../ink/ink2165.xml"/><Relationship Id="rId81" Type="http://schemas.openxmlformats.org/officeDocument/2006/relationships/image" Target="../media/image1999.png"/><Relationship Id="rId135" Type="http://schemas.openxmlformats.org/officeDocument/2006/relationships/customXml" Target="../ink/ink2203.xml"/><Relationship Id="rId156" Type="http://schemas.openxmlformats.org/officeDocument/2006/relationships/image" Target="../media/image2130.png"/><Relationship Id="rId177" Type="http://schemas.openxmlformats.org/officeDocument/2006/relationships/customXml" Target="../ink/ink2224.xml"/><Relationship Id="rId198" Type="http://schemas.openxmlformats.org/officeDocument/2006/relationships/image" Target="../media/image2149.png"/><Relationship Id="rId321" Type="http://schemas.openxmlformats.org/officeDocument/2006/relationships/customXml" Target="../ink/ink2296.xml"/><Relationship Id="rId342" Type="http://schemas.openxmlformats.org/officeDocument/2006/relationships/customXml" Target="../ink/ink2307.xml"/><Relationship Id="rId363" Type="http://schemas.openxmlformats.org/officeDocument/2006/relationships/image" Target="../media/image2227.png"/><Relationship Id="rId384" Type="http://schemas.openxmlformats.org/officeDocument/2006/relationships/customXml" Target="../ink/ink2328.xml"/><Relationship Id="rId202" Type="http://schemas.openxmlformats.org/officeDocument/2006/relationships/image" Target="../media/image2151.png"/><Relationship Id="rId223" Type="http://schemas.openxmlformats.org/officeDocument/2006/relationships/customXml" Target="../ink/ink2247.xml"/><Relationship Id="rId244" Type="http://schemas.openxmlformats.org/officeDocument/2006/relationships/image" Target="../media/image2172.png"/><Relationship Id="rId18" Type="http://schemas.openxmlformats.org/officeDocument/2006/relationships/customXml" Target="../ink/ink2144.xml"/><Relationship Id="rId39" Type="http://schemas.openxmlformats.org/officeDocument/2006/relationships/image" Target="../media/image1979.png"/><Relationship Id="rId265" Type="http://schemas.openxmlformats.org/officeDocument/2006/relationships/customXml" Target="../ink/ink2268.xml"/><Relationship Id="rId286" Type="http://schemas.openxmlformats.org/officeDocument/2006/relationships/image" Target="../media/image2193.png"/><Relationship Id="rId50" Type="http://schemas.openxmlformats.org/officeDocument/2006/relationships/customXml" Target="../ink/ink2160.xml"/><Relationship Id="rId104" Type="http://schemas.openxmlformats.org/officeDocument/2006/relationships/customXml" Target="../ink/ink2187.xml"/><Relationship Id="rId125" Type="http://schemas.openxmlformats.org/officeDocument/2006/relationships/customXml" Target="../ink/ink2198.xml"/><Relationship Id="rId146" Type="http://schemas.openxmlformats.org/officeDocument/2006/relationships/image" Target="../media/image2125.png"/><Relationship Id="rId167" Type="http://schemas.openxmlformats.org/officeDocument/2006/relationships/customXml" Target="../ink/ink2219.xml"/><Relationship Id="rId188" Type="http://schemas.openxmlformats.org/officeDocument/2006/relationships/image" Target="../media/image2144.png"/><Relationship Id="rId311" Type="http://schemas.openxmlformats.org/officeDocument/2006/relationships/customXml" Target="../ink/ink2291.xml"/><Relationship Id="rId332" Type="http://schemas.openxmlformats.org/officeDocument/2006/relationships/image" Target="../media/image2211.png"/><Relationship Id="rId353" Type="http://schemas.openxmlformats.org/officeDocument/2006/relationships/image" Target="../media/image2222.png"/><Relationship Id="rId374" Type="http://schemas.openxmlformats.org/officeDocument/2006/relationships/customXml" Target="../ink/ink2323.xml"/><Relationship Id="rId395" Type="http://schemas.openxmlformats.org/officeDocument/2006/relationships/image" Target="../media/image2243.png"/><Relationship Id="rId71" Type="http://schemas.openxmlformats.org/officeDocument/2006/relationships/image" Target="../media/image1994.png"/><Relationship Id="rId92" Type="http://schemas.openxmlformats.org/officeDocument/2006/relationships/customXml" Target="../ink/ink2181.xml"/><Relationship Id="rId213" Type="http://schemas.openxmlformats.org/officeDocument/2006/relationships/customXml" Target="../ink/ink2242.xml"/><Relationship Id="rId234" Type="http://schemas.openxmlformats.org/officeDocument/2006/relationships/image" Target="../media/image2167.png"/><Relationship Id="rId2" Type="http://schemas.openxmlformats.org/officeDocument/2006/relationships/customXml" Target="../ink/ink2136.xml"/><Relationship Id="rId29" Type="http://schemas.openxmlformats.org/officeDocument/2006/relationships/image" Target="../media/image1974.png"/><Relationship Id="rId255" Type="http://schemas.openxmlformats.org/officeDocument/2006/relationships/customXml" Target="../ink/ink2263.xml"/><Relationship Id="rId276" Type="http://schemas.openxmlformats.org/officeDocument/2006/relationships/image" Target="../media/image2188.png"/><Relationship Id="rId297" Type="http://schemas.openxmlformats.org/officeDocument/2006/relationships/customXml" Target="../ink/ink2284.xml"/><Relationship Id="rId40" Type="http://schemas.openxmlformats.org/officeDocument/2006/relationships/customXml" Target="../ink/ink2155.xml"/><Relationship Id="rId115" Type="http://schemas.openxmlformats.org/officeDocument/2006/relationships/customXml" Target="../ink/ink2193.xml"/><Relationship Id="rId136" Type="http://schemas.openxmlformats.org/officeDocument/2006/relationships/image" Target="../media/image2120.png"/><Relationship Id="rId157" Type="http://schemas.openxmlformats.org/officeDocument/2006/relationships/customXml" Target="../ink/ink2214.xml"/><Relationship Id="rId178" Type="http://schemas.openxmlformats.org/officeDocument/2006/relationships/image" Target="../media/image2139.png"/><Relationship Id="rId301" Type="http://schemas.openxmlformats.org/officeDocument/2006/relationships/customXml" Target="../ink/ink2286.xml"/><Relationship Id="rId322" Type="http://schemas.openxmlformats.org/officeDocument/2006/relationships/image" Target="../media/image2206.png"/><Relationship Id="rId343" Type="http://schemas.openxmlformats.org/officeDocument/2006/relationships/image" Target="../media/image2217.png"/><Relationship Id="rId364" Type="http://schemas.openxmlformats.org/officeDocument/2006/relationships/customXml" Target="../ink/ink2318.xml"/><Relationship Id="rId61" Type="http://schemas.openxmlformats.org/officeDocument/2006/relationships/image" Target="../media/image1989.png"/><Relationship Id="rId82" Type="http://schemas.openxmlformats.org/officeDocument/2006/relationships/customXml" Target="../ink/ink2176.xml"/><Relationship Id="rId199" Type="http://schemas.openxmlformats.org/officeDocument/2006/relationships/customXml" Target="../ink/ink2235.xml"/><Relationship Id="rId203" Type="http://schemas.openxmlformats.org/officeDocument/2006/relationships/customXml" Target="../ink/ink2237.xml"/><Relationship Id="rId385" Type="http://schemas.openxmlformats.org/officeDocument/2006/relationships/image" Target="../media/image2238.png"/><Relationship Id="rId19" Type="http://schemas.openxmlformats.org/officeDocument/2006/relationships/image" Target="../media/image1969.png"/><Relationship Id="rId224" Type="http://schemas.openxmlformats.org/officeDocument/2006/relationships/image" Target="../media/image2162.png"/><Relationship Id="rId245" Type="http://schemas.openxmlformats.org/officeDocument/2006/relationships/customXml" Target="../ink/ink2258.xml"/><Relationship Id="rId266" Type="http://schemas.openxmlformats.org/officeDocument/2006/relationships/image" Target="../media/image2183.png"/><Relationship Id="rId287" Type="http://schemas.openxmlformats.org/officeDocument/2006/relationships/customXml" Target="../ink/ink2279.xml"/><Relationship Id="rId30" Type="http://schemas.openxmlformats.org/officeDocument/2006/relationships/customXml" Target="../ink/ink2150.xml"/><Relationship Id="rId105" Type="http://schemas.openxmlformats.org/officeDocument/2006/relationships/customXml" Target="../ink/ink2188.xml"/><Relationship Id="rId126" Type="http://schemas.openxmlformats.org/officeDocument/2006/relationships/image" Target="../media/image2115.png"/><Relationship Id="rId147" Type="http://schemas.openxmlformats.org/officeDocument/2006/relationships/customXml" Target="../ink/ink2209.xml"/><Relationship Id="rId168" Type="http://schemas.openxmlformats.org/officeDocument/2006/relationships/image" Target="../media/image74.png"/><Relationship Id="rId312" Type="http://schemas.openxmlformats.org/officeDocument/2006/relationships/image" Target="../media/image215.png"/><Relationship Id="rId333" Type="http://schemas.openxmlformats.org/officeDocument/2006/relationships/customXml" Target="../ink/ink2302.xml"/><Relationship Id="rId354" Type="http://schemas.openxmlformats.org/officeDocument/2006/relationships/customXml" Target="../ink/ink2313.xml"/><Relationship Id="rId51" Type="http://schemas.openxmlformats.org/officeDocument/2006/relationships/image" Target="../media/image1984.png"/><Relationship Id="rId72" Type="http://schemas.openxmlformats.org/officeDocument/2006/relationships/customXml" Target="../ink/ink2171.xml"/><Relationship Id="rId93" Type="http://schemas.openxmlformats.org/officeDocument/2006/relationships/image" Target="../media/image2005.png"/><Relationship Id="rId189" Type="http://schemas.openxmlformats.org/officeDocument/2006/relationships/customXml" Target="../ink/ink2230.xml"/><Relationship Id="rId375" Type="http://schemas.openxmlformats.org/officeDocument/2006/relationships/image" Target="../media/image2233.png"/><Relationship Id="rId396" Type="http://schemas.openxmlformats.org/officeDocument/2006/relationships/customXml" Target="../ink/ink2334.xml"/><Relationship Id="rId3" Type="http://schemas.openxmlformats.org/officeDocument/2006/relationships/image" Target="../media/image1961.png"/><Relationship Id="rId214" Type="http://schemas.openxmlformats.org/officeDocument/2006/relationships/image" Target="../media/image2157.png"/><Relationship Id="rId235" Type="http://schemas.openxmlformats.org/officeDocument/2006/relationships/customXml" Target="../ink/ink2253.xml"/><Relationship Id="rId256" Type="http://schemas.openxmlformats.org/officeDocument/2006/relationships/image" Target="../media/image2178.png"/><Relationship Id="rId277" Type="http://schemas.openxmlformats.org/officeDocument/2006/relationships/customXml" Target="../ink/ink2274.xml"/><Relationship Id="rId298" Type="http://schemas.openxmlformats.org/officeDocument/2006/relationships/image" Target="../media/image75.png"/><Relationship Id="rId116" Type="http://schemas.openxmlformats.org/officeDocument/2006/relationships/image" Target="../media/image2110.png"/><Relationship Id="rId137" Type="http://schemas.openxmlformats.org/officeDocument/2006/relationships/customXml" Target="../ink/ink2204.xml"/><Relationship Id="rId158" Type="http://schemas.openxmlformats.org/officeDocument/2006/relationships/image" Target="../media/image2131.png"/><Relationship Id="rId302" Type="http://schemas.openxmlformats.org/officeDocument/2006/relationships/image" Target="../media/image2199.png"/><Relationship Id="rId323" Type="http://schemas.openxmlformats.org/officeDocument/2006/relationships/customXml" Target="../ink/ink2297.xml"/><Relationship Id="rId344" Type="http://schemas.openxmlformats.org/officeDocument/2006/relationships/customXml" Target="../ink/ink2308.xml"/><Relationship Id="rId20" Type="http://schemas.openxmlformats.org/officeDocument/2006/relationships/customXml" Target="../ink/ink2145.xml"/><Relationship Id="rId41" Type="http://schemas.openxmlformats.org/officeDocument/2006/relationships/image" Target="../media/image1980.png"/><Relationship Id="rId62" Type="http://schemas.openxmlformats.org/officeDocument/2006/relationships/customXml" Target="../ink/ink2166.xml"/><Relationship Id="rId83" Type="http://schemas.openxmlformats.org/officeDocument/2006/relationships/image" Target="../media/image2000.png"/><Relationship Id="rId179" Type="http://schemas.openxmlformats.org/officeDocument/2006/relationships/customXml" Target="../ink/ink2225.xml"/><Relationship Id="rId365" Type="http://schemas.openxmlformats.org/officeDocument/2006/relationships/image" Target="../media/image2228.png"/><Relationship Id="rId386" Type="http://schemas.openxmlformats.org/officeDocument/2006/relationships/customXml" Target="../ink/ink2329.xml"/><Relationship Id="rId190" Type="http://schemas.openxmlformats.org/officeDocument/2006/relationships/image" Target="../media/image2145.png"/><Relationship Id="rId204" Type="http://schemas.openxmlformats.org/officeDocument/2006/relationships/image" Target="../media/image2152.png"/><Relationship Id="rId225" Type="http://schemas.openxmlformats.org/officeDocument/2006/relationships/customXml" Target="../ink/ink2248.xml"/><Relationship Id="rId246" Type="http://schemas.openxmlformats.org/officeDocument/2006/relationships/image" Target="../media/image2173.png"/><Relationship Id="rId267" Type="http://schemas.openxmlformats.org/officeDocument/2006/relationships/customXml" Target="../ink/ink2269.xml"/><Relationship Id="rId288" Type="http://schemas.openxmlformats.org/officeDocument/2006/relationships/image" Target="../media/image2194.png"/><Relationship Id="rId106" Type="http://schemas.openxmlformats.org/officeDocument/2006/relationships/image" Target="../media/image2010.png"/><Relationship Id="rId127" Type="http://schemas.openxmlformats.org/officeDocument/2006/relationships/customXml" Target="../ink/ink2199.xml"/><Relationship Id="rId313" Type="http://schemas.openxmlformats.org/officeDocument/2006/relationships/customXml" Target="../ink/ink2292.xml"/><Relationship Id="rId10" Type="http://schemas.openxmlformats.org/officeDocument/2006/relationships/customXml" Target="../ink/ink2140.xml"/><Relationship Id="rId31" Type="http://schemas.openxmlformats.org/officeDocument/2006/relationships/image" Target="../media/image1975.png"/><Relationship Id="rId52" Type="http://schemas.openxmlformats.org/officeDocument/2006/relationships/customXml" Target="../ink/ink2161.xml"/><Relationship Id="rId73" Type="http://schemas.openxmlformats.org/officeDocument/2006/relationships/image" Target="../media/image1995.png"/><Relationship Id="rId94" Type="http://schemas.openxmlformats.org/officeDocument/2006/relationships/customXml" Target="../ink/ink2182.xml"/><Relationship Id="rId148" Type="http://schemas.openxmlformats.org/officeDocument/2006/relationships/image" Target="../media/image2126.png"/><Relationship Id="rId169" Type="http://schemas.openxmlformats.org/officeDocument/2006/relationships/customXml" Target="../ink/ink2220.xml"/><Relationship Id="rId334" Type="http://schemas.openxmlformats.org/officeDocument/2006/relationships/image" Target="../media/image2212.png"/><Relationship Id="rId355" Type="http://schemas.openxmlformats.org/officeDocument/2006/relationships/image" Target="../media/image2223.png"/><Relationship Id="rId376" Type="http://schemas.openxmlformats.org/officeDocument/2006/relationships/customXml" Target="../ink/ink2324.xml"/><Relationship Id="rId397" Type="http://schemas.openxmlformats.org/officeDocument/2006/relationships/image" Target="../media/image2244.png"/><Relationship Id="rId4" Type="http://schemas.openxmlformats.org/officeDocument/2006/relationships/customXml" Target="../ink/ink2137.xml"/><Relationship Id="rId180" Type="http://schemas.openxmlformats.org/officeDocument/2006/relationships/image" Target="../media/image2140.png"/><Relationship Id="rId215" Type="http://schemas.openxmlformats.org/officeDocument/2006/relationships/customXml" Target="../ink/ink2243.xml"/><Relationship Id="rId236" Type="http://schemas.openxmlformats.org/officeDocument/2006/relationships/image" Target="../media/image2168.png"/><Relationship Id="rId257" Type="http://schemas.openxmlformats.org/officeDocument/2006/relationships/customXml" Target="../ink/ink2264.xml"/><Relationship Id="rId278" Type="http://schemas.openxmlformats.org/officeDocument/2006/relationships/image" Target="../media/image2189.png"/><Relationship Id="rId303" Type="http://schemas.openxmlformats.org/officeDocument/2006/relationships/customXml" Target="../ink/ink2287.xml"/><Relationship Id="rId42" Type="http://schemas.openxmlformats.org/officeDocument/2006/relationships/customXml" Target="../ink/ink2156.xml"/><Relationship Id="rId84" Type="http://schemas.openxmlformats.org/officeDocument/2006/relationships/customXml" Target="../ink/ink2177.xml"/><Relationship Id="rId138" Type="http://schemas.openxmlformats.org/officeDocument/2006/relationships/image" Target="../media/image2121.png"/><Relationship Id="rId345" Type="http://schemas.openxmlformats.org/officeDocument/2006/relationships/image" Target="../media/image2218.png"/><Relationship Id="rId387" Type="http://schemas.openxmlformats.org/officeDocument/2006/relationships/image" Target="../media/image2239.png"/><Relationship Id="rId191" Type="http://schemas.openxmlformats.org/officeDocument/2006/relationships/customXml" Target="../ink/ink2231.xml"/><Relationship Id="rId205" Type="http://schemas.openxmlformats.org/officeDocument/2006/relationships/customXml" Target="../ink/ink2238.xml"/><Relationship Id="rId247" Type="http://schemas.openxmlformats.org/officeDocument/2006/relationships/customXml" Target="../ink/ink2259.xml"/><Relationship Id="rId107" Type="http://schemas.openxmlformats.org/officeDocument/2006/relationships/customXml" Target="../ink/ink2189.xml"/><Relationship Id="rId289" Type="http://schemas.openxmlformats.org/officeDocument/2006/relationships/customXml" Target="../ink/ink2280.xml"/><Relationship Id="rId11" Type="http://schemas.openxmlformats.org/officeDocument/2006/relationships/image" Target="../media/image1965.png"/><Relationship Id="rId53" Type="http://schemas.openxmlformats.org/officeDocument/2006/relationships/image" Target="../media/image1985.png"/><Relationship Id="rId149" Type="http://schemas.openxmlformats.org/officeDocument/2006/relationships/customXml" Target="../ink/ink2210.xml"/><Relationship Id="rId314" Type="http://schemas.openxmlformats.org/officeDocument/2006/relationships/image" Target="../media/image1198.png"/><Relationship Id="rId356" Type="http://schemas.openxmlformats.org/officeDocument/2006/relationships/customXml" Target="../ink/ink2314.xml"/><Relationship Id="rId398" Type="http://schemas.openxmlformats.org/officeDocument/2006/relationships/customXml" Target="../ink/ink2335.xml"/><Relationship Id="rId95" Type="http://schemas.openxmlformats.org/officeDocument/2006/relationships/image" Target="../media/image2006.png"/><Relationship Id="rId160" Type="http://schemas.openxmlformats.org/officeDocument/2006/relationships/image" Target="../media/image2132.png"/><Relationship Id="rId216" Type="http://schemas.openxmlformats.org/officeDocument/2006/relationships/image" Target="../media/image2158.png"/><Relationship Id="rId258" Type="http://schemas.openxmlformats.org/officeDocument/2006/relationships/image" Target="../media/image2179.png"/><Relationship Id="rId22" Type="http://schemas.openxmlformats.org/officeDocument/2006/relationships/customXml" Target="../ink/ink2146.xml"/><Relationship Id="rId64" Type="http://schemas.openxmlformats.org/officeDocument/2006/relationships/customXml" Target="../ink/ink2167.xml"/><Relationship Id="rId118" Type="http://schemas.openxmlformats.org/officeDocument/2006/relationships/image" Target="../media/image2111.png"/><Relationship Id="rId325" Type="http://schemas.openxmlformats.org/officeDocument/2006/relationships/customXml" Target="../ink/ink2298.xml"/><Relationship Id="rId367" Type="http://schemas.openxmlformats.org/officeDocument/2006/relationships/image" Target="../media/image2229.png"/><Relationship Id="rId171" Type="http://schemas.openxmlformats.org/officeDocument/2006/relationships/customXml" Target="../ink/ink2221.xml"/><Relationship Id="rId227" Type="http://schemas.openxmlformats.org/officeDocument/2006/relationships/customXml" Target="../ink/ink2249.xml"/><Relationship Id="rId269" Type="http://schemas.openxmlformats.org/officeDocument/2006/relationships/customXml" Target="../ink/ink2270.xml"/><Relationship Id="rId33" Type="http://schemas.openxmlformats.org/officeDocument/2006/relationships/image" Target="../media/image1976.png"/><Relationship Id="rId129" Type="http://schemas.openxmlformats.org/officeDocument/2006/relationships/customXml" Target="../ink/ink2200.xml"/><Relationship Id="rId280" Type="http://schemas.openxmlformats.org/officeDocument/2006/relationships/image" Target="../media/image2190.png"/><Relationship Id="rId336" Type="http://schemas.openxmlformats.org/officeDocument/2006/relationships/image" Target="../media/image2213.png"/><Relationship Id="rId75" Type="http://schemas.openxmlformats.org/officeDocument/2006/relationships/image" Target="../media/image1996.png"/><Relationship Id="rId140" Type="http://schemas.openxmlformats.org/officeDocument/2006/relationships/image" Target="../media/image2122.png"/><Relationship Id="rId182" Type="http://schemas.openxmlformats.org/officeDocument/2006/relationships/image" Target="../media/image2141.png"/><Relationship Id="rId378" Type="http://schemas.openxmlformats.org/officeDocument/2006/relationships/customXml" Target="../ink/ink2325.xml"/><Relationship Id="rId6" Type="http://schemas.openxmlformats.org/officeDocument/2006/relationships/customXml" Target="../ink/ink2138.xml"/><Relationship Id="rId238" Type="http://schemas.openxmlformats.org/officeDocument/2006/relationships/image" Target="../media/image2169.png"/><Relationship Id="rId291" Type="http://schemas.openxmlformats.org/officeDocument/2006/relationships/customXml" Target="../ink/ink2281.xml"/><Relationship Id="rId305" Type="http://schemas.openxmlformats.org/officeDocument/2006/relationships/customXml" Target="../ink/ink2288.xml"/><Relationship Id="rId347" Type="http://schemas.openxmlformats.org/officeDocument/2006/relationships/image" Target="../media/image2219.png"/><Relationship Id="rId44" Type="http://schemas.openxmlformats.org/officeDocument/2006/relationships/customXml" Target="../ink/ink2157.xml"/><Relationship Id="rId86" Type="http://schemas.openxmlformats.org/officeDocument/2006/relationships/customXml" Target="../ink/ink2178.xml"/><Relationship Id="rId151" Type="http://schemas.openxmlformats.org/officeDocument/2006/relationships/customXml" Target="../ink/ink2211.xml"/><Relationship Id="rId389" Type="http://schemas.openxmlformats.org/officeDocument/2006/relationships/image" Target="../media/image2240.png"/><Relationship Id="rId193" Type="http://schemas.openxmlformats.org/officeDocument/2006/relationships/customXml" Target="../ink/ink2232.xml"/><Relationship Id="rId207" Type="http://schemas.openxmlformats.org/officeDocument/2006/relationships/customXml" Target="../ink/ink2239.xml"/><Relationship Id="rId249" Type="http://schemas.openxmlformats.org/officeDocument/2006/relationships/customXml" Target="../ink/ink2260.xml"/><Relationship Id="rId13" Type="http://schemas.openxmlformats.org/officeDocument/2006/relationships/image" Target="../media/image1966.png"/><Relationship Id="rId109" Type="http://schemas.openxmlformats.org/officeDocument/2006/relationships/customXml" Target="../ink/ink2190.xml"/><Relationship Id="rId260" Type="http://schemas.openxmlformats.org/officeDocument/2006/relationships/image" Target="../media/image2180.png"/><Relationship Id="rId316" Type="http://schemas.openxmlformats.org/officeDocument/2006/relationships/image" Target="../media/image2203.png"/><Relationship Id="rId55" Type="http://schemas.openxmlformats.org/officeDocument/2006/relationships/image" Target="../media/image1986.png"/><Relationship Id="rId97" Type="http://schemas.openxmlformats.org/officeDocument/2006/relationships/image" Target="../media/image2007.png"/><Relationship Id="rId120" Type="http://schemas.openxmlformats.org/officeDocument/2006/relationships/image" Target="../media/image2112.png"/><Relationship Id="rId358" Type="http://schemas.openxmlformats.org/officeDocument/2006/relationships/customXml" Target="../ink/ink2315.xml"/><Relationship Id="rId162" Type="http://schemas.openxmlformats.org/officeDocument/2006/relationships/image" Target="../media/image2133.png"/><Relationship Id="rId218" Type="http://schemas.openxmlformats.org/officeDocument/2006/relationships/image" Target="../media/image2159.png"/><Relationship Id="rId271" Type="http://schemas.openxmlformats.org/officeDocument/2006/relationships/customXml" Target="../ink/ink2271.xml"/><Relationship Id="rId24" Type="http://schemas.openxmlformats.org/officeDocument/2006/relationships/customXml" Target="../ink/ink2147.xml"/><Relationship Id="rId66" Type="http://schemas.openxmlformats.org/officeDocument/2006/relationships/customXml" Target="../ink/ink2168.xml"/><Relationship Id="rId131" Type="http://schemas.openxmlformats.org/officeDocument/2006/relationships/customXml" Target="../ink/ink2201.xml"/><Relationship Id="rId327" Type="http://schemas.openxmlformats.org/officeDocument/2006/relationships/customXml" Target="../ink/ink2299.xml"/><Relationship Id="rId369" Type="http://schemas.openxmlformats.org/officeDocument/2006/relationships/image" Target="../media/image2230.png"/><Relationship Id="rId173" Type="http://schemas.openxmlformats.org/officeDocument/2006/relationships/customXml" Target="../ink/ink2222.xml"/><Relationship Id="rId229" Type="http://schemas.openxmlformats.org/officeDocument/2006/relationships/customXml" Target="../ink/ink2250.xml"/><Relationship Id="rId380" Type="http://schemas.openxmlformats.org/officeDocument/2006/relationships/customXml" Target="../ink/ink2326.xml"/><Relationship Id="rId240" Type="http://schemas.openxmlformats.org/officeDocument/2006/relationships/image" Target="../media/image2170.png"/><Relationship Id="rId35" Type="http://schemas.openxmlformats.org/officeDocument/2006/relationships/image" Target="../media/image1977.png"/><Relationship Id="rId77" Type="http://schemas.openxmlformats.org/officeDocument/2006/relationships/image" Target="../media/image1997.png"/><Relationship Id="rId100" Type="http://schemas.openxmlformats.org/officeDocument/2006/relationships/customXml" Target="../ink/ink2185.xml"/><Relationship Id="rId282" Type="http://schemas.openxmlformats.org/officeDocument/2006/relationships/image" Target="../media/image2191.png"/><Relationship Id="rId338" Type="http://schemas.openxmlformats.org/officeDocument/2006/relationships/image" Target="../media/image2214.png"/><Relationship Id="rId8" Type="http://schemas.openxmlformats.org/officeDocument/2006/relationships/customXml" Target="../ink/ink2139.xml"/><Relationship Id="rId142" Type="http://schemas.openxmlformats.org/officeDocument/2006/relationships/image" Target="../media/image2123.png"/><Relationship Id="rId184" Type="http://schemas.openxmlformats.org/officeDocument/2006/relationships/image" Target="../media/image2142.png"/><Relationship Id="rId391" Type="http://schemas.openxmlformats.org/officeDocument/2006/relationships/image" Target="../media/image2241.png"/><Relationship Id="rId251" Type="http://schemas.openxmlformats.org/officeDocument/2006/relationships/customXml" Target="../ink/ink2261.xml"/><Relationship Id="rId46" Type="http://schemas.openxmlformats.org/officeDocument/2006/relationships/customXml" Target="../ink/ink2158.xml"/><Relationship Id="rId293" Type="http://schemas.openxmlformats.org/officeDocument/2006/relationships/customXml" Target="../ink/ink2282.xml"/><Relationship Id="rId307" Type="http://schemas.openxmlformats.org/officeDocument/2006/relationships/customXml" Target="../ink/ink2289.xml"/><Relationship Id="rId349" Type="http://schemas.openxmlformats.org/officeDocument/2006/relationships/image" Target="../media/image2220.png"/><Relationship Id="rId88" Type="http://schemas.openxmlformats.org/officeDocument/2006/relationships/customXml" Target="../ink/ink2179.xml"/><Relationship Id="rId111" Type="http://schemas.openxmlformats.org/officeDocument/2006/relationships/customXml" Target="../ink/ink2191.xml"/><Relationship Id="rId153" Type="http://schemas.openxmlformats.org/officeDocument/2006/relationships/customXml" Target="../ink/ink2212.xml"/><Relationship Id="rId195" Type="http://schemas.openxmlformats.org/officeDocument/2006/relationships/customXml" Target="../ink/ink2233.xml"/><Relationship Id="rId209" Type="http://schemas.openxmlformats.org/officeDocument/2006/relationships/customXml" Target="../ink/ink2240.xml"/><Relationship Id="rId360" Type="http://schemas.openxmlformats.org/officeDocument/2006/relationships/customXml" Target="../ink/ink2316.xml"/><Relationship Id="rId220" Type="http://schemas.openxmlformats.org/officeDocument/2006/relationships/image" Target="../media/image2160.png"/><Relationship Id="rId15" Type="http://schemas.openxmlformats.org/officeDocument/2006/relationships/image" Target="../media/image1967.png"/><Relationship Id="rId57" Type="http://schemas.openxmlformats.org/officeDocument/2006/relationships/image" Target="../media/image1987.png"/><Relationship Id="rId262" Type="http://schemas.openxmlformats.org/officeDocument/2006/relationships/image" Target="../media/image2181.png"/><Relationship Id="rId318" Type="http://schemas.openxmlformats.org/officeDocument/2006/relationships/image" Target="../media/image2204.png"/><Relationship Id="rId99" Type="http://schemas.openxmlformats.org/officeDocument/2006/relationships/image" Target="../media/image1626.png"/><Relationship Id="rId122" Type="http://schemas.openxmlformats.org/officeDocument/2006/relationships/image" Target="../media/image2113.png"/><Relationship Id="rId164" Type="http://schemas.openxmlformats.org/officeDocument/2006/relationships/image" Target="../media/image2134.png"/><Relationship Id="rId371" Type="http://schemas.openxmlformats.org/officeDocument/2006/relationships/image" Target="../media/image2231.png"/><Relationship Id="rId26" Type="http://schemas.openxmlformats.org/officeDocument/2006/relationships/customXml" Target="../ink/ink2148.xml"/><Relationship Id="rId231" Type="http://schemas.openxmlformats.org/officeDocument/2006/relationships/customXml" Target="../ink/ink2251.xml"/><Relationship Id="rId273" Type="http://schemas.openxmlformats.org/officeDocument/2006/relationships/customXml" Target="../ink/ink2272.xml"/><Relationship Id="rId329" Type="http://schemas.openxmlformats.org/officeDocument/2006/relationships/customXml" Target="../ink/ink2300.xml"/><Relationship Id="rId68" Type="http://schemas.openxmlformats.org/officeDocument/2006/relationships/customXml" Target="../ink/ink2169.xml"/><Relationship Id="rId133" Type="http://schemas.openxmlformats.org/officeDocument/2006/relationships/customXml" Target="../ink/ink2202.xml"/><Relationship Id="rId175" Type="http://schemas.openxmlformats.org/officeDocument/2006/relationships/customXml" Target="../ink/ink2223.xml"/><Relationship Id="rId340" Type="http://schemas.openxmlformats.org/officeDocument/2006/relationships/customXml" Target="../ink/ink2306.xml"/><Relationship Id="rId200" Type="http://schemas.openxmlformats.org/officeDocument/2006/relationships/image" Target="../media/image2150.png"/><Relationship Id="rId382" Type="http://schemas.openxmlformats.org/officeDocument/2006/relationships/customXml" Target="../ink/ink2327.xml"/><Relationship Id="rId242" Type="http://schemas.openxmlformats.org/officeDocument/2006/relationships/image" Target="../media/image2171.png"/><Relationship Id="rId284" Type="http://schemas.openxmlformats.org/officeDocument/2006/relationships/image" Target="../media/image2192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95.xml"/><Relationship Id="rId21" Type="http://schemas.openxmlformats.org/officeDocument/2006/relationships/image" Target="../media/image2254.png"/><Relationship Id="rId63" Type="http://schemas.openxmlformats.org/officeDocument/2006/relationships/image" Target="../media/image2275.png"/><Relationship Id="rId159" Type="http://schemas.openxmlformats.org/officeDocument/2006/relationships/customXml" Target="../ink/ink2416.xml"/><Relationship Id="rId170" Type="http://schemas.openxmlformats.org/officeDocument/2006/relationships/image" Target="../media/image2324.png"/><Relationship Id="rId226" Type="http://schemas.openxmlformats.org/officeDocument/2006/relationships/customXml" Target="../ink/ink2450.xml"/><Relationship Id="rId268" Type="http://schemas.openxmlformats.org/officeDocument/2006/relationships/customXml" Target="../ink/ink2471.xml"/><Relationship Id="rId32" Type="http://schemas.openxmlformats.org/officeDocument/2006/relationships/customXml" Target="../ink/ink2351.xml"/><Relationship Id="rId74" Type="http://schemas.openxmlformats.org/officeDocument/2006/relationships/customXml" Target="../ink/ink2372.xml"/><Relationship Id="rId128" Type="http://schemas.openxmlformats.org/officeDocument/2006/relationships/image" Target="../media/image2303.png"/><Relationship Id="rId5" Type="http://schemas.openxmlformats.org/officeDocument/2006/relationships/image" Target="../media/image2246.png"/><Relationship Id="rId181" Type="http://schemas.openxmlformats.org/officeDocument/2006/relationships/customXml" Target="../ink/ink2427.xml"/><Relationship Id="rId237" Type="http://schemas.openxmlformats.org/officeDocument/2006/relationships/image" Target="../media/image2357.png"/><Relationship Id="rId279" Type="http://schemas.openxmlformats.org/officeDocument/2006/relationships/image" Target="../media/image2378.png"/><Relationship Id="rId43" Type="http://schemas.openxmlformats.org/officeDocument/2006/relationships/image" Target="../media/image2265.png"/><Relationship Id="rId139" Type="http://schemas.openxmlformats.org/officeDocument/2006/relationships/customXml" Target="../ink/ink2406.xml"/><Relationship Id="rId290" Type="http://schemas.openxmlformats.org/officeDocument/2006/relationships/customXml" Target="../ink/ink2482.xml"/><Relationship Id="rId85" Type="http://schemas.openxmlformats.org/officeDocument/2006/relationships/image" Target="../media/image2285.png"/><Relationship Id="rId150" Type="http://schemas.openxmlformats.org/officeDocument/2006/relationships/image" Target="../media/image2314.png"/><Relationship Id="rId192" Type="http://schemas.openxmlformats.org/officeDocument/2006/relationships/image" Target="../media/image2335.png"/><Relationship Id="rId206" Type="http://schemas.openxmlformats.org/officeDocument/2006/relationships/customXml" Target="../ink/ink2440.xml"/><Relationship Id="rId248" Type="http://schemas.openxmlformats.org/officeDocument/2006/relationships/customXml" Target="../ink/ink2461.xml"/><Relationship Id="rId12" Type="http://schemas.openxmlformats.org/officeDocument/2006/relationships/customXml" Target="../ink/ink2341.xml"/><Relationship Id="rId33" Type="http://schemas.openxmlformats.org/officeDocument/2006/relationships/image" Target="../media/image2260.png"/><Relationship Id="rId108" Type="http://schemas.openxmlformats.org/officeDocument/2006/relationships/image" Target="../media/image93.png"/><Relationship Id="rId129" Type="http://schemas.openxmlformats.org/officeDocument/2006/relationships/customXml" Target="../ink/ink2401.xml"/><Relationship Id="rId280" Type="http://schemas.openxmlformats.org/officeDocument/2006/relationships/customXml" Target="../ink/ink2477.xml"/><Relationship Id="rId54" Type="http://schemas.openxmlformats.org/officeDocument/2006/relationships/customXml" Target="../ink/ink2362.xml"/><Relationship Id="rId75" Type="http://schemas.openxmlformats.org/officeDocument/2006/relationships/image" Target="../media/image2280.png"/><Relationship Id="rId96" Type="http://schemas.openxmlformats.org/officeDocument/2006/relationships/customXml" Target="../ink/ink2383.xml"/><Relationship Id="rId140" Type="http://schemas.openxmlformats.org/officeDocument/2006/relationships/image" Target="../media/image2309.png"/><Relationship Id="rId161" Type="http://schemas.openxmlformats.org/officeDocument/2006/relationships/customXml" Target="../ink/ink2417.xml"/><Relationship Id="rId182" Type="http://schemas.openxmlformats.org/officeDocument/2006/relationships/image" Target="../media/image2330.png"/><Relationship Id="rId217" Type="http://schemas.openxmlformats.org/officeDocument/2006/relationships/image" Target="../media/image2347.png"/><Relationship Id="rId6" Type="http://schemas.openxmlformats.org/officeDocument/2006/relationships/customXml" Target="../ink/ink2338.xml"/><Relationship Id="rId238" Type="http://schemas.openxmlformats.org/officeDocument/2006/relationships/customXml" Target="../ink/ink2456.xml"/><Relationship Id="rId259" Type="http://schemas.openxmlformats.org/officeDocument/2006/relationships/image" Target="../media/image2368.png"/><Relationship Id="rId23" Type="http://schemas.openxmlformats.org/officeDocument/2006/relationships/image" Target="../media/image2255.png"/><Relationship Id="rId119" Type="http://schemas.openxmlformats.org/officeDocument/2006/relationships/customXml" Target="../ink/ink2396.xml"/><Relationship Id="rId270" Type="http://schemas.openxmlformats.org/officeDocument/2006/relationships/customXml" Target="../ink/ink2472.xml"/><Relationship Id="rId291" Type="http://schemas.openxmlformats.org/officeDocument/2006/relationships/image" Target="../media/image2384.png"/><Relationship Id="rId44" Type="http://schemas.openxmlformats.org/officeDocument/2006/relationships/customXml" Target="../ink/ink2357.xml"/><Relationship Id="rId65" Type="http://schemas.openxmlformats.org/officeDocument/2006/relationships/image" Target="../media/image2276.png"/><Relationship Id="rId86" Type="http://schemas.openxmlformats.org/officeDocument/2006/relationships/customXml" Target="../ink/ink2378.xml"/><Relationship Id="rId130" Type="http://schemas.openxmlformats.org/officeDocument/2006/relationships/image" Target="../media/image2304.png"/><Relationship Id="rId151" Type="http://schemas.openxmlformats.org/officeDocument/2006/relationships/customXml" Target="../ink/ink2412.xml"/><Relationship Id="rId172" Type="http://schemas.openxmlformats.org/officeDocument/2006/relationships/image" Target="../media/image2325.png"/><Relationship Id="rId193" Type="http://schemas.openxmlformats.org/officeDocument/2006/relationships/customXml" Target="../ink/ink2433.xml"/><Relationship Id="rId207" Type="http://schemas.openxmlformats.org/officeDocument/2006/relationships/image" Target="../media/image2342.png"/><Relationship Id="rId228" Type="http://schemas.openxmlformats.org/officeDocument/2006/relationships/customXml" Target="../ink/ink2451.xml"/><Relationship Id="rId249" Type="http://schemas.openxmlformats.org/officeDocument/2006/relationships/image" Target="../media/image2363.png"/><Relationship Id="rId13" Type="http://schemas.openxmlformats.org/officeDocument/2006/relationships/image" Target="../media/image2250.png"/><Relationship Id="rId109" Type="http://schemas.openxmlformats.org/officeDocument/2006/relationships/customXml" Target="../ink/ink2390.xml"/><Relationship Id="rId260" Type="http://schemas.openxmlformats.org/officeDocument/2006/relationships/customXml" Target="../ink/ink2467.xml"/><Relationship Id="rId281" Type="http://schemas.openxmlformats.org/officeDocument/2006/relationships/image" Target="../media/image2379.png"/><Relationship Id="rId34" Type="http://schemas.openxmlformats.org/officeDocument/2006/relationships/customXml" Target="../ink/ink2352.xml"/><Relationship Id="rId55" Type="http://schemas.openxmlformats.org/officeDocument/2006/relationships/image" Target="../media/image2271.png"/><Relationship Id="rId76" Type="http://schemas.openxmlformats.org/officeDocument/2006/relationships/customXml" Target="../ink/ink2373.xml"/><Relationship Id="rId97" Type="http://schemas.openxmlformats.org/officeDocument/2006/relationships/image" Target="../media/image2291.png"/><Relationship Id="rId120" Type="http://schemas.openxmlformats.org/officeDocument/2006/relationships/image" Target="../media/image2299.png"/><Relationship Id="rId141" Type="http://schemas.openxmlformats.org/officeDocument/2006/relationships/customXml" Target="../ink/ink2407.xml"/><Relationship Id="rId7" Type="http://schemas.openxmlformats.org/officeDocument/2006/relationships/image" Target="../media/image2247.png"/><Relationship Id="rId162" Type="http://schemas.openxmlformats.org/officeDocument/2006/relationships/image" Target="../media/image2320.png"/><Relationship Id="rId183" Type="http://schemas.openxmlformats.org/officeDocument/2006/relationships/customXml" Target="../ink/ink2428.xml"/><Relationship Id="rId218" Type="http://schemas.openxmlformats.org/officeDocument/2006/relationships/customXml" Target="../ink/ink2446.xml"/><Relationship Id="rId239" Type="http://schemas.openxmlformats.org/officeDocument/2006/relationships/image" Target="../media/image2358.png"/><Relationship Id="rId250" Type="http://schemas.openxmlformats.org/officeDocument/2006/relationships/customXml" Target="../ink/ink2462.xml"/><Relationship Id="rId271" Type="http://schemas.openxmlformats.org/officeDocument/2006/relationships/image" Target="../media/image2374.png"/><Relationship Id="rId292" Type="http://schemas.openxmlformats.org/officeDocument/2006/relationships/customXml" Target="../ink/ink2483.xml"/><Relationship Id="rId24" Type="http://schemas.openxmlformats.org/officeDocument/2006/relationships/customXml" Target="../ink/ink2347.xml"/><Relationship Id="rId45" Type="http://schemas.openxmlformats.org/officeDocument/2006/relationships/image" Target="../media/image2266.png"/><Relationship Id="rId66" Type="http://schemas.openxmlformats.org/officeDocument/2006/relationships/customXml" Target="../ink/ink2368.xml"/><Relationship Id="rId87" Type="http://schemas.openxmlformats.org/officeDocument/2006/relationships/image" Target="../media/image2286.png"/><Relationship Id="rId110" Type="http://schemas.openxmlformats.org/officeDocument/2006/relationships/customXml" Target="../ink/ink2391.xml"/><Relationship Id="rId131" Type="http://schemas.openxmlformats.org/officeDocument/2006/relationships/customXml" Target="../ink/ink2402.xml"/><Relationship Id="rId152" Type="http://schemas.openxmlformats.org/officeDocument/2006/relationships/image" Target="../media/image2315.png"/><Relationship Id="rId173" Type="http://schemas.openxmlformats.org/officeDocument/2006/relationships/customXml" Target="../ink/ink2423.xml"/><Relationship Id="rId194" Type="http://schemas.openxmlformats.org/officeDocument/2006/relationships/image" Target="../media/image2336.png"/><Relationship Id="rId208" Type="http://schemas.openxmlformats.org/officeDocument/2006/relationships/customXml" Target="../ink/ink2441.xml"/><Relationship Id="rId229" Type="http://schemas.openxmlformats.org/officeDocument/2006/relationships/image" Target="../media/image2353.png"/><Relationship Id="rId240" Type="http://schemas.openxmlformats.org/officeDocument/2006/relationships/customXml" Target="../ink/ink2457.xml"/><Relationship Id="rId261" Type="http://schemas.openxmlformats.org/officeDocument/2006/relationships/image" Target="../media/image2369.png"/><Relationship Id="rId14" Type="http://schemas.openxmlformats.org/officeDocument/2006/relationships/customXml" Target="../ink/ink2342.xml"/><Relationship Id="rId35" Type="http://schemas.openxmlformats.org/officeDocument/2006/relationships/image" Target="../media/image2261.png"/><Relationship Id="rId56" Type="http://schemas.openxmlformats.org/officeDocument/2006/relationships/customXml" Target="../ink/ink2363.xml"/><Relationship Id="rId77" Type="http://schemas.openxmlformats.org/officeDocument/2006/relationships/image" Target="../media/image2281.png"/><Relationship Id="rId100" Type="http://schemas.openxmlformats.org/officeDocument/2006/relationships/customXml" Target="../ink/ink2385.xml"/><Relationship Id="rId282" Type="http://schemas.openxmlformats.org/officeDocument/2006/relationships/customXml" Target="../ink/ink2478.xml"/><Relationship Id="rId8" Type="http://schemas.openxmlformats.org/officeDocument/2006/relationships/customXml" Target="../ink/ink2339.xml"/><Relationship Id="rId98" Type="http://schemas.openxmlformats.org/officeDocument/2006/relationships/customXml" Target="../ink/ink2384.xml"/><Relationship Id="rId121" Type="http://schemas.openxmlformats.org/officeDocument/2006/relationships/customXml" Target="../ink/ink2397.xml"/><Relationship Id="rId142" Type="http://schemas.openxmlformats.org/officeDocument/2006/relationships/image" Target="../media/image2310.png"/><Relationship Id="rId163" Type="http://schemas.openxmlformats.org/officeDocument/2006/relationships/customXml" Target="../ink/ink2418.xml"/><Relationship Id="rId184" Type="http://schemas.openxmlformats.org/officeDocument/2006/relationships/image" Target="../media/image2331.png"/><Relationship Id="rId219" Type="http://schemas.openxmlformats.org/officeDocument/2006/relationships/image" Target="../media/image2348.png"/><Relationship Id="rId230" Type="http://schemas.openxmlformats.org/officeDocument/2006/relationships/customXml" Target="../ink/ink2452.xml"/><Relationship Id="rId251" Type="http://schemas.openxmlformats.org/officeDocument/2006/relationships/image" Target="../media/image2364.png"/><Relationship Id="rId25" Type="http://schemas.openxmlformats.org/officeDocument/2006/relationships/image" Target="../media/image2256.png"/><Relationship Id="rId46" Type="http://schemas.openxmlformats.org/officeDocument/2006/relationships/customXml" Target="../ink/ink2358.xml"/><Relationship Id="rId67" Type="http://schemas.openxmlformats.org/officeDocument/2006/relationships/image" Target="../media/image2277.png"/><Relationship Id="rId272" Type="http://schemas.openxmlformats.org/officeDocument/2006/relationships/customXml" Target="../ink/ink2473.xml"/><Relationship Id="rId293" Type="http://schemas.openxmlformats.org/officeDocument/2006/relationships/image" Target="../media/image1615.png"/><Relationship Id="rId88" Type="http://schemas.openxmlformats.org/officeDocument/2006/relationships/customXml" Target="../ink/ink2379.xml"/><Relationship Id="rId111" Type="http://schemas.openxmlformats.org/officeDocument/2006/relationships/customXml" Target="../ink/ink2392.xml"/><Relationship Id="rId132" Type="http://schemas.openxmlformats.org/officeDocument/2006/relationships/image" Target="../media/image2305.png"/><Relationship Id="rId153" Type="http://schemas.openxmlformats.org/officeDocument/2006/relationships/customXml" Target="../ink/ink2413.xml"/><Relationship Id="rId174" Type="http://schemas.openxmlformats.org/officeDocument/2006/relationships/image" Target="../media/image2326.png"/><Relationship Id="rId195" Type="http://schemas.openxmlformats.org/officeDocument/2006/relationships/customXml" Target="../ink/ink2434.xml"/><Relationship Id="rId209" Type="http://schemas.openxmlformats.org/officeDocument/2006/relationships/image" Target="../media/image2343.png"/><Relationship Id="rId220" Type="http://schemas.openxmlformats.org/officeDocument/2006/relationships/customXml" Target="../ink/ink2447.xml"/><Relationship Id="rId241" Type="http://schemas.openxmlformats.org/officeDocument/2006/relationships/image" Target="../media/image2359.png"/><Relationship Id="rId15" Type="http://schemas.openxmlformats.org/officeDocument/2006/relationships/image" Target="../media/image2251.png"/><Relationship Id="rId36" Type="http://schemas.openxmlformats.org/officeDocument/2006/relationships/customXml" Target="../ink/ink2353.xml"/><Relationship Id="rId57" Type="http://schemas.openxmlformats.org/officeDocument/2006/relationships/image" Target="../media/image2272.png"/><Relationship Id="rId262" Type="http://schemas.openxmlformats.org/officeDocument/2006/relationships/customXml" Target="../ink/ink2468.xml"/><Relationship Id="rId283" Type="http://schemas.openxmlformats.org/officeDocument/2006/relationships/image" Target="../media/image2380.png"/><Relationship Id="rId78" Type="http://schemas.openxmlformats.org/officeDocument/2006/relationships/customXml" Target="../ink/ink2374.xml"/><Relationship Id="rId99" Type="http://schemas.openxmlformats.org/officeDocument/2006/relationships/image" Target="../media/image2292.png"/><Relationship Id="rId101" Type="http://schemas.openxmlformats.org/officeDocument/2006/relationships/image" Target="../media/image2293.png"/><Relationship Id="rId122" Type="http://schemas.openxmlformats.org/officeDocument/2006/relationships/image" Target="../media/image2300.png"/><Relationship Id="rId143" Type="http://schemas.openxmlformats.org/officeDocument/2006/relationships/customXml" Target="../ink/ink2408.xml"/><Relationship Id="rId164" Type="http://schemas.openxmlformats.org/officeDocument/2006/relationships/image" Target="../media/image2321.png"/><Relationship Id="rId185" Type="http://schemas.openxmlformats.org/officeDocument/2006/relationships/customXml" Target="../ink/ink2429.xml"/><Relationship Id="rId9" Type="http://schemas.openxmlformats.org/officeDocument/2006/relationships/image" Target="../media/image2248.png"/><Relationship Id="rId210" Type="http://schemas.openxmlformats.org/officeDocument/2006/relationships/customXml" Target="../ink/ink2442.xml"/><Relationship Id="rId26" Type="http://schemas.openxmlformats.org/officeDocument/2006/relationships/customXml" Target="../ink/ink2348.xml"/><Relationship Id="rId231" Type="http://schemas.openxmlformats.org/officeDocument/2006/relationships/image" Target="../media/image2354.png"/><Relationship Id="rId252" Type="http://schemas.openxmlformats.org/officeDocument/2006/relationships/customXml" Target="../ink/ink2463.xml"/><Relationship Id="rId273" Type="http://schemas.openxmlformats.org/officeDocument/2006/relationships/image" Target="../media/image2375.png"/><Relationship Id="rId47" Type="http://schemas.openxmlformats.org/officeDocument/2006/relationships/image" Target="../media/image2267.png"/><Relationship Id="rId68" Type="http://schemas.openxmlformats.org/officeDocument/2006/relationships/customXml" Target="../ink/ink2369.xml"/><Relationship Id="rId89" Type="http://schemas.openxmlformats.org/officeDocument/2006/relationships/image" Target="../media/image2287.png"/><Relationship Id="rId112" Type="http://schemas.openxmlformats.org/officeDocument/2006/relationships/image" Target="../media/image2295.png"/><Relationship Id="rId133" Type="http://schemas.openxmlformats.org/officeDocument/2006/relationships/customXml" Target="../ink/ink2403.xml"/><Relationship Id="rId154" Type="http://schemas.openxmlformats.org/officeDocument/2006/relationships/image" Target="../media/image2316.png"/><Relationship Id="rId175" Type="http://schemas.openxmlformats.org/officeDocument/2006/relationships/customXml" Target="../ink/ink2424.xml"/><Relationship Id="rId196" Type="http://schemas.openxmlformats.org/officeDocument/2006/relationships/image" Target="../media/image2337.png"/><Relationship Id="rId200" Type="http://schemas.openxmlformats.org/officeDocument/2006/relationships/image" Target="../media/image2339.png"/><Relationship Id="rId16" Type="http://schemas.openxmlformats.org/officeDocument/2006/relationships/customXml" Target="../ink/ink2343.xml"/><Relationship Id="rId221" Type="http://schemas.openxmlformats.org/officeDocument/2006/relationships/image" Target="../media/image2349.png"/><Relationship Id="rId242" Type="http://schemas.openxmlformats.org/officeDocument/2006/relationships/customXml" Target="../ink/ink2458.xml"/><Relationship Id="rId263" Type="http://schemas.openxmlformats.org/officeDocument/2006/relationships/image" Target="../media/image2370.png"/><Relationship Id="rId284" Type="http://schemas.openxmlformats.org/officeDocument/2006/relationships/customXml" Target="../ink/ink2479.xml"/><Relationship Id="rId37" Type="http://schemas.openxmlformats.org/officeDocument/2006/relationships/image" Target="../media/image2262.png"/><Relationship Id="rId58" Type="http://schemas.openxmlformats.org/officeDocument/2006/relationships/customXml" Target="../ink/ink2364.xml"/><Relationship Id="rId79" Type="http://schemas.openxmlformats.org/officeDocument/2006/relationships/image" Target="../media/image2282.png"/><Relationship Id="rId102" Type="http://schemas.openxmlformats.org/officeDocument/2006/relationships/customXml" Target="../ink/ink2386.xml"/><Relationship Id="rId123" Type="http://schemas.openxmlformats.org/officeDocument/2006/relationships/customXml" Target="../ink/ink2398.xml"/><Relationship Id="rId144" Type="http://schemas.openxmlformats.org/officeDocument/2006/relationships/image" Target="../media/image2311.png"/><Relationship Id="rId90" Type="http://schemas.openxmlformats.org/officeDocument/2006/relationships/customXml" Target="../ink/ink2380.xml"/><Relationship Id="rId165" Type="http://schemas.openxmlformats.org/officeDocument/2006/relationships/customXml" Target="../ink/ink2419.xml"/><Relationship Id="rId186" Type="http://schemas.openxmlformats.org/officeDocument/2006/relationships/image" Target="../media/image2332.png"/><Relationship Id="rId211" Type="http://schemas.openxmlformats.org/officeDocument/2006/relationships/image" Target="../media/image2344.png"/><Relationship Id="rId232" Type="http://schemas.openxmlformats.org/officeDocument/2006/relationships/customXml" Target="../ink/ink2453.xml"/><Relationship Id="rId253" Type="http://schemas.openxmlformats.org/officeDocument/2006/relationships/image" Target="../media/image2365.png"/><Relationship Id="rId274" Type="http://schemas.openxmlformats.org/officeDocument/2006/relationships/customXml" Target="../ink/ink2474.xml"/><Relationship Id="rId27" Type="http://schemas.openxmlformats.org/officeDocument/2006/relationships/image" Target="../media/image2257.png"/><Relationship Id="rId48" Type="http://schemas.openxmlformats.org/officeDocument/2006/relationships/customXml" Target="../ink/ink2359.xml"/><Relationship Id="rId69" Type="http://schemas.openxmlformats.org/officeDocument/2006/relationships/image" Target="../media/image73.png"/><Relationship Id="rId113" Type="http://schemas.openxmlformats.org/officeDocument/2006/relationships/customXml" Target="../ink/ink2393.xml"/><Relationship Id="rId134" Type="http://schemas.openxmlformats.org/officeDocument/2006/relationships/image" Target="../media/image2306.png"/><Relationship Id="rId80" Type="http://schemas.openxmlformats.org/officeDocument/2006/relationships/customXml" Target="../ink/ink2375.xml"/><Relationship Id="rId155" Type="http://schemas.openxmlformats.org/officeDocument/2006/relationships/customXml" Target="../ink/ink2414.xml"/><Relationship Id="rId176" Type="http://schemas.openxmlformats.org/officeDocument/2006/relationships/image" Target="../media/image2327.png"/><Relationship Id="rId197" Type="http://schemas.openxmlformats.org/officeDocument/2006/relationships/customXml" Target="../ink/ink2435.xml"/><Relationship Id="rId201" Type="http://schemas.openxmlformats.org/officeDocument/2006/relationships/customXml" Target="../ink/ink2437.xml"/><Relationship Id="rId222" Type="http://schemas.openxmlformats.org/officeDocument/2006/relationships/customXml" Target="../ink/ink2448.xml"/><Relationship Id="rId243" Type="http://schemas.openxmlformats.org/officeDocument/2006/relationships/image" Target="../media/image2360.png"/><Relationship Id="rId264" Type="http://schemas.openxmlformats.org/officeDocument/2006/relationships/customXml" Target="../ink/ink2469.xml"/><Relationship Id="rId285" Type="http://schemas.openxmlformats.org/officeDocument/2006/relationships/image" Target="../media/image2381.png"/><Relationship Id="rId17" Type="http://schemas.openxmlformats.org/officeDocument/2006/relationships/image" Target="../media/image2252.png"/><Relationship Id="rId38" Type="http://schemas.openxmlformats.org/officeDocument/2006/relationships/customXml" Target="../ink/ink2354.xml"/><Relationship Id="rId59" Type="http://schemas.openxmlformats.org/officeDocument/2006/relationships/image" Target="../media/image2273.png"/><Relationship Id="rId103" Type="http://schemas.openxmlformats.org/officeDocument/2006/relationships/image" Target="../media/image2294.png"/><Relationship Id="rId124" Type="http://schemas.openxmlformats.org/officeDocument/2006/relationships/image" Target="../media/image2301.png"/><Relationship Id="rId70" Type="http://schemas.openxmlformats.org/officeDocument/2006/relationships/customXml" Target="../ink/ink2370.xml"/><Relationship Id="rId91" Type="http://schemas.openxmlformats.org/officeDocument/2006/relationships/image" Target="../media/image2288.png"/><Relationship Id="rId145" Type="http://schemas.openxmlformats.org/officeDocument/2006/relationships/customXml" Target="../ink/ink2409.xml"/><Relationship Id="rId166" Type="http://schemas.openxmlformats.org/officeDocument/2006/relationships/image" Target="../media/image2322.png"/><Relationship Id="rId187" Type="http://schemas.openxmlformats.org/officeDocument/2006/relationships/customXml" Target="../ink/ink243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43.xml"/><Relationship Id="rId233" Type="http://schemas.openxmlformats.org/officeDocument/2006/relationships/image" Target="../media/image2355.png"/><Relationship Id="rId254" Type="http://schemas.openxmlformats.org/officeDocument/2006/relationships/customXml" Target="../ink/ink2464.xml"/><Relationship Id="rId28" Type="http://schemas.openxmlformats.org/officeDocument/2006/relationships/customXml" Target="../ink/ink2349.xml"/><Relationship Id="rId49" Type="http://schemas.openxmlformats.org/officeDocument/2006/relationships/image" Target="../media/image2268.png"/><Relationship Id="rId114" Type="http://schemas.openxmlformats.org/officeDocument/2006/relationships/image" Target="../media/image2296.png"/><Relationship Id="rId275" Type="http://schemas.openxmlformats.org/officeDocument/2006/relationships/image" Target="../media/image2376.png"/><Relationship Id="rId60" Type="http://schemas.openxmlformats.org/officeDocument/2006/relationships/customXml" Target="../ink/ink2365.xml"/><Relationship Id="rId81" Type="http://schemas.openxmlformats.org/officeDocument/2006/relationships/image" Target="../media/image2283.png"/><Relationship Id="rId135" Type="http://schemas.openxmlformats.org/officeDocument/2006/relationships/customXml" Target="../ink/ink2404.xml"/><Relationship Id="rId156" Type="http://schemas.openxmlformats.org/officeDocument/2006/relationships/image" Target="../media/image2317.png"/><Relationship Id="rId177" Type="http://schemas.openxmlformats.org/officeDocument/2006/relationships/customXml" Target="../ink/ink2425.xml"/><Relationship Id="rId198" Type="http://schemas.openxmlformats.org/officeDocument/2006/relationships/image" Target="../media/image2338.png"/><Relationship Id="rId202" Type="http://schemas.openxmlformats.org/officeDocument/2006/relationships/customXml" Target="../ink/ink2438.xml"/><Relationship Id="rId223" Type="http://schemas.openxmlformats.org/officeDocument/2006/relationships/image" Target="../media/image2350.png"/><Relationship Id="rId244" Type="http://schemas.openxmlformats.org/officeDocument/2006/relationships/customXml" Target="../ink/ink2459.xml"/><Relationship Id="rId18" Type="http://schemas.openxmlformats.org/officeDocument/2006/relationships/customXml" Target="../ink/ink2344.xml"/><Relationship Id="rId39" Type="http://schemas.openxmlformats.org/officeDocument/2006/relationships/image" Target="../media/image2263.png"/><Relationship Id="rId265" Type="http://schemas.openxmlformats.org/officeDocument/2006/relationships/image" Target="../media/image2371.png"/><Relationship Id="rId286" Type="http://schemas.openxmlformats.org/officeDocument/2006/relationships/customXml" Target="../ink/ink2480.xml"/><Relationship Id="rId50" Type="http://schemas.openxmlformats.org/officeDocument/2006/relationships/customXml" Target="../ink/ink2360.xml"/><Relationship Id="rId104" Type="http://schemas.openxmlformats.org/officeDocument/2006/relationships/customXml" Target="../ink/ink2387.xml"/><Relationship Id="rId125" Type="http://schemas.openxmlformats.org/officeDocument/2006/relationships/customXml" Target="../ink/ink2399.xml"/><Relationship Id="rId146" Type="http://schemas.openxmlformats.org/officeDocument/2006/relationships/image" Target="../media/image2312.png"/><Relationship Id="rId167" Type="http://schemas.openxmlformats.org/officeDocument/2006/relationships/customXml" Target="../ink/ink2420.xml"/><Relationship Id="rId188" Type="http://schemas.openxmlformats.org/officeDocument/2006/relationships/image" Target="../media/image2333.png"/><Relationship Id="rId71" Type="http://schemas.openxmlformats.org/officeDocument/2006/relationships/image" Target="../media/image2278.png"/><Relationship Id="rId92" Type="http://schemas.openxmlformats.org/officeDocument/2006/relationships/customXml" Target="../ink/ink2381.xml"/><Relationship Id="rId213" Type="http://schemas.openxmlformats.org/officeDocument/2006/relationships/image" Target="../media/image2345.png"/><Relationship Id="rId234" Type="http://schemas.openxmlformats.org/officeDocument/2006/relationships/customXml" Target="../ink/ink2454.xml"/><Relationship Id="rId2" Type="http://schemas.openxmlformats.org/officeDocument/2006/relationships/customXml" Target="../ink/ink2336.xml"/><Relationship Id="rId29" Type="http://schemas.openxmlformats.org/officeDocument/2006/relationships/image" Target="../media/image2258.png"/><Relationship Id="rId255" Type="http://schemas.openxmlformats.org/officeDocument/2006/relationships/image" Target="../media/image2366.png"/><Relationship Id="rId276" Type="http://schemas.openxmlformats.org/officeDocument/2006/relationships/customXml" Target="../ink/ink2475.xml"/><Relationship Id="rId40" Type="http://schemas.openxmlformats.org/officeDocument/2006/relationships/customXml" Target="../ink/ink2355.xml"/><Relationship Id="rId115" Type="http://schemas.openxmlformats.org/officeDocument/2006/relationships/customXml" Target="../ink/ink2394.xml"/><Relationship Id="rId136" Type="http://schemas.openxmlformats.org/officeDocument/2006/relationships/image" Target="../media/image2307.png"/><Relationship Id="rId157" Type="http://schemas.openxmlformats.org/officeDocument/2006/relationships/customXml" Target="../ink/ink2415.xml"/><Relationship Id="rId178" Type="http://schemas.openxmlformats.org/officeDocument/2006/relationships/image" Target="../media/image2328.png"/><Relationship Id="rId61" Type="http://schemas.openxmlformats.org/officeDocument/2006/relationships/image" Target="../media/image2274.png"/><Relationship Id="rId82" Type="http://schemas.openxmlformats.org/officeDocument/2006/relationships/customXml" Target="../ink/ink2376.xml"/><Relationship Id="rId199" Type="http://schemas.openxmlformats.org/officeDocument/2006/relationships/customXml" Target="../ink/ink2436.xml"/><Relationship Id="rId203" Type="http://schemas.openxmlformats.org/officeDocument/2006/relationships/image" Target="../media/image2340.png"/><Relationship Id="rId19" Type="http://schemas.openxmlformats.org/officeDocument/2006/relationships/image" Target="../media/image2253.png"/><Relationship Id="rId224" Type="http://schemas.openxmlformats.org/officeDocument/2006/relationships/customXml" Target="../ink/ink2449.xml"/><Relationship Id="rId245" Type="http://schemas.openxmlformats.org/officeDocument/2006/relationships/image" Target="../media/image2361.png"/><Relationship Id="rId266" Type="http://schemas.openxmlformats.org/officeDocument/2006/relationships/customXml" Target="../ink/ink2470.xml"/><Relationship Id="rId287" Type="http://schemas.openxmlformats.org/officeDocument/2006/relationships/image" Target="../media/image2382.png"/><Relationship Id="rId30" Type="http://schemas.openxmlformats.org/officeDocument/2006/relationships/customXml" Target="../ink/ink2350.xml"/><Relationship Id="rId105" Type="http://schemas.openxmlformats.org/officeDocument/2006/relationships/image" Target="../media/image72.png"/><Relationship Id="rId126" Type="http://schemas.openxmlformats.org/officeDocument/2006/relationships/image" Target="../media/image2302.png"/><Relationship Id="rId147" Type="http://schemas.openxmlformats.org/officeDocument/2006/relationships/customXml" Target="../ink/ink2410.xml"/><Relationship Id="rId168" Type="http://schemas.openxmlformats.org/officeDocument/2006/relationships/image" Target="../media/image2323.png"/><Relationship Id="rId51" Type="http://schemas.openxmlformats.org/officeDocument/2006/relationships/image" Target="../media/image2269.png"/><Relationship Id="rId72" Type="http://schemas.openxmlformats.org/officeDocument/2006/relationships/customXml" Target="../ink/ink2371.xml"/><Relationship Id="rId93" Type="http://schemas.openxmlformats.org/officeDocument/2006/relationships/image" Target="../media/image2289.png"/><Relationship Id="rId189" Type="http://schemas.openxmlformats.org/officeDocument/2006/relationships/customXml" Target="../ink/ink2431.xml"/><Relationship Id="rId3" Type="http://schemas.openxmlformats.org/officeDocument/2006/relationships/image" Target="../media/image2245.png"/><Relationship Id="rId214" Type="http://schemas.openxmlformats.org/officeDocument/2006/relationships/customXml" Target="../ink/ink2444.xml"/><Relationship Id="rId235" Type="http://schemas.openxmlformats.org/officeDocument/2006/relationships/image" Target="../media/image2356.png"/><Relationship Id="rId256" Type="http://schemas.openxmlformats.org/officeDocument/2006/relationships/customXml" Target="../ink/ink2465.xml"/><Relationship Id="rId277" Type="http://schemas.openxmlformats.org/officeDocument/2006/relationships/image" Target="../media/image2377.png"/><Relationship Id="rId116" Type="http://schemas.openxmlformats.org/officeDocument/2006/relationships/image" Target="../media/image2297.png"/><Relationship Id="rId137" Type="http://schemas.openxmlformats.org/officeDocument/2006/relationships/customXml" Target="../ink/ink2405.xml"/><Relationship Id="rId158" Type="http://schemas.openxmlformats.org/officeDocument/2006/relationships/image" Target="../media/image2318.png"/><Relationship Id="rId20" Type="http://schemas.openxmlformats.org/officeDocument/2006/relationships/customXml" Target="../ink/ink2345.xml"/><Relationship Id="rId41" Type="http://schemas.openxmlformats.org/officeDocument/2006/relationships/image" Target="../media/image2264.png"/><Relationship Id="rId62" Type="http://schemas.openxmlformats.org/officeDocument/2006/relationships/customXml" Target="../ink/ink2366.xml"/><Relationship Id="rId83" Type="http://schemas.openxmlformats.org/officeDocument/2006/relationships/image" Target="../media/image2284.png"/><Relationship Id="rId179" Type="http://schemas.openxmlformats.org/officeDocument/2006/relationships/customXml" Target="../ink/ink2426.xml"/><Relationship Id="rId190" Type="http://schemas.openxmlformats.org/officeDocument/2006/relationships/image" Target="../media/image2334.png"/><Relationship Id="rId204" Type="http://schemas.openxmlformats.org/officeDocument/2006/relationships/customXml" Target="../ink/ink2439.xml"/><Relationship Id="rId225" Type="http://schemas.openxmlformats.org/officeDocument/2006/relationships/image" Target="../media/image2351.png"/><Relationship Id="rId246" Type="http://schemas.openxmlformats.org/officeDocument/2006/relationships/customXml" Target="../ink/ink2460.xml"/><Relationship Id="rId267" Type="http://schemas.openxmlformats.org/officeDocument/2006/relationships/image" Target="../media/image2372.png"/><Relationship Id="rId288" Type="http://schemas.openxmlformats.org/officeDocument/2006/relationships/customXml" Target="../ink/ink2481.xml"/><Relationship Id="rId106" Type="http://schemas.openxmlformats.org/officeDocument/2006/relationships/customXml" Target="../ink/ink2388.xml"/><Relationship Id="rId127" Type="http://schemas.openxmlformats.org/officeDocument/2006/relationships/customXml" Target="../ink/ink2400.xml"/><Relationship Id="rId10" Type="http://schemas.openxmlformats.org/officeDocument/2006/relationships/customXml" Target="../ink/ink2340.xml"/><Relationship Id="rId31" Type="http://schemas.openxmlformats.org/officeDocument/2006/relationships/image" Target="../media/image2259.png"/><Relationship Id="rId52" Type="http://schemas.openxmlformats.org/officeDocument/2006/relationships/customXml" Target="../ink/ink2361.xml"/><Relationship Id="rId73" Type="http://schemas.openxmlformats.org/officeDocument/2006/relationships/image" Target="../media/image2279.png"/><Relationship Id="rId94" Type="http://schemas.openxmlformats.org/officeDocument/2006/relationships/customXml" Target="../ink/ink2382.xml"/><Relationship Id="rId148" Type="http://schemas.openxmlformats.org/officeDocument/2006/relationships/image" Target="../media/image2313.png"/><Relationship Id="rId169" Type="http://schemas.openxmlformats.org/officeDocument/2006/relationships/customXml" Target="../ink/ink2421.xml"/><Relationship Id="rId4" Type="http://schemas.openxmlformats.org/officeDocument/2006/relationships/customXml" Target="../ink/ink2337.xml"/><Relationship Id="rId180" Type="http://schemas.openxmlformats.org/officeDocument/2006/relationships/image" Target="../media/image2329.png"/><Relationship Id="rId215" Type="http://schemas.openxmlformats.org/officeDocument/2006/relationships/image" Target="../media/image2346.png"/><Relationship Id="rId236" Type="http://schemas.openxmlformats.org/officeDocument/2006/relationships/customXml" Target="../ink/ink2455.xml"/><Relationship Id="rId257" Type="http://schemas.openxmlformats.org/officeDocument/2006/relationships/image" Target="../media/image2367.png"/><Relationship Id="rId278" Type="http://schemas.openxmlformats.org/officeDocument/2006/relationships/customXml" Target="../ink/ink2476.xml"/><Relationship Id="rId42" Type="http://schemas.openxmlformats.org/officeDocument/2006/relationships/customXml" Target="../ink/ink2356.xml"/><Relationship Id="rId84" Type="http://schemas.openxmlformats.org/officeDocument/2006/relationships/customXml" Target="../ink/ink2377.xml"/><Relationship Id="rId138" Type="http://schemas.openxmlformats.org/officeDocument/2006/relationships/image" Target="../media/image2308.png"/><Relationship Id="rId191" Type="http://schemas.openxmlformats.org/officeDocument/2006/relationships/customXml" Target="../ink/ink2432.xml"/><Relationship Id="rId205" Type="http://schemas.openxmlformats.org/officeDocument/2006/relationships/image" Target="../media/image2341.png"/><Relationship Id="rId247" Type="http://schemas.openxmlformats.org/officeDocument/2006/relationships/image" Target="../media/image2362.png"/><Relationship Id="rId107" Type="http://schemas.openxmlformats.org/officeDocument/2006/relationships/customXml" Target="../ink/ink2389.xml"/><Relationship Id="rId289" Type="http://schemas.openxmlformats.org/officeDocument/2006/relationships/image" Target="../media/image2383.png"/><Relationship Id="rId11" Type="http://schemas.openxmlformats.org/officeDocument/2006/relationships/image" Target="../media/image2249.png"/><Relationship Id="rId53" Type="http://schemas.openxmlformats.org/officeDocument/2006/relationships/image" Target="../media/image2270.png"/><Relationship Id="rId149" Type="http://schemas.openxmlformats.org/officeDocument/2006/relationships/customXml" Target="../ink/ink2411.xml"/><Relationship Id="rId95" Type="http://schemas.openxmlformats.org/officeDocument/2006/relationships/image" Target="../media/image2290.png"/><Relationship Id="rId160" Type="http://schemas.openxmlformats.org/officeDocument/2006/relationships/image" Target="../media/image2319.png"/><Relationship Id="rId216" Type="http://schemas.openxmlformats.org/officeDocument/2006/relationships/customXml" Target="../ink/ink2445.xml"/><Relationship Id="rId258" Type="http://schemas.openxmlformats.org/officeDocument/2006/relationships/customXml" Target="../ink/ink2466.xml"/><Relationship Id="rId22" Type="http://schemas.openxmlformats.org/officeDocument/2006/relationships/customXml" Target="../ink/ink2346.xml"/><Relationship Id="rId64" Type="http://schemas.openxmlformats.org/officeDocument/2006/relationships/customXml" Target="../ink/ink2367.xml"/><Relationship Id="rId118" Type="http://schemas.openxmlformats.org/officeDocument/2006/relationships/image" Target="../media/image2298.png"/><Relationship Id="rId171" Type="http://schemas.openxmlformats.org/officeDocument/2006/relationships/customXml" Target="../ink/ink2422.xml"/><Relationship Id="rId227" Type="http://schemas.openxmlformats.org/officeDocument/2006/relationships/image" Target="../media/image2352.png"/><Relationship Id="rId269" Type="http://schemas.openxmlformats.org/officeDocument/2006/relationships/image" Target="../media/image23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7.png"/><Relationship Id="rId13" Type="http://schemas.openxmlformats.org/officeDocument/2006/relationships/customXml" Target="../ink/ink2489.xml"/><Relationship Id="rId18" Type="http://schemas.openxmlformats.org/officeDocument/2006/relationships/image" Target="../media/image2392.png"/><Relationship Id="rId26" Type="http://schemas.openxmlformats.org/officeDocument/2006/relationships/image" Target="../media/image2396.png"/><Relationship Id="rId3" Type="http://schemas.openxmlformats.org/officeDocument/2006/relationships/customXml" Target="../ink/ink2484.xml"/><Relationship Id="rId21" Type="http://schemas.openxmlformats.org/officeDocument/2006/relationships/customXml" Target="../ink/ink2493.xml"/><Relationship Id="rId7" Type="http://schemas.openxmlformats.org/officeDocument/2006/relationships/customXml" Target="../ink/ink2486.xml"/><Relationship Id="rId12" Type="http://schemas.openxmlformats.org/officeDocument/2006/relationships/image" Target="../media/image2389.png"/><Relationship Id="rId17" Type="http://schemas.openxmlformats.org/officeDocument/2006/relationships/customXml" Target="../ink/ink2491.xml"/><Relationship Id="rId25" Type="http://schemas.openxmlformats.org/officeDocument/2006/relationships/customXml" Target="../ink/ink2495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91.png"/><Relationship Id="rId20" Type="http://schemas.openxmlformats.org/officeDocument/2006/relationships/image" Target="../media/image23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6.png"/><Relationship Id="rId11" Type="http://schemas.openxmlformats.org/officeDocument/2006/relationships/customXml" Target="../ink/ink2488.xml"/><Relationship Id="rId24" Type="http://schemas.openxmlformats.org/officeDocument/2006/relationships/image" Target="../media/image2395.png"/><Relationship Id="rId5" Type="http://schemas.openxmlformats.org/officeDocument/2006/relationships/customXml" Target="../ink/ink2485.xml"/><Relationship Id="rId15" Type="http://schemas.openxmlformats.org/officeDocument/2006/relationships/customXml" Target="../ink/ink2490.xml"/><Relationship Id="rId23" Type="http://schemas.openxmlformats.org/officeDocument/2006/relationships/customXml" Target="../ink/ink2494.xml"/><Relationship Id="rId10" Type="http://schemas.openxmlformats.org/officeDocument/2006/relationships/image" Target="../media/image2388.png"/><Relationship Id="rId19" Type="http://schemas.openxmlformats.org/officeDocument/2006/relationships/customXml" Target="../ink/ink2492.xml"/><Relationship Id="rId4" Type="http://schemas.openxmlformats.org/officeDocument/2006/relationships/image" Target="../media/image2385.png"/><Relationship Id="rId9" Type="http://schemas.openxmlformats.org/officeDocument/2006/relationships/customXml" Target="../ink/ink2487.xml"/><Relationship Id="rId14" Type="http://schemas.openxmlformats.org/officeDocument/2006/relationships/image" Target="../media/image2390.png"/><Relationship Id="rId22" Type="http://schemas.openxmlformats.org/officeDocument/2006/relationships/image" Target="../media/image2394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54.png"/><Relationship Id="rId21" Type="http://schemas.openxmlformats.org/officeDocument/2006/relationships/image" Target="../media/image2406.png"/><Relationship Id="rId324" Type="http://schemas.openxmlformats.org/officeDocument/2006/relationships/customXml" Target="../ink/ink2657.xml"/><Relationship Id="rId531" Type="http://schemas.openxmlformats.org/officeDocument/2006/relationships/image" Target="../media/image2659.png"/><Relationship Id="rId170" Type="http://schemas.openxmlformats.org/officeDocument/2006/relationships/customXml" Target="../ink/ink2580.xml"/><Relationship Id="rId268" Type="http://schemas.openxmlformats.org/officeDocument/2006/relationships/customXml" Target="../ink/ink2629.xml"/><Relationship Id="rId475" Type="http://schemas.openxmlformats.org/officeDocument/2006/relationships/image" Target="../media/image2631.png"/><Relationship Id="rId32" Type="http://schemas.openxmlformats.org/officeDocument/2006/relationships/customXml" Target="../ink/ink2511.xml"/><Relationship Id="rId128" Type="http://schemas.openxmlformats.org/officeDocument/2006/relationships/customXml" Target="../ink/ink2559.xml"/><Relationship Id="rId335" Type="http://schemas.openxmlformats.org/officeDocument/2006/relationships/image" Target="../media/image2561.png"/><Relationship Id="rId542" Type="http://schemas.openxmlformats.org/officeDocument/2006/relationships/customXml" Target="../ink/ink2766.xml"/><Relationship Id="rId181" Type="http://schemas.openxmlformats.org/officeDocument/2006/relationships/image" Target="../media/image2485.png"/><Relationship Id="rId402" Type="http://schemas.openxmlformats.org/officeDocument/2006/relationships/customXml" Target="../ink/ink2696.xml"/><Relationship Id="rId279" Type="http://schemas.openxmlformats.org/officeDocument/2006/relationships/image" Target="../media/image2533.png"/><Relationship Id="rId486" Type="http://schemas.openxmlformats.org/officeDocument/2006/relationships/customXml" Target="../ink/ink2738.xml"/><Relationship Id="rId43" Type="http://schemas.openxmlformats.org/officeDocument/2006/relationships/image" Target="../media/image2417.png"/><Relationship Id="rId139" Type="http://schemas.openxmlformats.org/officeDocument/2006/relationships/image" Target="../media/image2465.png"/><Relationship Id="rId346" Type="http://schemas.openxmlformats.org/officeDocument/2006/relationships/customXml" Target="../ink/ink2668.xml"/><Relationship Id="rId553" Type="http://schemas.openxmlformats.org/officeDocument/2006/relationships/image" Target="../media/image2670.png"/><Relationship Id="rId192" Type="http://schemas.openxmlformats.org/officeDocument/2006/relationships/customXml" Target="../ink/ink2591.xml"/><Relationship Id="rId206" Type="http://schemas.openxmlformats.org/officeDocument/2006/relationships/customXml" Target="../ink/ink2598.xml"/><Relationship Id="rId413" Type="http://schemas.openxmlformats.org/officeDocument/2006/relationships/image" Target="../media/image2600.png"/><Relationship Id="rId497" Type="http://schemas.openxmlformats.org/officeDocument/2006/relationships/image" Target="../media/image2642.png"/><Relationship Id="rId357" Type="http://schemas.openxmlformats.org/officeDocument/2006/relationships/image" Target="../media/image2572.png"/><Relationship Id="rId54" Type="http://schemas.openxmlformats.org/officeDocument/2006/relationships/customXml" Target="../ink/ink2522.xml"/><Relationship Id="rId217" Type="http://schemas.openxmlformats.org/officeDocument/2006/relationships/image" Target="../media/image2502.png"/><Relationship Id="rId564" Type="http://schemas.openxmlformats.org/officeDocument/2006/relationships/customXml" Target="../ink/ink2777.xml"/><Relationship Id="rId424" Type="http://schemas.openxmlformats.org/officeDocument/2006/relationships/customXml" Target="../ink/ink2707.xml"/><Relationship Id="rId270" Type="http://schemas.openxmlformats.org/officeDocument/2006/relationships/customXml" Target="../ink/ink2630.xml"/><Relationship Id="rId65" Type="http://schemas.openxmlformats.org/officeDocument/2006/relationships/image" Target="../media/image2428.png"/><Relationship Id="rId130" Type="http://schemas.openxmlformats.org/officeDocument/2006/relationships/customXml" Target="../ink/ink2560.xml"/><Relationship Id="rId368" Type="http://schemas.openxmlformats.org/officeDocument/2006/relationships/customXml" Target="../ink/ink2679.xml"/><Relationship Id="rId575" Type="http://schemas.openxmlformats.org/officeDocument/2006/relationships/customXml" Target="../ink/ink2783.xml"/><Relationship Id="rId228" Type="http://schemas.openxmlformats.org/officeDocument/2006/relationships/customXml" Target="../ink/ink2609.xml"/><Relationship Id="rId435" Type="http://schemas.openxmlformats.org/officeDocument/2006/relationships/image" Target="../media/image2611.png"/><Relationship Id="rId281" Type="http://schemas.openxmlformats.org/officeDocument/2006/relationships/image" Target="../media/image2534.png"/><Relationship Id="rId337" Type="http://schemas.openxmlformats.org/officeDocument/2006/relationships/image" Target="../media/image2562.png"/><Relationship Id="rId502" Type="http://schemas.openxmlformats.org/officeDocument/2006/relationships/customXml" Target="../ink/ink2746.xml"/><Relationship Id="rId34" Type="http://schemas.openxmlformats.org/officeDocument/2006/relationships/customXml" Target="../ink/ink2512.xml"/><Relationship Id="rId76" Type="http://schemas.openxmlformats.org/officeDocument/2006/relationships/customXml" Target="../ink/ink2533.xml"/><Relationship Id="rId141" Type="http://schemas.openxmlformats.org/officeDocument/2006/relationships/image" Target="../media/image2466.png"/><Relationship Id="rId379" Type="http://schemas.openxmlformats.org/officeDocument/2006/relationships/image" Target="../media/image2583.png"/><Relationship Id="rId544" Type="http://schemas.openxmlformats.org/officeDocument/2006/relationships/customXml" Target="../ink/ink2767.xml"/><Relationship Id="rId7" Type="http://schemas.openxmlformats.org/officeDocument/2006/relationships/image" Target="../media/image2399.png"/><Relationship Id="rId183" Type="http://schemas.openxmlformats.org/officeDocument/2006/relationships/image" Target="../media/image2486.png"/><Relationship Id="rId239" Type="http://schemas.openxmlformats.org/officeDocument/2006/relationships/image" Target="../media/image2513.png"/><Relationship Id="rId390" Type="http://schemas.openxmlformats.org/officeDocument/2006/relationships/customXml" Target="../ink/ink2690.xml"/><Relationship Id="rId404" Type="http://schemas.openxmlformats.org/officeDocument/2006/relationships/customXml" Target="../ink/ink2697.xml"/><Relationship Id="rId446" Type="http://schemas.openxmlformats.org/officeDocument/2006/relationships/customXml" Target="../ink/ink2718.xml"/><Relationship Id="rId250" Type="http://schemas.openxmlformats.org/officeDocument/2006/relationships/customXml" Target="../ink/ink2620.xml"/><Relationship Id="rId292" Type="http://schemas.openxmlformats.org/officeDocument/2006/relationships/customXml" Target="../ink/ink2641.xml"/><Relationship Id="rId306" Type="http://schemas.openxmlformats.org/officeDocument/2006/relationships/customXml" Target="../ink/ink2648.xml"/><Relationship Id="rId488" Type="http://schemas.openxmlformats.org/officeDocument/2006/relationships/customXml" Target="../ink/ink2739.xml"/><Relationship Id="rId45" Type="http://schemas.openxmlformats.org/officeDocument/2006/relationships/image" Target="../media/image2418.png"/><Relationship Id="rId87" Type="http://schemas.openxmlformats.org/officeDocument/2006/relationships/image" Target="../media/image2439.png"/><Relationship Id="rId110" Type="http://schemas.openxmlformats.org/officeDocument/2006/relationships/customXml" Target="../ink/ink2550.xml"/><Relationship Id="rId348" Type="http://schemas.openxmlformats.org/officeDocument/2006/relationships/customXml" Target="../ink/ink2669.xml"/><Relationship Id="rId513" Type="http://schemas.openxmlformats.org/officeDocument/2006/relationships/image" Target="../media/image2650.png"/><Relationship Id="rId555" Type="http://schemas.openxmlformats.org/officeDocument/2006/relationships/image" Target="../media/image2671.png"/><Relationship Id="rId152" Type="http://schemas.openxmlformats.org/officeDocument/2006/relationships/customXml" Target="../ink/ink2571.xml"/><Relationship Id="rId194" Type="http://schemas.openxmlformats.org/officeDocument/2006/relationships/customXml" Target="../ink/ink2592.xml"/><Relationship Id="rId208" Type="http://schemas.openxmlformats.org/officeDocument/2006/relationships/customXml" Target="../ink/ink2599.xml"/><Relationship Id="rId415" Type="http://schemas.openxmlformats.org/officeDocument/2006/relationships/image" Target="../media/image2601.png"/><Relationship Id="rId457" Type="http://schemas.openxmlformats.org/officeDocument/2006/relationships/image" Target="../media/image2622.png"/><Relationship Id="rId261" Type="http://schemas.openxmlformats.org/officeDocument/2006/relationships/image" Target="../media/image2524.png"/><Relationship Id="rId499" Type="http://schemas.openxmlformats.org/officeDocument/2006/relationships/image" Target="../media/image2643.png"/><Relationship Id="rId14" Type="http://schemas.openxmlformats.org/officeDocument/2006/relationships/customXml" Target="../ink/ink2502.xml"/><Relationship Id="rId56" Type="http://schemas.openxmlformats.org/officeDocument/2006/relationships/customXml" Target="../ink/ink2523.xml"/><Relationship Id="rId317" Type="http://schemas.openxmlformats.org/officeDocument/2006/relationships/image" Target="../media/image2552.png"/><Relationship Id="rId359" Type="http://schemas.openxmlformats.org/officeDocument/2006/relationships/image" Target="../media/image2573.png"/><Relationship Id="rId524" Type="http://schemas.openxmlformats.org/officeDocument/2006/relationships/customXml" Target="../ink/ink2757.xml"/><Relationship Id="rId566" Type="http://schemas.openxmlformats.org/officeDocument/2006/relationships/customXml" Target="../ink/ink2778.xml"/><Relationship Id="rId98" Type="http://schemas.openxmlformats.org/officeDocument/2006/relationships/customXml" Target="../ink/ink2544.xml"/><Relationship Id="rId121" Type="http://schemas.openxmlformats.org/officeDocument/2006/relationships/image" Target="../media/image2456.png"/><Relationship Id="rId163" Type="http://schemas.openxmlformats.org/officeDocument/2006/relationships/image" Target="../media/image2477.png"/><Relationship Id="rId219" Type="http://schemas.openxmlformats.org/officeDocument/2006/relationships/image" Target="../media/image2503.png"/><Relationship Id="rId370" Type="http://schemas.openxmlformats.org/officeDocument/2006/relationships/customXml" Target="../ink/ink2680.xml"/><Relationship Id="rId426" Type="http://schemas.openxmlformats.org/officeDocument/2006/relationships/customXml" Target="../ink/ink2708.xml"/><Relationship Id="rId230" Type="http://schemas.openxmlformats.org/officeDocument/2006/relationships/customXml" Target="../ink/ink2610.xml"/><Relationship Id="rId468" Type="http://schemas.openxmlformats.org/officeDocument/2006/relationships/customXml" Target="../ink/ink2729.xml"/><Relationship Id="rId25" Type="http://schemas.openxmlformats.org/officeDocument/2006/relationships/image" Target="../media/image2408.png"/><Relationship Id="rId67" Type="http://schemas.openxmlformats.org/officeDocument/2006/relationships/image" Target="../media/image2429.png"/><Relationship Id="rId272" Type="http://schemas.openxmlformats.org/officeDocument/2006/relationships/customXml" Target="../ink/ink2631.xml"/><Relationship Id="rId328" Type="http://schemas.openxmlformats.org/officeDocument/2006/relationships/customXml" Target="../ink/ink2659.xml"/><Relationship Id="rId535" Type="http://schemas.openxmlformats.org/officeDocument/2006/relationships/image" Target="../media/image2661.png"/><Relationship Id="rId132" Type="http://schemas.openxmlformats.org/officeDocument/2006/relationships/customXml" Target="../ink/ink2561.xml"/><Relationship Id="rId174" Type="http://schemas.openxmlformats.org/officeDocument/2006/relationships/customXml" Target="../ink/ink2582.xml"/><Relationship Id="rId381" Type="http://schemas.openxmlformats.org/officeDocument/2006/relationships/image" Target="../media/image2584.png"/><Relationship Id="rId241" Type="http://schemas.openxmlformats.org/officeDocument/2006/relationships/image" Target="../media/image2514.png"/><Relationship Id="rId437" Type="http://schemas.openxmlformats.org/officeDocument/2006/relationships/image" Target="../media/image2612.png"/><Relationship Id="rId479" Type="http://schemas.openxmlformats.org/officeDocument/2006/relationships/image" Target="../media/image2633.png"/><Relationship Id="rId36" Type="http://schemas.openxmlformats.org/officeDocument/2006/relationships/customXml" Target="../ink/ink2513.xml"/><Relationship Id="rId283" Type="http://schemas.openxmlformats.org/officeDocument/2006/relationships/image" Target="../media/image2535.png"/><Relationship Id="rId339" Type="http://schemas.openxmlformats.org/officeDocument/2006/relationships/image" Target="../media/image2563.png"/><Relationship Id="rId490" Type="http://schemas.openxmlformats.org/officeDocument/2006/relationships/customXml" Target="../ink/ink2740.xml"/><Relationship Id="rId504" Type="http://schemas.openxmlformats.org/officeDocument/2006/relationships/customXml" Target="../ink/ink2747.xml"/><Relationship Id="rId546" Type="http://schemas.openxmlformats.org/officeDocument/2006/relationships/customXml" Target="../ink/ink2768.xml"/><Relationship Id="rId78" Type="http://schemas.openxmlformats.org/officeDocument/2006/relationships/customXml" Target="../ink/ink2534.xml"/><Relationship Id="rId101" Type="http://schemas.openxmlformats.org/officeDocument/2006/relationships/image" Target="../media/image2446.png"/><Relationship Id="rId143" Type="http://schemas.openxmlformats.org/officeDocument/2006/relationships/image" Target="../media/image2467.png"/><Relationship Id="rId185" Type="http://schemas.openxmlformats.org/officeDocument/2006/relationships/image" Target="../media/image2487.png"/><Relationship Id="rId350" Type="http://schemas.openxmlformats.org/officeDocument/2006/relationships/customXml" Target="../ink/ink2670.xml"/><Relationship Id="rId406" Type="http://schemas.openxmlformats.org/officeDocument/2006/relationships/customXml" Target="../ink/ink2698.xml"/><Relationship Id="rId9" Type="http://schemas.openxmlformats.org/officeDocument/2006/relationships/image" Target="../media/image2400.png"/><Relationship Id="rId210" Type="http://schemas.openxmlformats.org/officeDocument/2006/relationships/customXml" Target="../ink/ink2600.xml"/><Relationship Id="rId392" Type="http://schemas.openxmlformats.org/officeDocument/2006/relationships/customXml" Target="../ink/ink2691.xml"/><Relationship Id="rId448" Type="http://schemas.openxmlformats.org/officeDocument/2006/relationships/customXml" Target="../ink/ink2719.xml"/><Relationship Id="rId252" Type="http://schemas.openxmlformats.org/officeDocument/2006/relationships/customXml" Target="../ink/ink2621.xml"/><Relationship Id="rId294" Type="http://schemas.openxmlformats.org/officeDocument/2006/relationships/customXml" Target="../ink/ink2642.xml"/><Relationship Id="rId308" Type="http://schemas.openxmlformats.org/officeDocument/2006/relationships/customXml" Target="../ink/ink2649.xml"/><Relationship Id="rId515" Type="http://schemas.openxmlformats.org/officeDocument/2006/relationships/image" Target="../media/image2651.png"/><Relationship Id="rId47" Type="http://schemas.openxmlformats.org/officeDocument/2006/relationships/image" Target="../media/image2419.png"/><Relationship Id="rId89" Type="http://schemas.openxmlformats.org/officeDocument/2006/relationships/image" Target="../media/image2440.png"/><Relationship Id="rId112" Type="http://schemas.openxmlformats.org/officeDocument/2006/relationships/customXml" Target="../ink/ink2551.xml"/><Relationship Id="rId154" Type="http://schemas.openxmlformats.org/officeDocument/2006/relationships/customXml" Target="../ink/ink2572.xml"/><Relationship Id="rId361" Type="http://schemas.openxmlformats.org/officeDocument/2006/relationships/image" Target="../media/image2574.png"/><Relationship Id="rId557" Type="http://schemas.openxmlformats.org/officeDocument/2006/relationships/image" Target="../media/image2672.png"/><Relationship Id="rId196" Type="http://schemas.openxmlformats.org/officeDocument/2006/relationships/customXml" Target="../ink/ink2593.xml"/><Relationship Id="rId417" Type="http://schemas.openxmlformats.org/officeDocument/2006/relationships/image" Target="../media/image2602.png"/><Relationship Id="rId459" Type="http://schemas.openxmlformats.org/officeDocument/2006/relationships/image" Target="../media/image2623.png"/><Relationship Id="rId16" Type="http://schemas.openxmlformats.org/officeDocument/2006/relationships/customXml" Target="../ink/ink2503.xml"/><Relationship Id="rId221" Type="http://schemas.openxmlformats.org/officeDocument/2006/relationships/image" Target="../media/image2504.png"/><Relationship Id="rId263" Type="http://schemas.openxmlformats.org/officeDocument/2006/relationships/image" Target="../media/image2525.png"/><Relationship Id="rId319" Type="http://schemas.openxmlformats.org/officeDocument/2006/relationships/image" Target="../media/image2553.png"/><Relationship Id="rId470" Type="http://schemas.openxmlformats.org/officeDocument/2006/relationships/customXml" Target="../ink/ink2730.xml"/><Relationship Id="rId526" Type="http://schemas.openxmlformats.org/officeDocument/2006/relationships/customXml" Target="../ink/ink2758.xml"/><Relationship Id="rId58" Type="http://schemas.openxmlformats.org/officeDocument/2006/relationships/customXml" Target="../ink/ink2524.xml"/><Relationship Id="rId123" Type="http://schemas.openxmlformats.org/officeDocument/2006/relationships/image" Target="../media/image2457.png"/><Relationship Id="rId330" Type="http://schemas.openxmlformats.org/officeDocument/2006/relationships/customXml" Target="../ink/ink2660.xml"/><Relationship Id="rId568" Type="http://schemas.openxmlformats.org/officeDocument/2006/relationships/customXml" Target="../ink/ink2779.xml"/><Relationship Id="rId165" Type="http://schemas.openxmlformats.org/officeDocument/2006/relationships/image" Target="../media/image2478.png"/><Relationship Id="rId372" Type="http://schemas.openxmlformats.org/officeDocument/2006/relationships/customXml" Target="../ink/ink2681.xml"/><Relationship Id="rId428" Type="http://schemas.openxmlformats.org/officeDocument/2006/relationships/customXml" Target="../ink/ink2709.xml"/><Relationship Id="rId232" Type="http://schemas.openxmlformats.org/officeDocument/2006/relationships/customXml" Target="../ink/ink2611.xml"/><Relationship Id="rId274" Type="http://schemas.openxmlformats.org/officeDocument/2006/relationships/customXml" Target="../ink/ink2632.xml"/><Relationship Id="rId481" Type="http://schemas.openxmlformats.org/officeDocument/2006/relationships/image" Target="../media/image2634.png"/><Relationship Id="rId27" Type="http://schemas.openxmlformats.org/officeDocument/2006/relationships/image" Target="../media/image2409.png"/><Relationship Id="rId69" Type="http://schemas.openxmlformats.org/officeDocument/2006/relationships/image" Target="../media/image2430.png"/><Relationship Id="rId134" Type="http://schemas.openxmlformats.org/officeDocument/2006/relationships/customXml" Target="../ink/ink2562.xml"/><Relationship Id="rId537" Type="http://schemas.openxmlformats.org/officeDocument/2006/relationships/image" Target="../media/image2662.png"/><Relationship Id="rId80" Type="http://schemas.openxmlformats.org/officeDocument/2006/relationships/customXml" Target="../ink/ink2535.xml"/><Relationship Id="rId176" Type="http://schemas.openxmlformats.org/officeDocument/2006/relationships/customXml" Target="../ink/ink2583.xml"/><Relationship Id="rId341" Type="http://schemas.openxmlformats.org/officeDocument/2006/relationships/image" Target="../media/image2564.png"/><Relationship Id="rId383" Type="http://schemas.openxmlformats.org/officeDocument/2006/relationships/image" Target="../media/image2585.png"/><Relationship Id="rId439" Type="http://schemas.openxmlformats.org/officeDocument/2006/relationships/image" Target="../media/image2613.png"/><Relationship Id="rId201" Type="http://schemas.openxmlformats.org/officeDocument/2006/relationships/image" Target="../media/image2494.png"/><Relationship Id="rId243" Type="http://schemas.openxmlformats.org/officeDocument/2006/relationships/image" Target="../media/image2515.png"/><Relationship Id="rId285" Type="http://schemas.openxmlformats.org/officeDocument/2006/relationships/image" Target="../media/image2536.png"/><Relationship Id="rId450" Type="http://schemas.openxmlformats.org/officeDocument/2006/relationships/customXml" Target="../ink/ink2720.xml"/><Relationship Id="rId506" Type="http://schemas.openxmlformats.org/officeDocument/2006/relationships/customXml" Target="../ink/ink2748.xml"/><Relationship Id="rId38" Type="http://schemas.openxmlformats.org/officeDocument/2006/relationships/customXml" Target="../ink/ink2514.xml"/><Relationship Id="rId103" Type="http://schemas.openxmlformats.org/officeDocument/2006/relationships/image" Target="../media/image2447.png"/><Relationship Id="rId310" Type="http://schemas.openxmlformats.org/officeDocument/2006/relationships/customXml" Target="../ink/ink2650.xml"/><Relationship Id="rId492" Type="http://schemas.openxmlformats.org/officeDocument/2006/relationships/customXml" Target="../ink/ink2741.xml"/><Relationship Id="rId548" Type="http://schemas.openxmlformats.org/officeDocument/2006/relationships/customXml" Target="../ink/ink2769.xml"/><Relationship Id="rId91" Type="http://schemas.openxmlformats.org/officeDocument/2006/relationships/image" Target="../media/image2441.png"/><Relationship Id="rId145" Type="http://schemas.openxmlformats.org/officeDocument/2006/relationships/image" Target="../media/image2468.png"/><Relationship Id="rId187" Type="http://schemas.openxmlformats.org/officeDocument/2006/relationships/image" Target="../media/image2488.png"/><Relationship Id="rId352" Type="http://schemas.openxmlformats.org/officeDocument/2006/relationships/customXml" Target="../ink/ink2671.xml"/><Relationship Id="rId394" Type="http://schemas.openxmlformats.org/officeDocument/2006/relationships/customXml" Target="../ink/ink2692.xml"/><Relationship Id="rId408" Type="http://schemas.openxmlformats.org/officeDocument/2006/relationships/customXml" Target="../ink/ink2699.xml"/><Relationship Id="rId212" Type="http://schemas.openxmlformats.org/officeDocument/2006/relationships/customXml" Target="../ink/ink2601.xml"/><Relationship Id="rId254" Type="http://schemas.openxmlformats.org/officeDocument/2006/relationships/customXml" Target="../ink/ink2622.xml"/><Relationship Id="rId49" Type="http://schemas.openxmlformats.org/officeDocument/2006/relationships/image" Target="../media/image2420.png"/><Relationship Id="rId114" Type="http://schemas.openxmlformats.org/officeDocument/2006/relationships/customXml" Target="../ink/ink2552.xml"/><Relationship Id="rId296" Type="http://schemas.openxmlformats.org/officeDocument/2006/relationships/customXml" Target="../ink/ink2643.xml"/><Relationship Id="rId461" Type="http://schemas.openxmlformats.org/officeDocument/2006/relationships/image" Target="../media/image2624.png"/><Relationship Id="rId517" Type="http://schemas.openxmlformats.org/officeDocument/2006/relationships/image" Target="../media/image2652.png"/><Relationship Id="rId559" Type="http://schemas.openxmlformats.org/officeDocument/2006/relationships/image" Target="../media/image2673.png"/><Relationship Id="rId60" Type="http://schemas.openxmlformats.org/officeDocument/2006/relationships/customXml" Target="../ink/ink2525.xml"/><Relationship Id="rId156" Type="http://schemas.openxmlformats.org/officeDocument/2006/relationships/customXml" Target="../ink/ink2573.xml"/><Relationship Id="rId198" Type="http://schemas.openxmlformats.org/officeDocument/2006/relationships/customXml" Target="../ink/ink2594.xml"/><Relationship Id="rId321" Type="http://schemas.openxmlformats.org/officeDocument/2006/relationships/image" Target="../media/image2554.png"/><Relationship Id="rId363" Type="http://schemas.openxmlformats.org/officeDocument/2006/relationships/image" Target="../media/image2575.png"/><Relationship Id="rId419" Type="http://schemas.openxmlformats.org/officeDocument/2006/relationships/image" Target="../media/image2603.png"/><Relationship Id="rId570" Type="http://schemas.openxmlformats.org/officeDocument/2006/relationships/customXml" Target="../ink/ink2780.xml"/><Relationship Id="rId223" Type="http://schemas.openxmlformats.org/officeDocument/2006/relationships/image" Target="../media/image2505.png"/><Relationship Id="rId430" Type="http://schemas.openxmlformats.org/officeDocument/2006/relationships/customXml" Target="../ink/ink2710.xml"/><Relationship Id="rId18" Type="http://schemas.openxmlformats.org/officeDocument/2006/relationships/customXml" Target="../ink/ink2504.xml"/><Relationship Id="rId265" Type="http://schemas.openxmlformats.org/officeDocument/2006/relationships/image" Target="../media/image2526.png"/><Relationship Id="rId472" Type="http://schemas.openxmlformats.org/officeDocument/2006/relationships/customXml" Target="../ink/ink2731.xml"/><Relationship Id="rId528" Type="http://schemas.openxmlformats.org/officeDocument/2006/relationships/customXml" Target="../ink/ink2759.xml"/><Relationship Id="rId125" Type="http://schemas.openxmlformats.org/officeDocument/2006/relationships/image" Target="../media/image2458.png"/><Relationship Id="rId167" Type="http://schemas.openxmlformats.org/officeDocument/2006/relationships/image" Target="../media/image2479.png"/><Relationship Id="rId332" Type="http://schemas.openxmlformats.org/officeDocument/2006/relationships/customXml" Target="../ink/ink2661.xml"/><Relationship Id="rId374" Type="http://schemas.openxmlformats.org/officeDocument/2006/relationships/customXml" Target="../ink/ink2682.xml"/><Relationship Id="rId71" Type="http://schemas.openxmlformats.org/officeDocument/2006/relationships/image" Target="../media/image2431.png"/><Relationship Id="rId234" Type="http://schemas.openxmlformats.org/officeDocument/2006/relationships/customXml" Target="../ink/ink2612.xml"/><Relationship Id="rId2" Type="http://schemas.openxmlformats.org/officeDocument/2006/relationships/customXml" Target="../ink/ink2496.xml"/><Relationship Id="rId29" Type="http://schemas.openxmlformats.org/officeDocument/2006/relationships/image" Target="../media/image2410.png"/><Relationship Id="rId276" Type="http://schemas.openxmlformats.org/officeDocument/2006/relationships/customXml" Target="../ink/ink2633.xml"/><Relationship Id="rId441" Type="http://schemas.openxmlformats.org/officeDocument/2006/relationships/image" Target="../media/image2614.png"/><Relationship Id="rId483" Type="http://schemas.openxmlformats.org/officeDocument/2006/relationships/image" Target="../media/image2635.png"/><Relationship Id="rId539" Type="http://schemas.openxmlformats.org/officeDocument/2006/relationships/image" Target="../media/image2663.png"/><Relationship Id="rId40" Type="http://schemas.openxmlformats.org/officeDocument/2006/relationships/customXml" Target="../ink/ink2515.xml"/><Relationship Id="rId136" Type="http://schemas.openxmlformats.org/officeDocument/2006/relationships/customXml" Target="../ink/ink2563.xml"/><Relationship Id="rId178" Type="http://schemas.openxmlformats.org/officeDocument/2006/relationships/customXml" Target="../ink/ink2584.xml"/><Relationship Id="rId301" Type="http://schemas.openxmlformats.org/officeDocument/2006/relationships/image" Target="../media/image2544.png"/><Relationship Id="rId343" Type="http://schemas.openxmlformats.org/officeDocument/2006/relationships/image" Target="../media/image2565.png"/><Relationship Id="rId550" Type="http://schemas.openxmlformats.org/officeDocument/2006/relationships/customXml" Target="../ink/ink2770.xml"/><Relationship Id="rId82" Type="http://schemas.openxmlformats.org/officeDocument/2006/relationships/customXml" Target="../ink/ink2536.xml"/><Relationship Id="rId203" Type="http://schemas.openxmlformats.org/officeDocument/2006/relationships/image" Target="../media/image2495.png"/><Relationship Id="rId385" Type="http://schemas.openxmlformats.org/officeDocument/2006/relationships/image" Target="../media/image2586.png"/><Relationship Id="rId245" Type="http://schemas.openxmlformats.org/officeDocument/2006/relationships/image" Target="../media/image2516.png"/><Relationship Id="rId287" Type="http://schemas.openxmlformats.org/officeDocument/2006/relationships/image" Target="../media/image2537.png"/><Relationship Id="rId410" Type="http://schemas.openxmlformats.org/officeDocument/2006/relationships/customXml" Target="../ink/ink2700.xml"/><Relationship Id="rId452" Type="http://schemas.openxmlformats.org/officeDocument/2006/relationships/customXml" Target="../ink/ink2721.xml"/><Relationship Id="rId494" Type="http://schemas.openxmlformats.org/officeDocument/2006/relationships/customXml" Target="../ink/ink2742.xml"/><Relationship Id="rId508" Type="http://schemas.openxmlformats.org/officeDocument/2006/relationships/customXml" Target="../ink/ink2749.xml"/><Relationship Id="rId105" Type="http://schemas.openxmlformats.org/officeDocument/2006/relationships/image" Target="../media/image2448.png"/><Relationship Id="rId147" Type="http://schemas.openxmlformats.org/officeDocument/2006/relationships/image" Target="../media/image2469.png"/><Relationship Id="rId312" Type="http://schemas.openxmlformats.org/officeDocument/2006/relationships/customXml" Target="../ink/ink2651.xml"/><Relationship Id="rId354" Type="http://schemas.openxmlformats.org/officeDocument/2006/relationships/customXml" Target="../ink/ink2672.xml"/><Relationship Id="rId51" Type="http://schemas.openxmlformats.org/officeDocument/2006/relationships/image" Target="../media/image2421.png"/><Relationship Id="rId93" Type="http://schemas.openxmlformats.org/officeDocument/2006/relationships/image" Target="../media/image2442.png"/><Relationship Id="rId189" Type="http://schemas.openxmlformats.org/officeDocument/2006/relationships/image" Target="../media/image2489.png"/><Relationship Id="rId396" Type="http://schemas.openxmlformats.org/officeDocument/2006/relationships/customXml" Target="../ink/ink2693.xml"/><Relationship Id="rId561" Type="http://schemas.openxmlformats.org/officeDocument/2006/relationships/image" Target="../media/image2674.png"/><Relationship Id="rId214" Type="http://schemas.openxmlformats.org/officeDocument/2006/relationships/customXml" Target="../ink/ink2602.xml"/><Relationship Id="rId256" Type="http://schemas.openxmlformats.org/officeDocument/2006/relationships/customXml" Target="../ink/ink2623.xml"/><Relationship Id="rId298" Type="http://schemas.openxmlformats.org/officeDocument/2006/relationships/customXml" Target="../ink/ink2644.xml"/><Relationship Id="rId421" Type="http://schemas.openxmlformats.org/officeDocument/2006/relationships/image" Target="../media/image2604.png"/><Relationship Id="rId463" Type="http://schemas.openxmlformats.org/officeDocument/2006/relationships/image" Target="../media/image2625.png"/><Relationship Id="rId519" Type="http://schemas.openxmlformats.org/officeDocument/2006/relationships/image" Target="../media/image2653.png"/><Relationship Id="rId116" Type="http://schemas.openxmlformats.org/officeDocument/2006/relationships/customXml" Target="../ink/ink2553.xml"/><Relationship Id="rId158" Type="http://schemas.openxmlformats.org/officeDocument/2006/relationships/customXml" Target="../ink/ink2574.xml"/><Relationship Id="rId323" Type="http://schemas.openxmlformats.org/officeDocument/2006/relationships/image" Target="../media/image2555.png"/><Relationship Id="rId530" Type="http://schemas.openxmlformats.org/officeDocument/2006/relationships/customXml" Target="../ink/ink2760.xml"/><Relationship Id="rId20" Type="http://schemas.openxmlformats.org/officeDocument/2006/relationships/customXml" Target="../ink/ink2505.xml"/><Relationship Id="rId62" Type="http://schemas.openxmlformats.org/officeDocument/2006/relationships/customXml" Target="../ink/ink2526.xml"/><Relationship Id="rId365" Type="http://schemas.openxmlformats.org/officeDocument/2006/relationships/image" Target="../media/image2576.png"/><Relationship Id="rId572" Type="http://schemas.openxmlformats.org/officeDocument/2006/relationships/customXml" Target="../ink/ink2781.xml"/><Relationship Id="rId225" Type="http://schemas.openxmlformats.org/officeDocument/2006/relationships/image" Target="../media/image2506.png"/><Relationship Id="rId267" Type="http://schemas.openxmlformats.org/officeDocument/2006/relationships/image" Target="../media/image2527.png"/><Relationship Id="rId432" Type="http://schemas.openxmlformats.org/officeDocument/2006/relationships/customXml" Target="../ink/ink2711.xml"/><Relationship Id="rId474" Type="http://schemas.openxmlformats.org/officeDocument/2006/relationships/customXml" Target="../ink/ink2732.xml"/><Relationship Id="rId127" Type="http://schemas.openxmlformats.org/officeDocument/2006/relationships/image" Target="../media/image2459.png"/><Relationship Id="rId31" Type="http://schemas.openxmlformats.org/officeDocument/2006/relationships/image" Target="../media/image2411.png"/><Relationship Id="rId73" Type="http://schemas.openxmlformats.org/officeDocument/2006/relationships/image" Target="../media/image2432.png"/><Relationship Id="rId169" Type="http://schemas.openxmlformats.org/officeDocument/2006/relationships/image" Target="../media/image2480.png"/><Relationship Id="rId334" Type="http://schemas.openxmlformats.org/officeDocument/2006/relationships/customXml" Target="../ink/ink2662.xml"/><Relationship Id="rId376" Type="http://schemas.openxmlformats.org/officeDocument/2006/relationships/customXml" Target="../ink/ink2683.xml"/><Relationship Id="rId541" Type="http://schemas.openxmlformats.org/officeDocument/2006/relationships/image" Target="../media/image2664.png"/><Relationship Id="rId4" Type="http://schemas.openxmlformats.org/officeDocument/2006/relationships/customXml" Target="../ink/ink2497.xml"/><Relationship Id="rId180" Type="http://schemas.openxmlformats.org/officeDocument/2006/relationships/customXml" Target="../ink/ink2585.xml"/><Relationship Id="rId236" Type="http://schemas.openxmlformats.org/officeDocument/2006/relationships/customXml" Target="../ink/ink2613.xml"/><Relationship Id="rId278" Type="http://schemas.openxmlformats.org/officeDocument/2006/relationships/customXml" Target="../ink/ink2634.xml"/><Relationship Id="rId401" Type="http://schemas.openxmlformats.org/officeDocument/2006/relationships/image" Target="../media/image2594.png"/><Relationship Id="rId443" Type="http://schemas.openxmlformats.org/officeDocument/2006/relationships/image" Target="../media/image2615.png"/><Relationship Id="rId303" Type="http://schemas.openxmlformats.org/officeDocument/2006/relationships/image" Target="../media/image2545.png"/><Relationship Id="rId485" Type="http://schemas.openxmlformats.org/officeDocument/2006/relationships/image" Target="../media/image2636.png"/><Relationship Id="rId42" Type="http://schemas.openxmlformats.org/officeDocument/2006/relationships/customXml" Target="../ink/ink2516.xml"/><Relationship Id="rId84" Type="http://schemas.openxmlformats.org/officeDocument/2006/relationships/customXml" Target="../ink/ink2537.xml"/><Relationship Id="rId138" Type="http://schemas.openxmlformats.org/officeDocument/2006/relationships/customXml" Target="../ink/ink2564.xml"/><Relationship Id="rId345" Type="http://schemas.openxmlformats.org/officeDocument/2006/relationships/image" Target="../media/image2566.png"/><Relationship Id="rId387" Type="http://schemas.openxmlformats.org/officeDocument/2006/relationships/image" Target="../media/image2587.png"/><Relationship Id="rId510" Type="http://schemas.openxmlformats.org/officeDocument/2006/relationships/customXml" Target="../ink/ink2750.xml"/><Relationship Id="rId552" Type="http://schemas.openxmlformats.org/officeDocument/2006/relationships/customXml" Target="../ink/ink2771.xml"/><Relationship Id="rId191" Type="http://schemas.openxmlformats.org/officeDocument/2006/relationships/image" Target="../media/image2490.png"/><Relationship Id="rId205" Type="http://schemas.openxmlformats.org/officeDocument/2006/relationships/image" Target="../media/image2496.png"/><Relationship Id="rId247" Type="http://schemas.openxmlformats.org/officeDocument/2006/relationships/image" Target="../media/image2517.png"/><Relationship Id="rId412" Type="http://schemas.openxmlformats.org/officeDocument/2006/relationships/customXml" Target="../ink/ink2701.xml"/><Relationship Id="rId107" Type="http://schemas.openxmlformats.org/officeDocument/2006/relationships/image" Target="../media/image2449.png"/><Relationship Id="rId289" Type="http://schemas.openxmlformats.org/officeDocument/2006/relationships/image" Target="../media/image2538.png"/><Relationship Id="rId454" Type="http://schemas.openxmlformats.org/officeDocument/2006/relationships/customXml" Target="../ink/ink2722.xml"/><Relationship Id="rId496" Type="http://schemas.openxmlformats.org/officeDocument/2006/relationships/customXml" Target="../ink/ink2743.xml"/><Relationship Id="rId11" Type="http://schemas.openxmlformats.org/officeDocument/2006/relationships/image" Target="../media/image2401.png"/><Relationship Id="rId53" Type="http://schemas.openxmlformats.org/officeDocument/2006/relationships/image" Target="../media/image2422.png"/><Relationship Id="rId149" Type="http://schemas.openxmlformats.org/officeDocument/2006/relationships/image" Target="../media/image2470.png"/><Relationship Id="rId314" Type="http://schemas.openxmlformats.org/officeDocument/2006/relationships/customXml" Target="../ink/ink2652.xml"/><Relationship Id="rId356" Type="http://schemas.openxmlformats.org/officeDocument/2006/relationships/customXml" Target="../ink/ink2673.xml"/><Relationship Id="rId398" Type="http://schemas.openxmlformats.org/officeDocument/2006/relationships/customXml" Target="../ink/ink2694.xml"/><Relationship Id="rId521" Type="http://schemas.openxmlformats.org/officeDocument/2006/relationships/image" Target="../media/image2654.png"/><Relationship Id="rId563" Type="http://schemas.openxmlformats.org/officeDocument/2006/relationships/image" Target="../media/image2675.png"/><Relationship Id="rId95" Type="http://schemas.openxmlformats.org/officeDocument/2006/relationships/image" Target="../media/image2443.png"/><Relationship Id="rId160" Type="http://schemas.openxmlformats.org/officeDocument/2006/relationships/customXml" Target="../ink/ink2575.xml"/><Relationship Id="rId216" Type="http://schemas.openxmlformats.org/officeDocument/2006/relationships/customXml" Target="../ink/ink2603.xml"/><Relationship Id="rId423" Type="http://schemas.openxmlformats.org/officeDocument/2006/relationships/image" Target="../media/image2605.png"/><Relationship Id="rId258" Type="http://schemas.openxmlformats.org/officeDocument/2006/relationships/customXml" Target="../ink/ink2624.xml"/><Relationship Id="rId465" Type="http://schemas.openxmlformats.org/officeDocument/2006/relationships/image" Target="../media/image2626.png"/><Relationship Id="rId22" Type="http://schemas.openxmlformats.org/officeDocument/2006/relationships/customXml" Target="../ink/ink2506.xml"/><Relationship Id="rId64" Type="http://schemas.openxmlformats.org/officeDocument/2006/relationships/customXml" Target="../ink/ink2527.xml"/><Relationship Id="rId118" Type="http://schemas.openxmlformats.org/officeDocument/2006/relationships/customXml" Target="../ink/ink2554.xml"/><Relationship Id="rId325" Type="http://schemas.openxmlformats.org/officeDocument/2006/relationships/image" Target="../media/image2556.png"/><Relationship Id="rId367" Type="http://schemas.openxmlformats.org/officeDocument/2006/relationships/image" Target="../media/image2577.png"/><Relationship Id="rId532" Type="http://schemas.openxmlformats.org/officeDocument/2006/relationships/customXml" Target="../ink/ink2761.xml"/><Relationship Id="rId574" Type="http://schemas.openxmlformats.org/officeDocument/2006/relationships/customXml" Target="../ink/ink2782.xml"/><Relationship Id="rId171" Type="http://schemas.openxmlformats.org/officeDocument/2006/relationships/image" Target="../media/image2481.png"/><Relationship Id="rId227" Type="http://schemas.openxmlformats.org/officeDocument/2006/relationships/image" Target="../media/image2507.png"/><Relationship Id="rId269" Type="http://schemas.openxmlformats.org/officeDocument/2006/relationships/image" Target="../media/image2528.png"/><Relationship Id="rId434" Type="http://schemas.openxmlformats.org/officeDocument/2006/relationships/customXml" Target="../ink/ink2712.xml"/><Relationship Id="rId476" Type="http://schemas.openxmlformats.org/officeDocument/2006/relationships/customXml" Target="../ink/ink2733.xml"/><Relationship Id="rId33" Type="http://schemas.openxmlformats.org/officeDocument/2006/relationships/image" Target="../media/image2412.png"/><Relationship Id="rId129" Type="http://schemas.openxmlformats.org/officeDocument/2006/relationships/image" Target="../media/image2460.png"/><Relationship Id="rId280" Type="http://schemas.openxmlformats.org/officeDocument/2006/relationships/customXml" Target="../ink/ink2635.xml"/><Relationship Id="rId336" Type="http://schemas.openxmlformats.org/officeDocument/2006/relationships/customXml" Target="../ink/ink2663.xml"/><Relationship Id="rId501" Type="http://schemas.openxmlformats.org/officeDocument/2006/relationships/image" Target="../media/image2644.png"/><Relationship Id="rId543" Type="http://schemas.openxmlformats.org/officeDocument/2006/relationships/image" Target="../media/image2665.png"/><Relationship Id="rId75" Type="http://schemas.openxmlformats.org/officeDocument/2006/relationships/image" Target="../media/image2433.png"/><Relationship Id="rId140" Type="http://schemas.openxmlformats.org/officeDocument/2006/relationships/customXml" Target="../ink/ink2565.xml"/><Relationship Id="rId182" Type="http://schemas.openxmlformats.org/officeDocument/2006/relationships/customXml" Target="../ink/ink2586.xml"/><Relationship Id="rId378" Type="http://schemas.openxmlformats.org/officeDocument/2006/relationships/customXml" Target="../ink/ink2684.xml"/><Relationship Id="rId403" Type="http://schemas.openxmlformats.org/officeDocument/2006/relationships/image" Target="../media/image2595.png"/><Relationship Id="rId6" Type="http://schemas.openxmlformats.org/officeDocument/2006/relationships/customXml" Target="../ink/ink2498.xml"/><Relationship Id="rId238" Type="http://schemas.openxmlformats.org/officeDocument/2006/relationships/customXml" Target="../ink/ink2614.xml"/><Relationship Id="rId445" Type="http://schemas.openxmlformats.org/officeDocument/2006/relationships/image" Target="../media/image2616.png"/><Relationship Id="rId487" Type="http://schemas.openxmlformats.org/officeDocument/2006/relationships/image" Target="../media/image2637.png"/><Relationship Id="rId291" Type="http://schemas.openxmlformats.org/officeDocument/2006/relationships/image" Target="../media/image2539.png"/><Relationship Id="rId305" Type="http://schemas.openxmlformats.org/officeDocument/2006/relationships/image" Target="../media/image2546.png"/><Relationship Id="rId347" Type="http://schemas.openxmlformats.org/officeDocument/2006/relationships/image" Target="../media/image2567.png"/><Relationship Id="rId512" Type="http://schemas.openxmlformats.org/officeDocument/2006/relationships/customXml" Target="../ink/ink2751.xml"/><Relationship Id="rId44" Type="http://schemas.openxmlformats.org/officeDocument/2006/relationships/customXml" Target="../ink/ink2517.xml"/><Relationship Id="rId86" Type="http://schemas.openxmlformats.org/officeDocument/2006/relationships/customXml" Target="../ink/ink2538.xml"/><Relationship Id="rId151" Type="http://schemas.openxmlformats.org/officeDocument/2006/relationships/image" Target="../media/image2471.png"/><Relationship Id="rId389" Type="http://schemas.openxmlformats.org/officeDocument/2006/relationships/image" Target="../media/image2588.png"/><Relationship Id="rId554" Type="http://schemas.openxmlformats.org/officeDocument/2006/relationships/customXml" Target="../ink/ink2772.xml"/><Relationship Id="rId193" Type="http://schemas.openxmlformats.org/officeDocument/2006/relationships/image" Target="../media/image2491.png"/><Relationship Id="rId207" Type="http://schemas.openxmlformats.org/officeDocument/2006/relationships/image" Target="../media/image2497.png"/><Relationship Id="rId249" Type="http://schemas.openxmlformats.org/officeDocument/2006/relationships/image" Target="../media/image2518.png"/><Relationship Id="rId414" Type="http://schemas.openxmlformats.org/officeDocument/2006/relationships/customXml" Target="../ink/ink2702.xml"/><Relationship Id="rId456" Type="http://schemas.openxmlformats.org/officeDocument/2006/relationships/customXml" Target="../ink/ink2723.xml"/><Relationship Id="rId498" Type="http://schemas.openxmlformats.org/officeDocument/2006/relationships/customXml" Target="../ink/ink2744.xml"/><Relationship Id="rId13" Type="http://schemas.openxmlformats.org/officeDocument/2006/relationships/image" Target="../media/image2402.png"/><Relationship Id="rId109" Type="http://schemas.openxmlformats.org/officeDocument/2006/relationships/image" Target="../media/image2450.png"/><Relationship Id="rId260" Type="http://schemas.openxmlformats.org/officeDocument/2006/relationships/customXml" Target="../ink/ink2625.xml"/><Relationship Id="rId316" Type="http://schemas.openxmlformats.org/officeDocument/2006/relationships/customXml" Target="../ink/ink2653.xml"/><Relationship Id="rId523" Type="http://schemas.openxmlformats.org/officeDocument/2006/relationships/image" Target="../media/image2655.png"/><Relationship Id="rId55" Type="http://schemas.openxmlformats.org/officeDocument/2006/relationships/image" Target="../media/image2423.png"/><Relationship Id="rId97" Type="http://schemas.openxmlformats.org/officeDocument/2006/relationships/image" Target="../media/image2444.png"/><Relationship Id="rId120" Type="http://schemas.openxmlformats.org/officeDocument/2006/relationships/customXml" Target="../ink/ink2555.xml"/><Relationship Id="rId358" Type="http://schemas.openxmlformats.org/officeDocument/2006/relationships/customXml" Target="../ink/ink2674.xml"/><Relationship Id="rId565" Type="http://schemas.openxmlformats.org/officeDocument/2006/relationships/image" Target="../media/image2676.png"/><Relationship Id="rId162" Type="http://schemas.openxmlformats.org/officeDocument/2006/relationships/customXml" Target="../ink/ink2576.xml"/><Relationship Id="rId218" Type="http://schemas.openxmlformats.org/officeDocument/2006/relationships/customXml" Target="../ink/ink2604.xml"/><Relationship Id="rId425" Type="http://schemas.openxmlformats.org/officeDocument/2006/relationships/image" Target="../media/image2606.png"/><Relationship Id="rId467" Type="http://schemas.openxmlformats.org/officeDocument/2006/relationships/image" Target="../media/image2627.png"/><Relationship Id="rId271" Type="http://schemas.openxmlformats.org/officeDocument/2006/relationships/image" Target="../media/image2529.png"/><Relationship Id="rId24" Type="http://schemas.openxmlformats.org/officeDocument/2006/relationships/customXml" Target="../ink/ink2507.xml"/><Relationship Id="rId66" Type="http://schemas.openxmlformats.org/officeDocument/2006/relationships/customXml" Target="../ink/ink2528.xml"/><Relationship Id="rId131" Type="http://schemas.openxmlformats.org/officeDocument/2006/relationships/image" Target="../media/image2461.png"/><Relationship Id="rId327" Type="http://schemas.openxmlformats.org/officeDocument/2006/relationships/image" Target="../media/image2557.png"/><Relationship Id="rId369" Type="http://schemas.openxmlformats.org/officeDocument/2006/relationships/image" Target="../media/image2578.png"/><Relationship Id="rId534" Type="http://schemas.openxmlformats.org/officeDocument/2006/relationships/customXml" Target="../ink/ink2762.xml"/><Relationship Id="rId576" Type="http://schemas.openxmlformats.org/officeDocument/2006/relationships/image" Target="../media/image2681.png"/><Relationship Id="rId173" Type="http://schemas.openxmlformats.org/officeDocument/2006/relationships/image" Target="../media/image2482.png"/><Relationship Id="rId229" Type="http://schemas.openxmlformats.org/officeDocument/2006/relationships/image" Target="../media/image2508.png"/><Relationship Id="rId380" Type="http://schemas.openxmlformats.org/officeDocument/2006/relationships/customXml" Target="../ink/ink2685.xml"/><Relationship Id="rId436" Type="http://schemas.openxmlformats.org/officeDocument/2006/relationships/customXml" Target="../ink/ink2713.xml"/><Relationship Id="rId240" Type="http://schemas.openxmlformats.org/officeDocument/2006/relationships/customXml" Target="../ink/ink2615.xml"/><Relationship Id="rId478" Type="http://schemas.openxmlformats.org/officeDocument/2006/relationships/customXml" Target="../ink/ink2734.xml"/><Relationship Id="rId35" Type="http://schemas.openxmlformats.org/officeDocument/2006/relationships/image" Target="../media/image2413.png"/><Relationship Id="rId77" Type="http://schemas.openxmlformats.org/officeDocument/2006/relationships/image" Target="../media/image2434.png"/><Relationship Id="rId100" Type="http://schemas.openxmlformats.org/officeDocument/2006/relationships/customXml" Target="../ink/ink2545.xml"/><Relationship Id="rId282" Type="http://schemas.openxmlformats.org/officeDocument/2006/relationships/customXml" Target="../ink/ink2636.xml"/><Relationship Id="rId338" Type="http://schemas.openxmlformats.org/officeDocument/2006/relationships/customXml" Target="../ink/ink2664.xml"/><Relationship Id="rId503" Type="http://schemas.openxmlformats.org/officeDocument/2006/relationships/image" Target="../media/image2645.png"/><Relationship Id="rId545" Type="http://schemas.openxmlformats.org/officeDocument/2006/relationships/image" Target="../media/image2666.png"/><Relationship Id="rId8" Type="http://schemas.openxmlformats.org/officeDocument/2006/relationships/customXml" Target="../ink/ink2499.xml"/><Relationship Id="rId142" Type="http://schemas.openxmlformats.org/officeDocument/2006/relationships/customXml" Target="../ink/ink2566.xml"/><Relationship Id="rId184" Type="http://schemas.openxmlformats.org/officeDocument/2006/relationships/customXml" Target="../ink/ink2587.xml"/><Relationship Id="rId391" Type="http://schemas.openxmlformats.org/officeDocument/2006/relationships/image" Target="../media/image2589.png"/><Relationship Id="rId405" Type="http://schemas.openxmlformats.org/officeDocument/2006/relationships/image" Target="../media/image2596.png"/><Relationship Id="rId447" Type="http://schemas.openxmlformats.org/officeDocument/2006/relationships/image" Target="../media/image2617.png"/><Relationship Id="rId251" Type="http://schemas.openxmlformats.org/officeDocument/2006/relationships/image" Target="../media/image2519.png"/><Relationship Id="rId489" Type="http://schemas.openxmlformats.org/officeDocument/2006/relationships/image" Target="../media/image2638.png"/><Relationship Id="rId46" Type="http://schemas.openxmlformats.org/officeDocument/2006/relationships/customXml" Target="../ink/ink2518.xml"/><Relationship Id="rId293" Type="http://schemas.openxmlformats.org/officeDocument/2006/relationships/image" Target="../media/image2540.png"/><Relationship Id="rId307" Type="http://schemas.openxmlformats.org/officeDocument/2006/relationships/image" Target="../media/image2547.png"/><Relationship Id="rId349" Type="http://schemas.openxmlformats.org/officeDocument/2006/relationships/image" Target="../media/image2568.png"/><Relationship Id="rId514" Type="http://schemas.openxmlformats.org/officeDocument/2006/relationships/customXml" Target="../ink/ink2752.xml"/><Relationship Id="rId556" Type="http://schemas.openxmlformats.org/officeDocument/2006/relationships/customXml" Target="../ink/ink2773.xml"/><Relationship Id="rId88" Type="http://schemas.openxmlformats.org/officeDocument/2006/relationships/customXml" Target="../ink/ink2539.xml"/><Relationship Id="rId111" Type="http://schemas.openxmlformats.org/officeDocument/2006/relationships/image" Target="../media/image2451.png"/><Relationship Id="rId153" Type="http://schemas.openxmlformats.org/officeDocument/2006/relationships/image" Target="../media/image2472.png"/><Relationship Id="rId195" Type="http://schemas.openxmlformats.org/officeDocument/2006/relationships/image" Target="../media/image2492.png"/><Relationship Id="rId209" Type="http://schemas.openxmlformats.org/officeDocument/2006/relationships/image" Target="../media/image2498.png"/><Relationship Id="rId360" Type="http://schemas.openxmlformats.org/officeDocument/2006/relationships/customXml" Target="../ink/ink2675.xml"/><Relationship Id="rId416" Type="http://schemas.openxmlformats.org/officeDocument/2006/relationships/customXml" Target="../ink/ink2703.xml"/><Relationship Id="rId220" Type="http://schemas.openxmlformats.org/officeDocument/2006/relationships/customXml" Target="../ink/ink2605.xml"/><Relationship Id="rId458" Type="http://schemas.openxmlformats.org/officeDocument/2006/relationships/customXml" Target="../ink/ink2724.xml"/><Relationship Id="rId15" Type="http://schemas.openxmlformats.org/officeDocument/2006/relationships/image" Target="../media/image2403.png"/><Relationship Id="rId57" Type="http://schemas.openxmlformats.org/officeDocument/2006/relationships/image" Target="../media/image2424.png"/><Relationship Id="rId262" Type="http://schemas.openxmlformats.org/officeDocument/2006/relationships/customXml" Target="../ink/ink2626.xml"/><Relationship Id="rId318" Type="http://schemas.openxmlformats.org/officeDocument/2006/relationships/customXml" Target="../ink/ink2654.xml"/><Relationship Id="rId525" Type="http://schemas.openxmlformats.org/officeDocument/2006/relationships/image" Target="../media/image2656.png"/><Relationship Id="rId567" Type="http://schemas.openxmlformats.org/officeDocument/2006/relationships/image" Target="../media/image2677.png"/><Relationship Id="rId99" Type="http://schemas.openxmlformats.org/officeDocument/2006/relationships/image" Target="../media/image2445.png"/><Relationship Id="rId122" Type="http://schemas.openxmlformats.org/officeDocument/2006/relationships/customXml" Target="../ink/ink2556.xml"/><Relationship Id="rId164" Type="http://schemas.openxmlformats.org/officeDocument/2006/relationships/customXml" Target="../ink/ink2577.xml"/><Relationship Id="rId371" Type="http://schemas.openxmlformats.org/officeDocument/2006/relationships/image" Target="../media/image2579.png"/><Relationship Id="rId427" Type="http://schemas.openxmlformats.org/officeDocument/2006/relationships/image" Target="../media/image2607.png"/><Relationship Id="rId469" Type="http://schemas.openxmlformats.org/officeDocument/2006/relationships/image" Target="../media/image2628.png"/><Relationship Id="rId26" Type="http://schemas.openxmlformats.org/officeDocument/2006/relationships/customXml" Target="../ink/ink2508.xml"/><Relationship Id="rId231" Type="http://schemas.openxmlformats.org/officeDocument/2006/relationships/image" Target="../media/image2509.png"/><Relationship Id="rId273" Type="http://schemas.openxmlformats.org/officeDocument/2006/relationships/image" Target="../media/image2530.png"/><Relationship Id="rId329" Type="http://schemas.openxmlformats.org/officeDocument/2006/relationships/image" Target="../media/image2558.png"/><Relationship Id="rId480" Type="http://schemas.openxmlformats.org/officeDocument/2006/relationships/customXml" Target="../ink/ink2735.xml"/><Relationship Id="rId536" Type="http://schemas.openxmlformats.org/officeDocument/2006/relationships/customXml" Target="../ink/ink2763.xml"/><Relationship Id="rId68" Type="http://schemas.openxmlformats.org/officeDocument/2006/relationships/customXml" Target="../ink/ink2529.xml"/><Relationship Id="rId133" Type="http://schemas.openxmlformats.org/officeDocument/2006/relationships/image" Target="../media/image2462.png"/><Relationship Id="rId175" Type="http://schemas.openxmlformats.org/officeDocument/2006/relationships/image" Target="../media/image73.png"/><Relationship Id="rId340" Type="http://schemas.openxmlformats.org/officeDocument/2006/relationships/customXml" Target="../ink/ink2665.xml"/><Relationship Id="rId200" Type="http://schemas.openxmlformats.org/officeDocument/2006/relationships/customXml" Target="../ink/ink2595.xml"/><Relationship Id="rId382" Type="http://schemas.openxmlformats.org/officeDocument/2006/relationships/customXml" Target="../ink/ink2686.xml"/><Relationship Id="rId438" Type="http://schemas.openxmlformats.org/officeDocument/2006/relationships/customXml" Target="../ink/ink2714.xml"/><Relationship Id="rId242" Type="http://schemas.openxmlformats.org/officeDocument/2006/relationships/customXml" Target="../ink/ink2616.xml"/><Relationship Id="rId284" Type="http://schemas.openxmlformats.org/officeDocument/2006/relationships/customXml" Target="../ink/ink2637.xml"/><Relationship Id="rId491" Type="http://schemas.openxmlformats.org/officeDocument/2006/relationships/image" Target="../media/image2639.png"/><Relationship Id="rId505" Type="http://schemas.openxmlformats.org/officeDocument/2006/relationships/image" Target="../media/image2646.png"/><Relationship Id="rId37" Type="http://schemas.openxmlformats.org/officeDocument/2006/relationships/image" Target="../media/image2414.png"/><Relationship Id="rId79" Type="http://schemas.openxmlformats.org/officeDocument/2006/relationships/image" Target="../media/image2435.png"/><Relationship Id="rId102" Type="http://schemas.openxmlformats.org/officeDocument/2006/relationships/customXml" Target="../ink/ink2546.xml"/><Relationship Id="rId144" Type="http://schemas.openxmlformats.org/officeDocument/2006/relationships/customXml" Target="../ink/ink2567.xml"/><Relationship Id="rId547" Type="http://schemas.openxmlformats.org/officeDocument/2006/relationships/image" Target="../media/image2667.png"/><Relationship Id="rId90" Type="http://schemas.openxmlformats.org/officeDocument/2006/relationships/customXml" Target="../ink/ink2540.xml"/><Relationship Id="rId186" Type="http://schemas.openxmlformats.org/officeDocument/2006/relationships/customXml" Target="../ink/ink2588.xml"/><Relationship Id="rId351" Type="http://schemas.openxmlformats.org/officeDocument/2006/relationships/image" Target="../media/image2569.png"/><Relationship Id="rId393" Type="http://schemas.openxmlformats.org/officeDocument/2006/relationships/image" Target="../media/image2590.png"/><Relationship Id="rId407" Type="http://schemas.openxmlformats.org/officeDocument/2006/relationships/image" Target="../media/image2597.png"/><Relationship Id="rId449" Type="http://schemas.openxmlformats.org/officeDocument/2006/relationships/image" Target="../media/image2618.png"/><Relationship Id="rId211" Type="http://schemas.openxmlformats.org/officeDocument/2006/relationships/image" Target="../media/image2499.png"/><Relationship Id="rId253" Type="http://schemas.openxmlformats.org/officeDocument/2006/relationships/image" Target="../media/image2520.png"/><Relationship Id="rId295" Type="http://schemas.openxmlformats.org/officeDocument/2006/relationships/image" Target="../media/image2541.png"/><Relationship Id="rId309" Type="http://schemas.openxmlformats.org/officeDocument/2006/relationships/image" Target="../media/image2548.png"/><Relationship Id="rId460" Type="http://schemas.openxmlformats.org/officeDocument/2006/relationships/customXml" Target="../ink/ink2725.xml"/><Relationship Id="rId516" Type="http://schemas.openxmlformats.org/officeDocument/2006/relationships/customXml" Target="../ink/ink2753.xml"/><Relationship Id="rId48" Type="http://schemas.openxmlformats.org/officeDocument/2006/relationships/customXml" Target="../ink/ink2519.xml"/><Relationship Id="rId113" Type="http://schemas.openxmlformats.org/officeDocument/2006/relationships/image" Target="../media/image2452.png"/><Relationship Id="rId320" Type="http://schemas.openxmlformats.org/officeDocument/2006/relationships/customXml" Target="../ink/ink2655.xml"/><Relationship Id="rId558" Type="http://schemas.openxmlformats.org/officeDocument/2006/relationships/customXml" Target="../ink/ink2774.xml"/><Relationship Id="rId155" Type="http://schemas.openxmlformats.org/officeDocument/2006/relationships/image" Target="../media/image2473.png"/><Relationship Id="rId197" Type="http://schemas.openxmlformats.org/officeDocument/2006/relationships/image" Target="../media/image2493.png"/><Relationship Id="rId362" Type="http://schemas.openxmlformats.org/officeDocument/2006/relationships/customXml" Target="../ink/ink2676.xml"/><Relationship Id="rId418" Type="http://schemas.openxmlformats.org/officeDocument/2006/relationships/customXml" Target="../ink/ink2704.xml"/><Relationship Id="rId222" Type="http://schemas.openxmlformats.org/officeDocument/2006/relationships/customXml" Target="../ink/ink2606.xml"/><Relationship Id="rId264" Type="http://schemas.openxmlformats.org/officeDocument/2006/relationships/customXml" Target="../ink/ink2627.xml"/><Relationship Id="rId471" Type="http://schemas.openxmlformats.org/officeDocument/2006/relationships/image" Target="../media/image2629.png"/><Relationship Id="rId17" Type="http://schemas.openxmlformats.org/officeDocument/2006/relationships/image" Target="../media/image2404.png"/><Relationship Id="rId59" Type="http://schemas.openxmlformats.org/officeDocument/2006/relationships/image" Target="../media/image2425.png"/><Relationship Id="rId124" Type="http://schemas.openxmlformats.org/officeDocument/2006/relationships/customXml" Target="../ink/ink2557.xml"/><Relationship Id="rId527" Type="http://schemas.openxmlformats.org/officeDocument/2006/relationships/image" Target="../media/image2657.png"/><Relationship Id="rId569" Type="http://schemas.openxmlformats.org/officeDocument/2006/relationships/image" Target="../media/image2678.png"/><Relationship Id="rId70" Type="http://schemas.openxmlformats.org/officeDocument/2006/relationships/customXml" Target="../ink/ink2530.xml"/><Relationship Id="rId166" Type="http://schemas.openxmlformats.org/officeDocument/2006/relationships/customXml" Target="../ink/ink2578.xml"/><Relationship Id="rId331" Type="http://schemas.openxmlformats.org/officeDocument/2006/relationships/image" Target="../media/image2559.png"/><Relationship Id="rId373" Type="http://schemas.openxmlformats.org/officeDocument/2006/relationships/image" Target="../media/image2580.png"/><Relationship Id="rId429" Type="http://schemas.openxmlformats.org/officeDocument/2006/relationships/image" Target="../media/image260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10.png"/><Relationship Id="rId440" Type="http://schemas.openxmlformats.org/officeDocument/2006/relationships/customXml" Target="../ink/ink2715.xml"/><Relationship Id="rId28" Type="http://schemas.openxmlformats.org/officeDocument/2006/relationships/customXml" Target="../ink/ink2509.xml"/><Relationship Id="rId275" Type="http://schemas.openxmlformats.org/officeDocument/2006/relationships/image" Target="../media/image2531.png"/><Relationship Id="rId300" Type="http://schemas.openxmlformats.org/officeDocument/2006/relationships/customXml" Target="../ink/ink2645.xml"/><Relationship Id="rId482" Type="http://schemas.openxmlformats.org/officeDocument/2006/relationships/customXml" Target="../ink/ink2736.xml"/><Relationship Id="rId538" Type="http://schemas.openxmlformats.org/officeDocument/2006/relationships/customXml" Target="../ink/ink2764.xml"/><Relationship Id="rId81" Type="http://schemas.openxmlformats.org/officeDocument/2006/relationships/image" Target="../media/image2436.png"/><Relationship Id="rId135" Type="http://schemas.openxmlformats.org/officeDocument/2006/relationships/image" Target="../media/image2463.png"/><Relationship Id="rId177" Type="http://schemas.openxmlformats.org/officeDocument/2006/relationships/image" Target="../media/image2483.png"/><Relationship Id="rId342" Type="http://schemas.openxmlformats.org/officeDocument/2006/relationships/customXml" Target="../ink/ink2666.xml"/><Relationship Id="rId384" Type="http://schemas.openxmlformats.org/officeDocument/2006/relationships/customXml" Target="../ink/ink2687.xml"/><Relationship Id="rId202" Type="http://schemas.openxmlformats.org/officeDocument/2006/relationships/customXml" Target="../ink/ink2596.xml"/><Relationship Id="rId244" Type="http://schemas.openxmlformats.org/officeDocument/2006/relationships/customXml" Target="../ink/ink2617.xml"/><Relationship Id="rId39" Type="http://schemas.openxmlformats.org/officeDocument/2006/relationships/image" Target="../media/image2415.png"/><Relationship Id="rId286" Type="http://schemas.openxmlformats.org/officeDocument/2006/relationships/customXml" Target="../ink/ink2638.xml"/><Relationship Id="rId451" Type="http://schemas.openxmlformats.org/officeDocument/2006/relationships/image" Target="../media/image2619.png"/><Relationship Id="rId493" Type="http://schemas.openxmlformats.org/officeDocument/2006/relationships/image" Target="../media/image2640.png"/><Relationship Id="rId507" Type="http://schemas.openxmlformats.org/officeDocument/2006/relationships/image" Target="../media/image2647.png"/><Relationship Id="rId549" Type="http://schemas.openxmlformats.org/officeDocument/2006/relationships/image" Target="../media/image2668.png"/><Relationship Id="rId50" Type="http://schemas.openxmlformats.org/officeDocument/2006/relationships/customXml" Target="../ink/ink2520.xml"/><Relationship Id="rId104" Type="http://schemas.openxmlformats.org/officeDocument/2006/relationships/customXml" Target="../ink/ink2547.xml"/><Relationship Id="rId146" Type="http://schemas.openxmlformats.org/officeDocument/2006/relationships/customXml" Target="../ink/ink2568.xml"/><Relationship Id="rId188" Type="http://schemas.openxmlformats.org/officeDocument/2006/relationships/customXml" Target="../ink/ink2589.xml"/><Relationship Id="rId311" Type="http://schemas.openxmlformats.org/officeDocument/2006/relationships/image" Target="../media/image2549.png"/><Relationship Id="rId353" Type="http://schemas.openxmlformats.org/officeDocument/2006/relationships/image" Target="../media/image2570.png"/><Relationship Id="rId395" Type="http://schemas.openxmlformats.org/officeDocument/2006/relationships/image" Target="../media/image2591.png"/><Relationship Id="rId409" Type="http://schemas.openxmlformats.org/officeDocument/2006/relationships/image" Target="../media/image2598.png"/><Relationship Id="rId560" Type="http://schemas.openxmlformats.org/officeDocument/2006/relationships/customXml" Target="../ink/ink2775.xml"/><Relationship Id="rId92" Type="http://schemas.openxmlformats.org/officeDocument/2006/relationships/customXml" Target="../ink/ink2541.xml"/><Relationship Id="rId213" Type="http://schemas.openxmlformats.org/officeDocument/2006/relationships/image" Target="../media/image2500.png"/><Relationship Id="rId420" Type="http://schemas.openxmlformats.org/officeDocument/2006/relationships/customXml" Target="../ink/ink2705.xml"/><Relationship Id="rId255" Type="http://schemas.openxmlformats.org/officeDocument/2006/relationships/image" Target="../media/image2521.png"/><Relationship Id="rId297" Type="http://schemas.openxmlformats.org/officeDocument/2006/relationships/image" Target="../media/image2542.png"/><Relationship Id="rId462" Type="http://schemas.openxmlformats.org/officeDocument/2006/relationships/customXml" Target="../ink/ink2726.xml"/><Relationship Id="rId518" Type="http://schemas.openxmlformats.org/officeDocument/2006/relationships/customXml" Target="../ink/ink2754.xml"/><Relationship Id="rId115" Type="http://schemas.openxmlformats.org/officeDocument/2006/relationships/image" Target="../media/image2453.png"/><Relationship Id="rId157" Type="http://schemas.openxmlformats.org/officeDocument/2006/relationships/image" Target="../media/image2474.png"/><Relationship Id="rId322" Type="http://schemas.openxmlformats.org/officeDocument/2006/relationships/customXml" Target="../ink/ink2656.xml"/><Relationship Id="rId364" Type="http://schemas.openxmlformats.org/officeDocument/2006/relationships/customXml" Target="../ink/ink2677.xml"/><Relationship Id="rId61" Type="http://schemas.openxmlformats.org/officeDocument/2006/relationships/image" Target="../media/image2426.png"/><Relationship Id="rId199" Type="http://schemas.openxmlformats.org/officeDocument/2006/relationships/image" Target="../media/image92.png"/><Relationship Id="rId571" Type="http://schemas.openxmlformats.org/officeDocument/2006/relationships/image" Target="../media/image2679.png"/><Relationship Id="rId19" Type="http://schemas.openxmlformats.org/officeDocument/2006/relationships/image" Target="../media/image2405.png"/><Relationship Id="rId224" Type="http://schemas.openxmlformats.org/officeDocument/2006/relationships/customXml" Target="../ink/ink2607.xml"/><Relationship Id="rId266" Type="http://schemas.openxmlformats.org/officeDocument/2006/relationships/customXml" Target="../ink/ink2628.xml"/><Relationship Id="rId431" Type="http://schemas.openxmlformats.org/officeDocument/2006/relationships/image" Target="../media/image2609.png"/><Relationship Id="rId473" Type="http://schemas.openxmlformats.org/officeDocument/2006/relationships/image" Target="../media/image2630.png"/><Relationship Id="rId529" Type="http://schemas.openxmlformats.org/officeDocument/2006/relationships/image" Target="../media/image2658.png"/><Relationship Id="rId30" Type="http://schemas.openxmlformats.org/officeDocument/2006/relationships/customXml" Target="../ink/ink2510.xml"/><Relationship Id="rId126" Type="http://schemas.openxmlformats.org/officeDocument/2006/relationships/customXml" Target="../ink/ink2558.xml"/><Relationship Id="rId168" Type="http://schemas.openxmlformats.org/officeDocument/2006/relationships/customXml" Target="../ink/ink2579.xml"/><Relationship Id="rId333" Type="http://schemas.openxmlformats.org/officeDocument/2006/relationships/image" Target="../media/image2560.png"/><Relationship Id="rId540" Type="http://schemas.openxmlformats.org/officeDocument/2006/relationships/customXml" Target="../ink/ink2765.xml"/><Relationship Id="rId72" Type="http://schemas.openxmlformats.org/officeDocument/2006/relationships/customXml" Target="../ink/ink2531.xml"/><Relationship Id="rId375" Type="http://schemas.openxmlformats.org/officeDocument/2006/relationships/image" Target="../media/image2581.png"/><Relationship Id="rId3" Type="http://schemas.openxmlformats.org/officeDocument/2006/relationships/image" Target="../media/image2397.png"/><Relationship Id="rId235" Type="http://schemas.openxmlformats.org/officeDocument/2006/relationships/image" Target="../media/image2511.png"/><Relationship Id="rId277" Type="http://schemas.openxmlformats.org/officeDocument/2006/relationships/image" Target="../media/image2532.png"/><Relationship Id="rId400" Type="http://schemas.openxmlformats.org/officeDocument/2006/relationships/customXml" Target="../ink/ink2695.xml"/><Relationship Id="rId442" Type="http://schemas.openxmlformats.org/officeDocument/2006/relationships/customXml" Target="../ink/ink2716.xml"/><Relationship Id="rId484" Type="http://schemas.openxmlformats.org/officeDocument/2006/relationships/customXml" Target="../ink/ink2737.xml"/><Relationship Id="rId137" Type="http://schemas.openxmlformats.org/officeDocument/2006/relationships/image" Target="../media/image2464.png"/><Relationship Id="rId302" Type="http://schemas.openxmlformats.org/officeDocument/2006/relationships/customXml" Target="../ink/ink2646.xml"/><Relationship Id="rId344" Type="http://schemas.openxmlformats.org/officeDocument/2006/relationships/customXml" Target="../ink/ink2667.xml"/><Relationship Id="rId41" Type="http://schemas.openxmlformats.org/officeDocument/2006/relationships/image" Target="../media/image2416.png"/><Relationship Id="rId83" Type="http://schemas.openxmlformats.org/officeDocument/2006/relationships/image" Target="../media/image2437.png"/><Relationship Id="rId179" Type="http://schemas.openxmlformats.org/officeDocument/2006/relationships/image" Target="../media/image2484.png"/><Relationship Id="rId386" Type="http://schemas.openxmlformats.org/officeDocument/2006/relationships/customXml" Target="../ink/ink2688.xml"/><Relationship Id="rId551" Type="http://schemas.openxmlformats.org/officeDocument/2006/relationships/image" Target="../media/image2669.png"/><Relationship Id="rId190" Type="http://schemas.openxmlformats.org/officeDocument/2006/relationships/customXml" Target="../ink/ink2590.xml"/><Relationship Id="rId204" Type="http://schemas.openxmlformats.org/officeDocument/2006/relationships/customXml" Target="../ink/ink2597.xml"/><Relationship Id="rId246" Type="http://schemas.openxmlformats.org/officeDocument/2006/relationships/customXml" Target="../ink/ink2618.xml"/><Relationship Id="rId288" Type="http://schemas.openxmlformats.org/officeDocument/2006/relationships/customXml" Target="../ink/ink2639.xml"/><Relationship Id="rId411" Type="http://schemas.openxmlformats.org/officeDocument/2006/relationships/image" Target="../media/image2599.png"/><Relationship Id="rId453" Type="http://schemas.openxmlformats.org/officeDocument/2006/relationships/image" Target="../media/image2620.png"/><Relationship Id="rId509" Type="http://schemas.openxmlformats.org/officeDocument/2006/relationships/image" Target="../media/image2648.png"/><Relationship Id="rId106" Type="http://schemas.openxmlformats.org/officeDocument/2006/relationships/customXml" Target="../ink/ink2548.xml"/><Relationship Id="rId313" Type="http://schemas.openxmlformats.org/officeDocument/2006/relationships/image" Target="../media/image2550.png"/><Relationship Id="rId495" Type="http://schemas.openxmlformats.org/officeDocument/2006/relationships/image" Target="../media/image2641.png"/><Relationship Id="rId10" Type="http://schemas.openxmlformats.org/officeDocument/2006/relationships/customXml" Target="../ink/ink2500.xml"/><Relationship Id="rId52" Type="http://schemas.openxmlformats.org/officeDocument/2006/relationships/customXml" Target="../ink/ink2521.xml"/><Relationship Id="rId94" Type="http://schemas.openxmlformats.org/officeDocument/2006/relationships/customXml" Target="../ink/ink2542.xml"/><Relationship Id="rId148" Type="http://schemas.openxmlformats.org/officeDocument/2006/relationships/customXml" Target="../ink/ink2569.xml"/><Relationship Id="rId355" Type="http://schemas.openxmlformats.org/officeDocument/2006/relationships/image" Target="../media/image2571.png"/><Relationship Id="rId397" Type="http://schemas.openxmlformats.org/officeDocument/2006/relationships/image" Target="../media/image2592.png"/><Relationship Id="rId520" Type="http://schemas.openxmlformats.org/officeDocument/2006/relationships/customXml" Target="../ink/ink2755.xml"/><Relationship Id="rId562" Type="http://schemas.openxmlformats.org/officeDocument/2006/relationships/customXml" Target="../ink/ink2776.xml"/><Relationship Id="rId215" Type="http://schemas.openxmlformats.org/officeDocument/2006/relationships/image" Target="../media/image2501.png"/><Relationship Id="rId257" Type="http://schemas.openxmlformats.org/officeDocument/2006/relationships/image" Target="../media/image2522.png"/><Relationship Id="rId422" Type="http://schemas.openxmlformats.org/officeDocument/2006/relationships/customXml" Target="../ink/ink2706.xml"/><Relationship Id="rId464" Type="http://schemas.openxmlformats.org/officeDocument/2006/relationships/customXml" Target="../ink/ink2727.xml"/><Relationship Id="rId299" Type="http://schemas.openxmlformats.org/officeDocument/2006/relationships/image" Target="../media/image2543.png"/><Relationship Id="rId63" Type="http://schemas.openxmlformats.org/officeDocument/2006/relationships/image" Target="../media/image2427.png"/><Relationship Id="rId159" Type="http://schemas.openxmlformats.org/officeDocument/2006/relationships/image" Target="../media/image2475.png"/><Relationship Id="rId366" Type="http://schemas.openxmlformats.org/officeDocument/2006/relationships/customXml" Target="../ink/ink2678.xml"/><Relationship Id="rId573" Type="http://schemas.openxmlformats.org/officeDocument/2006/relationships/image" Target="../media/image2680.png"/><Relationship Id="rId226" Type="http://schemas.openxmlformats.org/officeDocument/2006/relationships/customXml" Target="../ink/ink2608.xml"/><Relationship Id="rId433" Type="http://schemas.openxmlformats.org/officeDocument/2006/relationships/image" Target="../media/image2610.png"/><Relationship Id="rId74" Type="http://schemas.openxmlformats.org/officeDocument/2006/relationships/customXml" Target="../ink/ink2532.xml"/><Relationship Id="rId377" Type="http://schemas.openxmlformats.org/officeDocument/2006/relationships/image" Target="../media/image2582.png"/><Relationship Id="rId500" Type="http://schemas.openxmlformats.org/officeDocument/2006/relationships/customXml" Target="../ink/ink2745.xml"/><Relationship Id="rId5" Type="http://schemas.openxmlformats.org/officeDocument/2006/relationships/image" Target="../media/image2398.png"/><Relationship Id="rId237" Type="http://schemas.openxmlformats.org/officeDocument/2006/relationships/image" Target="../media/image2512.png"/><Relationship Id="rId444" Type="http://schemas.openxmlformats.org/officeDocument/2006/relationships/customXml" Target="../ink/ink2717.xml"/><Relationship Id="rId290" Type="http://schemas.openxmlformats.org/officeDocument/2006/relationships/customXml" Target="../ink/ink2640.xml"/><Relationship Id="rId304" Type="http://schemas.openxmlformats.org/officeDocument/2006/relationships/customXml" Target="../ink/ink2647.xml"/><Relationship Id="rId388" Type="http://schemas.openxmlformats.org/officeDocument/2006/relationships/customXml" Target="../ink/ink2689.xml"/><Relationship Id="rId511" Type="http://schemas.openxmlformats.org/officeDocument/2006/relationships/image" Target="../media/image2649.png"/><Relationship Id="rId85" Type="http://schemas.openxmlformats.org/officeDocument/2006/relationships/image" Target="../media/image2438.png"/><Relationship Id="rId150" Type="http://schemas.openxmlformats.org/officeDocument/2006/relationships/customXml" Target="../ink/ink2570.xml"/><Relationship Id="rId248" Type="http://schemas.openxmlformats.org/officeDocument/2006/relationships/customXml" Target="../ink/ink2619.xml"/><Relationship Id="rId455" Type="http://schemas.openxmlformats.org/officeDocument/2006/relationships/image" Target="../media/image2621.png"/><Relationship Id="rId12" Type="http://schemas.openxmlformats.org/officeDocument/2006/relationships/customXml" Target="../ink/ink2501.xml"/><Relationship Id="rId108" Type="http://schemas.openxmlformats.org/officeDocument/2006/relationships/customXml" Target="../ink/ink2549.xml"/><Relationship Id="rId315" Type="http://schemas.openxmlformats.org/officeDocument/2006/relationships/image" Target="../media/image2551.png"/><Relationship Id="rId522" Type="http://schemas.openxmlformats.org/officeDocument/2006/relationships/customXml" Target="../ink/ink2756.xml"/><Relationship Id="rId96" Type="http://schemas.openxmlformats.org/officeDocument/2006/relationships/customXml" Target="../ink/ink2543.xml"/><Relationship Id="rId161" Type="http://schemas.openxmlformats.org/officeDocument/2006/relationships/image" Target="../media/image2476.png"/><Relationship Id="rId399" Type="http://schemas.openxmlformats.org/officeDocument/2006/relationships/image" Target="../media/image2593.png"/><Relationship Id="rId259" Type="http://schemas.openxmlformats.org/officeDocument/2006/relationships/image" Target="../media/image2523.png"/><Relationship Id="rId466" Type="http://schemas.openxmlformats.org/officeDocument/2006/relationships/customXml" Target="../ink/ink2728.xml"/><Relationship Id="rId23" Type="http://schemas.openxmlformats.org/officeDocument/2006/relationships/image" Target="../media/image2407.png"/><Relationship Id="rId119" Type="http://schemas.openxmlformats.org/officeDocument/2006/relationships/image" Target="../media/image2455.png"/><Relationship Id="rId326" Type="http://schemas.openxmlformats.org/officeDocument/2006/relationships/customXml" Target="../ink/ink2658.xml"/><Relationship Id="rId533" Type="http://schemas.openxmlformats.org/officeDocument/2006/relationships/image" Target="../media/image2660.png"/><Relationship Id="rId172" Type="http://schemas.openxmlformats.org/officeDocument/2006/relationships/customXml" Target="../ink/ink2581.xml"/><Relationship Id="rId477" Type="http://schemas.openxmlformats.org/officeDocument/2006/relationships/image" Target="../media/image263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38.png"/><Relationship Id="rId21" Type="http://schemas.openxmlformats.org/officeDocument/2006/relationships/image" Target="../media/image2691.png"/><Relationship Id="rId42" Type="http://schemas.openxmlformats.org/officeDocument/2006/relationships/customXml" Target="../ink/ink2804.xml"/><Relationship Id="rId63" Type="http://schemas.openxmlformats.org/officeDocument/2006/relationships/image" Target="../media/image2711.png"/><Relationship Id="rId84" Type="http://schemas.openxmlformats.org/officeDocument/2006/relationships/customXml" Target="../ink/ink2825.xml"/><Relationship Id="rId138" Type="http://schemas.openxmlformats.org/officeDocument/2006/relationships/customXml" Target="../ink/ink2852.xml"/><Relationship Id="rId159" Type="http://schemas.openxmlformats.org/officeDocument/2006/relationships/image" Target="../media/image2759.png"/><Relationship Id="rId170" Type="http://schemas.openxmlformats.org/officeDocument/2006/relationships/customXml" Target="../ink/ink2868.xml"/><Relationship Id="rId107" Type="http://schemas.openxmlformats.org/officeDocument/2006/relationships/image" Target="../media/image2733.png"/><Relationship Id="rId11" Type="http://schemas.openxmlformats.org/officeDocument/2006/relationships/image" Target="../media/image2686.png"/><Relationship Id="rId32" Type="http://schemas.openxmlformats.org/officeDocument/2006/relationships/customXml" Target="../ink/ink2799.xml"/><Relationship Id="rId53" Type="http://schemas.openxmlformats.org/officeDocument/2006/relationships/image" Target="../media/image2706.png"/><Relationship Id="rId74" Type="http://schemas.openxmlformats.org/officeDocument/2006/relationships/customXml" Target="../ink/ink2820.xml"/><Relationship Id="rId128" Type="http://schemas.openxmlformats.org/officeDocument/2006/relationships/customXml" Target="../ink/ink2847.xml"/><Relationship Id="rId149" Type="http://schemas.openxmlformats.org/officeDocument/2006/relationships/image" Target="../media/image2754.png"/><Relationship Id="rId5" Type="http://schemas.openxmlformats.org/officeDocument/2006/relationships/image" Target="../media/image2683.png"/><Relationship Id="rId95" Type="http://schemas.openxmlformats.org/officeDocument/2006/relationships/image" Target="../media/image2727.png"/><Relationship Id="rId160" Type="http://schemas.openxmlformats.org/officeDocument/2006/relationships/customXml" Target="../ink/ink2863.xml"/><Relationship Id="rId181" Type="http://schemas.openxmlformats.org/officeDocument/2006/relationships/image" Target="../media/image2768.png"/><Relationship Id="rId22" Type="http://schemas.openxmlformats.org/officeDocument/2006/relationships/customXml" Target="../ink/ink2794.xml"/><Relationship Id="rId43" Type="http://schemas.openxmlformats.org/officeDocument/2006/relationships/image" Target="../media/image2701.png"/><Relationship Id="rId64" Type="http://schemas.openxmlformats.org/officeDocument/2006/relationships/customXml" Target="../ink/ink2815.xml"/><Relationship Id="rId118" Type="http://schemas.openxmlformats.org/officeDocument/2006/relationships/customXml" Target="../ink/ink2842.xml"/><Relationship Id="rId139" Type="http://schemas.openxmlformats.org/officeDocument/2006/relationships/image" Target="../media/image2749.png"/><Relationship Id="rId85" Type="http://schemas.openxmlformats.org/officeDocument/2006/relationships/image" Target="../media/image2722.png"/><Relationship Id="rId150" Type="http://schemas.openxmlformats.org/officeDocument/2006/relationships/customXml" Target="../ink/ink2858.xml"/><Relationship Id="rId171" Type="http://schemas.openxmlformats.org/officeDocument/2006/relationships/image" Target="../media/image2763.png"/><Relationship Id="rId12" Type="http://schemas.openxmlformats.org/officeDocument/2006/relationships/customXml" Target="../ink/ink2789.xml"/><Relationship Id="rId33" Type="http://schemas.openxmlformats.org/officeDocument/2006/relationships/image" Target="../media/image2696.png"/><Relationship Id="rId108" Type="http://schemas.openxmlformats.org/officeDocument/2006/relationships/customXml" Target="../ink/ink2837.xml"/><Relationship Id="rId129" Type="http://schemas.openxmlformats.org/officeDocument/2006/relationships/image" Target="../media/image2744.png"/><Relationship Id="rId54" Type="http://schemas.openxmlformats.org/officeDocument/2006/relationships/customXml" Target="../ink/ink2810.xml"/><Relationship Id="rId75" Type="http://schemas.openxmlformats.org/officeDocument/2006/relationships/image" Target="../media/image2717.png"/><Relationship Id="rId96" Type="http://schemas.openxmlformats.org/officeDocument/2006/relationships/customXml" Target="../ink/ink2831.xml"/><Relationship Id="rId140" Type="http://schemas.openxmlformats.org/officeDocument/2006/relationships/customXml" Target="../ink/ink2853.xml"/><Relationship Id="rId161" Type="http://schemas.openxmlformats.org/officeDocument/2006/relationships/image" Target="../media/image2760.png"/><Relationship Id="rId6" Type="http://schemas.openxmlformats.org/officeDocument/2006/relationships/customXml" Target="../ink/ink2786.xml"/><Relationship Id="rId23" Type="http://schemas.openxmlformats.org/officeDocument/2006/relationships/image" Target="../media/image2692.png"/><Relationship Id="rId119" Type="http://schemas.openxmlformats.org/officeDocument/2006/relationships/image" Target="../media/image2739.png"/><Relationship Id="rId44" Type="http://schemas.openxmlformats.org/officeDocument/2006/relationships/customXml" Target="../ink/ink2805.xml"/><Relationship Id="rId60" Type="http://schemas.openxmlformats.org/officeDocument/2006/relationships/customXml" Target="../ink/ink2813.xml"/><Relationship Id="rId65" Type="http://schemas.openxmlformats.org/officeDocument/2006/relationships/image" Target="../media/image2712.png"/><Relationship Id="rId81" Type="http://schemas.openxmlformats.org/officeDocument/2006/relationships/image" Target="../media/image2720.png"/><Relationship Id="rId86" Type="http://schemas.openxmlformats.org/officeDocument/2006/relationships/customXml" Target="../ink/ink2826.xml"/><Relationship Id="rId130" Type="http://schemas.openxmlformats.org/officeDocument/2006/relationships/customXml" Target="../ink/ink2848.xml"/><Relationship Id="rId135" Type="http://schemas.openxmlformats.org/officeDocument/2006/relationships/image" Target="../media/image2747.png"/><Relationship Id="rId151" Type="http://schemas.openxmlformats.org/officeDocument/2006/relationships/image" Target="../media/image2755.png"/><Relationship Id="rId156" Type="http://schemas.openxmlformats.org/officeDocument/2006/relationships/customXml" Target="../ink/ink2861.xml"/><Relationship Id="rId177" Type="http://schemas.openxmlformats.org/officeDocument/2006/relationships/image" Target="../media/image2766.png"/><Relationship Id="rId172" Type="http://schemas.openxmlformats.org/officeDocument/2006/relationships/customXml" Target="../ink/ink2869.xml"/><Relationship Id="rId13" Type="http://schemas.openxmlformats.org/officeDocument/2006/relationships/image" Target="../media/image2687.png"/><Relationship Id="rId18" Type="http://schemas.openxmlformats.org/officeDocument/2006/relationships/customXml" Target="../ink/ink2792.xml"/><Relationship Id="rId39" Type="http://schemas.openxmlformats.org/officeDocument/2006/relationships/image" Target="../media/image2699.png"/><Relationship Id="rId109" Type="http://schemas.openxmlformats.org/officeDocument/2006/relationships/image" Target="../media/image2734.png"/><Relationship Id="rId34" Type="http://schemas.openxmlformats.org/officeDocument/2006/relationships/customXml" Target="../ink/ink2800.xml"/><Relationship Id="rId50" Type="http://schemas.openxmlformats.org/officeDocument/2006/relationships/customXml" Target="../ink/ink2808.xml"/><Relationship Id="rId55" Type="http://schemas.openxmlformats.org/officeDocument/2006/relationships/image" Target="../media/image2707.png"/><Relationship Id="rId76" Type="http://schemas.openxmlformats.org/officeDocument/2006/relationships/customXml" Target="../ink/ink2821.xml"/><Relationship Id="rId97" Type="http://schemas.openxmlformats.org/officeDocument/2006/relationships/image" Target="../media/image2728.png"/><Relationship Id="rId104" Type="http://schemas.openxmlformats.org/officeDocument/2006/relationships/customXml" Target="../ink/ink2835.xml"/><Relationship Id="rId120" Type="http://schemas.openxmlformats.org/officeDocument/2006/relationships/customXml" Target="../ink/ink2843.xml"/><Relationship Id="rId125" Type="http://schemas.openxmlformats.org/officeDocument/2006/relationships/image" Target="../media/image2742.png"/><Relationship Id="rId141" Type="http://schemas.openxmlformats.org/officeDocument/2006/relationships/image" Target="../media/image2750.png"/><Relationship Id="rId146" Type="http://schemas.openxmlformats.org/officeDocument/2006/relationships/customXml" Target="../ink/ink2856.xml"/><Relationship Id="rId167" Type="http://schemas.openxmlformats.org/officeDocument/2006/relationships/image" Target="../media/image2761.png"/><Relationship Id="rId7" Type="http://schemas.openxmlformats.org/officeDocument/2006/relationships/image" Target="../media/image2684.png"/><Relationship Id="rId71" Type="http://schemas.openxmlformats.org/officeDocument/2006/relationships/image" Target="../media/image2715.png"/><Relationship Id="rId92" Type="http://schemas.openxmlformats.org/officeDocument/2006/relationships/customXml" Target="../ink/ink2829.xml"/><Relationship Id="rId162" Type="http://schemas.openxmlformats.org/officeDocument/2006/relationships/customXml" Target="../ink/ink2864.xml"/><Relationship Id="rId2" Type="http://schemas.openxmlformats.org/officeDocument/2006/relationships/customXml" Target="../ink/ink2784.xml"/><Relationship Id="rId29" Type="http://schemas.openxmlformats.org/officeDocument/2006/relationships/image" Target="../media/image2695.png"/><Relationship Id="rId24" Type="http://schemas.openxmlformats.org/officeDocument/2006/relationships/customXml" Target="../ink/ink2795.xml"/><Relationship Id="rId40" Type="http://schemas.openxmlformats.org/officeDocument/2006/relationships/customXml" Target="../ink/ink2803.xml"/><Relationship Id="rId45" Type="http://schemas.openxmlformats.org/officeDocument/2006/relationships/image" Target="../media/image2702.png"/><Relationship Id="rId66" Type="http://schemas.openxmlformats.org/officeDocument/2006/relationships/customXml" Target="../ink/ink2816.xml"/><Relationship Id="rId87" Type="http://schemas.openxmlformats.org/officeDocument/2006/relationships/image" Target="../media/image2723.png"/><Relationship Id="rId110" Type="http://schemas.openxmlformats.org/officeDocument/2006/relationships/customXml" Target="../ink/ink2838.xml"/><Relationship Id="rId115" Type="http://schemas.openxmlformats.org/officeDocument/2006/relationships/image" Target="../media/image2737.png"/><Relationship Id="rId131" Type="http://schemas.openxmlformats.org/officeDocument/2006/relationships/image" Target="../media/image2745.png"/><Relationship Id="rId136" Type="http://schemas.openxmlformats.org/officeDocument/2006/relationships/customXml" Target="../ink/ink2851.xml"/><Relationship Id="rId157" Type="http://schemas.openxmlformats.org/officeDocument/2006/relationships/image" Target="../media/image2758.png"/><Relationship Id="rId178" Type="http://schemas.openxmlformats.org/officeDocument/2006/relationships/customXml" Target="../ink/ink2872.xml"/><Relationship Id="rId61" Type="http://schemas.openxmlformats.org/officeDocument/2006/relationships/image" Target="../media/image2710.png"/><Relationship Id="rId82" Type="http://schemas.openxmlformats.org/officeDocument/2006/relationships/customXml" Target="../ink/ink2824.xml"/><Relationship Id="rId152" Type="http://schemas.openxmlformats.org/officeDocument/2006/relationships/customXml" Target="../ink/ink2859.xml"/><Relationship Id="rId173" Type="http://schemas.openxmlformats.org/officeDocument/2006/relationships/image" Target="../media/image2764.png"/><Relationship Id="rId19" Type="http://schemas.openxmlformats.org/officeDocument/2006/relationships/image" Target="../media/image2690.png"/><Relationship Id="rId14" Type="http://schemas.openxmlformats.org/officeDocument/2006/relationships/customXml" Target="../ink/ink2790.xml"/><Relationship Id="rId30" Type="http://schemas.openxmlformats.org/officeDocument/2006/relationships/customXml" Target="../ink/ink2798.xml"/><Relationship Id="rId35" Type="http://schemas.openxmlformats.org/officeDocument/2006/relationships/image" Target="../media/image2697.png"/><Relationship Id="rId56" Type="http://schemas.openxmlformats.org/officeDocument/2006/relationships/customXml" Target="../ink/ink2811.xml"/><Relationship Id="rId77" Type="http://schemas.openxmlformats.org/officeDocument/2006/relationships/image" Target="../media/image2718.png"/><Relationship Id="rId100" Type="http://schemas.openxmlformats.org/officeDocument/2006/relationships/customXml" Target="../ink/ink2833.xml"/><Relationship Id="rId105" Type="http://schemas.openxmlformats.org/officeDocument/2006/relationships/image" Target="../media/image2732.png"/><Relationship Id="rId126" Type="http://schemas.openxmlformats.org/officeDocument/2006/relationships/customXml" Target="../ink/ink2846.xml"/><Relationship Id="rId147" Type="http://schemas.openxmlformats.org/officeDocument/2006/relationships/image" Target="../media/image2753.png"/><Relationship Id="rId168" Type="http://schemas.openxmlformats.org/officeDocument/2006/relationships/customXml" Target="../ink/ink2867.xml"/><Relationship Id="rId8" Type="http://schemas.openxmlformats.org/officeDocument/2006/relationships/customXml" Target="../ink/ink2787.xml"/><Relationship Id="rId51" Type="http://schemas.openxmlformats.org/officeDocument/2006/relationships/image" Target="../media/image2705.png"/><Relationship Id="rId72" Type="http://schemas.openxmlformats.org/officeDocument/2006/relationships/customXml" Target="../ink/ink2819.xml"/><Relationship Id="rId93" Type="http://schemas.openxmlformats.org/officeDocument/2006/relationships/image" Target="../media/image2726.png"/><Relationship Id="rId98" Type="http://schemas.openxmlformats.org/officeDocument/2006/relationships/customXml" Target="../ink/ink2832.xml"/><Relationship Id="rId121" Type="http://schemas.openxmlformats.org/officeDocument/2006/relationships/image" Target="../media/image2740.png"/><Relationship Id="rId142" Type="http://schemas.openxmlformats.org/officeDocument/2006/relationships/customXml" Target="../ink/ink2854.xml"/><Relationship Id="rId163" Type="http://schemas.openxmlformats.org/officeDocument/2006/relationships/image" Target="../media/image93.png"/><Relationship Id="rId3" Type="http://schemas.openxmlformats.org/officeDocument/2006/relationships/image" Target="../media/image2682.png"/><Relationship Id="rId25" Type="http://schemas.openxmlformats.org/officeDocument/2006/relationships/image" Target="../media/image2693.png"/><Relationship Id="rId46" Type="http://schemas.openxmlformats.org/officeDocument/2006/relationships/customXml" Target="../ink/ink2806.xml"/><Relationship Id="rId67" Type="http://schemas.openxmlformats.org/officeDocument/2006/relationships/image" Target="../media/image2713.png"/><Relationship Id="rId116" Type="http://schemas.openxmlformats.org/officeDocument/2006/relationships/customXml" Target="../ink/ink2841.xml"/><Relationship Id="rId137" Type="http://schemas.openxmlformats.org/officeDocument/2006/relationships/image" Target="../media/image2748.png"/><Relationship Id="rId158" Type="http://schemas.openxmlformats.org/officeDocument/2006/relationships/customXml" Target="../ink/ink2862.xml"/><Relationship Id="rId20" Type="http://schemas.openxmlformats.org/officeDocument/2006/relationships/customXml" Target="../ink/ink2793.xml"/><Relationship Id="rId41" Type="http://schemas.openxmlformats.org/officeDocument/2006/relationships/image" Target="../media/image2700.png"/><Relationship Id="rId62" Type="http://schemas.openxmlformats.org/officeDocument/2006/relationships/customXml" Target="../ink/ink2814.xml"/><Relationship Id="rId83" Type="http://schemas.openxmlformats.org/officeDocument/2006/relationships/image" Target="../media/image2721.png"/><Relationship Id="rId88" Type="http://schemas.openxmlformats.org/officeDocument/2006/relationships/customXml" Target="../ink/ink2827.xml"/><Relationship Id="rId111" Type="http://schemas.openxmlformats.org/officeDocument/2006/relationships/image" Target="../media/image2735.png"/><Relationship Id="rId132" Type="http://schemas.openxmlformats.org/officeDocument/2006/relationships/customXml" Target="../ink/ink2849.xml"/><Relationship Id="rId153" Type="http://schemas.openxmlformats.org/officeDocument/2006/relationships/image" Target="../media/image2756.png"/><Relationship Id="rId174" Type="http://schemas.openxmlformats.org/officeDocument/2006/relationships/customXml" Target="../ink/ink2870.xml"/><Relationship Id="rId179" Type="http://schemas.openxmlformats.org/officeDocument/2006/relationships/image" Target="../media/image2767.png"/><Relationship Id="rId15" Type="http://schemas.openxmlformats.org/officeDocument/2006/relationships/image" Target="../media/image2688.png"/><Relationship Id="rId36" Type="http://schemas.openxmlformats.org/officeDocument/2006/relationships/customXml" Target="../ink/ink2801.xml"/><Relationship Id="rId57" Type="http://schemas.openxmlformats.org/officeDocument/2006/relationships/image" Target="../media/image2708.png"/><Relationship Id="rId106" Type="http://schemas.openxmlformats.org/officeDocument/2006/relationships/customXml" Target="../ink/ink2836.xml"/><Relationship Id="rId127" Type="http://schemas.openxmlformats.org/officeDocument/2006/relationships/image" Target="../media/image2743.png"/><Relationship Id="rId10" Type="http://schemas.openxmlformats.org/officeDocument/2006/relationships/customXml" Target="../ink/ink2788.xml"/><Relationship Id="rId31" Type="http://schemas.openxmlformats.org/officeDocument/2006/relationships/image" Target="../media/image1615.png"/><Relationship Id="rId52" Type="http://schemas.openxmlformats.org/officeDocument/2006/relationships/customXml" Target="../ink/ink2809.xml"/><Relationship Id="rId73" Type="http://schemas.openxmlformats.org/officeDocument/2006/relationships/image" Target="../media/image2716.png"/><Relationship Id="rId78" Type="http://schemas.openxmlformats.org/officeDocument/2006/relationships/customXml" Target="../ink/ink2822.xml"/><Relationship Id="rId94" Type="http://schemas.openxmlformats.org/officeDocument/2006/relationships/customXml" Target="../ink/ink2830.xml"/><Relationship Id="rId99" Type="http://schemas.openxmlformats.org/officeDocument/2006/relationships/image" Target="../media/image2729.png"/><Relationship Id="rId101" Type="http://schemas.openxmlformats.org/officeDocument/2006/relationships/image" Target="../media/image2730.png"/><Relationship Id="rId122" Type="http://schemas.openxmlformats.org/officeDocument/2006/relationships/customXml" Target="../ink/ink2844.xml"/><Relationship Id="rId143" Type="http://schemas.openxmlformats.org/officeDocument/2006/relationships/image" Target="../media/image2751.png"/><Relationship Id="rId148" Type="http://schemas.openxmlformats.org/officeDocument/2006/relationships/customXml" Target="../ink/ink2857.xml"/><Relationship Id="rId164" Type="http://schemas.openxmlformats.org/officeDocument/2006/relationships/customXml" Target="../ink/ink2865.xml"/><Relationship Id="rId169" Type="http://schemas.openxmlformats.org/officeDocument/2006/relationships/image" Target="../media/image2762.png"/><Relationship Id="rId4" Type="http://schemas.openxmlformats.org/officeDocument/2006/relationships/customXml" Target="../ink/ink2785.xml"/><Relationship Id="rId9" Type="http://schemas.openxmlformats.org/officeDocument/2006/relationships/image" Target="../media/image2685.png"/><Relationship Id="rId180" Type="http://schemas.openxmlformats.org/officeDocument/2006/relationships/customXml" Target="../ink/ink2873.xml"/><Relationship Id="rId26" Type="http://schemas.openxmlformats.org/officeDocument/2006/relationships/customXml" Target="../ink/ink2796.xml"/><Relationship Id="rId47" Type="http://schemas.openxmlformats.org/officeDocument/2006/relationships/image" Target="../media/image2703.png"/><Relationship Id="rId68" Type="http://schemas.openxmlformats.org/officeDocument/2006/relationships/customXml" Target="../ink/ink2817.xml"/><Relationship Id="rId89" Type="http://schemas.openxmlformats.org/officeDocument/2006/relationships/image" Target="../media/image2724.png"/><Relationship Id="rId112" Type="http://schemas.openxmlformats.org/officeDocument/2006/relationships/customXml" Target="../ink/ink2839.xml"/><Relationship Id="rId133" Type="http://schemas.openxmlformats.org/officeDocument/2006/relationships/image" Target="../media/image2746.png"/><Relationship Id="rId154" Type="http://schemas.openxmlformats.org/officeDocument/2006/relationships/customXml" Target="../ink/ink2860.xml"/><Relationship Id="rId175" Type="http://schemas.openxmlformats.org/officeDocument/2006/relationships/image" Target="../media/image2765.png"/><Relationship Id="rId16" Type="http://schemas.openxmlformats.org/officeDocument/2006/relationships/customXml" Target="../ink/ink2791.xml"/><Relationship Id="rId37" Type="http://schemas.openxmlformats.org/officeDocument/2006/relationships/image" Target="../media/image2698.png"/><Relationship Id="rId58" Type="http://schemas.openxmlformats.org/officeDocument/2006/relationships/customXml" Target="../ink/ink2812.xml"/><Relationship Id="rId79" Type="http://schemas.openxmlformats.org/officeDocument/2006/relationships/image" Target="../media/image2719.png"/><Relationship Id="rId102" Type="http://schemas.openxmlformats.org/officeDocument/2006/relationships/customXml" Target="../ink/ink2834.xml"/><Relationship Id="rId123" Type="http://schemas.openxmlformats.org/officeDocument/2006/relationships/image" Target="../media/image2741.png"/><Relationship Id="rId144" Type="http://schemas.openxmlformats.org/officeDocument/2006/relationships/customXml" Target="../ink/ink2855.xml"/><Relationship Id="rId90" Type="http://schemas.openxmlformats.org/officeDocument/2006/relationships/customXml" Target="../ink/ink2828.xml"/><Relationship Id="rId165" Type="http://schemas.openxmlformats.org/officeDocument/2006/relationships/image" Target="../media/image1454.png"/><Relationship Id="rId27" Type="http://schemas.openxmlformats.org/officeDocument/2006/relationships/image" Target="../media/image2694.png"/><Relationship Id="rId48" Type="http://schemas.openxmlformats.org/officeDocument/2006/relationships/customXml" Target="../ink/ink2807.xml"/><Relationship Id="rId69" Type="http://schemas.openxmlformats.org/officeDocument/2006/relationships/image" Target="../media/image2714.png"/><Relationship Id="rId113" Type="http://schemas.openxmlformats.org/officeDocument/2006/relationships/image" Target="../media/image2736.png"/><Relationship Id="rId134" Type="http://schemas.openxmlformats.org/officeDocument/2006/relationships/customXml" Target="../ink/ink2850.xml"/><Relationship Id="rId80" Type="http://schemas.openxmlformats.org/officeDocument/2006/relationships/customXml" Target="../ink/ink2823.xml"/><Relationship Id="rId155" Type="http://schemas.openxmlformats.org/officeDocument/2006/relationships/image" Target="../media/image2757.png"/><Relationship Id="rId176" Type="http://schemas.openxmlformats.org/officeDocument/2006/relationships/customXml" Target="../ink/ink2871.xml"/><Relationship Id="rId17" Type="http://schemas.openxmlformats.org/officeDocument/2006/relationships/image" Target="../media/image2689.png"/><Relationship Id="rId38" Type="http://schemas.openxmlformats.org/officeDocument/2006/relationships/customXml" Target="../ink/ink2802.xml"/><Relationship Id="rId59" Type="http://schemas.openxmlformats.org/officeDocument/2006/relationships/image" Target="../media/image2709.png"/><Relationship Id="rId103" Type="http://schemas.openxmlformats.org/officeDocument/2006/relationships/image" Target="../media/image2731.png"/><Relationship Id="rId124" Type="http://schemas.openxmlformats.org/officeDocument/2006/relationships/customXml" Target="../ink/ink2845.xml"/><Relationship Id="rId70" Type="http://schemas.openxmlformats.org/officeDocument/2006/relationships/customXml" Target="../ink/ink2818.xml"/><Relationship Id="rId91" Type="http://schemas.openxmlformats.org/officeDocument/2006/relationships/image" Target="../media/image2725.png"/><Relationship Id="rId145" Type="http://schemas.openxmlformats.org/officeDocument/2006/relationships/image" Target="../media/image2752.png"/><Relationship Id="rId166" Type="http://schemas.openxmlformats.org/officeDocument/2006/relationships/customXml" Target="../ink/ink2866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797.xml"/><Relationship Id="rId49" Type="http://schemas.openxmlformats.org/officeDocument/2006/relationships/image" Target="../media/image2704.png"/><Relationship Id="rId114" Type="http://schemas.openxmlformats.org/officeDocument/2006/relationships/customXml" Target="../ink/ink28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A92589-7AFE-0395-4692-5801568F363F}"/>
                  </a:ext>
                </a:extLst>
              </p14:cNvPr>
              <p14:cNvContentPartPr/>
              <p14:nvPr/>
            </p14:nvContentPartPr>
            <p14:xfrm>
              <a:off x="401286" y="631383"/>
              <a:ext cx="738360" cy="81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A92589-7AFE-0395-4692-5801568F36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646" y="613383"/>
                <a:ext cx="774000" cy="85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AF4F667-D859-5859-DB0B-5B0CE3DE78CA}"/>
              </a:ext>
            </a:extLst>
          </p:cNvPr>
          <p:cNvGrpSpPr/>
          <p:nvPr/>
        </p:nvGrpSpPr>
        <p:grpSpPr>
          <a:xfrm>
            <a:off x="1088166" y="805263"/>
            <a:ext cx="3908160" cy="1078200"/>
            <a:chOff x="1088166" y="805263"/>
            <a:chExt cx="3908160" cy="10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80E4401-330A-FFDD-2582-C0BFEC123EDD}"/>
                    </a:ext>
                  </a:extLst>
                </p14:cNvPr>
                <p14:cNvContentPartPr/>
                <p14:nvPr/>
              </p14:nvContentPartPr>
              <p14:xfrm>
                <a:off x="1088166" y="814623"/>
                <a:ext cx="1454040" cy="609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80E4401-330A-FFDD-2582-C0BFEC123E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0526" y="796623"/>
                  <a:ext cx="148968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87539DA-A7F8-2E5B-2726-CE1A0FD7B713}"/>
                    </a:ext>
                  </a:extLst>
                </p14:cNvPr>
                <p14:cNvContentPartPr/>
                <p14:nvPr/>
              </p14:nvContentPartPr>
              <p14:xfrm>
                <a:off x="2148006" y="954303"/>
                <a:ext cx="41400" cy="5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87539DA-A7F8-2E5B-2726-CE1A0FD7B7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0366" y="936303"/>
                  <a:ext cx="77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4CC2C3-0992-8A27-E892-17A28A3FA1FC}"/>
                    </a:ext>
                  </a:extLst>
                </p14:cNvPr>
                <p14:cNvContentPartPr/>
                <p14:nvPr/>
              </p14:nvContentPartPr>
              <p14:xfrm>
                <a:off x="1898166" y="1002183"/>
                <a:ext cx="147960" cy="1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4CC2C3-0992-8A27-E892-17A28A3FA1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0166" y="984543"/>
                  <a:ext cx="18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C4348D-C83C-5DBD-5A94-D8466D0DDC3C}"/>
                    </a:ext>
                  </a:extLst>
                </p14:cNvPr>
                <p14:cNvContentPartPr/>
                <p14:nvPr/>
              </p14:nvContentPartPr>
              <p14:xfrm>
                <a:off x="2974926" y="923343"/>
                <a:ext cx="410040" cy="96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C4348D-C83C-5DBD-5A94-D8466D0DDC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57286" y="905343"/>
                  <a:ext cx="44568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14B777-C1B0-609C-69DA-FA426821F94A}"/>
                    </a:ext>
                  </a:extLst>
                </p14:cNvPr>
                <p14:cNvContentPartPr/>
                <p14:nvPr/>
              </p14:nvContentPartPr>
              <p14:xfrm>
                <a:off x="3855126" y="805263"/>
                <a:ext cx="1141200" cy="649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14B777-C1B0-609C-69DA-FA426821F9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37126" y="787263"/>
                  <a:ext cx="1176840" cy="68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2DD4CB-AEA5-5BBA-E921-AA2E9257D974}"/>
              </a:ext>
            </a:extLst>
          </p:cNvPr>
          <p:cNvGrpSpPr/>
          <p:nvPr/>
        </p:nvGrpSpPr>
        <p:grpSpPr>
          <a:xfrm>
            <a:off x="4893366" y="896703"/>
            <a:ext cx="3717720" cy="909720"/>
            <a:chOff x="4893366" y="896703"/>
            <a:chExt cx="371772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126E61-D9C4-3EEA-B3AF-491B5BC38863}"/>
                    </a:ext>
                  </a:extLst>
                </p14:cNvPr>
                <p14:cNvContentPartPr/>
                <p14:nvPr/>
              </p14:nvContentPartPr>
              <p14:xfrm>
                <a:off x="4893366" y="1110543"/>
                <a:ext cx="1421280" cy="695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126E61-D9C4-3EEA-B3AF-491B5BC388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75726" y="1092543"/>
                  <a:ext cx="145692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229527-4609-F288-BCE3-E9EEEBB07BC7}"/>
                    </a:ext>
                  </a:extLst>
                </p14:cNvPr>
                <p14:cNvContentPartPr/>
                <p14:nvPr/>
              </p14:nvContentPartPr>
              <p14:xfrm>
                <a:off x="6677886" y="896703"/>
                <a:ext cx="441720" cy="892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229527-4609-F288-BCE3-E9EEEBB07B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9886" y="878703"/>
                  <a:ext cx="477360" cy="9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C44EB8-859B-D262-5DC0-3AFA39B41A9C}"/>
                    </a:ext>
                  </a:extLst>
                </p14:cNvPr>
                <p14:cNvContentPartPr/>
                <p14:nvPr/>
              </p14:nvContentPartPr>
              <p14:xfrm>
                <a:off x="7127526" y="917583"/>
                <a:ext cx="1483560" cy="53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C44EB8-859B-D262-5DC0-3AFA39B41A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09526" y="899583"/>
                  <a:ext cx="15192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BB7255-4FB1-1781-7638-CC98BD17D7D6}"/>
                    </a:ext>
                  </a:extLst>
                </p14:cNvPr>
                <p14:cNvContentPartPr/>
                <p14:nvPr/>
              </p14:nvContentPartPr>
              <p14:xfrm>
                <a:off x="7999446" y="1023063"/>
                <a:ext cx="10080" cy="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BB7255-4FB1-1781-7638-CC98BD17D7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446" y="1005063"/>
                  <a:ext cx="45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50B78A3-367C-5E97-ED3F-7ADC984295E2}"/>
                    </a:ext>
                  </a:extLst>
                </p14:cNvPr>
                <p14:cNvContentPartPr/>
                <p14:nvPr/>
              </p14:nvContentPartPr>
              <p14:xfrm>
                <a:off x="7717926" y="1066983"/>
                <a:ext cx="133920" cy="1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50B78A3-367C-5E97-ED3F-7ADC984295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00286" y="1048983"/>
                  <a:ext cx="16956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A82868-E01D-24DF-DBC1-84BA28E2F9B7}"/>
              </a:ext>
            </a:extLst>
          </p:cNvPr>
          <p:cNvGrpSpPr/>
          <p:nvPr/>
        </p:nvGrpSpPr>
        <p:grpSpPr>
          <a:xfrm>
            <a:off x="1642206" y="2472423"/>
            <a:ext cx="5556240" cy="726480"/>
            <a:chOff x="1642206" y="2472423"/>
            <a:chExt cx="555624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57985A-5F68-8247-427A-8DE3CF6DAD06}"/>
                    </a:ext>
                  </a:extLst>
                </p14:cNvPr>
                <p14:cNvContentPartPr/>
                <p14:nvPr/>
              </p14:nvContentPartPr>
              <p14:xfrm>
                <a:off x="1642206" y="2472423"/>
                <a:ext cx="651960" cy="697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57985A-5F68-8247-427A-8DE3CF6DAD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4566" y="2454423"/>
                  <a:ext cx="6876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BC819D-1674-4300-5C11-01827A7A1802}"/>
                    </a:ext>
                  </a:extLst>
                </p14:cNvPr>
                <p14:cNvContentPartPr/>
                <p14:nvPr/>
              </p14:nvContentPartPr>
              <p14:xfrm>
                <a:off x="2282646" y="2909823"/>
                <a:ext cx="155880" cy="15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BC819D-1674-4300-5C11-01827A7A18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4646" y="2892183"/>
                  <a:ext cx="191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89B5F9-C342-E0B2-69B1-018816E3CAD2}"/>
                    </a:ext>
                  </a:extLst>
                </p14:cNvPr>
                <p14:cNvContentPartPr/>
                <p14:nvPr/>
              </p14:nvContentPartPr>
              <p14:xfrm>
                <a:off x="2494686" y="2952663"/>
                <a:ext cx="3240" cy="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89B5F9-C342-E0B2-69B1-018816E3CA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76686" y="2935023"/>
                  <a:ext cx="38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129C5C-CF7F-3BC6-6B8F-30ECD774465A}"/>
                    </a:ext>
                  </a:extLst>
                </p14:cNvPr>
                <p14:cNvContentPartPr/>
                <p14:nvPr/>
              </p14:nvContentPartPr>
              <p14:xfrm>
                <a:off x="2594766" y="2634783"/>
                <a:ext cx="599760" cy="516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129C5C-CF7F-3BC6-6B8F-30ECD77446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77126" y="2616783"/>
                  <a:ext cx="63540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7A912A-3F13-0026-7087-148C2772CC75}"/>
                    </a:ext>
                  </a:extLst>
                </p14:cNvPr>
                <p14:cNvContentPartPr/>
                <p14:nvPr/>
              </p14:nvContentPartPr>
              <p14:xfrm>
                <a:off x="3079686" y="2993703"/>
                <a:ext cx="63000" cy="10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7A912A-3F13-0026-7087-148C2772CC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1686" y="2975703"/>
                  <a:ext cx="98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44AC59-26BC-07B3-FE06-5C7BF2442B00}"/>
                    </a:ext>
                  </a:extLst>
                </p14:cNvPr>
                <p14:cNvContentPartPr/>
                <p14:nvPr/>
              </p14:nvContentPartPr>
              <p14:xfrm>
                <a:off x="3099846" y="2843943"/>
                <a:ext cx="28440" cy="15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44AC59-26BC-07B3-FE06-5C7BF2442B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82206" y="2826303"/>
                  <a:ext cx="64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27B8F4-F8C5-CAC0-07B4-7B8F7C2B2367}"/>
                    </a:ext>
                  </a:extLst>
                </p14:cNvPr>
                <p14:cNvContentPartPr/>
                <p14:nvPr/>
              </p14:nvContentPartPr>
              <p14:xfrm>
                <a:off x="3205326" y="2753223"/>
                <a:ext cx="700200" cy="39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27B8F4-F8C5-CAC0-07B4-7B8F7C2B23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87686" y="2735223"/>
                  <a:ext cx="7358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363944-4535-A3CC-2FD3-7B973DE21686}"/>
                    </a:ext>
                  </a:extLst>
                </p14:cNvPr>
                <p14:cNvContentPartPr/>
                <p14:nvPr/>
              </p14:nvContentPartPr>
              <p14:xfrm>
                <a:off x="3883566" y="2784183"/>
                <a:ext cx="32760" cy="32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363944-4535-A3CC-2FD3-7B973DE216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5566" y="2766543"/>
                  <a:ext cx="68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30C9B2-F700-18C2-A337-071F60DF17EC}"/>
                    </a:ext>
                  </a:extLst>
                </p14:cNvPr>
                <p14:cNvContentPartPr/>
                <p14:nvPr/>
              </p14:nvContentPartPr>
              <p14:xfrm>
                <a:off x="3969606" y="2676183"/>
                <a:ext cx="471960" cy="52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30C9B2-F700-18C2-A337-071F60DF17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1966" y="2658543"/>
                  <a:ext cx="5076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0B663D-4A02-C275-6C43-792B595D08F7}"/>
                    </a:ext>
                  </a:extLst>
                </p14:cNvPr>
                <p14:cNvContentPartPr/>
                <p14:nvPr/>
              </p14:nvContentPartPr>
              <p14:xfrm>
                <a:off x="4933686" y="2634423"/>
                <a:ext cx="171360" cy="541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0B663D-4A02-C275-6C43-792B595D08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6046" y="2616783"/>
                  <a:ext cx="2070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095ABD-8FBB-FEFE-43A2-10FAE9687309}"/>
                    </a:ext>
                  </a:extLst>
                </p14:cNvPr>
                <p14:cNvContentPartPr/>
                <p14:nvPr/>
              </p14:nvContentPartPr>
              <p14:xfrm>
                <a:off x="4962486" y="2602023"/>
                <a:ext cx="2235960" cy="543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095ABD-8FBB-FEFE-43A2-10FAE96873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44486" y="2584383"/>
                  <a:ext cx="22716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D64FA5-F81A-76BC-7ECA-C62CC3143DA0}"/>
                    </a:ext>
                  </a:extLst>
                </p14:cNvPr>
                <p14:cNvContentPartPr/>
                <p14:nvPr/>
              </p14:nvContentPartPr>
              <p14:xfrm>
                <a:off x="6446766" y="2788143"/>
                <a:ext cx="11736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D64FA5-F81A-76BC-7ECA-C62CC3143D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28766" y="2770143"/>
                  <a:ext cx="1530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B6B2B08-F4F1-8D0D-884C-E1085AA8D030}"/>
              </a:ext>
            </a:extLst>
          </p:cNvPr>
          <p:cNvGrpSpPr/>
          <p:nvPr/>
        </p:nvGrpSpPr>
        <p:grpSpPr>
          <a:xfrm>
            <a:off x="1503246" y="3566463"/>
            <a:ext cx="4615920" cy="1139760"/>
            <a:chOff x="1503246" y="3566463"/>
            <a:chExt cx="4615920" cy="11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8DB74A-EDCC-F1C6-5A18-6822E8325A3F}"/>
                    </a:ext>
                  </a:extLst>
                </p14:cNvPr>
                <p14:cNvContentPartPr/>
                <p14:nvPr/>
              </p14:nvContentPartPr>
              <p14:xfrm>
                <a:off x="1503246" y="3566463"/>
                <a:ext cx="565560" cy="76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8DB74A-EDCC-F1C6-5A18-6822E8325A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85246" y="3548823"/>
                  <a:ext cx="60120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62F2A2B-35BE-C0AE-2335-374210542577}"/>
                    </a:ext>
                  </a:extLst>
                </p14:cNvPr>
                <p14:cNvContentPartPr/>
                <p14:nvPr/>
              </p14:nvContentPartPr>
              <p14:xfrm>
                <a:off x="1745886" y="4012863"/>
                <a:ext cx="637200" cy="21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62F2A2B-35BE-C0AE-2335-37421054257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27886" y="3994863"/>
                  <a:ext cx="672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14C446-8CFF-D875-1693-630F2681CD28}"/>
                    </a:ext>
                  </a:extLst>
                </p14:cNvPr>
                <p14:cNvContentPartPr/>
                <p14:nvPr/>
              </p14:nvContentPartPr>
              <p14:xfrm>
                <a:off x="2493606" y="4071543"/>
                <a:ext cx="83880" cy="140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14C446-8CFF-D875-1693-630F2681CD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75966" y="4053543"/>
                  <a:ext cx="119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882B33-828A-428C-FE73-F48CCA906843}"/>
                    </a:ext>
                  </a:extLst>
                </p14:cNvPr>
                <p14:cNvContentPartPr/>
                <p14:nvPr/>
              </p14:nvContentPartPr>
              <p14:xfrm>
                <a:off x="2538246" y="3922503"/>
                <a:ext cx="45360" cy="29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882B33-828A-428C-FE73-F48CCA90684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20606" y="3904503"/>
                  <a:ext cx="81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6B7A21-6B90-9EA1-BDF0-87812007635B}"/>
                    </a:ext>
                  </a:extLst>
                </p14:cNvPr>
                <p14:cNvContentPartPr/>
                <p14:nvPr/>
              </p14:nvContentPartPr>
              <p14:xfrm>
                <a:off x="2593326" y="4079823"/>
                <a:ext cx="205560" cy="186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6B7A21-6B90-9EA1-BDF0-8781200763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75326" y="4062183"/>
                  <a:ext cx="241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62DB21D-3C57-8990-02FA-AA417E9DC234}"/>
                    </a:ext>
                  </a:extLst>
                </p14:cNvPr>
                <p14:cNvContentPartPr/>
                <p14:nvPr/>
              </p14:nvContentPartPr>
              <p14:xfrm>
                <a:off x="2812206" y="3772743"/>
                <a:ext cx="751320" cy="49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62DB21D-3C57-8990-02FA-AA417E9DC2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4206" y="3754743"/>
                  <a:ext cx="7869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E4E00D-EB7F-7DC5-BC1C-3F0FA1013725}"/>
                    </a:ext>
                  </a:extLst>
                </p14:cNvPr>
                <p14:cNvContentPartPr/>
                <p14:nvPr/>
              </p14:nvContentPartPr>
              <p14:xfrm>
                <a:off x="3430686" y="3958503"/>
                <a:ext cx="144360" cy="30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E4E00D-EB7F-7DC5-BC1C-3F0FA101372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12686" y="3940863"/>
                  <a:ext cx="180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BFBD62-2EAF-5493-AD5E-D1641F631872}"/>
                    </a:ext>
                  </a:extLst>
                </p14:cNvPr>
                <p14:cNvContentPartPr/>
                <p14:nvPr/>
              </p14:nvContentPartPr>
              <p14:xfrm>
                <a:off x="2727606" y="3885423"/>
                <a:ext cx="171360" cy="7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BFBD62-2EAF-5493-AD5E-D1641F6318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09606" y="3867423"/>
                  <a:ext cx="207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581775-8FA3-3506-D27F-E232C5087179}"/>
                    </a:ext>
                  </a:extLst>
                </p14:cNvPr>
                <p14:cNvContentPartPr/>
                <p14:nvPr/>
              </p14:nvContentPartPr>
              <p14:xfrm>
                <a:off x="3914886" y="3847983"/>
                <a:ext cx="415440" cy="49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581775-8FA3-3506-D27F-E232C50871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96886" y="3829983"/>
                  <a:ext cx="45108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134968-26CB-C81B-AF9B-535948182075}"/>
                    </a:ext>
                  </a:extLst>
                </p14:cNvPr>
                <p14:cNvContentPartPr/>
                <p14:nvPr/>
              </p14:nvContentPartPr>
              <p14:xfrm>
                <a:off x="4253286" y="3952023"/>
                <a:ext cx="1865880" cy="754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134968-26CB-C81B-AF9B-5359481820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5286" y="3934023"/>
                  <a:ext cx="1901520" cy="78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89BA6DA-3FB4-EF50-56F4-F6062949BF9D}"/>
              </a:ext>
            </a:extLst>
          </p:cNvPr>
          <p:cNvGrpSpPr/>
          <p:nvPr/>
        </p:nvGrpSpPr>
        <p:grpSpPr>
          <a:xfrm>
            <a:off x="2143686" y="4971903"/>
            <a:ext cx="1927440" cy="416880"/>
            <a:chOff x="2143686" y="4971903"/>
            <a:chExt cx="19274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2F0A56-492A-849D-0E9F-3884978C06F3}"/>
                    </a:ext>
                  </a:extLst>
                </p14:cNvPr>
                <p14:cNvContentPartPr/>
                <p14:nvPr/>
              </p14:nvContentPartPr>
              <p14:xfrm>
                <a:off x="2143686" y="4971903"/>
                <a:ext cx="268920" cy="33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2F0A56-492A-849D-0E9F-3884978C06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25686" y="4954263"/>
                  <a:ext cx="304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2743E34-7433-DC35-20A3-F68C5C377367}"/>
                    </a:ext>
                  </a:extLst>
                </p14:cNvPr>
                <p14:cNvContentPartPr/>
                <p14:nvPr/>
              </p14:nvContentPartPr>
              <p14:xfrm>
                <a:off x="2393166" y="5028423"/>
                <a:ext cx="670680" cy="360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2743E34-7433-DC35-20A3-F68C5C3773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75166" y="5010423"/>
                  <a:ext cx="7063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45353F-D3E3-847E-2152-3C084672E9C8}"/>
                    </a:ext>
                  </a:extLst>
                </p14:cNvPr>
                <p14:cNvContentPartPr/>
                <p14:nvPr/>
              </p14:nvContentPartPr>
              <p14:xfrm>
                <a:off x="2873406" y="5242983"/>
                <a:ext cx="86400" cy="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45353F-D3E3-847E-2152-3C084672E9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55406" y="5225343"/>
                  <a:ext cx="122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68F6FB-9156-ED58-CAA0-1E6EB4463EDE}"/>
                    </a:ext>
                  </a:extLst>
                </p14:cNvPr>
                <p14:cNvContentPartPr/>
                <p14:nvPr/>
              </p14:nvContentPartPr>
              <p14:xfrm>
                <a:off x="3247446" y="5223183"/>
                <a:ext cx="79200" cy="1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68F6FB-9156-ED58-CAA0-1E6EB4463ED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29806" y="5205183"/>
                  <a:ext cx="114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E09F4E-882A-471D-3DB1-F434338E8E8E}"/>
                    </a:ext>
                  </a:extLst>
                </p14:cNvPr>
                <p14:cNvContentPartPr/>
                <p14:nvPr/>
              </p14:nvContentPartPr>
              <p14:xfrm>
                <a:off x="3413046" y="5077743"/>
                <a:ext cx="78120" cy="297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E09F4E-882A-471D-3DB1-F434338E8E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95046" y="5060103"/>
                  <a:ext cx="1137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FB608B-7868-DE4B-0F51-ACD5085A83CE}"/>
                    </a:ext>
                  </a:extLst>
                </p14:cNvPr>
                <p14:cNvContentPartPr/>
                <p14:nvPr/>
              </p14:nvContentPartPr>
              <p14:xfrm>
                <a:off x="3562086" y="5154063"/>
                <a:ext cx="123480" cy="175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FB608B-7868-DE4B-0F51-ACD5085A83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44086" y="5136063"/>
                  <a:ext cx="159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1BBA00-AB4A-8DE3-CB12-DFFAAD4F349B}"/>
                    </a:ext>
                  </a:extLst>
                </p14:cNvPr>
                <p14:cNvContentPartPr/>
                <p14:nvPr/>
              </p14:nvContentPartPr>
              <p14:xfrm>
                <a:off x="3797526" y="5089983"/>
                <a:ext cx="273600" cy="230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1BBA00-AB4A-8DE3-CB12-DFFAAD4F34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79526" y="5072343"/>
                  <a:ext cx="30924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2E4BDB-5221-E6FE-C283-A2137AEB664F}"/>
              </a:ext>
            </a:extLst>
          </p:cNvPr>
          <p:cNvGrpSpPr/>
          <p:nvPr/>
        </p:nvGrpSpPr>
        <p:grpSpPr>
          <a:xfrm>
            <a:off x="1586766" y="5767863"/>
            <a:ext cx="5385240" cy="759240"/>
            <a:chOff x="1586766" y="5767863"/>
            <a:chExt cx="5385240" cy="75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F26437-5986-05BD-E56E-4B53D4F52B74}"/>
                    </a:ext>
                  </a:extLst>
                </p14:cNvPr>
                <p14:cNvContentPartPr/>
                <p14:nvPr/>
              </p14:nvContentPartPr>
              <p14:xfrm>
                <a:off x="1586766" y="5962623"/>
                <a:ext cx="350640" cy="19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F26437-5986-05BD-E56E-4B53D4F52B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9126" y="5944983"/>
                  <a:ext cx="386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B7148A-F8E3-D191-CFD3-B09369337421}"/>
                    </a:ext>
                  </a:extLst>
                </p14:cNvPr>
                <p14:cNvContentPartPr/>
                <p14:nvPr/>
              </p14:nvContentPartPr>
              <p14:xfrm>
                <a:off x="1879806" y="5833743"/>
                <a:ext cx="55080" cy="22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B7148A-F8E3-D191-CFD3-B093693374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62166" y="5815743"/>
                  <a:ext cx="90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F2BFC8-66E9-AABB-F987-E6B60966ED03}"/>
                    </a:ext>
                  </a:extLst>
                </p14:cNvPr>
                <p14:cNvContentPartPr/>
                <p14:nvPr/>
              </p14:nvContentPartPr>
              <p14:xfrm>
                <a:off x="1996446" y="5812143"/>
                <a:ext cx="727920" cy="37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F2BFC8-66E9-AABB-F987-E6B60966ED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78446" y="5794143"/>
                  <a:ext cx="7635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B372A9-70A4-10F1-6D14-9D2CDCCBB183}"/>
                    </a:ext>
                  </a:extLst>
                </p14:cNvPr>
                <p14:cNvContentPartPr/>
                <p14:nvPr/>
              </p14:nvContentPartPr>
              <p14:xfrm>
                <a:off x="2687286" y="5881983"/>
                <a:ext cx="32760" cy="25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B372A9-70A4-10F1-6D14-9D2CDCCBB18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9286" y="5864343"/>
                  <a:ext cx="68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A15A19-4890-0E9E-A5B5-42B97130B7DD}"/>
                    </a:ext>
                  </a:extLst>
                </p14:cNvPr>
                <p14:cNvContentPartPr/>
                <p14:nvPr/>
              </p14:nvContentPartPr>
              <p14:xfrm>
                <a:off x="2695206" y="5773983"/>
                <a:ext cx="1419840" cy="473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A15A19-4890-0E9E-A5B5-42B97130B7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77206" y="5756343"/>
                  <a:ext cx="14554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F440E6-A1A6-46BF-0E43-63BFC26C282B}"/>
                    </a:ext>
                  </a:extLst>
                </p14:cNvPr>
                <p14:cNvContentPartPr/>
                <p14:nvPr/>
              </p14:nvContentPartPr>
              <p14:xfrm>
                <a:off x="4143486" y="5767863"/>
                <a:ext cx="389520" cy="444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F440E6-A1A6-46BF-0E43-63BFC26C28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25486" y="5750223"/>
                  <a:ext cx="4251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2265CB0-39FD-50A0-8787-A129A1D7ADB2}"/>
                    </a:ext>
                  </a:extLst>
                </p14:cNvPr>
                <p14:cNvContentPartPr/>
                <p14:nvPr/>
              </p14:nvContentPartPr>
              <p14:xfrm>
                <a:off x="4382166" y="5932383"/>
                <a:ext cx="1146240" cy="594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2265CB0-39FD-50A0-8787-A129A1D7ADB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64166" y="5914383"/>
                  <a:ext cx="11818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90485F-FBCE-D3EA-7904-77566AEA4BDD}"/>
                    </a:ext>
                  </a:extLst>
                </p14:cNvPr>
                <p14:cNvContentPartPr/>
                <p14:nvPr/>
              </p14:nvContentPartPr>
              <p14:xfrm>
                <a:off x="5514006" y="5805303"/>
                <a:ext cx="38160" cy="3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90485F-FBCE-D3EA-7904-77566AEA4BD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96366" y="5787303"/>
                  <a:ext cx="73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6EBCD4-13F9-B6C2-23D7-67E330D68546}"/>
                    </a:ext>
                  </a:extLst>
                </p14:cNvPr>
                <p14:cNvContentPartPr/>
                <p14:nvPr/>
              </p14:nvContentPartPr>
              <p14:xfrm>
                <a:off x="5602566" y="5776863"/>
                <a:ext cx="129240" cy="357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6EBCD4-13F9-B6C2-23D7-67E330D685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84926" y="5758863"/>
                  <a:ext cx="1648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9D64FA-CD04-80A7-B163-3945B1473E0D}"/>
                    </a:ext>
                  </a:extLst>
                </p14:cNvPr>
                <p14:cNvContentPartPr/>
                <p14:nvPr/>
              </p14:nvContentPartPr>
              <p14:xfrm>
                <a:off x="5780766" y="6058383"/>
                <a:ext cx="5040" cy="14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9D64FA-CD04-80A7-B163-3945B1473E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3126" y="6040383"/>
                  <a:ext cx="40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274F93F-0C45-FC5A-6CD6-54E2D125D21A}"/>
                    </a:ext>
                  </a:extLst>
                </p14:cNvPr>
                <p14:cNvContentPartPr/>
                <p14:nvPr/>
              </p14:nvContentPartPr>
              <p14:xfrm>
                <a:off x="5885886" y="5925183"/>
                <a:ext cx="840600" cy="189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274F93F-0C45-FC5A-6CD6-54E2D125D2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67886" y="5907543"/>
                  <a:ext cx="876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5774DF9-2622-8C48-CB83-6C6C46BB7E47}"/>
                    </a:ext>
                  </a:extLst>
                </p14:cNvPr>
                <p14:cNvContentPartPr/>
                <p14:nvPr/>
              </p14:nvContentPartPr>
              <p14:xfrm>
                <a:off x="6956886" y="5926623"/>
                <a:ext cx="15120" cy="32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5774DF9-2622-8C48-CB83-6C6C46BB7E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39246" y="5908983"/>
                  <a:ext cx="50760" cy="6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31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1B809E5-448E-E5D7-C489-5D354FD8AD6D}"/>
              </a:ext>
            </a:extLst>
          </p:cNvPr>
          <p:cNvGrpSpPr/>
          <p:nvPr/>
        </p:nvGrpSpPr>
        <p:grpSpPr>
          <a:xfrm>
            <a:off x="1614486" y="254463"/>
            <a:ext cx="341640" cy="285480"/>
            <a:chOff x="1614486" y="254463"/>
            <a:chExt cx="34164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E2FCB46-8AB5-49AF-C2D3-5C1FDEF3BD48}"/>
                    </a:ext>
                  </a:extLst>
                </p14:cNvPr>
                <p14:cNvContentPartPr/>
                <p14:nvPr/>
              </p14:nvContentPartPr>
              <p14:xfrm>
                <a:off x="1614486" y="254463"/>
                <a:ext cx="160920" cy="172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E2FCB46-8AB5-49AF-C2D3-5C1FDEF3BD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96486" y="236823"/>
                  <a:ext cx="196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AFF7B8-B9EA-B146-5C4B-FE238BBAF6ED}"/>
                    </a:ext>
                  </a:extLst>
                </p14:cNvPr>
                <p14:cNvContentPartPr/>
                <p14:nvPr/>
              </p14:nvContentPartPr>
              <p14:xfrm>
                <a:off x="1856046" y="390543"/>
                <a:ext cx="19080" cy="109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AFF7B8-B9EA-B146-5C4B-FE238BBAF6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8046" y="372903"/>
                  <a:ext cx="54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ABCD3DA-D007-38EA-A60E-150721819E6F}"/>
                    </a:ext>
                  </a:extLst>
                </p14:cNvPr>
                <p14:cNvContentPartPr/>
                <p14:nvPr/>
              </p14:nvContentPartPr>
              <p14:xfrm>
                <a:off x="1943166" y="408903"/>
                <a:ext cx="12960" cy="13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ABCD3DA-D007-38EA-A60E-150721819E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5526" y="390903"/>
                  <a:ext cx="4860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EC3A1B-9B83-32EC-EC74-7DBFFD26456A}"/>
              </a:ext>
            </a:extLst>
          </p:cNvPr>
          <p:cNvGrpSpPr/>
          <p:nvPr/>
        </p:nvGrpSpPr>
        <p:grpSpPr>
          <a:xfrm>
            <a:off x="2088246" y="250863"/>
            <a:ext cx="289440" cy="217440"/>
            <a:chOff x="2088246" y="250863"/>
            <a:chExt cx="28944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D18C57E-F9FA-F97B-27E5-421B2E446D52}"/>
                    </a:ext>
                  </a:extLst>
                </p14:cNvPr>
                <p14:cNvContentPartPr/>
                <p14:nvPr/>
              </p14:nvContentPartPr>
              <p14:xfrm>
                <a:off x="2088246" y="250863"/>
                <a:ext cx="191520" cy="14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D18C57E-F9FA-F97B-27E5-421B2E446D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70246" y="233223"/>
                  <a:ext cx="227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28A216-F38A-3B72-3187-D18A9E51CA2F}"/>
                    </a:ext>
                  </a:extLst>
                </p14:cNvPr>
                <p14:cNvContentPartPr/>
                <p14:nvPr/>
              </p14:nvContentPartPr>
              <p14:xfrm>
                <a:off x="2368686" y="321423"/>
                <a:ext cx="9000" cy="14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28A216-F38A-3B72-3187-D18A9E51CA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50686" y="303423"/>
                  <a:ext cx="44640" cy="18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47A99BC-EAC6-597D-534E-861607BB1A5E}"/>
                  </a:ext>
                </a:extLst>
              </p14:cNvPr>
              <p14:cNvContentPartPr/>
              <p14:nvPr/>
            </p14:nvContentPartPr>
            <p14:xfrm>
              <a:off x="2675406" y="276063"/>
              <a:ext cx="125640" cy="26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47A99BC-EAC6-597D-534E-861607BB1A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57766" y="258063"/>
                <a:ext cx="1612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2CBE4D6-7EDD-D713-3E54-95AD7CBA931F}"/>
                  </a:ext>
                </a:extLst>
              </p14:cNvPr>
              <p14:cNvContentPartPr/>
              <p14:nvPr/>
            </p14:nvContentPartPr>
            <p14:xfrm>
              <a:off x="2740206" y="219183"/>
              <a:ext cx="27360" cy="157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2CBE4D6-7EDD-D713-3E54-95AD7CBA93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22566" y="201543"/>
                <a:ext cx="630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A4499D0-2AD1-44B8-27BC-D2D68196E7ED}"/>
                  </a:ext>
                </a:extLst>
              </p14:cNvPr>
              <p14:cNvContentPartPr/>
              <p14:nvPr/>
            </p14:nvContentPartPr>
            <p14:xfrm>
              <a:off x="2952606" y="222423"/>
              <a:ext cx="105840" cy="17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A4499D0-2AD1-44B8-27BC-D2D68196E7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4966" y="204423"/>
                <a:ext cx="1414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ECAA46E-8FCA-52E2-C04B-B176A3F6FA61}"/>
                  </a:ext>
                </a:extLst>
              </p14:cNvPr>
              <p14:cNvContentPartPr/>
              <p14:nvPr/>
            </p14:nvContentPartPr>
            <p14:xfrm>
              <a:off x="3150606" y="338703"/>
              <a:ext cx="12960" cy="131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ECAA46E-8FCA-52E2-C04B-B176A3F6FA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32606" y="321063"/>
                <a:ext cx="486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62234F-171A-6FF0-E4BB-577E78FFDB15}"/>
                  </a:ext>
                </a:extLst>
              </p14:cNvPr>
              <p14:cNvContentPartPr/>
              <p14:nvPr/>
            </p14:nvContentPartPr>
            <p14:xfrm>
              <a:off x="3252846" y="373623"/>
              <a:ext cx="108360" cy="120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62234F-171A-6FF0-E4BB-577E78FFDB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35206" y="355983"/>
                <a:ext cx="1440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C1814AB-F564-ADCE-298B-22D4CADF2982}"/>
                  </a:ext>
                </a:extLst>
              </p14:cNvPr>
              <p14:cNvContentPartPr/>
              <p14:nvPr/>
            </p14:nvContentPartPr>
            <p14:xfrm>
              <a:off x="3512406" y="225663"/>
              <a:ext cx="175680" cy="138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C1814AB-F564-ADCE-298B-22D4CADF29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94406" y="207663"/>
                <a:ext cx="2113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69099A-8F58-9953-4422-91F6423075B6}"/>
                  </a:ext>
                </a:extLst>
              </p14:cNvPr>
              <p14:cNvContentPartPr/>
              <p14:nvPr/>
            </p14:nvContentPartPr>
            <p14:xfrm>
              <a:off x="3780246" y="284703"/>
              <a:ext cx="147600" cy="131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69099A-8F58-9953-4422-91F6423075B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62246" y="267063"/>
                <a:ext cx="1832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3A7483-4385-D9B2-1832-E8AC9B26D0AF}"/>
                  </a:ext>
                </a:extLst>
              </p14:cNvPr>
              <p14:cNvContentPartPr/>
              <p14:nvPr/>
            </p14:nvContentPartPr>
            <p14:xfrm>
              <a:off x="4083006" y="252303"/>
              <a:ext cx="157320" cy="39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3A7483-4385-D9B2-1832-E8AC9B26D0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65006" y="234303"/>
                <a:ext cx="1929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792779-7747-5F71-AB10-4F715FD7195C}"/>
                  </a:ext>
                </a:extLst>
              </p14:cNvPr>
              <p14:cNvContentPartPr/>
              <p14:nvPr/>
            </p14:nvContentPartPr>
            <p14:xfrm>
              <a:off x="4175886" y="204423"/>
              <a:ext cx="39240" cy="177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792779-7747-5F71-AB10-4F715FD719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57886" y="186783"/>
                <a:ext cx="748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AC553D-6916-51BE-8A10-5A93CB11AD4D}"/>
                  </a:ext>
                </a:extLst>
              </p14:cNvPr>
              <p14:cNvContentPartPr/>
              <p14:nvPr/>
            </p14:nvContentPartPr>
            <p14:xfrm>
              <a:off x="4377486" y="421143"/>
              <a:ext cx="17640" cy="3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AC553D-6916-51BE-8A10-5A93CB11AD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59486" y="403503"/>
                <a:ext cx="532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E9C2E5F-FC65-D363-471E-79BB6B41080A}"/>
                  </a:ext>
                </a:extLst>
              </p14:cNvPr>
              <p14:cNvContentPartPr/>
              <p14:nvPr/>
            </p14:nvContentPartPr>
            <p14:xfrm>
              <a:off x="4720206" y="411423"/>
              <a:ext cx="36360" cy="13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E9C2E5F-FC65-D363-471E-79BB6B4108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02206" y="393783"/>
                <a:ext cx="720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4BB9B0B-AF99-E9F4-327B-255A52BD1769}"/>
                  </a:ext>
                </a:extLst>
              </p14:cNvPr>
              <p14:cNvContentPartPr/>
              <p14:nvPr/>
            </p14:nvContentPartPr>
            <p14:xfrm>
              <a:off x="5132046" y="420063"/>
              <a:ext cx="84600" cy="10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4BB9B0B-AF99-E9F4-327B-255A52BD176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14406" y="402063"/>
                <a:ext cx="1202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37AE258-0AD0-369A-93FE-1B9DD0DA4A7D}"/>
                  </a:ext>
                </a:extLst>
              </p14:cNvPr>
              <p14:cNvContentPartPr/>
              <p14:nvPr/>
            </p14:nvContentPartPr>
            <p14:xfrm>
              <a:off x="5529486" y="392703"/>
              <a:ext cx="23040" cy="4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37AE258-0AD0-369A-93FE-1B9DD0DA4A7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11486" y="374703"/>
                <a:ext cx="5868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CD300C1-9EB6-1836-D421-193E8EDE8FE8}"/>
              </a:ext>
            </a:extLst>
          </p:cNvPr>
          <p:cNvGrpSpPr/>
          <p:nvPr/>
        </p:nvGrpSpPr>
        <p:grpSpPr>
          <a:xfrm>
            <a:off x="5762406" y="339063"/>
            <a:ext cx="164880" cy="167040"/>
            <a:chOff x="5762406" y="339063"/>
            <a:chExt cx="16488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1CBC589-6ACE-4E2C-3EFF-597BEED80449}"/>
                    </a:ext>
                  </a:extLst>
                </p14:cNvPr>
                <p14:cNvContentPartPr/>
                <p14:nvPr/>
              </p14:nvContentPartPr>
              <p14:xfrm>
                <a:off x="5762406" y="372543"/>
                <a:ext cx="164880" cy="20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1CBC589-6ACE-4E2C-3EFF-597BEED804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44766" y="354543"/>
                  <a:ext cx="200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6E85CC4-D5D2-BB2E-77ED-8481A7D657FA}"/>
                    </a:ext>
                  </a:extLst>
                </p14:cNvPr>
                <p14:cNvContentPartPr/>
                <p14:nvPr/>
              </p14:nvContentPartPr>
              <p14:xfrm>
                <a:off x="5855286" y="339063"/>
                <a:ext cx="28800" cy="167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6E85CC4-D5D2-BB2E-77ED-8481A7D657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37646" y="321063"/>
                  <a:ext cx="6444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DD88ED8-796D-9BB3-31A1-18ED6CE1BC08}"/>
              </a:ext>
            </a:extLst>
          </p:cNvPr>
          <p:cNvGrpSpPr/>
          <p:nvPr/>
        </p:nvGrpSpPr>
        <p:grpSpPr>
          <a:xfrm>
            <a:off x="6128886" y="275343"/>
            <a:ext cx="938160" cy="234000"/>
            <a:chOff x="6128886" y="275343"/>
            <a:chExt cx="9381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BF3D77-A00E-ABCB-85D6-D5680A1B995B}"/>
                    </a:ext>
                  </a:extLst>
                </p14:cNvPr>
                <p14:cNvContentPartPr/>
                <p14:nvPr/>
              </p14:nvContentPartPr>
              <p14:xfrm>
                <a:off x="6128886" y="279303"/>
                <a:ext cx="105840" cy="156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BF3D77-A00E-ABCB-85D6-D5680A1B9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0886" y="261663"/>
                  <a:ext cx="141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24FB15-610E-68CB-21BF-1625840FBFD2}"/>
                    </a:ext>
                  </a:extLst>
                </p14:cNvPr>
                <p14:cNvContentPartPr/>
                <p14:nvPr/>
              </p14:nvContentPartPr>
              <p14:xfrm>
                <a:off x="6317166" y="373623"/>
                <a:ext cx="16560" cy="117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24FB15-610E-68CB-21BF-1625840FBF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99526" y="355623"/>
                  <a:ext cx="5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A10546-80CE-83DD-74F8-F7A1AD691EFB}"/>
                    </a:ext>
                  </a:extLst>
                </p14:cNvPr>
                <p14:cNvContentPartPr/>
                <p14:nvPr/>
              </p14:nvContentPartPr>
              <p14:xfrm>
                <a:off x="6424086" y="401343"/>
                <a:ext cx="140040" cy="108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A10546-80CE-83DD-74F8-F7A1AD691E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06446" y="383343"/>
                  <a:ext cx="175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4C0F5B-FB19-B155-0EFA-7CD5F17CBD5E}"/>
                    </a:ext>
                  </a:extLst>
                </p14:cNvPr>
                <p14:cNvContentPartPr/>
                <p14:nvPr/>
              </p14:nvContentPartPr>
              <p14:xfrm>
                <a:off x="6673206" y="275343"/>
                <a:ext cx="174240" cy="14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4C0F5B-FB19-B155-0EFA-7CD5F17CBD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55206" y="257703"/>
                  <a:ext cx="209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79F8B8-526F-851D-98C3-377CA625E640}"/>
                    </a:ext>
                  </a:extLst>
                </p14:cNvPr>
                <p14:cNvContentPartPr/>
                <p14:nvPr/>
              </p14:nvContentPartPr>
              <p14:xfrm>
                <a:off x="6963726" y="353823"/>
                <a:ext cx="103320" cy="121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79F8B8-526F-851D-98C3-377CA625E6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6086" y="335823"/>
                  <a:ext cx="1389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462CE11-91DD-3DF4-B2DC-88BD5170616E}"/>
              </a:ext>
            </a:extLst>
          </p:cNvPr>
          <p:cNvGrpSpPr/>
          <p:nvPr/>
        </p:nvGrpSpPr>
        <p:grpSpPr>
          <a:xfrm>
            <a:off x="7344966" y="313863"/>
            <a:ext cx="163440" cy="91440"/>
            <a:chOff x="7344966" y="313863"/>
            <a:chExt cx="16344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C0861C-1923-5845-3A18-9285E45431CA}"/>
                    </a:ext>
                  </a:extLst>
                </p14:cNvPr>
                <p14:cNvContentPartPr/>
                <p14:nvPr/>
              </p14:nvContentPartPr>
              <p14:xfrm>
                <a:off x="7376286" y="313863"/>
                <a:ext cx="132120" cy="33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C0861C-1923-5845-3A18-9285E45431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58286" y="295863"/>
                  <a:ext cx="167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737E3B-E557-F61D-B1A2-73F7D661CB4E}"/>
                    </a:ext>
                  </a:extLst>
                </p14:cNvPr>
                <p14:cNvContentPartPr/>
                <p14:nvPr/>
              </p14:nvContentPartPr>
              <p14:xfrm>
                <a:off x="7344966" y="374703"/>
                <a:ext cx="145080" cy="30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737E3B-E557-F61D-B1A2-73F7D661CB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7326" y="357063"/>
                  <a:ext cx="1807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4597227-2933-1FE1-80B7-45A316E83A77}"/>
                  </a:ext>
                </a:extLst>
              </p14:cNvPr>
              <p14:cNvContentPartPr/>
              <p14:nvPr/>
            </p14:nvContentPartPr>
            <p14:xfrm>
              <a:off x="7729086" y="198663"/>
              <a:ext cx="226440" cy="241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4597227-2933-1FE1-80B7-45A316E83A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11086" y="181023"/>
                <a:ext cx="26208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3B4500C-AFC0-1B26-3527-190C34E4B81F}"/>
              </a:ext>
            </a:extLst>
          </p:cNvPr>
          <p:cNvGrpSpPr/>
          <p:nvPr/>
        </p:nvGrpSpPr>
        <p:grpSpPr>
          <a:xfrm>
            <a:off x="1565526" y="827943"/>
            <a:ext cx="815760" cy="270000"/>
            <a:chOff x="1565526" y="827943"/>
            <a:chExt cx="81576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B0B933-3D95-D5A3-EF9A-5A00C656255F}"/>
                    </a:ext>
                  </a:extLst>
                </p14:cNvPr>
                <p14:cNvContentPartPr/>
                <p14:nvPr/>
              </p14:nvContentPartPr>
              <p14:xfrm>
                <a:off x="1565526" y="827943"/>
                <a:ext cx="142560" cy="208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B0B933-3D95-D5A3-EF9A-5A00C65625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47526" y="809943"/>
                  <a:ext cx="1782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D2B079-1782-A751-D491-7393A6209CA7}"/>
                    </a:ext>
                  </a:extLst>
                </p14:cNvPr>
                <p14:cNvContentPartPr/>
                <p14:nvPr/>
              </p14:nvContentPartPr>
              <p14:xfrm>
                <a:off x="1794486" y="946023"/>
                <a:ext cx="125280" cy="10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D2B079-1782-A751-D491-7393A6209C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76486" y="928383"/>
                  <a:ext cx="160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4DA7A8-E6BD-2690-E1F9-632EF65CEDEF}"/>
                    </a:ext>
                  </a:extLst>
                </p14:cNvPr>
                <p14:cNvContentPartPr/>
                <p14:nvPr/>
              </p14:nvContentPartPr>
              <p14:xfrm>
                <a:off x="1993206" y="959343"/>
                <a:ext cx="21240" cy="12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4DA7A8-E6BD-2690-E1F9-632EF65CED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75566" y="941703"/>
                  <a:ext cx="56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F24069-0106-2813-AF61-7A3F6951AE88}"/>
                    </a:ext>
                  </a:extLst>
                </p14:cNvPr>
                <p14:cNvContentPartPr/>
                <p14:nvPr/>
              </p14:nvContentPartPr>
              <p14:xfrm>
                <a:off x="2153046" y="865383"/>
                <a:ext cx="125640" cy="17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F24069-0106-2813-AF61-7A3F6951AE8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35406" y="847743"/>
                  <a:ext cx="161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92CFCA-B69E-9A10-6A13-F574689B616E}"/>
                    </a:ext>
                  </a:extLst>
                </p14:cNvPr>
                <p14:cNvContentPartPr/>
                <p14:nvPr/>
              </p14:nvContentPartPr>
              <p14:xfrm>
                <a:off x="2368326" y="984183"/>
                <a:ext cx="12960" cy="113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92CFCA-B69E-9A10-6A13-F574689B61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50326" y="966183"/>
                  <a:ext cx="4860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96CD2A-AD95-B806-84AD-A33FFA2BCD6F}"/>
              </a:ext>
            </a:extLst>
          </p:cNvPr>
          <p:cNvGrpSpPr/>
          <p:nvPr/>
        </p:nvGrpSpPr>
        <p:grpSpPr>
          <a:xfrm>
            <a:off x="2595486" y="887703"/>
            <a:ext cx="109800" cy="174600"/>
            <a:chOff x="2595486" y="887703"/>
            <a:chExt cx="10980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C101BC-24FF-84AA-EFDE-A97FE50290B3}"/>
                    </a:ext>
                  </a:extLst>
                </p14:cNvPr>
                <p14:cNvContentPartPr/>
                <p14:nvPr/>
              </p14:nvContentPartPr>
              <p14:xfrm>
                <a:off x="2595486" y="967983"/>
                <a:ext cx="109800" cy="4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C101BC-24FF-84AA-EFDE-A97FE50290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7846" y="950343"/>
                  <a:ext cx="145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B40354-3644-2D02-D2D4-314A3493BB31}"/>
                    </a:ext>
                  </a:extLst>
                </p14:cNvPr>
                <p14:cNvContentPartPr/>
                <p14:nvPr/>
              </p14:nvContentPartPr>
              <p14:xfrm>
                <a:off x="2654166" y="887703"/>
                <a:ext cx="29160" cy="17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B40354-3644-2D02-D2D4-314A3493BB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6526" y="869703"/>
                  <a:ext cx="64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92B84A1-3E8C-B9E7-9921-B59931E9C2DB}"/>
              </a:ext>
            </a:extLst>
          </p:cNvPr>
          <p:cNvGrpSpPr/>
          <p:nvPr/>
        </p:nvGrpSpPr>
        <p:grpSpPr>
          <a:xfrm>
            <a:off x="2852166" y="893823"/>
            <a:ext cx="1269000" cy="233640"/>
            <a:chOff x="2852166" y="893823"/>
            <a:chExt cx="126900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F44AA6-318F-A462-1A33-0CBB1619B9A6}"/>
                    </a:ext>
                  </a:extLst>
                </p14:cNvPr>
                <p14:cNvContentPartPr/>
                <p14:nvPr/>
              </p14:nvContentPartPr>
              <p14:xfrm>
                <a:off x="2852166" y="893823"/>
                <a:ext cx="106200" cy="161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F44AA6-318F-A462-1A33-0CBB1619B9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34526" y="875823"/>
                  <a:ext cx="141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AC3360-EB6A-2F32-EF86-9D3F3BD37F1D}"/>
                    </a:ext>
                  </a:extLst>
                </p14:cNvPr>
                <p14:cNvContentPartPr/>
                <p14:nvPr/>
              </p14:nvContentPartPr>
              <p14:xfrm>
                <a:off x="3018486" y="1010103"/>
                <a:ext cx="113400" cy="10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AC3360-EB6A-2F32-EF86-9D3F3BD37F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00846" y="992463"/>
                  <a:ext cx="149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45B6D1-85F5-F72B-5ECB-E1D76D3E44FD}"/>
                    </a:ext>
                  </a:extLst>
                </p14:cNvPr>
                <p14:cNvContentPartPr/>
                <p14:nvPr/>
              </p14:nvContentPartPr>
              <p14:xfrm>
                <a:off x="3214686" y="1007943"/>
                <a:ext cx="167400" cy="119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45B6D1-85F5-F72B-5ECB-E1D76D3E44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97046" y="989943"/>
                  <a:ext cx="203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5B4B823-003C-3701-54DF-12BB9079E902}"/>
                    </a:ext>
                  </a:extLst>
                </p14:cNvPr>
                <p14:cNvContentPartPr/>
                <p14:nvPr/>
              </p14:nvContentPartPr>
              <p14:xfrm>
                <a:off x="3505566" y="908583"/>
                <a:ext cx="150480" cy="140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5B4B823-003C-3701-54DF-12BB9079E9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87926" y="890943"/>
                  <a:ext cx="186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024777-0688-A9A2-0E5B-61ECB0B56BB8}"/>
                    </a:ext>
                  </a:extLst>
                </p14:cNvPr>
                <p14:cNvContentPartPr/>
                <p14:nvPr/>
              </p14:nvContentPartPr>
              <p14:xfrm>
                <a:off x="3728406" y="998583"/>
                <a:ext cx="182160" cy="10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024777-0688-A9A2-0E5B-61ECB0B56B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10406" y="980583"/>
                  <a:ext cx="217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4A0F2B-066E-531A-BF0F-41772107C8A1}"/>
                    </a:ext>
                  </a:extLst>
                </p14:cNvPr>
                <p14:cNvContentPartPr/>
                <p14:nvPr/>
              </p14:nvContentPartPr>
              <p14:xfrm>
                <a:off x="4005246" y="994983"/>
                <a:ext cx="115920" cy="3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4A0F2B-066E-531A-BF0F-41772107C8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87246" y="976983"/>
                  <a:ext cx="151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6B7BB5-5EDC-D908-423D-6D9ED96DF364}"/>
                    </a:ext>
                  </a:extLst>
                </p14:cNvPr>
                <p14:cNvContentPartPr/>
                <p14:nvPr/>
              </p14:nvContentPartPr>
              <p14:xfrm>
                <a:off x="4063926" y="922983"/>
                <a:ext cx="42120" cy="19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6B7BB5-5EDC-D908-423D-6D9ED96DF36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46286" y="905343"/>
                  <a:ext cx="7776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B99C7A9-97E8-CC17-3847-690DBE61E6ED}"/>
                  </a:ext>
                </a:extLst>
              </p14:cNvPr>
              <p14:cNvContentPartPr/>
              <p14:nvPr/>
            </p14:nvContentPartPr>
            <p14:xfrm>
              <a:off x="4709766" y="1131783"/>
              <a:ext cx="41400" cy="14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B99C7A9-97E8-CC17-3847-690DBE61E6E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91766" y="1113783"/>
                <a:ext cx="77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FEBE86A-8487-5F5A-D684-3C26C6D6E2D0}"/>
                  </a:ext>
                </a:extLst>
              </p14:cNvPr>
              <p14:cNvContentPartPr/>
              <p14:nvPr/>
            </p14:nvContentPartPr>
            <p14:xfrm>
              <a:off x="4965006" y="1091823"/>
              <a:ext cx="77400" cy="10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FEBE86A-8487-5F5A-D684-3C26C6D6E2D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47006" y="1074183"/>
                <a:ext cx="1130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7A47D00-3D0F-6211-C1A3-7A72E6F1FA8B}"/>
                  </a:ext>
                </a:extLst>
              </p14:cNvPr>
              <p14:cNvContentPartPr/>
              <p14:nvPr/>
            </p14:nvContentPartPr>
            <p14:xfrm>
              <a:off x="5362086" y="1069863"/>
              <a:ext cx="91800" cy="12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7A47D00-3D0F-6211-C1A3-7A72E6F1FA8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344446" y="1052223"/>
                <a:ext cx="12744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3A62D779-634B-651E-C124-CEFCC1A6D359}"/>
              </a:ext>
            </a:extLst>
          </p:cNvPr>
          <p:cNvGrpSpPr/>
          <p:nvPr/>
        </p:nvGrpSpPr>
        <p:grpSpPr>
          <a:xfrm>
            <a:off x="5863926" y="988143"/>
            <a:ext cx="793800" cy="243360"/>
            <a:chOff x="5863926" y="988143"/>
            <a:chExt cx="7938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CAC90B-64F3-0CF8-8803-BA13CEA676F9}"/>
                    </a:ext>
                  </a:extLst>
                </p14:cNvPr>
                <p14:cNvContentPartPr/>
                <p14:nvPr/>
              </p14:nvContentPartPr>
              <p14:xfrm>
                <a:off x="5863926" y="1054743"/>
                <a:ext cx="172800" cy="29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CAC90B-64F3-0CF8-8803-BA13CEA676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46286" y="1036743"/>
                  <a:ext cx="208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90610C-E8AA-440F-F187-7266F6ABDD6B}"/>
                    </a:ext>
                  </a:extLst>
                </p14:cNvPr>
                <p14:cNvContentPartPr/>
                <p14:nvPr/>
              </p14:nvContentPartPr>
              <p14:xfrm>
                <a:off x="5986686" y="988143"/>
                <a:ext cx="35640" cy="165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90610C-E8AA-440F-F187-7266F6ABDD6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69046" y="970503"/>
                  <a:ext cx="71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608B136-AE10-9941-992B-71520A5C006D}"/>
                    </a:ext>
                  </a:extLst>
                </p14:cNvPr>
                <p14:cNvContentPartPr/>
                <p14:nvPr/>
              </p14:nvContentPartPr>
              <p14:xfrm>
                <a:off x="6181806" y="1006143"/>
                <a:ext cx="95760" cy="154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608B136-AE10-9941-992B-71520A5C006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64166" y="988143"/>
                  <a:ext cx="131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4ED6BB-EE6E-1A1C-C7EB-B78B90F9573D}"/>
                    </a:ext>
                  </a:extLst>
                </p14:cNvPr>
                <p14:cNvContentPartPr/>
                <p14:nvPr/>
              </p14:nvContentPartPr>
              <p14:xfrm>
                <a:off x="6353886" y="1121343"/>
                <a:ext cx="88560" cy="11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4ED6BB-EE6E-1A1C-C7EB-B78B90F957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35886" y="1103343"/>
                  <a:ext cx="124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FCE92D3-520F-886E-A44E-25C879967F0E}"/>
                    </a:ext>
                  </a:extLst>
                </p14:cNvPr>
                <p14:cNvContentPartPr/>
                <p14:nvPr/>
              </p14:nvContentPartPr>
              <p14:xfrm>
                <a:off x="6541446" y="1104423"/>
                <a:ext cx="116280" cy="11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FCE92D3-520F-886E-A44E-25C879967F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23806" y="1086783"/>
                  <a:ext cx="1519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2C19CD4-0048-B602-B95A-E702A91A614C}"/>
              </a:ext>
            </a:extLst>
          </p:cNvPr>
          <p:cNvGrpSpPr/>
          <p:nvPr/>
        </p:nvGrpSpPr>
        <p:grpSpPr>
          <a:xfrm>
            <a:off x="6849966" y="1039623"/>
            <a:ext cx="441720" cy="193320"/>
            <a:chOff x="6849966" y="1039623"/>
            <a:chExt cx="44172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C83BF5-F69B-A25C-FC16-4997D32DC888}"/>
                    </a:ext>
                  </a:extLst>
                </p14:cNvPr>
                <p14:cNvContentPartPr/>
                <p14:nvPr/>
              </p14:nvContentPartPr>
              <p14:xfrm>
                <a:off x="6849966" y="1039623"/>
                <a:ext cx="183960" cy="138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C83BF5-F69B-A25C-FC16-4997D32DC8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2326" y="1021623"/>
                  <a:ext cx="219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32B3C9E-8159-B70B-A8B6-2B3C09E9FE2F}"/>
                    </a:ext>
                  </a:extLst>
                </p14:cNvPr>
                <p14:cNvContentPartPr/>
                <p14:nvPr/>
              </p14:nvContentPartPr>
              <p14:xfrm>
                <a:off x="7158126" y="1123503"/>
                <a:ext cx="133560" cy="109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32B3C9E-8159-B70B-A8B6-2B3C09E9FE2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40486" y="1105503"/>
                  <a:ext cx="1692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BDDA18-FF14-80B4-259B-4587FE37961D}"/>
              </a:ext>
            </a:extLst>
          </p:cNvPr>
          <p:cNvGrpSpPr/>
          <p:nvPr/>
        </p:nvGrpSpPr>
        <p:grpSpPr>
          <a:xfrm>
            <a:off x="7494006" y="1078143"/>
            <a:ext cx="150480" cy="84600"/>
            <a:chOff x="7494006" y="1078143"/>
            <a:chExt cx="15048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72FE1D-E457-BA0E-3067-BA905E342D0D}"/>
                    </a:ext>
                  </a:extLst>
                </p14:cNvPr>
                <p14:cNvContentPartPr/>
                <p14:nvPr/>
              </p14:nvContentPartPr>
              <p14:xfrm>
                <a:off x="7494006" y="1078143"/>
                <a:ext cx="113760" cy="51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72FE1D-E457-BA0E-3067-BA905E342D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76006" y="1060503"/>
                  <a:ext cx="149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C8C085B-2613-BCF1-B1FE-6EC7383C713A}"/>
                    </a:ext>
                  </a:extLst>
                </p14:cNvPr>
                <p14:cNvContentPartPr/>
                <p14:nvPr/>
              </p14:nvContentPartPr>
              <p14:xfrm>
                <a:off x="7494006" y="1137543"/>
                <a:ext cx="150480" cy="25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C8C085B-2613-BCF1-B1FE-6EC7383C713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76366" y="1119903"/>
                  <a:ext cx="18612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D569070-D5CF-DFA4-B620-10C6A68047CE}"/>
                  </a:ext>
                </a:extLst>
              </p14:cNvPr>
              <p14:cNvContentPartPr/>
              <p14:nvPr/>
            </p14:nvContentPartPr>
            <p14:xfrm>
              <a:off x="7893246" y="956823"/>
              <a:ext cx="173880" cy="185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D569070-D5CF-DFA4-B620-10C6A68047C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875246" y="938823"/>
                <a:ext cx="209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3080F8-F614-B587-FAF3-6E6E8D779651}"/>
                  </a:ext>
                </a:extLst>
              </p14:cNvPr>
              <p14:cNvContentPartPr/>
              <p14:nvPr/>
            </p14:nvContentPartPr>
            <p14:xfrm>
              <a:off x="1722486" y="1360743"/>
              <a:ext cx="13680" cy="30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3080F8-F614-B587-FAF3-6E6E8D77965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704486" y="1343103"/>
                <a:ext cx="493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6CDAE4E-38A1-8BD3-7008-CEA811AC015C}"/>
                  </a:ext>
                </a:extLst>
              </p14:cNvPr>
              <p14:cNvContentPartPr/>
              <p14:nvPr/>
            </p14:nvContentPartPr>
            <p14:xfrm>
              <a:off x="1683606" y="1614183"/>
              <a:ext cx="4680" cy="306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6CDAE4E-38A1-8BD3-7008-CEA811AC015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665966" y="1596543"/>
                <a:ext cx="403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561BE4F-53B1-796D-F2DB-1CD9D859DD23}"/>
                  </a:ext>
                </a:extLst>
              </p14:cNvPr>
              <p14:cNvContentPartPr/>
              <p14:nvPr/>
            </p14:nvContentPartPr>
            <p14:xfrm>
              <a:off x="1684326" y="1750983"/>
              <a:ext cx="1440" cy="9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561BE4F-53B1-796D-F2DB-1CD9D859DD2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666326" y="1733343"/>
                <a:ext cx="3708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82BC994-7C6E-FA49-71C8-1CB0DC2F0EE0}"/>
              </a:ext>
            </a:extLst>
          </p:cNvPr>
          <p:cNvGrpSpPr/>
          <p:nvPr/>
        </p:nvGrpSpPr>
        <p:grpSpPr>
          <a:xfrm>
            <a:off x="1440246" y="2029983"/>
            <a:ext cx="861480" cy="302040"/>
            <a:chOff x="1440246" y="2029983"/>
            <a:chExt cx="86148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1D743D4-8337-2FF9-74CE-03F8421115BF}"/>
                    </a:ext>
                  </a:extLst>
                </p14:cNvPr>
                <p14:cNvContentPartPr/>
                <p14:nvPr/>
              </p14:nvContentPartPr>
              <p14:xfrm>
                <a:off x="1440246" y="2029983"/>
                <a:ext cx="115200" cy="158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1D743D4-8337-2FF9-74CE-03F8421115B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22246" y="2011983"/>
                  <a:ext cx="150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9ABE2EF-79A7-01AC-2B4D-9D4EE506A2C8}"/>
                    </a:ext>
                  </a:extLst>
                </p14:cNvPr>
                <p14:cNvContentPartPr/>
                <p14:nvPr/>
              </p14:nvContentPartPr>
              <p14:xfrm>
                <a:off x="1641126" y="2104143"/>
                <a:ext cx="179640" cy="10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9ABE2EF-79A7-01AC-2B4D-9D4EE506A2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23486" y="2086503"/>
                  <a:ext cx="215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3E8C92-AD5A-8BFC-2EE3-92036DB76ADE}"/>
                    </a:ext>
                  </a:extLst>
                </p14:cNvPr>
                <p14:cNvContentPartPr/>
                <p14:nvPr/>
              </p14:nvContentPartPr>
              <p14:xfrm>
                <a:off x="1883406" y="2208183"/>
                <a:ext cx="21240" cy="12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3E8C92-AD5A-8BFC-2EE3-92036DB76A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65406" y="2190183"/>
                  <a:ext cx="5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07C03CA-6E38-A3A3-B699-BB3D4ABE8937}"/>
                    </a:ext>
                  </a:extLst>
                </p14:cNvPr>
                <p14:cNvContentPartPr/>
                <p14:nvPr/>
              </p14:nvContentPartPr>
              <p14:xfrm>
                <a:off x="1966926" y="2098743"/>
                <a:ext cx="217800" cy="14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07C03CA-6E38-A3A3-B699-BB3D4ABE89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49286" y="2080743"/>
                  <a:ext cx="253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B604D4F-DB4D-9407-8419-0600DC1A3D79}"/>
                    </a:ext>
                  </a:extLst>
                </p14:cNvPr>
                <p14:cNvContentPartPr/>
                <p14:nvPr/>
              </p14:nvContentPartPr>
              <p14:xfrm>
                <a:off x="2280126" y="2173263"/>
                <a:ext cx="21600" cy="140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B604D4F-DB4D-9407-8419-0600DC1A3D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62126" y="2155623"/>
                  <a:ext cx="572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8E15A30-8231-5509-6949-16F5B54AFDCB}"/>
              </a:ext>
            </a:extLst>
          </p:cNvPr>
          <p:cNvGrpSpPr/>
          <p:nvPr/>
        </p:nvGrpSpPr>
        <p:grpSpPr>
          <a:xfrm>
            <a:off x="2609526" y="2064183"/>
            <a:ext cx="163440" cy="195840"/>
            <a:chOff x="2609526" y="2064183"/>
            <a:chExt cx="1634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1DF6622-C5A9-EABE-2655-1BBFC0953AFA}"/>
                    </a:ext>
                  </a:extLst>
                </p14:cNvPr>
                <p14:cNvContentPartPr/>
                <p14:nvPr/>
              </p14:nvContentPartPr>
              <p14:xfrm>
                <a:off x="2609526" y="2119623"/>
                <a:ext cx="163440" cy="66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1DF6622-C5A9-EABE-2655-1BBFC0953A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91886" y="2101623"/>
                  <a:ext cx="199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85D24DD-2AA1-7074-C0A7-01BB6DC881D2}"/>
                    </a:ext>
                  </a:extLst>
                </p14:cNvPr>
                <p14:cNvContentPartPr/>
                <p14:nvPr/>
              </p14:nvContentPartPr>
              <p14:xfrm>
                <a:off x="2699166" y="2064183"/>
                <a:ext cx="28800" cy="195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85D24DD-2AA1-7074-C0A7-01BB6DC881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81526" y="2046183"/>
                  <a:ext cx="644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BF7C2E0-E009-A428-C39E-C298DFE0DEA5}"/>
              </a:ext>
            </a:extLst>
          </p:cNvPr>
          <p:cNvGrpSpPr/>
          <p:nvPr/>
        </p:nvGrpSpPr>
        <p:grpSpPr>
          <a:xfrm>
            <a:off x="2945046" y="2036103"/>
            <a:ext cx="1019160" cy="299880"/>
            <a:chOff x="2945046" y="2036103"/>
            <a:chExt cx="101916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E635B1-7A7F-4C47-6545-26332B67A719}"/>
                    </a:ext>
                  </a:extLst>
                </p14:cNvPr>
                <p14:cNvContentPartPr/>
                <p14:nvPr/>
              </p14:nvContentPartPr>
              <p14:xfrm>
                <a:off x="2945046" y="2036103"/>
                <a:ext cx="138960" cy="189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E635B1-7A7F-4C47-6545-26332B67A71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27046" y="2018463"/>
                  <a:ext cx="174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14B608-8202-AF99-C9C4-FE5805ADF062}"/>
                    </a:ext>
                  </a:extLst>
                </p14:cNvPr>
                <p14:cNvContentPartPr/>
                <p14:nvPr/>
              </p14:nvContentPartPr>
              <p14:xfrm>
                <a:off x="3122886" y="2172903"/>
                <a:ext cx="211320" cy="9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14B608-8202-AF99-C9C4-FE5805ADF06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05246" y="2154903"/>
                  <a:ext cx="24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9D8C33-7F67-9B9F-4CA7-6F2441FDE884}"/>
                    </a:ext>
                  </a:extLst>
                </p14:cNvPr>
                <p14:cNvContentPartPr/>
                <p14:nvPr/>
              </p14:nvContentPartPr>
              <p14:xfrm>
                <a:off x="3390726" y="2204223"/>
                <a:ext cx="107640" cy="131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9D8C33-7F67-9B9F-4CA7-6F2441FDE88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73086" y="2186583"/>
                  <a:ext cx="143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6E4BF4B-E5E0-D31A-373F-AACE94AC7F65}"/>
                    </a:ext>
                  </a:extLst>
                </p14:cNvPr>
                <p14:cNvContentPartPr/>
                <p14:nvPr/>
              </p14:nvContentPartPr>
              <p14:xfrm>
                <a:off x="3599166" y="2061303"/>
                <a:ext cx="155520" cy="164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6E4BF4B-E5E0-D31A-373F-AACE94AC7F6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81166" y="2043303"/>
                  <a:ext cx="1911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247C977-5B38-A499-0DBF-54E69423E119}"/>
                    </a:ext>
                  </a:extLst>
                </p14:cNvPr>
                <p14:cNvContentPartPr/>
                <p14:nvPr/>
              </p14:nvContentPartPr>
              <p14:xfrm>
                <a:off x="3825966" y="2188383"/>
                <a:ext cx="138240" cy="114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247C977-5B38-A499-0DBF-54E69423E1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08326" y="2170743"/>
                  <a:ext cx="1738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D4580A2-C9FA-1D20-8743-B7E8785BE288}"/>
              </a:ext>
            </a:extLst>
          </p:cNvPr>
          <p:cNvGrpSpPr/>
          <p:nvPr/>
        </p:nvGrpSpPr>
        <p:grpSpPr>
          <a:xfrm>
            <a:off x="4189206" y="2032863"/>
            <a:ext cx="150480" cy="179640"/>
            <a:chOff x="4189206" y="2032863"/>
            <a:chExt cx="15048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8FED27-12F9-C5E5-7E85-F6107FC6A95A}"/>
                    </a:ext>
                  </a:extLst>
                </p14:cNvPr>
                <p14:cNvContentPartPr/>
                <p14:nvPr/>
              </p14:nvContentPartPr>
              <p14:xfrm>
                <a:off x="4189206" y="2111703"/>
                <a:ext cx="150480" cy="2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8FED27-12F9-C5E5-7E85-F6107FC6A95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1206" y="2094063"/>
                  <a:ext cx="186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776133-5FE4-78CE-D8BF-F046F2BF3632}"/>
                    </a:ext>
                  </a:extLst>
                </p14:cNvPr>
                <p14:cNvContentPartPr/>
                <p14:nvPr/>
              </p14:nvContentPartPr>
              <p14:xfrm>
                <a:off x="4288566" y="2032863"/>
                <a:ext cx="28440" cy="179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776133-5FE4-78CE-D8BF-F046F2BF363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70566" y="2015223"/>
                  <a:ext cx="6408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6C42358-9586-D106-6521-D71FEFB6BDFE}"/>
                  </a:ext>
                </a:extLst>
              </p14:cNvPr>
              <p14:cNvContentPartPr/>
              <p14:nvPr/>
            </p14:nvContentPartPr>
            <p14:xfrm>
              <a:off x="4759806" y="2207463"/>
              <a:ext cx="51480" cy="198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6C42358-9586-D106-6521-D71FEFB6BDF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742166" y="2189823"/>
                <a:ext cx="87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BE3B3F1-A90E-71FA-675C-C3143687E8EC}"/>
                  </a:ext>
                </a:extLst>
              </p14:cNvPr>
              <p14:cNvContentPartPr/>
              <p14:nvPr/>
            </p14:nvContentPartPr>
            <p14:xfrm>
              <a:off x="5027286" y="2182983"/>
              <a:ext cx="57600" cy="2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BE3B3F1-A90E-71FA-675C-C3143687E8E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09286" y="2165343"/>
                <a:ext cx="93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BCC6701-9D03-886C-D94F-849284978796}"/>
                  </a:ext>
                </a:extLst>
              </p14:cNvPr>
              <p14:cNvContentPartPr/>
              <p14:nvPr/>
            </p14:nvContentPartPr>
            <p14:xfrm>
              <a:off x="5372526" y="2159223"/>
              <a:ext cx="104040" cy="10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BCC6701-9D03-886C-D94F-84928497879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354886" y="2141583"/>
                <a:ext cx="13968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A73D153-B9D8-D74E-A3F6-ABB925F71C64}"/>
              </a:ext>
            </a:extLst>
          </p:cNvPr>
          <p:cNvGrpSpPr/>
          <p:nvPr/>
        </p:nvGrpSpPr>
        <p:grpSpPr>
          <a:xfrm>
            <a:off x="5947806" y="2012343"/>
            <a:ext cx="1330920" cy="279000"/>
            <a:chOff x="5947806" y="2012343"/>
            <a:chExt cx="13309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983105-2EE3-8A5D-8840-C42A465D7C0E}"/>
                    </a:ext>
                  </a:extLst>
                </p14:cNvPr>
                <p14:cNvContentPartPr/>
                <p14:nvPr/>
              </p14:nvContentPartPr>
              <p14:xfrm>
                <a:off x="5947806" y="2072103"/>
                <a:ext cx="167400" cy="53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983105-2EE3-8A5D-8840-C42A465D7C0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30166" y="2054103"/>
                  <a:ext cx="203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62DA677-15BA-07C4-1B13-C97C740EE8DE}"/>
                    </a:ext>
                  </a:extLst>
                </p14:cNvPr>
                <p14:cNvContentPartPr/>
                <p14:nvPr/>
              </p14:nvContentPartPr>
              <p14:xfrm>
                <a:off x="6032766" y="2012343"/>
                <a:ext cx="57960" cy="208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62DA677-15BA-07C4-1B13-C97C740EE8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14766" y="1994343"/>
                  <a:ext cx="93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11A06C0-8D47-9ABF-9A54-A6E29737A881}"/>
                    </a:ext>
                  </a:extLst>
                </p14:cNvPr>
                <p14:cNvContentPartPr/>
                <p14:nvPr/>
              </p14:nvContentPartPr>
              <p14:xfrm>
                <a:off x="6229326" y="2054103"/>
                <a:ext cx="98640" cy="151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11A06C0-8D47-9ABF-9A54-A6E29737A8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11686" y="2036463"/>
                  <a:ext cx="134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57FFD1-529B-2002-CF5D-E109C03A9B67}"/>
                    </a:ext>
                  </a:extLst>
                </p14:cNvPr>
                <p14:cNvContentPartPr/>
                <p14:nvPr/>
              </p14:nvContentPartPr>
              <p14:xfrm>
                <a:off x="6400326" y="2158863"/>
                <a:ext cx="197280" cy="95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57FFD1-529B-2002-CF5D-E109C03A9B6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82326" y="2140863"/>
                  <a:ext cx="232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024669-77DE-AD47-1465-2EBA513F59EC}"/>
                    </a:ext>
                  </a:extLst>
                </p14:cNvPr>
                <p14:cNvContentPartPr/>
                <p14:nvPr/>
              </p14:nvContentPartPr>
              <p14:xfrm>
                <a:off x="6639726" y="2196303"/>
                <a:ext cx="123480" cy="82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024669-77DE-AD47-1465-2EBA513F59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1726" y="2178303"/>
                  <a:ext cx="159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4CA6D71-D9C3-BCC3-2071-3522579BBE5F}"/>
                    </a:ext>
                  </a:extLst>
                </p14:cNvPr>
                <p14:cNvContentPartPr/>
                <p14:nvPr/>
              </p14:nvContentPartPr>
              <p14:xfrm>
                <a:off x="6870846" y="2107743"/>
                <a:ext cx="195120" cy="152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4CA6D71-D9C3-BCC3-2071-3522579BBE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52846" y="2089743"/>
                  <a:ext cx="23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7165EC-9F04-54A2-7A4B-030E99AE83A2}"/>
                    </a:ext>
                  </a:extLst>
                </p14:cNvPr>
                <p14:cNvContentPartPr/>
                <p14:nvPr/>
              </p14:nvContentPartPr>
              <p14:xfrm>
                <a:off x="7131846" y="2191983"/>
                <a:ext cx="146880" cy="99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7165EC-9F04-54A2-7A4B-030E99AE83A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114206" y="2174343"/>
                  <a:ext cx="18252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4AAE1F4-B3BE-D2F4-0D18-60D75926FF5C}"/>
              </a:ext>
            </a:extLst>
          </p:cNvPr>
          <p:cNvGrpSpPr/>
          <p:nvPr/>
        </p:nvGrpSpPr>
        <p:grpSpPr>
          <a:xfrm>
            <a:off x="7528206" y="2146623"/>
            <a:ext cx="212040" cy="80280"/>
            <a:chOff x="7528206" y="2146623"/>
            <a:chExt cx="212040" cy="8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0F771A-0844-A633-5011-ABFA4280267F}"/>
                    </a:ext>
                  </a:extLst>
                </p14:cNvPr>
                <p14:cNvContentPartPr/>
                <p14:nvPr/>
              </p14:nvContentPartPr>
              <p14:xfrm>
                <a:off x="7528206" y="2146623"/>
                <a:ext cx="137520" cy="4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0F771A-0844-A633-5011-ABFA4280267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10206" y="2128983"/>
                  <a:ext cx="173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0F2A1B-89BA-170A-E4FB-63CC3BC36623}"/>
                    </a:ext>
                  </a:extLst>
                </p14:cNvPr>
                <p14:cNvContentPartPr/>
                <p14:nvPr/>
              </p14:nvContentPartPr>
              <p14:xfrm>
                <a:off x="7572126" y="2181183"/>
                <a:ext cx="168120" cy="45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0F2A1B-89BA-170A-E4FB-63CC3BC366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54126" y="2163543"/>
                  <a:ext cx="20376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679BCAA-A034-4B9A-3C7F-456C274270AE}"/>
                  </a:ext>
                </a:extLst>
              </p14:cNvPr>
              <p14:cNvContentPartPr/>
              <p14:nvPr/>
            </p14:nvContentPartPr>
            <p14:xfrm>
              <a:off x="8130126" y="1943583"/>
              <a:ext cx="211680" cy="235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679BCAA-A034-4B9A-3C7F-456C274270A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112486" y="1925583"/>
                <a:ext cx="247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1B159B6-67ED-C395-486B-B665F21631BA}"/>
                  </a:ext>
                </a:extLst>
              </p14:cNvPr>
              <p14:cNvContentPartPr/>
              <p14:nvPr/>
            </p14:nvContentPartPr>
            <p14:xfrm>
              <a:off x="9022926" y="2126463"/>
              <a:ext cx="5400" cy="14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1B159B6-67ED-C395-486B-B665F21631B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004926" y="2108463"/>
                <a:ext cx="410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28A7F55-C994-8690-9DD5-711C97D205A0}"/>
                  </a:ext>
                </a:extLst>
              </p14:cNvPr>
              <p14:cNvContentPartPr/>
              <p14:nvPr/>
            </p14:nvContentPartPr>
            <p14:xfrm>
              <a:off x="467526" y="2877783"/>
              <a:ext cx="389520" cy="181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28A7F55-C994-8690-9DD5-711C97D205A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49886" y="2859783"/>
                <a:ext cx="42516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82FFE84-F9C3-4868-A4FC-54DC23DCD5FB}"/>
              </a:ext>
            </a:extLst>
          </p:cNvPr>
          <p:cNvGrpSpPr/>
          <p:nvPr/>
        </p:nvGrpSpPr>
        <p:grpSpPr>
          <a:xfrm>
            <a:off x="1128486" y="2851143"/>
            <a:ext cx="1213920" cy="287280"/>
            <a:chOff x="1128486" y="2851143"/>
            <a:chExt cx="121392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C0AE7C-7542-3CAD-A2D2-6EF4701159DB}"/>
                    </a:ext>
                  </a:extLst>
                </p14:cNvPr>
                <p14:cNvContentPartPr/>
                <p14:nvPr/>
              </p14:nvContentPartPr>
              <p14:xfrm>
                <a:off x="1128486" y="2851143"/>
                <a:ext cx="361080" cy="287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C0AE7C-7542-3CAD-A2D2-6EF4701159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0486" y="2833143"/>
                  <a:ext cx="396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2017895-EA09-C61A-B801-E62028B472B2}"/>
                    </a:ext>
                  </a:extLst>
                </p14:cNvPr>
                <p14:cNvContentPartPr/>
                <p14:nvPr/>
              </p14:nvContentPartPr>
              <p14:xfrm>
                <a:off x="1446366" y="2877783"/>
                <a:ext cx="25200" cy="3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2017895-EA09-C61A-B801-E62028B472B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28366" y="2859783"/>
                  <a:ext cx="60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75B9505-42D5-8FBE-3C9D-91137292F051}"/>
                    </a:ext>
                  </a:extLst>
                </p14:cNvPr>
                <p14:cNvContentPartPr/>
                <p14:nvPr/>
              </p14:nvContentPartPr>
              <p14:xfrm>
                <a:off x="1522686" y="2998383"/>
                <a:ext cx="385920" cy="128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75B9505-42D5-8FBE-3C9D-91137292F0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05046" y="2980743"/>
                  <a:ext cx="421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1B2939-0628-FCD8-7FA4-4082A0DC0D41}"/>
                    </a:ext>
                  </a:extLst>
                </p14:cNvPr>
                <p14:cNvContentPartPr/>
                <p14:nvPr/>
              </p14:nvContentPartPr>
              <p14:xfrm>
                <a:off x="1887726" y="2974623"/>
                <a:ext cx="454680" cy="153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1B2939-0628-FCD8-7FA4-4082A0DC0D4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69726" y="2956983"/>
                  <a:ext cx="4903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1AC2507-ECC3-E8CA-90EF-1EA4C3B0667E}"/>
              </a:ext>
            </a:extLst>
          </p:cNvPr>
          <p:cNvGrpSpPr/>
          <p:nvPr/>
        </p:nvGrpSpPr>
        <p:grpSpPr>
          <a:xfrm>
            <a:off x="2621046" y="2701383"/>
            <a:ext cx="1665720" cy="776520"/>
            <a:chOff x="2621046" y="2701383"/>
            <a:chExt cx="1665720" cy="7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2FB553F-155C-72DE-86EB-97750CE3B411}"/>
                    </a:ext>
                  </a:extLst>
                </p14:cNvPr>
                <p14:cNvContentPartPr/>
                <p14:nvPr/>
              </p14:nvContentPartPr>
              <p14:xfrm>
                <a:off x="2621046" y="2933943"/>
                <a:ext cx="192960" cy="19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2FB553F-155C-72DE-86EB-97750CE3B41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03046" y="2915943"/>
                  <a:ext cx="228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0982471-3FE8-4D2E-BBD2-5FAB36AC7B1D}"/>
                    </a:ext>
                  </a:extLst>
                </p14:cNvPr>
                <p14:cNvContentPartPr/>
                <p14:nvPr/>
              </p14:nvContentPartPr>
              <p14:xfrm>
                <a:off x="2877006" y="2966343"/>
                <a:ext cx="189720" cy="511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0982471-3FE8-4D2E-BBD2-5FAB36AC7B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859006" y="2948343"/>
                  <a:ext cx="22536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D56864-7AF3-46FD-7C94-C1D151809768}"/>
                    </a:ext>
                  </a:extLst>
                </p14:cNvPr>
                <p14:cNvContentPartPr/>
                <p14:nvPr/>
              </p14:nvContentPartPr>
              <p14:xfrm>
                <a:off x="3184086" y="2965623"/>
                <a:ext cx="139680" cy="197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D56864-7AF3-46FD-7C94-C1D15180976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66086" y="2947623"/>
                  <a:ext cx="175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8ACE535-CF98-DF32-0BA8-A76F447C6268}"/>
                    </a:ext>
                  </a:extLst>
                </p14:cNvPr>
                <p14:cNvContentPartPr/>
                <p14:nvPr/>
              </p14:nvContentPartPr>
              <p14:xfrm>
                <a:off x="3445446" y="2701383"/>
                <a:ext cx="336960" cy="45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8ACE535-CF98-DF32-0BA8-A76F447C62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27446" y="2683383"/>
                  <a:ext cx="3726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72B0A4-2F9D-7C5E-9FE2-2934EF1CBB82}"/>
                    </a:ext>
                  </a:extLst>
                </p14:cNvPr>
                <p14:cNvContentPartPr/>
                <p14:nvPr/>
              </p14:nvContentPartPr>
              <p14:xfrm>
                <a:off x="3783846" y="2984703"/>
                <a:ext cx="502920" cy="155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72B0A4-2F9D-7C5E-9FE2-2934EF1CBB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66206" y="2967063"/>
                  <a:ext cx="538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FBB61BD-15A8-2E26-EA41-69DAD43A3163}"/>
                    </a:ext>
                  </a:extLst>
                </p14:cNvPr>
                <p14:cNvContentPartPr/>
                <p14:nvPr/>
              </p14:nvContentPartPr>
              <p14:xfrm>
                <a:off x="4139886" y="2737023"/>
                <a:ext cx="43200" cy="29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FBB61BD-15A8-2E26-EA41-69DAD43A31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22246" y="2719383"/>
                  <a:ext cx="78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74F2CF-BF0A-3F34-807B-B3E9535619D0}"/>
                    </a:ext>
                  </a:extLst>
                </p14:cNvPr>
                <p14:cNvContentPartPr/>
                <p14:nvPr/>
              </p14:nvContentPartPr>
              <p14:xfrm>
                <a:off x="3599166" y="2890023"/>
                <a:ext cx="182880" cy="14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74F2CF-BF0A-3F34-807B-B3E9535619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81166" y="2872023"/>
                  <a:ext cx="2185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D17D406-EB7D-760D-5F82-3DE6BD5AF78E}"/>
              </a:ext>
            </a:extLst>
          </p:cNvPr>
          <p:cNvGrpSpPr/>
          <p:nvPr/>
        </p:nvGrpSpPr>
        <p:grpSpPr>
          <a:xfrm>
            <a:off x="5279646" y="2991903"/>
            <a:ext cx="279360" cy="155160"/>
            <a:chOff x="5279646" y="2991903"/>
            <a:chExt cx="27936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1F1EA2-EDFC-CE18-FC50-2E21AEF4CA5A}"/>
                    </a:ext>
                  </a:extLst>
                </p14:cNvPr>
                <p14:cNvContentPartPr/>
                <p14:nvPr/>
              </p14:nvContentPartPr>
              <p14:xfrm>
                <a:off x="5279646" y="2991903"/>
                <a:ext cx="34920" cy="155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1F1EA2-EDFC-CE18-FC50-2E21AEF4CA5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61646" y="2973903"/>
                  <a:ext cx="70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7CB1E9E-1CFB-7901-CB83-4572101F8E26}"/>
                    </a:ext>
                  </a:extLst>
                </p14:cNvPr>
                <p14:cNvContentPartPr/>
                <p14:nvPr/>
              </p14:nvContentPartPr>
              <p14:xfrm>
                <a:off x="5381166" y="3013863"/>
                <a:ext cx="177840" cy="96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7CB1E9E-1CFB-7901-CB83-4572101F8E2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63166" y="2996223"/>
                  <a:ext cx="21348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DFF6C80-E79C-6DC3-84A6-093FECC02B72}"/>
                  </a:ext>
                </a:extLst>
              </p14:cNvPr>
              <p14:cNvContentPartPr/>
              <p14:nvPr/>
            </p14:nvContentPartPr>
            <p14:xfrm>
              <a:off x="5376486" y="2839263"/>
              <a:ext cx="82440" cy="435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DFF6C80-E79C-6DC3-84A6-093FECC02B7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358486" y="2821263"/>
                <a:ext cx="1180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400E9F5-028D-7D7A-A750-F217F658DCF2}"/>
                  </a:ext>
                </a:extLst>
              </p14:cNvPr>
              <p14:cNvContentPartPr/>
              <p14:nvPr/>
            </p14:nvContentPartPr>
            <p14:xfrm>
              <a:off x="6088566" y="2994063"/>
              <a:ext cx="176400" cy="1328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400E9F5-028D-7D7A-A750-F217F658DCF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070566" y="2976423"/>
                <a:ext cx="21204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50B5211-D1E9-7B97-C261-0CF98BDEABE1}"/>
              </a:ext>
            </a:extLst>
          </p:cNvPr>
          <p:cNvGrpSpPr/>
          <p:nvPr/>
        </p:nvGrpSpPr>
        <p:grpSpPr>
          <a:xfrm>
            <a:off x="6601566" y="2729463"/>
            <a:ext cx="1969560" cy="353160"/>
            <a:chOff x="6601566" y="2729463"/>
            <a:chExt cx="19695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B8F411-B1BA-8E5E-6B8F-406C8969DD57}"/>
                    </a:ext>
                  </a:extLst>
                </p14:cNvPr>
                <p14:cNvContentPartPr/>
                <p14:nvPr/>
              </p14:nvContentPartPr>
              <p14:xfrm>
                <a:off x="6601566" y="2935743"/>
                <a:ext cx="212760" cy="13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B8F411-B1BA-8E5E-6B8F-406C8969DD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83566" y="2917743"/>
                  <a:ext cx="248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827ED45-A351-B1FC-F43C-322E866B6350}"/>
                    </a:ext>
                  </a:extLst>
                </p14:cNvPr>
                <p14:cNvContentPartPr/>
                <p14:nvPr/>
              </p14:nvContentPartPr>
              <p14:xfrm>
                <a:off x="6879486" y="2935743"/>
                <a:ext cx="191880" cy="146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827ED45-A351-B1FC-F43C-322E866B63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61486" y="2918103"/>
                  <a:ext cx="227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C448C9F-B170-D604-47B7-D8FA51D03292}"/>
                    </a:ext>
                  </a:extLst>
                </p14:cNvPr>
                <p14:cNvContentPartPr/>
                <p14:nvPr/>
              </p14:nvContentPartPr>
              <p14:xfrm>
                <a:off x="7134366" y="2729463"/>
                <a:ext cx="162360" cy="332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C448C9F-B170-D604-47B7-D8FA51D0329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16726" y="2711823"/>
                  <a:ext cx="198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9EF21B-B497-8A57-F449-1E29D23865C6}"/>
                    </a:ext>
                  </a:extLst>
                </p14:cNvPr>
                <p14:cNvContentPartPr/>
                <p14:nvPr/>
              </p14:nvContentPartPr>
              <p14:xfrm>
                <a:off x="7353966" y="2837103"/>
                <a:ext cx="1016640" cy="223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9EF21B-B497-8A57-F449-1E29D23865C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36326" y="2819103"/>
                  <a:ext cx="1052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81A69B-0B22-14AB-272B-EA864C4AA770}"/>
                    </a:ext>
                  </a:extLst>
                </p14:cNvPr>
                <p14:cNvContentPartPr/>
                <p14:nvPr/>
              </p14:nvContentPartPr>
              <p14:xfrm>
                <a:off x="8349726" y="2872743"/>
                <a:ext cx="221400" cy="159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81A69B-0B22-14AB-272B-EA864C4AA77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31726" y="2855103"/>
                  <a:ext cx="2570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056E8F6-D64B-08EB-A0CE-FA293D86128A}"/>
              </a:ext>
            </a:extLst>
          </p:cNvPr>
          <p:cNvGrpSpPr/>
          <p:nvPr/>
        </p:nvGrpSpPr>
        <p:grpSpPr>
          <a:xfrm>
            <a:off x="8969646" y="2880663"/>
            <a:ext cx="1068480" cy="251640"/>
            <a:chOff x="8969646" y="2880663"/>
            <a:chExt cx="106848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16F7AD1-1153-D9DA-77BA-F7FB6CEBDFE4}"/>
                    </a:ext>
                  </a:extLst>
                </p14:cNvPr>
                <p14:cNvContentPartPr/>
                <p14:nvPr/>
              </p14:nvContentPartPr>
              <p14:xfrm>
                <a:off x="8969646" y="2899743"/>
                <a:ext cx="210960" cy="132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16F7AD1-1153-D9DA-77BA-F7FB6CEBDFE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52006" y="2882103"/>
                  <a:ext cx="246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3CA20A6-976D-AA37-C52A-5AD1F062C2ED}"/>
                    </a:ext>
                  </a:extLst>
                </p14:cNvPr>
                <p14:cNvContentPartPr/>
                <p14:nvPr/>
              </p14:nvContentPartPr>
              <p14:xfrm>
                <a:off x="9249726" y="3011343"/>
                <a:ext cx="32040" cy="109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3CA20A6-976D-AA37-C52A-5AD1F062C2E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32086" y="2993343"/>
                  <a:ext cx="67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E194278-417D-881F-01BF-7DB5BD17BE37}"/>
                    </a:ext>
                  </a:extLst>
                </p14:cNvPr>
                <p14:cNvContentPartPr/>
                <p14:nvPr/>
              </p14:nvContentPartPr>
              <p14:xfrm>
                <a:off x="9458886" y="3056343"/>
                <a:ext cx="36720" cy="75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E194278-417D-881F-01BF-7DB5BD17BE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40886" y="3038703"/>
                  <a:ext cx="72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47988CC-6EAC-CFCA-F0AB-3787CFED6148}"/>
                    </a:ext>
                  </a:extLst>
                </p14:cNvPr>
                <p14:cNvContentPartPr/>
                <p14:nvPr/>
              </p14:nvContentPartPr>
              <p14:xfrm>
                <a:off x="9627006" y="2880663"/>
                <a:ext cx="259920" cy="160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47988CC-6EAC-CFCA-F0AB-3787CFED614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09366" y="2863023"/>
                  <a:ext cx="295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19F1039-54D7-7470-5184-E772F0046E0B}"/>
                    </a:ext>
                  </a:extLst>
                </p14:cNvPr>
                <p14:cNvContentPartPr/>
                <p14:nvPr/>
              </p14:nvContentPartPr>
              <p14:xfrm>
                <a:off x="9939486" y="2976423"/>
                <a:ext cx="98640" cy="122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19F1039-54D7-7470-5184-E772F0046E0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21486" y="2958783"/>
                  <a:ext cx="1342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DE47841-9703-F9F9-19C2-2C89876151BF}"/>
              </a:ext>
            </a:extLst>
          </p:cNvPr>
          <p:cNvGrpSpPr/>
          <p:nvPr/>
        </p:nvGrpSpPr>
        <p:grpSpPr>
          <a:xfrm>
            <a:off x="10285446" y="2975343"/>
            <a:ext cx="293040" cy="36360"/>
            <a:chOff x="10285446" y="2975343"/>
            <a:chExt cx="293040" cy="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50875D9-863F-83F1-5B2E-D2E8AED768C4}"/>
                    </a:ext>
                  </a:extLst>
                </p14:cNvPr>
                <p14:cNvContentPartPr/>
                <p14:nvPr/>
              </p14:nvContentPartPr>
              <p14:xfrm>
                <a:off x="10285446" y="2982543"/>
                <a:ext cx="66240" cy="29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50875D9-863F-83F1-5B2E-D2E8AED768C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67806" y="2964903"/>
                  <a:ext cx="101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3C45DB6-96A3-B06F-BB0F-23E755592065}"/>
                    </a:ext>
                  </a:extLst>
                </p14:cNvPr>
                <p14:cNvContentPartPr/>
                <p14:nvPr/>
              </p14:nvContentPartPr>
              <p14:xfrm>
                <a:off x="10527366" y="2975343"/>
                <a:ext cx="51120" cy="7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3C45DB6-96A3-B06F-BB0F-23E75559206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09366" y="2957343"/>
                  <a:ext cx="867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C7F776E-1761-C082-9053-FE2F34DCD1AD}"/>
              </a:ext>
            </a:extLst>
          </p:cNvPr>
          <p:cNvGrpSpPr/>
          <p:nvPr/>
        </p:nvGrpSpPr>
        <p:grpSpPr>
          <a:xfrm>
            <a:off x="10853166" y="2810103"/>
            <a:ext cx="710640" cy="250920"/>
            <a:chOff x="10853166" y="2810103"/>
            <a:chExt cx="71064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5ACFA7A-14C8-7D87-5F90-4404B989A962}"/>
                    </a:ext>
                  </a:extLst>
                </p14:cNvPr>
                <p14:cNvContentPartPr/>
                <p14:nvPr/>
              </p14:nvContentPartPr>
              <p14:xfrm>
                <a:off x="10853166" y="2945463"/>
                <a:ext cx="29520" cy="11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5ACFA7A-14C8-7D87-5F90-4404B989A96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35166" y="2927463"/>
                  <a:ext cx="65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7308FD5-FEE4-49AC-F5AB-42F2C6EEC9DB}"/>
                    </a:ext>
                  </a:extLst>
                </p14:cNvPr>
                <p14:cNvContentPartPr/>
                <p14:nvPr/>
              </p14:nvContentPartPr>
              <p14:xfrm>
                <a:off x="11087526" y="2810103"/>
                <a:ext cx="213480" cy="173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7308FD5-FEE4-49AC-F5AB-42F2C6EEC9D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69526" y="2792463"/>
                  <a:ext cx="249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A78FB0-15D8-0A5A-3D4D-7817A992D5C6}"/>
                    </a:ext>
                  </a:extLst>
                </p14:cNvPr>
                <p14:cNvContentPartPr/>
                <p14:nvPr/>
              </p14:nvContentPartPr>
              <p14:xfrm>
                <a:off x="11411526" y="2932143"/>
                <a:ext cx="152280" cy="12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A78FB0-15D8-0A5A-3D4D-7817A992D5C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393886" y="2914143"/>
                  <a:ext cx="18792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6A7CFDA-25E5-408F-EDD2-83B960416E79}"/>
                  </a:ext>
                </a:extLst>
              </p14:cNvPr>
              <p14:cNvContentPartPr/>
              <p14:nvPr/>
            </p14:nvContentPartPr>
            <p14:xfrm>
              <a:off x="11927766" y="3129063"/>
              <a:ext cx="26280" cy="140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6A7CFDA-25E5-408F-EDD2-83B960416E7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1910126" y="3111063"/>
                <a:ext cx="61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C848E73-063A-6FD1-5DDE-A42873AA4AD8}"/>
                  </a:ext>
                </a:extLst>
              </p14:cNvPr>
              <p14:cNvContentPartPr/>
              <p14:nvPr/>
            </p14:nvContentPartPr>
            <p14:xfrm>
              <a:off x="3876726" y="3669063"/>
              <a:ext cx="128520" cy="205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C848E73-063A-6FD1-5DDE-A42873AA4AD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859086" y="3651423"/>
                <a:ext cx="1641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F28F1AB-DA93-141B-875A-15A6DBAFC958}"/>
                  </a:ext>
                </a:extLst>
              </p14:cNvPr>
              <p14:cNvContentPartPr/>
              <p14:nvPr/>
            </p14:nvContentPartPr>
            <p14:xfrm>
              <a:off x="3860886" y="3763023"/>
              <a:ext cx="169920" cy="25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F28F1AB-DA93-141B-875A-15A6DBAFC95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842886" y="3745383"/>
                <a:ext cx="2055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F0C4E8B-A6D3-A961-EC61-64D096DE7333}"/>
              </a:ext>
            </a:extLst>
          </p:cNvPr>
          <p:cNvGrpSpPr/>
          <p:nvPr/>
        </p:nvGrpSpPr>
        <p:grpSpPr>
          <a:xfrm>
            <a:off x="2963406" y="3593463"/>
            <a:ext cx="569520" cy="327240"/>
            <a:chOff x="2963406" y="3593463"/>
            <a:chExt cx="56952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66743B9-789F-0250-8C80-27E09C552301}"/>
                    </a:ext>
                  </a:extLst>
                </p14:cNvPr>
                <p14:cNvContentPartPr/>
                <p14:nvPr/>
              </p14:nvContentPartPr>
              <p14:xfrm>
                <a:off x="2997606" y="3598863"/>
                <a:ext cx="76680" cy="321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66743B9-789F-0250-8C80-27E09C55230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79606" y="3581223"/>
                  <a:ext cx="1123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CAE3EB9-B1D1-AF85-EEF1-D28AA9A2D41F}"/>
                    </a:ext>
                  </a:extLst>
                </p14:cNvPr>
                <p14:cNvContentPartPr/>
                <p14:nvPr/>
              </p14:nvContentPartPr>
              <p14:xfrm>
                <a:off x="3048366" y="3593463"/>
                <a:ext cx="103680" cy="291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CAE3EB9-B1D1-AF85-EEF1-D28AA9A2D41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30726" y="3575823"/>
                  <a:ext cx="139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3124673-3AF3-2882-5A4A-CC5E7C793BF3}"/>
                    </a:ext>
                  </a:extLst>
                </p14:cNvPr>
                <p14:cNvContentPartPr/>
                <p14:nvPr/>
              </p14:nvContentPartPr>
              <p14:xfrm>
                <a:off x="2963406" y="3763023"/>
                <a:ext cx="132120" cy="29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3124673-3AF3-2882-5A4A-CC5E7C793BF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5406" y="3745383"/>
                  <a:ext cx="167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8B73D8F-BB71-5342-C78B-B0B77F0DE9E3}"/>
                    </a:ext>
                  </a:extLst>
                </p14:cNvPr>
                <p14:cNvContentPartPr/>
                <p14:nvPr/>
              </p14:nvContentPartPr>
              <p14:xfrm>
                <a:off x="3274086" y="3652503"/>
                <a:ext cx="146520" cy="139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8B73D8F-BB71-5342-C78B-B0B77F0DE9E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56086" y="3634863"/>
                  <a:ext cx="182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60C1295-63AA-753A-81F3-433C010A89B5}"/>
                    </a:ext>
                  </a:extLst>
                </p14:cNvPr>
                <p14:cNvContentPartPr/>
                <p14:nvPr/>
              </p14:nvContentPartPr>
              <p14:xfrm>
                <a:off x="3336006" y="3604983"/>
                <a:ext cx="184680" cy="273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60C1295-63AA-753A-81F3-433C010A89B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18366" y="3587343"/>
                  <a:ext cx="220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3C5AA1C-5CB0-0284-BD25-8F2C830767FD}"/>
                    </a:ext>
                  </a:extLst>
                </p14:cNvPr>
                <p14:cNvContentPartPr/>
                <p14:nvPr/>
              </p14:nvContentPartPr>
              <p14:xfrm>
                <a:off x="3352566" y="3729903"/>
                <a:ext cx="180360" cy="172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3C5AA1C-5CB0-0284-BD25-8F2C830767F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34566" y="3711903"/>
                  <a:ext cx="21600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08AC819-2F7F-CD23-674D-3E561278AB1C}"/>
                  </a:ext>
                </a:extLst>
              </p14:cNvPr>
              <p14:cNvContentPartPr/>
              <p14:nvPr/>
            </p14:nvContentPartPr>
            <p14:xfrm>
              <a:off x="4223766" y="3581583"/>
              <a:ext cx="340920" cy="3409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08AC819-2F7F-CD23-674D-3E561278AB1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205766" y="3563583"/>
                <a:ext cx="376560" cy="37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F477F77-DA54-AE86-399B-94AB43742DC5}"/>
              </a:ext>
            </a:extLst>
          </p:cNvPr>
          <p:cNvGrpSpPr/>
          <p:nvPr/>
        </p:nvGrpSpPr>
        <p:grpSpPr>
          <a:xfrm>
            <a:off x="495606" y="4150023"/>
            <a:ext cx="209160" cy="293040"/>
            <a:chOff x="495606" y="4150023"/>
            <a:chExt cx="2091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C46D78E-92B8-D04F-81EA-F674F3638C98}"/>
                    </a:ext>
                  </a:extLst>
                </p14:cNvPr>
                <p14:cNvContentPartPr/>
                <p14:nvPr/>
              </p14:nvContentPartPr>
              <p14:xfrm>
                <a:off x="495606" y="4160823"/>
                <a:ext cx="55440" cy="282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C46D78E-92B8-D04F-81EA-F674F3638C9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7606" y="4143183"/>
                  <a:ext cx="91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40E610-91FC-83A5-7F83-08DC7C89F64E}"/>
                    </a:ext>
                  </a:extLst>
                </p14:cNvPr>
                <p14:cNvContentPartPr/>
                <p14:nvPr/>
              </p14:nvContentPartPr>
              <p14:xfrm>
                <a:off x="546726" y="4150023"/>
                <a:ext cx="158040" cy="283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40E610-91FC-83A5-7F83-08DC7C89F64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9086" y="4132383"/>
                  <a:ext cx="1936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F223FD6-2082-7D45-298C-FAEE6F5FACD3}"/>
                    </a:ext>
                  </a:extLst>
                </p14:cNvPr>
                <p14:cNvContentPartPr/>
                <p14:nvPr/>
              </p14:nvContentPartPr>
              <p14:xfrm>
                <a:off x="532686" y="4294743"/>
                <a:ext cx="143640" cy="39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F223FD6-2082-7D45-298C-FAEE6F5FACD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5046" y="4277103"/>
                  <a:ext cx="1792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B3BDAC0-8D3D-1CAD-CE5A-88E0B9FFBA0B}"/>
                  </a:ext>
                </a:extLst>
              </p14:cNvPr>
              <p14:cNvContentPartPr/>
              <p14:nvPr/>
            </p14:nvContentPartPr>
            <p14:xfrm>
              <a:off x="907086" y="4229943"/>
              <a:ext cx="176400" cy="1555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B3BDAC0-8D3D-1CAD-CE5A-88E0B9FFBA0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89086" y="4212303"/>
                <a:ext cx="21204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9B4B660-E5BE-C4D0-9BFB-2358BEB77DF3}"/>
              </a:ext>
            </a:extLst>
          </p:cNvPr>
          <p:cNvGrpSpPr/>
          <p:nvPr/>
        </p:nvGrpSpPr>
        <p:grpSpPr>
          <a:xfrm>
            <a:off x="1483446" y="4117623"/>
            <a:ext cx="2106000" cy="870120"/>
            <a:chOff x="1483446" y="4117623"/>
            <a:chExt cx="2106000" cy="8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CA4012A-F70D-733D-983A-0D8E2C9CACC7}"/>
                    </a:ext>
                  </a:extLst>
                </p14:cNvPr>
                <p14:cNvContentPartPr/>
                <p14:nvPr/>
              </p14:nvContentPartPr>
              <p14:xfrm>
                <a:off x="1483446" y="4174143"/>
                <a:ext cx="129240" cy="317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CA4012A-F70D-733D-983A-0D8E2C9CACC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65806" y="4156503"/>
                  <a:ext cx="1648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B59E900-C14E-DB7F-DF97-E139FE17713D}"/>
                    </a:ext>
                  </a:extLst>
                </p14:cNvPr>
                <p14:cNvContentPartPr/>
                <p14:nvPr/>
              </p14:nvContentPartPr>
              <p14:xfrm>
                <a:off x="1666326" y="4331103"/>
                <a:ext cx="120600" cy="129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B59E900-C14E-DB7F-DF97-E139FE17713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648686" y="4313463"/>
                  <a:ext cx="156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7A28A01-268A-4D35-EC15-DA49FF340863}"/>
                    </a:ext>
                  </a:extLst>
                </p14:cNvPr>
                <p14:cNvContentPartPr/>
                <p14:nvPr/>
              </p14:nvContentPartPr>
              <p14:xfrm>
                <a:off x="1802046" y="4155063"/>
                <a:ext cx="463320" cy="832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7A28A01-268A-4D35-EC15-DA49FF34086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784046" y="4137063"/>
                  <a:ext cx="49896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97B7FBB-EC6E-C1BD-E6A2-E412C3350B94}"/>
                    </a:ext>
                  </a:extLst>
                </p14:cNvPr>
                <p14:cNvContentPartPr/>
                <p14:nvPr/>
              </p14:nvContentPartPr>
              <p14:xfrm>
                <a:off x="2344206" y="4317783"/>
                <a:ext cx="86400" cy="175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97B7FBB-EC6E-C1BD-E6A2-E412C3350B9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26566" y="4300143"/>
                  <a:ext cx="122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75E92E1-4778-9C13-A717-29695EB3E2A4}"/>
                    </a:ext>
                  </a:extLst>
                </p14:cNvPr>
                <p14:cNvContentPartPr/>
                <p14:nvPr/>
              </p14:nvContentPartPr>
              <p14:xfrm>
                <a:off x="2460846" y="4220223"/>
                <a:ext cx="18720" cy="2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75E92E1-4778-9C13-A717-29695EB3E2A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42846" y="4202583"/>
                  <a:ext cx="54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43A708C-7D65-6BF4-26B7-CEF3F2A64387}"/>
                    </a:ext>
                  </a:extLst>
                </p14:cNvPr>
                <p14:cNvContentPartPr/>
                <p14:nvPr/>
              </p14:nvContentPartPr>
              <p14:xfrm>
                <a:off x="2533566" y="4366383"/>
                <a:ext cx="145440" cy="158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43A708C-7D65-6BF4-26B7-CEF3F2A6438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515926" y="4348383"/>
                  <a:ext cx="181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DA5C11C-A54B-0CC0-1901-01370DB55318}"/>
                    </a:ext>
                  </a:extLst>
                </p14:cNvPr>
                <p14:cNvContentPartPr/>
                <p14:nvPr/>
              </p14:nvContentPartPr>
              <p14:xfrm>
                <a:off x="2721846" y="4359543"/>
                <a:ext cx="108360" cy="138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DA5C11C-A54B-0CC0-1901-01370DB5531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04206" y="4341543"/>
                  <a:ext cx="144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DE85DB7-7B9B-D60D-27D5-94A2F3448093}"/>
                    </a:ext>
                  </a:extLst>
                </p14:cNvPr>
                <p14:cNvContentPartPr/>
                <p14:nvPr/>
              </p14:nvContentPartPr>
              <p14:xfrm>
                <a:off x="2818326" y="4193583"/>
                <a:ext cx="42480" cy="31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DE85DB7-7B9B-D60D-27D5-94A2F344809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00686" y="4175583"/>
                  <a:ext cx="7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F399566-3045-A1D8-BD43-23B47AC17155}"/>
                    </a:ext>
                  </a:extLst>
                </p14:cNvPr>
                <p14:cNvContentPartPr/>
                <p14:nvPr/>
              </p14:nvContentPartPr>
              <p14:xfrm>
                <a:off x="2913366" y="4117623"/>
                <a:ext cx="622440" cy="381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F399566-3045-A1D8-BD43-23B47AC1715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895726" y="4099983"/>
                  <a:ext cx="6580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7864C1F-88CE-8377-EABA-C31CB2E20647}"/>
                    </a:ext>
                  </a:extLst>
                </p14:cNvPr>
                <p14:cNvContentPartPr/>
                <p14:nvPr/>
              </p14:nvContentPartPr>
              <p14:xfrm>
                <a:off x="3374886" y="4225263"/>
                <a:ext cx="214560" cy="18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7864C1F-88CE-8377-EABA-C31CB2E2064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57246" y="4207263"/>
                  <a:ext cx="2502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474372E-DE0D-9078-7568-61198253BF55}"/>
              </a:ext>
            </a:extLst>
          </p:cNvPr>
          <p:cNvGrpSpPr/>
          <p:nvPr/>
        </p:nvGrpSpPr>
        <p:grpSpPr>
          <a:xfrm>
            <a:off x="3948006" y="4112223"/>
            <a:ext cx="1437840" cy="380880"/>
            <a:chOff x="3948006" y="4112223"/>
            <a:chExt cx="143784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E02E619-130C-8528-218D-370B6A0669F3}"/>
                    </a:ext>
                  </a:extLst>
                </p14:cNvPr>
                <p14:cNvContentPartPr/>
                <p14:nvPr/>
              </p14:nvContentPartPr>
              <p14:xfrm>
                <a:off x="3948006" y="4341183"/>
                <a:ext cx="349560" cy="128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E02E619-130C-8528-218D-370B6A0669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30366" y="4323183"/>
                  <a:ext cx="385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D533994-9D36-97D5-40FE-F01954E31A15}"/>
                    </a:ext>
                  </a:extLst>
                </p14:cNvPr>
                <p14:cNvContentPartPr/>
                <p14:nvPr/>
              </p14:nvContentPartPr>
              <p14:xfrm>
                <a:off x="4354446" y="4135983"/>
                <a:ext cx="306720" cy="357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D533994-9D36-97D5-40FE-F01954E31A1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336806" y="4118343"/>
                  <a:ext cx="3423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A8D966C-4BD7-2600-BD15-3B7755D38DBA}"/>
                    </a:ext>
                  </a:extLst>
                </p14:cNvPr>
                <p14:cNvContentPartPr/>
                <p14:nvPr/>
              </p14:nvContentPartPr>
              <p14:xfrm>
                <a:off x="4520766" y="4233543"/>
                <a:ext cx="493920" cy="151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A8D966C-4BD7-2600-BD15-3B7755D38DB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03126" y="4215543"/>
                  <a:ext cx="52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E1CE203-A6C3-CC60-4C11-A34F4EC2CBA5}"/>
                    </a:ext>
                  </a:extLst>
                </p14:cNvPr>
                <p14:cNvContentPartPr/>
                <p14:nvPr/>
              </p14:nvContentPartPr>
              <p14:xfrm>
                <a:off x="4983726" y="4112223"/>
                <a:ext cx="29520" cy="4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E1CE203-A6C3-CC60-4C11-A34F4EC2CB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66086" y="4094583"/>
                  <a:ext cx="65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4703DE4-B3A8-5274-F93F-B1AED21C4497}"/>
                    </a:ext>
                  </a:extLst>
                </p14:cNvPr>
                <p14:cNvContentPartPr/>
                <p14:nvPr/>
              </p14:nvContentPartPr>
              <p14:xfrm>
                <a:off x="5078046" y="4258383"/>
                <a:ext cx="307800" cy="176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4703DE4-B3A8-5274-F93F-B1AED21C449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060046" y="4240383"/>
                  <a:ext cx="34344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A01610B-6EFB-43D8-9E3B-A8D0B9D93EE7}"/>
                  </a:ext>
                </a:extLst>
              </p14:cNvPr>
              <p14:cNvContentPartPr/>
              <p14:nvPr/>
            </p14:nvContentPartPr>
            <p14:xfrm>
              <a:off x="5765646" y="4450263"/>
              <a:ext cx="28800" cy="3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A01610B-6EFB-43D8-9E3B-A8D0B9D93EE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5747646" y="4432623"/>
                <a:ext cx="6444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56B30F0-6FBC-32DC-C93C-C2967B81B71A}"/>
              </a:ext>
            </a:extLst>
          </p:cNvPr>
          <p:cNvGrpSpPr/>
          <p:nvPr/>
        </p:nvGrpSpPr>
        <p:grpSpPr>
          <a:xfrm>
            <a:off x="391926" y="4834383"/>
            <a:ext cx="535320" cy="296280"/>
            <a:chOff x="391926" y="4834383"/>
            <a:chExt cx="53532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38D24ED-58FF-5DED-9AFF-B4C753F39460}"/>
                    </a:ext>
                  </a:extLst>
                </p14:cNvPr>
                <p14:cNvContentPartPr/>
                <p14:nvPr/>
              </p14:nvContentPartPr>
              <p14:xfrm>
                <a:off x="391926" y="4834383"/>
                <a:ext cx="204840" cy="183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38D24ED-58FF-5DED-9AFF-B4C753F3946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3926" y="4816383"/>
                  <a:ext cx="240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3C035F6-C86D-A303-1181-CC64BDA267E8}"/>
                    </a:ext>
                  </a:extLst>
                </p14:cNvPr>
                <p14:cNvContentPartPr/>
                <p14:nvPr/>
              </p14:nvContentPartPr>
              <p14:xfrm>
                <a:off x="440526" y="4839783"/>
                <a:ext cx="174960" cy="223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3C035F6-C86D-A303-1181-CC64BDA267E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2886" y="4821783"/>
                  <a:ext cx="210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D4DC460-B0AB-8E08-0B02-E383FD0BF93E}"/>
                    </a:ext>
                  </a:extLst>
                </p14:cNvPr>
                <p14:cNvContentPartPr/>
                <p14:nvPr/>
              </p14:nvContentPartPr>
              <p14:xfrm>
                <a:off x="699366" y="4915023"/>
                <a:ext cx="227880" cy="215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D4DC460-B0AB-8E08-0B02-E383FD0BF93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1726" y="4897023"/>
                  <a:ext cx="2635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6F0BF98-2B39-58AB-2FDC-8E92C68D76B2}"/>
              </a:ext>
            </a:extLst>
          </p:cNvPr>
          <p:cNvGrpSpPr/>
          <p:nvPr/>
        </p:nvGrpSpPr>
        <p:grpSpPr>
          <a:xfrm>
            <a:off x="1478406" y="4906383"/>
            <a:ext cx="1167120" cy="277920"/>
            <a:chOff x="1478406" y="4906383"/>
            <a:chExt cx="116712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BB3517C-8F61-9E06-1423-815DF8507A14}"/>
                    </a:ext>
                  </a:extLst>
                </p14:cNvPr>
                <p14:cNvContentPartPr/>
                <p14:nvPr/>
              </p14:nvContentPartPr>
              <p14:xfrm>
                <a:off x="1478406" y="4906383"/>
                <a:ext cx="653760" cy="262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BB3517C-8F61-9E06-1423-815DF8507A1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60406" y="4888383"/>
                  <a:ext cx="68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0AACFD2-ADE2-5C54-F0C5-C4A7957F00BE}"/>
                    </a:ext>
                  </a:extLst>
                </p14:cNvPr>
                <p14:cNvContentPartPr/>
                <p14:nvPr/>
              </p14:nvContentPartPr>
              <p14:xfrm>
                <a:off x="2193366" y="5077743"/>
                <a:ext cx="240120" cy="91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0AACFD2-ADE2-5C54-F0C5-C4A7957F00B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75726" y="5059743"/>
                  <a:ext cx="275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E2E1E45-6AE8-D167-7934-5A2B1A5DB2C4}"/>
                    </a:ext>
                  </a:extLst>
                </p14:cNvPr>
                <p14:cNvContentPartPr/>
                <p14:nvPr/>
              </p14:nvContentPartPr>
              <p14:xfrm>
                <a:off x="2494326" y="5063343"/>
                <a:ext cx="151200" cy="120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E2E1E45-6AE8-D167-7934-5A2B1A5DB2C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476326" y="5045343"/>
                  <a:ext cx="18684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007C53C3-13A2-4304-8610-BB4188CEDAA9}"/>
              </a:ext>
            </a:extLst>
          </p:cNvPr>
          <p:cNvGrpSpPr/>
          <p:nvPr/>
        </p:nvGrpSpPr>
        <p:grpSpPr>
          <a:xfrm>
            <a:off x="2933886" y="4839423"/>
            <a:ext cx="1376280" cy="372240"/>
            <a:chOff x="2933886" y="4839423"/>
            <a:chExt cx="137628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C55E35E-54E7-266E-DBE8-7BD11698BC8F}"/>
                    </a:ext>
                  </a:extLst>
                </p14:cNvPr>
                <p14:cNvContentPartPr/>
                <p14:nvPr/>
              </p14:nvContentPartPr>
              <p14:xfrm>
                <a:off x="2933886" y="5065863"/>
                <a:ext cx="418680" cy="145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C55E35E-54E7-266E-DBE8-7BD11698BC8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916246" y="5047863"/>
                  <a:ext cx="454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6A22B6A-FE9B-D900-FBE6-E5AF7AAFA240}"/>
                    </a:ext>
                  </a:extLst>
                </p14:cNvPr>
                <p14:cNvContentPartPr/>
                <p14:nvPr/>
              </p14:nvContentPartPr>
              <p14:xfrm>
                <a:off x="3409086" y="4839423"/>
                <a:ext cx="603000" cy="360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6A22B6A-FE9B-D900-FBE6-E5AF7AAFA24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91086" y="4821783"/>
                  <a:ext cx="638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F64480-628F-C6C8-B4CA-D68C382494AD}"/>
                    </a:ext>
                  </a:extLst>
                </p14:cNvPr>
                <p14:cNvContentPartPr/>
                <p14:nvPr/>
              </p14:nvContentPartPr>
              <p14:xfrm>
                <a:off x="4073646" y="5023383"/>
                <a:ext cx="236520" cy="149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F64480-628F-C6C8-B4CA-D68C382494A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6006" y="5005743"/>
                  <a:ext cx="272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CE3635A-F129-B1E7-1CBB-3C3F9277E32A}"/>
                    </a:ext>
                  </a:extLst>
                </p14:cNvPr>
                <p14:cNvContentPartPr/>
                <p14:nvPr/>
              </p14:nvContentPartPr>
              <p14:xfrm>
                <a:off x="3939006" y="4844103"/>
                <a:ext cx="91800" cy="33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CE3635A-F129-B1E7-1CBB-3C3F9277E32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921006" y="4826463"/>
                  <a:ext cx="127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580C0C7-1671-54A1-165F-3030A28D1851}"/>
                    </a:ext>
                  </a:extLst>
                </p14:cNvPr>
                <p14:cNvContentPartPr/>
                <p14:nvPr/>
              </p14:nvContentPartPr>
              <p14:xfrm>
                <a:off x="3471726" y="4878663"/>
                <a:ext cx="325080" cy="33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580C0C7-1671-54A1-165F-3030A28D185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454086" y="4861023"/>
                  <a:ext cx="36072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296083F-98B7-3D56-FC10-AB38FFDE4867}"/>
                  </a:ext>
                </a:extLst>
              </p14:cNvPr>
              <p14:cNvContentPartPr/>
              <p14:nvPr/>
            </p14:nvContentPartPr>
            <p14:xfrm>
              <a:off x="4615086" y="4766343"/>
              <a:ext cx="291240" cy="9000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296083F-98B7-3D56-FC10-AB38FFDE4867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597086" y="4748343"/>
                <a:ext cx="326880" cy="9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D5CCB35-2F12-9B04-C6AF-5DA1592E1C67}"/>
              </a:ext>
            </a:extLst>
          </p:cNvPr>
          <p:cNvGrpSpPr/>
          <p:nvPr/>
        </p:nvGrpSpPr>
        <p:grpSpPr>
          <a:xfrm>
            <a:off x="342966" y="5458623"/>
            <a:ext cx="666720" cy="286920"/>
            <a:chOff x="342966" y="5458623"/>
            <a:chExt cx="66672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DED3ECA-F491-6417-2DB9-71007E39D0D4}"/>
                    </a:ext>
                  </a:extLst>
                </p14:cNvPr>
                <p14:cNvContentPartPr/>
                <p14:nvPr/>
              </p14:nvContentPartPr>
              <p14:xfrm>
                <a:off x="342966" y="5458623"/>
                <a:ext cx="230760" cy="286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DED3ECA-F491-6417-2DB9-71007E39D0D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24966" y="5440983"/>
                  <a:ext cx="2664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DD049A6-B5CA-5225-2637-6473D12FD545}"/>
                    </a:ext>
                  </a:extLst>
                </p14:cNvPr>
                <p14:cNvContentPartPr/>
                <p14:nvPr/>
              </p14:nvContentPartPr>
              <p14:xfrm>
                <a:off x="799086" y="5555463"/>
                <a:ext cx="210600" cy="164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DD049A6-B5CA-5225-2637-6473D12FD54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81086" y="5537823"/>
                  <a:ext cx="24624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15B9FB5-F15E-9EEE-B851-9AF2DF36F3A5}"/>
              </a:ext>
            </a:extLst>
          </p:cNvPr>
          <p:cNvGrpSpPr/>
          <p:nvPr/>
        </p:nvGrpSpPr>
        <p:grpSpPr>
          <a:xfrm>
            <a:off x="1356726" y="5429823"/>
            <a:ext cx="2749680" cy="484200"/>
            <a:chOff x="1356726" y="5429823"/>
            <a:chExt cx="2749680" cy="4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BE41161-5E38-3399-57E5-C806F8611D6F}"/>
                    </a:ext>
                  </a:extLst>
                </p14:cNvPr>
                <p14:cNvContentPartPr/>
                <p14:nvPr/>
              </p14:nvContentPartPr>
              <p14:xfrm>
                <a:off x="1356726" y="5541063"/>
                <a:ext cx="22320" cy="248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BE41161-5E38-3399-57E5-C806F8611D6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339086" y="5523423"/>
                  <a:ext cx="57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304B2FB-AE1A-D936-1B23-6BB3D915F021}"/>
                    </a:ext>
                  </a:extLst>
                </p14:cNvPr>
                <p14:cNvContentPartPr/>
                <p14:nvPr/>
              </p14:nvContentPartPr>
              <p14:xfrm>
                <a:off x="1392006" y="5532423"/>
                <a:ext cx="170640" cy="231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304B2FB-AE1A-D936-1B23-6BB3D915F02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374366" y="5514783"/>
                  <a:ext cx="206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E80C474-1312-4258-A3B0-DE6E603107EF}"/>
                    </a:ext>
                  </a:extLst>
                </p14:cNvPr>
                <p14:cNvContentPartPr/>
                <p14:nvPr/>
              </p14:nvContentPartPr>
              <p14:xfrm>
                <a:off x="1586406" y="5512263"/>
                <a:ext cx="21960" cy="238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E80C474-1312-4258-A3B0-DE6E603107E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68766" y="5494623"/>
                  <a:ext cx="57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9D487D4-1460-AC56-28B7-FD9D5706A2E1}"/>
                    </a:ext>
                  </a:extLst>
                </p14:cNvPr>
                <p14:cNvContentPartPr/>
                <p14:nvPr/>
              </p14:nvContentPartPr>
              <p14:xfrm>
                <a:off x="1724646" y="5463663"/>
                <a:ext cx="648000" cy="370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9D487D4-1460-AC56-28B7-FD9D5706A2E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706646" y="5446023"/>
                  <a:ext cx="6836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4FF9792-A39E-5C13-CB37-48E9077DE2B3}"/>
                    </a:ext>
                  </a:extLst>
                </p14:cNvPr>
                <p14:cNvContentPartPr/>
                <p14:nvPr/>
              </p14:nvContentPartPr>
              <p14:xfrm>
                <a:off x="2622126" y="5686143"/>
                <a:ext cx="382320" cy="192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4FF9792-A39E-5C13-CB37-48E9077DE2B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604126" y="5668143"/>
                  <a:ext cx="417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05E9D24-5729-EE5A-6A93-8074ACEF9B56}"/>
                    </a:ext>
                  </a:extLst>
                </p14:cNvPr>
                <p14:cNvContentPartPr/>
                <p14:nvPr/>
              </p14:nvContentPartPr>
              <p14:xfrm>
                <a:off x="3030366" y="5429823"/>
                <a:ext cx="751680" cy="4842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05E9D24-5729-EE5A-6A93-8074ACEF9B5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012366" y="5412183"/>
                  <a:ext cx="7873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E26ECA3-8597-F63D-0614-38C0A1FA978B}"/>
                    </a:ext>
                  </a:extLst>
                </p14:cNvPr>
                <p14:cNvContentPartPr/>
                <p14:nvPr/>
              </p14:nvContentPartPr>
              <p14:xfrm>
                <a:off x="3868086" y="5721783"/>
                <a:ext cx="238320" cy="141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E26ECA3-8597-F63D-0614-38C0A1FA97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850446" y="5703783"/>
                  <a:ext cx="273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BF286C3-3537-C3BC-52BD-980C2DDCDAC8}"/>
                    </a:ext>
                  </a:extLst>
                </p14:cNvPr>
                <p14:cNvContentPartPr/>
                <p14:nvPr/>
              </p14:nvContentPartPr>
              <p14:xfrm>
                <a:off x="3734526" y="5509383"/>
                <a:ext cx="91440" cy="442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BF286C3-3537-C3BC-52BD-980C2DDCDAC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716526" y="5491383"/>
                  <a:ext cx="127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5CCEF76-B524-D2BE-774B-3CDCC3BC13BE}"/>
                    </a:ext>
                  </a:extLst>
                </p14:cNvPr>
                <p14:cNvContentPartPr/>
                <p14:nvPr/>
              </p14:nvContentPartPr>
              <p14:xfrm>
                <a:off x="3127206" y="5498943"/>
                <a:ext cx="322560" cy="82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5CCEF76-B524-D2BE-774B-3CDCC3BC13B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09206" y="5480943"/>
                  <a:ext cx="3582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9EA92BD-E159-E075-F8D9-1A05B0A8F644}"/>
              </a:ext>
            </a:extLst>
          </p:cNvPr>
          <p:cNvGrpSpPr/>
          <p:nvPr/>
        </p:nvGrpSpPr>
        <p:grpSpPr>
          <a:xfrm>
            <a:off x="4543086" y="5717823"/>
            <a:ext cx="1672560" cy="272880"/>
            <a:chOff x="4543086" y="5717823"/>
            <a:chExt cx="16725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7019F70-C4E7-BFE9-0329-D4E4777444DE}"/>
                    </a:ext>
                  </a:extLst>
                </p14:cNvPr>
                <p14:cNvContentPartPr/>
                <p14:nvPr/>
              </p14:nvContentPartPr>
              <p14:xfrm>
                <a:off x="4543086" y="5772543"/>
                <a:ext cx="439920" cy="151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7019F70-C4E7-BFE9-0329-D4E4777444D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525446" y="5754543"/>
                  <a:ext cx="475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F5ED473-D92F-2B25-8AF7-B75043034A28}"/>
                    </a:ext>
                  </a:extLst>
                </p14:cNvPr>
                <p14:cNvContentPartPr/>
                <p14:nvPr/>
              </p14:nvContentPartPr>
              <p14:xfrm>
                <a:off x="5277486" y="5717823"/>
                <a:ext cx="938160" cy="272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F5ED473-D92F-2B25-8AF7-B75043034A2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59846" y="5700183"/>
                  <a:ext cx="97380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A6A1700-8EE0-BBC5-0861-95C768275B20}"/>
              </a:ext>
            </a:extLst>
          </p:cNvPr>
          <p:cNvGrpSpPr/>
          <p:nvPr/>
        </p:nvGrpSpPr>
        <p:grpSpPr>
          <a:xfrm>
            <a:off x="6549366" y="5505423"/>
            <a:ext cx="1430280" cy="504000"/>
            <a:chOff x="6549366" y="5505423"/>
            <a:chExt cx="143028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32B0739-A97B-0D4A-CE60-317E94F553BF}"/>
                    </a:ext>
                  </a:extLst>
                </p14:cNvPr>
                <p14:cNvContentPartPr/>
                <p14:nvPr/>
              </p14:nvContentPartPr>
              <p14:xfrm>
                <a:off x="6549366" y="5629623"/>
                <a:ext cx="1068480" cy="379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32B0739-A97B-0D4A-CE60-317E94F553B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531366" y="5611623"/>
                  <a:ext cx="11041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C15044C-6CDF-E41A-8CCF-21043BEF5047}"/>
                    </a:ext>
                  </a:extLst>
                </p14:cNvPr>
                <p14:cNvContentPartPr/>
                <p14:nvPr/>
              </p14:nvContentPartPr>
              <p14:xfrm>
                <a:off x="7790646" y="5813943"/>
                <a:ext cx="189000" cy="136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C15044C-6CDF-E41A-8CCF-21043BEF504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772646" y="5795943"/>
                  <a:ext cx="224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3D08009-E073-59FB-4A17-564B1C213281}"/>
                    </a:ext>
                  </a:extLst>
                </p14:cNvPr>
                <p14:cNvContentPartPr/>
                <p14:nvPr/>
              </p14:nvContentPartPr>
              <p14:xfrm>
                <a:off x="7715766" y="5505423"/>
                <a:ext cx="128160" cy="45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3D08009-E073-59FB-4A17-564B1C21328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698126" y="5487423"/>
                  <a:ext cx="16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5CBA1BB-78F3-8AE1-C3CA-3EFC8010355B}"/>
                    </a:ext>
                  </a:extLst>
                </p14:cNvPr>
                <p14:cNvContentPartPr/>
                <p14:nvPr/>
              </p14:nvContentPartPr>
              <p14:xfrm>
                <a:off x="7002606" y="5803863"/>
                <a:ext cx="62640" cy="18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5CBA1BB-78F3-8AE1-C3CA-3EFC8010355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984966" y="5786223"/>
                  <a:ext cx="982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15E33F-9937-1462-29C8-03D007198669}"/>
              </a:ext>
            </a:extLst>
          </p:cNvPr>
          <p:cNvGrpSpPr/>
          <p:nvPr/>
        </p:nvGrpSpPr>
        <p:grpSpPr>
          <a:xfrm>
            <a:off x="5114406" y="4773622"/>
            <a:ext cx="2117160" cy="473400"/>
            <a:chOff x="5114406" y="4773622"/>
            <a:chExt cx="21171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6B9BD1-23B1-4FE6-ADF3-CC630E211E08}"/>
                    </a:ext>
                  </a:extLst>
                </p14:cNvPr>
                <p14:cNvContentPartPr/>
                <p14:nvPr/>
              </p14:nvContentPartPr>
              <p14:xfrm>
                <a:off x="5114406" y="4773622"/>
                <a:ext cx="698040" cy="423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6B9BD1-23B1-4FE6-ADF3-CC630E211E0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96406" y="4755982"/>
                  <a:ext cx="7336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5CF163-12B1-1B56-40A6-169BE4F4B913}"/>
                    </a:ext>
                  </a:extLst>
                </p14:cNvPr>
                <p14:cNvContentPartPr/>
                <p14:nvPr/>
              </p14:nvContentPartPr>
              <p14:xfrm>
                <a:off x="5794086" y="4989982"/>
                <a:ext cx="1437480" cy="257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5CF163-12B1-1B56-40A6-169BE4F4B91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76086" y="4971982"/>
                  <a:ext cx="1473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630435-11EE-CED5-1C0A-24BCA6338379}"/>
                    </a:ext>
                  </a:extLst>
                </p14:cNvPr>
                <p14:cNvContentPartPr/>
                <p14:nvPr/>
              </p14:nvContentPartPr>
              <p14:xfrm>
                <a:off x="6994686" y="4973782"/>
                <a:ext cx="235080" cy="199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630435-11EE-CED5-1C0A-24BCA633837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976686" y="4955782"/>
                  <a:ext cx="27072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7B36E67-9EA7-8045-6C22-CCFF8AF4F1FB}"/>
                  </a:ext>
                </a:extLst>
              </p14:cNvPr>
              <p14:cNvContentPartPr/>
              <p14:nvPr/>
            </p14:nvContentPartPr>
            <p14:xfrm>
              <a:off x="348006" y="5465542"/>
              <a:ext cx="218160" cy="252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7B36E67-9EA7-8045-6C22-CCFF8AF4F1FB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330006" y="5447542"/>
                <a:ext cx="25380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F1881E8-88CB-4CD9-B5B4-BD987A5D58EA}"/>
              </a:ext>
            </a:extLst>
          </p:cNvPr>
          <p:cNvGrpSpPr/>
          <p:nvPr/>
        </p:nvGrpSpPr>
        <p:grpSpPr>
          <a:xfrm>
            <a:off x="440526" y="5529622"/>
            <a:ext cx="713520" cy="981720"/>
            <a:chOff x="440526" y="5529622"/>
            <a:chExt cx="71352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F9A5196-9932-7ECD-ED10-4E6630CB00A4}"/>
                    </a:ext>
                  </a:extLst>
                </p14:cNvPr>
                <p14:cNvContentPartPr/>
                <p14:nvPr/>
              </p14:nvContentPartPr>
              <p14:xfrm>
                <a:off x="440526" y="5529622"/>
                <a:ext cx="251280" cy="57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F9A5196-9932-7ECD-ED10-4E6630CB00A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2886" y="5511982"/>
                  <a:ext cx="2869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DF91D04-0194-F2E7-F35D-B7D1B23CFF96}"/>
                    </a:ext>
                  </a:extLst>
                </p14:cNvPr>
                <p14:cNvContentPartPr/>
                <p14:nvPr/>
              </p14:nvContentPartPr>
              <p14:xfrm>
                <a:off x="524406" y="5957662"/>
                <a:ext cx="252720" cy="315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DF91D04-0194-F2E7-F35D-B7D1B23CFF9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06766" y="5940022"/>
                  <a:ext cx="288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B8A4DAA-D75D-6853-CD5E-69B1C46163A5}"/>
                    </a:ext>
                  </a:extLst>
                </p14:cNvPr>
                <p14:cNvContentPartPr/>
                <p14:nvPr/>
              </p14:nvContentPartPr>
              <p14:xfrm>
                <a:off x="773166" y="5959822"/>
                <a:ext cx="180360" cy="551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B8A4DAA-D75D-6853-CD5E-69B1C46163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5166" y="5941822"/>
                  <a:ext cx="21600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0475692-C6A3-F3C9-F89F-21DB28E182D1}"/>
                    </a:ext>
                  </a:extLst>
                </p14:cNvPr>
                <p14:cNvContentPartPr/>
                <p14:nvPr/>
              </p14:nvContentPartPr>
              <p14:xfrm>
                <a:off x="972246" y="6077182"/>
                <a:ext cx="181800" cy="375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0475692-C6A3-F3C9-F89F-21DB28E182D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54606" y="6059182"/>
                  <a:ext cx="21744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3242E9E-4E3D-44FE-3ED3-B6512DAEC396}"/>
                  </a:ext>
                </a:extLst>
              </p14:cNvPr>
              <p14:cNvContentPartPr/>
              <p14:nvPr/>
            </p14:nvContentPartPr>
            <p14:xfrm>
              <a:off x="8727006" y="159862"/>
              <a:ext cx="312480" cy="5090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3242E9E-4E3D-44FE-3ED3-B6512DAEC39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709366" y="141862"/>
                <a:ext cx="348120" cy="54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5B2DFB6-FF13-DF51-6605-EF4786D318D2}"/>
              </a:ext>
            </a:extLst>
          </p:cNvPr>
          <p:cNvGrpSpPr/>
          <p:nvPr/>
        </p:nvGrpSpPr>
        <p:grpSpPr>
          <a:xfrm>
            <a:off x="9009966" y="180382"/>
            <a:ext cx="3115440" cy="788040"/>
            <a:chOff x="9009966" y="180382"/>
            <a:chExt cx="3115440" cy="7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521A439-9D86-738F-3728-0D829DD8FD66}"/>
                    </a:ext>
                  </a:extLst>
                </p14:cNvPr>
                <p14:cNvContentPartPr/>
                <p14:nvPr/>
              </p14:nvContentPartPr>
              <p14:xfrm>
                <a:off x="9009966" y="369742"/>
                <a:ext cx="1593720" cy="536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521A439-9D86-738F-3728-0D829DD8FD6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992326" y="351742"/>
                  <a:ext cx="162936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3F2F55-E73A-1C05-225B-9EA91391E027}"/>
                    </a:ext>
                  </a:extLst>
                </p14:cNvPr>
                <p14:cNvContentPartPr/>
                <p14:nvPr/>
              </p14:nvContentPartPr>
              <p14:xfrm>
                <a:off x="10758486" y="217822"/>
                <a:ext cx="247680" cy="399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3F2F55-E73A-1C05-225B-9EA91391E0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740486" y="200182"/>
                  <a:ext cx="2833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3265AEB-47ED-F8A3-7E81-2FD74EC6EEB0}"/>
                    </a:ext>
                  </a:extLst>
                </p14:cNvPr>
                <p14:cNvContentPartPr/>
                <p14:nvPr/>
              </p14:nvContentPartPr>
              <p14:xfrm>
                <a:off x="10955406" y="415462"/>
                <a:ext cx="213840" cy="552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3265AEB-47ED-F8A3-7E81-2FD74EC6EEB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937766" y="397462"/>
                  <a:ext cx="2494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CC4E239-091E-BC45-E28D-9408E2028412}"/>
                    </a:ext>
                  </a:extLst>
                </p14:cNvPr>
                <p14:cNvContentPartPr/>
                <p14:nvPr/>
              </p14:nvContentPartPr>
              <p14:xfrm>
                <a:off x="11238726" y="412222"/>
                <a:ext cx="136080" cy="157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CC4E239-091E-BC45-E28D-9408E202841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220726" y="394582"/>
                  <a:ext cx="171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1AAAB4E-FB6B-BC14-C2F9-757BAA78B6B6}"/>
                    </a:ext>
                  </a:extLst>
                </p14:cNvPr>
                <p14:cNvContentPartPr/>
                <p14:nvPr/>
              </p14:nvContentPartPr>
              <p14:xfrm>
                <a:off x="11410806" y="180382"/>
                <a:ext cx="714600" cy="4122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1AAAB4E-FB6B-BC14-C2F9-757BAA78B6B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393166" y="162742"/>
                  <a:ext cx="7502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69FE6E1-86E4-C070-24B7-1DCCFF1C5CF4}"/>
                    </a:ext>
                  </a:extLst>
                </p14:cNvPr>
                <p14:cNvContentPartPr/>
                <p14:nvPr/>
              </p14:nvContentPartPr>
              <p14:xfrm>
                <a:off x="11756406" y="249142"/>
                <a:ext cx="42480" cy="37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69FE6E1-86E4-C070-24B7-1DCCFF1C5CF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738766" y="231502"/>
                  <a:ext cx="78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4CA4D27-2D23-2F41-4071-AEAB92456FCC}"/>
                    </a:ext>
                  </a:extLst>
                </p14:cNvPr>
                <p14:cNvContentPartPr/>
                <p14:nvPr/>
              </p14:nvContentPartPr>
              <p14:xfrm>
                <a:off x="11507646" y="270742"/>
                <a:ext cx="141480" cy="13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4CA4D27-2D23-2F41-4071-AEAB92456FC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490006" y="253102"/>
                  <a:ext cx="177120" cy="4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153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118F747-D031-9816-74DB-DEC15BC7C25E}"/>
              </a:ext>
            </a:extLst>
          </p:cNvPr>
          <p:cNvGrpSpPr/>
          <p:nvPr/>
        </p:nvGrpSpPr>
        <p:grpSpPr>
          <a:xfrm>
            <a:off x="633486" y="200463"/>
            <a:ext cx="2018880" cy="1080720"/>
            <a:chOff x="633486" y="200463"/>
            <a:chExt cx="2018880" cy="10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36D0C5-7B11-55F2-6F4D-98D36371BE08}"/>
                    </a:ext>
                  </a:extLst>
                </p14:cNvPr>
                <p14:cNvContentPartPr/>
                <p14:nvPr/>
              </p14:nvContentPartPr>
              <p14:xfrm>
                <a:off x="633486" y="421863"/>
                <a:ext cx="84240" cy="31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36D0C5-7B11-55F2-6F4D-98D36371BE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5846" y="404223"/>
                  <a:ext cx="119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AC473F7-1B07-B40C-C5B6-913DEB5523BE}"/>
                    </a:ext>
                  </a:extLst>
                </p14:cNvPr>
                <p14:cNvContentPartPr/>
                <p14:nvPr/>
              </p14:nvContentPartPr>
              <p14:xfrm>
                <a:off x="671286" y="383703"/>
                <a:ext cx="187560" cy="33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AC473F7-1B07-B40C-C5B6-913DEB5523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3646" y="366063"/>
                  <a:ext cx="2232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A01F8E-54A4-4912-F5B1-393F6AFAA62A}"/>
                    </a:ext>
                  </a:extLst>
                </p14:cNvPr>
                <p14:cNvContentPartPr/>
                <p14:nvPr/>
              </p14:nvContentPartPr>
              <p14:xfrm>
                <a:off x="668046" y="620943"/>
                <a:ext cx="101880" cy="3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A01F8E-54A4-4912-F5B1-393F6AFAA6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046" y="602943"/>
                  <a:ext cx="137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0DDF7C-AD5D-3F5B-DC48-0209084E3E65}"/>
                    </a:ext>
                  </a:extLst>
                </p14:cNvPr>
                <p14:cNvContentPartPr/>
                <p14:nvPr/>
              </p14:nvContentPartPr>
              <p14:xfrm>
                <a:off x="901326" y="555423"/>
                <a:ext cx="180360" cy="14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0DDF7C-AD5D-3F5B-DC48-0209084E3E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3686" y="537783"/>
                  <a:ext cx="216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3184CF-52AA-A3F2-5327-AF31D2A2EDD9}"/>
                    </a:ext>
                  </a:extLst>
                </p14:cNvPr>
                <p14:cNvContentPartPr/>
                <p14:nvPr/>
              </p14:nvContentPartPr>
              <p14:xfrm>
                <a:off x="965046" y="545343"/>
                <a:ext cx="245520" cy="735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3184CF-52AA-A3F2-5327-AF31D2A2ED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7406" y="527343"/>
                  <a:ext cx="28116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9725C1-6E5A-F05B-E36A-B6ABC2C18CD4}"/>
                    </a:ext>
                  </a:extLst>
                </p14:cNvPr>
                <p14:cNvContentPartPr/>
                <p14:nvPr/>
              </p14:nvContentPartPr>
              <p14:xfrm>
                <a:off x="1292286" y="310623"/>
                <a:ext cx="772920" cy="40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9725C1-6E5A-F05B-E36A-B6ABC2C18C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4286" y="292983"/>
                  <a:ext cx="8085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55A6F8-9FDF-86C3-8415-76AFF8D77B0D}"/>
                    </a:ext>
                  </a:extLst>
                </p14:cNvPr>
                <p14:cNvContentPartPr/>
                <p14:nvPr/>
              </p14:nvContentPartPr>
              <p14:xfrm>
                <a:off x="1973766" y="398823"/>
                <a:ext cx="127440" cy="47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55A6F8-9FDF-86C3-8415-76AFF8D77B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55766" y="380823"/>
                  <a:ext cx="163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D47482-D45C-C608-0E7A-BFCDDF3CA33A}"/>
                    </a:ext>
                  </a:extLst>
                </p14:cNvPr>
                <p14:cNvContentPartPr/>
                <p14:nvPr/>
              </p14:nvContentPartPr>
              <p14:xfrm>
                <a:off x="2184726" y="498903"/>
                <a:ext cx="122040" cy="13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D47482-D45C-C608-0E7A-BFCDDF3CA3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66726" y="481263"/>
                  <a:ext cx="157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F0F052-F2F9-016B-2EA9-BD637EFC5226}"/>
                    </a:ext>
                  </a:extLst>
                </p14:cNvPr>
                <p14:cNvContentPartPr/>
                <p14:nvPr/>
              </p14:nvContentPartPr>
              <p14:xfrm>
                <a:off x="2433486" y="200463"/>
                <a:ext cx="218880" cy="402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F0F052-F2F9-016B-2EA9-BD637EFC52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15486" y="182823"/>
                  <a:ext cx="25452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2E9BA3-E212-42C1-C04A-3E86D1032E03}"/>
              </a:ext>
            </a:extLst>
          </p:cNvPr>
          <p:cNvGrpSpPr/>
          <p:nvPr/>
        </p:nvGrpSpPr>
        <p:grpSpPr>
          <a:xfrm>
            <a:off x="2938206" y="211983"/>
            <a:ext cx="1234800" cy="424080"/>
            <a:chOff x="2938206" y="211983"/>
            <a:chExt cx="123480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697CCF-D73D-E6FF-F886-D142A20380C9}"/>
                    </a:ext>
                  </a:extLst>
                </p14:cNvPr>
                <p14:cNvContentPartPr/>
                <p14:nvPr/>
              </p14:nvContentPartPr>
              <p14:xfrm>
                <a:off x="2938206" y="457863"/>
                <a:ext cx="284760" cy="137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697CCF-D73D-E6FF-F886-D142A20380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0206" y="439863"/>
                  <a:ext cx="320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F5B3E6-0ACD-D2DC-2A3F-58C41BE7FD9B}"/>
                    </a:ext>
                  </a:extLst>
                </p14:cNvPr>
                <p14:cNvContentPartPr/>
                <p14:nvPr/>
              </p14:nvContentPartPr>
              <p14:xfrm>
                <a:off x="3258966" y="211983"/>
                <a:ext cx="616680" cy="424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F5B3E6-0ACD-D2DC-2A3F-58C41BE7FD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0966" y="194343"/>
                  <a:ext cx="6523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0C4EAA-69D9-E183-7A73-74F76A40BD3D}"/>
                    </a:ext>
                  </a:extLst>
                </p14:cNvPr>
                <p14:cNvContentPartPr/>
                <p14:nvPr/>
              </p14:nvContentPartPr>
              <p14:xfrm>
                <a:off x="3976806" y="490983"/>
                <a:ext cx="196200" cy="12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0C4EAA-69D9-E183-7A73-74F76A40BD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58806" y="473343"/>
                  <a:ext cx="231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14B74B-FCBD-ACA8-8294-FA11E9030F24}"/>
                    </a:ext>
                  </a:extLst>
                </p14:cNvPr>
                <p14:cNvContentPartPr/>
                <p14:nvPr/>
              </p14:nvContentPartPr>
              <p14:xfrm>
                <a:off x="3830646" y="272463"/>
                <a:ext cx="111600" cy="24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14B74B-FCBD-ACA8-8294-FA11E9030F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3006" y="254463"/>
                  <a:ext cx="147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2FE7A5-22EE-B67E-9AC2-F50E03239810}"/>
                    </a:ext>
                  </a:extLst>
                </p14:cNvPr>
                <p14:cNvContentPartPr/>
                <p14:nvPr/>
              </p14:nvContentPartPr>
              <p14:xfrm>
                <a:off x="3377046" y="258423"/>
                <a:ext cx="237240" cy="2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2FE7A5-22EE-B67E-9AC2-F50E032398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59046" y="240423"/>
                  <a:ext cx="27288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4BAF213-2BA4-E79A-67E5-08FDED6F1B3B}"/>
              </a:ext>
            </a:extLst>
          </p:cNvPr>
          <p:cNvGrpSpPr/>
          <p:nvPr/>
        </p:nvGrpSpPr>
        <p:grpSpPr>
          <a:xfrm>
            <a:off x="2117766" y="895983"/>
            <a:ext cx="1428120" cy="826200"/>
            <a:chOff x="2117766" y="895983"/>
            <a:chExt cx="1428120" cy="82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AD8B9F-8184-B1A7-8A0D-51CECEE43A43}"/>
                    </a:ext>
                  </a:extLst>
                </p14:cNvPr>
                <p14:cNvContentPartPr/>
                <p14:nvPr/>
              </p14:nvContentPartPr>
              <p14:xfrm>
                <a:off x="2117766" y="928743"/>
                <a:ext cx="208440" cy="79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AD8B9F-8184-B1A7-8A0D-51CECEE43A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00126" y="911103"/>
                  <a:ext cx="24408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92BEF6-ED2C-3701-DA2E-6D8E253DC887}"/>
                    </a:ext>
                  </a:extLst>
                </p14:cNvPr>
                <p14:cNvContentPartPr/>
                <p14:nvPr/>
              </p14:nvContentPartPr>
              <p14:xfrm>
                <a:off x="2476326" y="1080303"/>
                <a:ext cx="180000" cy="36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92BEF6-ED2C-3701-DA2E-6D8E253DC8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58326" y="1062303"/>
                  <a:ext cx="2156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9550118-EAA3-5D44-4517-83CFE9406722}"/>
                    </a:ext>
                  </a:extLst>
                </p14:cNvPr>
                <p14:cNvContentPartPr/>
                <p14:nvPr/>
              </p14:nvContentPartPr>
              <p14:xfrm>
                <a:off x="2533926" y="1282263"/>
                <a:ext cx="113400" cy="51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9550118-EAA3-5D44-4517-83CFE94067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15926" y="1264623"/>
                  <a:ext cx="149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F3A22E-E526-1285-5DC8-750AF71BE385}"/>
                    </a:ext>
                  </a:extLst>
                </p14:cNvPr>
                <p14:cNvContentPartPr/>
                <p14:nvPr/>
              </p14:nvContentPartPr>
              <p14:xfrm>
                <a:off x="2871966" y="1125663"/>
                <a:ext cx="5760" cy="6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F3A22E-E526-1285-5DC8-750AF71BE3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54326" y="1107663"/>
                  <a:ext cx="41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7B683F-AEB1-68F4-35E5-77EFC9F34C01}"/>
                    </a:ext>
                  </a:extLst>
                </p14:cNvPr>
                <p14:cNvContentPartPr/>
                <p14:nvPr/>
              </p14:nvContentPartPr>
              <p14:xfrm>
                <a:off x="2853966" y="1346343"/>
                <a:ext cx="27360" cy="28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7B683F-AEB1-68F4-35E5-77EFC9F34C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35966" y="1328703"/>
                  <a:ext cx="63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FC5BDE-7275-93DB-699D-35A8D52BD805}"/>
                    </a:ext>
                  </a:extLst>
                </p14:cNvPr>
                <p14:cNvContentPartPr/>
                <p14:nvPr/>
              </p14:nvContentPartPr>
              <p14:xfrm>
                <a:off x="3066006" y="1120983"/>
                <a:ext cx="156240" cy="28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FC5BDE-7275-93DB-699D-35A8D52BD8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48006" y="1103343"/>
                  <a:ext cx="191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A15B7F-E4B0-85B2-3D5E-8CA1BE662D17}"/>
                    </a:ext>
                  </a:extLst>
                </p14:cNvPr>
                <p14:cNvContentPartPr/>
                <p14:nvPr/>
              </p14:nvContentPartPr>
              <p14:xfrm>
                <a:off x="3359046" y="895983"/>
                <a:ext cx="186840" cy="56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A15B7F-E4B0-85B2-3D5E-8CA1BE662D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1046" y="877983"/>
                  <a:ext cx="222480" cy="60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CF3A77-6250-E543-9398-778D44FFD8ED}"/>
              </a:ext>
            </a:extLst>
          </p:cNvPr>
          <p:cNvGrpSpPr/>
          <p:nvPr/>
        </p:nvGrpSpPr>
        <p:grpSpPr>
          <a:xfrm>
            <a:off x="4010286" y="1193703"/>
            <a:ext cx="135360" cy="102240"/>
            <a:chOff x="4010286" y="1193703"/>
            <a:chExt cx="13536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3389728-5819-74B8-3444-AAA8B761AC90}"/>
                    </a:ext>
                  </a:extLst>
                </p14:cNvPr>
                <p14:cNvContentPartPr/>
                <p14:nvPr/>
              </p14:nvContentPartPr>
              <p14:xfrm>
                <a:off x="4010286" y="1193703"/>
                <a:ext cx="108720" cy="51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3389728-5819-74B8-3444-AAA8B761AC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2286" y="1176063"/>
                  <a:ext cx="144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076FAA7-46EF-8408-5FA1-47A31CE78221}"/>
                    </a:ext>
                  </a:extLst>
                </p14:cNvPr>
                <p14:cNvContentPartPr/>
                <p14:nvPr/>
              </p14:nvContentPartPr>
              <p14:xfrm>
                <a:off x="4035126" y="1268223"/>
                <a:ext cx="110520" cy="2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076FAA7-46EF-8408-5FA1-47A31CE782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17126" y="1250583"/>
                  <a:ext cx="14616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A3E9FCC-F593-06D4-FE78-75BC55A91700}"/>
                  </a:ext>
                </a:extLst>
              </p14:cNvPr>
              <p14:cNvContentPartPr/>
              <p14:nvPr/>
            </p14:nvContentPartPr>
            <p14:xfrm>
              <a:off x="4844766" y="819663"/>
              <a:ext cx="342360" cy="1709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A3E9FCC-F593-06D4-FE78-75BC55A9170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27126" y="801663"/>
                <a:ext cx="378000" cy="174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35474E5-3E32-F88D-91C8-4C850EF1F0BF}"/>
              </a:ext>
            </a:extLst>
          </p:cNvPr>
          <p:cNvGrpSpPr/>
          <p:nvPr/>
        </p:nvGrpSpPr>
        <p:grpSpPr>
          <a:xfrm>
            <a:off x="5479086" y="964743"/>
            <a:ext cx="327600" cy="247320"/>
            <a:chOff x="5479086" y="964743"/>
            <a:chExt cx="32760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D3473D1-04A2-C8BE-AFB7-DD066D3960F5}"/>
                    </a:ext>
                  </a:extLst>
                </p14:cNvPr>
                <p14:cNvContentPartPr/>
                <p14:nvPr/>
              </p14:nvContentPartPr>
              <p14:xfrm>
                <a:off x="5479086" y="964743"/>
                <a:ext cx="111600" cy="19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D3473D1-04A2-C8BE-AFB7-DD066D3960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61446" y="947103"/>
                  <a:ext cx="147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CE12D2-7CB8-EC98-78D2-2CE5473057BE}"/>
                    </a:ext>
                  </a:extLst>
                </p14:cNvPr>
                <p14:cNvContentPartPr/>
                <p14:nvPr/>
              </p14:nvContentPartPr>
              <p14:xfrm>
                <a:off x="5697246" y="1103703"/>
                <a:ext cx="15120" cy="108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CE12D2-7CB8-EC98-78D2-2CE5473057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79246" y="1085703"/>
                  <a:ext cx="50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2F5088-504A-7CEC-A4A1-B2A15F0316C6}"/>
                    </a:ext>
                  </a:extLst>
                </p14:cNvPr>
                <p14:cNvContentPartPr/>
                <p14:nvPr/>
              </p14:nvContentPartPr>
              <p14:xfrm>
                <a:off x="5774646" y="1124583"/>
                <a:ext cx="32040" cy="76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2F5088-504A-7CEC-A4A1-B2A15F0316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57006" y="1106943"/>
                  <a:ext cx="676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CE0CFEF-D115-2B32-5FF9-7724A197B424}"/>
              </a:ext>
            </a:extLst>
          </p:cNvPr>
          <p:cNvGrpSpPr/>
          <p:nvPr/>
        </p:nvGrpSpPr>
        <p:grpSpPr>
          <a:xfrm>
            <a:off x="6302766" y="942783"/>
            <a:ext cx="478080" cy="336960"/>
            <a:chOff x="6302766" y="942783"/>
            <a:chExt cx="47808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A2EDA4-FFAF-D5FF-AD1C-0E935F8E3386}"/>
                    </a:ext>
                  </a:extLst>
                </p14:cNvPr>
                <p14:cNvContentPartPr/>
                <p14:nvPr/>
              </p14:nvContentPartPr>
              <p14:xfrm>
                <a:off x="6302766" y="942783"/>
                <a:ext cx="115560" cy="20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A2EDA4-FFAF-D5FF-AD1C-0E935F8E33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85126" y="924783"/>
                  <a:ext cx="151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D73801-74D7-4764-F6A4-66691265199B}"/>
                    </a:ext>
                  </a:extLst>
                </p14:cNvPr>
                <p14:cNvContentPartPr/>
                <p14:nvPr/>
              </p14:nvContentPartPr>
              <p14:xfrm>
                <a:off x="6510126" y="1113423"/>
                <a:ext cx="16200" cy="113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D73801-74D7-4764-F6A4-6669126519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92486" y="1095423"/>
                  <a:ext cx="5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EE3BA6B-0207-AA24-3578-115F99334CCC}"/>
                    </a:ext>
                  </a:extLst>
                </p14:cNvPr>
                <p14:cNvContentPartPr/>
                <p14:nvPr/>
              </p14:nvContentPartPr>
              <p14:xfrm>
                <a:off x="6579246" y="1123143"/>
                <a:ext cx="201600" cy="156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EE3BA6B-0207-AA24-3578-115F99334C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61246" y="1105143"/>
                  <a:ext cx="237240" cy="19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31817FA-93A6-07D8-7AD9-C55DE16D9904}"/>
                  </a:ext>
                </a:extLst>
              </p14:cNvPr>
              <p14:cNvContentPartPr/>
              <p14:nvPr/>
            </p14:nvContentPartPr>
            <p14:xfrm>
              <a:off x="7212126" y="1163463"/>
              <a:ext cx="37440" cy="13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31817FA-93A6-07D8-7AD9-C55DE16D990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94126" y="1145463"/>
                <a:ext cx="73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D79B63B-7529-7C1B-E676-2DCECC49A9F4}"/>
                  </a:ext>
                </a:extLst>
              </p14:cNvPr>
              <p14:cNvContentPartPr/>
              <p14:nvPr/>
            </p14:nvContentPartPr>
            <p14:xfrm>
              <a:off x="7463406" y="1136463"/>
              <a:ext cx="46080" cy="8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D79B63B-7529-7C1B-E676-2DCECC49A9F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45766" y="1118823"/>
                <a:ext cx="8172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F6F9D523-7A92-83D7-F15C-98D5A0799839}"/>
              </a:ext>
            </a:extLst>
          </p:cNvPr>
          <p:cNvGrpSpPr/>
          <p:nvPr/>
        </p:nvGrpSpPr>
        <p:grpSpPr>
          <a:xfrm>
            <a:off x="7812606" y="912543"/>
            <a:ext cx="717120" cy="352080"/>
            <a:chOff x="7812606" y="912543"/>
            <a:chExt cx="71712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0EEDE25-B38B-B66E-93CA-484B65899333}"/>
                    </a:ext>
                  </a:extLst>
                </p14:cNvPr>
                <p14:cNvContentPartPr/>
                <p14:nvPr/>
              </p14:nvContentPartPr>
              <p14:xfrm>
                <a:off x="7812606" y="1106943"/>
                <a:ext cx="36360" cy="2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0EEDE25-B38B-B66E-93CA-484B658993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94606" y="1089303"/>
                  <a:ext cx="72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950FED-4E4A-5679-1253-EE32828CDCB7}"/>
                    </a:ext>
                  </a:extLst>
                </p14:cNvPr>
                <p14:cNvContentPartPr/>
                <p14:nvPr/>
              </p14:nvContentPartPr>
              <p14:xfrm>
                <a:off x="7993686" y="912543"/>
                <a:ext cx="144360" cy="259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950FED-4E4A-5679-1253-EE32828CDC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76046" y="894543"/>
                  <a:ext cx="1800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F18290-67C4-3E34-4CD9-9A987D7A7EBE}"/>
                    </a:ext>
                  </a:extLst>
                </p14:cNvPr>
                <p14:cNvContentPartPr/>
                <p14:nvPr/>
              </p14:nvContentPartPr>
              <p14:xfrm>
                <a:off x="8207526" y="1113783"/>
                <a:ext cx="19440" cy="140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F18290-67C4-3E34-4CD9-9A987D7A7EB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89886" y="1096143"/>
                  <a:ext cx="55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D6D09B-FBA0-D759-9D0C-10A74A5733AB}"/>
                    </a:ext>
                  </a:extLst>
                </p14:cNvPr>
                <p14:cNvContentPartPr/>
                <p14:nvPr/>
              </p14:nvContentPartPr>
              <p14:xfrm>
                <a:off x="8342166" y="1131423"/>
                <a:ext cx="187560" cy="133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D6D09B-FBA0-D759-9D0C-10A74A5733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24526" y="1113423"/>
                  <a:ext cx="2232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5D4D369-0AE7-A91A-1952-6731AEDA5339}"/>
              </a:ext>
            </a:extLst>
          </p:cNvPr>
          <p:cNvGrpSpPr/>
          <p:nvPr/>
        </p:nvGrpSpPr>
        <p:grpSpPr>
          <a:xfrm>
            <a:off x="5377566" y="1511223"/>
            <a:ext cx="375480" cy="329400"/>
            <a:chOff x="5377566" y="1511223"/>
            <a:chExt cx="37548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912712-404F-F641-45DB-7A2410F13017}"/>
                    </a:ext>
                  </a:extLst>
                </p14:cNvPr>
                <p14:cNvContentPartPr/>
                <p14:nvPr/>
              </p14:nvContentPartPr>
              <p14:xfrm>
                <a:off x="5377566" y="1511223"/>
                <a:ext cx="123480" cy="199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912712-404F-F641-45DB-7A2410F130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59926" y="1493583"/>
                  <a:ext cx="159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2324C3D-3DD1-2A62-B040-4E07B7EE3941}"/>
                    </a:ext>
                  </a:extLst>
                </p14:cNvPr>
                <p14:cNvContentPartPr/>
                <p14:nvPr/>
              </p14:nvContentPartPr>
              <p14:xfrm>
                <a:off x="5539566" y="1692663"/>
                <a:ext cx="110880" cy="136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2324C3D-3DD1-2A62-B040-4E07B7EE39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21926" y="1675023"/>
                  <a:ext cx="146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A984FE-1FEC-F25E-C956-A30A333EC8AD}"/>
                    </a:ext>
                  </a:extLst>
                </p14:cNvPr>
                <p14:cNvContentPartPr/>
                <p14:nvPr/>
              </p14:nvContentPartPr>
              <p14:xfrm>
                <a:off x="5734686" y="1687263"/>
                <a:ext cx="18360" cy="153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BA984FE-1FEC-F25E-C956-A30A333EC8A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7046" y="1669623"/>
                  <a:ext cx="5400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79376BF-B6A6-A2CF-BC1C-E0E0CC0F37F5}"/>
                  </a:ext>
                </a:extLst>
              </p14:cNvPr>
              <p14:cNvContentPartPr/>
              <p14:nvPr/>
            </p14:nvContentPartPr>
            <p14:xfrm>
              <a:off x="7131846" y="1726143"/>
              <a:ext cx="52560" cy="9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79376BF-B6A6-A2CF-BC1C-E0E0CC0F37F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13846" y="1708143"/>
                <a:ext cx="88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1F11582-F7D0-912D-4003-3C7C9B57F45C}"/>
                  </a:ext>
                </a:extLst>
              </p14:cNvPr>
              <p14:cNvContentPartPr/>
              <p14:nvPr/>
            </p14:nvContentPartPr>
            <p14:xfrm>
              <a:off x="7406886" y="1714263"/>
              <a:ext cx="52200" cy="6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1F11582-F7D0-912D-4003-3C7C9B57F45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388886" y="1696623"/>
                <a:ext cx="878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724F1AA-7348-8ADE-DFCA-68B47A4BACDB}"/>
                  </a:ext>
                </a:extLst>
              </p14:cNvPr>
              <p14:cNvContentPartPr/>
              <p14:nvPr/>
            </p14:nvContentPartPr>
            <p14:xfrm>
              <a:off x="7677246" y="1705263"/>
              <a:ext cx="17280" cy="1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724F1AA-7348-8ADE-DFCA-68B47A4BACD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659246" y="1687623"/>
                <a:ext cx="5292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BB49FA3D-114B-D9AF-BC73-560CE60714AF}"/>
              </a:ext>
            </a:extLst>
          </p:cNvPr>
          <p:cNvGrpSpPr/>
          <p:nvPr/>
        </p:nvGrpSpPr>
        <p:grpSpPr>
          <a:xfrm>
            <a:off x="7981446" y="1626063"/>
            <a:ext cx="668160" cy="235440"/>
            <a:chOff x="7981446" y="1626063"/>
            <a:chExt cx="66816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B0650F8-5797-314C-813E-18732E748A40}"/>
                    </a:ext>
                  </a:extLst>
                </p14:cNvPr>
                <p14:cNvContentPartPr/>
                <p14:nvPr/>
              </p14:nvContentPartPr>
              <p14:xfrm>
                <a:off x="7981446" y="1626063"/>
                <a:ext cx="137520" cy="167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B0650F8-5797-314C-813E-18732E748A4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63446" y="1608423"/>
                  <a:ext cx="173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FFD4C7D-70CD-FCE2-7231-15AF39A73900}"/>
                    </a:ext>
                  </a:extLst>
                </p14:cNvPr>
                <p14:cNvContentPartPr/>
                <p14:nvPr/>
              </p14:nvContentPartPr>
              <p14:xfrm>
                <a:off x="8173686" y="1764663"/>
                <a:ext cx="150480" cy="96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FFD4C7D-70CD-FCE2-7231-15AF39A739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56046" y="1746663"/>
                  <a:ext cx="186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038EEB-A730-ACF7-9825-A4890B33C1E6}"/>
                    </a:ext>
                  </a:extLst>
                </p14:cNvPr>
                <p14:cNvContentPartPr/>
                <p14:nvPr/>
              </p14:nvContentPartPr>
              <p14:xfrm>
                <a:off x="8414886" y="1680423"/>
                <a:ext cx="234720" cy="180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038EEB-A730-ACF7-9825-A4890B33C1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97246" y="1662423"/>
                  <a:ext cx="2703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CFCAAE5-7FCB-EBB2-7EDE-71AEE6BB471D}"/>
              </a:ext>
            </a:extLst>
          </p:cNvPr>
          <p:cNvGrpSpPr/>
          <p:nvPr/>
        </p:nvGrpSpPr>
        <p:grpSpPr>
          <a:xfrm>
            <a:off x="5524446" y="1916583"/>
            <a:ext cx="32400" cy="144360"/>
            <a:chOff x="5524446" y="1916583"/>
            <a:chExt cx="3240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E04F81-D642-9808-E3A3-8C99C1939120}"/>
                    </a:ext>
                  </a:extLst>
                </p14:cNvPr>
                <p14:cNvContentPartPr/>
                <p14:nvPr/>
              </p14:nvContentPartPr>
              <p14:xfrm>
                <a:off x="5542086" y="1916583"/>
                <a:ext cx="12960" cy="29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E04F81-D642-9808-E3A3-8C99C19391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24446" y="1898943"/>
                  <a:ext cx="48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CBE91AC-FA1E-6A05-00AA-405FF4614983}"/>
                    </a:ext>
                  </a:extLst>
                </p14:cNvPr>
                <p14:cNvContentPartPr/>
                <p14:nvPr/>
              </p14:nvContentPartPr>
              <p14:xfrm>
                <a:off x="5524446" y="2017023"/>
                <a:ext cx="2160" cy="6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CBE91AC-FA1E-6A05-00AA-405FF46149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06806" y="1999383"/>
                  <a:ext cx="37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6610A44-DCF9-47C8-545B-F529DD15288B}"/>
                    </a:ext>
                  </a:extLst>
                </p14:cNvPr>
                <p14:cNvContentPartPr/>
                <p14:nvPr/>
              </p14:nvContentPartPr>
              <p14:xfrm>
                <a:off x="5550726" y="2059143"/>
                <a:ext cx="6120" cy="1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6610A44-DCF9-47C8-545B-F529DD15288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33086" y="2041503"/>
                  <a:ext cx="417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3801F2A-22D5-1C16-2354-B807BEE7F302}"/>
              </a:ext>
            </a:extLst>
          </p:cNvPr>
          <p:cNvGrpSpPr/>
          <p:nvPr/>
        </p:nvGrpSpPr>
        <p:grpSpPr>
          <a:xfrm>
            <a:off x="5386206" y="2266143"/>
            <a:ext cx="514800" cy="252720"/>
            <a:chOff x="5386206" y="2266143"/>
            <a:chExt cx="51480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1BBE1B4-D1EA-E1C0-88C6-5FE18AA82FF3}"/>
                    </a:ext>
                  </a:extLst>
                </p14:cNvPr>
                <p14:cNvContentPartPr/>
                <p14:nvPr/>
              </p14:nvContentPartPr>
              <p14:xfrm>
                <a:off x="5386206" y="2266143"/>
                <a:ext cx="133200" cy="164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1BBE1B4-D1EA-E1C0-88C6-5FE18AA82F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68566" y="2248143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4E2FE7D-A3CF-73E4-6985-8E84F51DDABF}"/>
                    </a:ext>
                  </a:extLst>
                </p14:cNvPr>
                <p14:cNvContentPartPr/>
                <p14:nvPr/>
              </p14:nvContentPartPr>
              <p14:xfrm>
                <a:off x="5593566" y="2348223"/>
                <a:ext cx="215280" cy="107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4E2FE7D-A3CF-73E4-6985-8E84F51DDA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75566" y="2330583"/>
                  <a:ext cx="250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C467D72-4975-D2F8-05AD-F86CF7272B30}"/>
                    </a:ext>
                  </a:extLst>
                </p14:cNvPr>
                <p14:cNvContentPartPr/>
                <p14:nvPr/>
              </p14:nvContentPartPr>
              <p14:xfrm>
                <a:off x="5858886" y="2393943"/>
                <a:ext cx="42120" cy="124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C467D72-4975-D2F8-05AD-F86CF7272B3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41246" y="2376303"/>
                  <a:ext cx="777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ADC4C1B-55EC-3395-D80B-E34F373B0426}"/>
              </a:ext>
            </a:extLst>
          </p:cNvPr>
          <p:cNvGrpSpPr/>
          <p:nvPr/>
        </p:nvGrpSpPr>
        <p:grpSpPr>
          <a:xfrm>
            <a:off x="6208806" y="2270463"/>
            <a:ext cx="652320" cy="251280"/>
            <a:chOff x="6208806" y="2270463"/>
            <a:chExt cx="65232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205C45-5D58-A33E-30C6-B81B2A7F2E2C}"/>
                    </a:ext>
                  </a:extLst>
                </p14:cNvPr>
                <p14:cNvContentPartPr/>
                <p14:nvPr/>
              </p14:nvContentPartPr>
              <p14:xfrm>
                <a:off x="6208806" y="2270463"/>
                <a:ext cx="115560" cy="178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205C45-5D58-A33E-30C6-B81B2A7F2E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91166" y="2252823"/>
                  <a:ext cx="151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A949011-4C61-EBAB-8ED2-E082CD8D2AB1}"/>
                    </a:ext>
                  </a:extLst>
                </p14:cNvPr>
                <p14:cNvContentPartPr/>
                <p14:nvPr/>
              </p14:nvContentPartPr>
              <p14:xfrm>
                <a:off x="6381966" y="2370183"/>
                <a:ext cx="229320" cy="111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A949011-4C61-EBAB-8ED2-E082CD8D2AB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64326" y="2352543"/>
                  <a:ext cx="264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5669CD8-4A8F-E21E-4685-E3A7A470536B}"/>
                    </a:ext>
                  </a:extLst>
                </p14:cNvPr>
                <p14:cNvContentPartPr/>
                <p14:nvPr/>
              </p14:nvContentPartPr>
              <p14:xfrm>
                <a:off x="6671406" y="2387463"/>
                <a:ext cx="189720" cy="134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5669CD8-4A8F-E21E-4685-E3A7A470536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53406" y="2369463"/>
                  <a:ext cx="22536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6D62E70-9825-CA54-A29C-1786782E1E53}"/>
                  </a:ext>
                </a:extLst>
              </p14:cNvPr>
              <p14:cNvContentPartPr/>
              <p14:nvPr/>
            </p14:nvContentPartPr>
            <p14:xfrm>
              <a:off x="7271886" y="2422743"/>
              <a:ext cx="39600" cy="6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6D62E70-9825-CA54-A29C-1786782E1E5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253886" y="2404743"/>
                <a:ext cx="75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08947BDB-722B-6C7E-95A8-407D01B86EDA}"/>
              </a:ext>
            </a:extLst>
          </p:cNvPr>
          <p:cNvGrpSpPr/>
          <p:nvPr/>
        </p:nvGrpSpPr>
        <p:grpSpPr>
          <a:xfrm>
            <a:off x="7488606" y="2364423"/>
            <a:ext cx="293760" cy="40680"/>
            <a:chOff x="7488606" y="2364423"/>
            <a:chExt cx="293760" cy="4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DE88A4-CFCB-34BC-B869-F3B6567512B3}"/>
                    </a:ext>
                  </a:extLst>
                </p14:cNvPr>
                <p14:cNvContentPartPr/>
                <p14:nvPr/>
              </p14:nvContentPartPr>
              <p14:xfrm>
                <a:off x="7488606" y="2381343"/>
                <a:ext cx="107280" cy="2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DE88A4-CFCB-34BC-B869-F3B6567512B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70606" y="2363703"/>
                  <a:ext cx="142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E35C59-D5F7-1033-3F5D-D3483A1CB5FA}"/>
                    </a:ext>
                  </a:extLst>
                </p14:cNvPr>
                <p14:cNvContentPartPr/>
                <p14:nvPr/>
              </p14:nvContentPartPr>
              <p14:xfrm>
                <a:off x="7753926" y="2364423"/>
                <a:ext cx="28440" cy="3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E35C59-D5F7-1033-3F5D-D3483A1CB5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36286" y="2346423"/>
                  <a:ext cx="64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E8A5AC3-51BE-74E3-604F-1667790E65CA}"/>
              </a:ext>
            </a:extLst>
          </p:cNvPr>
          <p:cNvGrpSpPr/>
          <p:nvPr/>
        </p:nvGrpSpPr>
        <p:grpSpPr>
          <a:xfrm>
            <a:off x="8039046" y="2220063"/>
            <a:ext cx="619560" cy="248400"/>
            <a:chOff x="8039046" y="2220063"/>
            <a:chExt cx="61956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B248B49-060F-5410-4C26-13BBA76EB61F}"/>
                    </a:ext>
                  </a:extLst>
                </p14:cNvPr>
                <p14:cNvContentPartPr/>
                <p14:nvPr/>
              </p14:nvContentPartPr>
              <p14:xfrm>
                <a:off x="8039046" y="2220063"/>
                <a:ext cx="140760" cy="192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B248B49-060F-5410-4C26-13BBA76EB6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21046" y="2202063"/>
                  <a:ext cx="176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DCD69B5-AAD2-981B-B7BC-6FC49DCA33DA}"/>
                    </a:ext>
                  </a:extLst>
                </p14:cNvPr>
                <p14:cNvContentPartPr/>
                <p14:nvPr/>
              </p14:nvContentPartPr>
              <p14:xfrm>
                <a:off x="8207526" y="2351103"/>
                <a:ext cx="121680" cy="117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DCD69B5-AAD2-981B-B7BC-6FC49DCA33D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89526" y="2333103"/>
                  <a:ext cx="157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382C726-5DD3-498E-E86F-FB01660C6E5E}"/>
                    </a:ext>
                  </a:extLst>
                </p14:cNvPr>
                <p14:cNvContentPartPr/>
                <p14:nvPr/>
              </p14:nvContentPartPr>
              <p14:xfrm>
                <a:off x="8537286" y="2303583"/>
                <a:ext cx="121320" cy="148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382C726-5DD3-498E-E86F-FB01660C6E5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19646" y="2285943"/>
                  <a:ext cx="156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4C8B15B-7749-D861-0EB4-0EF6BF01CD52}"/>
                    </a:ext>
                  </a:extLst>
                </p14:cNvPr>
                <p14:cNvContentPartPr/>
                <p14:nvPr/>
              </p14:nvContentPartPr>
              <p14:xfrm>
                <a:off x="8342886" y="2343543"/>
                <a:ext cx="126000" cy="122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C8B15B-7749-D861-0EB4-0EF6BF01CD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25246" y="2325903"/>
                  <a:ext cx="16164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6E37CC6-5797-7196-7D5A-55149370C816}"/>
                  </a:ext>
                </a:extLst>
              </p14:cNvPr>
              <p14:cNvContentPartPr/>
              <p14:nvPr/>
            </p14:nvContentPartPr>
            <p14:xfrm>
              <a:off x="8926806" y="917583"/>
              <a:ext cx="6480" cy="25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6E37CC6-5797-7196-7D5A-55149370C81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909166" y="899583"/>
                <a:ext cx="421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A7EA678-5B9D-EE4B-7CE7-09D39308300C}"/>
                  </a:ext>
                </a:extLst>
              </p14:cNvPr>
              <p14:cNvContentPartPr/>
              <p14:nvPr/>
            </p14:nvContentPartPr>
            <p14:xfrm>
              <a:off x="8901966" y="1146183"/>
              <a:ext cx="6480" cy="14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A7EA678-5B9D-EE4B-7CE7-09D39308300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883966" y="1128543"/>
                <a:ext cx="42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90AA902-92BA-32EF-0438-3175A8E372B8}"/>
                  </a:ext>
                </a:extLst>
              </p14:cNvPr>
              <p14:cNvContentPartPr/>
              <p14:nvPr/>
            </p14:nvContentPartPr>
            <p14:xfrm>
              <a:off x="9017166" y="1518423"/>
              <a:ext cx="9000" cy="3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90AA902-92BA-32EF-0438-3175A8E372B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999526" y="1500423"/>
                <a:ext cx="446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DD8A1EA-8E15-CFEF-BAB5-87CC9613932B}"/>
                  </a:ext>
                </a:extLst>
              </p14:cNvPr>
              <p14:cNvContentPartPr/>
              <p14:nvPr/>
            </p14:nvContentPartPr>
            <p14:xfrm>
              <a:off x="8981886" y="1713183"/>
              <a:ext cx="2160" cy="356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DD8A1EA-8E15-CFEF-BAB5-87CC9613932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964246" y="1695543"/>
                <a:ext cx="3780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17234B9-666D-81AB-4BDB-78047ECDF73B}"/>
              </a:ext>
            </a:extLst>
          </p:cNvPr>
          <p:cNvGrpSpPr/>
          <p:nvPr/>
        </p:nvGrpSpPr>
        <p:grpSpPr>
          <a:xfrm>
            <a:off x="8936886" y="2013783"/>
            <a:ext cx="17280" cy="93960"/>
            <a:chOff x="8936886" y="2013783"/>
            <a:chExt cx="1728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1FE965-85C6-8CBA-E9B9-9EBAECD50207}"/>
                    </a:ext>
                  </a:extLst>
                </p14:cNvPr>
                <p14:cNvContentPartPr/>
                <p14:nvPr/>
              </p14:nvContentPartPr>
              <p14:xfrm>
                <a:off x="8936886" y="2013783"/>
                <a:ext cx="17280" cy="19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1FE965-85C6-8CBA-E9B9-9EBAECD5020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18886" y="1995783"/>
                  <a:ext cx="52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13698C3-A5C3-5333-966B-21F14A2016A3}"/>
                    </a:ext>
                  </a:extLst>
                </p14:cNvPr>
                <p14:cNvContentPartPr/>
                <p14:nvPr/>
              </p14:nvContentPartPr>
              <p14:xfrm>
                <a:off x="8942286" y="2068503"/>
                <a:ext cx="3240" cy="39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13698C3-A5C3-5333-966B-21F14A2016A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24286" y="2050503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D153064-D514-CA8A-78EB-71BC615EA7A6}"/>
                  </a:ext>
                </a:extLst>
              </p14:cNvPr>
              <p14:cNvContentPartPr/>
              <p14:nvPr/>
            </p14:nvContentPartPr>
            <p14:xfrm>
              <a:off x="8936166" y="2212503"/>
              <a:ext cx="3240" cy="8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D153064-D514-CA8A-78EB-71BC615EA7A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918166" y="2194503"/>
                <a:ext cx="388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AFEEDCC-F171-9EEA-5C9D-99BD54A001CC}"/>
              </a:ext>
            </a:extLst>
          </p:cNvPr>
          <p:cNvGrpSpPr/>
          <p:nvPr/>
        </p:nvGrpSpPr>
        <p:grpSpPr>
          <a:xfrm>
            <a:off x="8949126" y="2334183"/>
            <a:ext cx="11880" cy="95400"/>
            <a:chOff x="8949126" y="2334183"/>
            <a:chExt cx="1188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00AE55A-F56B-BBB6-B0E2-E4D87A6951C6}"/>
                    </a:ext>
                  </a:extLst>
                </p14:cNvPr>
                <p14:cNvContentPartPr/>
                <p14:nvPr/>
              </p14:nvContentPartPr>
              <p14:xfrm>
                <a:off x="8954526" y="2334183"/>
                <a:ext cx="6480" cy="29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00AE55A-F56B-BBB6-B0E2-E4D87A6951C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36526" y="2316543"/>
                  <a:ext cx="42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6521FEF-7A56-C4EB-F92D-A1DE97BE4C07}"/>
                    </a:ext>
                  </a:extLst>
                </p14:cNvPr>
                <p14:cNvContentPartPr/>
                <p14:nvPr/>
              </p14:nvContentPartPr>
              <p14:xfrm>
                <a:off x="8949126" y="2412663"/>
                <a:ext cx="1440" cy="1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6521FEF-7A56-C4EB-F92D-A1DE97BE4C0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31486" y="2394663"/>
                  <a:ext cx="370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94441C-486F-789E-70A9-BEF45494BAB2}"/>
              </a:ext>
            </a:extLst>
          </p:cNvPr>
          <p:cNvGrpSpPr/>
          <p:nvPr/>
        </p:nvGrpSpPr>
        <p:grpSpPr>
          <a:xfrm>
            <a:off x="9362406" y="870423"/>
            <a:ext cx="924840" cy="1910160"/>
            <a:chOff x="9362406" y="870423"/>
            <a:chExt cx="924840" cy="19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FD329F-A39C-34FD-0AF0-CADC128853A1}"/>
                    </a:ext>
                  </a:extLst>
                </p14:cNvPr>
                <p14:cNvContentPartPr/>
                <p14:nvPr/>
              </p14:nvContentPartPr>
              <p14:xfrm>
                <a:off x="9362406" y="934503"/>
                <a:ext cx="169920" cy="26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FD329F-A39C-34FD-0AF0-CADC128853A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44406" y="916503"/>
                  <a:ext cx="205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2D64C16-F7BE-3C9B-568D-21098988ADB5}"/>
                    </a:ext>
                  </a:extLst>
                </p14:cNvPr>
                <p14:cNvContentPartPr/>
                <p14:nvPr/>
              </p14:nvContentPartPr>
              <p14:xfrm>
                <a:off x="9462846" y="1532823"/>
                <a:ext cx="118800" cy="234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2D64C16-F7BE-3C9B-568D-21098988ADB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44846" y="1515183"/>
                  <a:ext cx="154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503437-136E-9D0C-5547-EEA1CE9C4418}"/>
                    </a:ext>
                  </a:extLst>
                </p14:cNvPr>
                <p14:cNvContentPartPr/>
                <p14:nvPr/>
              </p14:nvContentPartPr>
              <p14:xfrm>
                <a:off x="9466806" y="2200983"/>
                <a:ext cx="209880" cy="210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503437-136E-9D0C-5547-EEA1CE9C441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49166" y="2182983"/>
                  <a:ext cx="245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4F8E2B-81C0-C09C-75AB-C325937EDEE6}"/>
                    </a:ext>
                  </a:extLst>
                </p14:cNvPr>
                <p14:cNvContentPartPr/>
                <p14:nvPr/>
              </p14:nvContentPartPr>
              <p14:xfrm>
                <a:off x="9507846" y="870423"/>
                <a:ext cx="779400" cy="1910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4F8E2B-81C0-C09C-75AB-C325937EDEE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90206" y="852423"/>
                  <a:ext cx="815040" cy="19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35DDF23-33FD-570B-D0CF-207C49B9982D}"/>
              </a:ext>
            </a:extLst>
          </p:cNvPr>
          <p:cNvGrpSpPr/>
          <p:nvPr/>
        </p:nvGrpSpPr>
        <p:grpSpPr>
          <a:xfrm>
            <a:off x="6340926" y="1598703"/>
            <a:ext cx="462600" cy="327600"/>
            <a:chOff x="6340926" y="1598703"/>
            <a:chExt cx="46260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20A5AE-6449-06CC-94C5-71410FCCD535}"/>
                    </a:ext>
                  </a:extLst>
                </p14:cNvPr>
                <p14:cNvContentPartPr/>
                <p14:nvPr/>
              </p14:nvContentPartPr>
              <p14:xfrm>
                <a:off x="6340926" y="1598703"/>
                <a:ext cx="121680" cy="212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20A5AE-6449-06CC-94C5-71410FCCD5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22926" y="1580703"/>
                  <a:ext cx="157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6B7536B-3397-FFB6-4A15-2B5AC9308705}"/>
                    </a:ext>
                  </a:extLst>
                </p14:cNvPr>
                <p14:cNvContentPartPr/>
                <p14:nvPr/>
              </p14:nvContentPartPr>
              <p14:xfrm>
                <a:off x="6512286" y="1752783"/>
                <a:ext cx="120960" cy="119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6B7536B-3397-FFB6-4A15-2B5AC93087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94646" y="1734783"/>
                  <a:ext cx="156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612D15D-5A72-4E9E-967D-3A28EC254901}"/>
                    </a:ext>
                  </a:extLst>
                </p14:cNvPr>
                <p14:cNvContentPartPr/>
                <p14:nvPr/>
              </p14:nvContentPartPr>
              <p14:xfrm>
                <a:off x="6685446" y="1716423"/>
                <a:ext cx="118080" cy="11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612D15D-5A72-4E9E-967D-3A28EC25490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67446" y="1698423"/>
                  <a:ext cx="153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3C2C5F7-93C3-E9F7-CCAB-7C55D02F87B7}"/>
                    </a:ext>
                  </a:extLst>
                </p14:cNvPr>
                <p14:cNvContentPartPr/>
                <p14:nvPr/>
              </p14:nvContentPartPr>
              <p14:xfrm>
                <a:off x="6576726" y="1908663"/>
                <a:ext cx="9000" cy="17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3C2C5F7-93C3-E9F7-CCAB-7C55D02F87B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58726" y="1891023"/>
                  <a:ext cx="4464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AB02C6E-E077-0F07-2103-E24AC4AF8032}"/>
                  </a:ext>
                </a:extLst>
              </p14:cNvPr>
              <p14:cNvContentPartPr/>
              <p14:nvPr/>
            </p14:nvContentPartPr>
            <p14:xfrm>
              <a:off x="6550446" y="2196663"/>
              <a:ext cx="3240" cy="230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AB02C6E-E077-0F07-2103-E24AC4AF803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532806" y="2178663"/>
                <a:ext cx="388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688EB45-B5CC-01F6-AC78-7CE793FE3730}"/>
                  </a:ext>
                </a:extLst>
              </p14:cNvPr>
              <p14:cNvContentPartPr/>
              <p14:nvPr/>
            </p14:nvContentPartPr>
            <p14:xfrm>
              <a:off x="5362446" y="2665743"/>
              <a:ext cx="3448080" cy="3276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688EB45-B5CC-01F6-AC78-7CE793FE373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344806" y="2648103"/>
                <a:ext cx="3483720" cy="36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A731C58-80E6-9EF5-8BBD-EDD4F3CC1BA2}"/>
              </a:ext>
            </a:extLst>
          </p:cNvPr>
          <p:cNvGrpSpPr/>
          <p:nvPr/>
        </p:nvGrpSpPr>
        <p:grpSpPr>
          <a:xfrm>
            <a:off x="5542806" y="3122583"/>
            <a:ext cx="4464360" cy="914760"/>
            <a:chOff x="5542806" y="3122583"/>
            <a:chExt cx="4464360" cy="91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82B74C1-40ED-FE73-2F2C-F013518AB72F}"/>
                    </a:ext>
                  </a:extLst>
                </p14:cNvPr>
                <p14:cNvContentPartPr/>
                <p14:nvPr/>
              </p14:nvContentPartPr>
              <p14:xfrm>
                <a:off x="6759966" y="3122583"/>
                <a:ext cx="201600" cy="289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82B74C1-40ED-FE73-2F2C-F013518AB72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42326" y="3104583"/>
                  <a:ext cx="237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A79A653-F8D5-4404-BA2A-FBE2FF974C5F}"/>
                    </a:ext>
                  </a:extLst>
                </p14:cNvPr>
                <p14:cNvContentPartPr/>
                <p14:nvPr/>
              </p14:nvContentPartPr>
              <p14:xfrm>
                <a:off x="6734766" y="3275583"/>
                <a:ext cx="178920" cy="43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A79A653-F8D5-4404-BA2A-FBE2FF974C5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17126" y="3257583"/>
                  <a:ext cx="214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4B2DC47-8F44-F6E6-3D37-C5C6C1E9092B}"/>
                    </a:ext>
                  </a:extLst>
                </p14:cNvPr>
                <p14:cNvContentPartPr/>
                <p14:nvPr/>
              </p14:nvContentPartPr>
              <p14:xfrm>
                <a:off x="5542806" y="3346863"/>
                <a:ext cx="4464360" cy="690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4B2DC47-8F44-F6E6-3D37-C5C6C1E9092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24806" y="3329223"/>
                  <a:ext cx="4500000" cy="72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6AC899C-0617-1D4B-551B-55C6555013D7}"/>
                  </a:ext>
                </a:extLst>
              </p14:cNvPr>
              <p14:cNvContentPartPr/>
              <p14:nvPr/>
            </p14:nvContentPartPr>
            <p14:xfrm>
              <a:off x="1729686" y="3304743"/>
              <a:ext cx="3240" cy="21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6AC899C-0617-1D4B-551B-55C6555013D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711686" y="3287103"/>
                <a:ext cx="388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1F4A90E-33B8-18C2-41FF-ACDAC36CD9FC}"/>
              </a:ext>
            </a:extLst>
          </p:cNvPr>
          <p:cNvGrpSpPr/>
          <p:nvPr/>
        </p:nvGrpSpPr>
        <p:grpSpPr>
          <a:xfrm>
            <a:off x="344406" y="4228143"/>
            <a:ext cx="361440" cy="588240"/>
            <a:chOff x="344406" y="4228143"/>
            <a:chExt cx="36144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6815BEF-B6AF-5D24-ED36-4D92C33ADFB4}"/>
                    </a:ext>
                  </a:extLst>
                </p14:cNvPr>
                <p14:cNvContentPartPr/>
                <p14:nvPr/>
              </p14:nvContentPartPr>
              <p14:xfrm>
                <a:off x="408846" y="4228143"/>
                <a:ext cx="246240" cy="164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6815BEF-B6AF-5D24-ED36-4D92C33ADF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1206" y="4210143"/>
                  <a:ext cx="281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7AD3AA3-5DFC-C264-9111-CD12F3D148B7}"/>
                    </a:ext>
                  </a:extLst>
                </p14:cNvPr>
                <p14:cNvContentPartPr/>
                <p14:nvPr/>
              </p14:nvContentPartPr>
              <p14:xfrm>
                <a:off x="476526" y="4319223"/>
                <a:ext cx="41760" cy="299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7AD3AA3-5DFC-C264-9111-CD12F3D148B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8886" y="4301583"/>
                  <a:ext cx="77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A001B6-BB06-E7E4-98C1-8FA61108A78A}"/>
                    </a:ext>
                  </a:extLst>
                </p14:cNvPr>
                <p14:cNvContentPartPr/>
                <p14:nvPr/>
              </p14:nvContentPartPr>
              <p14:xfrm>
                <a:off x="344406" y="4614063"/>
                <a:ext cx="361440" cy="202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A001B6-BB06-E7E4-98C1-8FA61108A7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6406" y="4596063"/>
                  <a:ext cx="39708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4901B68-6420-7F7F-FAAC-BA7385A6A632}"/>
              </a:ext>
            </a:extLst>
          </p:cNvPr>
          <p:cNvGrpSpPr/>
          <p:nvPr/>
        </p:nvGrpSpPr>
        <p:grpSpPr>
          <a:xfrm>
            <a:off x="981246" y="4435143"/>
            <a:ext cx="2351880" cy="721440"/>
            <a:chOff x="981246" y="4435143"/>
            <a:chExt cx="2351880" cy="72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29F5A3C-E7DE-78A5-C41D-04AA2133661A}"/>
                    </a:ext>
                  </a:extLst>
                </p14:cNvPr>
                <p14:cNvContentPartPr/>
                <p14:nvPr/>
              </p14:nvContentPartPr>
              <p14:xfrm>
                <a:off x="981246" y="4435143"/>
                <a:ext cx="209520" cy="388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29F5A3C-E7DE-78A5-C41D-04AA2133661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3606" y="4417143"/>
                  <a:ext cx="2451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72BA669-3FA6-BFD3-399E-673A7AF5824A}"/>
                    </a:ext>
                  </a:extLst>
                </p14:cNvPr>
                <p14:cNvContentPartPr/>
                <p14:nvPr/>
              </p14:nvContentPartPr>
              <p14:xfrm>
                <a:off x="1179246" y="4634583"/>
                <a:ext cx="517320" cy="225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72BA669-3FA6-BFD3-399E-673A7AF5824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61246" y="4616943"/>
                  <a:ext cx="552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5D7EE6E-6119-6307-662D-3D4B8AF524C0}"/>
                    </a:ext>
                  </a:extLst>
                </p14:cNvPr>
                <p14:cNvContentPartPr/>
                <p14:nvPr/>
              </p14:nvContentPartPr>
              <p14:xfrm>
                <a:off x="1761366" y="4637463"/>
                <a:ext cx="87480" cy="198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5D7EE6E-6119-6307-662D-3D4B8AF524C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43726" y="4619463"/>
                  <a:ext cx="1231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7507B85-D119-477D-78FB-0E7DE8E64827}"/>
                    </a:ext>
                  </a:extLst>
                </p14:cNvPr>
                <p14:cNvContentPartPr/>
                <p14:nvPr/>
              </p14:nvContentPartPr>
              <p14:xfrm>
                <a:off x="1903206" y="4616943"/>
                <a:ext cx="1429920" cy="539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7507B85-D119-477D-78FB-0E7DE8E648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85566" y="4599303"/>
                  <a:ext cx="1465560" cy="57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01C1EFF-0BBD-79D8-6063-14565365B03F}"/>
              </a:ext>
            </a:extLst>
          </p:cNvPr>
          <p:cNvGrpSpPr/>
          <p:nvPr/>
        </p:nvGrpSpPr>
        <p:grpSpPr>
          <a:xfrm>
            <a:off x="3740286" y="4376103"/>
            <a:ext cx="1492920" cy="925920"/>
            <a:chOff x="3740286" y="4376103"/>
            <a:chExt cx="1492920" cy="9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81B093-66CD-0128-4918-28927EFEAA20}"/>
                    </a:ext>
                  </a:extLst>
                </p14:cNvPr>
                <p14:cNvContentPartPr/>
                <p14:nvPr/>
              </p14:nvContentPartPr>
              <p14:xfrm>
                <a:off x="3740286" y="4649343"/>
                <a:ext cx="762840" cy="652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81B093-66CD-0128-4918-28927EFEAA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22646" y="4631703"/>
                  <a:ext cx="79848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EDBA23F-586D-B8A0-3991-9F517120D9F2}"/>
                    </a:ext>
                  </a:extLst>
                </p14:cNvPr>
                <p14:cNvContentPartPr/>
                <p14:nvPr/>
              </p14:nvContentPartPr>
              <p14:xfrm>
                <a:off x="4561446" y="4376103"/>
                <a:ext cx="671760" cy="539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EDBA23F-586D-B8A0-3991-9F517120D9F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43806" y="4358103"/>
                  <a:ext cx="7074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A5D08EA-525F-DA0F-F9F2-7F8EFE68FD22}"/>
                    </a:ext>
                  </a:extLst>
                </p14:cNvPr>
                <p14:cNvContentPartPr/>
                <p14:nvPr/>
              </p14:nvContentPartPr>
              <p14:xfrm>
                <a:off x="4616886" y="4510023"/>
                <a:ext cx="232200" cy="19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A5D08EA-525F-DA0F-F9F2-7F8EFE68FD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99246" y="4492023"/>
                  <a:ext cx="2678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0DD6144-402F-1F73-7F1E-F0F97150B45B}"/>
                  </a:ext>
                </a:extLst>
              </p14:cNvPr>
              <p14:cNvContentPartPr/>
              <p14:nvPr/>
            </p14:nvContentPartPr>
            <p14:xfrm>
              <a:off x="5524086" y="4813503"/>
              <a:ext cx="70200" cy="1314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0DD6144-402F-1F73-7F1E-F0F97150B45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506086" y="4795863"/>
                <a:ext cx="10584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8216EB4-F369-467B-3772-CB860F00550E}"/>
              </a:ext>
            </a:extLst>
          </p:cNvPr>
          <p:cNvGrpSpPr/>
          <p:nvPr/>
        </p:nvGrpSpPr>
        <p:grpSpPr>
          <a:xfrm>
            <a:off x="6443886" y="4422903"/>
            <a:ext cx="2099520" cy="515520"/>
            <a:chOff x="6443886" y="4422903"/>
            <a:chExt cx="209952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C3FF619-1CCC-166D-C356-104E630BF9E6}"/>
                    </a:ext>
                  </a:extLst>
                </p14:cNvPr>
                <p14:cNvContentPartPr/>
                <p14:nvPr/>
              </p14:nvContentPartPr>
              <p14:xfrm>
                <a:off x="6443886" y="4621623"/>
                <a:ext cx="813240" cy="316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C3FF619-1CCC-166D-C356-104E630BF9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25886" y="4603983"/>
                  <a:ext cx="848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9C25A57-A3FF-9C1F-A178-53142E977EA6}"/>
                    </a:ext>
                  </a:extLst>
                </p14:cNvPr>
                <p14:cNvContentPartPr/>
                <p14:nvPr/>
              </p14:nvContentPartPr>
              <p14:xfrm>
                <a:off x="7310766" y="4682823"/>
                <a:ext cx="52200" cy="211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9C25A57-A3FF-9C1F-A178-53142E977EA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93126" y="4665183"/>
                  <a:ext cx="87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EDF574-347C-F2AE-3F07-A17DC12A255B}"/>
                    </a:ext>
                  </a:extLst>
                </p14:cNvPr>
                <p14:cNvContentPartPr/>
                <p14:nvPr/>
              </p14:nvContentPartPr>
              <p14:xfrm>
                <a:off x="7362606" y="4514343"/>
                <a:ext cx="43200" cy="59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EDF574-347C-F2AE-3F07-A17DC12A255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44606" y="4496343"/>
                  <a:ext cx="78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B141978-C434-CB43-ACDD-974732E3D17F}"/>
                    </a:ext>
                  </a:extLst>
                </p14:cNvPr>
                <p14:cNvContentPartPr/>
                <p14:nvPr/>
              </p14:nvContentPartPr>
              <p14:xfrm>
                <a:off x="7398246" y="4690383"/>
                <a:ext cx="109800" cy="218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B141978-C434-CB43-ACDD-974732E3D17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80246" y="4672383"/>
                  <a:ext cx="145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6512AD0-61D4-13BE-91C2-76EBA3187905}"/>
                    </a:ext>
                  </a:extLst>
                </p14:cNvPr>
                <p14:cNvContentPartPr/>
                <p14:nvPr/>
              </p14:nvContentPartPr>
              <p14:xfrm>
                <a:off x="7704606" y="4422903"/>
                <a:ext cx="58680" cy="496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6512AD0-61D4-13BE-91C2-76EBA318790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86966" y="4405263"/>
                  <a:ext cx="9432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09FE966-4795-04AC-4025-3C5B9434BCB9}"/>
                    </a:ext>
                  </a:extLst>
                </p14:cNvPr>
                <p14:cNvContentPartPr/>
                <p14:nvPr/>
              </p14:nvContentPartPr>
              <p14:xfrm>
                <a:off x="7632606" y="4636023"/>
                <a:ext cx="169920" cy="55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09FE966-4795-04AC-4025-3C5B9434BC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14966" y="4618023"/>
                  <a:ext cx="205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F40246-0402-6ED2-A8DB-FE5F32DAA7D4}"/>
                    </a:ext>
                  </a:extLst>
                </p14:cNvPr>
                <p14:cNvContentPartPr/>
                <p14:nvPr/>
              </p14:nvContentPartPr>
              <p14:xfrm>
                <a:off x="7824846" y="4699743"/>
                <a:ext cx="202320" cy="218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F40246-0402-6ED2-A8DB-FE5F32DAA7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07206" y="4682103"/>
                  <a:ext cx="237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2D7190-4CDC-14B2-A1E0-EDED4A016096}"/>
                    </a:ext>
                  </a:extLst>
                </p14:cNvPr>
                <p14:cNvContentPartPr/>
                <p14:nvPr/>
              </p14:nvContentPartPr>
              <p14:xfrm>
                <a:off x="8084406" y="4526583"/>
                <a:ext cx="344880" cy="384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2D7190-4CDC-14B2-A1E0-EDED4A01609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66406" y="4508583"/>
                  <a:ext cx="3805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704EB66-8924-BC09-9070-8F11624071C9}"/>
                    </a:ext>
                  </a:extLst>
                </p14:cNvPr>
                <p14:cNvContentPartPr/>
                <p14:nvPr/>
              </p14:nvContentPartPr>
              <p14:xfrm>
                <a:off x="8300046" y="4615143"/>
                <a:ext cx="243360" cy="57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704EB66-8924-BC09-9070-8F11624071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82406" y="4597503"/>
                  <a:ext cx="2790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F451238-606E-C407-6628-DD671018CFF8}"/>
              </a:ext>
            </a:extLst>
          </p:cNvPr>
          <p:cNvGrpSpPr/>
          <p:nvPr/>
        </p:nvGrpSpPr>
        <p:grpSpPr>
          <a:xfrm>
            <a:off x="8927886" y="4366023"/>
            <a:ext cx="2201040" cy="991080"/>
            <a:chOff x="8927886" y="4366023"/>
            <a:chExt cx="220104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FC54C18-3072-BA3C-F705-175C26693B7C}"/>
                    </a:ext>
                  </a:extLst>
                </p14:cNvPr>
                <p14:cNvContentPartPr/>
                <p14:nvPr/>
              </p14:nvContentPartPr>
              <p14:xfrm>
                <a:off x="8927886" y="4708023"/>
                <a:ext cx="175320" cy="207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FC54C18-3072-BA3C-F705-175C26693B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10246" y="4690383"/>
                  <a:ext cx="210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10C20FF-9C88-F55D-9969-B44C12156ED2}"/>
                    </a:ext>
                  </a:extLst>
                </p14:cNvPr>
                <p14:cNvContentPartPr/>
                <p14:nvPr/>
              </p14:nvContentPartPr>
              <p14:xfrm>
                <a:off x="9220566" y="4672383"/>
                <a:ext cx="204120" cy="684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10C20FF-9C88-F55D-9969-B44C12156ED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02566" y="4654743"/>
                  <a:ext cx="239760" cy="7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2BF61C3-3678-636B-8E40-49BEF18A87AE}"/>
                    </a:ext>
                  </a:extLst>
                </p14:cNvPr>
                <p14:cNvContentPartPr/>
                <p14:nvPr/>
              </p14:nvContentPartPr>
              <p14:xfrm>
                <a:off x="9517206" y="4708383"/>
                <a:ext cx="212040" cy="193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2BF61C3-3678-636B-8E40-49BEF18A87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99206" y="4690743"/>
                  <a:ext cx="247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ABAA2B9-6D8A-896D-BB28-6CDF360266B8}"/>
                    </a:ext>
                  </a:extLst>
                </p14:cNvPr>
                <p14:cNvContentPartPr/>
                <p14:nvPr/>
              </p14:nvContentPartPr>
              <p14:xfrm>
                <a:off x="9808806" y="4366023"/>
                <a:ext cx="419040" cy="569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ABAA2B9-6D8A-896D-BB28-6CDF360266B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90806" y="4348383"/>
                  <a:ext cx="45468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DE9526A-C8F0-8195-F0E8-0B8CA5F8110A}"/>
                    </a:ext>
                  </a:extLst>
                </p14:cNvPr>
                <p14:cNvContentPartPr/>
                <p14:nvPr/>
              </p14:nvContentPartPr>
              <p14:xfrm>
                <a:off x="10335126" y="4726023"/>
                <a:ext cx="67320" cy="180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DE9526A-C8F0-8195-F0E8-0B8CA5F8110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17126" y="4708383"/>
                  <a:ext cx="102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563F77B-0E97-125E-79A9-FCA9A29DB2B8}"/>
                    </a:ext>
                  </a:extLst>
                </p14:cNvPr>
                <p14:cNvContentPartPr/>
                <p14:nvPr/>
              </p14:nvContentPartPr>
              <p14:xfrm>
                <a:off x="10479486" y="4692183"/>
                <a:ext cx="649440" cy="210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563F77B-0E97-125E-79A9-FCA9A29DB2B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61846" y="4674183"/>
                  <a:ext cx="685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733ED78-B1F3-5696-C3B1-76E2EDA9D083}"/>
                    </a:ext>
                  </a:extLst>
                </p14:cNvPr>
                <p14:cNvContentPartPr/>
                <p14:nvPr/>
              </p14:nvContentPartPr>
              <p14:xfrm>
                <a:off x="10109406" y="4477983"/>
                <a:ext cx="473040" cy="85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733ED78-B1F3-5696-C3B1-76E2EDA9D0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91406" y="4459983"/>
                  <a:ext cx="5086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0F2E4AD-703E-B4B6-07A2-77688D5692F1}"/>
              </a:ext>
            </a:extLst>
          </p:cNvPr>
          <p:cNvGrpSpPr/>
          <p:nvPr/>
        </p:nvGrpSpPr>
        <p:grpSpPr>
          <a:xfrm>
            <a:off x="1162686" y="2576463"/>
            <a:ext cx="2769840" cy="1148400"/>
            <a:chOff x="1162686" y="2576463"/>
            <a:chExt cx="2769840" cy="11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6F847BB-93E5-B85F-93E6-5ED6C45EB9D4}"/>
                    </a:ext>
                  </a:extLst>
                </p14:cNvPr>
                <p14:cNvContentPartPr/>
                <p14:nvPr/>
              </p14:nvContentPartPr>
              <p14:xfrm>
                <a:off x="1162686" y="2935383"/>
                <a:ext cx="82800" cy="523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6F847BB-93E5-B85F-93E6-5ED6C45EB9D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4686" y="2917743"/>
                  <a:ext cx="1184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178ACDD-1DE4-A3E8-781A-9D46875F04F4}"/>
                    </a:ext>
                  </a:extLst>
                </p14:cNvPr>
                <p14:cNvContentPartPr/>
                <p14:nvPr/>
              </p14:nvContentPartPr>
              <p14:xfrm>
                <a:off x="1182846" y="2978943"/>
                <a:ext cx="202680" cy="186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178ACDD-1DE4-A3E8-781A-9D46875F04F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4846" y="2960943"/>
                  <a:ext cx="238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DEC4EF9-1105-DCDF-E79B-E36698D7FA18}"/>
                    </a:ext>
                  </a:extLst>
                </p14:cNvPr>
                <p14:cNvContentPartPr/>
                <p14:nvPr/>
              </p14:nvContentPartPr>
              <p14:xfrm>
                <a:off x="1434126" y="2817303"/>
                <a:ext cx="98640" cy="469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DEC4EF9-1105-DCDF-E79B-E36698D7FA1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16126" y="2799303"/>
                  <a:ext cx="1342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DB6387A-04D8-88F6-2615-CF91C7116C14}"/>
                    </a:ext>
                  </a:extLst>
                </p14:cNvPr>
                <p14:cNvContentPartPr/>
                <p14:nvPr/>
              </p14:nvContentPartPr>
              <p14:xfrm>
                <a:off x="1638966" y="2939703"/>
                <a:ext cx="180360" cy="31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B6387A-04D8-88F6-2615-CF91C7116C1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20966" y="2921703"/>
                  <a:ext cx="216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E97D5AA-5743-00E4-95C2-8C4976893970}"/>
                    </a:ext>
                  </a:extLst>
                </p14:cNvPr>
                <p14:cNvContentPartPr/>
                <p14:nvPr/>
              </p14:nvContentPartPr>
              <p14:xfrm>
                <a:off x="1673166" y="3055983"/>
                <a:ext cx="134640" cy="63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E97D5AA-5743-00E4-95C2-8C497689397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55166" y="3037983"/>
                  <a:ext cx="1702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2668928-ACE9-1BE1-FF73-17F59D4A42C4}"/>
                    </a:ext>
                  </a:extLst>
                </p14:cNvPr>
                <p14:cNvContentPartPr/>
                <p14:nvPr/>
              </p14:nvContentPartPr>
              <p14:xfrm>
                <a:off x="1828326" y="2839983"/>
                <a:ext cx="139680" cy="52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2668928-ACE9-1BE1-FF73-17F59D4A42C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10686" y="2821983"/>
                  <a:ext cx="17532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000AF35-9A4C-36B5-686D-F6DA4A43BDC3}"/>
                    </a:ext>
                  </a:extLst>
                </p14:cNvPr>
                <p14:cNvContentPartPr/>
                <p14:nvPr/>
              </p14:nvContentPartPr>
              <p14:xfrm>
                <a:off x="1687566" y="3329223"/>
                <a:ext cx="360" cy="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000AF35-9A4C-36B5-686D-F6DA4A43BDC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669566" y="3311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5D7DFA-39AF-89D0-CA4C-580530C69619}"/>
                    </a:ext>
                  </a:extLst>
                </p14:cNvPr>
                <p14:cNvContentPartPr/>
                <p14:nvPr/>
              </p14:nvContentPartPr>
              <p14:xfrm>
                <a:off x="2054766" y="3125823"/>
                <a:ext cx="133200" cy="28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5D7DFA-39AF-89D0-CA4C-580530C6961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36766" y="3107823"/>
                  <a:ext cx="168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577C9AF-C0C5-617D-5223-E8B3AC063261}"/>
                    </a:ext>
                  </a:extLst>
                </p14:cNvPr>
                <p14:cNvContentPartPr/>
                <p14:nvPr/>
              </p14:nvContentPartPr>
              <p14:xfrm>
                <a:off x="2050086" y="3215103"/>
                <a:ext cx="143640" cy="32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577C9AF-C0C5-617D-5223-E8B3AC0632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32086" y="3197463"/>
                  <a:ext cx="179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809F4A5-63AA-223B-6FBB-C9509B488103}"/>
                    </a:ext>
                  </a:extLst>
                </p14:cNvPr>
                <p14:cNvContentPartPr/>
                <p14:nvPr/>
              </p14:nvContentPartPr>
              <p14:xfrm>
                <a:off x="2366166" y="3081543"/>
                <a:ext cx="90720" cy="643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809F4A5-63AA-223B-6FBB-C9509B48810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348526" y="3063543"/>
                  <a:ext cx="12636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541759-4648-4216-030B-0E3569D14937}"/>
                    </a:ext>
                  </a:extLst>
                </p14:cNvPr>
                <p14:cNvContentPartPr/>
                <p14:nvPr/>
              </p14:nvContentPartPr>
              <p14:xfrm>
                <a:off x="2337726" y="3048063"/>
                <a:ext cx="243000" cy="240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541759-4648-4216-030B-0E3569D149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19726" y="3030063"/>
                  <a:ext cx="278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10DF25-A065-CD04-2DD1-60A0A20DE918}"/>
                    </a:ext>
                  </a:extLst>
                </p14:cNvPr>
                <p14:cNvContentPartPr/>
                <p14:nvPr/>
              </p14:nvContentPartPr>
              <p14:xfrm>
                <a:off x="2665686" y="2576463"/>
                <a:ext cx="197640" cy="97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10DF25-A065-CD04-2DD1-60A0A20DE91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647686" y="2558463"/>
                  <a:ext cx="233280" cy="10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C14489D-16D4-B12B-2099-CA20D96D3DC9}"/>
                    </a:ext>
                  </a:extLst>
                </p14:cNvPr>
                <p14:cNvContentPartPr/>
                <p14:nvPr/>
              </p14:nvContentPartPr>
              <p14:xfrm>
                <a:off x="2913366" y="2954823"/>
                <a:ext cx="165240" cy="319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C14489D-16D4-B12B-2099-CA20D96D3DC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895366" y="2937183"/>
                  <a:ext cx="200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104004F-2523-C28F-5A14-659111F4E421}"/>
                    </a:ext>
                  </a:extLst>
                </p14:cNvPr>
                <p14:cNvContentPartPr/>
                <p14:nvPr/>
              </p14:nvContentPartPr>
              <p14:xfrm>
                <a:off x="2881326" y="3098463"/>
                <a:ext cx="123480" cy="52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104004F-2523-C28F-5A14-659111F4E42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863326" y="3080823"/>
                  <a:ext cx="159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A0BEEF-5709-7979-B04C-7D5F4D67456F}"/>
                    </a:ext>
                  </a:extLst>
                </p14:cNvPr>
                <p14:cNvContentPartPr/>
                <p14:nvPr/>
              </p14:nvContentPartPr>
              <p14:xfrm>
                <a:off x="3204606" y="2954463"/>
                <a:ext cx="4320" cy="24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A0BEEF-5709-7979-B04C-7D5F4D6745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86606" y="2936823"/>
                  <a:ext cx="3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68AA7E8-3FD1-3F47-83E3-0DB809A9FFE2}"/>
                    </a:ext>
                  </a:extLst>
                </p14:cNvPr>
                <p14:cNvContentPartPr/>
                <p14:nvPr/>
              </p14:nvContentPartPr>
              <p14:xfrm>
                <a:off x="3203526" y="3146343"/>
                <a:ext cx="11880" cy="31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68AA7E8-3FD1-3F47-83E3-0DB809A9FFE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185886" y="3128343"/>
                  <a:ext cx="47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E681B0D-4AFD-B7FB-1AB6-0C83F28FA528}"/>
                    </a:ext>
                  </a:extLst>
                </p14:cNvPr>
                <p14:cNvContentPartPr/>
                <p14:nvPr/>
              </p14:nvContentPartPr>
              <p14:xfrm>
                <a:off x="3389646" y="2931783"/>
                <a:ext cx="153720" cy="284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E681B0D-4AFD-B7FB-1AB6-0C83F28FA52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71646" y="2914143"/>
                  <a:ext cx="189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2596964-AAA3-7424-DD3E-285F8A51E73F}"/>
                    </a:ext>
                  </a:extLst>
                </p14:cNvPr>
                <p14:cNvContentPartPr/>
                <p14:nvPr/>
              </p14:nvContentPartPr>
              <p14:xfrm>
                <a:off x="3561726" y="2596983"/>
                <a:ext cx="370800" cy="929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2596964-AAA3-7424-DD3E-285F8A51E73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44086" y="2578983"/>
                  <a:ext cx="40644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EA5026B-574A-0B8F-6036-766F96BE22BE}"/>
                    </a:ext>
                  </a:extLst>
                </p14:cNvPr>
                <p14:cNvContentPartPr/>
                <p14:nvPr/>
              </p14:nvContentPartPr>
              <p14:xfrm>
                <a:off x="3064206" y="3458823"/>
                <a:ext cx="360" cy="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EA5026B-574A-0B8F-6036-766F96BE22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46566" y="34408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6B2908-9C7B-5627-9157-AA863AE66E3C}"/>
                    </a:ext>
                  </a:extLst>
                </p14:cNvPr>
                <p14:cNvContentPartPr/>
                <p14:nvPr/>
              </p14:nvContentPartPr>
              <p14:xfrm>
                <a:off x="3284166" y="3354423"/>
                <a:ext cx="4680" cy="1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6B2908-9C7B-5627-9157-AA863AE66E3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66166" y="333642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EDC38E-54C0-D728-7A99-FA9ED54011AE}"/>
                  </a:ext>
                </a:extLst>
              </p14:cNvPr>
              <p14:cNvContentPartPr/>
              <p14:nvPr/>
            </p14:nvContentPartPr>
            <p14:xfrm>
              <a:off x="7769766" y="1212142"/>
              <a:ext cx="1440" cy="3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EDC38E-54C0-D728-7A99-FA9ED54011A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751766" y="1194502"/>
                <a:ext cx="370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EB3939-2752-EAB1-557D-1D775A97DBAC}"/>
                  </a:ext>
                </a:extLst>
              </p14:cNvPr>
              <p14:cNvContentPartPr/>
              <p14:nvPr/>
            </p14:nvContentPartPr>
            <p14:xfrm>
              <a:off x="9540966" y="1710742"/>
              <a:ext cx="6480" cy="7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EB3939-2752-EAB1-557D-1D775A97DBA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523326" y="1692742"/>
                <a:ext cx="421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BFED8CB-B252-F5C7-5AE7-FFA521C26DB2}"/>
                  </a:ext>
                </a:extLst>
              </p14:cNvPr>
              <p14:cNvContentPartPr/>
              <p14:nvPr/>
            </p14:nvContentPartPr>
            <p14:xfrm>
              <a:off x="8534766" y="2403382"/>
              <a:ext cx="7920" cy="5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BFED8CB-B252-F5C7-5AE7-FFA521C26DB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516766" y="2385382"/>
                <a:ext cx="435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C2F5828-1CD9-5136-4EBC-0CE6D056AF9B}"/>
                  </a:ext>
                </a:extLst>
              </p14:cNvPr>
              <p14:cNvContentPartPr/>
              <p14:nvPr/>
            </p14:nvContentPartPr>
            <p14:xfrm>
              <a:off x="9572646" y="2590222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C2F5828-1CD9-5136-4EBC-0CE6D056AF9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554646" y="25722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257AE1-6A4D-58D7-3C4E-DEB9A02E0C89}"/>
                  </a:ext>
                </a:extLst>
              </p14:cNvPr>
              <p14:cNvContentPartPr/>
              <p14:nvPr/>
            </p14:nvContentPartPr>
            <p14:xfrm>
              <a:off x="9395526" y="1023502"/>
              <a:ext cx="9000" cy="64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257AE1-6A4D-58D7-3C4E-DEB9A02E0C8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377886" y="1005862"/>
                <a:ext cx="446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C400EB8-70FB-AC22-7F35-9D74A546A3E9}"/>
                  </a:ext>
                </a:extLst>
              </p14:cNvPr>
              <p14:cNvContentPartPr/>
              <p14:nvPr/>
            </p14:nvContentPartPr>
            <p14:xfrm>
              <a:off x="6212766" y="2933302"/>
              <a:ext cx="57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C400EB8-70FB-AC22-7F35-9D74A546A3E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195126" y="2915662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A1EE139-D3D2-655B-5AC5-27A77B023897}"/>
                  </a:ext>
                </a:extLst>
              </p14:cNvPr>
              <p14:cNvContentPartPr/>
              <p14:nvPr/>
            </p14:nvContentPartPr>
            <p14:xfrm>
              <a:off x="6183246" y="2978662"/>
              <a:ext cx="3600" cy="2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A1EE139-D3D2-655B-5AC5-27A77B02389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165246" y="2960662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1F4162F-E72E-446B-DCA2-8385C0733F31}"/>
                  </a:ext>
                </a:extLst>
              </p14:cNvPr>
              <p14:cNvContentPartPr/>
              <p14:nvPr/>
            </p14:nvContentPartPr>
            <p14:xfrm>
              <a:off x="7463406" y="4025182"/>
              <a:ext cx="304200" cy="298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1F4162F-E72E-446B-DCA2-8385C0733F31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7445406" y="4007542"/>
                <a:ext cx="3398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75F99E2-FAF6-9990-ED98-7F2AE876CCAE}"/>
                  </a:ext>
                </a:extLst>
              </p14:cNvPr>
              <p14:cNvContentPartPr/>
              <p14:nvPr/>
            </p14:nvContentPartPr>
            <p14:xfrm>
              <a:off x="381486" y="5083942"/>
              <a:ext cx="12600" cy="3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75F99E2-FAF6-9990-ED98-7F2AE876CCAE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363846" y="5065942"/>
                <a:ext cx="4824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5C23D23-D9E2-3B9C-40B7-FFF900F09400}"/>
              </a:ext>
            </a:extLst>
          </p:cNvPr>
          <p:cNvGrpSpPr/>
          <p:nvPr/>
        </p:nvGrpSpPr>
        <p:grpSpPr>
          <a:xfrm>
            <a:off x="1095726" y="3382582"/>
            <a:ext cx="3002400" cy="919800"/>
            <a:chOff x="1095726" y="3382582"/>
            <a:chExt cx="3002400" cy="9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324B64-4A4C-C1BB-7FA4-57E7AE8E3DF0}"/>
                    </a:ext>
                  </a:extLst>
                </p14:cNvPr>
                <p14:cNvContentPartPr/>
                <p14:nvPr/>
              </p14:nvContentPartPr>
              <p14:xfrm>
                <a:off x="1998246" y="4073422"/>
                <a:ext cx="92160" cy="3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324B64-4A4C-C1BB-7FA4-57E7AE8E3DF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980606" y="4055422"/>
                  <a:ext cx="127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F2DB2B-67AA-F4C6-82DE-32449A2A301A}"/>
                    </a:ext>
                  </a:extLst>
                </p14:cNvPr>
                <p14:cNvContentPartPr/>
                <p14:nvPr/>
              </p14:nvContentPartPr>
              <p14:xfrm>
                <a:off x="1995366" y="4162342"/>
                <a:ext cx="16596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F2DB2B-67AA-F4C6-82DE-32449A2A30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977366" y="4144342"/>
                  <a:ext cx="201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156374-A37E-452E-D444-281AF836C259}"/>
                    </a:ext>
                  </a:extLst>
                </p14:cNvPr>
                <p14:cNvContentPartPr/>
                <p14:nvPr/>
              </p14:nvContentPartPr>
              <p14:xfrm>
                <a:off x="2534646" y="3954622"/>
                <a:ext cx="98640" cy="347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156374-A37E-452E-D444-281AF836C25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516646" y="3936622"/>
                  <a:ext cx="134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B1AFC3-1DB4-108D-52D6-01782CBAE886}"/>
                    </a:ext>
                  </a:extLst>
                </p14:cNvPr>
                <p14:cNvContentPartPr/>
                <p14:nvPr/>
              </p14:nvContentPartPr>
              <p14:xfrm>
                <a:off x="2489646" y="3908542"/>
                <a:ext cx="147240" cy="138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B1AFC3-1DB4-108D-52D6-01782CBAE88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71646" y="3890902"/>
                  <a:ext cx="182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0F5CEB4-EB1B-606B-A699-402657A7B83C}"/>
                    </a:ext>
                  </a:extLst>
                </p14:cNvPr>
                <p14:cNvContentPartPr/>
                <p14:nvPr/>
              </p14:nvContentPartPr>
              <p14:xfrm>
                <a:off x="2810406" y="3676702"/>
                <a:ext cx="222840" cy="540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0F5CEB4-EB1B-606B-A699-402657A7B83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792766" y="3658702"/>
                  <a:ext cx="2584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1964E8-3EAA-6DB0-E489-8A4C51D92A3D}"/>
                    </a:ext>
                  </a:extLst>
                </p14:cNvPr>
                <p14:cNvContentPartPr/>
                <p14:nvPr/>
              </p14:nvContentPartPr>
              <p14:xfrm>
                <a:off x="3107406" y="3885142"/>
                <a:ext cx="173520" cy="20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1964E8-3EAA-6DB0-E489-8A4C51D92A3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089766" y="3867502"/>
                  <a:ext cx="209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4E34A7-85BE-F0B5-4E6E-9991F45623CB}"/>
                    </a:ext>
                  </a:extLst>
                </p14:cNvPr>
                <p14:cNvContentPartPr/>
                <p14:nvPr/>
              </p14:nvContentPartPr>
              <p14:xfrm>
                <a:off x="3265086" y="3658342"/>
                <a:ext cx="161280" cy="623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4E34A7-85BE-F0B5-4E6E-9991F45623C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247086" y="3640702"/>
                  <a:ext cx="19692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C2092D-11C9-9607-B36F-274C4F1E87D3}"/>
                    </a:ext>
                  </a:extLst>
                </p14:cNvPr>
                <p14:cNvContentPartPr/>
                <p14:nvPr/>
              </p14:nvContentPartPr>
              <p14:xfrm>
                <a:off x="1095726" y="3382582"/>
                <a:ext cx="3002400" cy="28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C2092D-11C9-9607-B36F-274C4F1E87D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77726" y="3364582"/>
                  <a:ext cx="303804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B2F8D8-37F4-B33C-33EC-4D0A07729041}"/>
                  </a:ext>
                </a:extLst>
              </p14:cNvPr>
              <p14:cNvContentPartPr/>
              <p14:nvPr/>
            </p14:nvContentPartPr>
            <p14:xfrm>
              <a:off x="6392046" y="4893862"/>
              <a:ext cx="4638600" cy="337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B2F8D8-37F4-B33C-33EC-4D0A0772904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6374046" y="4876222"/>
                <a:ext cx="46742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474DBA8-CDCC-F1B4-D583-EEAE4BE64C8F}"/>
                  </a:ext>
                </a:extLst>
              </p14:cNvPr>
              <p14:cNvContentPartPr/>
              <p14:nvPr/>
            </p14:nvContentPartPr>
            <p14:xfrm>
              <a:off x="5598606" y="4709542"/>
              <a:ext cx="496440" cy="3096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474DBA8-CDCC-F1B4-D583-EEAE4BE64C8F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5580966" y="4691542"/>
                <a:ext cx="532080" cy="34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63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D66F552-7D0E-6D8B-AB2F-9D87511FFBB8}"/>
              </a:ext>
            </a:extLst>
          </p:cNvPr>
          <p:cNvGrpSpPr/>
          <p:nvPr/>
        </p:nvGrpSpPr>
        <p:grpSpPr>
          <a:xfrm>
            <a:off x="1208406" y="314223"/>
            <a:ext cx="506880" cy="335880"/>
            <a:chOff x="1208406" y="314223"/>
            <a:chExt cx="50688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A5EAF20-3AE1-651A-376F-BAEED7D8DBFB}"/>
                    </a:ext>
                  </a:extLst>
                </p14:cNvPr>
                <p14:cNvContentPartPr/>
                <p14:nvPr/>
              </p14:nvContentPartPr>
              <p14:xfrm>
                <a:off x="1208406" y="314223"/>
                <a:ext cx="196920" cy="335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A5EAF20-3AE1-651A-376F-BAEED7D8DBF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0766" y="296223"/>
                  <a:ext cx="2325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204672-6232-C4E8-8BB7-BFFDBF0FE380}"/>
                    </a:ext>
                  </a:extLst>
                </p14:cNvPr>
                <p14:cNvContentPartPr/>
                <p14:nvPr/>
              </p14:nvContentPartPr>
              <p14:xfrm>
                <a:off x="1241886" y="508623"/>
                <a:ext cx="142560" cy="3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204672-6232-C4E8-8BB7-BFFDBF0FE3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24246" y="490623"/>
                  <a:ext cx="178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22C5AD-6162-4052-9E33-B55E85A35CA4}"/>
                    </a:ext>
                  </a:extLst>
                </p14:cNvPr>
                <p14:cNvContentPartPr/>
                <p14:nvPr/>
              </p14:nvContentPartPr>
              <p14:xfrm>
                <a:off x="1528446" y="370023"/>
                <a:ext cx="165240" cy="241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22C5AD-6162-4052-9E33-B55E85A35C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0446" y="352023"/>
                  <a:ext cx="200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F360D0-7462-2AB7-85AC-014D396D865D}"/>
                    </a:ext>
                  </a:extLst>
                </p14:cNvPr>
                <p14:cNvContentPartPr/>
                <p14:nvPr/>
              </p14:nvContentPartPr>
              <p14:xfrm>
                <a:off x="1537806" y="392703"/>
                <a:ext cx="177480" cy="244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F360D0-7462-2AB7-85AC-014D396D865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9806" y="374703"/>
                  <a:ext cx="2131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543841-09EF-E050-04BB-2E1F41078C00}"/>
              </a:ext>
            </a:extLst>
          </p:cNvPr>
          <p:cNvGrpSpPr/>
          <p:nvPr/>
        </p:nvGrpSpPr>
        <p:grpSpPr>
          <a:xfrm>
            <a:off x="1946766" y="422583"/>
            <a:ext cx="162000" cy="132480"/>
            <a:chOff x="1946766" y="422583"/>
            <a:chExt cx="16200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875F53-3151-31EF-6D0B-C1448F361C24}"/>
                    </a:ext>
                  </a:extLst>
                </p14:cNvPr>
                <p14:cNvContentPartPr/>
                <p14:nvPr/>
              </p14:nvContentPartPr>
              <p14:xfrm>
                <a:off x="1946766" y="422583"/>
                <a:ext cx="162000" cy="2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875F53-3151-31EF-6D0B-C1448F361C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9126" y="404583"/>
                  <a:ext cx="197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BDBBD5-E44E-634D-CC0C-AD37CFA3F719}"/>
                    </a:ext>
                  </a:extLst>
                </p14:cNvPr>
                <p14:cNvContentPartPr/>
                <p14:nvPr/>
              </p14:nvContentPartPr>
              <p14:xfrm>
                <a:off x="1956486" y="504303"/>
                <a:ext cx="119880" cy="5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BDBBD5-E44E-634D-CC0C-AD37CFA3F7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38846" y="486303"/>
                  <a:ext cx="15552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4ED769-AB32-CC6B-613F-0DA6CCE755A2}"/>
                  </a:ext>
                </a:extLst>
              </p14:cNvPr>
              <p14:cNvContentPartPr/>
              <p14:nvPr/>
            </p14:nvContentPartPr>
            <p14:xfrm>
              <a:off x="2339526" y="302703"/>
              <a:ext cx="299880" cy="330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4ED769-AB32-CC6B-613F-0DA6CCE755A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21526" y="285063"/>
                <a:ext cx="33552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4E3BCA-3BCD-4825-46BE-A45AA68DF2DB}"/>
                  </a:ext>
                </a:extLst>
              </p14:cNvPr>
              <p14:cNvContentPartPr/>
              <p14:nvPr/>
            </p14:nvContentPartPr>
            <p14:xfrm>
              <a:off x="518646" y="1098303"/>
              <a:ext cx="366120" cy="180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4E3BCA-3BCD-4825-46BE-A45AA68DF2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0646" y="1080663"/>
                <a:ext cx="401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0114C3-C08D-5F6F-ADDD-7630DD9302D6}"/>
                  </a:ext>
                </a:extLst>
              </p14:cNvPr>
              <p14:cNvContentPartPr/>
              <p14:nvPr/>
            </p14:nvContentPartPr>
            <p14:xfrm>
              <a:off x="1143246" y="1102983"/>
              <a:ext cx="241560" cy="131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0114C3-C08D-5F6F-ADDD-7630DD9302D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25606" y="1085343"/>
                <a:ext cx="27720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047B1C3-60FF-2765-8B6D-2D4C4EC8E492}"/>
              </a:ext>
            </a:extLst>
          </p:cNvPr>
          <p:cNvGrpSpPr/>
          <p:nvPr/>
        </p:nvGrpSpPr>
        <p:grpSpPr>
          <a:xfrm>
            <a:off x="1699806" y="947823"/>
            <a:ext cx="1616400" cy="304920"/>
            <a:chOff x="1699806" y="947823"/>
            <a:chExt cx="16164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BFA1AF-049C-B683-F810-557348AA9094}"/>
                    </a:ext>
                  </a:extLst>
                </p14:cNvPr>
                <p14:cNvContentPartPr/>
                <p14:nvPr/>
              </p14:nvContentPartPr>
              <p14:xfrm>
                <a:off x="1699806" y="1084983"/>
                <a:ext cx="500760" cy="167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BFA1AF-049C-B683-F810-557348AA90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81806" y="1066983"/>
                  <a:ext cx="536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4E1B1C-0E7C-C485-EAB1-EBE69C662AD7}"/>
                    </a:ext>
                  </a:extLst>
                </p14:cNvPr>
                <p14:cNvContentPartPr/>
                <p14:nvPr/>
              </p14:nvContentPartPr>
              <p14:xfrm>
                <a:off x="2283006" y="1090743"/>
                <a:ext cx="240840" cy="127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4E1B1C-0E7C-C485-EAB1-EBE69C662A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65366" y="1072743"/>
                  <a:ext cx="2764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A79745-5671-1D40-66D7-DD2F71DA9033}"/>
                    </a:ext>
                  </a:extLst>
                </p14:cNvPr>
                <p14:cNvContentPartPr/>
                <p14:nvPr/>
              </p14:nvContentPartPr>
              <p14:xfrm>
                <a:off x="2749926" y="947823"/>
                <a:ext cx="138960" cy="24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A79745-5671-1D40-66D7-DD2F71DA90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31926" y="930183"/>
                  <a:ext cx="1746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AF7E4A-577B-9B56-2B9D-F2E715345962}"/>
                    </a:ext>
                  </a:extLst>
                </p14:cNvPr>
                <p14:cNvContentPartPr/>
                <p14:nvPr/>
              </p14:nvContentPartPr>
              <p14:xfrm>
                <a:off x="3003006" y="1032783"/>
                <a:ext cx="110880" cy="11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AF7E4A-577B-9B56-2B9D-F2E7153459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5366" y="1015143"/>
                  <a:ext cx="146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CD9AF4D-5152-17FA-A456-4BD4970DD381}"/>
                    </a:ext>
                  </a:extLst>
                </p14:cNvPr>
                <p14:cNvContentPartPr/>
                <p14:nvPr/>
              </p14:nvContentPartPr>
              <p14:xfrm>
                <a:off x="3207846" y="1007223"/>
                <a:ext cx="108360" cy="162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CD9AF4D-5152-17FA-A456-4BD4970DD3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90206" y="989223"/>
                  <a:ext cx="14400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85C83D-3609-F7AA-4295-084C314B055C}"/>
                  </a:ext>
                </a:extLst>
              </p14:cNvPr>
              <p14:cNvContentPartPr/>
              <p14:nvPr/>
            </p14:nvContentPartPr>
            <p14:xfrm>
              <a:off x="3987606" y="943863"/>
              <a:ext cx="282600" cy="543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85C83D-3609-F7AA-4295-084C314B05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69606" y="925863"/>
                <a:ext cx="318240" cy="57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7296C1F-D24B-B2BC-0D7F-13D22C2DB7E5}"/>
              </a:ext>
            </a:extLst>
          </p:cNvPr>
          <p:cNvGrpSpPr/>
          <p:nvPr/>
        </p:nvGrpSpPr>
        <p:grpSpPr>
          <a:xfrm>
            <a:off x="4887246" y="1066983"/>
            <a:ext cx="667440" cy="420120"/>
            <a:chOff x="4887246" y="1066983"/>
            <a:chExt cx="66744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C207D5-9038-3429-40F7-83D2E925F39D}"/>
                    </a:ext>
                  </a:extLst>
                </p14:cNvPr>
                <p14:cNvContentPartPr/>
                <p14:nvPr/>
              </p14:nvContentPartPr>
              <p14:xfrm>
                <a:off x="4887246" y="1067343"/>
                <a:ext cx="278280" cy="41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C207D5-9038-3429-40F7-83D2E925F3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9246" y="1049343"/>
                  <a:ext cx="3139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B1A33E-4CFA-F4B1-6F69-8C72BE000383}"/>
                    </a:ext>
                  </a:extLst>
                </p14:cNvPr>
                <p14:cNvContentPartPr/>
                <p14:nvPr/>
              </p14:nvContentPartPr>
              <p14:xfrm>
                <a:off x="5247966" y="1066983"/>
                <a:ext cx="306720" cy="157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B1A33E-4CFA-F4B1-6F69-8C72BE0003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30326" y="1048983"/>
                  <a:ext cx="3423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2220012-3526-8772-019B-3C77BA54C3AC}"/>
                  </a:ext>
                </a:extLst>
              </p14:cNvPr>
              <p14:cNvContentPartPr/>
              <p14:nvPr/>
            </p14:nvContentPartPr>
            <p14:xfrm>
              <a:off x="6204486" y="1186503"/>
              <a:ext cx="56520" cy="158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2220012-3526-8772-019B-3C77BA54C3A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86486" y="1168863"/>
                <a:ext cx="9216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23577220-0F75-8610-6E21-360477767310}"/>
              </a:ext>
            </a:extLst>
          </p:cNvPr>
          <p:cNvGrpSpPr/>
          <p:nvPr/>
        </p:nvGrpSpPr>
        <p:grpSpPr>
          <a:xfrm>
            <a:off x="6636486" y="1066623"/>
            <a:ext cx="720720" cy="168480"/>
            <a:chOff x="6636486" y="1066623"/>
            <a:chExt cx="72072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14A8D2-D861-9EDA-B186-4A5610602181}"/>
                    </a:ext>
                  </a:extLst>
                </p14:cNvPr>
                <p14:cNvContentPartPr/>
                <p14:nvPr/>
              </p14:nvContentPartPr>
              <p14:xfrm>
                <a:off x="6636486" y="1088223"/>
                <a:ext cx="337680" cy="146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14A8D2-D861-9EDA-B186-4A56106021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18846" y="1070583"/>
                  <a:ext cx="373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DDEF0E-7A5B-4371-3E9A-72F144F343AD}"/>
                    </a:ext>
                  </a:extLst>
                </p14:cNvPr>
                <p14:cNvContentPartPr/>
                <p14:nvPr/>
              </p14:nvContentPartPr>
              <p14:xfrm>
                <a:off x="7140486" y="1066623"/>
                <a:ext cx="216720" cy="134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DDEF0E-7A5B-4371-3E9A-72F144F343A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22846" y="1048983"/>
                  <a:ext cx="25236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645B0E-BB87-30CE-4974-3699B4A448CE}"/>
              </a:ext>
            </a:extLst>
          </p:cNvPr>
          <p:cNvGrpSpPr/>
          <p:nvPr/>
        </p:nvGrpSpPr>
        <p:grpSpPr>
          <a:xfrm>
            <a:off x="7841766" y="906423"/>
            <a:ext cx="1400040" cy="299880"/>
            <a:chOff x="7841766" y="906423"/>
            <a:chExt cx="140004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CEB14E-D992-9926-B90C-8F275AB1312F}"/>
                    </a:ext>
                  </a:extLst>
                </p14:cNvPr>
                <p14:cNvContentPartPr/>
                <p14:nvPr/>
              </p14:nvContentPartPr>
              <p14:xfrm>
                <a:off x="7841766" y="1070223"/>
                <a:ext cx="273600" cy="13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CEB14E-D992-9926-B90C-8F275AB131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24126" y="1052223"/>
                  <a:ext cx="30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73A022E-9B8E-04FA-A37B-EC9F9E39DF8C}"/>
                    </a:ext>
                  </a:extLst>
                </p14:cNvPr>
                <p14:cNvContentPartPr/>
                <p14:nvPr/>
              </p14:nvContentPartPr>
              <p14:xfrm>
                <a:off x="8179806" y="1067703"/>
                <a:ext cx="397440" cy="130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73A022E-9B8E-04FA-A37B-EC9F9E39DF8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61806" y="1050063"/>
                  <a:ext cx="433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7BF4D9-6B4C-C8A6-9093-CE5DF235D543}"/>
                    </a:ext>
                  </a:extLst>
                </p14:cNvPr>
                <p14:cNvContentPartPr/>
                <p14:nvPr/>
              </p14:nvContentPartPr>
              <p14:xfrm>
                <a:off x="8752206" y="906423"/>
                <a:ext cx="109080" cy="298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7BF4D9-6B4C-C8A6-9093-CE5DF235D5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34566" y="888783"/>
                  <a:ext cx="144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3D2C53-662A-3C41-A5A2-5522DA77F55F}"/>
                    </a:ext>
                  </a:extLst>
                </p14:cNvPr>
                <p14:cNvContentPartPr/>
                <p14:nvPr/>
              </p14:nvContentPartPr>
              <p14:xfrm>
                <a:off x="8935086" y="1028463"/>
                <a:ext cx="306720" cy="156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3D2C53-662A-3C41-A5A2-5522DA77F5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17446" y="1010463"/>
                  <a:ext cx="34236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66E06E2-4B70-0B58-4F18-123DD01A9DDB}"/>
                  </a:ext>
                </a:extLst>
              </p14:cNvPr>
              <p14:cNvContentPartPr/>
              <p14:nvPr/>
            </p14:nvContentPartPr>
            <p14:xfrm>
              <a:off x="9608646" y="888783"/>
              <a:ext cx="322560" cy="66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66E06E2-4B70-0B58-4F18-123DD01A9D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91006" y="870783"/>
                <a:ext cx="358200" cy="70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DDB8CF3-B262-AA46-5C90-F2ED336FDE91}"/>
              </a:ext>
            </a:extLst>
          </p:cNvPr>
          <p:cNvGrpSpPr/>
          <p:nvPr/>
        </p:nvGrpSpPr>
        <p:grpSpPr>
          <a:xfrm>
            <a:off x="10317846" y="805983"/>
            <a:ext cx="1773000" cy="379080"/>
            <a:chOff x="10317846" y="805983"/>
            <a:chExt cx="17730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9842A8-727E-996F-D457-E9C7973DF14D}"/>
                    </a:ext>
                  </a:extLst>
                </p14:cNvPr>
                <p14:cNvContentPartPr/>
                <p14:nvPr/>
              </p14:nvContentPartPr>
              <p14:xfrm>
                <a:off x="10317846" y="1062663"/>
                <a:ext cx="110520" cy="122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9842A8-727E-996F-D457-E9C7973DF1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00206" y="1044663"/>
                  <a:ext cx="146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D12402-D4F2-A26A-42E3-E02CCB3D6AE8}"/>
                    </a:ext>
                  </a:extLst>
                </p14:cNvPr>
                <p14:cNvContentPartPr/>
                <p14:nvPr/>
              </p14:nvContentPartPr>
              <p14:xfrm>
                <a:off x="10496766" y="1048623"/>
                <a:ext cx="182880" cy="11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D12402-D4F2-A26A-42E3-E02CCB3D6A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78766" y="1030623"/>
                  <a:ext cx="218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B1E7DF-381C-4EB7-70A5-FFF7B9E75CAF}"/>
                    </a:ext>
                  </a:extLst>
                </p14:cNvPr>
                <p14:cNvContentPartPr/>
                <p14:nvPr/>
              </p14:nvContentPartPr>
              <p14:xfrm>
                <a:off x="10864686" y="805983"/>
                <a:ext cx="129960" cy="30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B1E7DF-381C-4EB7-70A5-FFF7B9E75C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46686" y="788343"/>
                  <a:ext cx="1656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6F66E2-36D8-A5EA-C5CA-31FC97D9D450}"/>
                    </a:ext>
                  </a:extLst>
                </p14:cNvPr>
                <p14:cNvContentPartPr/>
                <p14:nvPr/>
              </p14:nvContentPartPr>
              <p14:xfrm>
                <a:off x="11110566" y="983103"/>
                <a:ext cx="139680" cy="110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6F66E2-36D8-A5EA-C5CA-31FC97D9D4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92926" y="965103"/>
                  <a:ext cx="175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20BC0D-8851-B3D0-5CFE-D08CB316A623}"/>
                    </a:ext>
                  </a:extLst>
                </p14:cNvPr>
                <p14:cNvContentPartPr/>
                <p14:nvPr/>
              </p14:nvContentPartPr>
              <p14:xfrm>
                <a:off x="11338446" y="952143"/>
                <a:ext cx="97560" cy="13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20BC0D-8851-B3D0-5CFE-D08CB316A6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320446" y="934143"/>
                  <a:ext cx="133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61502B-4F68-1226-4AC6-1AFB87C7B8CB}"/>
                    </a:ext>
                  </a:extLst>
                </p14:cNvPr>
                <p14:cNvContentPartPr/>
                <p14:nvPr/>
              </p14:nvContentPartPr>
              <p14:xfrm>
                <a:off x="11522406" y="895263"/>
                <a:ext cx="445320" cy="171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61502B-4F68-1226-4AC6-1AFB87C7B8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04766" y="877623"/>
                  <a:ext cx="4809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15973D-37F4-6CDF-959A-B6AF52B7839F}"/>
                    </a:ext>
                  </a:extLst>
                </p14:cNvPr>
                <p14:cNvContentPartPr/>
                <p14:nvPr/>
              </p14:nvContentPartPr>
              <p14:xfrm>
                <a:off x="11888166" y="949623"/>
                <a:ext cx="202680" cy="92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15973D-37F4-6CDF-959A-B6AF52B783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870526" y="931983"/>
                  <a:ext cx="23832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6A0A731-38C4-329A-4212-63A0BD9FC60A}"/>
                  </a:ext>
                </a:extLst>
              </p14:cNvPr>
              <p14:cNvContentPartPr/>
              <p14:nvPr/>
            </p14:nvContentPartPr>
            <p14:xfrm>
              <a:off x="1117326" y="891663"/>
              <a:ext cx="4680" cy="1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6A0A731-38C4-329A-4212-63A0BD9FC60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9686" y="874023"/>
                <a:ext cx="4032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9C244A42-B696-D3F3-7D02-06327BCD0A3A}"/>
              </a:ext>
            </a:extLst>
          </p:cNvPr>
          <p:cNvGrpSpPr/>
          <p:nvPr/>
        </p:nvGrpSpPr>
        <p:grpSpPr>
          <a:xfrm>
            <a:off x="127686" y="1668543"/>
            <a:ext cx="1454760" cy="354960"/>
            <a:chOff x="127686" y="1668543"/>
            <a:chExt cx="145476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8177BD-979A-F038-C64E-83D849C6BE66}"/>
                    </a:ext>
                  </a:extLst>
                </p14:cNvPr>
                <p14:cNvContentPartPr/>
                <p14:nvPr/>
              </p14:nvContentPartPr>
              <p14:xfrm>
                <a:off x="127686" y="1668543"/>
                <a:ext cx="728640" cy="354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8177BD-979A-F038-C64E-83D849C6BE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046" y="1650903"/>
                  <a:ext cx="7642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1D4DB7-64DF-E824-3794-5600F2A6DE04}"/>
                    </a:ext>
                  </a:extLst>
                </p14:cNvPr>
                <p14:cNvContentPartPr/>
                <p14:nvPr/>
              </p14:nvContentPartPr>
              <p14:xfrm>
                <a:off x="1209846" y="1684743"/>
                <a:ext cx="199080" cy="84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1D4DB7-64DF-E824-3794-5600F2A6DE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2206" y="1666743"/>
                  <a:ext cx="234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8DBB3D-3AAD-E38E-139D-95ED63A5D15D}"/>
                    </a:ext>
                  </a:extLst>
                </p14:cNvPr>
                <p14:cNvContentPartPr/>
                <p14:nvPr/>
              </p14:nvContentPartPr>
              <p14:xfrm>
                <a:off x="1272486" y="1712103"/>
                <a:ext cx="75240" cy="211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8DBB3D-3AAD-E38E-139D-95ED63A5D1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4846" y="1694103"/>
                  <a:ext cx="110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EE0ABF-7ADE-1D33-6B67-78417174729D}"/>
                    </a:ext>
                  </a:extLst>
                </p14:cNvPr>
                <p14:cNvContentPartPr/>
                <p14:nvPr/>
              </p14:nvContentPartPr>
              <p14:xfrm>
                <a:off x="1095006" y="1955823"/>
                <a:ext cx="269280" cy="41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EE0ABF-7ADE-1D33-6B67-7841717472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7006" y="1938183"/>
                  <a:ext cx="304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3E9AFE-FAE8-E72D-D770-652A48C605B2}"/>
                    </a:ext>
                  </a:extLst>
                </p14:cNvPr>
                <p14:cNvContentPartPr/>
                <p14:nvPr/>
              </p14:nvContentPartPr>
              <p14:xfrm>
                <a:off x="1574166" y="1737663"/>
                <a:ext cx="8280" cy="2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3E9AFE-FAE8-E72D-D770-652A48C605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56166" y="1720023"/>
                  <a:ext cx="43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DF3587-9ACD-A557-2236-C82E7407DD2E}"/>
                    </a:ext>
                  </a:extLst>
                </p14:cNvPr>
                <p14:cNvContentPartPr/>
                <p14:nvPr/>
              </p14:nvContentPartPr>
              <p14:xfrm>
                <a:off x="1514406" y="1946823"/>
                <a:ext cx="7920" cy="25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DF3587-9ACD-A557-2236-C82E7407DD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96766" y="1929183"/>
                  <a:ext cx="435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04288B1-E0A3-EDF7-0AAF-6F0D78E85F57}"/>
              </a:ext>
            </a:extLst>
          </p:cNvPr>
          <p:cNvGrpSpPr/>
          <p:nvPr/>
        </p:nvGrpSpPr>
        <p:grpSpPr>
          <a:xfrm>
            <a:off x="1908606" y="1621023"/>
            <a:ext cx="621360" cy="374400"/>
            <a:chOff x="1908606" y="1621023"/>
            <a:chExt cx="6213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FF284D-7D8D-67A0-926D-0E84E69BD56B}"/>
                    </a:ext>
                  </a:extLst>
                </p14:cNvPr>
                <p14:cNvContentPartPr/>
                <p14:nvPr/>
              </p14:nvContentPartPr>
              <p14:xfrm>
                <a:off x="1908606" y="1621023"/>
                <a:ext cx="407160" cy="37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FF284D-7D8D-67A0-926D-0E84E69BD5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90606" y="1603383"/>
                  <a:ext cx="4428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17F4B69-7E92-A011-9D76-1A2A18E1D9D6}"/>
                    </a:ext>
                  </a:extLst>
                </p14:cNvPr>
                <p14:cNvContentPartPr/>
                <p14:nvPr/>
              </p14:nvContentPartPr>
              <p14:xfrm>
                <a:off x="2392446" y="1651623"/>
                <a:ext cx="108000" cy="27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17F4B69-7E92-A011-9D76-1A2A18E1D9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74446" y="1633623"/>
                  <a:ext cx="1436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D9CA29-729E-302F-3511-7A45FDC8CB48}"/>
                    </a:ext>
                  </a:extLst>
                </p14:cNvPr>
                <p14:cNvContentPartPr/>
                <p14:nvPr/>
              </p14:nvContentPartPr>
              <p14:xfrm>
                <a:off x="2281206" y="1719663"/>
                <a:ext cx="248760" cy="54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D9CA29-729E-302F-3511-7A45FDC8CB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3566" y="1702023"/>
                  <a:ext cx="2844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6DFF97C-92D6-98FC-B502-2092CD368CEE}"/>
              </a:ext>
            </a:extLst>
          </p:cNvPr>
          <p:cNvGrpSpPr/>
          <p:nvPr/>
        </p:nvGrpSpPr>
        <p:grpSpPr>
          <a:xfrm>
            <a:off x="2871246" y="1684383"/>
            <a:ext cx="1124280" cy="339120"/>
            <a:chOff x="2871246" y="1684383"/>
            <a:chExt cx="11242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1AE4870-5DB1-7098-1817-F28F7E4FA12C}"/>
                    </a:ext>
                  </a:extLst>
                </p14:cNvPr>
                <p14:cNvContentPartPr/>
                <p14:nvPr/>
              </p14:nvContentPartPr>
              <p14:xfrm>
                <a:off x="2871246" y="1817943"/>
                <a:ext cx="339840" cy="12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1AE4870-5DB1-7098-1817-F28F7E4FA1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53246" y="1799943"/>
                  <a:ext cx="375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1BE3A6-ADA0-8C97-CB40-D321C79F0106}"/>
                    </a:ext>
                  </a:extLst>
                </p14:cNvPr>
                <p14:cNvContentPartPr/>
                <p14:nvPr/>
              </p14:nvContentPartPr>
              <p14:xfrm>
                <a:off x="3398646" y="1806783"/>
                <a:ext cx="162720" cy="34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1BE3A6-ADA0-8C97-CB40-D321C79F01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81006" y="1788783"/>
                  <a:ext cx="198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6EDDBF-8226-9029-D0AA-A47480C24857}"/>
                    </a:ext>
                  </a:extLst>
                </p14:cNvPr>
                <p14:cNvContentPartPr/>
                <p14:nvPr/>
              </p14:nvContentPartPr>
              <p14:xfrm>
                <a:off x="3359766" y="1878783"/>
                <a:ext cx="204840" cy="50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6EDDBF-8226-9029-D0AA-A47480C248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41766" y="1860783"/>
                  <a:ext cx="240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8A391A-E86F-6017-9050-144E1C0C9492}"/>
                    </a:ext>
                  </a:extLst>
                </p14:cNvPr>
                <p14:cNvContentPartPr/>
                <p14:nvPr/>
              </p14:nvContentPartPr>
              <p14:xfrm>
                <a:off x="3448326" y="1684383"/>
                <a:ext cx="80280" cy="339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8A391A-E86F-6017-9050-144E1C0C949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30686" y="1666743"/>
                  <a:ext cx="1159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8D1B4C5-B6B5-38F9-A118-BBA363DFCB4D}"/>
                    </a:ext>
                  </a:extLst>
                </p14:cNvPr>
                <p14:cNvContentPartPr/>
                <p14:nvPr/>
              </p14:nvContentPartPr>
              <p14:xfrm>
                <a:off x="3735246" y="1775823"/>
                <a:ext cx="260280" cy="148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8D1B4C5-B6B5-38F9-A118-BBA363DFCB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17246" y="1758183"/>
                  <a:ext cx="2959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F39DF6C-9BDD-5FA7-36B5-2A9BB7ACE0BA}"/>
              </a:ext>
            </a:extLst>
          </p:cNvPr>
          <p:cNvGrpSpPr/>
          <p:nvPr/>
        </p:nvGrpSpPr>
        <p:grpSpPr>
          <a:xfrm>
            <a:off x="261606" y="2230503"/>
            <a:ext cx="250560" cy="444960"/>
            <a:chOff x="261606" y="2230503"/>
            <a:chExt cx="25056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3D8091D-69DE-D9CC-0361-F909CEBCB78C}"/>
                    </a:ext>
                  </a:extLst>
                </p14:cNvPr>
                <p14:cNvContentPartPr/>
                <p14:nvPr/>
              </p14:nvContentPartPr>
              <p14:xfrm>
                <a:off x="261606" y="2428503"/>
                <a:ext cx="42840" cy="153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3D8091D-69DE-D9CC-0361-F909CEBCB7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3606" y="2410863"/>
                  <a:ext cx="78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9DD2A6-5D4B-8C3F-F0CB-8B70A9521A16}"/>
                    </a:ext>
                  </a:extLst>
                </p14:cNvPr>
                <p14:cNvContentPartPr/>
                <p14:nvPr/>
              </p14:nvContentPartPr>
              <p14:xfrm>
                <a:off x="361686" y="2230503"/>
                <a:ext cx="150480" cy="444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9DD2A6-5D4B-8C3F-F0CB-8B70A9521A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4046" y="2212503"/>
                  <a:ext cx="186120" cy="48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C95D67B-FF63-F9DD-80FE-AE56F74F2C3B}"/>
                  </a:ext>
                </a:extLst>
              </p14:cNvPr>
              <p14:cNvContentPartPr/>
              <p14:nvPr/>
            </p14:nvContentPartPr>
            <p14:xfrm>
              <a:off x="290406" y="2912343"/>
              <a:ext cx="16920" cy="9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C95D67B-FF63-F9DD-80FE-AE56F74F2C3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72766" y="2894703"/>
                <a:ext cx="525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4616C8A-DC48-851C-7451-D83F8CB96251}"/>
                  </a:ext>
                </a:extLst>
              </p14:cNvPr>
              <p14:cNvContentPartPr/>
              <p14:nvPr/>
            </p14:nvContentPartPr>
            <p14:xfrm>
              <a:off x="5496006" y="2550903"/>
              <a:ext cx="124920" cy="185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4616C8A-DC48-851C-7451-D83F8CB9625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78006" y="2532903"/>
                <a:ext cx="16056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A69DA62-9130-4C11-8EAB-6233963A89BD}"/>
              </a:ext>
            </a:extLst>
          </p:cNvPr>
          <p:cNvGrpSpPr/>
          <p:nvPr/>
        </p:nvGrpSpPr>
        <p:grpSpPr>
          <a:xfrm>
            <a:off x="6121686" y="2234103"/>
            <a:ext cx="1331640" cy="510840"/>
            <a:chOff x="6121686" y="2234103"/>
            <a:chExt cx="133164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EABD214-8638-AE4B-B489-2BFA5363FFC0}"/>
                    </a:ext>
                  </a:extLst>
                </p14:cNvPr>
                <p14:cNvContentPartPr/>
                <p14:nvPr/>
              </p14:nvContentPartPr>
              <p14:xfrm>
                <a:off x="6121686" y="2342463"/>
                <a:ext cx="162000" cy="219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EABD214-8638-AE4B-B489-2BFA5363FFC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03686" y="2324463"/>
                  <a:ext cx="197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85CECC-BA2B-94FD-018D-D31B386CE243}"/>
                    </a:ext>
                  </a:extLst>
                </p14:cNvPr>
                <p14:cNvContentPartPr/>
                <p14:nvPr/>
              </p14:nvContentPartPr>
              <p14:xfrm>
                <a:off x="6327606" y="2394663"/>
                <a:ext cx="310320" cy="133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85CECC-BA2B-94FD-018D-D31B386CE2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09966" y="2376663"/>
                  <a:ext cx="345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DA9F512-4168-ACFE-AD96-EE895B72BD80}"/>
                    </a:ext>
                  </a:extLst>
                </p14:cNvPr>
                <p14:cNvContentPartPr/>
                <p14:nvPr/>
              </p14:nvContentPartPr>
              <p14:xfrm>
                <a:off x="6627486" y="2234103"/>
                <a:ext cx="31320" cy="41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DA9F512-4168-ACFE-AD96-EE895B72BD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09486" y="2216103"/>
                  <a:ext cx="66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4A71C4-55E7-C073-F2E5-6E095BFA27CA}"/>
                    </a:ext>
                  </a:extLst>
                </p14:cNvPr>
                <p14:cNvContentPartPr/>
                <p14:nvPr/>
              </p14:nvContentPartPr>
              <p14:xfrm>
                <a:off x="6699846" y="2346063"/>
                <a:ext cx="139320" cy="398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4A71C4-55E7-C073-F2E5-6E095BFA27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82206" y="2328063"/>
                  <a:ext cx="1749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911CED2-506B-5354-DBC3-F0EFF81F2DD7}"/>
                    </a:ext>
                  </a:extLst>
                </p14:cNvPr>
                <p14:cNvContentPartPr/>
                <p14:nvPr/>
              </p14:nvContentPartPr>
              <p14:xfrm>
                <a:off x="7006926" y="2332383"/>
                <a:ext cx="151560" cy="180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911CED2-506B-5354-DBC3-F0EFF81F2DD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89286" y="2314383"/>
                  <a:ext cx="187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B51ECB-FB89-D061-9DF5-79998215912E}"/>
                    </a:ext>
                  </a:extLst>
                </p14:cNvPr>
                <p14:cNvContentPartPr/>
                <p14:nvPr/>
              </p14:nvContentPartPr>
              <p14:xfrm>
                <a:off x="7254606" y="2321943"/>
                <a:ext cx="198720" cy="178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B51ECB-FB89-D061-9DF5-7999821591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36966" y="2303943"/>
                  <a:ext cx="2343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F7F9CAE-AC8E-C2C5-7E5E-D26F1B3659E3}"/>
              </a:ext>
            </a:extLst>
          </p:cNvPr>
          <p:cNvGrpSpPr/>
          <p:nvPr/>
        </p:nvGrpSpPr>
        <p:grpSpPr>
          <a:xfrm>
            <a:off x="7843566" y="2027463"/>
            <a:ext cx="1579320" cy="452520"/>
            <a:chOff x="7843566" y="2027463"/>
            <a:chExt cx="157932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CDEB4A0-12B4-BE82-20DD-68FBF711599C}"/>
                    </a:ext>
                  </a:extLst>
                </p14:cNvPr>
                <p14:cNvContentPartPr/>
                <p14:nvPr/>
              </p14:nvContentPartPr>
              <p14:xfrm>
                <a:off x="7843566" y="2260383"/>
                <a:ext cx="124200" cy="177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CDEB4A0-12B4-BE82-20DD-68FBF71159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5926" y="2242743"/>
                  <a:ext cx="159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A13CB54-E197-D792-CFB8-4DA798C17C85}"/>
                    </a:ext>
                  </a:extLst>
                </p14:cNvPr>
                <p14:cNvContentPartPr/>
                <p14:nvPr/>
              </p14:nvContentPartPr>
              <p14:xfrm>
                <a:off x="8018886" y="2130783"/>
                <a:ext cx="634320" cy="282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A13CB54-E197-D792-CFB8-4DA798C17C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00886" y="2112783"/>
                  <a:ext cx="6699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11121C-FEB3-72D4-6624-504E7632DE8D}"/>
                    </a:ext>
                  </a:extLst>
                </p14:cNvPr>
                <p14:cNvContentPartPr/>
                <p14:nvPr/>
              </p14:nvContentPartPr>
              <p14:xfrm>
                <a:off x="8796126" y="2027463"/>
                <a:ext cx="78840" cy="41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11121C-FEB3-72D4-6624-504E7632DE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78126" y="2009823"/>
                  <a:ext cx="1144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22D850-284D-1F64-D9D0-C5DFB25CBC4F}"/>
                    </a:ext>
                  </a:extLst>
                </p14:cNvPr>
                <p14:cNvContentPartPr/>
                <p14:nvPr/>
              </p14:nvContentPartPr>
              <p14:xfrm>
                <a:off x="8928246" y="2280903"/>
                <a:ext cx="14760" cy="155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22D850-284D-1F64-D9D0-C5DFB25CBC4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10606" y="2262903"/>
                  <a:ext cx="50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3577724-DB1C-1628-2229-B329C2C075B9}"/>
                    </a:ext>
                  </a:extLst>
                </p14:cNvPr>
                <p14:cNvContentPartPr/>
                <p14:nvPr/>
              </p14:nvContentPartPr>
              <p14:xfrm>
                <a:off x="9067926" y="2288103"/>
                <a:ext cx="354960" cy="191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3577724-DB1C-1628-2229-B329C2C075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50286" y="2270463"/>
                  <a:ext cx="390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4C92B4-B377-B2AB-7C6C-827EA20D0FAA}"/>
                    </a:ext>
                  </a:extLst>
                </p14:cNvPr>
                <p14:cNvContentPartPr/>
                <p14:nvPr/>
              </p14:nvContentPartPr>
              <p14:xfrm>
                <a:off x="9025086" y="2098743"/>
                <a:ext cx="95040" cy="54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4C92B4-B377-B2AB-7C6C-827EA20D0FA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07446" y="2081103"/>
                  <a:ext cx="130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CEBF8EF-1573-8EB3-0C57-FBD031FDDC84}"/>
                    </a:ext>
                  </a:extLst>
                </p14:cNvPr>
                <p14:cNvContentPartPr/>
                <p14:nvPr/>
              </p14:nvContentPartPr>
              <p14:xfrm>
                <a:off x="8714766" y="2139783"/>
                <a:ext cx="239040" cy="49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CEBF8EF-1573-8EB3-0C57-FBD031FDDC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96766" y="2122143"/>
                  <a:ext cx="2746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BDDE292-51F2-EF65-3986-6892CF216827}"/>
              </a:ext>
            </a:extLst>
          </p:cNvPr>
          <p:cNvGrpSpPr/>
          <p:nvPr/>
        </p:nvGrpSpPr>
        <p:grpSpPr>
          <a:xfrm>
            <a:off x="9886926" y="2021343"/>
            <a:ext cx="1548720" cy="597240"/>
            <a:chOff x="9886926" y="2021343"/>
            <a:chExt cx="1548720" cy="5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EF00A9-D715-9E7A-ED07-9E1F3003FF33}"/>
                    </a:ext>
                  </a:extLst>
                </p14:cNvPr>
                <p14:cNvContentPartPr/>
                <p14:nvPr/>
              </p14:nvContentPartPr>
              <p14:xfrm>
                <a:off x="9886926" y="2021343"/>
                <a:ext cx="105120" cy="59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EF00A9-D715-9E7A-ED07-9E1F3003FF3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869286" y="2003703"/>
                  <a:ext cx="1407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7C0771D-2A88-42C1-E46C-2F449ACB15B2}"/>
                    </a:ext>
                  </a:extLst>
                </p14:cNvPr>
                <p14:cNvContentPartPr/>
                <p14:nvPr/>
              </p14:nvContentPartPr>
              <p14:xfrm>
                <a:off x="10204086" y="2177583"/>
                <a:ext cx="70200" cy="311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7C0771D-2A88-42C1-E46C-2F449ACB15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86446" y="2159943"/>
                  <a:ext cx="1058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3B450F6-8665-1401-0033-430FCE88B064}"/>
                    </a:ext>
                  </a:extLst>
                </p14:cNvPr>
                <p14:cNvContentPartPr/>
                <p14:nvPr/>
              </p14:nvContentPartPr>
              <p14:xfrm>
                <a:off x="10092846" y="2267943"/>
                <a:ext cx="468000" cy="199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3B450F6-8665-1401-0033-430FCE88B06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74846" y="2250303"/>
                  <a:ext cx="503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C95B91A-9A3A-620B-4615-4F47C755C1D6}"/>
                    </a:ext>
                  </a:extLst>
                </p14:cNvPr>
                <p14:cNvContentPartPr/>
                <p14:nvPr/>
              </p14:nvContentPartPr>
              <p14:xfrm>
                <a:off x="10541406" y="2160663"/>
                <a:ext cx="32040" cy="16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C95B91A-9A3A-620B-4615-4F47C755C1D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523406" y="2142663"/>
                  <a:ext cx="67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19AE4B8-8124-E589-C592-81CC94835033}"/>
                    </a:ext>
                  </a:extLst>
                </p14:cNvPr>
                <p14:cNvContentPartPr/>
                <p14:nvPr/>
              </p14:nvContentPartPr>
              <p14:xfrm>
                <a:off x="10659126" y="2301423"/>
                <a:ext cx="254880" cy="156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19AE4B8-8124-E589-C592-81CC948350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41126" y="2283783"/>
                  <a:ext cx="290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B321C17-B6DE-71F2-FDE5-3103597117E4}"/>
                    </a:ext>
                  </a:extLst>
                </p14:cNvPr>
                <p14:cNvContentPartPr/>
                <p14:nvPr/>
              </p14:nvContentPartPr>
              <p14:xfrm>
                <a:off x="10927686" y="2189103"/>
                <a:ext cx="29160" cy="2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B321C17-B6DE-71F2-FDE5-3103597117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09686" y="2171463"/>
                  <a:ext cx="64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16F1EA-B802-82C2-E6A5-B8BCC40881B9}"/>
                    </a:ext>
                  </a:extLst>
                </p14:cNvPr>
                <p14:cNvContentPartPr/>
                <p14:nvPr/>
              </p14:nvContentPartPr>
              <p14:xfrm>
                <a:off x="10997886" y="2101263"/>
                <a:ext cx="437760" cy="362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16F1EA-B802-82C2-E6A5-B8BCC40881B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80246" y="2083623"/>
                  <a:ext cx="473400" cy="39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5F35B91-12C9-D1B0-CA8B-914561FDBEBD}"/>
                  </a:ext>
                </a:extLst>
              </p14:cNvPr>
              <p14:cNvContentPartPr/>
              <p14:nvPr/>
            </p14:nvContentPartPr>
            <p14:xfrm>
              <a:off x="936966" y="2351823"/>
              <a:ext cx="169560" cy="265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5F35B91-12C9-D1B0-CA8B-914561FDBEB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18966" y="2334183"/>
                <a:ext cx="2052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4AC08BD-5166-58F2-0965-40AF801E2BA4}"/>
                  </a:ext>
                </a:extLst>
              </p14:cNvPr>
              <p14:cNvContentPartPr/>
              <p14:nvPr/>
            </p14:nvContentPartPr>
            <p14:xfrm>
              <a:off x="1080966" y="2347143"/>
              <a:ext cx="179280" cy="609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4AC08BD-5166-58F2-0965-40AF801E2BA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62966" y="2329503"/>
                <a:ext cx="21492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78D517E-9BA2-00BE-C71F-E0AD2B09D9CA}"/>
                  </a:ext>
                </a:extLst>
              </p14:cNvPr>
              <p14:cNvContentPartPr/>
              <p14:nvPr/>
            </p14:nvContentPartPr>
            <p14:xfrm>
              <a:off x="1078446" y="2986143"/>
              <a:ext cx="360" cy="3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78D517E-9BA2-00BE-C71F-E0AD2B09D9C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60446" y="29685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46790E0-5191-C5AB-2D5E-8B816E0D1A69}"/>
                  </a:ext>
                </a:extLst>
              </p14:cNvPr>
              <p14:cNvContentPartPr/>
              <p14:nvPr/>
            </p14:nvContentPartPr>
            <p14:xfrm>
              <a:off x="849846" y="3127623"/>
              <a:ext cx="196920" cy="246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46790E0-5191-C5AB-2D5E-8B816E0D1A6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31846" y="3109983"/>
                <a:ext cx="2325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D30FB5F-908A-B07E-1152-7C64EDA98864}"/>
                  </a:ext>
                </a:extLst>
              </p14:cNvPr>
              <p14:cNvContentPartPr/>
              <p14:nvPr/>
            </p14:nvContentPartPr>
            <p14:xfrm>
              <a:off x="1141086" y="3090543"/>
              <a:ext cx="595080" cy="3081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D30FB5F-908A-B07E-1152-7C64EDA9886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23446" y="3072903"/>
                <a:ext cx="6307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B885B72-4EE0-BFBC-9046-21A9E23EB3C2}"/>
                  </a:ext>
                </a:extLst>
              </p14:cNvPr>
              <p14:cNvContentPartPr/>
              <p14:nvPr/>
            </p14:nvContentPartPr>
            <p14:xfrm>
              <a:off x="1794486" y="3057423"/>
              <a:ext cx="54000" cy="378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B885B72-4EE0-BFBC-9046-21A9E23EB3C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776486" y="3039783"/>
                <a:ext cx="8964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5A580F5-4E5C-4685-F622-FBA0A09CECC4}"/>
                  </a:ext>
                </a:extLst>
              </p14:cNvPr>
              <p14:cNvContentPartPr/>
              <p14:nvPr/>
            </p14:nvContentPartPr>
            <p14:xfrm>
              <a:off x="1926606" y="3256143"/>
              <a:ext cx="15840" cy="1458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5A580F5-4E5C-4685-F622-FBA0A09CECC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908966" y="3238143"/>
                <a:ext cx="514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D6D3187-F02C-4C01-5B40-D8217CA28945}"/>
                  </a:ext>
                </a:extLst>
              </p14:cNvPr>
              <p14:cNvContentPartPr/>
              <p14:nvPr/>
            </p14:nvContentPartPr>
            <p14:xfrm>
              <a:off x="2029206" y="3277743"/>
              <a:ext cx="115200" cy="169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D6D3187-F02C-4C01-5B40-D8217CA2894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011566" y="3259743"/>
                <a:ext cx="1508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19E88EA-EC43-3ACE-8AFB-D704FD416D81}"/>
                  </a:ext>
                </a:extLst>
              </p14:cNvPr>
              <p14:cNvContentPartPr/>
              <p14:nvPr/>
            </p14:nvContentPartPr>
            <p14:xfrm>
              <a:off x="2194086" y="3255423"/>
              <a:ext cx="171720" cy="1400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19E88EA-EC43-3ACE-8AFB-D704FD416D8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176086" y="3237783"/>
                <a:ext cx="2073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B517594-9687-B491-CDEB-4CC697EFFCA8}"/>
                  </a:ext>
                </a:extLst>
              </p14:cNvPr>
              <p14:cNvContentPartPr/>
              <p14:nvPr/>
            </p14:nvContentPartPr>
            <p14:xfrm>
              <a:off x="2056206" y="3048063"/>
              <a:ext cx="74160" cy="9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B517594-9687-B491-CDEB-4CC697EFFCA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038206" y="3030423"/>
                <a:ext cx="109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D157D5F-EF49-2C86-F131-CB0D4496D770}"/>
                  </a:ext>
                </a:extLst>
              </p14:cNvPr>
              <p14:cNvContentPartPr/>
              <p14:nvPr/>
            </p14:nvContentPartPr>
            <p14:xfrm>
              <a:off x="1740126" y="3160383"/>
              <a:ext cx="208440" cy="457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D157D5F-EF49-2C86-F131-CB0D4496D77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722126" y="3142383"/>
                <a:ext cx="244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F5DE1F9-CBFA-1274-3245-2EA0EEC470E8}"/>
                  </a:ext>
                </a:extLst>
              </p14:cNvPr>
              <p14:cNvContentPartPr/>
              <p14:nvPr/>
            </p14:nvContentPartPr>
            <p14:xfrm>
              <a:off x="2985006" y="3203943"/>
              <a:ext cx="858600" cy="165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F5DE1F9-CBFA-1274-3245-2EA0EEC470E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67006" y="3185943"/>
                <a:ext cx="8942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841F42F-BEBD-E1E4-DD4A-54A55A2A90CD}"/>
                  </a:ext>
                </a:extLst>
              </p14:cNvPr>
              <p14:cNvContentPartPr/>
              <p14:nvPr/>
            </p14:nvContentPartPr>
            <p14:xfrm>
              <a:off x="3895446" y="3172623"/>
              <a:ext cx="358920" cy="180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841F42F-BEBD-E1E4-DD4A-54A55A2A90C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877806" y="3154623"/>
                <a:ext cx="3945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E942DD7-B999-4F5B-FDE5-4D1020EBDC85}"/>
                  </a:ext>
                </a:extLst>
              </p14:cNvPr>
              <p14:cNvContentPartPr/>
              <p14:nvPr/>
            </p14:nvContentPartPr>
            <p14:xfrm>
              <a:off x="4681686" y="3149223"/>
              <a:ext cx="293400" cy="2530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E942DD7-B999-4F5B-FDE5-4D1020EBDC8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664046" y="3131583"/>
                <a:ext cx="3290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7F665F5-AF59-6DBA-E8BF-EA3F178A0C75}"/>
                  </a:ext>
                </a:extLst>
              </p14:cNvPr>
              <p14:cNvContentPartPr/>
              <p14:nvPr/>
            </p14:nvContentPartPr>
            <p14:xfrm>
              <a:off x="5160846" y="3194583"/>
              <a:ext cx="128160" cy="63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7F665F5-AF59-6DBA-E8BF-EA3F178A0C7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142846" y="3176583"/>
                <a:ext cx="163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B8F6EED-24D8-602C-0F75-24BFEE90A234}"/>
                  </a:ext>
                </a:extLst>
              </p14:cNvPr>
              <p14:cNvContentPartPr/>
              <p14:nvPr/>
            </p14:nvContentPartPr>
            <p14:xfrm>
              <a:off x="5172726" y="3261543"/>
              <a:ext cx="154080" cy="41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B8F6EED-24D8-602C-0F75-24BFEE90A23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154726" y="3243543"/>
                <a:ext cx="18972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5BBA2D1-5C28-F072-038B-CAA704A06CE9}"/>
              </a:ext>
            </a:extLst>
          </p:cNvPr>
          <p:cNvGrpSpPr/>
          <p:nvPr/>
        </p:nvGrpSpPr>
        <p:grpSpPr>
          <a:xfrm>
            <a:off x="5566926" y="3073623"/>
            <a:ext cx="405360" cy="349920"/>
            <a:chOff x="5566926" y="3073623"/>
            <a:chExt cx="4053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952625-DB76-2593-C27F-B8FEE3CD8110}"/>
                    </a:ext>
                  </a:extLst>
                </p14:cNvPr>
                <p14:cNvContentPartPr/>
                <p14:nvPr/>
              </p14:nvContentPartPr>
              <p14:xfrm>
                <a:off x="5566926" y="3073623"/>
                <a:ext cx="176040" cy="239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952625-DB76-2593-C27F-B8FEE3CD81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48926" y="3055623"/>
                  <a:ext cx="211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8B5C152-5A19-A808-3CFA-66C3ABF6D761}"/>
                    </a:ext>
                  </a:extLst>
                </p14:cNvPr>
                <p14:cNvContentPartPr/>
                <p14:nvPr/>
              </p14:nvContentPartPr>
              <p14:xfrm>
                <a:off x="5878686" y="3279183"/>
                <a:ext cx="93600" cy="144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8B5C152-5A19-A808-3CFA-66C3ABF6D76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61046" y="3261543"/>
                  <a:ext cx="1292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CC059DA-99D0-37F1-BDCC-25D2C4B4E9CE}"/>
              </a:ext>
            </a:extLst>
          </p:cNvPr>
          <p:cNvGrpSpPr/>
          <p:nvPr/>
        </p:nvGrpSpPr>
        <p:grpSpPr>
          <a:xfrm>
            <a:off x="6418686" y="3023943"/>
            <a:ext cx="1067040" cy="349560"/>
            <a:chOff x="6418686" y="3023943"/>
            <a:chExt cx="106704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46A90B-1BE1-6FDB-7C82-A199C8046839}"/>
                    </a:ext>
                  </a:extLst>
                </p14:cNvPr>
                <p14:cNvContentPartPr/>
                <p14:nvPr/>
              </p14:nvContentPartPr>
              <p14:xfrm>
                <a:off x="6418686" y="3115743"/>
                <a:ext cx="195120" cy="171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46A90B-1BE1-6FDB-7C82-A199C804683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00686" y="3097743"/>
                  <a:ext cx="230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285C167-5B33-6CAD-EF46-7D145A27CEDB}"/>
                    </a:ext>
                  </a:extLst>
                </p14:cNvPr>
                <p14:cNvContentPartPr/>
                <p14:nvPr/>
              </p14:nvContentPartPr>
              <p14:xfrm>
                <a:off x="6687246" y="3246783"/>
                <a:ext cx="213480" cy="126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285C167-5B33-6CAD-EF46-7D145A27CED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69246" y="3228783"/>
                  <a:ext cx="249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070AE3-DEC6-0CFC-ED00-10696551852A}"/>
                    </a:ext>
                  </a:extLst>
                </p14:cNvPr>
                <p14:cNvContentPartPr/>
                <p14:nvPr/>
              </p14:nvContentPartPr>
              <p14:xfrm>
                <a:off x="7017366" y="3151023"/>
                <a:ext cx="114840" cy="15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070AE3-DEC6-0CFC-ED00-1069655185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99726" y="3133383"/>
                  <a:ext cx="150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2E21AB-FE40-C661-8581-3183E6C11CCD}"/>
                    </a:ext>
                  </a:extLst>
                </p14:cNvPr>
                <p14:cNvContentPartPr/>
                <p14:nvPr/>
              </p14:nvContentPartPr>
              <p14:xfrm>
                <a:off x="7050846" y="3228063"/>
                <a:ext cx="199800" cy="32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2E21AB-FE40-C661-8581-3183E6C11CC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33206" y="3210063"/>
                  <a:ext cx="235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606667E-5BD6-542D-6171-3A4C9491C44A}"/>
                    </a:ext>
                  </a:extLst>
                </p14:cNvPr>
                <p14:cNvContentPartPr/>
                <p14:nvPr/>
              </p14:nvContentPartPr>
              <p14:xfrm>
                <a:off x="7328046" y="3023943"/>
                <a:ext cx="157680" cy="270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606667E-5BD6-542D-6171-3A4C9491C44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10046" y="3005943"/>
                  <a:ext cx="19332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880CC07-7E3B-5101-B599-B43DF86BA215}"/>
              </a:ext>
            </a:extLst>
          </p:cNvPr>
          <p:cNvGrpSpPr/>
          <p:nvPr/>
        </p:nvGrpSpPr>
        <p:grpSpPr>
          <a:xfrm>
            <a:off x="7801806" y="3246423"/>
            <a:ext cx="83520" cy="153360"/>
            <a:chOff x="7801806" y="3246423"/>
            <a:chExt cx="8352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2374DF-22EC-0854-161C-E2C7B08C5E1A}"/>
                    </a:ext>
                  </a:extLst>
                </p14:cNvPr>
                <p14:cNvContentPartPr/>
                <p14:nvPr/>
              </p14:nvContentPartPr>
              <p14:xfrm>
                <a:off x="7849686" y="3246423"/>
                <a:ext cx="35640" cy="9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2374DF-22EC-0854-161C-E2C7B08C5E1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32046" y="3228423"/>
                  <a:ext cx="7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CA3BA48-4831-B581-FA94-FBD5C8E4F7DA}"/>
                    </a:ext>
                  </a:extLst>
                </p14:cNvPr>
                <p14:cNvContentPartPr/>
                <p14:nvPr/>
              </p14:nvContentPartPr>
              <p14:xfrm>
                <a:off x="7801806" y="3315903"/>
                <a:ext cx="48960" cy="83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CA3BA48-4831-B581-FA94-FBD5C8E4F7D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84166" y="3297903"/>
                  <a:ext cx="8460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EBF9D0D-1B6A-AECD-F5A6-69D6CC7E06A0}"/>
                  </a:ext>
                </a:extLst>
              </p14:cNvPr>
              <p14:cNvContentPartPr/>
              <p14:nvPr/>
            </p14:nvContentPartPr>
            <p14:xfrm>
              <a:off x="8120766" y="3259023"/>
              <a:ext cx="94320" cy="34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EBF9D0D-1B6A-AECD-F5A6-69D6CC7E06A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103126" y="3241383"/>
                <a:ext cx="1299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581ADE3-57CE-9755-0F39-5F4AC0DD0940}"/>
                  </a:ext>
                </a:extLst>
              </p14:cNvPr>
              <p14:cNvContentPartPr/>
              <p14:nvPr/>
            </p14:nvContentPartPr>
            <p14:xfrm>
              <a:off x="8620086" y="3270183"/>
              <a:ext cx="93240" cy="90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581ADE3-57CE-9755-0F39-5F4AC0DD094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602086" y="3252183"/>
                <a:ext cx="128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48276DD-AC44-6D61-8559-66C9337068E5}"/>
                  </a:ext>
                </a:extLst>
              </p14:cNvPr>
              <p14:cNvContentPartPr/>
              <p14:nvPr/>
            </p14:nvContentPartPr>
            <p14:xfrm>
              <a:off x="9118686" y="3271263"/>
              <a:ext cx="43200" cy="46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48276DD-AC44-6D61-8559-66C9337068E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100686" y="3253623"/>
                <a:ext cx="788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384D82-BD72-FF20-8CD4-B08870DD2A13}"/>
              </a:ext>
            </a:extLst>
          </p:cNvPr>
          <p:cNvGrpSpPr/>
          <p:nvPr/>
        </p:nvGrpSpPr>
        <p:grpSpPr>
          <a:xfrm>
            <a:off x="9641766" y="3047343"/>
            <a:ext cx="869400" cy="297000"/>
            <a:chOff x="9641766" y="3047343"/>
            <a:chExt cx="86940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9B839F-BA73-D292-D412-5AEF7E11215C}"/>
                    </a:ext>
                  </a:extLst>
                </p14:cNvPr>
                <p14:cNvContentPartPr/>
                <p14:nvPr/>
              </p14:nvContentPartPr>
              <p14:xfrm>
                <a:off x="9641766" y="3077223"/>
                <a:ext cx="206640" cy="203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9B839F-BA73-D292-D412-5AEF7E11215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24126" y="3059223"/>
                  <a:ext cx="242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02EDE3-AB2D-024F-EEAF-AB88BCCA2AA1}"/>
                    </a:ext>
                  </a:extLst>
                </p14:cNvPr>
                <p14:cNvContentPartPr/>
                <p14:nvPr/>
              </p14:nvContentPartPr>
              <p14:xfrm>
                <a:off x="9947406" y="3199983"/>
                <a:ext cx="184680" cy="144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02EDE3-AB2D-024F-EEAF-AB88BCCA2AA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29766" y="3182343"/>
                  <a:ext cx="220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F8FCE3E-7404-3440-4A25-6E931FC6E9AD}"/>
                    </a:ext>
                  </a:extLst>
                </p14:cNvPr>
                <p14:cNvContentPartPr/>
                <p14:nvPr/>
              </p14:nvContentPartPr>
              <p14:xfrm>
                <a:off x="10340526" y="3047343"/>
                <a:ext cx="11160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F8FCE3E-7404-3440-4A25-6E931FC6E9A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22526" y="3029343"/>
                  <a:ext cx="147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0F61109-9B89-5C9E-30A5-B43434B46B01}"/>
                    </a:ext>
                  </a:extLst>
                </p14:cNvPr>
                <p14:cNvContentPartPr/>
                <p14:nvPr/>
              </p14:nvContentPartPr>
              <p14:xfrm>
                <a:off x="10357806" y="3157143"/>
                <a:ext cx="153360" cy="38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0F61109-9B89-5C9E-30A5-B43434B46B0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39806" y="3139503"/>
                  <a:ext cx="18900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6B65937-0E06-6BDA-F2EB-47AF593A59FD}"/>
                  </a:ext>
                </a:extLst>
              </p14:cNvPr>
              <p14:cNvContentPartPr/>
              <p14:nvPr/>
            </p14:nvContentPartPr>
            <p14:xfrm>
              <a:off x="10809246" y="2986143"/>
              <a:ext cx="174600" cy="2188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6B65937-0E06-6BDA-F2EB-47AF593A59F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791606" y="2968503"/>
                <a:ext cx="210240" cy="25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D05DF4C-4877-6A86-1B84-23BC1F402F1C}"/>
              </a:ext>
            </a:extLst>
          </p:cNvPr>
          <p:cNvGrpSpPr/>
          <p:nvPr/>
        </p:nvGrpSpPr>
        <p:grpSpPr>
          <a:xfrm>
            <a:off x="169086" y="3647103"/>
            <a:ext cx="298080" cy="561600"/>
            <a:chOff x="169086" y="3647103"/>
            <a:chExt cx="29808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6B25BF3-DE79-CDA8-7C26-9980D9BB3FD0}"/>
                    </a:ext>
                  </a:extLst>
                </p14:cNvPr>
                <p14:cNvContentPartPr/>
                <p14:nvPr/>
              </p14:nvContentPartPr>
              <p14:xfrm>
                <a:off x="169086" y="3843303"/>
                <a:ext cx="19080" cy="163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6B25BF3-DE79-CDA8-7C26-9980D9BB3FD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1446" y="3825303"/>
                  <a:ext cx="54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014BB6B-4D67-034F-66B2-B28AF27CEA67}"/>
                    </a:ext>
                  </a:extLst>
                </p14:cNvPr>
                <p14:cNvContentPartPr/>
                <p14:nvPr/>
              </p14:nvContentPartPr>
              <p14:xfrm>
                <a:off x="288606" y="3853383"/>
                <a:ext cx="12600" cy="141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014BB6B-4D67-034F-66B2-B28AF27CEA6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0966" y="3835383"/>
                  <a:ext cx="48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E145024-1116-FF5D-4E9E-3CC35479E9F4}"/>
                    </a:ext>
                  </a:extLst>
                </p14:cNvPr>
                <p14:cNvContentPartPr/>
                <p14:nvPr/>
              </p14:nvContentPartPr>
              <p14:xfrm>
                <a:off x="341886" y="3647103"/>
                <a:ext cx="125280" cy="561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E145024-1116-FF5D-4E9E-3CC35479E9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23886" y="3629103"/>
                  <a:ext cx="160920" cy="59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0A153FB-9F2D-7753-A703-48304866CED3}"/>
                  </a:ext>
                </a:extLst>
              </p14:cNvPr>
              <p14:cNvContentPartPr/>
              <p14:nvPr/>
            </p14:nvContentPartPr>
            <p14:xfrm>
              <a:off x="264846" y="4423623"/>
              <a:ext cx="13320" cy="118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0A153FB-9F2D-7753-A703-48304866CED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47206" y="4405623"/>
                <a:ext cx="4896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83CBD6C-AD13-0AA6-D2FE-155A4AEB79C2}"/>
              </a:ext>
            </a:extLst>
          </p:cNvPr>
          <p:cNvGrpSpPr/>
          <p:nvPr/>
        </p:nvGrpSpPr>
        <p:grpSpPr>
          <a:xfrm>
            <a:off x="804846" y="4001703"/>
            <a:ext cx="317880" cy="631080"/>
            <a:chOff x="804846" y="4001703"/>
            <a:chExt cx="31788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B9A406-FDDF-FEA6-C9FD-B21DBBF7BACE}"/>
                    </a:ext>
                  </a:extLst>
                </p14:cNvPr>
                <p14:cNvContentPartPr/>
                <p14:nvPr/>
              </p14:nvContentPartPr>
              <p14:xfrm>
                <a:off x="804846" y="4034463"/>
                <a:ext cx="144720" cy="279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B9A406-FDDF-FEA6-C9FD-B21DBBF7BAC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7206" y="4016823"/>
                  <a:ext cx="180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2EDF7D6-7DEC-57F4-020B-C9F1FD6798E4}"/>
                    </a:ext>
                  </a:extLst>
                </p14:cNvPr>
                <p14:cNvContentPartPr/>
                <p14:nvPr/>
              </p14:nvContentPartPr>
              <p14:xfrm>
                <a:off x="960366" y="4001703"/>
                <a:ext cx="162360" cy="631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2EDF7D6-7DEC-57F4-020B-C9F1FD6798E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2366" y="3984063"/>
                  <a:ext cx="198000" cy="66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1A3C645-811A-8FA4-B3BC-AB3E22B81D36}"/>
              </a:ext>
            </a:extLst>
          </p:cNvPr>
          <p:cNvGrpSpPr/>
          <p:nvPr/>
        </p:nvGrpSpPr>
        <p:grpSpPr>
          <a:xfrm>
            <a:off x="1700526" y="3879303"/>
            <a:ext cx="715320" cy="561600"/>
            <a:chOff x="1700526" y="3879303"/>
            <a:chExt cx="71532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E9AE624-7A66-B92C-D3C8-59CC9969A830}"/>
                    </a:ext>
                  </a:extLst>
                </p14:cNvPr>
                <p14:cNvContentPartPr/>
                <p14:nvPr/>
              </p14:nvContentPartPr>
              <p14:xfrm>
                <a:off x="1700526" y="4029783"/>
                <a:ext cx="56880" cy="411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E9AE624-7A66-B92C-D3C8-59CC9969A83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82526" y="4012143"/>
                  <a:ext cx="925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1A035A-673F-B74B-3BE5-11F722C0C31F}"/>
                    </a:ext>
                  </a:extLst>
                </p14:cNvPr>
                <p14:cNvContentPartPr/>
                <p14:nvPr/>
              </p14:nvContentPartPr>
              <p14:xfrm>
                <a:off x="1712406" y="3995583"/>
                <a:ext cx="149040" cy="176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1A035A-673F-B74B-3BE5-11F722C0C3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94406" y="3977583"/>
                  <a:ext cx="184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7AADD19-909F-389C-DDFE-ABCFB8AB2921}"/>
                    </a:ext>
                  </a:extLst>
                </p14:cNvPr>
                <p14:cNvContentPartPr/>
                <p14:nvPr/>
              </p14:nvContentPartPr>
              <p14:xfrm>
                <a:off x="1995726" y="3879303"/>
                <a:ext cx="72360" cy="341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7AADD19-909F-389C-DDFE-ABCFB8AB292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977726" y="3861303"/>
                  <a:ext cx="1080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27BA893-C61B-13AD-5D8D-1C1488EA7F5F}"/>
                    </a:ext>
                  </a:extLst>
                </p14:cNvPr>
                <p14:cNvContentPartPr/>
                <p14:nvPr/>
              </p14:nvContentPartPr>
              <p14:xfrm>
                <a:off x="2130726" y="4023663"/>
                <a:ext cx="128520" cy="180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27BA893-C61B-13AD-5D8D-1C1488EA7F5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13086" y="4006023"/>
                  <a:ext cx="164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C3574D3-1506-83FA-026F-88D4A208561D}"/>
                    </a:ext>
                  </a:extLst>
                </p14:cNvPr>
                <p14:cNvContentPartPr/>
                <p14:nvPr/>
              </p14:nvContentPartPr>
              <p14:xfrm>
                <a:off x="2113446" y="4103223"/>
                <a:ext cx="129600" cy="55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C3574D3-1506-83FA-026F-88D4A208561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95806" y="4085223"/>
                  <a:ext cx="165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304995A-BD90-95B9-36A4-190221DE67B8}"/>
                    </a:ext>
                  </a:extLst>
                </p14:cNvPr>
                <p14:cNvContentPartPr/>
                <p14:nvPr/>
              </p14:nvContentPartPr>
              <p14:xfrm>
                <a:off x="2363286" y="3889383"/>
                <a:ext cx="52560" cy="316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304995A-BD90-95B9-36A4-190221DE67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45286" y="3871743"/>
                  <a:ext cx="88200" cy="35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B2E3F8E-A2C7-373F-FCA3-F10197E0A1F0}"/>
                  </a:ext>
                </a:extLst>
              </p14:cNvPr>
              <p14:cNvContentPartPr/>
              <p14:nvPr/>
            </p14:nvContentPartPr>
            <p14:xfrm>
              <a:off x="5548206" y="4222743"/>
              <a:ext cx="240480" cy="243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B2E3F8E-A2C7-373F-FCA3-F10197E0A1F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530566" y="4205103"/>
                <a:ext cx="27612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4D50DEB-C6E2-33F2-F63C-365572A2452A}"/>
              </a:ext>
            </a:extLst>
          </p:cNvPr>
          <p:cNvGrpSpPr/>
          <p:nvPr/>
        </p:nvGrpSpPr>
        <p:grpSpPr>
          <a:xfrm>
            <a:off x="6338046" y="3875703"/>
            <a:ext cx="1112760" cy="718920"/>
            <a:chOff x="6338046" y="3875703"/>
            <a:chExt cx="1112760" cy="7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6BA524D-7BEB-9B89-B68B-2BC52DFCFDE9}"/>
                    </a:ext>
                  </a:extLst>
                </p14:cNvPr>
                <p14:cNvContentPartPr/>
                <p14:nvPr/>
              </p14:nvContentPartPr>
              <p14:xfrm>
                <a:off x="6338046" y="4107183"/>
                <a:ext cx="21240" cy="136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6BA524D-7BEB-9B89-B68B-2BC52DFCFDE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20046" y="4089543"/>
                  <a:ext cx="56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2D550F2-DFFE-B2F0-9242-EA68249CEBEA}"/>
                    </a:ext>
                  </a:extLst>
                </p14:cNvPr>
                <p14:cNvContentPartPr/>
                <p14:nvPr/>
              </p14:nvContentPartPr>
              <p14:xfrm>
                <a:off x="6389526" y="3915303"/>
                <a:ext cx="6480" cy="59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2D550F2-DFFE-B2F0-9242-EA68249CEBE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71526" y="3897303"/>
                  <a:ext cx="421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D930231-535A-E3E1-7898-61C4564AE109}"/>
                    </a:ext>
                  </a:extLst>
                </p14:cNvPr>
                <p14:cNvContentPartPr/>
                <p14:nvPr/>
              </p14:nvContentPartPr>
              <p14:xfrm>
                <a:off x="6457566" y="4062183"/>
                <a:ext cx="145080" cy="132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D930231-535A-E3E1-7898-61C4564AE10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39566" y="4044543"/>
                  <a:ext cx="180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CBD5F56-C67A-3B2A-9C10-34710F2B5BD4}"/>
                    </a:ext>
                  </a:extLst>
                </p14:cNvPr>
                <p14:cNvContentPartPr/>
                <p14:nvPr/>
              </p14:nvContentPartPr>
              <p14:xfrm>
                <a:off x="6538206" y="3875703"/>
                <a:ext cx="243000" cy="718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CBD5F56-C67A-3B2A-9C10-34710F2B5BD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520206" y="3857703"/>
                  <a:ext cx="2786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66E6861-3E55-480C-9788-7687762EF08B}"/>
                    </a:ext>
                  </a:extLst>
                </p14:cNvPr>
                <p14:cNvContentPartPr/>
                <p14:nvPr/>
              </p14:nvContentPartPr>
              <p14:xfrm>
                <a:off x="6805326" y="4065423"/>
                <a:ext cx="55080" cy="128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66E6861-3E55-480C-9788-7687762EF08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87326" y="4047423"/>
                  <a:ext cx="90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2DA6D12-8FAD-0B40-DA96-1CC98AF47633}"/>
                    </a:ext>
                  </a:extLst>
                </p14:cNvPr>
                <p14:cNvContentPartPr/>
                <p14:nvPr/>
              </p14:nvContentPartPr>
              <p14:xfrm>
                <a:off x="6826926" y="3959223"/>
                <a:ext cx="23400" cy="37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2DA6D12-8FAD-0B40-DA96-1CC98AF476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08926" y="3941583"/>
                  <a:ext cx="59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5DF1C54-573F-8E8B-A358-883324F95DFD}"/>
                    </a:ext>
                  </a:extLst>
                </p14:cNvPr>
                <p14:cNvContentPartPr/>
                <p14:nvPr/>
              </p14:nvContentPartPr>
              <p14:xfrm>
                <a:off x="6915126" y="4087743"/>
                <a:ext cx="123120" cy="1105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5DF1C54-573F-8E8B-A358-883324F95D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97486" y="4070103"/>
                  <a:ext cx="158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CDB431A-21F3-3A72-ABC0-D94F0A4036A6}"/>
                    </a:ext>
                  </a:extLst>
                </p14:cNvPr>
                <p14:cNvContentPartPr/>
                <p14:nvPr/>
              </p14:nvContentPartPr>
              <p14:xfrm>
                <a:off x="7071726" y="4083423"/>
                <a:ext cx="79560" cy="112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CDB431A-21F3-3A72-ABC0-D94F0A4036A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53726" y="4065783"/>
                  <a:ext cx="115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532B59E-10E5-6D1E-735A-2E355A110C28}"/>
                    </a:ext>
                  </a:extLst>
                </p14:cNvPr>
                <p14:cNvContentPartPr/>
                <p14:nvPr/>
              </p14:nvContentPartPr>
              <p14:xfrm>
                <a:off x="7046886" y="3940143"/>
                <a:ext cx="41760" cy="2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532B59E-10E5-6D1E-735A-2E355A110C2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28886" y="3922143"/>
                  <a:ext cx="77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167C255-656C-2F43-0898-F1B59AC82207}"/>
                    </a:ext>
                  </a:extLst>
                </p14:cNvPr>
                <p14:cNvContentPartPr/>
                <p14:nvPr/>
              </p14:nvContentPartPr>
              <p14:xfrm>
                <a:off x="7168206" y="3881103"/>
                <a:ext cx="282600" cy="284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167C255-656C-2F43-0898-F1B59AC822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50566" y="3863103"/>
                  <a:ext cx="318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E0742FF-F284-FBFC-511E-2143816C5897}"/>
                    </a:ext>
                  </a:extLst>
                </p14:cNvPr>
                <p14:cNvContentPartPr/>
                <p14:nvPr/>
              </p14:nvContentPartPr>
              <p14:xfrm>
                <a:off x="7146606" y="3949503"/>
                <a:ext cx="193320" cy="42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E0742FF-F284-FBFC-511E-2143816C589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28966" y="3931503"/>
                  <a:ext cx="2289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54BEBE9-085F-70C6-1F39-7DB61912CA0C}"/>
              </a:ext>
            </a:extLst>
          </p:cNvPr>
          <p:cNvGrpSpPr/>
          <p:nvPr/>
        </p:nvGrpSpPr>
        <p:grpSpPr>
          <a:xfrm>
            <a:off x="7713966" y="3863823"/>
            <a:ext cx="1387800" cy="327240"/>
            <a:chOff x="7713966" y="3863823"/>
            <a:chExt cx="138780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30BA8AF-FC4F-5106-74EB-2BF04E3446E7}"/>
                    </a:ext>
                  </a:extLst>
                </p14:cNvPr>
                <p14:cNvContentPartPr/>
                <p14:nvPr/>
              </p14:nvContentPartPr>
              <p14:xfrm>
                <a:off x="7713966" y="4032663"/>
                <a:ext cx="424440" cy="158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30BA8AF-FC4F-5106-74EB-2BF04E3446E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695966" y="4014663"/>
                  <a:ext cx="460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D2C6E4C-E2E1-1768-4733-D5FAEEDB1C15}"/>
                    </a:ext>
                  </a:extLst>
                </p14:cNvPr>
                <p14:cNvContentPartPr/>
                <p14:nvPr/>
              </p14:nvContentPartPr>
              <p14:xfrm>
                <a:off x="8169006" y="3863823"/>
                <a:ext cx="456840" cy="327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D2C6E4C-E2E1-1768-4733-D5FAEEDB1C1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51006" y="3845823"/>
                  <a:ext cx="4924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01C0F88-80FF-C6E9-6A00-B7F8BC5B7947}"/>
                    </a:ext>
                  </a:extLst>
                </p14:cNvPr>
                <p14:cNvContentPartPr/>
                <p14:nvPr/>
              </p14:nvContentPartPr>
              <p14:xfrm>
                <a:off x="8685606" y="4018983"/>
                <a:ext cx="416160" cy="1681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01C0F88-80FF-C6E9-6A00-B7F8BC5B794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67966" y="4001343"/>
                  <a:ext cx="45180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3F3248D-9E39-536D-2A6F-186619E3C688}"/>
              </a:ext>
            </a:extLst>
          </p:cNvPr>
          <p:cNvGrpSpPr/>
          <p:nvPr/>
        </p:nvGrpSpPr>
        <p:grpSpPr>
          <a:xfrm>
            <a:off x="9372846" y="3778863"/>
            <a:ext cx="2170800" cy="827280"/>
            <a:chOff x="9372846" y="3778863"/>
            <a:chExt cx="2170800" cy="82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C0A16C4-EDCD-839D-3048-D3664C61E694}"/>
                    </a:ext>
                  </a:extLst>
                </p14:cNvPr>
                <p14:cNvContentPartPr/>
                <p14:nvPr/>
              </p14:nvContentPartPr>
              <p14:xfrm>
                <a:off x="9372846" y="3930423"/>
                <a:ext cx="295560" cy="6757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C0A16C4-EDCD-839D-3048-D3664C61E69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55206" y="3912783"/>
                  <a:ext cx="33120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4B896F0-1BE7-833E-32B8-8095A05C06CD}"/>
                    </a:ext>
                  </a:extLst>
                </p14:cNvPr>
                <p14:cNvContentPartPr/>
                <p14:nvPr/>
              </p14:nvContentPartPr>
              <p14:xfrm>
                <a:off x="9810246" y="4026183"/>
                <a:ext cx="110160" cy="203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4B896F0-1BE7-833E-32B8-8095A05C06C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92606" y="4008543"/>
                  <a:ext cx="145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31A69C4-8008-2B08-1D75-38A4BAD5417D}"/>
                    </a:ext>
                  </a:extLst>
                </p14:cNvPr>
                <p14:cNvContentPartPr/>
                <p14:nvPr/>
              </p14:nvContentPartPr>
              <p14:xfrm>
                <a:off x="9973326" y="3778863"/>
                <a:ext cx="772200" cy="4467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31A69C4-8008-2B08-1D75-38A4BAD5417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55326" y="3761223"/>
                  <a:ext cx="8078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51B35D0-955B-24BE-FCFC-A590818CD6EC}"/>
                    </a:ext>
                  </a:extLst>
                </p14:cNvPr>
                <p14:cNvContentPartPr/>
                <p14:nvPr/>
              </p14:nvContentPartPr>
              <p14:xfrm>
                <a:off x="10782966" y="4028343"/>
                <a:ext cx="120600" cy="173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51B35D0-955B-24BE-FCFC-A590818CD6E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764966" y="4010703"/>
                  <a:ext cx="156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B4917BC-ECF7-A395-8927-CCA4A3543FC3}"/>
                    </a:ext>
                  </a:extLst>
                </p14:cNvPr>
                <p14:cNvContentPartPr/>
                <p14:nvPr/>
              </p14:nvContentPartPr>
              <p14:xfrm>
                <a:off x="10958646" y="3995583"/>
                <a:ext cx="325440" cy="199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B4917BC-ECF7-A395-8927-CCA4A3543FC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941006" y="3977943"/>
                  <a:ext cx="361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BC1F285-2ECD-A853-CFEA-176718721BD8}"/>
                    </a:ext>
                  </a:extLst>
                </p14:cNvPr>
                <p14:cNvContentPartPr/>
                <p14:nvPr/>
              </p14:nvContentPartPr>
              <p14:xfrm>
                <a:off x="10699446" y="3871383"/>
                <a:ext cx="154080" cy="39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BC1F285-2ECD-A853-CFEA-176718721BD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81806" y="3853383"/>
                  <a:ext cx="189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4519BAB-78C7-F732-4D57-6545BAA4BB9D}"/>
                    </a:ext>
                  </a:extLst>
                </p14:cNvPr>
                <p14:cNvContentPartPr/>
                <p14:nvPr/>
              </p14:nvContentPartPr>
              <p14:xfrm>
                <a:off x="11269326" y="3920703"/>
                <a:ext cx="274320" cy="161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4519BAB-78C7-F732-4D57-6545BAA4BB9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51686" y="3902703"/>
                  <a:ext cx="3099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E6C2451A-87B6-3829-CD9D-2068FC07A31E}"/>
              </a:ext>
            </a:extLst>
          </p:cNvPr>
          <p:cNvGrpSpPr/>
          <p:nvPr/>
        </p:nvGrpSpPr>
        <p:grpSpPr>
          <a:xfrm>
            <a:off x="617286" y="4561503"/>
            <a:ext cx="2256840" cy="540360"/>
            <a:chOff x="617286" y="4561503"/>
            <a:chExt cx="2256840" cy="54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1757769-B89B-D017-305B-82F22BB6B48D}"/>
                    </a:ext>
                  </a:extLst>
                </p14:cNvPr>
                <p14:cNvContentPartPr/>
                <p14:nvPr/>
              </p14:nvContentPartPr>
              <p14:xfrm>
                <a:off x="617286" y="4561503"/>
                <a:ext cx="95760" cy="540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1757769-B89B-D017-305B-82F22BB6B48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9646" y="4543503"/>
                  <a:ext cx="13140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FBAFAB1-49B2-D530-ECA3-00987CF4D292}"/>
                    </a:ext>
                  </a:extLst>
                </p14:cNvPr>
                <p14:cNvContentPartPr/>
                <p14:nvPr/>
              </p14:nvContentPartPr>
              <p14:xfrm>
                <a:off x="776766" y="4860663"/>
                <a:ext cx="201600" cy="166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FBAFAB1-49B2-D530-ECA3-00987CF4D2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59126" y="4843023"/>
                  <a:ext cx="237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4839D11-4DB8-EB25-7CA0-06D7B9BF5B43}"/>
                    </a:ext>
                  </a:extLst>
                </p14:cNvPr>
                <p14:cNvContentPartPr/>
                <p14:nvPr/>
              </p14:nvContentPartPr>
              <p14:xfrm>
                <a:off x="1057206" y="4873983"/>
                <a:ext cx="301680" cy="130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4839D11-4DB8-EB25-7CA0-06D7B9BF5B4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39206" y="4855983"/>
                  <a:ext cx="337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F78C117-F911-1C96-8F20-DD52AEEE8BBE}"/>
                    </a:ext>
                  </a:extLst>
                </p14:cNvPr>
                <p14:cNvContentPartPr/>
                <p14:nvPr/>
              </p14:nvContentPartPr>
              <p14:xfrm>
                <a:off x="1430526" y="4964343"/>
                <a:ext cx="93600" cy="216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F78C117-F911-1C96-8F20-DD52AEEE8BB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12886" y="4946343"/>
                  <a:ext cx="129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74FADDC-FDD7-51B1-A37A-3B859E6A8E17}"/>
                    </a:ext>
                  </a:extLst>
                </p14:cNvPr>
                <p14:cNvContentPartPr/>
                <p14:nvPr/>
              </p14:nvContentPartPr>
              <p14:xfrm>
                <a:off x="1694406" y="4701183"/>
                <a:ext cx="55800" cy="297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74FADDC-FDD7-51B1-A37A-3B859E6A8E1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676406" y="4683543"/>
                  <a:ext cx="914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80BC49-A883-85C0-F813-4621DD38B969}"/>
                    </a:ext>
                  </a:extLst>
                </p14:cNvPr>
                <p14:cNvContentPartPr/>
                <p14:nvPr/>
              </p14:nvContentPartPr>
              <p14:xfrm>
                <a:off x="1593966" y="4841943"/>
                <a:ext cx="447120" cy="212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80BC49-A883-85C0-F813-4621DD38B9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76326" y="4824303"/>
                  <a:ext cx="482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CF7B6C9-CF12-3E25-2CE1-524C2B2D3624}"/>
                    </a:ext>
                  </a:extLst>
                </p14:cNvPr>
                <p14:cNvContentPartPr/>
                <p14:nvPr/>
              </p14:nvContentPartPr>
              <p14:xfrm>
                <a:off x="1943526" y="4738263"/>
                <a:ext cx="53280" cy="28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CF7B6C9-CF12-3E25-2CE1-524C2B2D36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925526" y="4720623"/>
                  <a:ext cx="88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1B1975C-A49B-D46D-3503-E56A286C037C}"/>
                    </a:ext>
                  </a:extLst>
                </p14:cNvPr>
                <p14:cNvContentPartPr/>
                <p14:nvPr/>
              </p14:nvContentPartPr>
              <p14:xfrm>
                <a:off x="2052606" y="4849503"/>
                <a:ext cx="319320" cy="159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1B1975C-A49B-D46D-3503-E56A286C037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34606" y="4831503"/>
                  <a:ext cx="354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C569158-A7B0-FBCD-3D33-F35FC1E655CF}"/>
                    </a:ext>
                  </a:extLst>
                </p14:cNvPr>
                <p14:cNvContentPartPr/>
                <p14:nvPr/>
              </p14:nvContentPartPr>
              <p14:xfrm>
                <a:off x="2338086" y="4655463"/>
                <a:ext cx="41040" cy="50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C569158-A7B0-FBCD-3D33-F35FC1E655C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320446" y="4637823"/>
                  <a:ext cx="76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9ED1149-E900-99D3-483C-F77DC139ACC1}"/>
                    </a:ext>
                  </a:extLst>
                </p14:cNvPr>
                <p14:cNvContentPartPr/>
                <p14:nvPr/>
              </p14:nvContentPartPr>
              <p14:xfrm>
                <a:off x="2430606" y="4630263"/>
                <a:ext cx="443520" cy="376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9ED1149-E900-99D3-483C-F77DC139ACC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412966" y="4612623"/>
                  <a:ext cx="47916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4D64F47-A3FE-A9F3-F768-683AB731A28D}"/>
              </a:ext>
            </a:extLst>
          </p:cNvPr>
          <p:cNvGrpSpPr/>
          <p:nvPr/>
        </p:nvGrpSpPr>
        <p:grpSpPr>
          <a:xfrm>
            <a:off x="3130446" y="4703703"/>
            <a:ext cx="1890000" cy="339480"/>
            <a:chOff x="3130446" y="4703703"/>
            <a:chExt cx="189000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95362A4-85E9-9296-ADBC-BF22663737C0}"/>
                    </a:ext>
                  </a:extLst>
                </p14:cNvPr>
                <p14:cNvContentPartPr/>
                <p14:nvPr/>
              </p14:nvContentPartPr>
              <p14:xfrm>
                <a:off x="3130446" y="4857783"/>
                <a:ext cx="219240" cy="177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95362A4-85E9-9296-ADBC-BF22663737C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112806" y="4839783"/>
                  <a:ext cx="254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A6AFC59-9EFD-EC3D-BAE0-CE77908737D6}"/>
                    </a:ext>
                  </a:extLst>
                </p14:cNvPr>
                <p14:cNvContentPartPr/>
                <p14:nvPr/>
              </p14:nvContentPartPr>
              <p14:xfrm>
                <a:off x="3535086" y="4755903"/>
                <a:ext cx="613440" cy="280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A6AFC59-9EFD-EC3D-BAE0-CE77908737D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17086" y="4738263"/>
                  <a:ext cx="6490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ADCCF44-7AB0-1ADF-6E8F-87C17FDE52C9}"/>
                    </a:ext>
                  </a:extLst>
                </p14:cNvPr>
                <p14:cNvContentPartPr/>
                <p14:nvPr/>
              </p14:nvContentPartPr>
              <p14:xfrm>
                <a:off x="4327086" y="4703703"/>
                <a:ext cx="10440" cy="279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ADCCF44-7AB0-1ADF-6E8F-87C17FDE52C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309086" y="4685703"/>
                  <a:ext cx="460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F9B1B3-1670-D952-2E98-655098931763}"/>
                    </a:ext>
                  </a:extLst>
                </p14:cNvPr>
                <p14:cNvContentPartPr/>
                <p14:nvPr/>
              </p14:nvContentPartPr>
              <p14:xfrm>
                <a:off x="4242846" y="4825023"/>
                <a:ext cx="263520" cy="2181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F9B1B3-1670-D952-2E98-65509893176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24846" y="4807383"/>
                  <a:ext cx="299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00DD2D1-9BE9-D1BC-27E6-DA7F0DE7FF0C}"/>
                    </a:ext>
                  </a:extLst>
                </p14:cNvPr>
                <p14:cNvContentPartPr/>
                <p14:nvPr/>
              </p14:nvContentPartPr>
              <p14:xfrm>
                <a:off x="4448406" y="4736823"/>
                <a:ext cx="51480" cy="19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00DD2D1-9BE9-D1BC-27E6-DA7F0DE7FF0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430406" y="4719183"/>
                  <a:ext cx="87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4038716-F2C5-31A2-D1C0-6CFBC7192545}"/>
                    </a:ext>
                  </a:extLst>
                </p14:cNvPr>
                <p14:cNvContentPartPr/>
                <p14:nvPr/>
              </p14:nvContentPartPr>
              <p14:xfrm>
                <a:off x="4641366" y="4808823"/>
                <a:ext cx="379080" cy="189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4038716-F2C5-31A2-D1C0-6CFBC719254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23726" y="4790823"/>
                  <a:ext cx="41472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72B2D61B-EB48-7147-D6DE-549C0A6BA386}"/>
              </a:ext>
            </a:extLst>
          </p:cNvPr>
          <p:cNvGrpSpPr/>
          <p:nvPr/>
        </p:nvGrpSpPr>
        <p:grpSpPr>
          <a:xfrm>
            <a:off x="5074446" y="4600023"/>
            <a:ext cx="285480" cy="578160"/>
            <a:chOff x="5074446" y="4600023"/>
            <a:chExt cx="285480" cy="57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295738A-EE81-EE28-24C4-5FBE109AE60E}"/>
                    </a:ext>
                  </a:extLst>
                </p14:cNvPr>
                <p14:cNvContentPartPr/>
                <p14:nvPr/>
              </p14:nvContentPartPr>
              <p14:xfrm>
                <a:off x="5074446" y="4876503"/>
                <a:ext cx="65520" cy="131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295738A-EE81-EE28-24C4-5FBE109AE60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056446" y="4858503"/>
                  <a:ext cx="101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10BC28-F476-5E40-22D1-6D0CB9AC483E}"/>
                    </a:ext>
                  </a:extLst>
                </p14:cNvPr>
                <p14:cNvContentPartPr/>
                <p14:nvPr/>
              </p14:nvContentPartPr>
              <p14:xfrm>
                <a:off x="5181366" y="4600023"/>
                <a:ext cx="178560" cy="578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10BC28-F476-5E40-22D1-6D0CB9AC483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163726" y="4582383"/>
                  <a:ext cx="214200" cy="61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0AA5F00-3665-CBAC-F485-5EE83DDBF7EA}"/>
                  </a:ext>
                </a:extLst>
              </p14:cNvPr>
              <p14:cNvContentPartPr/>
              <p14:nvPr/>
            </p14:nvContentPartPr>
            <p14:xfrm>
              <a:off x="5745846" y="5062983"/>
              <a:ext cx="2880" cy="72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0AA5F00-3665-CBAC-F485-5EE83DDBF7E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28206" y="5045343"/>
                <a:ext cx="3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8C293214-290C-B46F-2533-9A9E69C20AD2}"/>
                  </a:ext>
                </a:extLst>
              </p14:cNvPr>
              <p14:cNvContentPartPr/>
              <p14:nvPr/>
            </p14:nvContentPartPr>
            <p14:xfrm>
              <a:off x="5716686" y="5412183"/>
              <a:ext cx="39240" cy="2923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8C293214-290C-B46F-2533-9A9E69C20AD2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699046" y="5394183"/>
                <a:ext cx="74880" cy="32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4225002D-5758-6664-857B-2DD43E608E96}"/>
              </a:ext>
            </a:extLst>
          </p:cNvPr>
          <p:cNvGrpSpPr/>
          <p:nvPr/>
        </p:nvGrpSpPr>
        <p:grpSpPr>
          <a:xfrm>
            <a:off x="2713566" y="3821343"/>
            <a:ext cx="2803320" cy="630360"/>
            <a:chOff x="2713566" y="3821343"/>
            <a:chExt cx="2803320" cy="63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F28DF8D-1D38-7D8B-A8CD-AA46867A401A}"/>
                    </a:ext>
                  </a:extLst>
                </p14:cNvPr>
                <p14:cNvContentPartPr/>
                <p14:nvPr/>
              </p14:nvContentPartPr>
              <p14:xfrm>
                <a:off x="2713566" y="3947343"/>
                <a:ext cx="111600" cy="21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F28DF8D-1D38-7D8B-A8CD-AA46867A401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695566" y="3929703"/>
                  <a:ext cx="147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096715C-163B-FBED-BBF0-332CB8A34A71}"/>
                    </a:ext>
                  </a:extLst>
                </p14:cNvPr>
                <p14:cNvContentPartPr/>
                <p14:nvPr/>
              </p14:nvContentPartPr>
              <p14:xfrm>
                <a:off x="2714646" y="4039503"/>
                <a:ext cx="146160" cy="34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096715C-163B-FBED-BBF0-332CB8A34A7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697006" y="4021863"/>
                  <a:ext cx="181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CF82CD9-6693-50CC-931E-C4F0863A18AA}"/>
                    </a:ext>
                  </a:extLst>
                </p14:cNvPr>
                <p14:cNvContentPartPr/>
                <p14:nvPr/>
              </p14:nvContentPartPr>
              <p14:xfrm>
                <a:off x="3018846" y="3958863"/>
                <a:ext cx="106920" cy="492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CF82CD9-6693-50CC-931E-C4F0863A18A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000846" y="3941223"/>
                  <a:ext cx="1425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DA501E-6FC5-EA6A-1170-992F8B74EF98}"/>
                    </a:ext>
                  </a:extLst>
                </p14:cNvPr>
                <p14:cNvContentPartPr/>
                <p14:nvPr/>
              </p14:nvContentPartPr>
              <p14:xfrm>
                <a:off x="3070686" y="3957783"/>
                <a:ext cx="143280" cy="18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DA501E-6FC5-EA6A-1170-992F8B74EF9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053046" y="3939783"/>
                  <a:ext cx="178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BB62388-879A-31DC-FA98-B275E6AD2B7C}"/>
                    </a:ext>
                  </a:extLst>
                </p14:cNvPr>
                <p14:cNvContentPartPr/>
                <p14:nvPr/>
              </p14:nvContentPartPr>
              <p14:xfrm>
                <a:off x="3297846" y="3821343"/>
                <a:ext cx="118440" cy="371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BB62388-879A-31DC-FA98-B275E6AD2B7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279846" y="3803343"/>
                  <a:ext cx="1540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603E127-1E04-E74B-1CE8-98A512560CBA}"/>
                    </a:ext>
                  </a:extLst>
                </p14:cNvPr>
                <p14:cNvContentPartPr/>
                <p14:nvPr/>
              </p14:nvContentPartPr>
              <p14:xfrm>
                <a:off x="3460926" y="3954183"/>
                <a:ext cx="134640" cy="219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603E127-1E04-E74B-1CE8-98A512560CB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42926" y="3936183"/>
                  <a:ext cx="170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C3F3EE0-2A77-1D6C-F5CF-F7853CD9C19E}"/>
                    </a:ext>
                  </a:extLst>
                </p14:cNvPr>
                <p14:cNvContentPartPr/>
                <p14:nvPr/>
              </p14:nvContentPartPr>
              <p14:xfrm>
                <a:off x="3493326" y="4103223"/>
                <a:ext cx="96120" cy="22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C3F3EE0-2A77-1D6C-F5CF-F7853CD9C19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475686" y="4085223"/>
                  <a:ext cx="13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DA5604D-00B5-A81B-473C-B60A16BA9840}"/>
                    </a:ext>
                  </a:extLst>
                </p14:cNvPr>
                <p14:cNvContentPartPr/>
                <p14:nvPr/>
              </p14:nvContentPartPr>
              <p14:xfrm>
                <a:off x="3683406" y="4113663"/>
                <a:ext cx="72000" cy="137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DA5604D-00B5-A81B-473C-B60A16BA984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65766" y="4095663"/>
                  <a:ext cx="107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32BA98B-66DF-C0A3-72E4-18120D4B3F29}"/>
                    </a:ext>
                  </a:extLst>
                </p14:cNvPr>
                <p14:cNvContentPartPr/>
                <p14:nvPr/>
              </p14:nvContentPartPr>
              <p14:xfrm>
                <a:off x="4053486" y="3831423"/>
                <a:ext cx="146880" cy="417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32BA98B-66DF-C0A3-72E4-18120D4B3F2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035846" y="3813783"/>
                  <a:ext cx="1825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FB4FE0D-B95E-E99F-3157-06BFC0CA35BD}"/>
                    </a:ext>
                  </a:extLst>
                </p14:cNvPr>
                <p14:cNvContentPartPr/>
                <p14:nvPr/>
              </p14:nvContentPartPr>
              <p14:xfrm>
                <a:off x="4373526" y="3992343"/>
                <a:ext cx="90720" cy="14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FB4FE0D-B95E-E99F-3157-06BFC0CA35B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355886" y="3974703"/>
                  <a:ext cx="126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070086A-7B51-55E4-720A-5E8A7F1336B3}"/>
                    </a:ext>
                  </a:extLst>
                </p14:cNvPr>
                <p14:cNvContentPartPr/>
                <p14:nvPr/>
              </p14:nvContentPartPr>
              <p14:xfrm>
                <a:off x="4338966" y="4075143"/>
                <a:ext cx="185760" cy="26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070086A-7B51-55E4-720A-5E8A7F1336B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20966" y="4057143"/>
                  <a:ext cx="221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325F834-6DFF-31AB-B4E1-7AD8EBC6EDAA}"/>
                    </a:ext>
                  </a:extLst>
                </p14:cNvPr>
                <p14:cNvContentPartPr/>
                <p14:nvPr/>
              </p14:nvContentPartPr>
              <p14:xfrm>
                <a:off x="4710846" y="4011423"/>
                <a:ext cx="170640" cy="16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325F834-6DFF-31AB-B4E1-7AD8EBC6EDA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693206" y="3993783"/>
                  <a:ext cx="206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732D9E-B3AB-7193-CE23-026C5FED0B05}"/>
                    </a:ext>
                  </a:extLst>
                </p14:cNvPr>
                <p14:cNvContentPartPr/>
                <p14:nvPr/>
              </p14:nvContentPartPr>
              <p14:xfrm>
                <a:off x="4969686" y="4017903"/>
                <a:ext cx="163800" cy="208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732D9E-B3AB-7193-CE23-026C5FED0B0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951686" y="3999903"/>
                  <a:ext cx="199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45D397B-EC16-6E0E-9D1B-C704ED09EAFA}"/>
                    </a:ext>
                  </a:extLst>
                </p14:cNvPr>
                <p14:cNvContentPartPr/>
                <p14:nvPr/>
              </p14:nvContentPartPr>
              <p14:xfrm>
                <a:off x="5290806" y="4054623"/>
                <a:ext cx="226080" cy="142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45D397B-EC16-6E0E-9D1B-C704ED09EAF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273166" y="4036623"/>
                  <a:ext cx="261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4BD7868-6E60-000C-578A-87111ABF7C5E}"/>
                    </a:ext>
                  </a:extLst>
                </p14:cNvPr>
                <p14:cNvContentPartPr/>
                <p14:nvPr/>
              </p14:nvContentPartPr>
              <p14:xfrm>
                <a:off x="3899406" y="3890103"/>
                <a:ext cx="192600" cy="292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4BD7868-6E60-000C-578A-87111ABF7C5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881406" y="3872463"/>
                  <a:ext cx="228240" cy="32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2DDD8E7-854D-C702-CE67-7933C517440E}"/>
                  </a:ext>
                </a:extLst>
              </p14:cNvPr>
              <p14:cNvContentPartPr/>
              <p14:nvPr/>
            </p14:nvContentPartPr>
            <p14:xfrm>
              <a:off x="215166" y="5370423"/>
              <a:ext cx="162000" cy="3063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2DDD8E7-854D-C702-CE67-7933C517440E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97166" y="5352423"/>
                <a:ext cx="1976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0C715634-73C5-8E5C-BBE8-F2E59FD32705}"/>
                  </a:ext>
                </a:extLst>
              </p14:cNvPr>
              <p14:cNvContentPartPr/>
              <p14:nvPr/>
            </p14:nvContentPartPr>
            <p14:xfrm>
              <a:off x="423246" y="5491383"/>
              <a:ext cx="471960" cy="207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0C715634-73C5-8E5C-BBE8-F2E59FD32705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405246" y="5473743"/>
                <a:ext cx="5076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DFE7A461-DC64-12C0-CE4A-2800DD73A2D1}"/>
                  </a:ext>
                </a:extLst>
              </p14:cNvPr>
              <p14:cNvContentPartPr/>
              <p14:nvPr/>
            </p14:nvContentPartPr>
            <p14:xfrm>
              <a:off x="1126686" y="5530623"/>
              <a:ext cx="191880" cy="72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DFE7A461-DC64-12C0-CE4A-2800DD73A2D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109046" y="5512983"/>
                <a:ext cx="227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74F5E79-D422-3E78-7BD5-8AA5B09561C3}"/>
                  </a:ext>
                </a:extLst>
              </p14:cNvPr>
              <p14:cNvContentPartPr/>
              <p14:nvPr/>
            </p14:nvContentPartPr>
            <p14:xfrm>
              <a:off x="1209846" y="5546463"/>
              <a:ext cx="22680" cy="2106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74F5E79-D422-3E78-7BD5-8AA5B09561C3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1192206" y="5528823"/>
                <a:ext cx="58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98ADC2E7-B054-F25D-B4D9-0757C3C918CF}"/>
                  </a:ext>
                </a:extLst>
              </p14:cNvPr>
              <p14:cNvContentPartPr/>
              <p14:nvPr/>
            </p14:nvContentPartPr>
            <p14:xfrm>
              <a:off x="1306686" y="5569863"/>
              <a:ext cx="19800" cy="1868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98ADC2E7-B054-F25D-B4D9-0757C3C918CF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289046" y="5551863"/>
                <a:ext cx="55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FFBB3C1-A947-1E4B-81CF-D0FD3381F7AD}"/>
                  </a:ext>
                </a:extLst>
              </p14:cNvPr>
              <p14:cNvContentPartPr/>
              <p14:nvPr/>
            </p14:nvContentPartPr>
            <p14:xfrm>
              <a:off x="1143966" y="5771103"/>
              <a:ext cx="291240" cy="536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FFBB3C1-A947-1E4B-81CF-D0FD3381F7AD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1126326" y="5753103"/>
                <a:ext cx="3268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E64C0A98-CBD2-2D2A-217E-7F8BA7A96C48}"/>
                  </a:ext>
                </a:extLst>
              </p14:cNvPr>
              <p14:cNvContentPartPr/>
              <p14:nvPr/>
            </p14:nvContentPartPr>
            <p14:xfrm>
              <a:off x="1532046" y="5580663"/>
              <a:ext cx="19800" cy="187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E64C0A98-CBD2-2D2A-217E-7F8BA7A96C48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514046" y="5562663"/>
                <a:ext cx="554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1CDEB6EF-2ADE-8190-040B-880E1D6DAA17}"/>
                  </a:ext>
                </a:extLst>
              </p14:cNvPr>
              <p14:cNvContentPartPr/>
              <p14:nvPr/>
            </p14:nvContentPartPr>
            <p14:xfrm>
              <a:off x="1631406" y="5732583"/>
              <a:ext cx="6120" cy="216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1CDEB6EF-2ADE-8190-040B-880E1D6DAA17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613406" y="5714943"/>
                <a:ext cx="417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0562899B-9982-DE09-DAD1-D7B0F27D9817}"/>
                  </a:ext>
                </a:extLst>
              </p14:cNvPr>
              <p14:cNvContentPartPr/>
              <p14:nvPr/>
            </p14:nvContentPartPr>
            <p14:xfrm>
              <a:off x="2308206" y="5637903"/>
              <a:ext cx="192240" cy="1476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0562899B-9982-DE09-DAD1-D7B0F27D9817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2290206" y="5620263"/>
                <a:ext cx="2278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069B5C55-ED77-F3DB-F73D-AD43468D6B0E}"/>
                  </a:ext>
                </a:extLst>
              </p14:cNvPr>
              <p14:cNvContentPartPr/>
              <p14:nvPr/>
            </p14:nvContentPartPr>
            <p14:xfrm>
              <a:off x="2637246" y="5649783"/>
              <a:ext cx="51480" cy="172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069B5C55-ED77-F3DB-F73D-AD43468D6B0E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2619246" y="5631783"/>
                <a:ext cx="871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C62CEB8-7DD4-F2AD-837A-6F10650D5E70}"/>
                  </a:ext>
                </a:extLst>
              </p14:cNvPr>
              <p14:cNvContentPartPr/>
              <p14:nvPr/>
            </p14:nvContentPartPr>
            <p14:xfrm>
              <a:off x="2595486" y="5729703"/>
              <a:ext cx="101520" cy="223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C62CEB8-7DD4-F2AD-837A-6F10650D5E70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2577846" y="5711703"/>
                <a:ext cx="1371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9A24E469-377A-432F-791A-479437039A5B}"/>
                  </a:ext>
                </a:extLst>
              </p14:cNvPr>
              <p14:cNvContentPartPr/>
              <p14:nvPr/>
            </p14:nvContentPartPr>
            <p14:xfrm>
              <a:off x="2840286" y="5621703"/>
              <a:ext cx="159120" cy="11592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9A24E469-377A-432F-791A-479437039A5B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2822646" y="5604063"/>
                <a:ext cx="194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420A8ADD-9843-E504-6A7F-B57289F03D20}"/>
                  </a:ext>
                </a:extLst>
              </p14:cNvPr>
              <p14:cNvContentPartPr/>
              <p14:nvPr/>
            </p14:nvContentPartPr>
            <p14:xfrm>
              <a:off x="3145206" y="5649063"/>
              <a:ext cx="69840" cy="108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420A8ADD-9843-E504-6A7F-B57289F03D20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127206" y="5631063"/>
                <a:ext cx="1054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A064D2B5-63BA-1392-F153-8146BB1721AF}"/>
                  </a:ext>
                </a:extLst>
              </p14:cNvPr>
              <p14:cNvContentPartPr/>
              <p14:nvPr/>
            </p14:nvContentPartPr>
            <p14:xfrm>
              <a:off x="3142326" y="5711343"/>
              <a:ext cx="139320" cy="363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A064D2B5-63BA-1392-F153-8146BB1721AF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3124326" y="5693343"/>
                <a:ext cx="174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BF049B38-F27B-C5D8-372A-708178992561}"/>
                  </a:ext>
                </a:extLst>
              </p14:cNvPr>
              <p14:cNvContentPartPr/>
              <p14:nvPr/>
            </p14:nvContentPartPr>
            <p14:xfrm>
              <a:off x="3482526" y="5486343"/>
              <a:ext cx="194400" cy="2282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BF049B38-F27B-C5D8-372A-70817899256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3464526" y="5468343"/>
                <a:ext cx="2300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5DAF3E3-8F3C-CA7B-FDBB-7568B6D064B4}"/>
                  </a:ext>
                </a:extLst>
              </p14:cNvPr>
              <p14:cNvContentPartPr/>
              <p14:nvPr/>
            </p14:nvContentPartPr>
            <p14:xfrm>
              <a:off x="4332486" y="5745543"/>
              <a:ext cx="6480" cy="46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5DAF3E3-8F3C-CA7B-FDBB-7568B6D064B4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314846" y="5727543"/>
                <a:ext cx="42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22993F6C-D7AD-251D-0662-8E44A14021C5}"/>
                  </a:ext>
                </a:extLst>
              </p14:cNvPr>
              <p14:cNvContentPartPr/>
              <p14:nvPr/>
            </p14:nvContentPartPr>
            <p14:xfrm>
              <a:off x="4043406" y="5691543"/>
              <a:ext cx="68400" cy="13356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22993F6C-D7AD-251D-0662-8E44A14021C5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4025406" y="5673903"/>
                <a:ext cx="1040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5F66CEE2-4637-A200-D1B3-D4745AE2EB2B}"/>
                  </a:ext>
                </a:extLst>
              </p14:cNvPr>
              <p14:cNvContentPartPr/>
              <p14:nvPr/>
            </p14:nvContentPartPr>
            <p14:xfrm>
              <a:off x="4282446" y="5394543"/>
              <a:ext cx="241200" cy="4719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5F66CEE2-4637-A200-D1B3-D4745AE2EB2B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4264446" y="5376903"/>
                <a:ext cx="27684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BB03A00-4BFF-47A3-E09A-7AE4AE6A6203}"/>
                  </a:ext>
                </a:extLst>
              </p14:cNvPr>
              <p14:cNvContentPartPr/>
              <p14:nvPr/>
            </p14:nvContentPartPr>
            <p14:xfrm>
              <a:off x="4534446" y="5569503"/>
              <a:ext cx="30600" cy="1299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BB03A00-4BFF-47A3-E09A-7AE4AE6A6203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516806" y="5551503"/>
                <a:ext cx="662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DBA0704-3AAD-8D42-22CA-62BFEC4D6496}"/>
                  </a:ext>
                </a:extLst>
              </p14:cNvPr>
              <p14:cNvContentPartPr/>
              <p14:nvPr/>
            </p14:nvContentPartPr>
            <p14:xfrm>
              <a:off x="4563606" y="5466543"/>
              <a:ext cx="18360" cy="468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DBA0704-3AAD-8D42-22CA-62BFEC4D6496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4545966" y="5448543"/>
                <a:ext cx="54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746E6187-0F4D-7C84-806C-1C61B0F58612}"/>
                  </a:ext>
                </a:extLst>
              </p14:cNvPr>
              <p14:cNvContentPartPr/>
              <p14:nvPr/>
            </p14:nvContentPartPr>
            <p14:xfrm>
              <a:off x="4619406" y="5584263"/>
              <a:ext cx="179280" cy="1609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746E6187-0F4D-7C84-806C-1C61B0F58612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4601766" y="5566623"/>
                <a:ext cx="2149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EE4A4596-7DFE-31B7-8683-EA903CA03EA9}"/>
                  </a:ext>
                </a:extLst>
              </p14:cNvPr>
              <p14:cNvContentPartPr/>
              <p14:nvPr/>
            </p14:nvContentPartPr>
            <p14:xfrm>
              <a:off x="4855206" y="5435943"/>
              <a:ext cx="130320" cy="3499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EE4A4596-7DFE-31B7-8683-EA903CA03EA9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4837206" y="5418303"/>
                <a:ext cx="1659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1AE7242-D00E-D3A1-F063-DFD9FD165D46}"/>
                  </a:ext>
                </a:extLst>
              </p14:cNvPr>
              <p14:cNvContentPartPr/>
              <p14:nvPr/>
            </p14:nvContentPartPr>
            <p14:xfrm>
              <a:off x="5205846" y="5449983"/>
              <a:ext cx="41400" cy="3034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1AE7242-D00E-D3A1-F063-DFD9FD165D46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5187846" y="5432343"/>
                <a:ext cx="7704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8E9EA32-3726-6726-4ECF-5D76F2136125}"/>
                  </a:ext>
                </a:extLst>
              </p14:cNvPr>
              <p14:cNvContentPartPr/>
              <p14:nvPr/>
            </p14:nvContentPartPr>
            <p14:xfrm>
              <a:off x="5403486" y="5453583"/>
              <a:ext cx="136080" cy="2383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8E9EA32-3726-6726-4ECF-5D76F2136125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385846" y="5435943"/>
                <a:ext cx="1717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C3E69ABE-0A28-CA7A-396D-C0BA2A71740D}"/>
                  </a:ext>
                </a:extLst>
              </p14:cNvPr>
              <p14:cNvContentPartPr/>
              <p14:nvPr/>
            </p14:nvContentPartPr>
            <p14:xfrm>
              <a:off x="5425086" y="5540343"/>
              <a:ext cx="114480" cy="626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C3E69ABE-0A28-CA7A-396D-C0BA2A71740D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5407086" y="5522703"/>
                <a:ext cx="1501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49917FE-B014-7A48-7777-B90CAFBEE9FF}"/>
                  </a:ext>
                </a:extLst>
              </p14:cNvPr>
              <p14:cNvContentPartPr/>
              <p14:nvPr/>
            </p14:nvContentPartPr>
            <p14:xfrm>
              <a:off x="307686" y="6113823"/>
              <a:ext cx="17280" cy="1774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49917FE-B014-7A48-7777-B90CAFBEE9FF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289686" y="6096183"/>
                <a:ext cx="529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C81F8F2E-5461-CF61-DB48-EF6EFB44CAC8}"/>
                  </a:ext>
                </a:extLst>
              </p14:cNvPr>
              <p14:cNvContentPartPr/>
              <p14:nvPr/>
            </p14:nvContentPartPr>
            <p14:xfrm>
              <a:off x="328926" y="5938863"/>
              <a:ext cx="88560" cy="5014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C81F8F2E-5461-CF61-DB48-EF6EFB44CAC8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311286" y="5921223"/>
                <a:ext cx="12420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C7744C4-D60F-0F80-303D-7FFEC97B5125}"/>
                  </a:ext>
                </a:extLst>
              </p14:cNvPr>
              <p14:cNvContentPartPr/>
              <p14:nvPr/>
            </p14:nvContentPartPr>
            <p14:xfrm>
              <a:off x="1068006" y="6102303"/>
              <a:ext cx="108000" cy="2185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C7744C4-D60F-0F80-303D-7FFEC97B5125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1050006" y="6084663"/>
                <a:ext cx="1436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7C4DC7A0-1BB1-7E91-5C04-AE4589DF6B2B}"/>
                  </a:ext>
                </a:extLst>
              </p14:cNvPr>
              <p14:cNvContentPartPr/>
              <p14:nvPr/>
            </p14:nvContentPartPr>
            <p14:xfrm>
              <a:off x="1168086" y="6115983"/>
              <a:ext cx="239400" cy="4489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7C4DC7A0-1BB1-7E91-5C04-AE4589DF6B2B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50446" y="6097983"/>
                <a:ext cx="2750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5C551EA3-C168-584F-41E0-E589E4F93FF2}"/>
                  </a:ext>
                </a:extLst>
              </p14:cNvPr>
              <p14:cNvContentPartPr/>
              <p14:nvPr/>
            </p14:nvContentPartPr>
            <p14:xfrm>
              <a:off x="1913286" y="6104823"/>
              <a:ext cx="45360" cy="243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5C551EA3-C168-584F-41E0-E589E4F93FF2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895646" y="6087183"/>
                <a:ext cx="810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98E69E64-D9D8-D52B-C4CD-FCECB672D4A7}"/>
                  </a:ext>
                </a:extLst>
              </p14:cNvPr>
              <p14:cNvContentPartPr/>
              <p14:nvPr/>
            </p14:nvContentPartPr>
            <p14:xfrm>
              <a:off x="2043966" y="6121743"/>
              <a:ext cx="142560" cy="2264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98E69E64-D9D8-D52B-C4CD-FCECB672D4A7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2025966" y="6103743"/>
                <a:ext cx="178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FDBA7CD-98F6-5D69-8EBE-370FA9C1C7F0}"/>
                  </a:ext>
                </a:extLst>
              </p14:cNvPr>
              <p14:cNvContentPartPr/>
              <p14:nvPr/>
            </p14:nvContentPartPr>
            <p14:xfrm>
              <a:off x="2040726" y="6251343"/>
              <a:ext cx="106560" cy="590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FDBA7CD-98F6-5D69-8EBE-370FA9C1C7F0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2023086" y="6233703"/>
                <a:ext cx="1422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51826BD-DACB-0BEB-67E9-3FBE3CE4E623}"/>
                  </a:ext>
                </a:extLst>
              </p14:cNvPr>
              <p14:cNvContentPartPr/>
              <p14:nvPr/>
            </p14:nvContentPartPr>
            <p14:xfrm>
              <a:off x="2283726" y="6084303"/>
              <a:ext cx="14760" cy="2782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51826BD-DACB-0BEB-67E9-3FBE3CE4E623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2266086" y="6066303"/>
                <a:ext cx="504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4E1E0EE1-8CDC-EE88-9E5C-55C061640A9E}"/>
                  </a:ext>
                </a:extLst>
              </p14:cNvPr>
              <p14:cNvContentPartPr/>
              <p14:nvPr/>
            </p14:nvContentPartPr>
            <p14:xfrm>
              <a:off x="2487486" y="6158463"/>
              <a:ext cx="196200" cy="496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4E1E0EE1-8CDC-EE88-9E5C-55C061640A9E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2469846" y="6140823"/>
                <a:ext cx="2318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B1CCA7E6-B4DF-7C74-3F6D-F268913E1DF5}"/>
                  </a:ext>
                </a:extLst>
              </p14:cNvPr>
              <p14:cNvContentPartPr/>
              <p14:nvPr/>
            </p14:nvContentPartPr>
            <p14:xfrm>
              <a:off x="2510886" y="6247743"/>
              <a:ext cx="198000" cy="342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B1CCA7E6-B4DF-7C74-3F6D-F268913E1DF5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2492886" y="6229743"/>
                <a:ext cx="233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794D7C3-7498-9701-7BC3-456F6A5E234A}"/>
                  </a:ext>
                </a:extLst>
              </p14:cNvPr>
              <p14:cNvContentPartPr/>
              <p14:nvPr/>
            </p14:nvContentPartPr>
            <p14:xfrm>
              <a:off x="2582886" y="6037863"/>
              <a:ext cx="64080" cy="3492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794D7C3-7498-9701-7BC3-456F6A5E234A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2564886" y="6019863"/>
                <a:ext cx="997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6058ABA-28D5-9EBD-98C6-DC587327EF07}"/>
                  </a:ext>
                </a:extLst>
              </p14:cNvPr>
              <p14:cNvContentPartPr/>
              <p14:nvPr/>
            </p14:nvContentPartPr>
            <p14:xfrm>
              <a:off x="2933166" y="6060903"/>
              <a:ext cx="212760" cy="2170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6058ABA-28D5-9EBD-98C6-DC587327EF07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2915166" y="6043263"/>
                <a:ext cx="248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E2373FB-224D-3A94-2E01-5A4779524D05}"/>
                  </a:ext>
                </a:extLst>
              </p14:cNvPr>
              <p14:cNvContentPartPr/>
              <p14:nvPr/>
            </p14:nvContentPartPr>
            <p14:xfrm>
              <a:off x="3585846" y="6168903"/>
              <a:ext cx="284400" cy="2142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E2373FB-224D-3A94-2E01-5A4779524D05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3568206" y="6151263"/>
                <a:ext cx="3200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A9EE90B2-C233-09BE-31B4-5A1EDFCC1353}"/>
                  </a:ext>
                </a:extLst>
              </p14:cNvPr>
              <p14:cNvContentPartPr/>
              <p14:nvPr/>
            </p14:nvContentPartPr>
            <p14:xfrm>
              <a:off x="4400166" y="6176463"/>
              <a:ext cx="599040" cy="18360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A9EE90B2-C233-09BE-31B4-5A1EDFCC1353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4382526" y="6158463"/>
                <a:ext cx="6346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6D4C0E7-D987-20D7-EAF2-3B73EB7A4947}"/>
                  </a:ext>
                </a:extLst>
              </p14:cNvPr>
              <p14:cNvContentPartPr/>
              <p14:nvPr/>
            </p14:nvContentPartPr>
            <p14:xfrm>
              <a:off x="4945206" y="6079263"/>
              <a:ext cx="39960" cy="331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6D4C0E7-D987-20D7-EAF2-3B73EB7A4947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4927566" y="6061623"/>
                <a:ext cx="75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07D1D530-844F-818F-FAF2-17C3D34BB11D}"/>
                  </a:ext>
                </a:extLst>
              </p14:cNvPr>
              <p14:cNvContentPartPr/>
              <p14:nvPr/>
            </p14:nvContentPartPr>
            <p14:xfrm>
              <a:off x="5049246" y="6153063"/>
              <a:ext cx="125640" cy="2815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07D1D530-844F-818F-FAF2-17C3D34BB11D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5031246" y="6135063"/>
                <a:ext cx="1612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544B8967-3A16-8B1F-4A81-66FA48F798F2}"/>
                  </a:ext>
                </a:extLst>
              </p14:cNvPr>
              <p14:cNvContentPartPr/>
              <p14:nvPr/>
            </p14:nvContentPartPr>
            <p14:xfrm>
              <a:off x="5373246" y="6118863"/>
              <a:ext cx="364680" cy="1497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544B8967-3A16-8B1F-4A81-66FA48F798F2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5355246" y="6101223"/>
                <a:ext cx="4003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860F7B8-2DE2-4E92-C835-6873F1E86F51}"/>
                  </a:ext>
                </a:extLst>
              </p14:cNvPr>
              <p14:cNvContentPartPr/>
              <p14:nvPr/>
            </p14:nvContentPartPr>
            <p14:xfrm>
              <a:off x="6110166" y="6062703"/>
              <a:ext cx="118800" cy="1792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860F7B8-2DE2-4E92-C835-6873F1E86F51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6092526" y="6044703"/>
                <a:ext cx="1544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253E44B-0541-3466-26D6-572114DF64BA}"/>
                  </a:ext>
                </a:extLst>
              </p14:cNvPr>
              <p14:cNvContentPartPr/>
              <p14:nvPr/>
            </p14:nvContentPartPr>
            <p14:xfrm>
              <a:off x="6274326" y="5977383"/>
              <a:ext cx="560880" cy="2613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253E44B-0541-3466-26D6-572114DF64BA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6256326" y="5959383"/>
                <a:ext cx="5965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F98157D7-56C1-CD01-30C7-C27742D9B745}"/>
                  </a:ext>
                </a:extLst>
              </p14:cNvPr>
              <p14:cNvContentPartPr/>
              <p14:nvPr/>
            </p14:nvContentPartPr>
            <p14:xfrm>
              <a:off x="6962646" y="5859663"/>
              <a:ext cx="106560" cy="3506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F98157D7-56C1-CD01-30C7-C27742D9B745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6944646" y="5842023"/>
                <a:ext cx="1422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54AEEC3A-2ACB-3FA6-9317-C032DE1B9813}"/>
                  </a:ext>
                </a:extLst>
              </p14:cNvPr>
              <p14:cNvContentPartPr/>
              <p14:nvPr/>
            </p14:nvContentPartPr>
            <p14:xfrm>
              <a:off x="7122846" y="6043263"/>
              <a:ext cx="550440" cy="1836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54AEEC3A-2ACB-3FA6-9317-C032DE1B9813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7104846" y="6025263"/>
                <a:ext cx="586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1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DB1DA3E-A9AD-FB2E-04C7-02D9A06120CC}"/>
                  </a:ext>
                </a:extLst>
              </p14:cNvPr>
              <p14:cNvContentPartPr/>
              <p14:nvPr/>
            </p14:nvContentPartPr>
            <p14:xfrm>
              <a:off x="7355046" y="5910423"/>
              <a:ext cx="82440" cy="230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DB1DA3E-A9AD-FB2E-04C7-02D9A06120CC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7337406" y="5892783"/>
                <a:ext cx="1180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4C64E559-9DE4-43F3-A33E-86D81B039917}"/>
                  </a:ext>
                </a:extLst>
              </p14:cNvPr>
              <p14:cNvContentPartPr/>
              <p14:nvPr/>
            </p14:nvContentPartPr>
            <p14:xfrm>
              <a:off x="6834126" y="5994303"/>
              <a:ext cx="213840" cy="194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4C64E559-9DE4-43F3-A33E-86D81B039917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6816486" y="5976663"/>
                <a:ext cx="2494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36C75786-8D45-43C2-8FB4-BADDC9836169}"/>
                  </a:ext>
                </a:extLst>
              </p14:cNvPr>
              <p14:cNvContentPartPr/>
              <p14:nvPr/>
            </p14:nvContentPartPr>
            <p14:xfrm>
              <a:off x="8022126" y="5753823"/>
              <a:ext cx="147960" cy="5475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36C75786-8D45-43C2-8FB4-BADDC9836169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8004126" y="5736183"/>
                <a:ext cx="183600" cy="5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105D0514-DFE2-8A5B-85BA-C5B7D7F76713}"/>
                  </a:ext>
                </a:extLst>
              </p14:cNvPr>
              <p14:cNvContentPartPr/>
              <p14:nvPr/>
            </p14:nvContentPartPr>
            <p14:xfrm>
              <a:off x="8372766" y="5849223"/>
              <a:ext cx="89280" cy="3556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105D0514-DFE2-8A5B-85BA-C5B7D7F76713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8354766" y="5831223"/>
                <a:ext cx="12492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38B7D439-FA18-C39E-889E-7530B1976F54}"/>
                  </a:ext>
                </a:extLst>
              </p14:cNvPr>
              <p14:cNvContentPartPr/>
              <p14:nvPr/>
            </p14:nvContentPartPr>
            <p14:xfrm>
              <a:off x="8230566" y="6014463"/>
              <a:ext cx="493920" cy="15444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38B7D439-FA18-C39E-889E-7530B1976F54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8212566" y="5996463"/>
                <a:ext cx="529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29F5722-8D01-C7D0-A7E7-5A767C8D9186}"/>
                  </a:ext>
                </a:extLst>
              </p14:cNvPr>
              <p14:cNvContentPartPr/>
              <p14:nvPr/>
            </p14:nvContentPartPr>
            <p14:xfrm>
              <a:off x="8687046" y="5874063"/>
              <a:ext cx="36360" cy="4680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29F5722-8D01-C7D0-A7E7-5A767C8D9186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8669406" y="5856423"/>
                <a:ext cx="72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81B798EC-8F15-1D30-580A-723AD07E110B}"/>
                  </a:ext>
                </a:extLst>
              </p14:cNvPr>
              <p14:cNvContentPartPr/>
              <p14:nvPr/>
            </p14:nvContentPartPr>
            <p14:xfrm>
              <a:off x="8799366" y="6031023"/>
              <a:ext cx="325800" cy="14364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81B798EC-8F15-1D30-580A-723AD07E110B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8781726" y="6013383"/>
                <a:ext cx="3614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1786E80C-BC48-5DBA-ACE5-053958C47907}"/>
                  </a:ext>
                </a:extLst>
              </p14:cNvPr>
              <p14:cNvContentPartPr/>
              <p14:nvPr/>
            </p14:nvContentPartPr>
            <p14:xfrm>
              <a:off x="9089886" y="5907903"/>
              <a:ext cx="39600" cy="345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1786E80C-BC48-5DBA-ACE5-053958C47907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9072246" y="5889903"/>
                <a:ext cx="752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4BDFAAC3-7981-229C-6A47-5DD2FDA0F33E}"/>
                  </a:ext>
                </a:extLst>
              </p14:cNvPr>
              <p14:cNvContentPartPr/>
              <p14:nvPr/>
            </p14:nvContentPartPr>
            <p14:xfrm>
              <a:off x="9160806" y="5879823"/>
              <a:ext cx="358200" cy="2631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4BDFAAC3-7981-229C-6A47-5DD2FDA0F33E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9142806" y="5861823"/>
                <a:ext cx="3938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C63B01EC-BE44-3477-B9EA-9C70A5437291}"/>
                  </a:ext>
                </a:extLst>
              </p14:cNvPr>
              <p14:cNvContentPartPr/>
              <p14:nvPr/>
            </p14:nvContentPartPr>
            <p14:xfrm>
              <a:off x="9663366" y="5906103"/>
              <a:ext cx="133920" cy="19260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C63B01EC-BE44-3477-B9EA-9C70A5437291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9645726" y="5888103"/>
                <a:ext cx="169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E75125BD-AB15-23C1-DB97-A5B436481AD0}"/>
                  </a:ext>
                </a:extLst>
              </p14:cNvPr>
              <p14:cNvContentPartPr/>
              <p14:nvPr/>
            </p14:nvContentPartPr>
            <p14:xfrm>
              <a:off x="9807006" y="5770383"/>
              <a:ext cx="773640" cy="3690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E75125BD-AB15-23C1-DB97-A5B436481AD0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9789006" y="5752743"/>
                <a:ext cx="8092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54D0522C-8038-6DF6-B891-BD58F173C481}"/>
                  </a:ext>
                </a:extLst>
              </p14:cNvPr>
              <p14:cNvContentPartPr/>
              <p14:nvPr/>
            </p14:nvContentPartPr>
            <p14:xfrm>
              <a:off x="10637886" y="5989623"/>
              <a:ext cx="60120" cy="1407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54D0522C-8038-6DF6-B891-BD58F173C481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619886" y="5971623"/>
                <a:ext cx="957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7C07FF9C-10C7-469D-2217-895E974AC40E}"/>
                  </a:ext>
                </a:extLst>
              </p14:cNvPr>
              <p14:cNvContentPartPr/>
              <p14:nvPr/>
            </p14:nvContentPartPr>
            <p14:xfrm>
              <a:off x="10753086" y="5916543"/>
              <a:ext cx="331920" cy="1890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7C07FF9C-10C7-469D-2217-895E974AC40E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0735086" y="5898543"/>
                <a:ext cx="3675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35DD139A-FA12-2E20-AC8F-F12975304FA1}"/>
                  </a:ext>
                </a:extLst>
              </p14:cNvPr>
              <p14:cNvContentPartPr/>
              <p14:nvPr/>
            </p14:nvContentPartPr>
            <p14:xfrm>
              <a:off x="10566246" y="5810703"/>
              <a:ext cx="156240" cy="363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35DD139A-FA12-2E20-AC8F-F12975304FA1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0548246" y="5792703"/>
                <a:ext cx="191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E45DA5F4-FFC2-99D3-ACFD-E8AE5ADED6E7}"/>
                  </a:ext>
                </a:extLst>
              </p14:cNvPr>
              <p14:cNvContentPartPr/>
              <p14:nvPr/>
            </p14:nvContentPartPr>
            <p14:xfrm>
              <a:off x="10277886" y="5855343"/>
              <a:ext cx="316080" cy="118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E45DA5F4-FFC2-99D3-ACFD-E8AE5ADED6E7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10260246" y="5837343"/>
                <a:ext cx="351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D6FE2D41-6CEB-31A8-86AF-80262C459451}"/>
                  </a:ext>
                </a:extLst>
              </p14:cNvPr>
              <p14:cNvContentPartPr/>
              <p14:nvPr/>
            </p14:nvContentPartPr>
            <p14:xfrm>
              <a:off x="11208846" y="5858583"/>
              <a:ext cx="106200" cy="1710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D6FE2D41-6CEB-31A8-86AF-80262C459451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11191206" y="5840943"/>
                <a:ext cx="1418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BAF412BD-FF55-7A50-CF6C-E8D439A7A4C4}"/>
                  </a:ext>
                </a:extLst>
              </p14:cNvPr>
              <p14:cNvContentPartPr/>
              <p14:nvPr/>
            </p14:nvContentPartPr>
            <p14:xfrm>
              <a:off x="11158446" y="5501103"/>
              <a:ext cx="356760" cy="828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BAF412BD-FF55-7A50-CF6C-E8D439A7A4C4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1140446" y="5483463"/>
                <a:ext cx="392400" cy="8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3D49F745-604C-9740-2388-3B1B81B7E93F}"/>
                  </a:ext>
                </a:extLst>
              </p14:cNvPr>
              <p14:cNvContentPartPr/>
              <p14:nvPr/>
            </p14:nvContentPartPr>
            <p14:xfrm>
              <a:off x="113646" y="6685863"/>
              <a:ext cx="27720" cy="1494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3D49F745-604C-9740-2388-3B1B81B7E93F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95646" y="6668223"/>
                <a:ext cx="633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0BBD7773-BE18-04FA-3772-1D0504BD0E90}"/>
                  </a:ext>
                </a:extLst>
              </p14:cNvPr>
              <p14:cNvContentPartPr/>
              <p14:nvPr/>
            </p14:nvContentPartPr>
            <p14:xfrm>
              <a:off x="210486" y="6721863"/>
              <a:ext cx="15480" cy="11160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0BBD7773-BE18-04FA-3772-1D0504BD0E90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92846" y="6704223"/>
                <a:ext cx="51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0CD8B07-7A49-7765-8F8C-521D8925FD84}"/>
                  </a:ext>
                </a:extLst>
              </p14:cNvPr>
              <p14:cNvContentPartPr/>
              <p14:nvPr/>
            </p14:nvContentPartPr>
            <p14:xfrm>
              <a:off x="325326" y="6512343"/>
              <a:ext cx="114120" cy="4219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0CD8B07-7A49-7765-8F8C-521D8925FD84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307326" y="6494343"/>
                <a:ext cx="14976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3FA34712-9DA5-4B82-626A-5C84FBF13F05}"/>
                  </a:ext>
                </a:extLst>
              </p14:cNvPr>
              <p14:cNvContentPartPr/>
              <p14:nvPr/>
            </p14:nvContentPartPr>
            <p14:xfrm>
              <a:off x="659766" y="6642663"/>
              <a:ext cx="152280" cy="2394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3FA34712-9DA5-4B82-626A-5C84FBF13F05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642126" y="6625023"/>
                <a:ext cx="1879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287D4452-0ECD-4C76-8D24-55032B49FB33}"/>
                  </a:ext>
                </a:extLst>
              </p14:cNvPr>
              <p14:cNvContentPartPr/>
              <p14:nvPr/>
            </p14:nvContentPartPr>
            <p14:xfrm>
              <a:off x="765606" y="6652383"/>
              <a:ext cx="267840" cy="5677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287D4452-0ECD-4C76-8D24-55032B49FB33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747606" y="6634383"/>
                <a:ext cx="30348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2E793414-6C0C-4CDE-EF8A-AF609BF1F8F7}"/>
                  </a:ext>
                </a:extLst>
              </p14:cNvPr>
              <p14:cNvContentPartPr/>
              <p14:nvPr/>
            </p14:nvContentPartPr>
            <p14:xfrm>
              <a:off x="2916246" y="6795663"/>
              <a:ext cx="101520" cy="11268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2E793414-6C0C-4CDE-EF8A-AF609BF1F8F7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2898246" y="6777663"/>
                <a:ext cx="1371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A0935FB0-5438-BB3F-9F48-30E0F8049E25}"/>
                  </a:ext>
                </a:extLst>
              </p14:cNvPr>
              <p14:cNvContentPartPr/>
              <p14:nvPr/>
            </p14:nvContentPartPr>
            <p14:xfrm>
              <a:off x="3252126" y="6653463"/>
              <a:ext cx="517320" cy="1364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A0935FB0-5438-BB3F-9F48-30E0F8049E25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3234486" y="6635463"/>
                <a:ext cx="5529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4B35777B-9C7B-6BF7-5108-EC425F1A0BFD}"/>
                  </a:ext>
                </a:extLst>
              </p14:cNvPr>
              <p14:cNvContentPartPr/>
              <p14:nvPr/>
            </p14:nvContentPartPr>
            <p14:xfrm>
              <a:off x="3801126" y="6520983"/>
              <a:ext cx="84600" cy="2498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4B35777B-9C7B-6BF7-5108-EC425F1A0BFD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3783126" y="6503343"/>
                <a:ext cx="1202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50B32345-9297-9C69-70C1-1617AD0BDEDC}"/>
                  </a:ext>
                </a:extLst>
              </p14:cNvPr>
              <p14:cNvContentPartPr/>
              <p14:nvPr/>
            </p14:nvContentPartPr>
            <p14:xfrm>
              <a:off x="3748926" y="6548703"/>
              <a:ext cx="520560" cy="2199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50B32345-9297-9C69-70C1-1617AD0BDEDC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3730926" y="6530703"/>
                <a:ext cx="5562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1422DC36-5651-8E65-B0AF-94B560B7CAD2}"/>
                  </a:ext>
                </a:extLst>
              </p14:cNvPr>
              <p14:cNvContentPartPr/>
              <p14:nvPr/>
            </p14:nvContentPartPr>
            <p14:xfrm>
              <a:off x="4370286" y="6572823"/>
              <a:ext cx="200160" cy="2444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1422DC36-5651-8E65-B0AF-94B560B7CAD2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4352646" y="6555183"/>
                <a:ext cx="2358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319E6442-C401-D81D-0C8C-E6A023762197}"/>
                  </a:ext>
                </a:extLst>
              </p14:cNvPr>
              <p14:cNvContentPartPr/>
              <p14:nvPr/>
            </p14:nvContentPartPr>
            <p14:xfrm>
              <a:off x="4869246" y="6494343"/>
              <a:ext cx="354240" cy="5853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319E6442-C401-D81D-0C8C-E6A023762197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4851246" y="6476343"/>
                <a:ext cx="38988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4E68029-F4D1-0AD2-C6C9-62BB3563C260}"/>
                  </a:ext>
                </a:extLst>
              </p14:cNvPr>
              <p14:cNvContentPartPr/>
              <p14:nvPr/>
            </p14:nvContentPartPr>
            <p14:xfrm>
              <a:off x="5507526" y="6620703"/>
              <a:ext cx="308520" cy="1504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4E68029-F4D1-0AD2-C6C9-62BB3563C260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5489526" y="6603063"/>
                <a:ext cx="3441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DE3DA8B5-9499-E2BF-B7CF-23A10E5E94FE}"/>
                  </a:ext>
                </a:extLst>
              </p14:cNvPr>
              <p14:cNvContentPartPr/>
              <p14:nvPr/>
            </p14:nvContentPartPr>
            <p14:xfrm>
              <a:off x="5838006" y="6479583"/>
              <a:ext cx="411480" cy="27324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DE3DA8B5-9499-E2BF-B7CF-23A10E5E94FE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5820366" y="6461943"/>
                <a:ext cx="4471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928A4837-18DE-369A-8ECB-B25148B8E9EA}"/>
                  </a:ext>
                </a:extLst>
              </p14:cNvPr>
              <p14:cNvContentPartPr/>
              <p14:nvPr/>
            </p14:nvContentPartPr>
            <p14:xfrm>
              <a:off x="6347406" y="6562023"/>
              <a:ext cx="88920" cy="14760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928A4837-18DE-369A-8ECB-B25148B8E9EA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6329406" y="6544383"/>
                <a:ext cx="1245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4D8F1605-D4C3-40E3-2F8C-6DDF6172991C}"/>
                  </a:ext>
                </a:extLst>
              </p14:cNvPr>
              <p14:cNvContentPartPr/>
              <p14:nvPr/>
            </p14:nvContentPartPr>
            <p14:xfrm>
              <a:off x="6537486" y="6418743"/>
              <a:ext cx="45720" cy="26460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4D8F1605-D4C3-40E3-2F8C-6DDF6172991C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6519486" y="6400743"/>
                <a:ext cx="813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1690CEF5-2A06-6675-5DF6-3E0CCB0D7821}"/>
                  </a:ext>
                </a:extLst>
              </p14:cNvPr>
              <p14:cNvContentPartPr/>
              <p14:nvPr/>
            </p14:nvContentPartPr>
            <p14:xfrm>
              <a:off x="6649446" y="6569223"/>
              <a:ext cx="396360" cy="15516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1690CEF5-2A06-6675-5DF6-3E0CCB0D7821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6631806" y="6551223"/>
                <a:ext cx="4320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80B67912-397F-09C3-A976-34B93890BB49}"/>
                  </a:ext>
                </a:extLst>
              </p14:cNvPr>
              <p14:cNvContentPartPr/>
              <p14:nvPr/>
            </p14:nvContentPartPr>
            <p14:xfrm>
              <a:off x="6805326" y="6430623"/>
              <a:ext cx="104400" cy="4536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80B67912-397F-09C3-A976-34B93890BB49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6787326" y="6412623"/>
                <a:ext cx="1400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DBDE04F6-0AF5-37B8-7B42-5D03BF164D16}"/>
                  </a:ext>
                </a:extLst>
              </p14:cNvPr>
              <p14:cNvContentPartPr/>
              <p14:nvPr/>
            </p14:nvContentPartPr>
            <p14:xfrm>
              <a:off x="6369006" y="6469863"/>
              <a:ext cx="298440" cy="201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DBDE04F6-0AF5-37B8-7B42-5D03BF164D16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6351006" y="6451863"/>
                <a:ext cx="334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477300BE-A031-78F9-CF93-183F68AB025C}"/>
                  </a:ext>
                </a:extLst>
              </p14:cNvPr>
              <p14:cNvContentPartPr/>
              <p14:nvPr/>
            </p14:nvContentPartPr>
            <p14:xfrm>
              <a:off x="7269366" y="6722943"/>
              <a:ext cx="71280" cy="1047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477300BE-A031-78F9-CF93-183F68AB025C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7251726" y="6705303"/>
                <a:ext cx="1069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76F51B01-1D42-4125-5AE3-8A9B6565399D}"/>
                  </a:ext>
                </a:extLst>
              </p14:cNvPr>
              <p14:cNvContentPartPr/>
              <p14:nvPr/>
            </p14:nvContentPartPr>
            <p14:xfrm>
              <a:off x="7563486" y="6596223"/>
              <a:ext cx="98280" cy="36828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76F51B01-1D42-4125-5AE3-8A9B6565399D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7545846" y="6578583"/>
                <a:ext cx="13392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C263591B-FFB6-3677-EB40-91B380B132A3}"/>
                  </a:ext>
                </a:extLst>
              </p14:cNvPr>
              <p14:cNvContentPartPr/>
              <p14:nvPr/>
            </p14:nvContentPartPr>
            <p14:xfrm>
              <a:off x="7611726" y="6581103"/>
              <a:ext cx="122040" cy="1515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C263591B-FFB6-3677-EB40-91B380B132A3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7593726" y="6563463"/>
                <a:ext cx="157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C8F4CDD6-1D3A-E08B-CB78-C989723EA407}"/>
                  </a:ext>
                </a:extLst>
              </p14:cNvPr>
              <p14:cNvContentPartPr/>
              <p14:nvPr/>
            </p14:nvContentPartPr>
            <p14:xfrm>
              <a:off x="7846806" y="6483903"/>
              <a:ext cx="75240" cy="27612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C8F4CDD6-1D3A-E08B-CB78-C989723EA407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7829166" y="6466263"/>
                <a:ext cx="1108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2D3C61CD-95E2-B4AE-66D9-51C8A2A22D4A}"/>
                  </a:ext>
                </a:extLst>
              </p14:cNvPr>
              <p14:cNvContentPartPr/>
              <p14:nvPr/>
            </p14:nvContentPartPr>
            <p14:xfrm>
              <a:off x="7938606" y="6522783"/>
              <a:ext cx="137520" cy="21240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2D3C61CD-95E2-B4AE-66D9-51C8A2A22D4A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7920966" y="6504783"/>
                <a:ext cx="1731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8AB2D493-AA11-54E7-8E22-C4BD40358600}"/>
                  </a:ext>
                </a:extLst>
              </p14:cNvPr>
              <p14:cNvContentPartPr/>
              <p14:nvPr/>
            </p14:nvContentPartPr>
            <p14:xfrm>
              <a:off x="7930686" y="6604863"/>
              <a:ext cx="130320" cy="4932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8AB2D493-AA11-54E7-8E22-C4BD40358600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7912686" y="6586863"/>
                <a:ext cx="1659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C8E72CAA-5EAF-836A-5CCB-36E36B420948}"/>
                  </a:ext>
                </a:extLst>
              </p14:cNvPr>
              <p14:cNvContentPartPr/>
              <p14:nvPr/>
            </p14:nvContentPartPr>
            <p14:xfrm>
              <a:off x="8165406" y="6453303"/>
              <a:ext cx="41400" cy="30996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C8E72CAA-5EAF-836A-5CCB-36E36B420948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8147406" y="6435303"/>
                <a:ext cx="770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5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08B884E4-EC4C-C35D-03B5-D0AAA475A8AC}"/>
                  </a:ext>
                </a:extLst>
              </p14:cNvPr>
              <p14:cNvContentPartPr/>
              <p14:nvPr/>
            </p14:nvContentPartPr>
            <p14:xfrm>
              <a:off x="8302206" y="6593703"/>
              <a:ext cx="96120" cy="4932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08B884E4-EC4C-C35D-03B5-D0AAA475A8AC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8284206" y="6576063"/>
                <a:ext cx="1317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7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CBA4F3B6-2B0E-87E9-D6A3-B524A6D77453}"/>
                  </a:ext>
                </a:extLst>
              </p14:cNvPr>
              <p14:cNvContentPartPr/>
              <p14:nvPr/>
            </p14:nvContentPartPr>
            <p14:xfrm>
              <a:off x="8318406" y="6649863"/>
              <a:ext cx="97920" cy="2520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CBA4F3B6-2B0E-87E9-D6A3-B524A6D77453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8300766" y="6632223"/>
                <a:ext cx="1335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6A431BB0-8962-6F05-4154-7FA78B021E90}"/>
                  </a:ext>
                </a:extLst>
              </p14:cNvPr>
              <p14:cNvContentPartPr/>
              <p14:nvPr/>
            </p14:nvContentPartPr>
            <p14:xfrm>
              <a:off x="8614686" y="6484623"/>
              <a:ext cx="59400" cy="36648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6A431BB0-8962-6F05-4154-7FA78B021E90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8596686" y="6466983"/>
                <a:ext cx="9504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1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793BCFB3-EF17-F061-A867-87F5D645EBC5}"/>
                  </a:ext>
                </a:extLst>
              </p14:cNvPr>
              <p14:cNvContentPartPr/>
              <p14:nvPr/>
            </p14:nvContentPartPr>
            <p14:xfrm>
              <a:off x="8692446" y="6409023"/>
              <a:ext cx="113040" cy="525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793BCFB3-EF17-F061-A867-87F5D645EBC5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8674446" y="6391023"/>
                <a:ext cx="1486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6C06E4A1-0DB2-3E42-EE40-9DECF6A542F4}"/>
                  </a:ext>
                </a:extLst>
              </p14:cNvPr>
              <p14:cNvContentPartPr/>
              <p14:nvPr/>
            </p14:nvContentPartPr>
            <p14:xfrm>
              <a:off x="8655366" y="6440703"/>
              <a:ext cx="135360" cy="18216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6C06E4A1-0DB2-3E42-EE40-9DECF6A542F4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8637726" y="6422703"/>
                <a:ext cx="1710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5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B1A16070-E38A-5A33-1A61-9567CE0E2D66}"/>
                  </a:ext>
                </a:extLst>
              </p14:cNvPr>
              <p14:cNvContentPartPr/>
              <p14:nvPr/>
            </p14:nvContentPartPr>
            <p14:xfrm>
              <a:off x="8902686" y="6290583"/>
              <a:ext cx="102600" cy="5173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B1A16070-E38A-5A33-1A61-9567CE0E2D66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8884686" y="6272583"/>
                <a:ext cx="13824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7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2A0C27F5-D6E2-6F6C-BD5A-99B46185180B}"/>
                  </a:ext>
                </a:extLst>
              </p14:cNvPr>
              <p14:cNvContentPartPr/>
              <p14:nvPr/>
            </p14:nvContentPartPr>
            <p14:xfrm>
              <a:off x="9074046" y="6421623"/>
              <a:ext cx="126720" cy="24264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2A0C27F5-D6E2-6F6C-BD5A-99B46185180B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9056406" y="6403983"/>
                <a:ext cx="1623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9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D9B13601-E745-C1B1-40F5-5C60522A4D90}"/>
                  </a:ext>
                </a:extLst>
              </p14:cNvPr>
              <p14:cNvContentPartPr/>
              <p14:nvPr/>
            </p14:nvContentPartPr>
            <p14:xfrm>
              <a:off x="9095286" y="6530703"/>
              <a:ext cx="103680" cy="2844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D9B13601-E745-C1B1-40F5-5C60522A4D90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9077646" y="6513063"/>
                <a:ext cx="1393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1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E048F725-0F8D-F643-0A87-788A3BD0315A}"/>
                  </a:ext>
                </a:extLst>
              </p14:cNvPr>
              <p14:cNvContentPartPr/>
              <p14:nvPr/>
            </p14:nvContentPartPr>
            <p14:xfrm>
              <a:off x="9229926" y="6564903"/>
              <a:ext cx="82440" cy="22212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E048F725-0F8D-F643-0A87-788A3BD0315A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9211926" y="6547263"/>
                <a:ext cx="1180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852DA5DA-1F10-B629-449A-96A3CD2BD7E6}"/>
                  </a:ext>
                </a:extLst>
              </p14:cNvPr>
              <p14:cNvContentPartPr/>
              <p14:nvPr/>
            </p14:nvContentPartPr>
            <p14:xfrm>
              <a:off x="9390126" y="6402543"/>
              <a:ext cx="141120" cy="2664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852DA5DA-1F10-B629-449A-96A3CD2BD7E6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9372486" y="6384543"/>
                <a:ext cx="176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73B373C0-D82D-B434-E815-692D6E6D9364}"/>
                  </a:ext>
                </a:extLst>
              </p14:cNvPr>
              <p14:cNvContentPartPr/>
              <p14:nvPr/>
            </p14:nvContentPartPr>
            <p14:xfrm>
              <a:off x="9588486" y="6291303"/>
              <a:ext cx="128520" cy="4377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73B373C0-D82D-B434-E815-692D6E6D9364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9570846" y="6273663"/>
                <a:ext cx="1641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7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F3010872-0C8B-1594-D964-6D8F2B53F9CA}"/>
                  </a:ext>
                </a:extLst>
              </p14:cNvPr>
              <p14:cNvContentPartPr/>
              <p14:nvPr/>
            </p14:nvContentPartPr>
            <p14:xfrm>
              <a:off x="9819246" y="6502623"/>
              <a:ext cx="101520" cy="3096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F3010872-0C8B-1594-D964-6D8F2B53F9CA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9801606" y="6484983"/>
                <a:ext cx="1371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9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672E7DF7-2063-ABEB-1B30-8B22DFFA2E81}"/>
                  </a:ext>
                </a:extLst>
              </p14:cNvPr>
              <p14:cNvContentPartPr/>
              <p14:nvPr/>
            </p14:nvContentPartPr>
            <p14:xfrm>
              <a:off x="9823206" y="6550863"/>
              <a:ext cx="146520" cy="381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672E7DF7-2063-ABEB-1B30-8B22DFFA2E81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9805206" y="6533223"/>
                <a:ext cx="1821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1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9C3AE01-15C9-8D10-C70C-6C13C65E98D8}"/>
                  </a:ext>
                </a:extLst>
              </p14:cNvPr>
              <p14:cNvContentPartPr/>
              <p14:nvPr/>
            </p14:nvContentPartPr>
            <p14:xfrm>
              <a:off x="10014006" y="6395343"/>
              <a:ext cx="190440" cy="1670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9C3AE01-15C9-8D10-C70C-6C13C65E98D8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9996006" y="6377343"/>
                <a:ext cx="2260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E83157DE-A9DA-9863-A31A-B40993512C7E}"/>
                  </a:ext>
                </a:extLst>
              </p14:cNvPr>
              <p14:cNvContentPartPr/>
              <p14:nvPr/>
            </p14:nvContentPartPr>
            <p14:xfrm>
              <a:off x="10293006" y="6349983"/>
              <a:ext cx="146160" cy="24192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E83157DE-A9DA-9863-A31A-B40993512C7E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10275006" y="6332343"/>
                <a:ext cx="1818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5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EE714FE0-3985-800F-F238-B57B3285C660}"/>
                  </a:ext>
                </a:extLst>
              </p14:cNvPr>
              <p14:cNvContentPartPr/>
              <p14:nvPr/>
            </p14:nvContentPartPr>
            <p14:xfrm>
              <a:off x="10467966" y="6407943"/>
              <a:ext cx="189000" cy="1544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EE714FE0-3985-800F-F238-B57B3285C660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10450326" y="6389943"/>
                <a:ext cx="2246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7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748F10B9-8E22-BE9C-6353-BF79179ECB73}"/>
                  </a:ext>
                </a:extLst>
              </p14:cNvPr>
              <p14:cNvContentPartPr/>
              <p14:nvPr/>
            </p14:nvContentPartPr>
            <p14:xfrm>
              <a:off x="10632126" y="6558423"/>
              <a:ext cx="211320" cy="26712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748F10B9-8E22-BE9C-6353-BF79179ECB73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10614486" y="6540423"/>
                <a:ext cx="2469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39F6D64D-660D-6B48-74B8-5AC2794B6CC8}"/>
              </a:ext>
            </a:extLst>
          </p:cNvPr>
          <p:cNvGrpSpPr/>
          <p:nvPr/>
        </p:nvGrpSpPr>
        <p:grpSpPr>
          <a:xfrm>
            <a:off x="1654086" y="2212503"/>
            <a:ext cx="3546000" cy="688320"/>
            <a:chOff x="1654086" y="2212503"/>
            <a:chExt cx="354600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FD8E90-C0B9-B7AD-887F-EACBD1DA7AA8}"/>
                    </a:ext>
                  </a:extLst>
                </p14:cNvPr>
                <p14:cNvContentPartPr/>
                <p14:nvPr/>
              </p14:nvContentPartPr>
              <p14:xfrm>
                <a:off x="1654086" y="2454783"/>
                <a:ext cx="117000" cy="426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FD8E90-C0B9-B7AD-887F-EACBD1DA7AA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636086" y="2437143"/>
                  <a:ext cx="1526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FA223CF-74B5-AFA5-CD6E-A2BDFA6A39C8}"/>
                    </a:ext>
                  </a:extLst>
                </p14:cNvPr>
                <p14:cNvContentPartPr/>
                <p14:nvPr/>
              </p14:nvContentPartPr>
              <p14:xfrm>
                <a:off x="1753806" y="2414463"/>
                <a:ext cx="148320" cy="151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FA223CF-74B5-AFA5-CD6E-A2BDFA6A39C8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735806" y="2396463"/>
                  <a:ext cx="183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5CB943-5818-C98D-12AD-FC5868C1A70E}"/>
                    </a:ext>
                  </a:extLst>
                </p14:cNvPr>
                <p14:cNvContentPartPr/>
                <p14:nvPr/>
              </p14:nvContentPartPr>
              <p14:xfrm>
                <a:off x="2003646" y="2297463"/>
                <a:ext cx="124920" cy="30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5CB943-5818-C98D-12AD-FC5868C1A70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985646" y="2279823"/>
                  <a:ext cx="1605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5DDA2B-7B83-A2EF-E1E3-1B6B260BAA1C}"/>
                    </a:ext>
                  </a:extLst>
                </p14:cNvPr>
                <p14:cNvContentPartPr/>
                <p14:nvPr/>
              </p14:nvContentPartPr>
              <p14:xfrm>
                <a:off x="2149086" y="2388543"/>
                <a:ext cx="155520" cy="212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5DDA2B-7B83-A2EF-E1E3-1B6B260BAA1C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131446" y="2370903"/>
                  <a:ext cx="191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EDF0B6-3888-B61E-CE56-D4FF9E697CBB}"/>
                    </a:ext>
                  </a:extLst>
                </p14:cNvPr>
                <p14:cNvContentPartPr/>
                <p14:nvPr/>
              </p14:nvContentPartPr>
              <p14:xfrm>
                <a:off x="2155566" y="2465223"/>
                <a:ext cx="164520" cy="36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EDF0B6-3888-B61E-CE56-D4FF9E697CB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137926" y="2447223"/>
                  <a:ext cx="200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AFB487-FF35-E960-6EF5-51D1F7929A55}"/>
                    </a:ext>
                  </a:extLst>
                </p14:cNvPr>
                <p14:cNvContentPartPr/>
                <p14:nvPr/>
              </p14:nvContentPartPr>
              <p14:xfrm>
                <a:off x="2417286" y="2288823"/>
                <a:ext cx="65520" cy="318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AFB487-FF35-E960-6EF5-51D1F7929A55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399646" y="2270823"/>
                  <a:ext cx="101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0980CF-27D5-6BD7-F245-E37A27121062}"/>
                    </a:ext>
                  </a:extLst>
                </p14:cNvPr>
                <p14:cNvContentPartPr/>
                <p14:nvPr/>
              </p14:nvContentPartPr>
              <p14:xfrm>
                <a:off x="2677926" y="2419503"/>
                <a:ext cx="118800" cy="41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0980CF-27D5-6BD7-F245-E37A2712106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2659926" y="2401503"/>
                  <a:ext cx="15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587BD9-79AE-6CE8-FE6B-26717132EDAB}"/>
                    </a:ext>
                  </a:extLst>
                </p14:cNvPr>
                <p14:cNvContentPartPr/>
                <p14:nvPr/>
              </p14:nvContentPartPr>
              <p14:xfrm>
                <a:off x="2638686" y="2507703"/>
                <a:ext cx="169200" cy="30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587BD9-79AE-6CE8-FE6B-26717132EDAB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2620686" y="2490063"/>
                  <a:ext cx="204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674F0E5-DC41-D38B-234C-A2F34E4C5861}"/>
                    </a:ext>
                  </a:extLst>
                </p14:cNvPr>
                <p14:cNvContentPartPr/>
                <p14:nvPr/>
              </p14:nvContentPartPr>
              <p14:xfrm>
                <a:off x="2946126" y="2475303"/>
                <a:ext cx="82800" cy="425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674F0E5-DC41-D38B-234C-A2F34E4C5861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2928486" y="2457303"/>
                  <a:ext cx="1184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C428AF-8E2D-C9ED-1C06-85684C621CF7}"/>
                    </a:ext>
                  </a:extLst>
                </p14:cNvPr>
                <p14:cNvContentPartPr/>
                <p14:nvPr/>
              </p14:nvContentPartPr>
              <p14:xfrm>
                <a:off x="3044766" y="2380983"/>
                <a:ext cx="212040" cy="190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C428AF-8E2D-C9ED-1C06-85684C621CF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026766" y="2363343"/>
                  <a:ext cx="247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800D744-7AC0-1B7A-F707-3C0DEB55F541}"/>
                    </a:ext>
                  </a:extLst>
                </p14:cNvPr>
                <p14:cNvContentPartPr/>
                <p14:nvPr/>
              </p14:nvContentPartPr>
              <p14:xfrm>
                <a:off x="3331686" y="2237343"/>
                <a:ext cx="149760" cy="41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800D744-7AC0-1B7A-F707-3C0DEB55F541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314046" y="2219703"/>
                  <a:ext cx="1854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10B26A-C546-D5AD-2212-398E79999082}"/>
                    </a:ext>
                  </a:extLst>
                </p14:cNvPr>
                <p14:cNvContentPartPr/>
                <p14:nvPr/>
              </p14:nvContentPartPr>
              <p14:xfrm>
                <a:off x="3573246" y="2326263"/>
                <a:ext cx="195120" cy="264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10B26A-C546-D5AD-2212-398E79999082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555606" y="2308263"/>
                  <a:ext cx="230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C0E29E3-FB47-2686-DE87-96033A0B206F}"/>
                    </a:ext>
                  </a:extLst>
                </p14:cNvPr>
                <p14:cNvContentPartPr/>
                <p14:nvPr/>
              </p14:nvContentPartPr>
              <p14:xfrm>
                <a:off x="3609246" y="2497983"/>
                <a:ext cx="84600" cy="32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C0E29E3-FB47-2686-DE87-96033A0B206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591606" y="2480343"/>
                  <a:ext cx="1202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FA16F86-13EE-E358-2DBD-FAC684EA9DB2}"/>
                    </a:ext>
                  </a:extLst>
                </p14:cNvPr>
                <p14:cNvContentPartPr/>
                <p14:nvPr/>
              </p14:nvContentPartPr>
              <p14:xfrm>
                <a:off x="3801126" y="2500503"/>
                <a:ext cx="86400" cy="161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FA16F86-13EE-E358-2DBD-FAC684EA9DB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783486" y="2482503"/>
                  <a:ext cx="122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8F8390-4CD0-EBBA-50F8-86A9438B3DBB}"/>
                    </a:ext>
                  </a:extLst>
                </p14:cNvPr>
                <p14:cNvContentPartPr/>
                <p14:nvPr/>
              </p14:nvContentPartPr>
              <p14:xfrm>
                <a:off x="3968526" y="2351463"/>
                <a:ext cx="172800" cy="240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8F8390-4CD0-EBBA-50F8-86A9438B3DBB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950886" y="2333823"/>
                  <a:ext cx="208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FA7600-39EF-0A41-409A-34198B0A151C}"/>
                    </a:ext>
                  </a:extLst>
                </p14:cNvPr>
                <p14:cNvContentPartPr/>
                <p14:nvPr/>
              </p14:nvContentPartPr>
              <p14:xfrm>
                <a:off x="4172286" y="2212503"/>
                <a:ext cx="163440" cy="45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FA7600-39EF-0A41-409A-34198B0A151C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154286" y="2194503"/>
                  <a:ext cx="1990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F561AE9-D90F-E5CE-06BC-4399D696D6B7}"/>
                    </a:ext>
                  </a:extLst>
                </p14:cNvPr>
                <p14:cNvContentPartPr/>
                <p14:nvPr/>
              </p14:nvContentPartPr>
              <p14:xfrm>
                <a:off x="4591326" y="2423823"/>
                <a:ext cx="101160" cy="18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F561AE9-D90F-E5CE-06BC-4399D696D6B7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73686" y="2405823"/>
                  <a:ext cx="13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E9DFE8-5D57-B957-E5BB-76BFB7F23128}"/>
                    </a:ext>
                  </a:extLst>
                </p14:cNvPr>
                <p14:cNvContentPartPr/>
                <p14:nvPr/>
              </p14:nvContentPartPr>
              <p14:xfrm>
                <a:off x="4511766" y="2542623"/>
                <a:ext cx="163800" cy="18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E9DFE8-5D57-B957-E5BB-76BFB7F23128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493766" y="2524623"/>
                  <a:ext cx="199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37CD72-A336-8925-FF5D-D351252B2228}"/>
                    </a:ext>
                  </a:extLst>
                </p14:cNvPr>
                <p14:cNvContentPartPr/>
                <p14:nvPr/>
              </p14:nvContentPartPr>
              <p14:xfrm>
                <a:off x="4840446" y="2370903"/>
                <a:ext cx="359640" cy="174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37CD72-A336-8925-FF5D-D351252B2228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22806" y="2352903"/>
                  <a:ext cx="395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7C4AEA8-5581-CDB8-F802-1CEC68B0B657}"/>
                    </a:ext>
                  </a:extLst>
                </p14:cNvPr>
                <p14:cNvContentPartPr/>
                <p14:nvPr/>
              </p14:nvContentPartPr>
              <p14:xfrm>
                <a:off x="2135406" y="2623983"/>
                <a:ext cx="19800" cy="39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7C4AEA8-5581-CDB8-F802-1CEC68B0B65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2117766" y="2605983"/>
                  <a:ext cx="55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65A1C2A-77DF-12F7-A705-2F73B7EE6058}"/>
                    </a:ext>
                  </a:extLst>
                </p14:cNvPr>
                <p14:cNvContentPartPr/>
                <p14:nvPr/>
              </p14:nvContentPartPr>
              <p14:xfrm>
                <a:off x="3815166" y="2706063"/>
                <a:ext cx="4680" cy="14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65A1C2A-77DF-12F7-A705-2F73B7EE605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797166" y="268842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B4DF2D8-C2A9-E939-62F1-BC791A190502}"/>
                    </a:ext>
                  </a:extLst>
                </p14:cNvPr>
                <p14:cNvContentPartPr/>
                <p14:nvPr/>
              </p14:nvContentPartPr>
              <p14:xfrm>
                <a:off x="3892566" y="2720103"/>
                <a:ext cx="2160" cy="32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B4DF2D8-C2A9-E939-62F1-BC791A190502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3874566" y="2702463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9E193BB-E154-D067-7329-AE86B0E77E0B}"/>
                    </a:ext>
                  </a:extLst>
                </p14:cNvPr>
                <p14:cNvContentPartPr/>
                <p14:nvPr/>
              </p14:nvContentPartPr>
              <p14:xfrm>
                <a:off x="3836406" y="2725143"/>
                <a:ext cx="21600" cy="14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9E193BB-E154-D067-7329-AE86B0E77E0B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3818766" y="2707143"/>
                  <a:ext cx="572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C572EF21-1F58-0A39-2221-363C47878E3F}"/>
              </a:ext>
            </a:extLst>
          </p:cNvPr>
          <p:cNvGrpSpPr/>
          <p:nvPr/>
        </p:nvGrpSpPr>
        <p:grpSpPr>
          <a:xfrm>
            <a:off x="4776726" y="2692743"/>
            <a:ext cx="48600" cy="1080"/>
            <a:chOff x="4776726" y="2692743"/>
            <a:chExt cx="4860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137032E-2275-E04F-4177-F74C07BD79F2}"/>
                    </a:ext>
                  </a:extLst>
                </p14:cNvPr>
                <p14:cNvContentPartPr/>
                <p14:nvPr/>
              </p14:nvContentPartPr>
              <p14:xfrm>
                <a:off x="4776726" y="2692743"/>
                <a:ext cx="360" cy="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137032E-2275-E04F-4177-F74C07BD79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59086" y="26747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92146CC-C64E-9CE4-A436-0B31EB31BE58}"/>
                    </a:ext>
                  </a:extLst>
                </p14:cNvPr>
                <p14:cNvContentPartPr/>
                <p14:nvPr/>
              </p14:nvContentPartPr>
              <p14:xfrm>
                <a:off x="4824966" y="2693463"/>
                <a:ext cx="360" cy="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92146CC-C64E-9CE4-A436-0B31EB31BE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07326" y="2675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73BB5A09-1548-7A26-C259-1357C7771BC8}"/>
              </a:ext>
            </a:extLst>
          </p:cNvPr>
          <p:cNvGrpSpPr/>
          <p:nvPr/>
        </p:nvGrpSpPr>
        <p:grpSpPr>
          <a:xfrm>
            <a:off x="5058246" y="2615343"/>
            <a:ext cx="44280" cy="47160"/>
            <a:chOff x="5058246" y="2615343"/>
            <a:chExt cx="44280" cy="4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471CE4F-E38B-3EC0-A144-E62208FD19ED}"/>
                    </a:ext>
                  </a:extLst>
                </p14:cNvPr>
                <p14:cNvContentPartPr/>
                <p14:nvPr/>
              </p14:nvContentPartPr>
              <p14:xfrm>
                <a:off x="5099646" y="2660343"/>
                <a:ext cx="2880" cy="21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471CE4F-E38B-3EC0-A144-E62208FD19ED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082006" y="264270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9289449-FCEB-6C40-B632-1679E494CB5F}"/>
                    </a:ext>
                  </a:extLst>
                </p14:cNvPr>
                <p14:cNvContentPartPr/>
                <p14:nvPr/>
              </p14:nvContentPartPr>
              <p14:xfrm>
                <a:off x="5058246" y="2648103"/>
                <a:ext cx="360" cy="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9289449-FCEB-6C40-B632-1679E494CB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40606" y="2630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6FC1324-82A4-4109-5A5D-E5E62AA0CD7D}"/>
                    </a:ext>
                  </a:extLst>
                </p14:cNvPr>
                <p14:cNvContentPartPr/>
                <p14:nvPr/>
              </p14:nvContentPartPr>
              <p14:xfrm>
                <a:off x="5087406" y="2615343"/>
                <a:ext cx="1080" cy="32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6FC1324-82A4-4109-5A5D-E5E62AA0CD7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069766" y="2597343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2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149B267B-13F3-F311-5B1A-8FA1DB8A9D8C}"/>
                  </a:ext>
                </a:extLst>
              </p14:cNvPr>
              <p14:cNvContentPartPr/>
              <p14:nvPr/>
            </p14:nvContentPartPr>
            <p14:xfrm>
              <a:off x="7150926" y="2644503"/>
              <a:ext cx="6480" cy="324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149B267B-13F3-F311-5B1A-8FA1DB8A9D8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133286" y="2626863"/>
                <a:ext cx="42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3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8CA9F3AE-6D17-7917-7A77-05BEAA846C08}"/>
                  </a:ext>
                </a:extLst>
              </p14:cNvPr>
              <p14:cNvContentPartPr/>
              <p14:nvPr/>
            </p14:nvContentPartPr>
            <p14:xfrm>
              <a:off x="9153966" y="2626863"/>
              <a:ext cx="360" cy="39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8CA9F3AE-6D17-7917-7A77-05BEAA846C08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9136326" y="2608863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088B158-4AF4-3CCC-E9E0-BE2363875D3D}"/>
              </a:ext>
            </a:extLst>
          </p:cNvPr>
          <p:cNvGrpSpPr/>
          <p:nvPr/>
        </p:nvGrpSpPr>
        <p:grpSpPr>
          <a:xfrm>
            <a:off x="1368606" y="6586503"/>
            <a:ext cx="1325160" cy="322560"/>
            <a:chOff x="1368606" y="6586503"/>
            <a:chExt cx="132516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756A952-9E1A-5695-F6B6-807728E27317}"/>
                    </a:ext>
                  </a:extLst>
                </p14:cNvPr>
                <p14:cNvContentPartPr/>
                <p14:nvPr/>
              </p14:nvContentPartPr>
              <p14:xfrm>
                <a:off x="1368606" y="6603423"/>
                <a:ext cx="100080" cy="3052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756A952-9E1A-5695-F6B6-807728E2731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350606" y="6585783"/>
                  <a:ext cx="135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607F3F8-8C60-E477-CC6F-F79B1617584C}"/>
                    </a:ext>
                  </a:extLst>
                </p14:cNvPr>
                <p14:cNvContentPartPr/>
                <p14:nvPr/>
              </p14:nvContentPartPr>
              <p14:xfrm>
                <a:off x="1513686" y="6648063"/>
                <a:ext cx="189360" cy="2358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607F3F8-8C60-E477-CC6F-F79B1617584C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495686" y="6630063"/>
                  <a:ext cx="225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53C9A89-410C-ADFA-92BD-59BF71829E70}"/>
                    </a:ext>
                  </a:extLst>
                </p14:cNvPr>
                <p14:cNvContentPartPr/>
                <p14:nvPr/>
              </p14:nvContentPartPr>
              <p14:xfrm>
                <a:off x="1580646" y="6731583"/>
                <a:ext cx="132120" cy="69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53C9A89-410C-ADFA-92BD-59BF71829E70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563006" y="6713943"/>
                  <a:ext cx="167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76EF6F3-F724-14D6-E25C-370B5DB73AD6}"/>
                    </a:ext>
                  </a:extLst>
                </p14:cNvPr>
                <p14:cNvContentPartPr/>
                <p14:nvPr/>
              </p14:nvContentPartPr>
              <p14:xfrm>
                <a:off x="1804206" y="6586503"/>
                <a:ext cx="63000" cy="3225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76EF6F3-F724-14D6-E25C-370B5DB73AD6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786566" y="6568503"/>
                  <a:ext cx="98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F066204-E531-2602-3AF5-A6E941C263EF}"/>
                    </a:ext>
                  </a:extLst>
                </p14:cNvPr>
                <p14:cNvContentPartPr/>
                <p14:nvPr/>
              </p14:nvContentPartPr>
              <p14:xfrm>
                <a:off x="2116686" y="6680463"/>
                <a:ext cx="137160" cy="381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F066204-E531-2602-3AF5-A6E941C263EF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2098686" y="6662463"/>
                  <a:ext cx="172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247F9C4-EAEB-F2C5-2E21-D2B72A143ECF}"/>
                    </a:ext>
                  </a:extLst>
                </p14:cNvPr>
                <p14:cNvContentPartPr/>
                <p14:nvPr/>
              </p14:nvContentPartPr>
              <p14:xfrm>
                <a:off x="2137926" y="6758943"/>
                <a:ext cx="183240" cy="35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247F9C4-EAEB-F2C5-2E21-D2B72A143ECF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120286" y="6741303"/>
                  <a:ext cx="2188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37F9CD7-A689-B8CA-98DD-2E424FCB201C}"/>
                    </a:ext>
                  </a:extLst>
                </p14:cNvPr>
                <p14:cNvContentPartPr/>
                <p14:nvPr/>
              </p14:nvContentPartPr>
              <p14:xfrm>
                <a:off x="2504766" y="6604863"/>
                <a:ext cx="189000" cy="1980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37F9CD7-A689-B8CA-98DD-2E424FCB201C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2486766" y="6586863"/>
                  <a:ext cx="224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7801E18-0426-229E-65ED-7C8D49589D42}"/>
                    </a:ext>
                  </a:extLst>
                </p14:cNvPr>
                <p14:cNvContentPartPr/>
                <p14:nvPr/>
              </p14:nvContentPartPr>
              <p14:xfrm>
                <a:off x="1990326" y="6850023"/>
                <a:ext cx="3240" cy="21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7801E18-0426-229E-65ED-7C8D49589D4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972326" y="6832383"/>
                  <a:ext cx="388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11DB10A9-6FCB-9509-D35E-4C8C34B26B85}"/>
              </a:ext>
            </a:extLst>
          </p:cNvPr>
          <p:cNvGrpSpPr/>
          <p:nvPr/>
        </p:nvGrpSpPr>
        <p:grpSpPr>
          <a:xfrm>
            <a:off x="4499166" y="6763263"/>
            <a:ext cx="77760" cy="22320"/>
            <a:chOff x="4499166" y="6763263"/>
            <a:chExt cx="77760" cy="2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AC52618-CB90-BB73-D448-10213A761521}"/>
                    </a:ext>
                  </a:extLst>
                </p14:cNvPr>
                <p14:cNvContentPartPr/>
                <p14:nvPr/>
              </p14:nvContentPartPr>
              <p14:xfrm>
                <a:off x="4499166" y="6763263"/>
                <a:ext cx="2880" cy="64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AC52618-CB90-BB73-D448-10213A76152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481526" y="6745623"/>
                  <a:ext cx="3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3688540-BBCC-3B35-CAD5-2864F05A840A}"/>
                    </a:ext>
                  </a:extLst>
                </p14:cNvPr>
                <p14:cNvContentPartPr/>
                <p14:nvPr/>
              </p14:nvContentPartPr>
              <p14:xfrm>
                <a:off x="4572966" y="6784143"/>
                <a:ext cx="3960" cy="14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3688540-BBCC-3B35-CAD5-2864F05A840A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555326" y="6766143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59650C9B-4478-5B88-35FB-0D333EAB2D8A}"/>
                  </a:ext>
                </a:extLst>
              </p14:cNvPr>
              <p14:cNvContentPartPr/>
              <p14:nvPr/>
            </p14:nvContentPartPr>
            <p14:xfrm>
              <a:off x="5512206" y="6687663"/>
              <a:ext cx="39960" cy="108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59650C9B-4478-5B88-35FB-0D333EAB2D8A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5494566" y="6670023"/>
                <a:ext cx="756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27BF708A-BDBC-1C1A-6673-E081A13C41BC}"/>
              </a:ext>
            </a:extLst>
          </p:cNvPr>
          <p:cNvGrpSpPr/>
          <p:nvPr/>
        </p:nvGrpSpPr>
        <p:grpSpPr>
          <a:xfrm>
            <a:off x="6882006" y="6645543"/>
            <a:ext cx="187920" cy="9720"/>
            <a:chOff x="6882006" y="6645543"/>
            <a:chExt cx="187920" cy="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3439446-9AB2-D8EF-8E52-7953B32BB3AD}"/>
                    </a:ext>
                  </a:extLst>
                </p14:cNvPr>
                <p14:cNvContentPartPr/>
                <p14:nvPr/>
              </p14:nvContentPartPr>
              <p14:xfrm>
                <a:off x="6882006" y="6653103"/>
                <a:ext cx="8280" cy="21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3439446-9AB2-D8EF-8E52-7953B32BB3AD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864006" y="6635103"/>
                  <a:ext cx="43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9FB58E-7339-4B81-5AB9-95CB7FB6C48A}"/>
                    </a:ext>
                  </a:extLst>
                </p14:cNvPr>
                <p14:cNvContentPartPr/>
                <p14:nvPr/>
              </p14:nvContentPartPr>
              <p14:xfrm>
                <a:off x="7058046" y="6645543"/>
                <a:ext cx="11880" cy="54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9FB58E-7339-4B81-5AB9-95CB7FB6C48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7040406" y="6627903"/>
                  <a:ext cx="475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8F4E887-DBED-5FE7-2A00-2457583CCA8A}"/>
                  </a:ext>
                </a:extLst>
              </p14:cNvPr>
              <p14:cNvContentPartPr/>
              <p14:nvPr/>
            </p14:nvContentPartPr>
            <p14:xfrm>
              <a:off x="1247646" y="806197"/>
              <a:ext cx="360" cy="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8F4E887-DBED-5FE7-2A00-2457583CCA8A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1229646" y="78819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AD788AF-5954-33A8-C4B8-1813E69A3589}"/>
                  </a:ext>
                </a:extLst>
              </p14:cNvPr>
              <p14:cNvContentPartPr/>
              <p14:nvPr/>
            </p14:nvContentPartPr>
            <p14:xfrm>
              <a:off x="1757766" y="703957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AD788AF-5954-33A8-C4B8-1813E69A3589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1740126" y="68631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9925A56-FD3F-00FB-210B-0CFA36A54975}"/>
                  </a:ext>
                </a:extLst>
              </p14:cNvPr>
              <p14:cNvContentPartPr/>
              <p14:nvPr/>
            </p14:nvContentPartPr>
            <p14:xfrm>
              <a:off x="2630406" y="593437"/>
              <a:ext cx="36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9925A56-FD3F-00FB-210B-0CFA36A54975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2612766" y="5754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006CF4E-926F-F055-7206-8926F2A2DBD1}"/>
                  </a:ext>
                </a:extLst>
              </p14:cNvPr>
              <p14:cNvContentPartPr/>
              <p14:nvPr/>
            </p14:nvContentPartPr>
            <p14:xfrm>
              <a:off x="2834166" y="1279957"/>
              <a:ext cx="5760" cy="14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006CF4E-926F-F055-7206-8926F2A2DBD1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2816166" y="1261957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4F434C1-2015-4A47-A5BF-FE233CD694CA}"/>
                  </a:ext>
                </a:extLst>
              </p14:cNvPr>
              <p14:cNvContentPartPr/>
              <p14:nvPr/>
            </p14:nvContentPartPr>
            <p14:xfrm>
              <a:off x="9083406" y="1308757"/>
              <a:ext cx="7920" cy="21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4F434C1-2015-4A47-A5BF-FE233CD694CA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9065406" y="1291117"/>
                <a:ext cx="43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1045DD3-206F-F6CA-6C7D-AE87B0EB6E4D}"/>
                  </a:ext>
                </a:extLst>
              </p14:cNvPr>
              <p14:cNvContentPartPr/>
              <p14:nvPr/>
            </p14:nvContentPartPr>
            <p14:xfrm>
              <a:off x="11656326" y="1236037"/>
              <a:ext cx="6480" cy="36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1045DD3-206F-F6CA-6C7D-AE87B0EB6E4D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11638326" y="1218037"/>
                <a:ext cx="421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F54B50FB-069B-5136-49F6-3321DF9E2356}"/>
                  </a:ext>
                </a:extLst>
              </p14:cNvPr>
              <p14:cNvContentPartPr/>
              <p14:nvPr/>
            </p14:nvContentPartPr>
            <p14:xfrm>
              <a:off x="3078966" y="2007157"/>
              <a:ext cx="360" cy="3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F54B50FB-069B-5136-49F6-3321DF9E2356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3060966" y="19891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1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1F647D2-79AF-CB1C-0915-C0A386EC271D}"/>
                  </a:ext>
                </a:extLst>
              </p14:cNvPr>
              <p14:cNvContentPartPr/>
              <p14:nvPr/>
            </p14:nvContentPartPr>
            <p14:xfrm>
              <a:off x="4385766" y="1851997"/>
              <a:ext cx="4320" cy="68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1F647D2-79AF-CB1C-0915-C0A386EC271D}"/>
                  </a:ext>
                </a:extLst>
              </p:cNvPr>
              <p:cNvPicPr/>
              <p:nvPr/>
            </p:nvPicPr>
            <p:blipFill>
              <a:blip r:embed="rId652"/>
              <a:stretch>
                <a:fillRect/>
              </a:stretch>
            </p:blipFill>
            <p:spPr>
              <a:xfrm>
                <a:off x="4368126" y="1833997"/>
                <a:ext cx="39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B8ABDFF-C073-1771-FB90-AC7C8CA57546}"/>
                  </a:ext>
                </a:extLst>
              </p14:cNvPr>
              <p14:cNvContentPartPr/>
              <p14:nvPr/>
            </p14:nvContentPartPr>
            <p14:xfrm>
              <a:off x="1970526" y="2751277"/>
              <a:ext cx="5760" cy="115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B8ABDFF-C073-1771-FB90-AC7C8CA57546}"/>
                  </a:ext>
                </a:extLst>
              </p:cNvPr>
              <p:cNvPicPr/>
              <p:nvPr/>
            </p:nvPicPr>
            <p:blipFill>
              <a:blip r:embed="rId654"/>
              <a:stretch>
                <a:fillRect/>
              </a:stretch>
            </p:blipFill>
            <p:spPr>
              <a:xfrm>
                <a:off x="1952886" y="2733277"/>
                <a:ext cx="41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03B7070-9BF2-DA72-000C-15DC150B00F8}"/>
                  </a:ext>
                </a:extLst>
              </p14:cNvPr>
              <p14:cNvContentPartPr/>
              <p14:nvPr/>
            </p14:nvContentPartPr>
            <p14:xfrm>
              <a:off x="3787446" y="2777917"/>
              <a:ext cx="6840" cy="162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03B7070-9BF2-DA72-000C-15DC150B00F8}"/>
                  </a:ext>
                </a:extLst>
              </p:cNvPr>
              <p:cNvPicPr/>
              <p:nvPr/>
            </p:nvPicPr>
            <p:blipFill>
              <a:blip r:embed="rId656"/>
              <a:stretch>
                <a:fillRect/>
              </a:stretch>
            </p:blipFill>
            <p:spPr>
              <a:xfrm>
                <a:off x="3769806" y="2759917"/>
                <a:ext cx="424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46A4317E-9E4E-E4F2-1D64-3EBA20FE7AF8}"/>
                  </a:ext>
                </a:extLst>
              </p14:cNvPr>
              <p14:cNvContentPartPr/>
              <p14:nvPr/>
            </p14:nvContentPartPr>
            <p14:xfrm>
              <a:off x="4836126" y="2748037"/>
              <a:ext cx="15840" cy="972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46A4317E-9E4E-E4F2-1D64-3EBA20FE7AF8}"/>
                  </a:ext>
                </a:extLst>
              </p:cNvPr>
              <p:cNvPicPr/>
              <p:nvPr/>
            </p:nvPicPr>
            <p:blipFill>
              <a:blip r:embed="rId658"/>
              <a:stretch>
                <a:fillRect/>
              </a:stretch>
            </p:blipFill>
            <p:spPr>
              <a:xfrm>
                <a:off x="4818126" y="2730397"/>
                <a:ext cx="51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DA5AB8FD-A768-7912-50B3-20D0A9898C3A}"/>
                  </a:ext>
                </a:extLst>
              </p14:cNvPr>
              <p14:cNvContentPartPr/>
              <p14:nvPr/>
            </p14:nvContentPartPr>
            <p14:xfrm>
              <a:off x="3519246" y="3493237"/>
              <a:ext cx="360" cy="3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DA5AB8FD-A768-7912-50B3-20D0A9898C3A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3501606" y="347559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04739842-F61C-A419-CCFC-BF6B9AFDF204}"/>
                  </a:ext>
                </a:extLst>
              </p14:cNvPr>
              <p14:cNvContentPartPr/>
              <p14:nvPr/>
            </p14:nvContentPartPr>
            <p14:xfrm>
              <a:off x="4918206" y="3424117"/>
              <a:ext cx="360" cy="3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04739842-F61C-A419-CCFC-BF6B9AFDF204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4900566" y="340611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E190316-C43C-A9D0-3AEC-BDD9C2ED50FE}"/>
                  </a:ext>
                </a:extLst>
              </p14:cNvPr>
              <p14:cNvContentPartPr/>
              <p14:nvPr/>
            </p14:nvContentPartPr>
            <p14:xfrm>
              <a:off x="6210966" y="3461917"/>
              <a:ext cx="3960" cy="324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E190316-C43C-A9D0-3AEC-BDD9C2ED50FE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6193326" y="3443917"/>
                <a:ext cx="39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3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4DAFA7B-543F-7788-E346-D00943A8BBF4}"/>
                  </a:ext>
                </a:extLst>
              </p14:cNvPr>
              <p14:cNvContentPartPr/>
              <p14:nvPr/>
            </p14:nvContentPartPr>
            <p14:xfrm>
              <a:off x="4834326" y="3615277"/>
              <a:ext cx="2160" cy="28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4DAFA7B-543F-7788-E346-D00943A8BBF4}"/>
                  </a:ext>
                </a:extLst>
              </p:cNvPr>
              <p:cNvPicPr/>
              <p:nvPr/>
            </p:nvPicPr>
            <p:blipFill>
              <a:blip r:embed="rId664"/>
              <a:stretch>
                <a:fillRect/>
              </a:stretch>
            </p:blipFill>
            <p:spPr>
              <a:xfrm>
                <a:off x="4816326" y="3597277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5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4F385B4C-B464-282F-9F64-D76355D342C1}"/>
                  </a:ext>
                </a:extLst>
              </p14:cNvPr>
              <p14:cNvContentPartPr/>
              <p14:nvPr/>
            </p14:nvContentPartPr>
            <p14:xfrm>
              <a:off x="6601926" y="3518077"/>
              <a:ext cx="9720" cy="79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4F385B4C-B464-282F-9F64-D76355D342C1}"/>
                  </a:ext>
                </a:extLst>
              </p:cNvPr>
              <p:cNvPicPr/>
              <p:nvPr/>
            </p:nvPicPr>
            <p:blipFill>
              <a:blip r:embed="rId666"/>
              <a:stretch>
                <a:fillRect/>
              </a:stretch>
            </p:blipFill>
            <p:spPr>
              <a:xfrm>
                <a:off x="6583926" y="3500437"/>
                <a:ext cx="453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7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980D6BB7-4BEA-6DB6-FC0A-BDDFB9D40B3B}"/>
                  </a:ext>
                </a:extLst>
              </p14:cNvPr>
              <p14:cNvContentPartPr/>
              <p14:nvPr/>
            </p14:nvContentPartPr>
            <p14:xfrm>
              <a:off x="9768126" y="3172477"/>
              <a:ext cx="3960" cy="14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980D6BB7-4BEA-6DB6-FC0A-BDDFB9D40B3B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9750126" y="3154477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8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9C5A1AB7-62CC-0C2D-9082-128A00F3B296}"/>
                  </a:ext>
                </a:extLst>
              </p14:cNvPr>
              <p14:cNvContentPartPr/>
              <p14:nvPr/>
            </p14:nvContentPartPr>
            <p14:xfrm>
              <a:off x="10689006" y="3230437"/>
              <a:ext cx="360" cy="3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9C5A1AB7-62CC-0C2D-9082-128A00F3B296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10671006" y="321279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9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14BBE55D-73B4-FB81-25B1-C8D4426B893F}"/>
                  </a:ext>
                </a:extLst>
              </p14:cNvPr>
              <p14:cNvContentPartPr/>
              <p14:nvPr/>
            </p14:nvContentPartPr>
            <p14:xfrm>
              <a:off x="5071566" y="3600877"/>
              <a:ext cx="2880" cy="216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14BBE55D-73B4-FB81-25B1-C8D4426B893F}"/>
                  </a:ext>
                </a:extLst>
              </p:cNvPr>
              <p:cNvPicPr/>
              <p:nvPr/>
            </p:nvPicPr>
            <p:blipFill>
              <a:blip r:embed="rId670"/>
              <a:stretch>
                <a:fillRect/>
              </a:stretch>
            </p:blipFill>
            <p:spPr>
              <a:xfrm>
                <a:off x="5053926" y="3583237"/>
                <a:ext cx="385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0E9DF95-BE1E-F540-AD4B-91E492E5656C}"/>
              </a:ext>
            </a:extLst>
          </p:cNvPr>
          <p:cNvGrpSpPr/>
          <p:nvPr/>
        </p:nvGrpSpPr>
        <p:grpSpPr>
          <a:xfrm>
            <a:off x="2173926" y="4289197"/>
            <a:ext cx="24480" cy="25200"/>
            <a:chOff x="2173926" y="4289197"/>
            <a:chExt cx="2448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24759F9-C04A-E621-A4BF-BD282CB61CF8}"/>
                    </a:ext>
                  </a:extLst>
                </p14:cNvPr>
                <p14:cNvContentPartPr/>
                <p14:nvPr/>
              </p14:nvContentPartPr>
              <p14:xfrm>
                <a:off x="2196246" y="4289197"/>
                <a:ext cx="2160" cy="18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24759F9-C04A-E621-A4BF-BD282CB61CF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2178606" y="4271197"/>
                  <a:ext cx="3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2A5F84B-0420-DAC9-3F96-088FDE05553F}"/>
                    </a:ext>
                  </a:extLst>
                </p14:cNvPr>
                <p14:cNvContentPartPr/>
                <p14:nvPr/>
              </p14:nvContentPartPr>
              <p14:xfrm>
                <a:off x="2173926" y="4312237"/>
                <a:ext cx="2160" cy="2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2A5F84B-0420-DAC9-3F96-088FDE05553F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2156286" y="4294237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D62EF4C0-6B94-039A-D9E1-F911942BCC3A}"/>
                  </a:ext>
                </a:extLst>
              </p14:cNvPr>
              <p14:cNvContentPartPr/>
              <p14:nvPr/>
            </p14:nvContentPartPr>
            <p14:xfrm>
              <a:off x="3685566" y="4267597"/>
              <a:ext cx="2880" cy="5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D62EF4C0-6B94-039A-D9E1-F911942BCC3A}"/>
                  </a:ext>
                </a:extLst>
              </p:cNvPr>
              <p:cNvPicPr/>
              <p:nvPr/>
            </p:nvPicPr>
            <p:blipFill>
              <a:blip r:embed="rId676"/>
              <a:stretch>
                <a:fillRect/>
              </a:stretch>
            </p:blipFill>
            <p:spPr>
              <a:xfrm>
                <a:off x="3667566" y="4249957"/>
                <a:ext cx="38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7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16D081E0-F55C-4429-AD88-9D2D80CEB5DC}"/>
                  </a:ext>
                </a:extLst>
              </p14:cNvPr>
              <p14:cNvContentPartPr/>
              <p14:nvPr/>
            </p14:nvContentPartPr>
            <p14:xfrm>
              <a:off x="4644246" y="4234837"/>
              <a:ext cx="360" cy="396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16D081E0-F55C-4429-AD88-9D2D80CEB5DC}"/>
                  </a:ext>
                </a:extLst>
              </p:cNvPr>
              <p:cNvPicPr/>
              <p:nvPr/>
            </p:nvPicPr>
            <p:blipFill>
              <a:blip r:embed="rId678"/>
              <a:stretch>
                <a:fillRect/>
              </a:stretch>
            </p:blipFill>
            <p:spPr>
              <a:xfrm>
                <a:off x="4626606" y="4217197"/>
                <a:ext cx="36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9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0D99EAFE-2D42-6354-7DAF-2F7C5F6EA73A}"/>
                  </a:ext>
                </a:extLst>
              </p14:cNvPr>
              <p14:cNvContentPartPr/>
              <p14:nvPr/>
            </p14:nvContentPartPr>
            <p14:xfrm>
              <a:off x="4827486" y="4265797"/>
              <a:ext cx="10080" cy="108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0D99EAFE-2D42-6354-7DAF-2F7C5F6EA73A}"/>
                  </a:ext>
                </a:extLst>
              </p:cNvPr>
              <p:cNvPicPr/>
              <p:nvPr/>
            </p:nvPicPr>
            <p:blipFill>
              <a:blip r:embed="rId680"/>
              <a:stretch>
                <a:fillRect/>
              </a:stretch>
            </p:blipFill>
            <p:spPr>
              <a:xfrm>
                <a:off x="4809486" y="4248157"/>
                <a:ext cx="45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DD31785C-A93A-5336-D826-A58D95B8FE0D}"/>
                  </a:ext>
                </a:extLst>
              </p14:cNvPr>
              <p14:cNvContentPartPr/>
              <p14:nvPr/>
            </p14:nvContentPartPr>
            <p14:xfrm>
              <a:off x="5143566" y="4328797"/>
              <a:ext cx="360" cy="3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DD31785C-A93A-5336-D826-A58D95B8FE0D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5125566" y="4311157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Group 369">
            <a:extLst>
              <a:ext uri="{FF2B5EF4-FFF2-40B4-BE49-F238E27FC236}">
                <a16:creationId xmlns:a16="http://schemas.microsoft.com/office/drawing/2014/main" id="{D8B32356-DC4C-BF41-3870-1C0381C8A7D0}"/>
              </a:ext>
            </a:extLst>
          </p:cNvPr>
          <p:cNvGrpSpPr/>
          <p:nvPr/>
        </p:nvGrpSpPr>
        <p:grpSpPr>
          <a:xfrm>
            <a:off x="5314206" y="4296037"/>
            <a:ext cx="61920" cy="14760"/>
            <a:chOff x="5314206" y="4296037"/>
            <a:chExt cx="61920" cy="1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1A9087A-3278-9BD7-33A4-C519794C2878}"/>
                    </a:ext>
                  </a:extLst>
                </p14:cNvPr>
                <p14:cNvContentPartPr/>
                <p14:nvPr/>
              </p14:nvContentPartPr>
              <p14:xfrm>
                <a:off x="5314206" y="4304317"/>
                <a:ext cx="9000" cy="28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1A9087A-3278-9BD7-33A4-C519794C287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296206" y="4286317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704E03A-3637-D915-4244-7B73AD7A4A16}"/>
                    </a:ext>
                  </a:extLst>
                </p14:cNvPr>
                <p14:cNvContentPartPr/>
                <p14:nvPr/>
              </p14:nvContentPartPr>
              <p14:xfrm>
                <a:off x="5371806" y="4296037"/>
                <a:ext cx="4320" cy="147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704E03A-3637-D915-4244-7B73AD7A4A16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353806" y="4278397"/>
                  <a:ext cx="399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2F47E5ED-4CE4-29F6-6FC1-4150B613D3F7}"/>
                  </a:ext>
                </a:extLst>
              </p14:cNvPr>
              <p14:cNvContentPartPr/>
              <p14:nvPr/>
            </p14:nvContentPartPr>
            <p14:xfrm>
              <a:off x="2332326" y="6023677"/>
              <a:ext cx="1080" cy="360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2F47E5ED-4CE4-29F6-6FC1-4150B613D3F7}"/>
                  </a:ext>
                </a:extLst>
              </p:cNvPr>
              <p:cNvPicPr/>
              <p:nvPr/>
            </p:nvPicPr>
            <p:blipFill>
              <a:blip r:embed="rId678"/>
              <a:stretch>
                <a:fillRect/>
              </a:stretch>
            </p:blipFill>
            <p:spPr>
              <a:xfrm>
                <a:off x="2314686" y="6005677"/>
                <a:ext cx="36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7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D0A025CC-03E8-C40A-C307-E9D2FA2D7F8E}"/>
                  </a:ext>
                </a:extLst>
              </p14:cNvPr>
              <p14:cNvContentPartPr/>
              <p14:nvPr/>
            </p14:nvContentPartPr>
            <p14:xfrm>
              <a:off x="6385926" y="6204757"/>
              <a:ext cx="14040" cy="828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D0A025CC-03E8-C40A-C307-E9D2FA2D7F8E}"/>
                  </a:ext>
                </a:extLst>
              </p:cNvPr>
              <p:cNvPicPr/>
              <p:nvPr/>
            </p:nvPicPr>
            <p:blipFill>
              <a:blip r:embed="rId688"/>
              <a:stretch>
                <a:fillRect/>
              </a:stretch>
            </p:blipFill>
            <p:spPr>
              <a:xfrm>
                <a:off x="6368286" y="6187117"/>
                <a:ext cx="496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CE5B21FF-CC4B-8926-1A19-C42EF7C41A32}"/>
                  </a:ext>
                </a:extLst>
              </p14:cNvPr>
              <p14:cNvContentPartPr/>
              <p14:nvPr/>
            </p14:nvContentPartPr>
            <p14:xfrm>
              <a:off x="10476966" y="5967157"/>
              <a:ext cx="7920" cy="79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CE5B21FF-CC4B-8926-1A19-C42EF7C41A32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10458966" y="5949517"/>
                <a:ext cx="435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1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0379CD57-00CB-12BF-86D0-88006C608355}"/>
                  </a:ext>
                </a:extLst>
              </p14:cNvPr>
              <p14:cNvContentPartPr/>
              <p14:nvPr/>
            </p14:nvContentPartPr>
            <p14:xfrm>
              <a:off x="3191646" y="1149277"/>
              <a:ext cx="5400" cy="108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0379CD57-00CB-12BF-86D0-88006C608355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3173646" y="1131637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2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400A150-4528-B847-5494-E3D3099BCF47}"/>
                  </a:ext>
                </a:extLst>
              </p14:cNvPr>
              <p14:cNvContentPartPr/>
              <p14:nvPr/>
            </p14:nvContentPartPr>
            <p14:xfrm>
              <a:off x="5187486" y="4218277"/>
              <a:ext cx="360" cy="3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400A150-4528-B847-5494-E3D3099BCF47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5169486" y="42002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3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7766C1B8-E114-139B-D722-EA1B090A8151}"/>
                  </a:ext>
                </a:extLst>
              </p14:cNvPr>
              <p14:cNvContentPartPr/>
              <p14:nvPr/>
            </p14:nvContentPartPr>
            <p14:xfrm>
              <a:off x="3725166" y="2698717"/>
              <a:ext cx="2880" cy="216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7766C1B8-E114-139B-D722-EA1B090A8151}"/>
                  </a:ext>
                </a:extLst>
              </p:cNvPr>
              <p:cNvPicPr/>
              <p:nvPr/>
            </p:nvPicPr>
            <p:blipFill>
              <a:blip r:embed="rId694"/>
              <a:stretch>
                <a:fillRect/>
              </a:stretch>
            </p:blipFill>
            <p:spPr>
              <a:xfrm>
                <a:off x="3707526" y="2680717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5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9D95CA97-A3CD-DB00-22CF-68C8C207602C}"/>
                  </a:ext>
                </a:extLst>
              </p14:cNvPr>
              <p14:cNvContentPartPr/>
              <p14:nvPr/>
            </p14:nvContentPartPr>
            <p14:xfrm>
              <a:off x="4887966" y="2587837"/>
              <a:ext cx="4680" cy="252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9D95CA97-A3CD-DB00-22CF-68C8C207602C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4870326" y="2570197"/>
                <a:ext cx="403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6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344DA466-2851-53E3-967C-C813C076AB49}"/>
                  </a:ext>
                </a:extLst>
              </p14:cNvPr>
              <p14:cNvContentPartPr/>
              <p14:nvPr/>
            </p14:nvContentPartPr>
            <p14:xfrm>
              <a:off x="8393646" y="1376437"/>
              <a:ext cx="29880" cy="54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344DA466-2851-53E3-967C-C813C076AB49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8376006" y="1358437"/>
                <a:ext cx="65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8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7DD3714E-DA3C-BF1D-3BB1-F89A5C1D6BC8}"/>
                  </a:ext>
                </a:extLst>
              </p14:cNvPr>
              <p14:cNvContentPartPr/>
              <p14:nvPr/>
            </p14:nvContentPartPr>
            <p14:xfrm>
              <a:off x="9823206" y="1293997"/>
              <a:ext cx="40680" cy="576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7DD3714E-DA3C-BF1D-3BB1-F89A5C1D6BC8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9805206" y="1276357"/>
                <a:ext cx="763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0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A7309021-9286-CA50-DCC0-56677C3C6085}"/>
                  </a:ext>
                </a:extLst>
              </p14:cNvPr>
              <p14:cNvContentPartPr/>
              <p14:nvPr/>
            </p14:nvContentPartPr>
            <p14:xfrm>
              <a:off x="11464446" y="1248997"/>
              <a:ext cx="18360" cy="468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A7309021-9286-CA50-DCC0-56677C3C6085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11446806" y="1230997"/>
                <a:ext cx="54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44476E38-0F2F-6B28-19E2-94426078C864}"/>
                  </a:ext>
                </a:extLst>
              </p14:cNvPr>
              <p14:cNvContentPartPr/>
              <p14:nvPr/>
            </p14:nvContentPartPr>
            <p14:xfrm>
              <a:off x="5366046" y="3398197"/>
              <a:ext cx="7920" cy="828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44476E38-0F2F-6B28-19E2-94426078C864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5348406" y="3380197"/>
                <a:ext cx="435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4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1ECE3D16-C76A-4984-01D5-09F789660D31}"/>
                  </a:ext>
                </a:extLst>
              </p14:cNvPr>
              <p14:cNvContentPartPr/>
              <p14:nvPr/>
            </p14:nvContentPartPr>
            <p14:xfrm>
              <a:off x="7695966" y="3264997"/>
              <a:ext cx="27000" cy="36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1ECE3D16-C76A-4984-01D5-09F789660D31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7678326" y="3247357"/>
                <a:ext cx="62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6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79F3D111-D23E-8E1A-532B-6A3BEC1693F8}"/>
                  </a:ext>
                </a:extLst>
              </p14:cNvPr>
              <p14:cNvContentPartPr/>
              <p14:nvPr/>
            </p14:nvContentPartPr>
            <p14:xfrm>
              <a:off x="9691806" y="2586037"/>
              <a:ext cx="7920" cy="360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79F3D111-D23E-8E1A-532B-6A3BEC1693F8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9674166" y="2568397"/>
                <a:ext cx="43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8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3308E78D-4116-C6B8-D701-4416BCE74BCB}"/>
                  </a:ext>
                </a:extLst>
              </p14:cNvPr>
              <p14:cNvContentPartPr/>
              <p14:nvPr/>
            </p14:nvContentPartPr>
            <p14:xfrm>
              <a:off x="11138646" y="2634997"/>
              <a:ext cx="2160" cy="288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3308E78D-4116-C6B8-D701-4416BCE74BCB}"/>
                  </a:ext>
                </a:extLst>
              </p:cNvPr>
              <p:cNvPicPr/>
              <p:nvPr/>
            </p:nvPicPr>
            <p:blipFill>
              <a:blip r:embed="rId670"/>
              <a:stretch>
                <a:fillRect/>
              </a:stretch>
            </p:blipFill>
            <p:spPr>
              <a:xfrm>
                <a:off x="11120646" y="2616997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9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F36AAE8E-7C53-1704-C5EA-C9A5F5CDC312}"/>
                  </a:ext>
                </a:extLst>
              </p14:cNvPr>
              <p14:cNvContentPartPr/>
              <p14:nvPr/>
            </p14:nvContentPartPr>
            <p14:xfrm>
              <a:off x="2445366" y="5851597"/>
              <a:ext cx="1228680" cy="2808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F36AAE8E-7C53-1704-C5EA-C9A5F5CDC312}"/>
                  </a:ext>
                </a:extLst>
              </p:cNvPr>
              <p:cNvPicPr/>
              <p:nvPr/>
            </p:nvPicPr>
            <p:blipFill>
              <a:blip r:embed="rId710"/>
              <a:stretch>
                <a:fillRect/>
              </a:stretch>
            </p:blipFill>
            <p:spPr>
              <a:xfrm>
                <a:off x="2427726" y="5833597"/>
                <a:ext cx="126432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1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EF6D143D-A355-36C6-84DD-CBDEB3F5FB5E}"/>
                  </a:ext>
                </a:extLst>
              </p14:cNvPr>
              <p14:cNvContentPartPr/>
              <p14:nvPr/>
            </p14:nvContentPartPr>
            <p14:xfrm>
              <a:off x="4712286" y="3446437"/>
              <a:ext cx="6430320" cy="1346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EF6D143D-A355-36C6-84DD-CBDEB3F5FB5E}"/>
                  </a:ext>
                </a:extLst>
              </p:cNvPr>
              <p:cNvPicPr/>
              <p:nvPr/>
            </p:nvPicPr>
            <p:blipFill>
              <a:blip r:embed="rId712"/>
              <a:stretch>
                <a:fillRect/>
              </a:stretch>
            </p:blipFill>
            <p:spPr>
              <a:xfrm>
                <a:off x="4694286" y="3428437"/>
                <a:ext cx="646596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444DA53-87EC-9358-91BD-3BAAA4A2BBFB}"/>
              </a:ext>
            </a:extLst>
          </p:cNvPr>
          <p:cNvGrpSpPr/>
          <p:nvPr/>
        </p:nvGrpSpPr>
        <p:grpSpPr>
          <a:xfrm>
            <a:off x="6142566" y="2329357"/>
            <a:ext cx="3035160" cy="696600"/>
            <a:chOff x="6142566" y="2329357"/>
            <a:chExt cx="3035160" cy="69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5B43D4F-B445-6E72-5B6C-5331CBD1CE19}"/>
                    </a:ext>
                  </a:extLst>
                </p14:cNvPr>
                <p14:cNvContentPartPr/>
                <p14:nvPr/>
              </p14:nvContentPartPr>
              <p14:xfrm>
                <a:off x="6539286" y="2644717"/>
                <a:ext cx="1836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5B43D4F-B445-6E72-5B6C-5331CBD1CE19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6521646" y="2627077"/>
                  <a:ext cx="54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7377E52-1489-D360-1032-F2C5C7482457}"/>
                    </a:ext>
                  </a:extLst>
                </p14:cNvPr>
                <p14:cNvContentPartPr/>
                <p14:nvPr/>
              </p14:nvContentPartPr>
              <p14:xfrm>
                <a:off x="8759766" y="2574877"/>
                <a:ext cx="52920" cy="20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7377E52-1489-D360-1032-F2C5C7482457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8742126" y="2556877"/>
                  <a:ext cx="88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805B121-B72A-A4D3-479B-AEED88EDB427}"/>
                    </a:ext>
                  </a:extLst>
                </p14:cNvPr>
                <p14:cNvContentPartPr/>
                <p14:nvPr/>
              </p14:nvContentPartPr>
              <p14:xfrm>
                <a:off x="7103406" y="2492077"/>
                <a:ext cx="360" cy="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805B121-B72A-A4D3-479B-AEED88EDB427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7085766" y="24740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399B21D-C0E0-6EAF-9495-CED72EAD17BD}"/>
                    </a:ext>
                  </a:extLst>
                </p14:cNvPr>
                <p14:cNvContentPartPr/>
                <p14:nvPr/>
              </p14:nvContentPartPr>
              <p14:xfrm>
                <a:off x="7784526" y="2624917"/>
                <a:ext cx="8640" cy="136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399B21D-C0E0-6EAF-9495-CED72EAD17B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766526" y="2606917"/>
                  <a:ext cx="4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45A5317E-DA8F-EC9A-1D18-19F1F5673C22}"/>
                    </a:ext>
                  </a:extLst>
                </p14:cNvPr>
                <p14:cNvContentPartPr/>
                <p14:nvPr/>
              </p14:nvContentPartPr>
              <p14:xfrm>
                <a:off x="6207366" y="2329357"/>
                <a:ext cx="2970360" cy="4755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45A5317E-DA8F-EC9A-1D18-19F1F5673C22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6189726" y="2311717"/>
                  <a:ext cx="30060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8D2D3A1-F1D3-960C-A27B-26119C1759A1}"/>
                    </a:ext>
                  </a:extLst>
                </p14:cNvPr>
                <p14:cNvContentPartPr/>
                <p14:nvPr/>
              </p14:nvContentPartPr>
              <p14:xfrm>
                <a:off x="6142566" y="2554717"/>
                <a:ext cx="1757160" cy="4712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8D2D3A1-F1D3-960C-A27B-26119C1759A1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124926" y="2537077"/>
                  <a:ext cx="1792800" cy="50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4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5E15790D-CC20-0FF7-9E8D-45019DAD729B}"/>
                  </a:ext>
                </a:extLst>
              </p14:cNvPr>
              <p14:cNvContentPartPr/>
              <p14:nvPr/>
            </p14:nvContentPartPr>
            <p14:xfrm>
              <a:off x="4914606" y="3633637"/>
              <a:ext cx="10800" cy="396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5E15790D-CC20-0FF7-9E8D-45019DAD729B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4896606" y="3615997"/>
                <a:ext cx="4644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571E42D-6179-7CB1-7987-B1E82D15A03C}"/>
              </a:ext>
            </a:extLst>
          </p:cNvPr>
          <p:cNvGrpSpPr/>
          <p:nvPr/>
        </p:nvGrpSpPr>
        <p:grpSpPr>
          <a:xfrm>
            <a:off x="5071566" y="3617797"/>
            <a:ext cx="28080" cy="5760"/>
            <a:chOff x="5071566" y="3617797"/>
            <a:chExt cx="28080" cy="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1D9EBE4-65CE-609D-5F82-D233F62A6F53}"/>
                    </a:ext>
                  </a:extLst>
                </p14:cNvPr>
                <p14:cNvContentPartPr/>
                <p14:nvPr/>
              </p14:nvContentPartPr>
              <p14:xfrm>
                <a:off x="5071566" y="3623197"/>
                <a:ext cx="360" cy="3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1D9EBE4-65CE-609D-5F82-D233F62A6F53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053926" y="36055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4CD3815-377D-36A6-A6F9-D8EDC90F5C17}"/>
                    </a:ext>
                  </a:extLst>
                </p14:cNvPr>
                <p14:cNvContentPartPr/>
                <p14:nvPr/>
              </p14:nvContentPartPr>
              <p14:xfrm>
                <a:off x="5095686" y="3617797"/>
                <a:ext cx="3960" cy="14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4CD3815-377D-36A6-A6F9-D8EDC90F5C1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5078046" y="3599797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8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7A38C23F-82E9-CEEC-184F-06624400A6C2}"/>
                  </a:ext>
                </a:extLst>
              </p14:cNvPr>
              <p14:cNvContentPartPr/>
              <p14:nvPr/>
            </p14:nvContentPartPr>
            <p14:xfrm>
              <a:off x="10049286" y="2705557"/>
              <a:ext cx="7200" cy="108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7A38C23F-82E9-CEEC-184F-06624400A6C2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10031286" y="2687557"/>
                <a:ext cx="42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9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EF7CBC89-E375-D879-296F-B3DCDE3837D0}"/>
                  </a:ext>
                </a:extLst>
              </p14:cNvPr>
              <p14:cNvContentPartPr/>
              <p14:nvPr/>
            </p14:nvContentPartPr>
            <p14:xfrm>
              <a:off x="6625326" y="3753877"/>
              <a:ext cx="360" cy="36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EF7CBC89-E375-D879-296F-B3DCDE3837D0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6607686" y="37358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0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228AFF6-1366-970F-87C5-C897BDEBC15B}"/>
                  </a:ext>
                </a:extLst>
              </p14:cNvPr>
              <p14:cNvContentPartPr/>
              <p14:nvPr/>
            </p14:nvContentPartPr>
            <p14:xfrm>
              <a:off x="10790166" y="3436357"/>
              <a:ext cx="3240" cy="576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228AFF6-1366-970F-87C5-C897BDEBC15B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10772526" y="3418717"/>
                <a:ext cx="388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1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ED512F1B-642E-96E0-D4C1-481C3CDAFA3F}"/>
                  </a:ext>
                </a:extLst>
              </p14:cNvPr>
              <p14:cNvContentPartPr/>
              <p14:nvPr/>
            </p14:nvContentPartPr>
            <p14:xfrm>
              <a:off x="6909366" y="4329517"/>
              <a:ext cx="29880" cy="180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ED512F1B-642E-96E0-D4C1-481C3CDAFA3F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6891366" y="4311877"/>
                <a:ext cx="655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2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51819498-36E2-4EA8-52D6-4A56A3FE95CE}"/>
                  </a:ext>
                </a:extLst>
              </p14:cNvPr>
              <p14:cNvContentPartPr/>
              <p14:nvPr/>
            </p14:nvContentPartPr>
            <p14:xfrm>
              <a:off x="10641486" y="4265077"/>
              <a:ext cx="29160" cy="280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51819498-36E2-4EA8-52D6-4A56A3FE95CE}"/>
                  </a:ext>
                </a:extLst>
              </p:cNvPr>
              <p:cNvPicPr/>
              <p:nvPr/>
            </p:nvPicPr>
            <p:blipFill>
              <a:blip r:embed="rId733"/>
              <a:stretch>
                <a:fillRect/>
              </a:stretch>
            </p:blipFill>
            <p:spPr>
              <a:xfrm>
                <a:off x="10623486" y="4247437"/>
                <a:ext cx="648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4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E84C4FC0-0149-6E25-8C9F-76B0F6174376}"/>
                  </a:ext>
                </a:extLst>
              </p14:cNvPr>
              <p14:cNvContentPartPr/>
              <p14:nvPr/>
            </p14:nvContentPartPr>
            <p14:xfrm>
              <a:off x="940206" y="5207197"/>
              <a:ext cx="7920" cy="288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E84C4FC0-0149-6E25-8C9F-76B0F6174376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922206" y="5189197"/>
                <a:ext cx="435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5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1637B9AD-A268-8223-2CCF-698BEE7ACFA4}"/>
                  </a:ext>
                </a:extLst>
              </p14:cNvPr>
              <p14:cNvContentPartPr/>
              <p14:nvPr/>
            </p14:nvContentPartPr>
            <p14:xfrm>
              <a:off x="2099766" y="5114317"/>
              <a:ext cx="360" cy="36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1637B9AD-A268-8223-2CCF-698BEE7ACFA4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2082126" y="5096677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599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3767F2-C91D-0B37-48BE-E02A4A2FB616}"/>
                  </a:ext>
                </a:extLst>
              </p14:cNvPr>
              <p14:cNvContentPartPr/>
              <p14:nvPr/>
            </p14:nvContentPartPr>
            <p14:xfrm>
              <a:off x="437286" y="314583"/>
              <a:ext cx="189720" cy="18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3767F2-C91D-0B37-48BE-E02A4A2FB6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646" y="296943"/>
                <a:ext cx="225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23477E-8C23-CCE3-4074-379CF54F6E68}"/>
                  </a:ext>
                </a:extLst>
              </p14:cNvPr>
              <p14:cNvContentPartPr/>
              <p14:nvPr/>
            </p14:nvContentPartPr>
            <p14:xfrm>
              <a:off x="649686" y="314223"/>
              <a:ext cx="399960" cy="53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23477E-8C23-CCE3-4074-379CF54F6E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686" y="296223"/>
                <a:ext cx="43560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1E174E-D1B6-45E6-7086-6B1918D60762}"/>
                  </a:ext>
                </a:extLst>
              </p14:cNvPr>
              <p14:cNvContentPartPr/>
              <p14:nvPr/>
            </p14:nvContentPartPr>
            <p14:xfrm>
              <a:off x="1101846" y="204783"/>
              <a:ext cx="70920" cy="302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1E174E-D1B6-45E6-7086-6B1918D607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4206" y="187143"/>
                <a:ext cx="10656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429E3B-3BFC-3962-814A-71F13A865ECC}"/>
                  </a:ext>
                </a:extLst>
              </p14:cNvPr>
              <p14:cNvContentPartPr/>
              <p14:nvPr/>
            </p14:nvContentPartPr>
            <p14:xfrm>
              <a:off x="1076646" y="295503"/>
              <a:ext cx="7776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429E3B-3BFC-3962-814A-71F13A865E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8646" y="277863"/>
                <a:ext cx="11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DC54233-C160-8E35-9A01-02001DFBD8C1}"/>
                  </a:ext>
                </a:extLst>
              </p14:cNvPr>
              <p14:cNvContentPartPr/>
              <p14:nvPr/>
            </p14:nvContentPartPr>
            <p14:xfrm>
              <a:off x="1210926" y="292623"/>
              <a:ext cx="109440" cy="17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DC54233-C160-8E35-9A01-02001DFBD8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3286" y="274623"/>
                <a:ext cx="1450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8DEDA9-30FC-2AA0-B358-C4AC67AD29B0}"/>
                  </a:ext>
                </a:extLst>
              </p14:cNvPr>
              <p14:cNvContentPartPr/>
              <p14:nvPr/>
            </p14:nvContentPartPr>
            <p14:xfrm>
              <a:off x="1427646" y="303063"/>
              <a:ext cx="259920" cy="163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8DEDA9-30FC-2AA0-B358-C4AC67AD29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09646" y="285423"/>
                <a:ext cx="29556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6A870A1-EDF5-1E86-C8DB-A96CD8BAC211}"/>
              </a:ext>
            </a:extLst>
          </p:cNvPr>
          <p:cNvGrpSpPr/>
          <p:nvPr/>
        </p:nvGrpSpPr>
        <p:grpSpPr>
          <a:xfrm>
            <a:off x="1947126" y="299823"/>
            <a:ext cx="1019880" cy="653400"/>
            <a:chOff x="1947126" y="299823"/>
            <a:chExt cx="1019880" cy="6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757FE1-D34B-CB1C-6ED1-921916979B08}"/>
                    </a:ext>
                  </a:extLst>
                </p14:cNvPr>
                <p14:cNvContentPartPr/>
                <p14:nvPr/>
              </p14:nvContentPartPr>
              <p14:xfrm>
                <a:off x="1947126" y="305223"/>
                <a:ext cx="171000" cy="648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757FE1-D34B-CB1C-6ED1-921916979B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29126" y="287583"/>
                  <a:ext cx="2066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D302E2-E4FE-3B69-D522-27A353C30C00}"/>
                    </a:ext>
                  </a:extLst>
                </p14:cNvPr>
                <p14:cNvContentPartPr/>
                <p14:nvPr/>
              </p14:nvContentPartPr>
              <p14:xfrm>
                <a:off x="1954686" y="385503"/>
                <a:ext cx="207720" cy="121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AD302E2-E4FE-3B69-D522-27A353C30C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7046" y="367503"/>
                  <a:ext cx="243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98F4A1-2C8D-FE0A-2D4F-5CED357E624C}"/>
                    </a:ext>
                  </a:extLst>
                </p14:cNvPr>
                <p14:cNvContentPartPr/>
                <p14:nvPr/>
              </p14:nvContentPartPr>
              <p14:xfrm>
                <a:off x="2235846" y="326463"/>
                <a:ext cx="91080" cy="15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98F4A1-2C8D-FE0A-2D4F-5CED357E62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18206" y="308463"/>
                  <a:ext cx="126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0AF2B9F-36D8-0849-1352-0997BE1A04D7}"/>
                    </a:ext>
                  </a:extLst>
                </p14:cNvPr>
                <p14:cNvContentPartPr/>
                <p14:nvPr/>
              </p14:nvContentPartPr>
              <p14:xfrm>
                <a:off x="2388486" y="313503"/>
                <a:ext cx="81000" cy="14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0AF2B9F-36D8-0849-1352-0997BE1A04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70846" y="295863"/>
                  <a:ext cx="116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9DB57C-A914-64B5-B417-CD0E314A76F5}"/>
                    </a:ext>
                  </a:extLst>
                </p14:cNvPr>
                <p14:cNvContentPartPr/>
                <p14:nvPr/>
              </p14:nvContentPartPr>
              <p14:xfrm>
                <a:off x="2500446" y="312423"/>
                <a:ext cx="87840" cy="198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9DB57C-A914-64B5-B417-CD0E314A76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82806" y="294423"/>
                  <a:ext cx="123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490B74-56A7-8173-DC0E-7B7115BC7AC5}"/>
                    </a:ext>
                  </a:extLst>
                </p14:cNvPr>
                <p14:cNvContentPartPr/>
                <p14:nvPr/>
              </p14:nvContentPartPr>
              <p14:xfrm>
                <a:off x="2633646" y="299823"/>
                <a:ext cx="333360" cy="166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490B74-56A7-8173-DC0E-7B7115BC7A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16006" y="281823"/>
                  <a:ext cx="36900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B2675C-CE08-166D-E29D-2AE1D538DF17}"/>
              </a:ext>
            </a:extLst>
          </p:cNvPr>
          <p:cNvGrpSpPr/>
          <p:nvPr/>
        </p:nvGrpSpPr>
        <p:grpSpPr>
          <a:xfrm>
            <a:off x="3298566" y="212343"/>
            <a:ext cx="1301040" cy="303840"/>
            <a:chOff x="3298566" y="212343"/>
            <a:chExt cx="130104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A5F534-A62F-D2BA-6B52-8C965579321D}"/>
                    </a:ext>
                  </a:extLst>
                </p14:cNvPr>
                <p14:cNvContentPartPr/>
                <p14:nvPr/>
              </p14:nvContentPartPr>
              <p14:xfrm>
                <a:off x="3298566" y="358863"/>
                <a:ext cx="395280" cy="157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A5F534-A62F-D2BA-6B52-8C96557932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80926" y="340863"/>
                  <a:ext cx="430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21D173-67B6-11A5-D558-7CC0229F0474}"/>
                    </a:ext>
                  </a:extLst>
                </p14:cNvPr>
                <p14:cNvContentPartPr/>
                <p14:nvPr/>
              </p14:nvContentPartPr>
              <p14:xfrm>
                <a:off x="3787446" y="343383"/>
                <a:ext cx="239760" cy="14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21D173-67B6-11A5-D558-7CC0229F04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69806" y="325743"/>
                  <a:ext cx="275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93C7E8-E1DE-FB87-C000-F50D12852951}"/>
                    </a:ext>
                  </a:extLst>
                </p14:cNvPr>
                <p14:cNvContentPartPr/>
                <p14:nvPr/>
              </p14:nvContentPartPr>
              <p14:xfrm>
                <a:off x="4102446" y="212343"/>
                <a:ext cx="156240" cy="251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93C7E8-E1DE-FB87-C000-F50D128529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4806" y="194703"/>
                  <a:ext cx="191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ABC78B-2452-D77F-7974-A34DA49EC3B7}"/>
                    </a:ext>
                  </a:extLst>
                </p14:cNvPr>
                <p14:cNvContentPartPr/>
                <p14:nvPr/>
              </p14:nvContentPartPr>
              <p14:xfrm>
                <a:off x="4319886" y="313143"/>
                <a:ext cx="279720" cy="14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ABC78B-2452-D77F-7974-A34DA49EC3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2246" y="295503"/>
                  <a:ext cx="31536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83551ED-3654-6D23-F426-44E082D5CE90}"/>
                  </a:ext>
                </a:extLst>
              </p14:cNvPr>
              <p14:cNvContentPartPr/>
              <p14:nvPr/>
            </p14:nvContentPartPr>
            <p14:xfrm>
              <a:off x="4981206" y="248703"/>
              <a:ext cx="325080" cy="526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83551ED-3654-6D23-F426-44E082D5CE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63206" y="230703"/>
                <a:ext cx="360720" cy="56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D361A60-38F1-54AF-2134-31E6EC02BF9D}"/>
              </a:ext>
            </a:extLst>
          </p:cNvPr>
          <p:cNvGrpSpPr/>
          <p:nvPr/>
        </p:nvGrpSpPr>
        <p:grpSpPr>
          <a:xfrm>
            <a:off x="5880846" y="163383"/>
            <a:ext cx="1645560" cy="358560"/>
            <a:chOff x="5880846" y="163383"/>
            <a:chExt cx="164556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B2FCF97-BB46-9336-FE3E-1BD0B9953D26}"/>
                    </a:ext>
                  </a:extLst>
                </p14:cNvPr>
                <p14:cNvContentPartPr/>
                <p14:nvPr/>
              </p14:nvContentPartPr>
              <p14:xfrm>
                <a:off x="5880846" y="325383"/>
                <a:ext cx="107280" cy="19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B2FCF97-BB46-9336-FE3E-1BD0B9953D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63206" y="307743"/>
                  <a:ext cx="142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741B36-F8DE-9BBB-44CA-B5943828CF95}"/>
                    </a:ext>
                  </a:extLst>
                </p14:cNvPr>
                <p14:cNvContentPartPr/>
                <p14:nvPr/>
              </p14:nvContentPartPr>
              <p14:xfrm>
                <a:off x="6093966" y="256623"/>
                <a:ext cx="589680" cy="251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741B36-F8DE-9BBB-44CA-B5943828CF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76326" y="238623"/>
                  <a:ext cx="625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C8A09B-349D-C29F-6D91-8DFAD53EAF34}"/>
                    </a:ext>
                  </a:extLst>
                </p14:cNvPr>
                <p14:cNvContentPartPr/>
                <p14:nvPr/>
              </p14:nvContentPartPr>
              <p14:xfrm>
                <a:off x="6815406" y="163383"/>
                <a:ext cx="112680" cy="309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C8A09B-349D-C29F-6D91-8DFAD53EAF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97406" y="145383"/>
                  <a:ext cx="148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8AF9E02-5D98-1B5B-7630-07E09E269301}"/>
                    </a:ext>
                  </a:extLst>
                </p14:cNvPr>
                <p14:cNvContentPartPr/>
                <p14:nvPr/>
              </p14:nvContentPartPr>
              <p14:xfrm>
                <a:off x="6813606" y="322143"/>
                <a:ext cx="204840" cy="145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8AF9E02-5D98-1B5B-7630-07E09E2693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95606" y="304143"/>
                  <a:ext cx="240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538516-45C2-A55D-AB6D-101DD9EF4B10}"/>
                    </a:ext>
                  </a:extLst>
                </p14:cNvPr>
                <p14:cNvContentPartPr/>
                <p14:nvPr/>
              </p14:nvContentPartPr>
              <p14:xfrm>
                <a:off x="7071366" y="201543"/>
                <a:ext cx="43560" cy="3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538516-45C2-A55D-AB6D-101DD9EF4B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53366" y="183543"/>
                  <a:ext cx="79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33CF23-0C56-50F8-23EC-9DF39AA253F5}"/>
                    </a:ext>
                  </a:extLst>
                </p14:cNvPr>
                <p14:cNvContentPartPr/>
                <p14:nvPr/>
              </p14:nvContentPartPr>
              <p14:xfrm>
                <a:off x="7165326" y="251583"/>
                <a:ext cx="361080" cy="194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33CF23-0C56-50F8-23EC-9DF39AA253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47326" y="233583"/>
                  <a:ext cx="39672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005C77A-AD76-8F16-A6BD-E0B4E5EC8535}"/>
                  </a:ext>
                </a:extLst>
              </p14:cNvPr>
              <p14:cNvContentPartPr/>
              <p14:nvPr/>
            </p14:nvContentPartPr>
            <p14:xfrm>
              <a:off x="8010606" y="324663"/>
              <a:ext cx="153000" cy="187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005C77A-AD76-8F16-A6BD-E0B4E5EC853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2966" y="307023"/>
                <a:ext cx="1886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533E9E0-CE2E-A4B7-6E2C-66BBD2B5C36E}"/>
                  </a:ext>
                </a:extLst>
              </p14:cNvPr>
              <p14:cNvContentPartPr/>
              <p14:nvPr/>
            </p14:nvContentPartPr>
            <p14:xfrm>
              <a:off x="8201046" y="118383"/>
              <a:ext cx="990000" cy="40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533E9E0-CE2E-A4B7-6E2C-66BBD2B5C36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83046" y="100383"/>
                <a:ext cx="1025640" cy="44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981FE104-0659-FABA-0F5B-48ADDC0C6AD1}"/>
              </a:ext>
            </a:extLst>
          </p:cNvPr>
          <p:cNvGrpSpPr/>
          <p:nvPr/>
        </p:nvGrpSpPr>
        <p:grpSpPr>
          <a:xfrm>
            <a:off x="9661206" y="183183"/>
            <a:ext cx="2502000" cy="381600"/>
            <a:chOff x="9661206" y="183183"/>
            <a:chExt cx="250200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C59E8D-3869-7821-B057-2145C5B1AD81}"/>
                    </a:ext>
                  </a:extLst>
                </p14:cNvPr>
                <p14:cNvContentPartPr/>
                <p14:nvPr/>
              </p14:nvContentPartPr>
              <p14:xfrm>
                <a:off x="9661206" y="295503"/>
                <a:ext cx="853200" cy="201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C59E8D-3869-7821-B057-2145C5B1AD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43566" y="277503"/>
                  <a:ext cx="888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433636-BA00-2A92-4735-68FF103DFA81}"/>
                    </a:ext>
                  </a:extLst>
                </p14:cNvPr>
                <p14:cNvContentPartPr/>
                <p14:nvPr/>
              </p14:nvContentPartPr>
              <p14:xfrm>
                <a:off x="10633926" y="340503"/>
                <a:ext cx="146160" cy="77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433636-BA00-2A92-4735-68FF103DFA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16286" y="322863"/>
                  <a:ext cx="181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4EAA0E-756B-FB04-830D-244D169174CC}"/>
                    </a:ext>
                  </a:extLst>
                </p14:cNvPr>
                <p14:cNvContentPartPr/>
                <p14:nvPr/>
              </p14:nvContentPartPr>
              <p14:xfrm>
                <a:off x="11040006" y="274623"/>
                <a:ext cx="95760" cy="29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4EAA0E-756B-FB04-830D-244D169174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22006" y="256983"/>
                  <a:ext cx="131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3883064-6512-76A5-53EE-FC6C61338047}"/>
                    </a:ext>
                  </a:extLst>
                </p14:cNvPr>
                <p14:cNvContentPartPr/>
                <p14:nvPr/>
              </p14:nvContentPartPr>
              <p14:xfrm>
                <a:off x="10982766" y="342663"/>
                <a:ext cx="325800" cy="18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3883064-6512-76A5-53EE-FC6C613380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65126" y="324663"/>
                  <a:ext cx="361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024869-7961-9648-DE09-374F7ADCAB7E}"/>
                    </a:ext>
                  </a:extLst>
                </p14:cNvPr>
                <p14:cNvContentPartPr/>
                <p14:nvPr/>
              </p14:nvContentPartPr>
              <p14:xfrm>
                <a:off x="11324406" y="240423"/>
                <a:ext cx="6480" cy="13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024869-7961-9648-DE09-374F7ADCAB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306406" y="222783"/>
                  <a:ext cx="42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FF1F07E-5DCB-84E4-0596-28D0DD9689CD}"/>
                    </a:ext>
                  </a:extLst>
                </p14:cNvPr>
                <p14:cNvContentPartPr/>
                <p14:nvPr/>
              </p14:nvContentPartPr>
              <p14:xfrm>
                <a:off x="11362926" y="345543"/>
                <a:ext cx="226440" cy="155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FF1F07E-5DCB-84E4-0596-28D0DD9689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45286" y="327903"/>
                  <a:ext cx="262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008C24-2C4A-AD6E-AD2C-66554B773B3C}"/>
                    </a:ext>
                  </a:extLst>
                </p14:cNvPr>
                <p14:cNvContentPartPr/>
                <p14:nvPr/>
              </p14:nvContentPartPr>
              <p14:xfrm>
                <a:off x="11643006" y="264903"/>
                <a:ext cx="16200" cy="21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008C24-2C4A-AD6E-AD2C-66554B773B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25006" y="247263"/>
                  <a:ext cx="51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FC18ED-013B-5892-3D19-FA05AE79AFBA}"/>
                    </a:ext>
                  </a:extLst>
                </p14:cNvPr>
                <p14:cNvContentPartPr/>
                <p14:nvPr/>
              </p14:nvContentPartPr>
              <p14:xfrm>
                <a:off x="11683326" y="183183"/>
                <a:ext cx="479880" cy="31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FC18ED-013B-5892-3D19-FA05AE79AF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65326" y="165183"/>
                  <a:ext cx="515520" cy="35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5A6B358-C6C0-DC3D-B9B4-C0E82000991D}"/>
                  </a:ext>
                </a:extLst>
              </p14:cNvPr>
              <p14:cNvContentPartPr/>
              <p14:nvPr/>
            </p14:nvContentPartPr>
            <p14:xfrm>
              <a:off x="2323197" y="1054743"/>
              <a:ext cx="12600" cy="17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5A6B358-C6C0-DC3D-B9B4-C0E82000991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05557" y="1036743"/>
                <a:ext cx="4824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33F97442-E5D5-95A2-50F5-5F8B5A5CE114}"/>
              </a:ext>
            </a:extLst>
          </p:cNvPr>
          <p:cNvGrpSpPr/>
          <p:nvPr/>
        </p:nvGrpSpPr>
        <p:grpSpPr>
          <a:xfrm>
            <a:off x="275157" y="890583"/>
            <a:ext cx="1624320" cy="352800"/>
            <a:chOff x="275157" y="890583"/>
            <a:chExt cx="16243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0E312F-3B16-68A8-7A25-E034B6E1CEA9}"/>
                    </a:ext>
                  </a:extLst>
                </p14:cNvPr>
                <p14:cNvContentPartPr/>
                <p14:nvPr/>
              </p14:nvContentPartPr>
              <p14:xfrm>
                <a:off x="275157" y="1014423"/>
                <a:ext cx="196920" cy="197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0E312F-3B16-68A8-7A25-E034B6E1CE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7157" y="996423"/>
                  <a:ext cx="232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F8B2E0-073D-1358-A215-CF40CA633F36}"/>
                    </a:ext>
                  </a:extLst>
                </p14:cNvPr>
                <p14:cNvContentPartPr/>
                <p14:nvPr/>
              </p14:nvContentPartPr>
              <p14:xfrm>
                <a:off x="515637" y="952863"/>
                <a:ext cx="606240" cy="264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F8B2E0-073D-1358-A215-CF40CA633F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7997" y="934863"/>
                  <a:ext cx="641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51BD8D-D55E-0160-9930-F7E49EFD7834}"/>
                    </a:ext>
                  </a:extLst>
                </p14:cNvPr>
                <p14:cNvContentPartPr/>
                <p14:nvPr/>
              </p14:nvContentPartPr>
              <p14:xfrm>
                <a:off x="1201077" y="899223"/>
                <a:ext cx="66960" cy="315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51BD8D-D55E-0160-9930-F7E49EFD783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3437" y="881223"/>
                  <a:ext cx="1026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7952F9D-C520-31DE-1C09-964FA605C4BC}"/>
                    </a:ext>
                  </a:extLst>
                </p14:cNvPr>
                <p14:cNvContentPartPr/>
                <p14:nvPr/>
              </p14:nvContentPartPr>
              <p14:xfrm>
                <a:off x="1352997" y="1077423"/>
                <a:ext cx="45720" cy="14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7952F9D-C520-31DE-1C09-964FA605C4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4997" y="1059783"/>
                  <a:ext cx="81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57366BB-4FFE-3A02-31F2-441CB788CF4C}"/>
                    </a:ext>
                  </a:extLst>
                </p14:cNvPr>
                <p14:cNvContentPartPr/>
                <p14:nvPr/>
              </p14:nvContentPartPr>
              <p14:xfrm>
                <a:off x="1498437" y="1076703"/>
                <a:ext cx="401040" cy="166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57366BB-4FFE-3A02-31F2-441CB788CF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80437" y="1059063"/>
                  <a:ext cx="436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75718A-7057-627B-64CF-61BDB2FAF98C}"/>
                    </a:ext>
                  </a:extLst>
                </p14:cNvPr>
                <p14:cNvContentPartPr/>
                <p14:nvPr/>
              </p14:nvContentPartPr>
              <p14:xfrm>
                <a:off x="1743597" y="1109103"/>
                <a:ext cx="9000" cy="20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75718A-7057-627B-64CF-61BDB2FAF98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25597" y="1091103"/>
                  <a:ext cx="44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72005A-8A03-984B-B385-514897BD96EF}"/>
                    </a:ext>
                  </a:extLst>
                </p14:cNvPr>
                <p14:cNvContentPartPr/>
                <p14:nvPr/>
              </p14:nvContentPartPr>
              <p14:xfrm>
                <a:off x="1553157" y="890583"/>
                <a:ext cx="15120" cy="24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72005A-8A03-984B-B385-514897BD96E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35517" y="872583"/>
                  <a:ext cx="50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3234E6-AE0A-E53F-475B-DE617A5DCB8C}"/>
                    </a:ext>
                  </a:extLst>
                </p14:cNvPr>
                <p14:cNvContentPartPr/>
                <p14:nvPr/>
              </p14:nvContentPartPr>
              <p14:xfrm>
                <a:off x="1345077" y="916863"/>
                <a:ext cx="72360" cy="19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3234E6-AE0A-E53F-475B-DE617A5DCB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27077" y="898863"/>
                  <a:ext cx="108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C9F5BA-1B53-34B7-4FAA-A8661973B0A5}"/>
                    </a:ext>
                  </a:extLst>
                </p14:cNvPr>
                <p14:cNvContentPartPr/>
                <p14:nvPr/>
              </p14:nvContentPartPr>
              <p14:xfrm>
                <a:off x="1152837" y="906423"/>
                <a:ext cx="251280" cy="43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C9F5BA-1B53-34B7-4FAA-A8661973B0A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4837" y="888423"/>
                  <a:ext cx="2869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3F1D0B-7B67-AB9E-D489-532E94113936}"/>
              </a:ext>
            </a:extLst>
          </p:cNvPr>
          <p:cNvGrpSpPr/>
          <p:nvPr/>
        </p:nvGrpSpPr>
        <p:grpSpPr>
          <a:xfrm>
            <a:off x="227637" y="1758543"/>
            <a:ext cx="477360" cy="415080"/>
            <a:chOff x="227637" y="1758543"/>
            <a:chExt cx="4773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E725BA-9EFA-8B26-85AA-3AF444A2E45C}"/>
                    </a:ext>
                  </a:extLst>
                </p14:cNvPr>
                <p14:cNvContentPartPr/>
                <p14:nvPr/>
              </p14:nvContentPartPr>
              <p14:xfrm>
                <a:off x="227637" y="1758543"/>
                <a:ext cx="246240" cy="415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E725BA-9EFA-8B26-85AA-3AF444A2E4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9637" y="1740903"/>
                  <a:ext cx="2818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09A5D5-B5AD-1A2C-BE2B-C135C82D8C71}"/>
                    </a:ext>
                  </a:extLst>
                </p14:cNvPr>
                <p14:cNvContentPartPr/>
                <p14:nvPr/>
              </p14:nvContentPartPr>
              <p14:xfrm>
                <a:off x="697437" y="1971303"/>
                <a:ext cx="7560" cy="3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09A5D5-B5AD-1A2C-BE2B-C135C82D8C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9797" y="1953663"/>
                  <a:ext cx="432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E7FC39B-4694-F22D-71B7-4340D2B92DEE}"/>
              </a:ext>
            </a:extLst>
          </p:cNvPr>
          <p:cNvGrpSpPr/>
          <p:nvPr/>
        </p:nvGrpSpPr>
        <p:grpSpPr>
          <a:xfrm>
            <a:off x="1012437" y="1747743"/>
            <a:ext cx="1118880" cy="375120"/>
            <a:chOff x="1012437" y="1747743"/>
            <a:chExt cx="11188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A4F906E-A5D4-DA53-089F-81201C3D41D3}"/>
                    </a:ext>
                  </a:extLst>
                </p14:cNvPr>
                <p14:cNvContentPartPr/>
                <p14:nvPr/>
              </p14:nvContentPartPr>
              <p14:xfrm>
                <a:off x="1012437" y="1747743"/>
                <a:ext cx="265320" cy="375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A4F906E-A5D4-DA53-089F-81201C3D41D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4437" y="1730103"/>
                  <a:ext cx="3009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794EF8-3DA6-4CEC-4D11-44D973D559FF}"/>
                    </a:ext>
                  </a:extLst>
                </p14:cNvPr>
                <p14:cNvContentPartPr/>
                <p14:nvPr/>
              </p14:nvContentPartPr>
              <p14:xfrm>
                <a:off x="1318797" y="1815063"/>
                <a:ext cx="306000" cy="29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794EF8-3DA6-4CEC-4D11-44D973D559F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00797" y="1797063"/>
                  <a:ext cx="341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2FF6F6-1CB7-D4A3-ED08-A0B4FB947106}"/>
                    </a:ext>
                  </a:extLst>
                </p14:cNvPr>
                <p14:cNvContentPartPr/>
                <p14:nvPr/>
              </p14:nvContentPartPr>
              <p14:xfrm>
                <a:off x="1704357" y="1920183"/>
                <a:ext cx="426960" cy="147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2FF6F6-1CB7-D4A3-ED08-A0B4FB9471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6717" y="1902183"/>
                  <a:ext cx="4626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BB8DC14-2324-801B-132F-A82CA4D7E05D}"/>
              </a:ext>
            </a:extLst>
          </p:cNvPr>
          <p:cNvGrpSpPr/>
          <p:nvPr/>
        </p:nvGrpSpPr>
        <p:grpSpPr>
          <a:xfrm>
            <a:off x="2540637" y="1726503"/>
            <a:ext cx="702720" cy="342720"/>
            <a:chOff x="2540637" y="1726503"/>
            <a:chExt cx="70272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E5A0E0E-6AF7-7A55-4A3E-7D3BC90FC091}"/>
                    </a:ext>
                  </a:extLst>
                </p14:cNvPr>
                <p14:cNvContentPartPr/>
                <p14:nvPr/>
              </p14:nvContentPartPr>
              <p14:xfrm>
                <a:off x="2540637" y="1734423"/>
                <a:ext cx="217440" cy="33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E5A0E0E-6AF7-7A55-4A3E-7D3BC90FC09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22997" y="1716423"/>
                  <a:ext cx="253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23CCEC1-79D2-1814-CA42-1317A73347A2}"/>
                    </a:ext>
                  </a:extLst>
                </p14:cNvPr>
                <p14:cNvContentPartPr/>
                <p14:nvPr/>
              </p14:nvContentPartPr>
              <p14:xfrm>
                <a:off x="2842317" y="1726503"/>
                <a:ext cx="401040" cy="302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23CCEC1-79D2-1814-CA42-1317A73347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24677" y="1708863"/>
                  <a:ext cx="4366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E20BECD-44DB-9B7D-3516-491337B4E308}"/>
                    </a:ext>
                  </a:extLst>
                </p14:cNvPr>
                <p14:cNvContentPartPr/>
                <p14:nvPr/>
              </p14:nvContentPartPr>
              <p14:xfrm>
                <a:off x="2632437" y="1844943"/>
                <a:ext cx="213120" cy="2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E20BECD-44DB-9B7D-3516-491337B4E3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14437" y="1827303"/>
                  <a:ext cx="2487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8F4A15A-0291-F987-BF9A-D43CEE1C71B0}"/>
              </a:ext>
            </a:extLst>
          </p:cNvPr>
          <p:cNvGrpSpPr/>
          <p:nvPr/>
        </p:nvGrpSpPr>
        <p:grpSpPr>
          <a:xfrm>
            <a:off x="3678237" y="1628223"/>
            <a:ext cx="1947960" cy="968760"/>
            <a:chOff x="3678237" y="1628223"/>
            <a:chExt cx="1947960" cy="96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087D5-D38A-20CD-E949-4ADB20D1AC62}"/>
                    </a:ext>
                  </a:extLst>
                </p14:cNvPr>
                <p14:cNvContentPartPr/>
                <p14:nvPr/>
              </p14:nvContentPartPr>
              <p14:xfrm>
                <a:off x="3678237" y="1631823"/>
                <a:ext cx="280440" cy="965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087D5-D38A-20CD-E949-4ADB20D1AC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60237" y="1613823"/>
                  <a:ext cx="31608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3D6D38D-EF33-22B4-8F48-63D9CB9A60FC}"/>
                    </a:ext>
                  </a:extLst>
                </p14:cNvPr>
                <p14:cNvContentPartPr/>
                <p14:nvPr/>
              </p14:nvContentPartPr>
              <p14:xfrm>
                <a:off x="3993597" y="1675743"/>
                <a:ext cx="498600" cy="343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3D6D38D-EF33-22B4-8F48-63D9CB9A60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75957" y="1657743"/>
                  <a:ext cx="5342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DA3CFE5-07D3-E5B9-AF45-08446F76CFA2}"/>
                    </a:ext>
                  </a:extLst>
                </p14:cNvPr>
                <p14:cNvContentPartPr/>
                <p14:nvPr/>
              </p14:nvContentPartPr>
              <p14:xfrm>
                <a:off x="4576077" y="1824783"/>
                <a:ext cx="638640" cy="179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DA3CFE5-07D3-E5B9-AF45-08446F76CFA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58437" y="1807143"/>
                  <a:ext cx="674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8DDF284-CAAE-90F3-FB77-3F7490ACA6D1}"/>
                    </a:ext>
                  </a:extLst>
                </p14:cNvPr>
                <p14:cNvContentPartPr/>
                <p14:nvPr/>
              </p14:nvContentPartPr>
              <p14:xfrm>
                <a:off x="5296797" y="1805343"/>
                <a:ext cx="329400" cy="633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DDF284-CAAE-90F3-FB77-3F7490ACA6D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78797" y="1787343"/>
                  <a:ext cx="3650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277297-2082-0001-570C-D41C0B7CF87C}"/>
                    </a:ext>
                  </a:extLst>
                </p14:cNvPr>
                <p14:cNvContentPartPr/>
                <p14:nvPr/>
              </p14:nvContentPartPr>
              <p14:xfrm>
                <a:off x="5279517" y="1628223"/>
                <a:ext cx="65520" cy="11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277297-2082-0001-570C-D41C0B7CF87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61877" y="1610583"/>
                  <a:ext cx="1011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15195EB-C8D1-9AE7-A0D3-274AED6D0A8D}"/>
              </a:ext>
            </a:extLst>
          </p:cNvPr>
          <p:cNvGrpSpPr/>
          <p:nvPr/>
        </p:nvGrpSpPr>
        <p:grpSpPr>
          <a:xfrm>
            <a:off x="6151437" y="1580703"/>
            <a:ext cx="1470960" cy="819720"/>
            <a:chOff x="6151437" y="1580703"/>
            <a:chExt cx="1470960" cy="81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4EF431A-D0AB-A5B2-6A58-89209BC229E1}"/>
                    </a:ext>
                  </a:extLst>
                </p14:cNvPr>
                <p14:cNvContentPartPr/>
                <p14:nvPr/>
              </p14:nvContentPartPr>
              <p14:xfrm>
                <a:off x="6151437" y="1770783"/>
                <a:ext cx="158760" cy="176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4EF431A-D0AB-A5B2-6A58-89209BC229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33797" y="1752783"/>
                  <a:ext cx="194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6F19508-691F-0545-B268-0249D93450B8}"/>
                    </a:ext>
                  </a:extLst>
                </p14:cNvPr>
                <p14:cNvContentPartPr/>
                <p14:nvPr/>
              </p14:nvContentPartPr>
              <p14:xfrm>
                <a:off x="6333957" y="1780863"/>
                <a:ext cx="473040" cy="61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6F19508-691F-0545-B268-0249D93450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15957" y="1763223"/>
                  <a:ext cx="5086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D24854-7963-C29E-11F7-DA1FA615EE62}"/>
                    </a:ext>
                  </a:extLst>
                </p14:cNvPr>
                <p14:cNvContentPartPr/>
                <p14:nvPr/>
              </p14:nvContentPartPr>
              <p14:xfrm>
                <a:off x="6950637" y="1580703"/>
                <a:ext cx="671760" cy="333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9D24854-7963-C29E-11F7-DA1FA615EE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32637" y="1563063"/>
                  <a:ext cx="7074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CC071A7-1796-CDC8-0F49-2478B0A49622}"/>
                    </a:ext>
                  </a:extLst>
                </p14:cNvPr>
                <p14:cNvContentPartPr/>
                <p14:nvPr/>
              </p14:nvContentPartPr>
              <p14:xfrm>
                <a:off x="6926157" y="1606263"/>
                <a:ext cx="129600" cy="13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CC071A7-1796-CDC8-0F49-2478B0A496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08517" y="1588623"/>
                  <a:ext cx="16524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7AF22B7-E194-CBAA-B497-7B6FC2C5A4F2}"/>
                  </a:ext>
                </a:extLst>
              </p14:cNvPr>
              <p14:cNvContentPartPr/>
              <p14:nvPr/>
            </p14:nvContentPartPr>
            <p14:xfrm>
              <a:off x="8186877" y="1554423"/>
              <a:ext cx="409320" cy="8748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7AF22B7-E194-CBAA-B497-7B6FC2C5A4F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168877" y="1536783"/>
                <a:ext cx="444960" cy="91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E51EC04-F9E7-3ACC-DE8F-51C265D21C56}"/>
              </a:ext>
            </a:extLst>
          </p:cNvPr>
          <p:cNvGrpSpPr/>
          <p:nvPr/>
        </p:nvGrpSpPr>
        <p:grpSpPr>
          <a:xfrm>
            <a:off x="9108117" y="1435263"/>
            <a:ext cx="2036160" cy="879120"/>
            <a:chOff x="9108117" y="1435263"/>
            <a:chExt cx="2036160" cy="87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AEA576-B4F4-5EBE-A3D5-F0A84DD92C94}"/>
                    </a:ext>
                  </a:extLst>
                </p14:cNvPr>
                <p14:cNvContentPartPr/>
                <p14:nvPr/>
              </p14:nvContentPartPr>
              <p14:xfrm>
                <a:off x="9108117" y="1738023"/>
                <a:ext cx="173520" cy="14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AEA576-B4F4-5EBE-A3D5-F0A84DD92C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90477" y="1720383"/>
                  <a:ext cx="209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036E7D4-7B15-DC21-4AE5-851E84B45F14}"/>
                    </a:ext>
                  </a:extLst>
                </p14:cNvPr>
                <p14:cNvContentPartPr/>
                <p14:nvPr/>
              </p14:nvContentPartPr>
              <p14:xfrm>
                <a:off x="9352197" y="1735143"/>
                <a:ext cx="155520" cy="579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036E7D4-7B15-DC21-4AE5-851E84B45F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34197" y="1717503"/>
                  <a:ext cx="19116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6DDE32E-CA44-B278-9E4A-F98C0E6329E8}"/>
                    </a:ext>
                  </a:extLst>
                </p14:cNvPr>
                <p14:cNvContentPartPr/>
                <p14:nvPr/>
              </p14:nvContentPartPr>
              <p14:xfrm>
                <a:off x="9631917" y="1755303"/>
                <a:ext cx="174600" cy="152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6DDE32E-CA44-B278-9E4A-F98C0E6329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14277" y="1737663"/>
                  <a:ext cx="210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42D90D-DB60-6A1A-E66D-650680ECAD25}"/>
                    </a:ext>
                  </a:extLst>
                </p14:cNvPr>
                <p14:cNvContentPartPr/>
                <p14:nvPr/>
              </p14:nvContentPartPr>
              <p14:xfrm>
                <a:off x="9932157" y="1730103"/>
                <a:ext cx="230760" cy="135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42D90D-DB60-6A1A-E66D-650680ECAD2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14517" y="1712103"/>
                  <a:ext cx="266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FB05C95-6C01-054A-6C6C-25B62AFC1C73}"/>
                    </a:ext>
                  </a:extLst>
                </p14:cNvPr>
                <p14:cNvContentPartPr/>
                <p14:nvPr/>
              </p14:nvContentPartPr>
              <p14:xfrm>
                <a:off x="10254717" y="1435263"/>
                <a:ext cx="91440" cy="417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FB05C95-6C01-054A-6C6C-25B62AFC1C7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37077" y="1417263"/>
                  <a:ext cx="1270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32290A-FB69-8117-0233-8138AC6ECAEA}"/>
                    </a:ext>
                  </a:extLst>
                </p14:cNvPr>
                <p14:cNvContentPartPr/>
                <p14:nvPr/>
              </p14:nvContentPartPr>
              <p14:xfrm>
                <a:off x="10433277" y="1691943"/>
                <a:ext cx="30600" cy="145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32290A-FB69-8117-0233-8138AC6ECA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15637" y="1673943"/>
                  <a:ext cx="66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BE64A4B-4FC6-6077-2D76-A8F1698AF5EC}"/>
                    </a:ext>
                  </a:extLst>
                </p14:cNvPr>
                <p14:cNvContentPartPr/>
                <p14:nvPr/>
              </p14:nvContentPartPr>
              <p14:xfrm>
                <a:off x="10580517" y="1678983"/>
                <a:ext cx="373680" cy="180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BE64A4B-4FC6-6077-2D76-A8F1698AF5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562517" y="1661343"/>
                  <a:ext cx="409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AC88B91-966C-6BDE-5C85-F8D3EFAD468A}"/>
                    </a:ext>
                  </a:extLst>
                </p14:cNvPr>
                <p14:cNvContentPartPr/>
                <p14:nvPr/>
              </p14:nvContentPartPr>
              <p14:xfrm>
                <a:off x="11049597" y="1670343"/>
                <a:ext cx="94680" cy="124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AC88B91-966C-6BDE-5C85-F8D3EFAD468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31597" y="1652703"/>
                  <a:ext cx="130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218C371-603E-93C0-1A21-5EA2A249C93A}"/>
                    </a:ext>
                  </a:extLst>
                </p14:cNvPr>
                <p14:cNvContentPartPr/>
                <p14:nvPr/>
              </p14:nvContentPartPr>
              <p14:xfrm>
                <a:off x="10733877" y="1461183"/>
                <a:ext cx="37440" cy="41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218C371-603E-93C0-1A21-5EA2A249C9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16237" y="1443183"/>
                  <a:ext cx="73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035C180-9310-161D-AAF3-7BDB2D8F7B33}"/>
                    </a:ext>
                  </a:extLst>
                </p14:cNvPr>
                <p14:cNvContentPartPr/>
                <p14:nvPr/>
              </p14:nvContentPartPr>
              <p14:xfrm>
                <a:off x="10193157" y="1506183"/>
                <a:ext cx="245160" cy="26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035C180-9310-161D-AAF3-7BDB2D8F7B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75517" y="1488543"/>
                  <a:ext cx="28080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3E8EB3C-2320-0C5F-F4F8-58349839061E}"/>
                  </a:ext>
                </a:extLst>
              </p14:cNvPr>
              <p14:cNvContentPartPr/>
              <p14:nvPr/>
            </p14:nvContentPartPr>
            <p14:xfrm>
              <a:off x="11928357" y="1851783"/>
              <a:ext cx="57600" cy="198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3E8EB3C-2320-0C5F-F4F8-58349839061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910717" y="1833783"/>
                <a:ext cx="932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E245041-5232-7622-8550-A3F0F8FAD042}"/>
              </a:ext>
            </a:extLst>
          </p:cNvPr>
          <p:cNvGrpSpPr/>
          <p:nvPr/>
        </p:nvGrpSpPr>
        <p:grpSpPr>
          <a:xfrm>
            <a:off x="3115917" y="2657823"/>
            <a:ext cx="1338840" cy="584640"/>
            <a:chOff x="3115917" y="2657823"/>
            <a:chExt cx="133884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5365FA4-E919-D9BA-0ADA-FF346EB91DCC}"/>
                    </a:ext>
                  </a:extLst>
                </p14:cNvPr>
                <p14:cNvContentPartPr/>
                <p14:nvPr/>
              </p14:nvContentPartPr>
              <p14:xfrm>
                <a:off x="3115917" y="2694183"/>
                <a:ext cx="294120" cy="175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5365FA4-E919-D9BA-0ADA-FF346EB91DC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7917" y="2676183"/>
                  <a:ext cx="329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F5965A3-B7AD-E856-D2B4-C442B54F6521}"/>
                    </a:ext>
                  </a:extLst>
                </p14:cNvPr>
                <p14:cNvContentPartPr/>
                <p14:nvPr/>
              </p14:nvContentPartPr>
              <p14:xfrm>
                <a:off x="3491037" y="2707863"/>
                <a:ext cx="111960" cy="39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F5965A3-B7AD-E856-D2B4-C442B54F65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73037" y="2690223"/>
                  <a:ext cx="147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691F315-9EC6-B186-D0C1-287B473EE07D}"/>
                    </a:ext>
                  </a:extLst>
                </p14:cNvPr>
                <p14:cNvContentPartPr/>
                <p14:nvPr/>
              </p14:nvContentPartPr>
              <p14:xfrm>
                <a:off x="3509757" y="2657823"/>
                <a:ext cx="36360" cy="212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691F315-9EC6-B186-D0C1-287B473EE0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92117" y="2640183"/>
                  <a:ext cx="72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210566-66EE-76C7-D9F6-AFD76A196728}"/>
                    </a:ext>
                  </a:extLst>
                </p14:cNvPr>
                <p14:cNvContentPartPr/>
                <p14:nvPr/>
              </p14:nvContentPartPr>
              <p14:xfrm>
                <a:off x="3609477" y="2707863"/>
                <a:ext cx="196560" cy="534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210566-66EE-76C7-D9F6-AFD76A19672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91837" y="2690223"/>
                  <a:ext cx="2322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5A8F4FE-28EE-C60A-FD18-CFFFD5B884A3}"/>
                    </a:ext>
                  </a:extLst>
                </p14:cNvPr>
                <p14:cNvContentPartPr/>
                <p14:nvPr/>
              </p14:nvContentPartPr>
              <p14:xfrm>
                <a:off x="3947157" y="2811903"/>
                <a:ext cx="128160" cy="37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5A8F4FE-28EE-C60A-FD18-CFFFD5B884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29517" y="2793903"/>
                  <a:ext cx="163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DC577E6-356C-E14E-615D-CEA0C0C790B6}"/>
                    </a:ext>
                  </a:extLst>
                </p14:cNvPr>
                <p14:cNvContentPartPr/>
                <p14:nvPr/>
              </p14:nvContentPartPr>
              <p14:xfrm>
                <a:off x="4012317" y="2728383"/>
                <a:ext cx="47160" cy="194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DC577E6-356C-E14E-615D-CEA0C0C790B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994317" y="2710743"/>
                  <a:ext cx="82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2AD1C37-9BD4-738B-E684-0F2FD65C505F}"/>
                    </a:ext>
                  </a:extLst>
                </p14:cNvPr>
                <p14:cNvContentPartPr/>
                <p14:nvPr/>
              </p14:nvContentPartPr>
              <p14:xfrm>
                <a:off x="4191597" y="2711103"/>
                <a:ext cx="263160" cy="189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2AD1C37-9BD4-738B-E684-0F2FD65C50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73957" y="2693103"/>
                  <a:ext cx="29880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DF15BC9-CC2E-594F-902C-9EB695B25B7E}"/>
              </a:ext>
            </a:extLst>
          </p:cNvPr>
          <p:cNvGrpSpPr/>
          <p:nvPr/>
        </p:nvGrpSpPr>
        <p:grpSpPr>
          <a:xfrm>
            <a:off x="4733397" y="2674383"/>
            <a:ext cx="171720" cy="131760"/>
            <a:chOff x="4733397" y="2674383"/>
            <a:chExt cx="17172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D631939-04A6-8FB2-32BD-17E004708469}"/>
                    </a:ext>
                  </a:extLst>
                </p14:cNvPr>
                <p14:cNvContentPartPr/>
                <p14:nvPr/>
              </p14:nvContentPartPr>
              <p14:xfrm>
                <a:off x="4788117" y="2674383"/>
                <a:ext cx="117000" cy="21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D631939-04A6-8FB2-32BD-17E00470846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70477" y="2656743"/>
                  <a:ext cx="152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7937857-E3F4-E417-F453-0F8630E2F0E9}"/>
                    </a:ext>
                  </a:extLst>
                </p14:cNvPr>
                <p14:cNvContentPartPr/>
                <p14:nvPr/>
              </p14:nvContentPartPr>
              <p14:xfrm>
                <a:off x="4733397" y="2768343"/>
                <a:ext cx="129240" cy="3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7937857-E3F4-E417-F453-0F8630E2F0E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15757" y="2750703"/>
                  <a:ext cx="16488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40EB5BD-6CD0-91C6-C083-498CA65DAF3F}"/>
                  </a:ext>
                </a:extLst>
              </p14:cNvPr>
              <p14:cNvContentPartPr/>
              <p14:nvPr/>
            </p14:nvContentPartPr>
            <p14:xfrm>
              <a:off x="5279517" y="2532543"/>
              <a:ext cx="278280" cy="2095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40EB5BD-6CD0-91C6-C083-498CA65DAF3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261877" y="2514543"/>
                <a:ext cx="31392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A2E7321-C452-E42E-EDD3-6E293FFF04D0}"/>
              </a:ext>
            </a:extLst>
          </p:cNvPr>
          <p:cNvGrpSpPr/>
          <p:nvPr/>
        </p:nvGrpSpPr>
        <p:grpSpPr>
          <a:xfrm>
            <a:off x="2823597" y="3374943"/>
            <a:ext cx="2104200" cy="577440"/>
            <a:chOff x="2823597" y="3374943"/>
            <a:chExt cx="2104200" cy="5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666F22-55E9-2C69-1C1E-46E04A03509E}"/>
                    </a:ext>
                  </a:extLst>
                </p14:cNvPr>
                <p14:cNvContentPartPr/>
                <p14:nvPr/>
              </p14:nvContentPartPr>
              <p14:xfrm>
                <a:off x="2823597" y="3463503"/>
                <a:ext cx="248400" cy="284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666F22-55E9-2C69-1C1E-46E04A0350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05957" y="3445863"/>
                  <a:ext cx="284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E223572-3444-4C85-E9A8-7F2A53E26863}"/>
                    </a:ext>
                  </a:extLst>
                </p14:cNvPr>
                <p14:cNvContentPartPr/>
                <p14:nvPr/>
              </p14:nvContentPartPr>
              <p14:xfrm>
                <a:off x="3077037" y="3567183"/>
                <a:ext cx="170280" cy="162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E223572-3444-4C85-E9A8-7F2A53E2686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59037" y="3549543"/>
                  <a:ext cx="205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38BECC0-3F80-EBB5-F8C1-F54E04A9D5B1}"/>
                    </a:ext>
                  </a:extLst>
                </p14:cNvPr>
                <p14:cNvContentPartPr/>
                <p14:nvPr/>
              </p14:nvContentPartPr>
              <p14:xfrm>
                <a:off x="3334077" y="3630183"/>
                <a:ext cx="91440" cy="24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38BECC0-3F80-EBB5-F8C1-F54E04A9D5B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16077" y="3612183"/>
                  <a:ext cx="127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E94598-6E8E-01C1-9447-107F4B92E0D9}"/>
                    </a:ext>
                  </a:extLst>
                </p14:cNvPr>
                <p14:cNvContentPartPr/>
                <p14:nvPr/>
              </p14:nvContentPartPr>
              <p14:xfrm>
                <a:off x="3498597" y="3542343"/>
                <a:ext cx="186840" cy="41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E94598-6E8E-01C1-9447-107F4B92E0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80597" y="3524703"/>
                  <a:ext cx="2224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E13198-CECC-8341-A342-C61E99A973C6}"/>
                    </a:ext>
                  </a:extLst>
                </p14:cNvPr>
                <p14:cNvContentPartPr/>
                <p14:nvPr/>
              </p14:nvContentPartPr>
              <p14:xfrm>
                <a:off x="3864357" y="3514623"/>
                <a:ext cx="136440" cy="71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E13198-CECC-8341-A342-C61E99A973C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46357" y="3496983"/>
                  <a:ext cx="172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ADBDAAA-93D1-D983-DD47-C0F0615AD7E7}"/>
                    </a:ext>
                  </a:extLst>
                </p14:cNvPr>
                <p14:cNvContentPartPr/>
                <p14:nvPr/>
              </p14:nvContentPartPr>
              <p14:xfrm>
                <a:off x="4108437" y="3374943"/>
                <a:ext cx="135000" cy="278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ADBDAAA-93D1-D983-DD47-C0F0615AD7E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90797" y="3356943"/>
                  <a:ext cx="170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7E860F3-3083-E2CE-2E32-644452DC66A8}"/>
                    </a:ext>
                  </a:extLst>
                </p14:cNvPr>
                <p14:cNvContentPartPr/>
                <p14:nvPr/>
              </p14:nvContentPartPr>
              <p14:xfrm>
                <a:off x="4287717" y="3445863"/>
                <a:ext cx="237600" cy="181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7E860F3-3083-E2CE-2E32-644452DC66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69717" y="3427863"/>
                  <a:ext cx="2732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DEAA06A-CD4C-1703-3C77-2334AB7AB7DA}"/>
                    </a:ext>
                  </a:extLst>
                </p14:cNvPr>
                <p14:cNvContentPartPr/>
                <p14:nvPr/>
              </p14:nvContentPartPr>
              <p14:xfrm>
                <a:off x="4832397" y="3467103"/>
                <a:ext cx="83880" cy="10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DEAA06A-CD4C-1703-3C77-2334AB7AB7D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14397" y="3449463"/>
                  <a:ext cx="119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DCE945B-84B8-58CA-FCE9-FA5E1C2A6BF8}"/>
                    </a:ext>
                  </a:extLst>
                </p14:cNvPr>
                <p14:cNvContentPartPr/>
                <p14:nvPr/>
              </p14:nvContentPartPr>
              <p14:xfrm>
                <a:off x="4764717" y="3541623"/>
                <a:ext cx="163080" cy="33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DCE945B-84B8-58CA-FCE9-FA5E1C2A6B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47077" y="3523983"/>
                  <a:ext cx="19872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C464DE1-8607-F75B-46DA-1793A5A18284}"/>
                  </a:ext>
                </a:extLst>
              </p14:cNvPr>
              <p14:cNvContentPartPr/>
              <p14:nvPr/>
            </p14:nvContentPartPr>
            <p14:xfrm>
              <a:off x="5221557" y="3327783"/>
              <a:ext cx="288360" cy="2728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C464DE1-8607-F75B-46DA-1793A5A1828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203917" y="3310143"/>
                <a:ext cx="32400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24493A1-9D95-ADD4-4BDC-E027B85C49FC}"/>
              </a:ext>
            </a:extLst>
          </p:cNvPr>
          <p:cNvGrpSpPr/>
          <p:nvPr/>
        </p:nvGrpSpPr>
        <p:grpSpPr>
          <a:xfrm>
            <a:off x="2776797" y="3950583"/>
            <a:ext cx="2467800" cy="664920"/>
            <a:chOff x="2776797" y="3950583"/>
            <a:chExt cx="2467800" cy="66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C99FAED-C252-59A8-152F-E7634602A4FB}"/>
                    </a:ext>
                  </a:extLst>
                </p14:cNvPr>
                <p14:cNvContentPartPr/>
                <p14:nvPr/>
              </p14:nvContentPartPr>
              <p14:xfrm>
                <a:off x="2776797" y="4026543"/>
                <a:ext cx="168840" cy="226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C99FAED-C252-59A8-152F-E7634602A4F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59157" y="4008543"/>
                  <a:ext cx="204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54F0E76-80D7-E3E0-3C6E-D9431A4CDD15}"/>
                    </a:ext>
                  </a:extLst>
                </p14:cNvPr>
                <p14:cNvContentPartPr/>
                <p14:nvPr/>
              </p14:nvContentPartPr>
              <p14:xfrm>
                <a:off x="3030957" y="4122303"/>
                <a:ext cx="220680" cy="131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54F0E76-80D7-E3E0-3C6E-D9431A4CDD1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12957" y="4104663"/>
                  <a:ext cx="256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8B092C3-9F23-19E0-34B6-E387A759E868}"/>
                    </a:ext>
                  </a:extLst>
                </p14:cNvPr>
                <p14:cNvContentPartPr/>
                <p14:nvPr/>
              </p14:nvContentPartPr>
              <p14:xfrm>
                <a:off x="3466917" y="4107903"/>
                <a:ext cx="91800" cy="24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8B092C3-9F23-19E0-34B6-E387A759E8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49277" y="4090263"/>
                  <a:ext cx="127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E77B81-8C3D-12FC-A0C7-6A251CE7AB3F}"/>
                    </a:ext>
                  </a:extLst>
                </p14:cNvPr>
                <p14:cNvContentPartPr/>
                <p14:nvPr/>
              </p14:nvContentPartPr>
              <p14:xfrm>
                <a:off x="3766437" y="3961383"/>
                <a:ext cx="121320" cy="45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E77B81-8C3D-12FC-A0C7-6A251CE7AB3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48797" y="3943383"/>
                  <a:ext cx="156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DB7D64A-B529-BE9F-B9D1-8BDB3F03268C}"/>
                    </a:ext>
                  </a:extLst>
                </p14:cNvPr>
                <p14:cNvContentPartPr/>
                <p14:nvPr/>
              </p14:nvContentPartPr>
              <p14:xfrm>
                <a:off x="3657717" y="3950583"/>
                <a:ext cx="189000" cy="259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DB7D64A-B529-BE9F-B9D1-8BDB3F03268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39717" y="3932583"/>
                  <a:ext cx="2246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1F76DE5-91A6-FF35-F95D-B9C510DBC06E}"/>
                    </a:ext>
                  </a:extLst>
                </p14:cNvPr>
                <p14:cNvContentPartPr/>
                <p14:nvPr/>
              </p14:nvContentPartPr>
              <p14:xfrm>
                <a:off x="3713517" y="4115823"/>
                <a:ext cx="272160" cy="499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1F76DE5-91A6-FF35-F95D-B9C510DBC0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95877" y="4098183"/>
                  <a:ext cx="3078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568B5E-F191-B581-980C-ED4106A56C94}"/>
                    </a:ext>
                  </a:extLst>
                </p14:cNvPr>
                <p14:cNvContentPartPr/>
                <p14:nvPr/>
              </p14:nvContentPartPr>
              <p14:xfrm>
                <a:off x="4110597" y="4147503"/>
                <a:ext cx="162000" cy="63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568B5E-F191-B581-980C-ED4106A56C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92597" y="4129863"/>
                  <a:ext cx="197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7BB381D-5CB2-7B01-D552-C525B1B238B4}"/>
                    </a:ext>
                  </a:extLst>
                </p14:cNvPr>
                <p14:cNvContentPartPr/>
                <p14:nvPr/>
              </p14:nvContentPartPr>
              <p14:xfrm>
                <a:off x="4169997" y="4049583"/>
                <a:ext cx="30600" cy="288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7BB381D-5CB2-7B01-D552-C525B1B238B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51997" y="4031583"/>
                  <a:ext cx="66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9D46FEF-B37C-ED90-A557-9F000CF06CDC}"/>
                    </a:ext>
                  </a:extLst>
                </p14:cNvPr>
                <p14:cNvContentPartPr/>
                <p14:nvPr/>
              </p14:nvContentPartPr>
              <p14:xfrm>
                <a:off x="4446477" y="3975423"/>
                <a:ext cx="118080" cy="324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9D46FEF-B37C-ED90-A557-9F000CF06CD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28837" y="3957783"/>
                  <a:ext cx="1537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12999E3-AC76-0D7F-04C0-288D481D2A19}"/>
                    </a:ext>
                  </a:extLst>
                </p14:cNvPr>
                <p14:cNvContentPartPr/>
                <p14:nvPr/>
              </p14:nvContentPartPr>
              <p14:xfrm>
                <a:off x="4668237" y="4090263"/>
                <a:ext cx="149040" cy="135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12999E3-AC76-0D7F-04C0-288D481D2A1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50597" y="4072623"/>
                  <a:ext cx="184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1B59B22-126F-8192-1C6A-A81787152169}"/>
                    </a:ext>
                  </a:extLst>
                </p14:cNvPr>
                <p14:cNvContentPartPr/>
                <p14:nvPr/>
              </p14:nvContentPartPr>
              <p14:xfrm>
                <a:off x="5063157" y="4096383"/>
                <a:ext cx="137520" cy="13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1B59B22-126F-8192-1C6A-A8178715216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45157" y="4078743"/>
                  <a:ext cx="173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8509F9F-CE5E-413A-763A-CF429CAA877F}"/>
                    </a:ext>
                  </a:extLst>
                </p14:cNvPr>
                <p14:cNvContentPartPr/>
                <p14:nvPr/>
              </p14:nvContentPartPr>
              <p14:xfrm>
                <a:off x="5102397" y="4173423"/>
                <a:ext cx="142200" cy="18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8509F9F-CE5E-413A-763A-CF429CAA877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84397" y="4155423"/>
                  <a:ext cx="1778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5758DA5-3571-CA88-7500-ABAB70EE98F4}"/>
                  </a:ext>
                </a:extLst>
              </p14:cNvPr>
              <p14:cNvContentPartPr/>
              <p14:nvPr/>
            </p14:nvContentPartPr>
            <p14:xfrm>
              <a:off x="5580477" y="3981183"/>
              <a:ext cx="225000" cy="1987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5758DA5-3571-CA88-7500-ABAB70EE98F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562837" y="3963543"/>
                <a:ext cx="26064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DAF3929-3B40-9B8F-58C8-2796FD566FE2}"/>
              </a:ext>
            </a:extLst>
          </p:cNvPr>
          <p:cNvGrpSpPr/>
          <p:nvPr/>
        </p:nvGrpSpPr>
        <p:grpSpPr>
          <a:xfrm>
            <a:off x="2773917" y="4717743"/>
            <a:ext cx="1055880" cy="726480"/>
            <a:chOff x="2773917" y="4717743"/>
            <a:chExt cx="105588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9EDF4F6-560C-365D-7F66-2E09A136B2CB}"/>
                    </a:ext>
                  </a:extLst>
                </p14:cNvPr>
                <p14:cNvContentPartPr/>
                <p14:nvPr/>
              </p14:nvContentPartPr>
              <p14:xfrm>
                <a:off x="2773917" y="4790103"/>
                <a:ext cx="300960" cy="165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9EDF4F6-560C-365D-7F66-2E09A136B2C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56277" y="4772463"/>
                  <a:ext cx="336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B05C565-B3EC-5B9B-DCBB-37ED691418A8}"/>
                    </a:ext>
                  </a:extLst>
                </p14:cNvPr>
                <p14:cNvContentPartPr/>
                <p14:nvPr/>
              </p14:nvContentPartPr>
              <p14:xfrm>
                <a:off x="3174957" y="4800543"/>
                <a:ext cx="15588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B05C565-B3EC-5B9B-DCBB-37ED691418A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57317" y="4782903"/>
                  <a:ext cx="191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FF57FF-3339-5F4A-503B-E0328C1E3BFC}"/>
                    </a:ext>
                  </a:extLst>
                </p14:cNvPr>
                <p14:cNvContentPartPr/>
                <p14:nvPr/>
              </p14:nvContentPartPr>
              <p14:xfrm>
                <a:off x="3230037" y="4717743"/>
                <a:ext cx="63360" cy="243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FF57FF-3339-5F4A-503B-E0328C1E3BF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212397" y="4700103"/>
                  <a:ext cx="99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F05E0E5-02C1-2766-691B-752D5C634423}"/>
                    </a:ext>
                  </a:extLst>
                </p14:cNvPr>
                <p14:cNvContentPartPr/>
                <p14:nvPr/>
              </p14:nvContentPartPr>
              <p14:xfrm>
                <a:off x="3384117" y="4751943"/>
                <a:ext cx="19440" cy="233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F05E0E5-02C1-2766-691B-752D5C63442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66117" y="4733943"/>
                  <a:ext cx="550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BCC2795-D7E0-34C3-A663-CED44FFF3B63}"/>
                    </a:ext>
                  </a:extLst>
                </p14:cNvPr>
                <p14:cNvContentPartPr/>
                <p14:nvPr/>
              </p14:nvContentPartPr>
              <p14:xfrm>
                <a:off x="3502917" y="4755183"/>
                <a:ext cx="109080" cy="26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BCC2795-D7E0-34C3-A663-CED44FFF3B6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85277" y="4737183"/>
                  <a:ext cx="144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D4D3DE8-9A07-9104-189A-19DE674EE835}"/>
                    </a:ext>
                  </a:extLst>
                </p14:cNvPr>
                <p14:cNvContentPartPr/>
                <p14:nvPr/>
              </p14:nvContentPartPr>
              <p14:xfrm>
                <a:off x="3615597" y="4884783"/>
                <a:ext cx="214200" cy="55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D4D3DE8-9A07-9104-189A-19DE674EE8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97597" y="4867143"/>
                  <a:ext cx="249840" cy="59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0336C03-8CE1-75C6-8FC6-9A6F21FDF07D}"/>
              </a:ext>
            </a:extLst>
          </p:cNvPr>
          <p:cNvGrpSpPr/>
          <p:nvPr/>
        </p:nvGrpSpPr>
        <p:grpSpPr>
          <a:xfrm>
            <a:off x="4090797" y="4813503"/>
            <a:ext cx="663840" cy="327960"/>
            <a:chOff x="4090797" y="4813503"/>
            <a:chExt cx="6638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90C67C0-0259-E77A-8347-4DB6D4EAB099}"/>
                    </a:ext>
                  </a:extLst>
                </p14:cNvPr>
                <p14:cNvContentPartPr/>
                <p14:nvPr/>
              </p14:nvContentPartPr>
              <p14:xfrm>
                <a:off x="4090797" y="4923303"/>
                <a:ext cx="165600" cy="70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90C67C0-0259-E77A-8347-4DB6D4EAB09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73157" y="4905663"/>
                  <a:ext cx="201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7BBEB3C-4CDE-4DD4-E0CF-1E69551BB8F8}"/>
                    </a:ext>
                  </a:extLst>
                </p14:cNvPr>
                <p14:cNvContentPartPr/>
                <p14:nvPr/>
              </p14:nvContentPartPr>
              <p14:xfrm>
                <a:off x="4130397" y="4837623"/>
                <a:ext cx="85680" cy="274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7BBEB3C-4CDE-4DD4-E0CF-1E69551BB8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12757" y="4819623"/>
                  <a:ext cx="121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9A0C62-4EFF-C383-91EF-89832C0C2EBC}"/>
                    </a:ext>
                  </a:extLst>
                </p14:cNvPr>
                <p14:cNvContentPartPr/>
                <p14:nvPr/>
              </p14:nvContentPartPr>
              <p14:xfrm>
                <a:off x="4356117" y="4813503"/>
                <a:ext cx="105480" cy="327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9A0C62-4EFF-C383-91EF-89832C0C2EB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38117" y="4795863"/>
                  <a:ext cx="1411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03CB6B3-6A95-B625-A916-2D0C9B24F46E}"/>
                    </a:ext>
                  </a:extLst>
                </p14:cNvPr>
                <p14:cNvContentPartPr/>
                <p14:nvPr/>
              </p14:nvContentPartPr>
              <p14:xfrm>
                <a:off x="4541517" y="4921503"/>
                <a:ext cx="213120" cy="170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03CB6B3-6A95-B625-A916-2D0C9B24F4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23517" y="4903863"/>
                  <a:ext cx="2487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91BEF69-5604-FABC-4A0C-2FC4181269A2}"/>
              </a:ext>
            </a:extLst>
          </p:cNvPr>
          <p:cNvGrpSpPr/>
          <p:nvPr/>
        </p:nvGrpSpPr>
        <p:grpSpPr>
          <a:xfrm>
            <a:off x="5036877" y="4924743"/>
            <a:ext cx="158760" cy="93600"/>
            <a:chOff x="5036877" y="4924743"/>
            <a:chExt cx="15876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6E68D06-7BB6-6723-E9FC-24A1D2688A8D}"/>
                    </a:ext>
                  </a:extLst>
                </p14:cNvPr>
                <p14:cNvContentPartPr/>
                <p14:nvPr/>
              </p14:nvContentPartPr>
              <p14:xfrm>
                <a:off x="5036877" y="4924743"/>
                <a:ext cx="117000" cy="11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E68D06-7BB6-6723-E9FC-24A1D2688A8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18877" y="4906743"/>
                  <a:ext cx="152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9D224E-FD34-D7CB-A14C-7E9CA598E98B}"/>
                    </a:ext>
                  </a:extLst>
                </p14:cNvPr>
                <p14:cNvContentPartPr/>
                <p14:nvPr/>
              </p14:nvContentPartPr>
              <p14:xfrm>
                <a:off x="5058117" y="4988823"/>
                <a:ext cx="137520" cy="29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9D224E-FD34-D7CB-A14C-7E9CA598E9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40477" y="4970823"/>
                  <a:ext cx="1731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0D3D578-FF68-110C-0877-06F273164B3A}"/>
                  </a:ext>
                </a:extLst>
              </p14:cNvPr>
              <p14:cNvContentPartPr/>
              <p14:nvPr/>
            </p14:nvContentPartPr>
            <p14:xfrm>
              <a:off x="5502717" y="4805223"/>
              <a:ext cx="253800" cy="2278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0D3D578-FF68-110C-0877-06F273164B3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484717" y="4787223"/>
                <a:ext cx="2894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061082AA-0970-A348-0D39-1EB875EE8389}"/>
                  </a:ext>
                </a:extLst>
              </p14:cNvPr>
              <p14:cNvContentPartPr/>
              <p14:nvPr/>
            </p14:nvContentPartPr>
            <p14:xfrm>
              <a:off x="6939117" y="6759663"/>
              <a:ext cx="15120" cy="7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061082AA-0970-A348-0D39-1EB875EE838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921477" y="6742023"/>
                <a:ext cx="507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5E8BBE9-E847-B25F-7F85-EB3334DE8F02}"/>
                  </a:ext>
                </a:extLst>
              </p14:cNvPr>
              <p14:cNvContentPartPr/>
              <p14:nvPr/>
            </p14:nvContentPartPr>
            <p14:xfrm>
              <a:off x="6315237" y="5519103"/>
              <a:ext cx="15120" cy="212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5E8BBE9-E847-B25F-7F85-EB3334DE8F0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297237" y="5501103"/>
                <a:ext cx="507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D95B056-8357-F8A0-4CF3-048E7EDFE93C}"/>
              </a:ext>
            </a:extLst>
          </p:cNvPr>
          <p:cNvGrpSpPr/>
          <p:nvPr/>
        </p:nvGrpSpPr>
        <p:grpSpPr>
          <a:xfrm>
            <a:off x="3121806" y="504022"/>
            <a:ext cx="147960" cy="186840"/>
            <a:chOff x="3121806" y="504022"/>
            <a:chExt cx="14796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24C13F-1B71-0F30-289B-E14429A68C60}"/>
                    </a:ext>
                  </a:extLst>
                </p14:cNvPr>
                <p14:cNvContentPartPr/>
                <p14:nvPr/>
              </p14:nvContentPartPr>
              <p14:xfrm>
                <a:off x="3121806" y="504022"/>
                <a:ext cx="55440" cy="18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24C13F-1B71-0F30-289B-E14429A68C6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103806" y="486022"/>
                  <a:ext cx="91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577562-1CD0-21C9-6495-2EF8182DB81B}"/>
                    </a:ext>
                  </a:extLst>
                </p14:cNvPr>
                <p14:cNvContentPartPr/>
                <p14:nvPr/>
              </p14:nvContentPartPr>
              <p14:xfrm>
                <a:off x="3162486" y="559102"/>
                <a:ext cx="107280" cy="10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577562-1CD0-21C9-6495-2EF8182DB81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44486" y="541102"/>
                  <a:ext cx="1429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11322E3-63F0-5205-0C37-50957BD72D58}"/>
              </a:ext>
            </a:extLst>
          </p:cNvPr>
          <p:cNvGrpSpPr/>
          <p:nvPr/>
        </p:nvGrpSpPr>
        <p:grpSpPr>
          <a:xfrm>
            <a:off x="3113886" y="22"/>
            <a:ext cx="1070280" cy="316440"/>
            <a:chOff x="3113886" y="22"/>
            <a:chExt cx="107028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F68185-51FB-4178-508D-6F8BF6903DFA}"/>
                    </a:ext>
                  </a:extLst>
                </p14:cNvPr>
                <p14:cNvContentPartPr/>
                <p14:nvPr/>
              </p14:nvContentPartPr>
              <p14:xfrm>
                <a:off x="3113886" y="148342"/>
                <a:ext cx="44640" cy="133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F68185-51FB-4178-508D-6F8BF6903DF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95886" y="130702"/>
                  <a:ext cx="8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6EE682-70B7-E686-DD2A-02BCD006DB09}"/>
                    </a:ext>
                  </a:extLst>
                </p14:cNvPr>
                <p14:cNvContentPartPr/>
                <p14:nvPr/>
              </p14:nvContentPartPr>
              <p14:xfrm>
                <a:off x="3150966" y="53662"/>
                <a:ext cx="6840" cy="1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6EE682-70B7-E686-DD2A-02BCD006DB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132966" y="35662"/>
                  <a:ext cx="42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57CED12-FA29-D53B-430C-E927F4749A07}"/>
                    </a:ext>
                  </a:extLst>
                </p14:cNvPr>
                <p14:cNvContentPartPr/>
                <p14:nvPr/>
              </p14:nvContentPartPr>
              <p14:xfrm>
                <a:off x="3204966" y="141142"/>
                <a:ext cx="104400" cy="104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57CED12-FA29-D53B-430C-E927F4749A0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186966" y="123142"/>
                  <a:ext cx="140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EDBEC26-F983-370C-778F-142F1D753DC6}"/>
                    </a:ext>
                  </a:extLst>
                </p14:cNvPr>
                <p14:cNvContentPartPr/>
                <p14:nvPr/>
              </p14:nvContentPartPr>
              <p14:xfrm>
                <a:off x="3358326" y="22"/>
                <a:ext cx="98640" cy="316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EDBEC26-F983-370C-778F-142F1D753D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340686" y="-17618"/>
                  <a:ext cx="1342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58433DE-B8D2-346A-0A96-BEFC99A2906C}"/>
                    </a:ext>
                  </a:extLst>
                </p14:cNvPr>
                <p14:cNvContentPartPr/>
                <p14:nvPr/>
              </p14:nvContentPartPr>
              <p14:xfrm>
                <a:off x="3325206" y="107971"/>
                <a:ext cx="213480" cy="106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58433DE-B8D2-346A-0A96-BEFC99A2906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07566" y="89971"/>
                  <a:ext cx="24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FFCEB25-124E-3FE9-8A50-DB8EE2F18942}"/>
                    </a:ext>
                  </a:extLst>
                </p14:cNvPr>
                <p14:cNvContentPartPr/>
                <p14:nvPr/>
              </p14:nvContentPartPr>
              <p14:xfrm>
                <a:off x="3534366" y="11491"/>
                <a:ext cx="18720" cy="33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FFCEB25-124E-3FE9-8A50-DB8EE2F1894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16726" y="-6509"/>
                  <a:ext cx="54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F299760-453E-243D-D5B6-90F6A350B6E7}"/>
                    </a:ext>
                  </a:extLst>
                </p14:cNvPr>
                <p14:cNvContentPartPr/>
                <p14:nvPr/>
              </p14:nvContentPartPr>
              <p14:xfrm>
                <a:off x="3582246" y="132091"/>
                <a:ext cx="273240" cy="102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F299760-453E-243D-D5B6-90F6A350B6E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64606" y="114091"/>
                  <a:ext cx="308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2D82263-0B1A-D3AD-106C-DFDC202DF4F9}"/>
                    </a:ext>
                  </a:extLst>
                </p14:cNvPr>
                <p14:cNvContentPartPr/>
                <p14:nvPr/>
              </p14:nvContentPartPr>
              <p14:xfrm>
                <a:off x="3835686" y="26971"/>
                <a:ext cx="37080" cy="17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2D82263-0B1A-D3AD-106C-DFDC202DF4F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817686" y="8971"/>
                  <a:ext cx="7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0E1F0DC-EE04-827A-F979-06EFE4913B3B}"/>
                    </a:ext>
                  </a:extLst>
                </p14:cNvPr>
                <p14:cNvContentPartPr/>
                <p14:nvPr/>
              </p14:nvContentPartPr>
              <p14:xfrm>
                <a:off x="3932886" y="33811"/>
                <a:ext cx="251280" cy="230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0E1F0DC-EE04-827A-F979-06EFE4913B3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14886" y="16171"/>
                  <a:ext cx="286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98CB2F7-90F9-F8F3-91F8-BDDFAF7F071C}"/>
                    </a:ext>
                  </a:extLst>
                </p14:cNvPr>
                <p14:cNvContentPartPr/>
                <p14:nvPr/>
              </p14:nvContentPartPr>
              <p14:xfrm>
                <a:off x="3871326" y="63691"/>
                <a:ext cx="187920" cy="62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98CB2F7-90F9-F8F3-91F8-BDDFAF7F071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853326" y="46051"/>
                  <a:ext cx="22356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196AEF1-2276-A250-04FA-EDBD1446D654}"/>
              </a:ext>
            </a:extLst>
          </p:cNvPr>
          <p:cNvGrpSpPr/>
          <p:nvPr/>
        </p:nvGrpSpPr>
        <p:grpSpPr>
          <a:xfrm>
            <a:off x="7825926" y="2830291"/>
            <a:ext cx="174600" cy="330480"/>
            <a:chOff x="7825926" y="2830291"/>
            <a:chExt cx="17460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DA6B1E7-32D9-D78E-1AE7-BB5B7C2C8589}"/>
                    </a:ext>
                  </a:extLst>
                </p14:cNvPr>
                <p14:cNvContentPartPr/>
                <p14:nvPr/>
              </p14:nvContentPartPr>
              <p14:xfrm>
                <a:off x="7825926" y="2917771"/>
                <a:ext cx="35640" cy="243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DA6B1E7-32D9-D78E-1AE7-BB5B7C2C858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07926" y="2899771"/>
                  <a:ext cx="71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4D954CC-BEBD-0058-2776-D1C715D5758A}"/>
                    </a:ext>
                  </a:extLst>
                </p14:cNvPr>
                <p14:cNvContentPartPr/>
                <p14:nvPr/>
              </p14:nvContentPartPr>
              <p14:xfrm>
                <a:off x="7864806" y="2830291"/>
                <a:ext cx="135720" cy="304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4D954CC-BEBD-0058-2776-D1C715D5758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847166" y="2812651"/>
                  <a:ext cx="1713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C68A6A3-1992-78A3-5EEB-1BBA6388831B}"/>
                    </a:ext>
                  </a:extLst>
                </p14:cNvPr>
                <p14:cNvContentPartPr/>
                <p14:nvPr/>
              </p14:nvContentPartPr>
              <p14:xfrm>
                <a:off x="7856526" y="2987971"/>
                <a:ext cx="135360" cy="30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C68A6A3-1992-78A3-5EEB-1BBA6388831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38886" y="2969971"/>
                  <a:ext cx="171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DCD5100-6391-54AB-E274-96472E73E5F2}"/>
              </a:ext>
            </a:extLst>
          </p:cNvPr>
          <p:cNvGrpSpPr/>
          <p:nvPr/>
        </p:nvGrpSpPr>
        <p:grpSpPr>
          <a:xfrm>
            <a:off x="8217246" y="2900131"/>
            <a:ext cx="159840" cy="213840"/>
            <a:chOff x="8217246" y="2900131"/>
            <a:chExt cx="15984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79FA367-CD0E-82E0-1DB4-13C303431DCF}"/>
                    </a:ext>
                  </a:extLst>
                </p14:cNvPr>
                <p14:cNvContentPartPr/>
                <p14:nvPr/>
              </p14:nvContentPartPr>
              <p14:xfrm>
                <a:off x="8217246" y="2904091"/>
                <a:ext cx="159840" cy="197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79FA367-CD0E-82E0-1DB4-13C303431DC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99246" y="2886091"/>
                  <a:ext cx="195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402C6E8-CCBF-D815-B35A-D250F2C85A7B}"/>
                    </a:ext>
                  </a:extLst>
                </p14:cNvPr>
                <p14:cNvContentPartPr/>
                <p14:nvPr/>
              </p14:nvContentPartPr>
              <p14:xfrm>
                <a:off x="8246406" y="2900131"/>
                <a:ext cx="121680" cy="213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402C6E8-CCBF-D815-B35A-D250F2C85A7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228406" y="2882491"/>
                  <a:ext cx="1573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64D7A35-4AB5-490B-D55E-76FCD50B3517}"/>
              </a:ext>
            </a:extLst>
          </p:cNvPr>
          <p:cNvGrpSpPr/>
          <p:nvPr/>
        </p:nvGrpSpPr>
        <p:grpSpPr>
          <a:xfrm>
            <a:off x="8803686" y="2935411"/>
            <a:ext cx="169200" cy="134280"/>
            <a:chOff x="8803686" y="2935411"/>
            <a:chExt cx="16920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633F8F1-C0F9-552D-E6B5-7577D723467C}"/>
                    </a:ext>
                  </a:extLst>
                </p14:cNvPr>
                <p14:cNvContentPartPr/>
                <p14:nvPr/>
              </p14:nvContentPartPr>
              <p14:xfrm>
                <a:off x="8841126" y="2935411"/>
                <a:ext cx="75960" cy="13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633F8F1-C0F9-552D-E6B5-7577D723467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23486" y="2917411"/>
                  <a:ext cx="111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EA5C58C-7FAA-6640-C3AE-02CB15F4615C}"/>
                    </a:ext>
                  </a:extLst>
                </p14:cNvPr>
                <p14:cNvContentPartPr/>
                <p14:nvPr/>
              </p14:nvContentPartPr>
              <p14:xfrm>
                <a:off x="8803686" y="3032971"/>
                <a:ext cx="169200" cy="36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EA5C58C-7FAA-6640-C3AE-02CB15F4615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786046" y="3015331"/>
                  <a:ext cx="20484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90E5572-5731-CCFE-04A7-82E258FCB0F9}"/>
                  </a:ext>
                </a:extLst>
              </p14:cNvPr>
              <p14:cNvContentPartPr/>
              <p14:nvPr/>
            </p14:nvContentPartPr>
            <p14:xfrm>
              <a:off x="9366726" y="2770171"/>
              <a:ext cx="288360" cy="2786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90E5572-5731-CCFE-04A7-82E258FCB0F9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349086" y="2752171"/>
                <a:ext cx="32400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E731D0F0-932B-4844-0B8F-DC8A3833E5FF}"/>
                  </a:ext>
                </a:extLst>
              </p14:cNvPr>
              <p14:cNvContentPartPr/>
              <p14:nvPr/>
            </p14:nvContentPartPr>
            <p14:xfrm>
              <a:off x="8212926" y="5046451"/>
              <a:ext cx="10800" cy="1411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E731D0F0-932B-4844-0B8F-DC8A3833E5FF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194926" y="5028451"/>
                <a:ext cx="464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66270C5-4BBB-7795-F7E5-5E61480DEA8E}"/>
              </a:ext>
            </a:extLst>
          </p:cNvPr>
          <p:cNvGrpSpPr/>
          <p:nvPr/>
        </p:nvGrpSpPr>
        <p:grpSpPr>
          <a:xfrm>
            <a:off x="7463046" y="3538411"/>
            <a:ext cx="1043640" cy="1862280"/>
            <a:chOff x="7463046" y="3538411"/>
            <a:chExt cx="1043640" cy="18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F62306-25BC-0EEF-0965-90DE546A2481}"/>
                    </a:ext>
                  </a:extLst>
                </p14:cNvPr>
                <p14:cNvContentPartPr/>
                <p14:nvPr/>
              </p14:nvContentPartPr>
              <p14:xfrm>
                <a:off x="7463046" y="3538411"/>
                <a:ext cx="337680" cy="1862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F62306-25BC-0EEF-0965-90DE546A248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445406" y="3520771"/>
                  <a:ext cx="373320" cy="18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4A470CF-3EC7-FE74-9542-438F935B99D1}"/>
                    </a:ext>
                  </a:extLst>
                </p14:cNvPr>
                <p14:cNvContentPartPr/>
                <p14:nvPr/>
              </p14:nvContentPartPr>
              <p14:xfrm>
                <a:off x="7923846" y="3714451"/>
                <a:ext cx="11880" cy="2178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4A470CF-3EC7-FE74-9542-438F935B99D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905846" y="3696811"/>
                  <a:ext cx="47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5381427-2D1E-4D78-D911-55FE4755EDE0}"/>
                    </a:ext>
                  </a:extLst>
                </p14:cNvPr>
                <p14:cNvContentPartPr/>
                <p14:nvPr/>
              </p14:nvContentPartPr>
              <p14:xfrm>
                <a:off x="8257566" y="3733171"/>
                <a:ext cx="23760" cy="165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5381427-2D1E-4D78-D911-55FE4755ED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239926" y="3715531"/>
                  <a:ext cx="59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26EA823-F5D1-9CB1-2128-5896D105CE57}"/>
                    </a:ext>
                  </a:extLst>
                </p14:cNvPr>
                <p14:cNvContentPartPr/>
                <p14:nvPr/>
              </p14:nvContentPartPr>
              <p14:xfrm>
                <a:off x="7834926" y="4152571"/>
                <a:ext cx="226440" cy="214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26EA823-F5D1-9CB1-2128-5896D105CE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816926" y="4134571"/>
                  <a:ext cx="262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29D8C58-871C-94F9-72AA-DB945C1013A2}"/>
                    </a:ext>
                  </a:extLst>
                </p14:cNvPr>
                <p14:cNvContentPartPr/>
                <p14:nvPr/>
              </p14:nvContentPartPr>
              <p14:xfrm>
                <a:off x="8178366" y="4255891"/>
                <a:ext cx="99360" cy="22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29D8C58-871C-94F9-72AA-DB945C1013A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160726" y="4238251"/>
                  <a:ext cx="135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B922CA2-5E77-2A8E-1A7F-77C2516207D9}"/>
                    </a:ext>
                  </a:extLst>
                </p14:cNvPr>
                <p14:cNvContentPartPr/>
                <p14:nvPr/>
              </p14:nvContentPartPr>
              <p14:xfrm>
                <a:off x="8338566" y="4139611"/>
                <a:ext cx="10440" cy="205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B922CA2-5E77-2A8E-1A7F-77C2516207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20926" y="4121611"/>
                  <a:ext cx="46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D01DB1A-73DC-1F97-191C-82700A8EFA6E}"/>
                    </a:ext>
                  </a:extLst>
                </p14:cNvPr>
                <p14:cNvContentPartPr/>
                <p14:nvPr/>
              </p14:nvContentPartPr>
              <p14:xfrm>
                <a:off x="7828806" y="4551091"/>
                <a:ext cx="117720" cy="191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D01DB1A-73DC-1F97-191C-82700A8EFA6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810806" y="4533451"/>
                  <a:ext cx="153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7B06D8A-E91C-D102-DF47-106F2CFC05C5}"/>
                    </a:ext>
                  </a:extLst>
                </p14:cNvPr>
                <p14:cNvContentPartPr/>
                <p14:nvPr/>
              </p14:nvContentPartPr>
              <p14:xfrm>
                <a:off x="8246406" y="4627411"/>
                <a:ext cx="110520" cy="22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7B06D8A-E91C-D102-DF47-106F2CFC05C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228766" y="4609771"/>
                  <a:ext cx="146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6F3AD88-910A-66F5-FE7A-DD8DED71E2FE}"/>
                    </a:ext>
                  </a:extLst>
                </p14:cNvPr>
                <p14:cNvContentPartPr/>
                <p14:nvPr/>
              </p14:nvContentPartPr>
              <p14:xfrm>
                <a:off x="8449446" y="4544971"/>
                <a:ext cx="57240" cy="21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6F3AD88-910A-66F5-FE7A-DD8DED71E2F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431806" y="4526971"/>
                  <a:ext cx="92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F0A755C-5543-B0CA-F297-7F9D0ECE445E}"/>
                    </a:ext>
                  </a:extLst>
                </p14:cNvPr>
                <p14:cNvContentPartPr/>
                <p14:nvPr/>
              </p14:nvContentPartPr>
              <p14:xfrm>
                <a:off x="8370966" y="4553251"/>
                <a:ext cx="106920" cy="213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F0A755C-5543-B0CA-F297-7F9D0ECE445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352966" y="4535611"/>
                  <a:ext cx="142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11E7755-B93E-D4CC-1A2F-F8F6941CE298}"/>
                    </a:ext>
                  </a:extLst>
                </p14:cNvPr>
                <p14:cNvContentPartPr/>
                <p14:nvPr/>
              </p14:nvContentPartPr>
              <p14:xfrm>
                <a:off x="7809366" y="5081371"/>
                <a:ext cx="9360" cy="204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11E7755-B93E-D4CC-1A2F-F8F6941CE29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91366" y="5063371"/>
                  <a:ext cx="45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AC45D1F-D018-64E9-B72D-026CD6E7D8C8}"/>
                    </a:ext>
                  </a:extLst>
                </p14:cNvPr>
                <p14:cNvContentPartPr/>
                <p14:nvPr/>
              </p14:nvContentPartPr>
              <p14:xfrm>
                <a:off x="8288166" y="4999291"/>
                <a:ext cx="111960" cy="232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AC45D1F-D018-64E9-B72D-026CD6E7D8C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70526" y="4981291"/>
                  <a:ext cx="1476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ECE640F-116F-343F-CB43-236160DACF22}"/>
              </a:ext>
            </a:extLst>
          </p:cNvPr>
          <p:cNvGrpSpPr/>
          <p:nvPr/>
        </p:nvGrpSpPr>
        <p:grpSpPr>
          <a:xfrm>
            <a:off x="8716566" y="3533011"/>
            <a:ext cx="542520" cy="1823040"/>
            <a:chOff x="8716566" y="3533011"/>
            <a:chExt cx="542520" cy="182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43D6380-218A-0A83-83F0-10A71893BB2D}"/>
                    </a:ext>
                  </a:extLst>
                </p14:cNvPr>
                <p14:cNvContentPartPr/>
                <p14:nvPr/>
              </p14:nvContentPartPr>
              <p14:xfrm>
                <a:off x="8872446" y="3672691"/>
                <a:ext cx="14040" cy="236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43D6380-218A-0A83-83F0-10A71893BB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854806" y="3654691"/>
                  <a:ext cx="49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514C3CA-297F-BAA5-5A94-F97D465CB67F}"/>
                    </a:ext>
                  </a:extLst>
                </p14:cNvPr>
                <p14:cNvContentPartPr/>
                <p14:nvPr/>
              </p14:nvContentPartPr>
              <p14:xfrm>
                <a:off x="8716566" y="4211251"/>
                <a:ext cx="101880" cy="18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514C3CA-297F-BAA5-5A94-F97D465CB67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98566" y="4193611"/>
                  <a:ext cx="137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76DDF6F-AF17-CE29-7845-372EA09CD3C3}"/>
                    </a:ext>
                  </a:extLst>
                </p14:cNvPr>
                <p14:cNvContentPartPr/>
                <p14:nvPr/>
              </p14:nvContentPartPr>
              <p14:xfrm>
                <a:off x="8895126" y="4075891"/>
                <a:ext cx="167760" cy="271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76DDF6F-AF17-CE29-7845-372EA09CD3C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77486" y="4058251"/>
                  <a:ext cx="203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88BB587-DFEE-11E0-6774-FD46259D04D4}"/>
                    </a:ext>
                  </a:extLst>
                </p14:cNvPr>
                <p14:cNvContentPartPr/>
                <p14:nvPr/>
              </p14:nvContentPartPr>
              <p14:xfrm>
                <a:off x="8869206" y="4485931"/>
                <a:ext cx="125280" cy="332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88BB587-DFEE-11E0-6774-FD46259D04D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51566" y="4468291"/>
                  <a:ext cx="160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6885372-CE34-3CC4-8F8A-1B7203A15C33}"/>
                    </a:ext>
                  </a:extLst>
                </p14:cNvPr>
                <p14:cNvContentPartPr/>
                <p14:nvPr/>
              </p14:nvContentPartPr>
              <p14:xfrm>
                <a:off x="8877486" y="4975531"/>
                <a:ext cx="131400" cy="276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6885372-CE34-3CC4-8F8A-1B7203A15C3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59486" y="4957531"/>
                  <a:ext cx="167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B22B6A1-421E-FCC2-172A-9C2F05957C59}"/>
                    </a:ext>
                  </a:extLst>
                </p14:cNvPr>
                <p14:cNvContentPartPr/>
                <p14:nvPr/>
              </p14:nvContentPartPr>
              <p14:xfrm>
                <a:off x="8954526" y="3533011"/>
                <a:ext cx="304560" cy="1823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B22B6A1-421E-FCC2-172A-9C2F05957C5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36886" y="3515011"/>
                  <a:ext cx="340200" cy="18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B080069-F558-E443-8BA8-9B9FA51C1E09}"/>
              </a:ext>
            </a:extLst>
          </p:cNvPr>
          <p:cNvGrpSpPr/>
          <p:nvPr/>
        </p:nvGrpSpPr>
        <p:grpSpPr>
          <a:xfrm>
            <a:off x="9474006" y="3423931"/>
            <a:ext cx="718560" cy="1914480"/>
            <a:chOff x="9474006" y="3423931"/>
            <a:chExt cx="718560" cy="19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80468D5-8AFD-FFC8-2409-1273E2F29F2E}"/>
                    </a:ext>
                  </a:extLst>
                </p14:cNvPr>
                <p14:cNvContentPartPr/>
                <p14:nvPr/>
              </p14:nvContentPartPr>
              <p14:xfrm>
                <a:off x="9474006" y="3521131"/>
                <a:ext cx="290520" cy="18172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80468D5-8AFD-FFC8-2409-1273E2F29F2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456006" y="3503491"/>
                  <a:ext cx="326160" cy="18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E5A67BA-D970-273A-9545-6E96627E31C8}"/>
                    </a:ext>
                  </a:extLst>
                </p14:cNvPr>
                <p14:cNvContentPartPr/>
                <p14:nvPr/>
              </p14:nvContentPartPr>
              <p14:xfrm>
                <a:off x="9651126" y="3772411"/>
                <a:ext cx="223200" cy="1915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E5A67BA-D970-273A-9545-6E96627E31C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33126" y="3754771"/>
                  <a:ext cx="258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DED59A0-EF6F-46D5-3CDE-963C0D29823E}"/>
                    </a:ext>
                  </a:extLst>
                </p14:cNvPr>
                <p14:cNvContentPartPr/>
                <p14:nvPr/>
              </p14:nvContentPartPr>
              <p14:xfrm>
                <a:off x="9669126" y="4330771"/>
                <a:ext cx="180360" cy="281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DED59A0-EF6F-46D5-3CDE-963C0D29823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651126" y="4312771"/>
                  <a:ext cx="2160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7A16D56-8F24-AD1D-10F0-0A6EAAF405C4}"/>
                    </a:ext>
                  </a:extLst>
                </p14:cNvPr>
                <p14:cNvContentPartPr/>
                <p14:nvPr/>
              </p14:nvContentPartPr>
              <p14:xfrm>
                <a:off x="9746886" y="4846651"/>
                <a:ext cx="264240" cy="144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7A16D56-8F24-AD1D-10F0-0A6EAAF405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729246" y="4828651"/>
                  <a:ext cx="299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AAA9F29-4CFD-8B16-6164-0B7631BC61CB}"/>
                    </a:ext>
                  </a:extLst>
                </p14:cNvPr>
                <p14:cNvContentPartPr/>
                <p14:nvPr/>
              </p14:nvContentPartPr>
              <p14:xfrm>
                <a:off x="9842286" y="3423931"/>
                <a:ext cx="350280" cy="1905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AAA9F29-4CFD-8B16-6164-0B7631BC61C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24286" y="3406291"/>
                  <a:ext cx="385920" cy="19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3875A0B-1FC9-D24E-37F0-432717E9188E}"/>
              </a:ext>
            </a:extLst>
          </p:cNvPr>
          <p:cNvGrpSpPr/>
          <p:nvPr/>
        </p:nvGrpSpPr>
        <p:grpSpPr>
          <a:xfrm>
            <a:off x="10584606" y="3238891"/>
            <a:ext cx="1141200" cy="2148480"/>
            <a:chOff x="10584606" y="3238891"/>
            <a:chExt cx="1141200" cy="21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28B3147-B518-3BA9-B069-1B9F6A764211}"/>
                    </a:ext>
                  </a:extLst>
                </p14:cNvPr>
                <p14:cNvContentPartPr/>
                <p14:nvPr/>
              </p14:nvContentPartPr>
              <p14:xfrm>
                <a:off x="10595766" y="4425811"/>
                <a:ext cx="58680" cy="8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28B3147-B518-3BA9-B069-1B9F6A76421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578126" y="4408171"/>
                  <a:ext cx="94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560CB6E-3BD2-05B5-3473-E1309D235F7E}"/>
                    </a:ext>
                  </a:extLst>
                </p14:cNvPr>
                <p14:cNvContentPartPr/>
                <p14:nvPr/>
              </p14:nvContentPartPr>
              <p14:xfrm>
                <a:off x="10584606" y="4526251"/>
                <a:ext cx="118440" cy="33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560CB6E-3BD2-05B5-3473-E1309D235F7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566606" y="4508251"/>
                  <a:ext cx="154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A6B766B-C58E-7EE2-149D-EE5359781799}"/>
                    </a:ext>
                  </a:extLst>
                </p14:cNvPr>
                <p14:cNvContentPartPr/>
                <p14:nvPr/>
              </p14:nvContentPartPr>
              <p14:xfrm>
                <a:off x="10865046" y="3449491"/>
                <a:ext cx="226080" cy="1773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A6B766B-C58E-7EE2-149D-EE535978179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847406" y="3431491"/>
                  <a:ext cx="261720" cy="18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2B5054A-3F5E-F244-F157-8048CCF13C2D}"/>
                    </a:ext>
                  </a:extLst>
                </p14:cNvPr>
                <p14:cNvContentPartPr/>
                <p14:nvPr/>
              </p14:nvContentPartPr>
              <p14:xfrm>
                <a:off x="11194806" y="3714091"/>
                <a:ext cx="180720" cy="217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2B5054A-3F5E-F244-F157-8048CCF13C2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177166" y="3696091"/>
                  <a:ext cx="216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912F436-1DE2-AE20-4EBF-48DDB5873A35}"/>
                    </a:ext>
                  </a:extLst>
                </p14:cNvPr>
                <p14:cNvContentPartPr/>
                <p14:nvPr/>
              </p14:nvContentPartPr>
              <p14:xfrm>
                <a:off x="11140446" y="4282531"/>
                <a:ext cx="180720" cy="196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912F436-1DE2-AE20-4EBF-48DDB5873A3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122446" y="4264891"/>
                  <a:ext cx="216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450304A-2B31-11A8-6D81-F8143DD08899}"/>
                    </a:ext>
                  </a:extLst>
                </p14:cNvPr>
                <p14:cNvContentPartPr/>
                <p14:nvPr/>
              </p14:nvContentPartPr>
              <p14:xfrm>
                <a:off x="11176806" y="4626331"/>
                <a:ext cx="140760" cy="158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450304A-2B31-11A8-6D81-F8143DD0889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159166" y="4608331"/>
                  <a:ext cx="176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D6BA389-EC84-8AF7-F7AE-721C63F256FE}"/>
                    </a:ext>
                  </a:extLst>
                </p14:cNvPr>
                <p14:cNvContentPartPr/>
                <p14:nvPr/>
              </p14:nvContentPartPr>
              <p14:xfrm>
                <a:off x="11105886" y="4951411"/>
                <a:ext cx="156600" cy="1580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D6BA389-EC84-8AF7-F7AE-721C63F256F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087886" y="4933771"/>
                  <a:ext cx="192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5928B25-2669-8B57-2B90-6247B7BE5DDB}"/>
                    </a:ext>
                  </a:extLst>
                </p14:cNvPr>
                <p14:cNvContentPartPr/>
                <p14:nvPr/>
              </p14:nvContentPartPr>
              <p14:xfrm>
                <a:off x="11251686" y="3238891"/>
                <a:ext cx="474120" cy="2148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5928B25-2669-8B57-2B90-6247B7BE5DD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234046" y="3221251"/>
                  <a:ext cx="509760" cy="218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65D5E6ED-9F3F-36F4-ECB2-768ACCEBEC71}"/>
                  </a:ext>
                </a:extLst>
              </p14:cNvPr>
              <p14:cNvContentPartPr/>
              <p14:nvPr/>
            </p14:nvContentPartPr>
            <p14:xfrm>
              <a:off x="5183526" y="4859971"/>
              <a:ext cx="126000" cy="2390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65D5E6ED-9F3F-36F4-ECB2-768ACCEBEC71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5165886" y="4842331"/>
                <a:ext cx="16164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 280">
            <a:extLst>
              <a:ext uri="{FF2B5EF4-FFF2-40B4-BE49-F238E27FC236}">
                <a16:creationId xmlns:a16="http://schemas.microsoft.com/office/drawing/2014/main" id="{B137905A-794A-9BAB-34DE-AA9139A33DE4}"/>
              </a:ext>
            </a:extLst>
          </p:cNvPr>
          <p:cNvGrpSpPr/>
          <p:nvPr/>
        </p:nvGrpSpPr>
        <p:grpSpPr>
          <a:xfrm>
            <a:off x="1357086" y="5588611"/>
            <a:ext cx="1462320" cy="937440"/>
            <a:chOff x="1357086" y="5588611"/>
            <a:chExt cx="1462320" cy="93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E314777-4ADD-DCD7-F362-AF075471083F}"/>
                    </a:ext>
                  </a:extLst>
                </p14:cNvPr>
                <p14:cNvContentPartPr/>
                <p14:nvPr/>
              </p14:nvContentPartPr>
              <p14:xfrm>
                <a:off x="1357086" y="5588611"/>
                <a:ext cx="200160" cy="8658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E314777-4ADD-DCD7-F362-AF075471083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339446" y="5570611"/>
                  <a:ext cx="23580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58FC387-C080-CDAC-CA2E-48295EAFB9BC}"/>
                    </a:ext>
                  </a:extLst>
                </p14:cNvPr>
                <p14:cNvContentPartPr/>
                <p14:nvPr/>
              </p14:nvContentPartPr>
              <p14:xfrm>
                <a:off x="1741566" y="5896051"/>
                <a:ext cx="201960" cy="416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58FC387-C080-CDAC-CA2E-48295EAFB9B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723926" y="5878051"/>
                  <a:ext cx="237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E30F6C-7B7D-EC8D-01AB-F8660870E603}"/>
                    </a:ext>
                  </a:extLst>
                </p14:cNvPr>
                <p14:cNvContentPartPr/>
                <p14:nvPr/>
              </p14:nvContentPartPr>
              <p14:xfrm>
                <a:off x="1798086" y="6095131"/>
                <a:ext cx="119160" cy="406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E30F6C-7B7D-EC8D-01AB-F8660870E60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780086" y="6077491"/>
                  <a:ext cx="154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2061BAF-B4F0-A5B5-1E51-77170CFFE210}"/>
                    </a:ext>
                  </a:extLst>
                </p14:cNvPr>
                <p14:cNvContentPartPr/>
                <p14:nvPr/>
              </p14:nvContentPartPr>
              <p14:xfrm>
                <a:off x="2208126" y="5987491"/>
                <a:ext cx="9720" cy="28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2061BAF-B4F0-A5B5-1E51-77170CFFE21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190126" y="5969851"/>
                  <a:ext cx="45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0CB4E5-E911-91CC-E430-A386EBFA7F3F}"/>
                    </a:ext>
                  </a:extLst>
                </p14:cNvPr>
                <p14:cNvContentPartPr/>
                <p14:nvPr/>
              </p14:nvContentPartPr>
              <p14:xfrm>
                <a:off x="2198406" y="6206731"/>
                <a:ext cx="5400" cy="29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0CB4E5-E911-91CC-E430-A386EBFA7F3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180766" y="6188731"/>
                  <a:ext cx="41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AD53282-DB4E-A557-89B7-11AF5DE6B17B}"/>
                    </a:ext>
                  </a:extLst>
                </p14:cNvPr>
                <p14:cNvContentPartPr/>
                <p14:nvPr/>
              </p14:nvContentPartPr>
              <p14:xfrm>
                <a:off x="2433126" y="5988211"/>
                <a:ext cx="14760" cy="3074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AD53282-DB4E-A557-89B7-11AF5DE6B1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15486" y="5970571"/>
                  <a:ext cx="504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489E62E-5312-0D6F-6E72-ECC17F82C008}"/>
                    </a:ext>
                  </a:extLst>
                </p14:cNvPr>
                <p14:cNvContentPartPr/>
                <p14:nvPr/>
              </p14:nvContentPartPr>
              <p14:xfrm>
                <a:off x="2410446" y="5947531"/>
                <a:ext cx="188640" cy="365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489E62E-5312-0D6F-6E72-ECC17F82C00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392446" y="5929531"/>
                  <a:ext cx="2242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57190AC-CC9E-DA47-AC42-CD3EB0443944}"/>
                    </a:ext>
                  </a:extLst>
                </p14:cNvPr>
                <p14:cNvContentPartPr/>
                <p14:nvPr/>
              </p14:nvContentPartPr>
              <p14:xfrm>
                <a:off x="2457966" y="5686171"/>
                <a:ext cx="361440" cy="8398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57190AC-CC9E-DA47-AC42-CD3EB044394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439966" y="5668531"/>
                  <a:ext cx="39708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33E44E7-03DA-DB36-B51A-A86AB2CE5F57}"/>
                    </a:ext>
                  </a:extLst>
                </p14:cNvPr>
                <p14:cNvContentPartPr/>
                <p14:nvPr/>
              </p14:nvContentPartPr>
              <p14:xfrm>
                <a:off x="2250606" y="6243811"/>
                <a:ext cx="3600" cy="12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33E44E7-03DA-DB36-B51A-A86AB2CE5F5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232966" y="6225811"/>
                  <a:ext cx="39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9CF306E-1FDC-C145-7BD3-941F1668E3EC}"/>
                    </a:ext>
                  </a:extLst>
                </p14:cNvPr>
                <p14:cNvContentPartPr/>
                <p14:nvPr/>
              </p14:nvContentPartPr>
              <p14:xfrm>
                <a:off x="1650846" y="6397531"/>
                <a:ext cx="808920" cy="54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9CF306E-1FDC-C145-7BD3-941F1668E3E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632846" y="6379531"/>
                  <a:ext cx="844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85F9B29-BB52-CF8B-4949-7F64803BFF28}"/>
                    </a:ext>
                  </a:extLst>
                </p14:cNvPr>
                <p14:cNvContentPartPr/>
                <p14:nvPr/>
              </p14:nvContentPartPr>
              <p14:xfrm>
                <a:off x="1662726" y="6450811"/>
                <a:ext cx="788400" cy="67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85F9B29-BB52-CF8B-4949-7F64803BFF2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644726" y="6433171"/>
                  <a:ext cx="824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D816216-E3CF-9EDE-D07C-83E31EB981F1}"/>
                    </a:ext>
                  </a:extLst>
                </p14:cNvPr>
                <p14:cNvContentPartPr/>
                <p14:nvPr/>
              </p14:nvContentPartPr>
              <p14:xfrm>
                <a:off x="1738686" y="6481771"/>
                <a:ext cx="294840" cy="252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D816216-E3CF-9EDE-D07C-83E31EB981F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720686" y="6464131"/>
                  <a:ext cx="330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A36074B-85D9-1D89-1BB8-0132E15A9BE1}"/>
                    </a:ext>
                  </a:extLst>
                </p14:cNvPr>
                <p14:cNvContentPartPr/>
                <p14:nvPr/>
              </p14:nvContentPartPr>
              <p14:xfrm>
                <a:off x="1855686" y="6211771"/>
                <a:ext cx="15120" cy="9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A36074B-85D9-1D89-1BB8-0132E15A9BE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837686" y="6193771"/>
                  <a:ext cx="50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429B5FD-4F45-CE5B-26D5-C2ECC843D1DF}"/>
                    </a:ext>
                  </a:extLst>
                </p14:cNvPr>
                <p14:cNvContentPartPr/>
                <p14:nvPr/>
              </p14:nvContentPartPr>
              <p14:xfrm>
                <a:off x="2478846" y="6325171"/>
                <a:ext cx="17280" cy="6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429B5FD-4F45-CE5B-26D5-C2ECC843D1D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461206" y="6307531"/>
                  <a:ext cx="52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2849FF2-F566-6D06-AF7C-DC1CA8EA033C}"/>
                    </a:ext>
                  </a:extLst>
                </p14:cNvPr>
                <p14:cNvContentPartPr/>
                <p14:nvPr/>
              </p14:nvContentPartPr>
              <p14:xfrm>
                <a:off x="1817166" y="6346411"/>
                <a:ext cx="74520" cy="9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2849FF2-F566-6D06-AF7C-DC1CA8EA033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799526" y="6328411"/>
                  <a:ext cx="110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BA91AAF-95FD-8DE5-C8F2-2C83C84EE349}"/>
                    </a:ext>
                  </a:extLst>
                </p14:cNvPr>
                <p14:cNvContentPartPr/>
                <p14:nvPr/>
              </p14:nvContentPartPr>
              <p14:xfrm>
                <a:off x="2629326" y="6295651"/>
                <a:ext cx="46080" cy="1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BA91AAF-95FD-8DE5-C8F2-2C83C84EE34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611326" y="6277651"/>
                  <a:ext cx="81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6281344-6220-C34A-A5BE-728021A17703}"/>
                    </a:ext>
                  </a:extLst>
                </p14:cNvPr>
                <p14:cNvContentPartPr/>
                <p14:nvPr/>
              </p14:nvContentPartPr>
              <p14:xfrm>
                <a:off x="1853886" y="6157411"/>
                <a:ext cx="23400" cy="43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6281344-6220-C34A-A5BE-728021A1770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36246" y="6139771"/>
                  <a:ext cx="5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D95E0BC-DB5C-FD28-C3B3-0A186CAB9E38}"/>
                    </a:ext>
                  </a:extLst>
                </p14:cNvPr>
                <p14:cNvContentPartPr/>
                <p14:nvPr/>
              </p14:nvContentPartPr>
              <p14:xfrm>
                <a:off x="2712126" y="6252811"/>
                <a:ext cx="21960" cy="100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D95E0BC-DB5C-FD28-C3B3-0A186CAB9E3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694486" y="6235171"/>
                  <a:ext cx="57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CA7B34C-73E0-DEE9-5D91-5BF458D1EFE9}"/>
                    </a:ext>
                  </a:extLst>
                </p14:cNvPr>
                <p14:cNvContentPartPr/>
                <p14:nvPr/>
              </p14:nvContentPartPr>
              <p14:xfrm>
                <a:off x="1722486" y="6405811"/>
                <a:ext cx="55440" cy="19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CA7B34C-73E0-DEE9-5D91-5BF458D1EFE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704846" y="6387811"/>
                  <a:ext cx="91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81B2150-FB99-B847-CE93-8D7855C4D1B6}"/>
                    </a:ext>
                  </a:extLst>
                </p14:cNvPr>
                <p14:cNvContentPartPr/>
                <p14:nvPr/>
              </p14:nvContentPartPr>
              <p14:xfrm>
                <a:off x="2754966" y="6464491"/>
                <a:ext cx="55440" cy="19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81B2150-FB99-B847-CE93-8D7855C4D1B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736966" y="6446491"/>
                  <a:ext cx="910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7308992-A3DD-2EBD-37FF-B1AB2C75EDF8}"/>
              </a:ext>
            </a:extLst>
          </p:cNvPr>
          <p:cNvGrpSpPr/>
          <p:nvPr/>
        </p:nvGrpSpPr>
        <p:grpSpPr>
          <a:xfrm>
            <a:off x="11321526" y="3302251"/>
            <a:ext cx="16200" cy="14040"/>
            <a:chOff x="11321526" y="3302251"/>
            <a:chExt cx="16200" cy="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DB98228-002D-4C75-AE4F-23DD2127D199}"/>
                    </a:ext>
                  </a:extLst>
                </p14:cNvPr>
                <p14:cNvContentPartPr/>
                <p14:nvPr/>
              </p14:nvContentPartPr>
              <p14:xfrm>
                <a:off x="11334486" y="3311971"/>
                <a:ext cx="3240" cy="43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DB98228-002D-4C75-AE4F-23DD2127D19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316846" y="3294331"/>
                  <a:ext cx="3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50BC117-F4A2-7140-2337-6ADDA8A1C034}"/>
                    </a:ext>
                  </a:extLst>
                </p14:cNvPr>
                <p14:cNvContentPartPr/>
                <p14:nvPr/>
              </p14:nvContentPartPr>
              <p14:xfrm>
                <a:off x="11321526" y="3302251"/>
                <a:ext cx="360" cy="3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50BC117-F4A2-7140-2337-6ADDA8A1C03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303886" y="3284251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149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CF38F0A-F9B3-E839-ABE0-180A0A4A7565}"/>
              </a:ext>
            </a:extLst>
          </p:cNvPr>
          <p:cNvGrpSpPr/>
          <p:nvPr/>
        </p:nvGrpSpPr>
        <p:grpSpPr>
          <a:xfrm>
            <a:off x="1183206" y="189742"/>
            <a:ext cx="593280" cy="2303280"/>
            <a:chOff x="1183206" y="189742"/>
            <a:chExt cx="593280" cy="23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68B7837-B7D3-9DAB-99C7-E75B68CC943D}"/>
                    </a:ext>
                  </a:extLst>
                </p14:cNvPr>
                <p14:cNvContentPartPr/>
                <p14:nvPr/>
              </p14:nvContentPartPr>
              <p14:xfrm>
                <a:off x="1183206" y="189742"/>
                <a:ext cx="470520" cy="2303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68B7837-B7D3-9DAB-99C7-E75B68CC94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65566" y="171742"/>
                  <a:ext cx="506160" cy="23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7713F00-A770-AE0A-CB5B-DE362DAE5317}"/>
                    </a:ext>
                  </a:extLst>
                </p14:cNvPr>
                <p14:cNvContentPartPr/>
                <p14:nvPr/>
              </p14:nvContentPartPr>
              <p14:xfrm>
                <a:off x="1762806" y="421582"/>
                <a:ext cx="13680" cy="18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7713F00-A770-AE0A-CB5B-DE362DAE53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44806" y="403942"/>
                  <a:ext cx="4932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175FDC-32C8-3A3E-000B-F0664DC7266B}"/>
                  </a:ext>
                </a:extLst>
              </p14:cNvPr>
              <p14:cNvContentPartPr/>
              <p14:nvPr/>
            </p14:nvContentPartPr>
            <p14:xfrm>
              <a:off x="2213166" y="420502"/>
              <a:ext cx="19440" cy="21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175FDC-32C8-3A3E-000B-F0664DC726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95166" y="402502"/>
                <a:ext cx="55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22746-0DEC-ACF6-C801-F9B0166A991F}"/>
                  </a:ext>
                </a:extLst>
              </p14:cNvPr>
              <p14:cNvContentPartPr/>
              <p14:nvPr/>
            </p14:nvContentPartPr>
            <p14:xfrm>
              <a:off x="2693046" y="384862"/>
              <a:ext cx="8640" cy="20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22746-0DEC-ACF6-C801-F9B0166A99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75046" y="366862"/>
                <a:ext cx="442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90B868-2E6F-A896-36DA-DFFB13ED6773}"/>
                  </a:ext>
                </a:extLst>
              </p14:cNvPr>
              <p14:cNvContentPartPr/>
              <p14:nvPr/>
            </p14:nvContentPartPr>
            <p14:xfrm>
              <a:off x="1713126" y="975622"/>
              <a:ext cx="236880" cy="214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90B868-2E6F-A896-36DA-DFFB13ED67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5486" y="957622"/>
                <a:ext cx="27252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4FC6D81-A544-71FA-AA0E-132C4784F038}"/>
              </a:ext>
            </a:extLst>
          </p:cNvPr>
          <p:cNvGrpSpPr/>
          <p:nvPr/>
        </p:nvGrpSpPr>
        <p:grpSpPr>
          <a:xfrm>
            <a:off x="2115246" y="913342"/>
            <a:ext cx="200160" cy="262800"/>
            <a:chOff x="2115246" y="913342"/>
            <a:chExt cx="20016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558A847-B4C2-C714-F720-5978FA070802}"/>
                    </a:ext>
                  </a:extLst>
                </p14:cNvPr>
                <p14:cNvContentPartPr/>
                <p14:nvPr/>
              </p14:nvContentPartPr>
              <p14:xfrm>
                <a:off x="2115246" y="1026022"/>
                <a:ext cx="106920" cy="1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558A847-B4C2-C714-F720-5978FA07080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97606" y="1008022"/>
                  <a:ext cx="142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78D6A8-1C30-841A-1B5C-EA0C63D72776}"/>
                    </a:ext>
                  </a:extLst>
                </p14:cNvPr>
                <p14:cNvContentPartPr/>
                <p14:nvPr/>
              </p14:nvContentPartPr>
              <p14:xfrm>
                <a:off x="2295966" y="913342"/>
                <a:ext cx="19440" cy="262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78D6A8-1C30-841A-1B5C-EA0C63D727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78326" y="895342"/>
                  <a:ext cx="5508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963F8A-EEE7-97B7-BCA4-369F0C60F99C}"/>
              </a:ext>
            </a:extLst>
          </p:cNvPr>
          <p:cNvGrpSpPr/>
          <p:nvPr/>
        </p:nvGrpSpPr>
        <p:grpSpPr>
          <a:xfrm>
            <a:off x="2602686" y="866182"/>
            <a:ext cx="293040" cy="283320"/>
            <a:chOff x="2602686" y="866182"/>
            <a:chExt cx="29304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53C21E-A428-B03B-BD28-99A22FE30C35}"/>
                    </a:ext>
                  </a:extLst>
                </p14:cNvPr>
                <p14:cNvContentPartPr/>
                <p14:nvPr/>
              </p14:nvContentPartPr>
              <p14:xfrm>
                <a:off x="2602686" y="993982"/>
                <a:ext cx="78480" cy="2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53C21E-A428-B03B-BD28-99A22FE30C3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4686" y="976342"/>
                  <a:ext cx="114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7B17E7-63B5-1400-99C8-195F1CD248AC}"/>
                    </a:ext>
                  </a:extLst>
                </p14:cNvPr>
                <p14:cNvContentPartPr/>
                <p14:nvPr/>
              </p14:nvContentPartPr>
              <p14:xfrm>
                <a:off x="2690166" y="866182"/>
                <a:ext cx="205560" cy="28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7B17E7-63B5-1400-99C8-195F1CD248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72166" y="848182"/>
                  <a:ext cx="241200" cy="31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49919F-0C01-C23F-070D-B6D7DB62AF6E}"/>
                  </a:ext>
                </a:extLst>
              </p14:cNvPr>
              <p14:cNvContentPartPr/>
              <p14:nvPr/>
            </p14:nvContentPartPr>
            <p14:xfrm>
              <a:off x="1681446" y="1416982"/>
              <a:ext cx="142200" cy="291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49919F-0C01-C23F-070D-B6D7DB62AF6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63806" y="1398982"/>
                <a:ext cx="17784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582E2C4-17D6-02F4-F476-D5F91813006C}"/>
              </a:ext>
            </a:extLst>
          </p:cNvPr>
          <p:cNvGrpSpPr/>
          <p:nvPr/>
        </p:nvGrpSpPr>
        <p:grpSpPr>
          <a:xfrm>
            <a:off x="2091126" y="1345342"/>
            <a:ext cx="331920" cy="253800"/>
            <a:chOff x="2091126" y="1345342"/>
            <a:chExt cx="3319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939620-0949-96A4-AFDB-89848AD8E4D0}"/>
                    </a:ext>
                  </a:extLst>
                </p14:cNvPr>
                <p14:cNvContentPartPr/>
                <p14:nvPr/>
              </p14:nvContentPartPr>
              <p14:xfrm>
                <a:off x="2091126" y="1500502"/>
                <a:ext cx="137520" cy="5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939620-0949-96A4-AFDB-89848AD8E4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73486" y="1482502"/>
                  <a:ext cx="173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1F34D1-6715-1DC1-7ED0-AF7C8C41E0A9}"/>
                    </a:ext>
                  </a:extLst>
                </p14:cNvPr>
                <p14:cNvContentPartPr/>
                <p14:nvPr/>
              </p14:nvContentPartPr>
              <p14:xfrm>
                <a:off x="2315406" y="1345342"/>
                <a:ext cx="64440" cy="41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1F34D1-6715-1DC1-7ED0-AF7C8C41E0A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97406" y="1327342"/>
                  <a:ext cx="100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73E657-6285-E4CA-13FA-7130693077A6}"/>
                    </a:ext>
                  </a:extLst>
                </p14:cNvPr>
                <p14:cNvContentPartPr/>
                <p14:nvPr/>
              </p14:nvContentPartPr>
              <p14:xfrm>
                <a:off x="2287686" y="1347142"/>
                <a:ext cx="135360" cy="252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73E657-6285-E4CA-13FA-7130693077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70046" y="1329142"/>
                  <a:ext cx="17100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798CD1-9839-5696-7AAF-E28E07782EF9}"/>
                  </a:ext>
                </a:extLst>
              </p14:cNvPr>
              <p14:cNvContentPartPr/>
              <p14:nvPr/>
            </p14:nvContentPartPr>
            <p14:xfrm>
              <a:off x="2708886" y="1281262"/>
              <a:ext cx="142200" cy="307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798CD1-9839-5696-7AAF-E28E07782EF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91246" y="1263622"/>
                <a:ext cx="1778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D1549BC-FBDC-CDBE-0773-434F5B38F4C2}"/>
                  </a:ext>
                </a:extLst>
              </p14:cNvPr>
              <p14:cNvContentPartPr/>
              <p14:nvPr/>
            </p14:nvContentPartPr>
            <p14:xfrm>
              <a:off x="1715286" y="1957342"/>
              <a:ext cx="15840" cy="203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D1549BC-FBDC-CDBE-0773-434F5B38F4C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97286" y="1939702"/>
                <a:ext cx="51480" cy="23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F230306-6BC4-8E54-F43D-09F616809CD9}"/>
              </a:ext>
            </a:extLst>
          </p:cNvPr>
          <p:cNvGrpSpPr/>
          <p:nvPr/>
        </p:nvGrpSpPr>
        <p:grpSpPr>
          <a:xfrm>
            <a:off x="2104806" y="1868422"/>
            <a:ext cx="258840" cy="280080"/>
            <a:chOff x="2104806" y="1868422"/>
            <a:chExt cx="25884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B65D43-50A8-B28F-E3F8-BFC8159E8FFE}"/>
                    </a:ext>
                  </a:extLst>
                </p14:cNvPr>
                <p14:cNvContentPartPr/>
                <p14:nvPr/>
              </p14:nvContentPartPr>
              <p14:xfrm>
                <a:off x="2104806" y="1940422"/>
                <a:ext cx="10800" cy="180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B65D43-50A8-B28F-E3F8-BFC8159E8FF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86806" y="1922422"/>
                  <a:ext cx="46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32234B-EF8D-75DE-C26B-B30FE586B3BD}"/>
                    </a:ext>
                  </a:extLst>
                </p14:cNvPr>
                <p14:cNvContentPartPr/>
                <p14:nvPr/>
              </p14:nvContentPartPr>
              <p14:xfrm>
                <a:off x="2181126" y="1868422"/>
                <a:ext cx="182520" cy="28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32234B-EF8D-75DE-C26B-B30FE586B3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63486" y="1850422"/>
                  <a:ext cx="218160" cy="31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60A9F2F-E27B-F48A-3C18-E91D0105D84E}"/>
                  </a:ext>
                </a:extLst>
              </p14:cNvPr>
              <p14:cNvContentPartPr/>
              <p14:nvPr/>
            </p14:nvContentPartPr>
            <p14:xfrm>
              <a:off x="2678286" y="1794982"/>
              <a:ext cx="109440" cy="215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60A9F2F-E27B-F48A-3C18-E91D0105D84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60286" y="1777342"/>
                <a:ext cx="14508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5E40E1E-E0BF-57A8-ACFB-A17E8DFF12DB}"/>
              </a:ext>
            </a:extLst>
          </p:cNvPr>
          <p:cNvGrpSpPr/>
          <p:nvPr/>
        </p:nvGrpSpPr>
        <p:grpSpPr>
          <a:xfrm>
            <a:off x="3154566" y="424102"/>
            <a:ext cx="12600" cy="157680"/>
            <a:chOff x="3154566" y="424102"/>
            <a:chExt cx="1260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62AFE6-7128-413F-99DF-ED8186972D07}"/>
                    </a:ext>
                  </a:extLst>
                </p14:cNvPr>
                <p14:cNvContentPartPr/>
                <p14:nvPr/>
              </p14:nvContentPartPr>
              <p14:xfrm>
                <a:off x="3157446" y="424102"/>
                <a:ext cx="9720" cy="18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62AFE6-7128-413F-99DF-ED8186972D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39806" y="406462"/>
                  <a:ext cx="45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97F217-28D4-CC4A-C20E-4D987E3DC8F4}"/>
                    </a:ext>
                  </a:extLst>
                </p14:cNvPr>
                <p14:cNvContentPartPr/>
                <p14:nvPr/>
              </p14:nvContentPartPr>
              <p14:xfrm>
                <a:off x="3154566" y="559102"/>
                <a:ext cx="5760" cy="2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97F217-28D4-CC4A-C20E-4D987E3DC8F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36926" y="541102"/>
                  <a:ext cx="414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8CB450-19D4-D214-DCD5-EA3742AB5735}"/>
              </a:ext>
            </a:extLst>
          </p:cNvPr>
          <p:cNvGrpSpPr/>
          <p:nvPr/>
        </p:nvGrpSpPr>
        <p:grpSpPr>
          <a:xfrm>
            <a:off x="3213606" y="846382"/>
            <a:ext cx="20880" cy="191160"/>
            <a:chOff x="3213606" y="846382"/>
            <a:chExt cx="2088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A917DF-0471-1391-9A62-EACC4F3987B9}"/>
                    </a:ext>
                  </a:extLst>
                </p14:cNvPr>
                <p14:cNvContentPartPr/>
                <p14:nvPr/>
              </p14:nvContentPartPr>
              <p14:xfrm>
                <a:off x="3229086" y="846382"/>
                <a:ext cx="5400" cy="24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A917DF-0471-1391-9A62-EACC4F3987B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11446" y="828742"/>
                  <a:ext cx="41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E7403AF-05E5-0B1A-34AC-A3BA8A49D9B2}"/>
                    </a:ext>
                  </a:extLst>
                </p14:cNvPr>
                <p14:cNvContentPartPr/>
                <p14:nvPr/>
              </p14:nvContentPartPr>
              <p14:xfrm>
                <a:off x="3213606" y="1013062"/>
                <a:ext cx="360" cy="2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E7403AF-05E5-0B1A-34AC-A3BA8A49D9B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5966" y="995062"/>
                  <a:ext cx="3600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2004200-4B46-A584-7428-8F91522F7D29}"/>
                  </a:ext>
                </a:extLst>
              </p14:cNvPr>
              <p14:cNvContentPartPr/>
              <p14:nvPr/>
            </p14:nvContentPartPr>
            <p14:xfrm>
              <a:off x="3248886" y="1360462"/>
              <a:ext cx="3600" cy="19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2004200-4B46-A584-7428-8F91522F7D2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31246" y="1342822"/>
                <a:ext cx="392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F62794B-A00F-96D0-1094-B6CD599D9046}"/>
                  </a:ext>
                </a:extLst>
              </p14:cNvPr>
              <p14:cNvContentPartPr/>
              <p14:nvPr/>
            </p14:nvContentPartPr>
            <p14:xfrm>
              <a:off x="3242046" y="1553062"/>
              <a:ext cx="7200" cy="26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F62794B-A00F-96D0-1094-B6CD599D904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24406" y="1535062"/>
                <a:ext cx="428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87ED49E-1AA0-9F87-FA7B-A10FDC87EB95}"/>
              </a:ext>
            </a:extLst>
          </p:cNvPr>
          <p:cNvGrpSpPr/>
          <p:nvPr/>
        </p:nvGrpSpPr>
        <p:grpSpPr>
          <a:xfrm>
            <a:off x="3257886" y="1877782"/>
            <a:ext cx="15840" cy="194040"/>
            <a:chOff x="3257886" y="1877782"/>
            <a:chExt cx="1584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81FA630-0796-789E-C17C-6370E6F63F4F}"/>
                    </a:ext>
                  </a:extLst>
                </p14:cNvPr>
                <p14:cNvContentPartPr/>
                <p14:nvPr/>
              </p14:nvContentPartPr>
              <p14:xfrm>
                <a:off x="3257886" y="1877782"/>
                <a:ext cx="3240" cy="29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81FA630-0796-789E-C17C-6370E6F63F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40246" y="1859782"/>
                  <a:ext cx="38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E1CE9B-CC6F-DFBB-E7C3-D49EDFD68781}"/>
                    </a:ext>
                  </a:extLst>
                </p14:cNvPr>
                <p14:cNvContentPartPr/>
                <p14:nvPr/>
              </p14:nvContentPartPr>
              <p14:xfrm>
                <a:off x="3272646" y="2044102"/>
                <a:ext cx="1080" cy="27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E1CE9B-CC6F-DFBB-E7C3-D49EDFD6878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54646" y="2026102"/>
                  <a:ext cx="3672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C8769C-B766-B111-3A20-657642D85E10}"/>
              </a:ext>
            </a:extLst>
          </p:cNvPr>
          <p:cNvGrpSpPr/>
          <p:nvPr/>
        </p:nvGrpSpPr>
        <p:grpSpPr>
          <a:xfrm>
            <a:off x="3473526" y="182542"/>
            <a:ext cx="797040" cy="2213640"/>
            <a:chOff x="3473526" y="182542"/>
            <a:chExt cx="797040" cy="22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4A6CC6-A57D-3FBF-6F0E-622D1C328061}"/>
                    </a:ext>
                  </a:extLst>
                </p14:cNvPr>
                <p14:cNvContentPartPr/>
                <p14:nvPr/>
              </p14:nvContentPartPr>
              <p14:xfrm>
                <a:off x="3473526" y="340942"/>
                <a:ext cx="238680" cy="247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4A6CC6-A57D-3FBF-6F0E-622D1C32806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55526" y="323302"/>
                  <a:ext cx="274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591F83-1E43-05D9-F5A8-F83347835573}"/>
                    </a:ext>
                  </a:extLst>
                </p14:cNvPr>
                <p14:cNvContentPartPr/>
                <p14:nvPr/>
              </p14:nvContentPartPr>
              <p14:xfrm>
                <a:off x="3604206" y="817582"/>
                <a:ext cx="142200" cy="210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591F83-1E43-05D9-F5A8-F8334783557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86566" y="799942"/>
                  <a:ext cx="177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B4142A-02C5-64C7-54A2-5D4E1D8FAB49}"/>
                    </a:ext>
                  </a:extLst>
                </p14:cNvPr>
                <p14:cNvContentPartPr/>
                <p14:nvPr/>
              </p14:nvContentPartPr>
              <p14:xfrm>
                <a:off x="3620046" y="1335262"/>
                <a:ext cx="189000" cy="230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B4142A-02C5-64C7-54A2-5D4E1D8FAB4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02406" y="1317262"/>
                  <a:ext cx="224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DFF8C24-B3B1-E75C-4A3D-440AFD558BBF}"/>
                    </a:ext>
                  </a:extLst>
                </p14:cNvPr>
                <p14:cNvContentPartPr/>
                <p14:nvPr/>
              </p14:nvContentPartPr>
              <p14:xfrm>
                <a:off x="3581166" y="1869142"/>
                <a:ext cx="191520" cy="187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DFF8C24-B3B1-E75C-4A3D-440AFD558BB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63166" y="1851142"/>
                  <a:ext cx="227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9CCDDF-8983-419D-E2C0-A15A2428AE00}"/>
                    </a:ext>
                  </a:extLst>
                </p14:cNvPr>
                <p14:cNvContentPartPr/>
                <p14:nvPr/>
              </p14:nvContentPartPr>
              <p14:xfrm>
                <a:off x="3914526" y="182542"/>
                <a:ext cx="356040" cy="221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9CCDDF-8983-419D-E2C0-A15A2428AE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96526" y="164902"/>
                  <a:ext cx="391680" cy="224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A19FD9-F79E-F8CA-85D7-62830EC64CA4}"/>
              </a:ext>
            </a:extLst>
          </p:cNvPr>
          <p:cNvGrpSpPr/>
          <p:nvPr/>
        </p:nvGrpSpPr>
        <p:grpSpPr>
          <a:xfrm>
            <a:off x="390486" y="863662"/>
            <a:ext cx="451800" cy="289080"/>
            <a:chOff x="390486" y="863662"/>
            <a:chExt cx="45180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4585AFB-3D8B-100A-35D6-57A654D6EBF8}"/>
                    </a:ext>
                  </a:extLst>
                </p14:cNvPr>
                <p14:cNvContentPartPr/>
                <p14:nvPr/>
              </p14:nvContentPartPr>
              <p14:xfrm>
                <a:off x="390486" y="863662"/>
                <a:ext cx="182880" cy="289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4585AFB-3D8B-100A-35D6-57A654D6EB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2486" y="846022"/>
                  <a:ext cx="2185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8BC316-B023-7FA6-9090-BAF5CCD95C09}"/>
                    </a:ext>
                  </a:extLst>
                </p14:cNvPr>
                <p14:cNvContentPartPr/>
                <p14:nvPr/>
              </p14:nvContentPartPr>
              <p14:xfrm>
                <a:off x="729246" y="959782"/>
                <a:ext cx="80280" cy="35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8BC316-B023-7FA6-9090-BAF5CCD95C0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1246" y="942142"/>
                  <a:ext cx="115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7A46C1-67C6-7D83-F6B5-3194B3B6D1B0}"/>
                    </a:ext>
                  </a:extLst>
                </p14:cNvPr>
                <p14:cNvContentPartPr/>
                <p14:nvPr/>
              </p14:nvContentPartPr>
              <p14:xfrm>
                <a:off x="742926" y="1014142"/>
                <a:ext cx="99360" cy="48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7A46C1-67C6-7D83-F6B5-3194B3B6D1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4926" y="996502"/>
                  <a:ext cx="1350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15BA135-E9B9-8CBC-0DC6-66342D92083C}"/>
              </a:ext>
            </a:extLst>
          </p:cNvPr>
          <p:cNvGrpSpPr/>
          <p:nvPr/>
        </p:nvGrpSpPr>
        <p:grpSpPr>
          <a:xfrm>
            <a:off x="4704366" y="200542"/>
            <a:ext cx="1899000" cy="968400"/>
            <a:chOff x="4704366" y="200542"/>
            <a:chExt cx="1899000" cy="9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C5BC93-B804-915C-885A-AFC6213091CE}"/>
                    </a:ext>
                  </a:extLst>
                </p14:cNvPr>
                <p14:cNvContentPartPr/>
                <p14:nvPr/>
              </p14:nvContentPartPr>
              <p14:xfrm>
                <a:off x="4847286" y="989662"/>
                <a:ext cx="1583640" cy="179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C5BC93-B804-915C-885A-AFC6213091C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29286" y="971662"/>
                  <a:ext cx="1619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365AC3-8857-2F6D-DDAB-312075808B2D}"/>
                    </a:ext>
                  </a:extLst>
                </p14:cNvPr>
                <p14:cNvContentPartPr/>
                <p14:nvPr/>
              </p14:nvContentPartPr>
              <p14:xfrm>
                <a:off x="4823886" y="329782"/>
                <a:ext cx="35280" cy="172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365AC3-8857-2F6D-DDAB-312075808B2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05886" y="311782"/>
                  <a:ext cx="70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F3F7A2-71BB-3BA8-7DF7-493F67403B9C}"/>
                    </a:ext>
                  </a:extLst>
                </p14:cNvPr>
                <p14:cNvContentPartPr/>
                <p14:nvPr/>
              </p14:nvContentPartPr>
              <p14:xfrm>
                <a:off x="4799766" y="243742"/>
                <a:ext cx="138960" cy="261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F3F7A2-71BB-3BA8-7DF7-493F67403B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781766" y="225742"/>
                  <a:ext cx="174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69D15A-E867-400C-3DBF-50CFBA5B8B56}"/>
                    </a:ext>
                  </a:extLst>
                </p14:cNvPr>
                <p14:cNvContentPartPr/>
                <p14:nvPr/>
              </p14:nvContentPartPr>
              <p14:xfrm>
                <a:off x="4991286" y="462982"/>
                <a:ext cx="126000" cy="124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69D15A-E867-400C-3DBF-50CFBA5B8B5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973286" y="444982"/>
                  <a:ext cx="161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8D136D-FA24-CC53-C3A4-C38E41433750}"/>
                    </a:ext>
                  </a:extLst>
                </p14:cNvPr>
                <p14:cNvContentPartPr/>
                <p14:nvPr/>
              </p14:nvContentPartPr>
              <p14:xfrm>
                <a:off x="5233206" y="378382"/>
                <a:ext cx="145080" cy="57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8D136D-FA24-CC53-C3A4-C38E414337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15566" y="360382"/>
                  <a:ext cx="180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70FF1F-AE2F-CBC3-0129-408675936974}"/>
                    </a:ext>
                  </a:extLst>
                </p14:cNvPr>
                <p14:cNvContentPartPr/>
                <p14:nvPr/>
              </p14:nvContentPartPr>
              <p14:xfrm>
                <a:off x="5355606" y="333742"/>
                <a:ext cx="32760" cy="126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70FF1F-AE2F-CBC3-0129-40867593697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337606" y="315742"/>
                  <a:ext cx="6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446185C-FE7F-E415-C3CE-BA0C55FC15E5}"/>
                    </a:ext>
                  </a:extLst>
                </p14:cNvPr>
                <p14:cNvContentPartPr/>
                <p14:nvPr/>
              </p14:nvContentPartPr>
              <p14:xfrm>
                <a:off x="5501406" y="293782"/>
                <a:ext cx="29880" cy="207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446185C-FE7F-E415-C3CE-BA0C55FC15E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483406" y="275782"/>
                  <a:ext cx="65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811DEF-E5E9-51FF-E408-5AD16BD92631}"/>
                    </a:ext>
                  </a:extLst>
                </p14:cNvPr>
                <p14:cNvContentPartPr/>
                <p14:nvPr/>
              </p14:nvContentPartPr>
              <p14:xfrm>
                <a:off x="5505366" y="217102"/>
                <a:ext cx="154080" cy="27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811DEF-E5E9-51FF-E408-5AD16BD9263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487726" y="199462"/>
                  <a:ext cx="1897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9870872-94B7-A081-B330-738323C19AE8}"/>
                    </a:ext>
                  </a:extLst>
                </p14:cNvPr>
                <p14:cNvContentPartPr/>
                <p14:nvPr/>
              </p14:nvContentPartPr>
              <p14:xfrm>
                <a:off x="5694006" y="483502"/>
                <a:ext cx="153720" cy="104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9870872-94B7-A081-B330-738323C19AE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76366" y="465502"/>
                  <a:ext cx="189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A1017A-5338-FF38-ECE0-34B419E3FCB1}"/>
                    </a:ext>
                  </a:extLst>
                </p14:cNvPr>
                <p14:cNvContentPartPr/>
                <p14:nvPr/>
              </p14:nvContentPartPr>
              <p14:xfrm>
                <a:off x="5915046" y="353182"/>
                <a:ext cx="153360" cy="54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A1017A-5338-FF38-ECE0-34B419E3FCB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97406" y="335182"/>
                  <a:ext cx="189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5B6D047-E195-25E0-7240-F8BE9CCFD687}"/>
                    </a:ext>
                  </a:extLst>
                </p14:cNvPr>
                <p14:cNvContentPartPr/>
                <p14:nvPr/>
              </p14:nvContentPartPr>
              <p14:xfrm>
                <a:off x="6145806" y="234022"/>
                <a:ext cx="158040" cy="204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5B6D047-E195-25E0-7240-F8BE9CCFD68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27806" y="216022"/>
                  <a:ext cx="193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FA18EF9-6FDB-E4DD-313A-BFAADC504F22}"/>
                    </a:ext>
                  </a:extLst>
                </p14:cNvPr>
                <p14:cNvContentPartPr/>
                <p14:nvPr/>
              </p14:nvContentPartPr>
              <p14:xfrm>
                <a:off x="6326166" y="267502"/>
                <a:ext cx="52200" cy="172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FA18EF9-6FDB-E4DD-313A-BFAADC504F2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308166" y="249502"/>
                  <a:ext cx="87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686DA4-7E82-8E88-FF3A-E2FE4B37C143}"/>
                    </a:ext>
                  </a:extLst>
                </p14:cNvPr>
                <p14:cNvContentPartPr/>
                <p14:nvPr/>
              </p14:nvContentPartPr>
              <p14:xfrm>
                <a:off x="6348486" y="200542"/>
                <a:ext cx="119160" cy="249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686DA4-7E82-8E88-FF3A-E2FE4B37C14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30486" y="182902"/>
                  <a:ext cx="1548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BC2AE4-1E08-5B0F-C2FD-B3119FD4D588}"/>
                    </a:ext>
                  </a:extLst>
                </p14:cNvPr>
                <p14:cNvContentPartPr/>
                <p14:nvPr/>
              </p14:nvContentPartPr>
              <p14:xfrm>
                <a:off x="6585366" y="400342"/>
                <a:ext cx="18000" cy="112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BC2AE4-1E08-5B0F-C2FD-B3119FD4D5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7366" y="382342"/>
                  <a:ext cx="53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E9058C-5556-51B1-B51B-DF4FBC6DF316}"/>
                    </a:ext>
                  </a:extLst>
                </p14:cNvPr>
                <p14:cNvContentPartPr/>
                <p14:nvPr/>
              </p14:nvContentPartPr>
              <p14:xfrm>
                <a:off x="4704366" y="785902"/>
                <a:ext cx="2232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E9058C-5556-51B1-B51B-DF4FBC6DF31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86366" y="768262"/>
                  <a:ext cx="57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D5A8F3B-6FC8-D408-2D8B-425088BBE0EF}"/>
                    </a:ext>
                  </a:extLst>
                </p14:cNvPr>
                <p14:cNvContentPartPr/>
                <p14:nvPr/>
              </p14:nvContentPartPr>
              <p14:xfrm>
                <a:off x="4707606" y="771502"/>
                <a:ext cx="115560" cy="176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D5A8F3B-6FC8-D408-2D8B-425088BBE0E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89606" y="753862"/>
                  <a:ext cx="151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DFC686-5012-8DCD-2AAA-47B4F9248816}"/>
                    </a:ext>
                  </a:extLst>
                </p14:cNvPr>
                <p14:cNvContentPartPr/>
                <p14:nvPr/>
              </p14:nvContentPartPr>
              <p14:xfrm>
                <a:off x="4837566" y="890302"/>
                <a:ext cx="122760" cy="15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DFC686-5012-8DCD-2AAA-47B4F924881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19926" y="872662"/>
                  <a:ext cx="158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048CAA-D118-ADEE-0691-17322514D47F}"/>
                    </a:ext>
                  </a:extLst>
                </p14:cNvPr>
                <p14:cNvContentPartPr/>
                <p14:nvPr/>
              </p14:nvContentPartPr>
              <p14:xfrm>
                <a:off x="5029806" y="831262"/>
                <a:ext cx="180000" cy="10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048CAA-D118-ADEE-0691-17322514D47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11806" y="813622"/>
                  <a:ext cx="215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6DD5153-847C-B9FB-3983-B36DA4512C43}"/>
                    </a:ext>
                  </a:extLst>
                </p14:cNvPr>
                <p14:cNvContentPartPr/>
                <p14:nvPr/>
              </p14:nvContentPartPr>
              <p14:xfrm>
                <a:off x="5352726" y="803182"/>
                <a:ext cx="24840" cy="156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6DD5153-847C-B9FB-3983-B36DA4512C4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35086" y="785182"/>
                  <a:ext cx="60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12CD58F-DF30-9AE2-A7F1-F529B2BD09D9}"/>
                    </a:ext>
                  </a:extLst>
                </p14:cNvPr>
                <p14:cNvContentPartPr/>
                <p14:nvPr/>
              </p14:nvContentPartPr>
              <p14:xfrm>
                <a:off x="5349486" y="723262"/>
                <a:ext cx="126000" cy="20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12CD58F-DF30-9AE2-A7F1-F529B2BD09D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331846" y="705262"/>
                  <a:ext cx="161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151193-B03C-E4ED-FD79-0096743584FC}"/>
                    </a:ext>
                  </a:extLst>
                </p14:cNvPr>
                <p14:cNvContentPartPr/>
                <p14:nvPr/>
              </p14:nvContentPartPr>
              <p14:xfrm>
                <a:off x="5481966" y="863662"/>
                <a:ext cx="109080" cy="156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151193-B03C-E4ED-FD79-0096743584F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64326" y="845662"/>
                  <a:ext cx="144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70E647-0A6D-28BF-37B4-0C9ABB27C6F5}"/>
                    </a:ext>
                  </a:extLst>
                </p14:cNvPr>
                <p14:cNvContentPartPr/>
                <p14:nvPr/>
              </p14:nvContentPartPr>
              <p14:xfrm>
                <a:off x="5651166" y="900382"/>
                <a:ext cx="120960" cy="6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70E647-0A6D-28BF-37B4-0C9ABB27C6F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33526" y="882742"/>
                  <a:ext cx="156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9EDA4C4-7E8C-4EDF-DE77-3DDC4AB207D9}"/>
                    </a:ext>
                  </a:extLst>
                </p14:cNvPr>
                <p14:cNvContentPartPr/>
                <p14:nvPr/>
              </p14:nvContentPartPr>
              <p14:xfrm>
                <a:off x="5847006" y="742342"/>
                <a:ext cx="137880" cy="194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9EDA4C4-7E8C-4EDF-DE77-3DDC4AB207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29006" y="724342"/>
                  <a:ext cx="173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1DD35E1-3DCC-9537-BD8C-0C7A506C98F4}"/>
                    </a:ext>
                  </a:extLst>
                </p14:cNvPr>
                <p14:cNvContentPartPr/>
                <p14:nvPr/>
              </p14:nvContentPartPr>
              <p14:xfrm>
                <a:off x="6075246" y="675382"/>
                <a:ext cx="145440" cy="261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1DD35E1-3DCC-9537-BD8C-0C7A506C98F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57246" y="657742"/>
                  <a:ext cx="1810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3AF9C0F-FA91-F768-45B6-1608344A09BD}"/>
                    </a:ext>
                  </a:extLst>
                </p14:cNvPr>
                <p14:cNvContentPartPr/>
                <p14:nvPr/>
              </p14:nvContentPartPr>
              <p14:xfrm>
                <a:off x="6295206" y="873742"/>
                <a:ext cx="15120" cy="90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3AF9C0F-FA91-F768-45B6-1608344A09B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7206" y="856102"/>
                  <a:ext cx="5076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4614CBC-9D3A-1117-E01F-8301138EDA18}"/>
                  </a:ext>
                </a:extLst>
              </p14:cNvPr>
              <p14:cNvContentPartPr/>
              <p14:nvPr/>
            </p14:nvContentPartPr>
            <p14:xfrm>
              <a:off x="4743246" y="1455142"/>
              <a:ext cx="27000" cy="2372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4614CBC-9D3A-1117-E01F-8301138EDA1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725606" y="1437502"/>
                <a:ext cx="626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C9A2770-2F5E-25F8-4CE3-5278EDE5AA82}"/>
                  </a:ext>
                </a:extLst>
              </p14:cNvPr>
              <p14:cNvContentPartPr/>
              <p14:nvPr/>
            </p14:nvContentPartPr>
            <p14:xfrm>
              <a:off x="4740006" y="1426342"/>
              <a:ext cx="165960" cy="249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C9A2770-2F5E-25F8-4CE3-5278EDE5AA8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722006" y="1408702"/>
                <a:ext cx="20160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0631084-F95B-3CAB-4FBE-6C397A1C73A9}"/>
                  </a:ext>
                </a:extLst>
              </p14:cNvPr>
              <p14:cNvContentPartPr/>
              <p14:nvPr/>
            </p14:nvContentPartPr>
            <p14:xfrm>
              <a:off x="4967526" y="1611382"/>
              <a:ext cx="95400" cy="2055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0631084-F95B-3CAB-4FBE-6C397A1C73A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949886" y="1593382"/>
                <a:ext cx="1310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80D0E9C-51ED-9394-57AC-03AC320AA55A}"/>
                  </a:ext>
                </a:extLst>
              </p14:cNvPr>
              <p14:cNvContentPartPr/>
              <p14:nvPr/>
            </p14:nvContentPartPr>
            <p14:xfrm>
              <a:off x="5129886" y="1559542"/>
              <a:ext cx="146520" cy="125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80D0E9C-51ED-9394-57AC-03AC320AA55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112246" y="1541542"/>
                <a:ext cx="1821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945F31F-A5C1-AD6F-5134-B2D3DFD6C253}"/>
                  </a:ext>
                </a:extLst>
              </p14:cNvPr>
              <p14:cNvContentPartPr/>
              <p14:nvPr/>
            </p14:nvContentPartPr>
            <p14:xfrm>
              <a:off x="5412486" y="1490422"/>
              <a:ext cx="15120" cy="218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945F31F-A5C1-AD6F-5134-B2D3DFD6C25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394846" y="1472422"/>
                <a:ext cx="507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B6E4E54-D59B-EED2-F227-70DEB94B8471}"/>
                  </a:ext>
                </a:extLst>
              </p14:cNvPr>
              <p14:cNvContentPartPr/>
              <p14:nvPr/>
            </p14:nvContentPartPr>
            <p14:xfrm>
              <a:off x="5397726" y="1393942"/>
              <a:ext cx="142560" cy="2800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B6E4E54-D59B-EED2-F227-70DEB94B847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379726" y="1375942"/>
                <a:ext cx="1782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8CDE0C4-224C-4DA8-D24D-93213DA3DB38}"/>
                  </a:ext>
                </a:extLst>
              </p14:cNvPr>
              <p14:cNvContentPartPr/>
              <p14:nvPr/>
            </p14:nvContentPartPr>
            <p14:xfrm>
              <a:off x="5586006" y="1609582"/>
              <a:ext cx="115920" cy="223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8CDE0C4-224C-4DA8-D24D-93213DA3DB3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568366" y="1591582"/>
                <a:ext cx="1515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DE59A5E-F0C6-080B-D99B-980CEBCB70DD}"/>
                  </a:ext>
                </a:extLst>
              </p14:cNvPr>
              <p14:cNvContentPartPr/>
              <p14:nvPr/>
            </p14:nvContentPartPr>
            <p14:xfrm>
              <a:off x="5819646" y="1616782"/>
              <a:ext cx="124560" cy="583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DE59A5E-F0C6-080B-D99B-980CEBCB70D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801646" y="1598782"/>
                <a:ext cx="1602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EEC429A5-94F3-5F31-7F97-2ED731494DF2}"/>
              </a:ext>
            </a:extLst>
          </p:cNvPr>
          <p:cNvGrpSpPr/>
          <p:nvPr/>
        </p:nvGrpSpPr>
        <p:grpSpPr>
          <a:xfrm>
            <a:off x="6117366" y="1374502"/>
            <a:ext cx="292680" cy="417240"/>
            <a:chOff x="6117366" y="1374502"/>
            <a:chExt cx="29268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B163BE7-45A8-7348-B01B-456B8FE1122E}"/>
                    </a:ext>
                  </a:extLst>
                </p14:cNvPr>
                <p14:cNvContentPartPr/>
                <p14:nvPr/>
              </p14:nvContentPartPr>
              <p14:xfrm>
                <a:off x="6136086" y="1417342"/>
                <a:ext cx="21240" cy="273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B163BE7-45A8-7348-B01B-456B8FE1122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18446" y="1399702"/>
                  <a:ext cx="56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AEE7FC1-CEB5-285A-70E7-F1CC0207AC5B}"/>
                    </a:ext>
                  </a:extLst>
                </p14:cNvPr>
                <p14:cNvContentPartPr/>
                <p14:nvPr/>
              </p14:nvContentPartPr>
              <p14:xfrm>
                <a:off x="6117366" y="1374502"/>
                <a:ext cx="199800" cy="322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AEE7FC1-CEB5-285A-70E7-F1CC0207AC5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99366" y="1356862"/>
                  <a:ext cx="2354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AFA6F6A-019F-3C59-FEF4-FDACE507C243}"/>
                    </a:ext>
                  </a:extLst>
                </p14:cNvPr>
                <p14:cNvContentPartPr/>
                <p14:nvPr/>
              </p14:nvContentPartPr>
              <p14:xfrm>
                <a:off x="6371886" y="1591942"/>
                <a:ext cx="38160" cy="19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AFA6F6A-019F-3C59-FEF4-FDACE507C2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53886" y="1574302"/>
                  <a:ext cx="7380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A89556A-D374-A3C0-D3E8-D04236E60CA5}"/>
              </a:ext>
            </a:extLst>
          </p:cNvPr>
          <p:cNvGrpSpPr/>
          <p:nvPr/>
        </p:nvGrpSpPr>
        <p:grpSpPr>
          <a:xfrm>
            <a:off x="7029606" y="119902"/>
            <a:ext cx="518760" cy="2310480"/>
            <a:chOff x="7029606" y="119902"/>
            <a:chExt cx="518760" cy="23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BD95F6-FF47-8984-1DC8-BE3FC52FAEFC}"/>
                    </a:ext>
                  </a:extLst>
                </p14:cNvPr>
                <p14:cNvContentPartPr/>
                <p14:nvPr/>
              </p14:nvContentPartPr>
              <p14:xfrm>
                <a:off x="7029606" y="119902"/>
                <a:ext cx="383400" cy="2310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BD95F6-FF47-8984-1DC8-BE3FC52FAEF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11606" y="101902"/>
                  <a:ext cx="419040" cy="23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8034D48-2A5E-55F0-4B75-7AD874340A56}"/>
                    </a:ext>
                  </a:extLst>
                </p14:cNvPr>
                <p14:cNvContentPartPr/>
                <p14:nvPr/>
              </p14:nvContentPartPr>
              <p14:xfrm>
                <a:off x="7398606" y="416182"/>
                <a:ext cx="14040" cy="227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8034D48-2A5E-55F0-4B75-7AD874340A5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380606" y="398182"/>
                  <a:ext cx="49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6CA1E76-6C6A-93C1-11A4-E25971DA6E69}"/>
                    </a:ext>
                  </a:extLst>
                </p14:cNvPr>
                <p14:cNvContentPartPr/>
                <p14:nvPr/>
              </p14:nvContentPartPr>
              <p14:xfrm>
                <a:off x="7327686" y="970942"/>
                <a:ext cx="164160" cy="21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6CA1E76-6C6A-93C1-11A4-E25971DA6E6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09686" y="953302"/>
                  <a:ext cx="199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1A3C89-5029-20FE-4488-426C75E352EB}"/>
                    </a:ext>
                  </a:extLst>
                </p14:cNvPr>
                <p14:cNvContentPartPr/>
                <p14:nvPr/>
              </p14:nvContentPartPr>
              <p14:xfrm>
                <a:off x="7365126" y="1484662"/>
                <a:ext cx="155160" cy="180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1A3C89-5029-20FE-4488-426C75E352E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347126" y="1467022"/>
                  <a:ext cx="190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0ED1FE7-3FD6-74ED-71E2-C7463BC0C312}"/>
                    </a:ext>
                  </a:extLst>
                </p14:cNvPr>
                <p14:cNvContentPartPr/>
                <p14:nvPr/>
              </p14:nvContentPartPr>
              <p14:xfrm>
                <a:off x="7313286" y="1889302"/>
                <a:ext cx="235080" cy="262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0ED1FE7-3FD6-74ED-71E2-C7463BC0C31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95286" y="1871302"/>
                  <a:ext cx="270720" cy="29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1AE43C8-756F-E286-35EE-936EA7292DE0}"/>
                  </a:ext>
                </a:extLst>
              </p14:cNvPr>
              <p14:cNvContentPartPr/>
              <p14:nvPr/>
            </p14:nvContentPartPr>
            <p14:xfrm>
              <a:off x="7906926" y="419782"/>
              <a:ext cx="15480" cy="175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1AE43C8-756F-E286-35EE-936EA7292DE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889286" y="401782"/>
                <a:ext cx="511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590BEE1-8880-C7D9-F1C8-C7D4C018978E}"/>
                  </a:ext>
                </a:extLst>
              </p14:cNvPr>
              <p14:cNvContentPartPr/>
              <p14:nvPr/>
            </p14:nvContentPartPr>
            <p14:xfrm>
              <a:off x="8419206" y="411142"/>
              <a:ext cx="13320" cy="2030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590BEE1-8880-C7D9-F1C8-C7D4C018978E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401206" y="393502"/>
                <a:ext cx="4896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6A188B5-DE91-7BD3-ABE6-EA133E8E0246}"/>
              </a:ext>
            </a:extLst>
          </p:cNvPr>
          <p:cNvGrpSpPr/>
          <p:nvPr/>
        </p:nvGrpSpPr>
        <p:grpSpPr>
          <a:xfrm>
            <a:off x="7825566" y="865102"/>
            <a:ext cx="869760" cy="266040"/>
            <a:chOff x="7825566" y="865102"/>
            <a:chExt cx="86976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DBEBC1-5B62-FCCF-10C6-E6E258187693}"/>
                    </a:ext>
                  </a:extLst>
                </p14:cNvPr>
                <p14:cNvContentPartPr/>
                <p14:nvPr/>
              </p14:nvContentPartPr>
              <p14:xfrm>
                <a:off x="7825566" y="1033942"/>
                <a:ext cx="88560" cy="14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DBEBC1-5B62-FCCF-10C6-E6E25818769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07566" y="1016302"/>
                  <a:ext cx="124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A6B24C0-C920-1738-99F8-4875DD658299}"/>
                    </a:ext>
                  </a:extLst>
                </p14:cNvPr>
                <p14:cNvContentPartPr/>
                <p14:nvPr/>
              </p14:nvContentPartPr>
              <p14:xfrm>
                <a:off x="8014206" y="911542"/>
                <a:ext cx="167400" cy="214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A6B24C0-C920-1738-99F8-4875DD6582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996206" y="893902"/>
                  <a:ext cx="203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919866-77DF-335E-267A-0E4DF548E341}"/>
                    </a:ext>
                  </a:extLst>
                </p14:cNvPr>
                <p14:cNvContentPartPr/>
                <p14:nvPr/>
              </p14:nvContentPartPr>
              <p14:xfrm>
                <a:off x="8339286" y="991822"/>
                <a:ext cx="111600" cy="12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919866-77DF-335E-267A-0E4DF548E34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21646" y="973822"/>
                  <a:ext cx="147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9013714-CE56-4614-F979-D5F75479893A}"/>
                    </a:ext>
                  </a:extLst>
                </p14:cNvPr>
                <p14:cNvContentPartPr/>
                <p14:nvPr/>
              </p14:nvContentPartPr>
              <p14:xfrm>
                <a:off x="8610366" y="865102"/>
                <a:ext cx="84960" cy="2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9013714-CE56-4614-F979-D5F75479893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92726" y="847462"/>
                  <a:ext cx="120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0EFF20C-9650-8E18-7763-2226591CE952}"/>
                    </a:ext>
                  </a:extLst>
                </p14:cNvPr>
                <p14:cNvContentPartPr/>
                <p14:nvPr/>
              </p14:nvContentPartPr>
              <p14:xfrm>
                <a:off x="8552766" y="902182"/>
                <a:ext cx="127800" cy="228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0EFF20C-9650-8E18-7763-2226591CE95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35126" y="884542"/>
                  <a:ext cx="16344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F236335-FC5D-34C9-ED40-228FBDCAF514}"/>
              </a:ext>
            </a:extLst>
          </p:cNvPr>
          <p:cNvGrpSpPr/>
          <p:nvPr/>
        </p:nvGrpSpPr>
        <p:grpSpPr>
          <a:xfrm>
            <a:off x="7893966" y="1402582"/>
            <a:ext cx="311760" cy="247680"/>
            <a:chOff x="7893966" y="1402582"/>
            <a:chExt cx="31176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F78022-54F3-6B53-DC3D-14776A4B0949}"/>
                    </a:ext>
                  </a:extLst>
                </p14:cNvPr>
                <p14:cNvContentPartPr/>
                <p14:nvPr/>
              </p14:nvContentPartPr>
              <p14:xfrm>
                <a:off x="7893966" y="1514542"/>
                <a:ext cx="125640" cy="35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F78022-54F3-6B53-DC3D-14776A4B094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875966" y="1496902"/>
                  <a:ext cx="161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F418CE-D291-21F4-555A-CA3A939A94EC}"/>
                    </a:ext>
                  </a:extLst>
                </p14:cNvPr>
                <p14:cNvContentPartPr/>
                <p14:nvPr/>
              </p14:nvContentPartPr>
              <p14:xfrm>
                <a:off x="8082246" y="1402582"/>
                <a:ext cx="123480" cy="247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F418CE-D291-21F4-555A-CA3A939A94E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64246" y="1384582"/>
                  <a:ext cx="15912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422774E-027A-F791-FE88-D3816791ED09}"/>
                  </a:ext>
                </a:extLst>
              </p14:cNvPr>
              <p14:cNvContentPartPr/>
              <p14:nvPr/>
            </p14:nvContentPartPr>
            <p14:xfrm>
              <a:off x="8547726" y="1391782"/>
              <a:ext cx="29520" cy="1749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422774E-027A-F791-FE88-D3816791ED0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529726" y="1374142"/>
                <a:ext cx="6516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6547D5A-76FD-6CCC-68BD-53974203C64B}"/>
              </a:ext>
            </a:extLst>
          </p:cNvPr>
          <p:cNvGrpSpPr/>
          <p:nvPr/>
        </p:nvGrpSpPr>
        <p:grpSpPr>
          <a:xfrm>
            <a:off x="7992966" y="1824862"/>
            <a:ext cx="311400" cy="246960"/>
            <a:chOff x="7992966" y="1824862"/>
            <a:chExt cx="3114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A771E15-D144-C6F5-9FFB-B5C166B725B2}"/>
                    </a:ext>
                  </a:extLst>
                </p14:cNvPr>
                <p14:cNvContentPartPr/>
                <p14:nvPr/>
              </p14:nvContentPartPr>
              <p14:xfrm>
                <a:off x="7992966" y="1855102"/>
                <a:ext cx="31680" cy="216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A771E15-D144-C6F5-9FFB-B5C166B725B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74966" y="1837462"/>
                  <a:ext cx="67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FB143BC-F09A-057D-1EF2-A2798E5E9E09}"/>
                    </a:ext>
                  </a:extLst>
                </p14:cNvPr>
                <p14:cNvContentPartPr/>
                <p14:nvPr/>
              </p14:nvContentPartPr>
              <p14:xfrm>
                <a:off x="8183406" y="1824862"/>
                <a:ext cx="120960" cy="24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FB143BC-F09A-057D-1EF2-A2798E5E9E0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65406" y="1806862"/>
                  <a:ext cx="156600" cy="28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C186D53-1BB4-1C07-CD30-AE9DE342FF71}"/>
                  </a:ext>
                </a:extLst>
              </p14:cNvPr>
              <p14:cNvContentPartPr/>
              <p14:nvPr/>
            </p14:nvContentPartPr>
            <p14:xfrm>
              <a:off x="8668326" y="1793902"/>
              <a:ext cx="131400" cy="264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C186D53-1BB4-1C07-CD30-AE9DE342FF71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650326" y="1776262"/>
                <a:ext cx="16704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8144728-F4B6-C534-0140-26F159F04DB8}"/>
              </a:ext>
            </a:extLst>
          </p:cNvPr>
          <p:cNvGrpSpPr/>
          <p:nvPr/>
        </p:nvGrpSpPr>
        <p:grpSpPr>
          <a:xfrm>
            <a:off x="8980086" y="56902"/>
            <a:ext cx="1210320" cy="2093400"/>
            <a:chOff x="8980086" y="56902"/>
            <a:chExt cx="1210320" cy="20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38501AF-43FC-2773-4F0D-EFD1B7CE5DDD}"/>
                    </a:ext>
                  </a:extLst>
                </p14:cNvPr>
                <p14:cNvContentPartPr/>
                <p14:nvPr/>
              </p14:nvContentPartPr>
              <p14:xfrm>
                <a:off x="8980086" y="438142"/>
                <a:ext cx="20520" cy="4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38501AF-43FC-2773-4F0D-EFD1B7CE5DD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962086" y="420502"/>
                  <a:ext cx="5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D29BB1E-5D59-03E9-CD8D-BB353AD05994}"/>
                    </a:ext>
                  </a:extLst>
                </p14:cNvPr>
                <p14:cNvContentPartPr/>
                <p14:nvPr/>
              </p14:nvContentPartPr>
              <p14:xfrm>
                <a:off x="8983326" y="573142"/>
                <a:ext cx="3240" cy="20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D29BB1E-5D59-03E9-CD8D-BB353AD0599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65686" y="555502"/>
                  <a:ext cx="38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4A53F29-CABD-998A-1CFD-9C8FD60055A3}"/>
                    </a:ext>
                  </a:extLst>
                </p14:cNvPr>
                <p14:cNvContentPartPr/>
                <p14:nvPr/>
              </p14:nvContentPartPr>
              <p14:xfrm>
                <a:off x="9322806" y="357502"/>
                <a:ext cx="184680" cy="261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4A53F29-CABD-998A-1CFD-9C8FD60055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04806" y="339862"/>
                  <a:ext cx="220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6C11408-7D2A-4CBF-86F1-12BD447DFA0B}"/>
                    </a:ext>
                  </a:extLst>
                </p14:cNvPr>
                <p14:cNvContentPartPr/>
                <p14:nvPr/>
              </p14:nvContentPartPr>
              <p14:xfrm>
                <a:off x="9117246" y="927742"/>
                <a:ext cx="16920" cy="22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6C11408-7D2A-4CBF-86F1-12BD447DFA0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99606" y="909742"/>
                  <a:ext cx="52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EAE963-AEFF-18CC-9177-EDE41873A512}"/>
                    </a:ext>
                  </a:extLst>
                </p14:cNvPr>
                <p14:cNvContentPartPr/>
                <p14:nvPr/>
              </p14:nvContentPartPr>
              <p14:xfrm>
                <a:off x="9137766" y="1037902"/>
                <a:ext cx="2880" cy="23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EAE963-AEFF-18CC-9177-EDE41873A51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19766" y="1019902"/>
                  <a:ext cx="38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6F4A100-D5C6-3FD1-7CDA-3C4E2FA63832}"/>
                    </a:ext>
                  </a:extLst>
                </p14:cNvPr>
                <p14:cNvContentPartPr/>
                <p14:nvPr/>
              </p14:nvContentPartPr>
              <p14:xfrm>
                <a:off x="9355926" y="893182"/>
                <a:ext cx="175680" cy="180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6F4A100-D5C6-3FD1-7CDA-3C4E2FA6383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38286" y="875182"/>
                  <a:ext cx="211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C87DB3-AEC8-30A0-73AD-79EA172BB4B4}"/>
                    </a:ext>
                  </a:extLst>
                </p14:cNvPr>
                <p14:cNvContentPartPr/>
                <p14:nvPr/>
              </p14:nvContentPartPr>
              <p14:xfrm>
                <a:off x="9119046" y="1376302"/>
                <a:ext cx="14400" cy="36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C87DB3-AEC8-30A0-73AD-79EA172BB4B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01406" y="1358302"/>
                  <a:ext cx="50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4D6D3E1-5FBF-7E70-88AF-A236B2A963DB}"/>
                    </a:ext>
                  </a:extLst>
                </p14:cNvPr>
                <p14:cNvContentPartPr/>
                <p14:nvPr/>
              </p14:nvContentPartPr>
              <p14:xfrm>
                <a:off x="9137766" y="1543702"/>
                <a:ext cx="1440" cy="20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4D6D3E1-5FBF-7E70-88AF-A236B2A963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19766" y="1525702"/>
                  <a:ext cx="37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E3216C-6FE8-AAC9-C5C9-A475BAB5752D}"/>
                    </a:ext>
                  </a:extLst>
                </p14:cNvPr>
                <p14:cNvContentPartPr/>
                <p14:nvPr/>
              </p14:nvContentPartPr>
              <p14:xfrm>
                <a:off x="9455646" y="1326982"/>
                <a:ext cx="168480" cy="200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E3216C-6FE8-AAC9-C5C9-A475BAB5752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38006" y="1309342"/>
                  <a:ext cx="204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41EAFFF-6D54-A48D-29B9-EFB4C6D62D31}"/>
                    </a:ext>
                  </a:extLst>
                </p14:cNvPr>
                <p14:cNvContentPartPr/>
                <p14:nvPr/>
              </p14:nvContentPartPr>
              <p14:xfrm>
                <a:off x="9230646" y="1807222"/>
                <a:ext cx="12600" cy="13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41EAFFF-6D54-A48D-29B9-EFB4C6D62D3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12646" y="1789222"/>
                  <a:ext cx="48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FDE325-9448-0716-7B1F-F82D7593615F}"/>
                    </a:ext>
                  </a:extLst>
                </p14:cNvPr>
                <p14:cNvContentPartPr/>
                <p14:nvPr/>
              </p14:nvContentPartPr>
              <p14:xfrm>
                <a:off x="9220566" y="2027182"/>
                <a:ext cx="13320" cy="34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FDE325-9448-0716-7B1F-F82D7593615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02926" y="2009542"/>
                  <a:ext cx="48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430314F-6F04-1D55-9801-E4E7DD98697F}"/>
                    </a:ext>
                  </a:extLst>
                </p14:cNvPr>
                <p14:cNvContentPartPr/>
                <p14:nvPr/>
              </p14:nvContentPartPr>
              <p14:xfrm>
                <a:off x="9553566" y="1773742"/>
                <a:ext cx="166320" cy="231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430314F-6F04-1D55-9801-E4E7DD98697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35926" y="1755742"/>
                  <a:ext cx="201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4DF1C9-1FB2-0123-50E9-E3C70B0FA1B8}"/>
                    </a:ext>
                  </a:extLst>
                </p14:cNvPr>
                <p14:cNvContentPartPr/>
                <p14:nvPr/>
              </p14:nvContentPartPr>
              <p14:xfrm>
                <a:off x="9866406" y="56902"/>
                <a:ext cx="324000" cy="2093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4DF1C9-1FB2-0123-50E9-E3C70B0FA1B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48406" y="38902"/>
                  <a:ext cx="359640" cy="212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74EAF6A-95FF-77F3-EC3D-8571B0A95BDA}"/>
                  </a:ext>
                </a:extLst>
              </p14:cNvPr>
              <p14:cNvContentPartPr/>
              <p14:nvPr/>
            </p14:nvContentPartPr>
            <p14:xfrm>
              <a:off x="2282286" y="2874622"/>
              <a:ext cx="286920" cy="19076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74EAF6A-95FF-77F3-EC3D-8571B0A95BD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264286" y="2856982"/>
                <a:ext cx="322560" cy="19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6071AB9-22F2-FD0D-8DF3-DEDEEC0CF78F}"/>
                  </a:ext>
                </a:extLst>
              </p14:cNvPr>
              <p14:cNvContentPartPr/>
              <p14:nvPr/>
            </p14:nvContentPartPr>
            <p14:xfrm>
              <a:off x="2780166" y="2973622"/>
              <a:ext cx="12960" cy="1400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6071AB9-22F2-FD0D-8DF3-DEDEEC0CF78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762526" y="2955622"/>
                <a:ext cx="486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0253305-9961-0962-60F7-DBB706F85E13}"/>
                  </a:ext>
                </a:extLst>
              </p14:cNvPr>
              <p14:cNvContentPartPr/>
              <p14:nvPr/>
            </p14:nvContentPartPr>
            <p14:xfrm>
              <a:off x="3374526" y="2908822"/>
              <a:ext cx="7200" cy="1767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0253305-9961-0962-60F7-DBB706F85E1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356886" y="2890822"/>
                <a:ext cx="428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C1866BD2-2BB8-AC72-9D7C-56152B7A9072}"/>
                  </a:ext>
                </a:extLst>
              </p14:cNvPr>
              <p14:cNvContentPartPr/>
              <p14:nvPr/>
            </p14:nvContentPartPr>
            <p14:xfrm>
              <a:off x="3887166" y="2867062"/>
              <a:ext cx="15120" cy="2026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C1866BD2-2BB8-AC72-9D7C-56152B7A907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869526" y="2849422"/>
                <a:ext cx="50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6D236E3-4BC7-C94B-A928-766E4B6A08B0}"/>
                  </a:ext>
                </a:extLst>
              </p14:cNvPr>
              <p14:cNvContentPartPr/>
              <p14:nvPr/>
            </p14:nvContentPartPr>
            <p14:xfrm>
              <a:off x="2760006" y="3366742"/>
              <a:ext cx="202680" cy="1908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6D236E3-4BC7-C94B-A928-766E4B6A08B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742006" y="3349102"/>
                <a:ext cx="23832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17E28FF-20DC-48FD-0290-99ACCEAEE1C9}"/>
              </a:ext>
            </a:extLst>
          </p:cNvPr>
          <p:cNvGrpSpPr/>
          <p:nvPr/>
        </p:nvGrpSpPr>
        <p:grpSpPr>
          <a:xfrm>
            <a:off x="3259686" y="3313822"/>
            <a:ext cx="240480" cy="214920"/>
            <a:chOff x="3259686" y="3313822"/>
            <a:chExt cx="24048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F97C6FA-C64A-37BB-B952-2D33AAA60E0D}"/>
                    </a:ext>
                  </a:extLst>
                </p14:cNvPr>
                <p14:cNvContentPartPr/>
                <p14:nvPr/>
              </p14:nvContentPartPr>
              <p14:xfrm>
                <a:off x="3259686" y="3414982"/>
                <a:ext cx="86760" cy="19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F97C6FA-C64A-37BB-B952-2D33AAA60E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42046" y="3397342"/>
                  <a:ext cx="122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F3366E-1E0E-A4D3-FC4E-C291AF79E47A}"/>
                    </a:ext>
                  </a:extLst>
                </p14:cNvPr>
                <p14:cNvContentPartPr/>
                <p14:nvPr/>
              </p14:nvContentPartPr>
              <p14:xfrm>
                <a:off x="3388926" y="3313822"/>
                <a:ext cx="111240" cy="214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F3366E-1E0E-A4D3-FC4E-C291AF79E47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70926" y="3295822"/>
                  <a:ext cx="14688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27BD372-CBBC-3695-439E-3D5D9F2AD1C7}"/>
              </a:ext>
            </a:extLst>
          </p:cNvPr>
          <p:cNvGrpSpPr/>
          <p:nvPr/>
        </p:nvGrpSpPr>
        <p:grpSpPr>
          <a:xfrm>
            <a:off x="3742446" y="3306622"/>
            <a:ext cx="372240" cy="251640"/>
            <a:chOff x="3742446" y="3306622"/>
            <a:chExt cx="37224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E848B44-8D55-5D45-63B4-90E70E48A3A3}"/>
                    </a:ext>
                  </a:extLst>
                </p14:cNvPr>
                <p14:cNvContentPartPr/>
                <p14:nvPr/>
              </p14:nvContentPartPr>
              <p14:xfrm>
                <a:off x="3742446" y="3410302"/>
                <a:ext cx="118440" cy="16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E848B44-8D55-5D45-63B4-90E70E48A3A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24806" y="3392662"/>
                  <a:ext cx="154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8A29FAE-896A-2306-A4BC-1AC55EF87DBF}"/>
                    </a:ext>
                  </a:extLst>
                </p14:cNvPr>
                <p14:cNvContentPartPr/>
                <p14:nvPr/>
              </p14:nvContentPartPr>
              <p14:xfrm>
                <a:off x="3992286" y="3306622"/>
                <a:ext cx="122400" cy="29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8A29FAE-896A-2306-A4BC-1AC55EF87DB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74646" y="3288622"/>
                  <a:ext cx="158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E1E4CC-DA8D-E5AA-5EED-B2B37D130BBD}"/>
                    </a:ext>
                  </a:extLst>
                </p14:cNvPr>
                <p14:cNvContentPartPr/>
                <p14:nvPr/>
              </p14:nvContentPartPr>
              <p14:xfrm>
                <a:off x="3915246" y="3308062"/>
                <a:ext cx="198000" cy="250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E1E4CC-DA8D-E5AA-5EED-B2B37D130BB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97246" y="3290422"/>
                  <a:ext cx="23364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2CADAF5-67E6-17E4-FF69-F65413F63C90}"/>
                  </a:ext>
                </a:extLst>
              </p14:cNvPr>
              <p14:cNvContentPartPr/>
              <p14:nvPr/>
            </p14:nvContentPartPr>
            <p14:xfrm>
              <a:off x="2751366" y="3804862"/>
              <a:ext cx="144000" cy="1850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2CADAF5-67E6-17E4-FF69-F65413F63C9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733366" y="3787222"/>
                <a:ext cx="17964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E9955EC-1FFF-B4E4-ED01-51C6C78B74FD}"/>
              </a:ext>
            </a:extLst>
          </p:cNvPr>
          <p:cNvGrpSpPr/>
          <p:nvPr/>
        </p:nvGrpSpPr>
        <p:grpSpPr>
          <a:xfrm>
            <a:off x="3252846" y="3787222"/>
            <a:ext cx="279360" cy="232920"/>
            <a:chOff x="3252846" y="3787222"/>
            <a:chExt cx="27936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A377462-C905-25E6-015D-143A0808644E}"/>
                    </a:ext>
                  </a:extLst>
                </p14:cNvPr>
                <p14:cNvContentPartPr/>
                <p14:nvPr/>
              </p14:nvContentPartPr>
              <p14:xfrm>
                <a:off x="3252846" y="3888742"/>
                <a:ext cx="90720" cy="16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A377462-C905-25E6-015D-143A080864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34846" y="3871102"/>
                  <a:ext cx="126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B40B3D4-4A45-C765-0196-72A8A94418C3}"/>
                    </a:ext>
                  </a:extLst>
                </p14:cNvPr>
                <p14:cNvContentPartPr/>
                <p14:nvPr/>
              </p14:nvContentPartPr>
              <p14:xfrm>
                <a:off x="3416286" y="3787222"/>
                <a:ext cx="115920" cy="232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B40B3D4-4A45-C765-0196-72A8A94418C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398646" y="3769582"/>
                  <a:ext cx="15156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08BEA9E-4EA4-DD00-6970-9D1B37C2B127}"/>
                  </a:ext>
                </a:extLst>
              </p14:cNvPr>
              <p14:cNvContentPartPr/>
              <p14:nvPr/>
            </p14:nvContentPartPr>
            <p14:xfrm>
              <a:off x="3936126" y="3773902"/>
              <a:ext cx="11160" cy="1850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08BEA9E-4EA4-DD00-6970-9D1B37C2B12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918126" y="3756262"/>
                <a:ext cx="468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C48F819-5D1F-00EB-6458-815B6CFEEFDA}"/>
                  </a:ext>
                </a:extLst>
              </p14:cNvPr>
              <p14:cNvContentPartPr/>
              <p14:nvPr/>
            </p14:nvContentPartPr>
            <p14:xfrm>
              <a:off x="2676126" y="4223902"/>
              <a:ext cx="156960" cy="1742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C48F819-5D1F-00EB-6458-815B6CFEEFD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658486" y="4205902"/>
                <a:ext cx="1926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0D7946A-6744-85A4-E280-AD4A4F889748}"/>
                  </a:ext>
                </a:extLst>
              </p14:cNvPr>
              <p14:cNvContentPartPr/>
              <p14:nvPr/>
            </p14:nvContentPartPr>
            <p14:xfrm>
              <a:off x="3269046" y="4224622"/>
              <a:ext cx="173160" cy="2574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0D7946A-6744-85A4-E280-AD4A4F88974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251046" y="4206982"/>
                <a:ext cx="208800" cy="2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DF9B81B-A7CF-5330-B532-B4C9AEFBECC4}"/>
              </a:ext>
            </a:extLst>
          </p:cNvPr>
          <p:cNvGrpSpPr/>
          <p:nvPr/>
        </p:nvGrpSpPr>
        <p:grpSpPr>
          <a:xfrm>
            <a:off x="3890406" y="4162702"/>
            <a:ext cx="145440" cy="303120"/>
            <a:chOff x="3890406" y="4162702"/>
            <a:chExt cx="14544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4D901A4-0FC3-F9FE-B5A4-443B5DC8D47F}"/>
                    </a:ext>
                  </a:extLst>
                </p14:cNvPr>
                <p14:cNvContentPartPr/>
                <p14:nvPr/>
              </p14:nvContentPartPr>
              <p14:xfrm>
                <a:off x="3953406" y="4167022"/>
                <a:ext cx="70200" cy="44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4D901A4-0FC3-F9FE-B5A4-443B5DC8D47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35766" y="4149382"/>
                  <a:ext cx="105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20D34A3-ABEB-48E1-619B-7B2B25A2DD53}"/>
                    </a:ext>
                  </a:extLst>
                </p14:cNvPr>
                <p14:cNvContentPartPr/>
                <p14:nvPr/>
              </p14:nvContentPartPr>
              <p14:xfrm>
                <a:off x="3890406" y="4162702"/>
                <a:ext cx="145440" cy="303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20D34A3-ABEB-48E1-619B-7B2B25A2DD5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72766" y="4145062"/>
                  <a:ext cx="181080" cy="33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183F86A-DEBB-7286-BB33-EE9B6D95F2EC}"/>
              </a:ext>
            </a:extLst>
          </p:cNvPr>
          <p:cNvGrpSpPr/>
          <p:nvPr/>
        </p:nvGrpSpPr>
        <p:grpSpPr>
          <a:xfrm>
            <a:off x="4499526" y="2855542"/>
            <a:ext cx="42120" cy="183960"/>
            <a:chOff x="4499526" y="2855542"/>
            <a:chExt cx="4212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4725AF1-560F-6D8D-A267-20FBE75627A8}"/>
                    </a:ext>
                  </a:extLst>
                </p14:cNvPr>
                <p14:cNvContentPartPr/>
                <p14:nvPr/>
              </p14:nvContentPartPr>
              <p14:xfrm>
                <a:off x="4527606" y="2855542"/>
                <a:ext cx="14040" cy="31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4725AF1-560F-6D8D-A267-20FBE75627A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509606" y="2837542"/>
                  <a:ext cx="49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FE5BABA-CFCC-A403-5010-7F3A856C98E3}"/>
                    </a:ext>
                  </a:extLst>
                </p14:cNvPr>
                <p14:cNvContentPartPr/>
                <p14:nvPr/>
              </p14:nvContentPartPr>
              <p14:xfrm>
                <a:off x="4499526" y="3016822"/>
                <a:ext cx="4680" cy="22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FE5BABA-CFCC-A403-5010-7F3A856C98E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481886" y="2999182"/>
                  <a:ext cx="403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F52D967-3A5E-F97C-DF55-E39CAC2C82F7}"/>
              </a:ext>
            </a:extLst>
          </p:cNvPr>
          <p:cNvGrpSpPr/>
          <p:nvPr/>
        </p:nvGrpSpPr>
        <p:grpSpPr>
          <a:xfrm>
            <a:off x="4485486" y="3325342"/>
            <a:ext cx="32760" cy="132840"/>
            <a:chOff x="4485486" y="3325342"/>
            <a:chExt cx="3276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A8FE207-7108-C55B-D8C2-7D4BE3C18990}"/>
                    </a:ext>
                  </a:extLst>
                </p14:cNvPr>
                <p14:cNvContentPartPr/>
                <p14:nvPr/>
              </p14:nvContentPartPr>
              <p14:xfrm>
                <a:off x="4485486" y="3325342"/>
                <a:ext cx="6120" cy="21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A8FE207-7108-C55B-D8C2-7D4BE3C1899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67846" y="3307702"/>
                  <a:ext cx="41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EC4AB3D-B4F5-7269-7C2F-1B7B1DFFA172}"/>
                    </a:ext>
                  </a:extLst>
                </p14:cNvPr>
                <p14:cNvContentPartPr/>
                <p14:nvPr/>
              </p14:nvContentPartPr>
              <p14:xfrm>
                <a:off x="4514286" y="3420742"/>
                <a:ext cx="3960" cy="37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EC4AB3D-B4F5-7269-7C2F-1B7B1DFFA17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96646" y="3403102"/>
                  <a:ext cx="3960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B282898-58C2-8F47-A44F-3E6B4157A3E1}"/>
                  </a:ext>
                </a:extLst>
              </p14:cNvPr>
              <p14:cNvContentPartPr/>
              <p14:nvPr/>
            </p14:nvContentPartPr>
            <p14:xfrm>
              <a:off x="4426806" y="3803782"/>
              <a:ext cx="11880" cy="421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B282898-58C2-8F47-A44F-3E6B4157A3E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408806" y="3786142"/>
                <a:ext cx="475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CB98E21-AF69-DB93-CDBD-FA676E5B9DCE}"/>
                  </a:ext>
                </a:extLst>
              </p14:cNvPr>
              <p14:cNvContentPartPr/>
              <p14:nvPr/>
            </p14:nvContentPartPr>
            <p14:xfrm>
              <a:off x="4426446" y="4016902"/>
              <a:ext cx="6120" cy="414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CB98E21-AF69-DB93-CDBD-FA676E5B9DC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408806" y="3999262"/>
                <a:ext cx="417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83B51AD-5A0B-935C-1589-A3A61EEBB192}"/>
                  </a:ext>
                </a:extLst>
              </p14:cNvPr>
              <p14:cNvContentPartPr/>
              <p14:nvPr/>
            </p14:nvContentPartPr>
            <p14:xfrm>
              <a:off x="4492326" y="4338742"/>
              <a:ext cx="12600" cy="396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83B51AD-5A0B-935C-1589-A3A61EEBB19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474326" y="4321102"/>
                <a:ext cx="48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734D033-B625-CBE4-EC9E-99B65201B03B}"/>
                  </a:ext>
                </a:extLst>
              </p14:cNvPr>
              <p14:cNvContentPartPr/>
              <p14:nvPr/>
            </p14:nvContentPartPr>
            <p14:xfrm>
              <a:off x="4444086" y="4557982"/>
              <a:ext cx="15480" cy="244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734D033-B625-CBE4-EC9E-99B65201B03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426086" y="4540342"/>
                <a:ext cx="5112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763465B-B230-B296-CDFD-1F930CE7D142}"/>
              </a:ext>
            </a:extLst>
          </p:cNvPr>
          <p:cNvGrpSpPr/>
          <p:nvPr/>
        </p:nvGrpSpPr>
        <p:grpSpPr>
          <a:xfrm>
            <a:off x="4729566" y="2684542"/>
            <a:ext cx="596160" cy="2078640"/>
            <a:chOff x="4729566" y="2684542"/>
            <a:chExt cx="596160" cy="20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254454-8DFC-9D83-24D9-FCBFEE47A1C2}"/>
                    </a:ext>
                  </a:extLst>
                </p14:cNvPr>
                <p14:cNvContentPartPr/>
                <p14:nvPr/>
              </p14:nvContentPartPr>
              <p14:xfrm>
                <a:off x="4792926" y="2833942"/>
                <a:ext cx="167760" cy="212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254454-8DFC-9D83-24D9-FCBFEE47A1C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4926" y="2816302"/>
                  <a:ext cx="203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2956948-04C6-1E22-6649-37C4B53ED885}"/>
                    </a:ext>
                  </a:extLst>
                </p14:cNvPr>
                <p14:cNvContentPartPr/>
                <p14:nvPr/>
              </p14:nvContentPartPr>
              <p14:xfrm>
                <a:off x="4805886" y="3256942"/>
                <a:ext cx="151200" cy="197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2956948-04C6-1E22-6649-37C4B53ED88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87886" y="3238942"/>
                  <a:ext cx="186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211F9BD-E163-824D-9465-4F0AA5EC69FC}"/>
                    </a:ext>
                  </a:extLst>
                </p14:cNvPr>
                <p14:cNvContentPartPr/>
                <p14:nvPr/>
              </p14:nvContentPartPr>
              <p14:xfrm>
                <a:off x="4729566" y="3773542"/>
                <a:ext cx="203400" cy="267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211F9BD-E163-824D-9465-4F0AA5EC69F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11926" y="3755902"/>
                  <a:ext cx="239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14E8972-E7CA-A268-4A65-0FE64B449D08}"/>
                    </a:ext>
                  </a:extLst>
                </p14:cNvPr>
                <p14:cNvContentPartPr/>
                <p14:nvPr/>
              </p14:nvContentPartPr>
              <p14:xfrm>
                <a:off x="4779966" y="4213102"/>
                <a:ext cx="153000" cy="253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14E8972-E7CA-A268-4A65-0FE64B449D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61966" y="4195102"/>
                  <a:ext cx="188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9349E8E-4703-B6A2-3162-EEEDBE49A996}"/>
                    </a:ext>
                  </a:extLst>
                </p14:cNvPr>
                <p14:cNvContentPartPr/>
                <p14:nvPr/>
              </p14:nvContentPartPr>
              <p14:xfrm>
                <a:off x="4849806" y="2684542"/>
                <a:ext cx="475920" cy="2078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9349E8E-4703-B6A2-3162-EEEDBE49A9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31806" y="2666542"/>
                  <a:ext cx="511560" cy="21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191EF13-E6C7-0C91-69CB-CC64F36C1711}"/>
              </a:ext>
            </a:extLst>
          </p:cNvPr>
          <p:cNvGrpSpPr/>
          <p:nvPr/>
        </p:nvGrpSpPr>
        <p:grpSpPr>
          <a:xfrm>
            <a:off x="336486" y="3276742"/>
            <a:ext cx="1775520" cy="1037520"/>
            <a:chOff x="336486" y="3276742"/>
            <a:chExt cx="1775520" cy="10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4BA39F-7F23-32DA-2C2D-800BDCE17944}"/>
                    </a:ext>
                  </a:extLst>
                </p14:cNvPr>
                <p14:cNvContentPartPr/>
                <p14:nvPr/>
              </p14:nvContentPartPr>
              <p14:xfrm>
                <a:off x="336486" y="3355582"/>
                <a:ext cx="29520" cy="241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4BA39F-7F23-32DA-2C2D-800BDCE1794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18846" y="3337942"/>
                  <a:ext cx="65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FE9D75-81A2-A433-8238-7F2C2A282840}"/>
                    </a:ext>
                  </a:extLst>
                </p14:cNvPr>
                <p14:cNvContentPartPr/>
                <p14:nvPr/>
              </p14:nvContentPartPr>
              <p14:xfrm>
                <a:off x="343326" y="3299062"/>
                <a:ext cx="176040" cy="297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FE9D75-81A2-A433-8238-7F2C2A28284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5326" y="3281422"/>
                  <a:ext cx="2116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91AC0F-7F86-D9FE-D2CC-FE4B532FAA90}"/>
                    </a:ext>
                  </a:extLst>
                </p14:cNvPr>
                <p14:cNvContentPartPr/>
                <p14:nvPr/>
              </p14:nvContentPartPr>
              <p14:xfrm>
                <a:off x="589206" y="3499942"/>
                <a:ext cx="65520" cy="250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91AC0F-7F86-D9FE-D2CC-FE4B532FAA9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71566" y="3482302"/>
                  <a:ext cx="101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59EE81-5694-BCC9-11B4-24865C0A2A02}"/>
                    </a:ext>
                  </a:extLst>
                </p14:cNvPr>
                <p14:cNvContentPartPr/>
                <p14:nvPr/>
              </p14:nvContentPartPr>
              <p14:xfrm>
                <a:off x="723846" y="3460342"/>
                <a:ext cx="159120" cy="134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59EE81-5694-BCC9-11B4-24865C0A2A0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6206" y="3442702"/>
                  <a:ext cx="194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5B201B-A137-04BF-5DB1-35D00C72ED47}"/>
                    </a:ext>
                  </a:extLst>
                </p14:cNvPr>
                <p14:cNvContentPartPr/>
                <p14:nvPr/>
              </p14:nvContentPartPr>
              <p14:xfrm>
                <a:off x="988086" y="3392662"/>
                <a:ext cx="18360" cy="198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5B201B-A137-04BF-5DB1-35D00C72ED4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0446" y="3374662"/>
                  <a:ext cx="54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13BF2AF-77A2-05CF-1F7E-188C6783ED0D}"/>
                    </a:ext>
                  </a:extLst>
                </p14:cNvPr>
                <p14:cNvContentPartPr/>
                <p14:nvPr/>
              </p14:nvContentPartPr>
              <p14:xfrm>
                <a:off x="978366" y="3309502"/>
                <a:ext cx="138960" cy="260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13BF2AF-77A2-05CF-1F7E-188C6783ED0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0726" y="3291862"/>
                  <a:ext cx="1746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73236CD-62B5-1386-9E92-9EF7DD8826C8}"/>
                    </a:ext>
                  </a:extLst>
                </p14:cNvPr>
                <p14:cNvContentPartPr/>
                <p14:nvPr/>
              </p14:nvContentPartPr>
              <p14:xfrm>
                <a:off x="1182126" y="3497422"/>
                <a:ext cx="94680" cy="242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73236CD-62B5-1386-9E92-9EF7DD8826C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64126" y="3479422"/>
                  <a:ext cx="130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4538647-CE7A-B671-CD0C-D2566184DDB2}"/>
                    </a:ext>
                  </a:extLst>
                </p14:cNvPr>
                <p14:cNvContentPartPr/>
                <p14:nvPr/>
              </p14:nvContentPartPr>
              <p14:xfrm>
                <a:off x="1386246" y="3462142"/>
                <a:ext cx="108720" cy="62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4538647-CE7A-B671-CD0C-D2566184DDB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68606" y="3444502"/>
                  <a:ext cx="144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F75BB40-6B42-9E52-7394-00DDC97F5765}"/>
                    </a:ext>
                  </a:extLst>
                </p14:cNvPr>
                <p14:cNvContentPartPr/>
                <p14:nvPr/>
              </p14:nvContentPartPr>
              <p14:xfrm>
                <a:off x="1437006" y="3395182"/>
                <a:ext cx="21960" cy="195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F75BB40-6B42-9E52-7394-00DDC97F576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19006" y="3377182"/>
                  <a:ext cx="57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29A3204-BC5A-481D-55DA-D6DE79383DA6}"/>
                    </a:ext>
                  </a:extLst>
                </p14:cNvPr>
                <p14:cNvContentPartPr/>
                <p14:nvPr/>
              </p14:nvContentPartPr>
              <p14:xfrm>
                <a:off x="1593246" y="3345862"/>
                <a:ext cx="126720" cy="201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29A3204-BC5A-481D-55DA-D6DE79383D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75606" y="3328222"/>
                  <a:ext cx="162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08C37A5-9F8B-D86B-BB3B-8B9D917E5770}"/>
                    </a:ext>
                  </a:extLst>
                </p14:cNvPr>
                <p14:cNvContentPartPr/>
                <p14:nvPr/>
              </p14:nvContentPartPr>
              <p14:xfrm>
                <a:off x="1791606" y="3350902"/>
                <a:ext cx="25920" cy="218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08C37A5-9F8B-D86B-BB3B-8B9D917E57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73606" y="3333262"/>
                  <a:ext cx="61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D0B5063-D3C0-D87B-056E-812F53E519A5}"/>
                    </a:ext>
                  </a:extLst>
                </p14:cNvPr>
                <p14:cNvContentPartPr/>
                <p14:nvPr/>
              </p14:nvContentPartPr>
              <p14:xfrm>
                <a:off x="1754166" y="3276742"/>
                <a:ext cx="130680" cy="240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D0B5063-D3C0-D87B-056E-812F53E519A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736526" y="3259102"/>
                  <a:ext cx="166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93564FB-F526-5981-6F93-8C706BC510A7}"/>
                    </a:ext>
                  </a:extLst>
                </p14:cNvPr>
                <p14:cNvContentPartPr/>
                <p14:nvPr/>
              </p14:nvContentPartPr>
              <p14:xfrm>
                <a:off x="1883406" y="3458182"/>
                <a:ext cx="132480" cy="189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93564FB-F526-5981-6F93-8C706BC510A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65766" y="3440182"/>
                  <a:ext cx="168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EAE4504-2D6B-9F89-07C3-3F8A76712FEB}"/>
                    </a:ext>
                  </a:extLst>
                </p14:cNvPr>
                <p14:cNvContentPartPr/>
                <p14:nvPr/>
              </p14:nvContentPartPr>
              <p14:xfrm>
                <a:off x="720246" y="3827182"/>
                <a:ext cx="1391760" cy="166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EAE4504-2D6B-9F89-07C3-3F8A76712FE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2606" y="3809182"/>
                  <a:ext cx="1427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80182E0-6F5A-6F78-64AC-5A4F0AF21F8F}"/>
                    </a:ext>
                  </a:extLst>
                </p14:cNvPr>
                <p14:cNvContentPartPr/>
                <p14:nvPr/>
              </p14:nvContentPartPr>
              <p14:xfrm>
                <a:off x="1822206" y="3828622"/>
                <a:ext cx="278640" cy="485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80182E0-6F5A-6F78-64AC-5A4F0AF21F8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04206" y="3810622"/>
                  <a:ext cx="31428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701C729-897C-B8EA-E02B-93523290DCB3}"/>
              </a:ext>
            </a:extLst>
          </p:cNvPr>
          <p:cNvGrpSpPr/>
          <p:nvPr/>
        </p:nvGrpSpPr>
        <p:grpSpPr>
          <a:xfrm>
            <a:off x="5722086" y="3132742"/>
            <a:ext cx="973800" cy="678960"/>
            <a:chOff x="5722086" y="3132742"/>
            <a:chExt cx="97380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FC75D41-87F5-A584-A885-AB37FFCC5205}"/>
                    </a:ext>
                  </a:extLst>
                </p14:cNvPr>
                <p14:cNvContentPartPr/>
                <p14:nvPr/>
              </p14:nvContentPartPr>
              <p14:xfrm>
                <a:off x="5998566" y="3612982"/>
                <a:ext cx="697320" cy="198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FC75D41-87F5-A584-A885-AB37FFCC520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80566" y="3595342"/>
                  <a:ext cx="732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7A0AD5A-D88D-DF39-DDBD-A455CF991E81}"/>
                    </a:ext>
                  </a:extLst>
                </p14:cNvPr>
                <p14:cNvContentPartPr/>
                <p14:nvPr/>
              </p14:nvContentPartPr>
              <p14:xfrm>
                <a:off x="6114126" y="3174502"/>
                <a:ext cx="23760" cy="241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7A0AD5A-D88D-DF39-DDBD-A455CF991E8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96126" y="3156862"/>
                  <a:ext cx="59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8D7EF1F-EF49-1CAD-30F7-F30F3BC8A0E7}"/>
                    </a:ext>
                  </a:extLst>
                </p14:cNvPr>
                <p14:cNvContentPartPr/>
                <p14:nvPr/>
              </p14:nvContentPartPr>
              <p14:xfrm>
                <a:off x="6093606" y="3132742"/>
                <a:ext cx="229320" cy="278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8D7EF1F-EF49-1CAD-30F7-F30F3BC8A0E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75966" y="3114742"/>
                  <a:ext cx="264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0F223C6-57D8-55E4-FC9F-2B387C40939E}"/>
                    </a:ext>
                  </a:extLst>
                </p14:cNvPr>
                <p14:cNvContentPartPr/>
                <p14:nvPr/>
              </p14:nvContentPartPr>
              <p14:xfrm>
                <a:off x="6421206" y="3304822"/>
                <a:ext cx="182520" cy="190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0F223C6-57D8-55E4-FC9F-2B387C40939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403206" y="3287182"/>
                  <a:ext cx="218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4950A7E-2FB7-4F28-D89A-D51A46E75EBB}"/>
                    </a:ext>
                  </a:extLst>
                </p14:cNvPr>
                <p14:cNvContentPartPr/>
                <p14:nvPr/>
              </p14:nvContentPartPr>
              <p14:xfrm>
                <a:off x="5722086" y="3308782"/>
                <a:ext cx="110160" cy="18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4950A7E-2FB7-4F28-D89A-D51A46E75EB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04086" y="3291142"/>
                  <a:ext cx="145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87A284F-46F0-BCCB-7A43-E724D8C9CB10}"/>
                    </a:ext>
                  </a:extLst>
                </p14:cNvPr>
                <p14:cNvContentPartPr/>
                <p14:nvPr/>
              </p14:nvContentPartPr>
              <p14:xfrm>
                <a:off x="5892366" y="3191782"/>
                <a:ext cx="6120" cy="216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87A284F-46F0-BCCB-7A43-E724D8C9CB1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874726" y="3174142"/>
                  <a:ext cx="41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2F36CEF-5F73-E6B7-A249-D677513C7279}"/>
                    </a:ext>
                  </a:extLst>
                </p14:cNvPr>
                <p14:cNvContentPartPr/>
                <p14:nvPr/>
              </p14:nvContentPartPr>
              <p14:xfrm>
                <a:off x="5786166" y="3495622"/>
                <a:ext cx="155520" cy="417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2F36CEF-5F73-E6B7-A249-D677513C727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68166" y="3477622"/>
                  <a:ext cx="191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8344A0-777D-7D88-FA47-627E24B1AE90}"/>
                    </a:ext>
                  </a:extLst>
                </p14:cNvPr>
                <p14:cNvContentPartPr/>
                <p14:nvPr/>
              </p14:nvContentPartPr>
              <p14:xfrm>
                <a:off x="5738646" y="3601822"/>
                <a:ext cx="182880" cy="202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8344A0-777D-7D88-FA47-627E24B1AE9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20646" y="3583822"/>
                  <a:ext cx="21852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03C31C5-0FE6-B121-B810-785C1FAE1BCE}"/>
                  </a:ext>
                </a:extLst>
              </p14:cNvPr>
              <p14:cNvContentPartPr/>
              <p14:nvPr/>
            </p14:nvContentPartPr>
            <p14:xfrm>
              <a:off x="7357926" y="2778142"/>
              <a:ext cx="313200" cy="208440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03C31C5-0FE6-B121-B810-785C1FAE1BC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7339926" y="2760502"/>
                <a:ext cx="348840" cy="21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BD71036-57B7-8402-7877-E50E89FEC3D8}"/>
                  </a:ext>
                </a:extLst>
              </p14:cNvPr>
              <p14:cNvContentPartPr/>
              <p14:nvPr/>
            </p14:nvContentPartPr>
            <p14:xfrm>
              <a:off x="7916286" y="2868502"/>
              <a:ext cx="8640" cy="253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BD71036-57B7-8402-7877-E50E89FEC3D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7898646" y="2850862"/>
                <a:ext cx="44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F795A09-1123-ACC3-EB51-6E057A0C44EF}"/>
                  </a:ext>
                </a:extLst>
              </p14:cNvPr>
              <p14:cNvContentPartPr/>
              <p14:nvPr/>
            </p14:nvContentPartPr>
            <p14:xfrm>
              <a:off x="8451246" y="2833582"/>
              <a:ext cx="12600" cy="2077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F795A09-1123-ACC3-EB51-6E057A0C44EF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433246" y="2815942"/>
                <a:ext cx="482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751B628-C222-C03E-F289-B4BF18CDD9BC}"/>
                  </a:ext>
                </a:extLst>
              </p14:cNvPr>
              <p14:cNvContentPartPr/>
              <p14:nvPr/>
            </p14:nvContentPartPr>
            <p14:xfrm>
              <a:off x="8979726" y="2763382"/>
              <a:ext cx="15840" cy="2804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751B628-C222-C03E-F289-B4BF18CDD9B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961726" y="2745382"/>
                <a:ext cx="514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E41E972-E114-19F6-42FA-83340C43A557}"/>
                  </a:ext>
                </a:extLst>
              </p14:cNvPr>
              <p14:cNvContentPartPr/>
              <p14:nvPr/>
            </p14:nvContentPartPr>
            <p14:xfrm>
              <a:off x="9484086" y="2795062"/>
              <a:ext cx="30240" cy="212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E41E972-E114-19F6-42FA-83340C43A557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9466446" y="2777422"/>
                <a:ext cx="658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6920DD3-8926-F59A-C325-EB2139D144A6}"/>
                  </a:ext>
                </a:extLst>
              </p14:cNvPr>
              <p14:cNvContentPartPr/>
              <p14:nvPr/>
            </p14:nvContentPartPr>
            <p14:xfrm>
              <a:off x="9484086" y="2982262"/>
              <a:ext cx="28080" cy="302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6920DD3-8926-F59A-C325-EB2139D144A6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466446" y="2964262"/>
                <a:ext cx="6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8F8134B-48A8-167D-1B88-2BBE98ECF9C1}"/>
                  </a:ext>
                </a:extLst>
              </p14:cNvPr>
              <p14:cNvContentPartPr/>
              <p14:nvPr/>
            </p14:nvContentPartPr>
            <p14:xfrm>
              <a:off x="9962886" y="2723062"/>
              <a:ext cx="245520" cy="2293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8F8134B-48A8-167D-1B88-2BBE98ECF9C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944886" y="2705422"/>
                <a:ext cx="2811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F14B9EC3-9723-EB4D-7786-ABD570E225F1}"/>
                  </a:ext>
                </a:extLst>
              </p14:cNvPr>
              <p14:cNvContentPartPr/>
              <p14:nvPr/>
            </p14:nvContentPartPr>
            <p14:xfrm>
              <a:off x="7822326" y="3364582"/>
              <a:ext cx="161640" cy="2624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F14B9EC3-9723-EB4D-7786-ABD570E225F1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7804326" y="3346582"/>
                <a:ext cx="1972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541C57A-8E47-35DA-48D5-42FF6892BC0C}"/>
                  </a:ext>
                </a:extLst>
              </p14:cNvPr>
              <p14:cNvContentPartPr/>
              <p14:nvPr/>
            </p14:nvContentPartPr>
            <p14:xfrm>
              <a:off x="8374566" y="3301582"/>
              <a:ext cx="7560" cy="2160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541C57A-8E47-35DA-48D5-42FF6892BC0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356566" y="3283942"/>
                <a:ext cx="4320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E1A1F3D-046C-6526-222E-0CC9BFDB3D97}"/>
              </a:ext>
            </a:extLst>
          </p:cNvPr>
          <p:cNvGrpSpPr/>
          <p:nvPr/>
        </p:nvGrpSpPr>
        <p:grpSpPr>
          <a:xfrm>
            <a:off x="8877486" y="3290422"/>
            <a:ext cx="335880" cy="384480"/>
            <a:chOff x="8877486" y="3290422"/>
            <a:chExt cx="33588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EED7F70-8592-EB82-DFC2-686B84D67D9D}"/>
                    </a:ext>
                  </a:extLst>
                </p14:cNvPr>
                <p14:cNvContentPartPr/>
                <p14:nvPr/>
              </p14:nvContentPartPr>
              <p14:xfrm>
                <a:off x="8877486" y="3325342"/>
                <a:ext cx="80280" cy="171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EED7F70-8592-EB82-DFC2-686B84D67D9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859486" y="3307342"/>
                  <a:ext cx="115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F680118-72B7-E71B-8196-6E445276D35C}"/>
                    </a:ext>
                  </a:extLst>
                </p14:cNvPr>
                <p14:cNvContentPartPr/>
                <p14:nvPr/>
              </p14:nvContentPartPr>
              <p14:xfrm>
                <a:off x="8919966" y="3290422"/>
                <a:ext cx="136440" cy="53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F680118-72B7-E71B-8196-6E445276D35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902326" y="3272782"/>
                  <a:ext cx="172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A515560-48E8-20F4-5A36-95B94B641960}"/>
                    </a:ext>
                  </a:extLst>
                </p14:cNvPr>
                <p14:cNvContentPartPr/>
                <p14:nvPr/>
              </p14:nvContentPartPr>
              <p14:xfrm>
                <a:off x="9000606" y="3339742"/>
                <a:ext cx="147960" cy="237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A515560-48E8-20F4-5A36-95B94B64196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982606" y="3321742"/>
                  <a:ext cx="183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4F6141C-4674-A2C6-344D-0982E644703B}"/>
                    </a:ext>
                  </a:extLst>
                </p14:cNvPr>
                <p14:cNvContentPartPr/>
                <p14:nvPr/>
              </p14:nvContentPartPr>
              <p14:xfrm>
                <a:off x="9060366" y="3471502"/>
                <a:ext cx="153000" cy="203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4F6141C-4674-A2C6-344D-0982E644703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042726" y="3453862"/>
                  <a:ext cx="18864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E161023-184A-E236-5F66-6F519D7999BC}"/>
              </a:ext>
            </a:extLst>
          </p:cNvPr>
          <p:cNvGrpSpPr/>
          <p:nvPr/>
        </p:nvGrpSpPr>
        <p:grpSpPr>
          <a:xfrm>
            <a:off x="9514326" y="3311302"/>
            <a:ext cx="22680" cy="201240"/>
            <a:chOff x="9514326" y="3311302"/>
            <a:chExt cx="2268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7122586-B673-D7A3-1DB5-24F368E4D3BF}"/>
                    </a:ext>
                  </a:extLst>
                </p14:cNvPr>
                <p14:cNvContentPartPr/>
                <p14:nvPr/>
              </p14:nvContentPartPr>
              <p14:xfrm>
                <a:off x="9517926" y="3311302"/>
                <a:ext cx="19080" cy="17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7122586-B673-D7A3-1DB5-24F368E4D3B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500286" y="3293662"/>
                  <a:ext cx="54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60189E0-0937-EF2B-7816-21790CC4D6C3}"/>
                    </a:ext>
                  </a:extLst>
                </p14:cNvPr>
                <p14:cNvContentPartPr/>
                <p14:nvPr/>
              </p14:nvContentPartPr>
              <p14:xfrm>
                <a:off x="9514326" y="3470062"/>
                <a:ext cx="14040" cy="42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60189E0-0937-EF2B-7816-21790CC4D6C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496686" y="3452422"/>
                  <a:ext cx="496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A7329DB-C8C6-9406-4223-5DB4225F478B}"/>
                  </a:ext>
                </a:extLst>
              </p14:cNvPr>
              <p14:cNvContentPartPr/>
              <p14:nvPr/>
            </p14:nvContentPartPr>
            <p14:xfrm>
              <a:off x="9955326" y="3273502"/>
              <a:ext cx="317520" cy="2275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A7329DB-C8C6-9406-4223-5DB4225F478B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9937686" y="3255502"/>
                <a:ext cx="353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23B38B6-A76D-1FB7-B58A-70F5D1293447}"/>
                  </a:ext>
                </a:extLst>
              </p14:cNvPr>
              <p14:cNvContentPartPr/>
              <p14:nvPr/>
            </p14:nvContentPartPr>
            <p14:xfrm>
              <a:off x="7741326" y="3917542"/>
              <a:ext cx="143280" cy="2008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23B38B6-A76D-1FB7-B58A-70F5D1293447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7723326" y="3899542"/>
                <a:ext cx="17892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A6132A04-8BDC-8667-3DE9-916830973877}"/>
              </a:ext>
            </a:extLst>
          </p:cNvPr>
          <p:cNvGrpSpPr/>
          <p:nvPr/>
        </p:nvGrpSpPr>
        <p:grpSpPr>
          <a:xfrm>
            <a:off x="8258286" y="3867862"/>
            <a:ext cx="316440" cy="214560"/>
            <a:chOff x="8258286" y="3867862"/>
            <a:chExt cx="31644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070C2B1-F03F-E519-350D-D02724BDFCA0}"/>
                    </a:ext>
                  </a:extLst>
                </p14:cNvPr>
                <p14:cNvContentPartPr/>
                <p14:nvPr/>
              </p14:nvContentPartPr>
              <p14:xfrm>
                <a:off x="8258286" y="3998182"/>
                <a:ext cx="87840" cy="6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070C2B1-F03F-E519-350D-D02724BDFCA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240646" y="3980182"/>
                  <a:ext cx="123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A629C41-0A0A-76E3-7A74-4AFF4B07F357}"/>
                    </a:ext>
                  </a:extLst>
                </p14:cNvPr>
                <p14:cNvContentPartPr/>
                <p14:nvPr/>
              </p14:nvContentPartPr>
              <p14:xfrm>
                <a:off x="8438646" y="3867862"/>
                <a:ext cx="136080" cy="214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A629C41-0A0A-76E3-7A74-4AFF4B07F35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421006" y="3849862"/>
                  <a:ext cx="17172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1A8D4C1A-38AC-A4DE-34C1-64DABCFFD28B}"/>
                  </a:ext>
                </a:extLst>
              </p14:cNvPr>
              <p14:cNvContentPartPr/>
              <p14:nvPr/>
            </p14:nvContentPartPr>
            <p14:xfrm>
              <a:off x="9140286" y="3851662"/>
              <a:ext cx="7200" cy="20448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1A8D4C1A-38AC-A4DE-34C1-64DABCFFD28B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122286" y="3833662"/>
                <a:ext cx="428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4A511FED-C01C-7267-B536-070B9BDE9F1A}"/>
                  </a:ext>
                </a:extLst>
              </p14:cNvPr>
              <p14:cNvContentPartPr/>
              <p14:nvPr/>
            </p14:nvContentPartPr>
            <p14:xfrm>
              <a:off x="9568326" y="3854902"/>
              <a:ext cx="5760" cy="226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4A511FED-C01C-7267-B536-070B9BDE9F1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50326" y="3836902"/>
                <a:ext cx="41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FC52A53-B3F5-1588-8ABF-6E3ADB1F0877}"/>
                  </a:ext>
                </a:extLst>
              </p14:cNvPr>
              <p14:cNvContentPartPr/>
              <p14:nvPr/>
            </p14:nvContentPartPr>
            <p14:xfrm>
              <a:off x="9581286" y="4016182"/>
              <a:ext cx="9000" cy="280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FC52A53-B3F5-1588-8ABF-6E3ADB1F0877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9563286" y="3998542"/>
                <a:ext cx="446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05DE0B5-CC3E-771F-A79A-B483716DABD1}"/>
                  </a:ext>
                </a:extLst>
              </p14:cNvPr>
              <p14:cNvContentPartPr/>
              <p14:nvPr/>
            </p14:nvContentPartPr>
            <p14:xfrm>
              <a:off x="9970086" y="3770302"/>
              <a:ext cx="250200" cy="2613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05DE0B5-CC3E-771F-A79A-B483716DABD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9952446" y="3752302"/>
                <a:ext cx="2858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C26B06B-4A60-96AF-228E-B52F9E990D6D}"/>
                  </a:ext>
                </a:extLst>
              </p14:cNvPr>
              <p14:cNvContentPartPr/>
              <p14:nvPr/>
            </p14:nvContentPartPr>
            <p14:xfrm>
              <a:off x="7816206" y="4409302"/>
              <a:ext cx="175320" cy="2206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C26B06B-4A60-96AF-228E-B52F9E990D6D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7798566" y="4391302"/>
                <a:ext cx="2109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E68B41DF-A8B5-35EA-152C-D54033A6BD58}"/>
                  </a:ext>
                </a:extLst>
              </p14:cNvPr>
              <p14:cNvContentPartPr/>
              <p14:nvPr/>
            </p14:nvContentPartPr>
            <p14:xfrm>
              <a:off x="8507406" y="4452502"/>
              <a:ext cx="130680" cy="1915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E68B41DF-A8B5-35EA-152C-D54033A6BD58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8489406" y="4434862"/>
                <a:ext cx="1663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9C12234-DEBA-6B9A-DFBA-19369335A226}"/>
              </a:ext>
            </a:extLst>
          </p:cNvPr>
          <p:cNvGrpSpPr/>
          <p:nvPr/>
        </p:nvGrpSpPr>
        <p:grpSpPr>
          <a:xfrm>
            <a:off x="9036966" y="4358542"/>
            <a:ext cx="212760" cy="221760"/>
            <a:chOff x="9036966" y="4358542"/>
            <a:chExt cx="21276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9166CD8-547B-2611-4628-8DE7FA553C9A}"/>
                    </a:ext>
                  </a:extLst>
                </p14:cNvPr>
                <p14:cNvContentPartPr/>
                <p14:nvPr/>
              </p14:nvContentPartPr>
              <p14:xfrm>
                <a:off x="9040566" y="4383382"/>
                <a:ext cx="102600" cy="36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9166CD8-547B-2611-4628-8DE7FA553C9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022926" y="4365382"/>
                  <a:ext cx="138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1C58258-7EB5-14BB-4CBA-D2A02A988546}"/>
                    </a:ext>
                  </a:extLst>
                </p14:cNvPr>
                <p14:cNvContentPartPr/>
                <p14:nvPr/>
              </p14:nvContentPartPr>
              <p14:xfrm>
                <a:off x="9036966" y="4371142"/>
                <a:ext cx="177480" cy="209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1C58258-7EB5-14BB-4CBA-D2A02A9885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019326" y="4353142"/>
                  <a:ext cx="21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94D4190-E93A-9E82-8D85-D311D5014B91}"/>
                    </a:ext>
                  </a:extLst>
                </p14:cNvPr>
                <p14:cNvContentPartPr/>
                <p14:nvPr/>
              </p14:nvContentPartPr>
              <p14:xfrm>
                <a:off x="9071526" y="4358542"/>
                <a:ext cx="178200" cy="25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94D4190-E93A-9E82-8D85-D311D5014B9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053886" y="4340542"/>
                  <a:ext cx="21384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1DB6C41-DD01-FD0C-1E96-BE701EEAFE19}"/>
                  </a:ext>
                </a:extLst>
              </p14:cNvPr>
              <p14:cNvContentPartPr/>
              <p14:nvPr/>
            </p14:nvContentPartPr>
            <p14:xfrm>
              <a:off x="9613326" y="4347742"/>
              <a:ext cx="6120" cy="244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1DB6C41-DD01-FD0C-1E96-BE701EEAFE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95686" y="4330102"/>
                <a:ext cx="417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89EC45F-D5A8-4A66-104F-FAE555A9C3D9}"/>
                  </a:ext>
                </a:extLst>
              </p14:cNvPr>
              <p14:cNvContentPartPr/>
              <p14:nvPr/>
            </p14:nvContentPartPr>
            <p14:xfrm>
              <a:off x="9600366" y="4535302"/>
              <a:ext cx="720" cy="144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89EC45F-D5A8-4A66-104F-FAE555A9C3D9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9582726" y="4517302"/>
                <a:ext cx="363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ED51331-9D30-A6EE-F4CA-BF8144C56FA1}"/>
                  </a:ext>
                </a:extLst>
              </p14:cNvPr>
              <p14:cNvContentPartPr/>
              <p14:nvPr/>
            </p14:nvContentPartPr>
            <p14:xfrm>
              <a:off x="10036686" y="4345942"/>
              <a:ext cx="197280" cy="2059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ED51331-9D30-A6EE-F4CA-BF8144C56FA1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018686" y="4328302"/>
                <a:ext cx="2329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DBB88C7-D7B7-2C5A-970D-82A99B231B04}"/>
                  </a:ext>
                </a:extLst>
              </p14:cNvPr>
              <p14:cNvContentPartPr/>
              <p14:nvPr/>
            </p14:nvContentPartPr>
            <p14:xfrm>
              <a:off x="10434126" y="2633782"/>
              <a:ext cx="433440" cy="20091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DBB88C7-D7B7-2C5A-970D-82A99B231B04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0416126" y="2615782"/>
                <a:ext cx="469080" cy="20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02A6924-50FF-3C6D-9074-B1179E18C811}"/>
              </a:ext>
            </a:extLst>
          </p:cNvPr>
          <p:cNvGrpSpPr/>
          <p:nvPr/>
        </p:nvGrpSpPr>
        <p:grpSpPr>
          <a:xfrm>
            <a:off x="464646" y="5202382"/>
            <a:ext cx="717480" cy="626040"/>
            <a:chOff x="464646" y="5202382"/>
            <a:chExt cx="717480" cy="62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918BA59-5640-A969-8FB8-57D507539DAD}"/>
                    </a:ext>
                  </a:extLst>
                </p14:cNvPr>
                <p14:cNvContentPartPr/>
                <p14:nvPr/>
              </p14:nvContentPartPr>
              <p14:xfrm>
                <a:off x="497046" y="5655982"/>
                <a:ext cx="685080" cy="172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918BA59-5640-A969-8FB8-57D507539DA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79046" y="5637982"/>
                  <a:ext cx="720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181D4FE-D59C-5773-3460-4A0CED550816}"/>
                    </a:ext>
                  </a:extLst>
                </p14:cNvPr>
                <p14:cNvContentPartPr/>
                <p14:nvPr/>
              </p14:nvContentPartPr>
              <p14:xfrm>
                <a:off x="464646" y="5204542"/>
                <a:ext cx="44280" cy="245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181D4FE-D59C-5773-3460-4A0CED55081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46646" y="5186542"/>
                  <a:ext cx="79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47ADAF7-0A0F-CC21-E014-518131DE3D8D}"/>
                    </a:ext>
                  </a:extLst>
                </p14:cNvPr>
                <p14:cNvContentPartPr/>
                <p14:nvPr/>
              </p14:nvContentPartPr>
              <p14:xfrm>
                <a:off x="480126" y="5202382"/>
                <a:ext cx="153720" cy="228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47ADAF7-0A0F-CC21-E014-518131DE3D8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62126" y="5184742"/>
                  <a:ext cx="189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079D304-BB8F-DD00-2A4C-4AC0B7305C70}"/>
                    </a:ext>
                  </a:extLst>
                </p14:cNvPr>
                <p14:cNvContentPartPr/>
                <p14:nvPr/>
              </p14:nvContentPartPr>
              <p14:xfrm>
                <a:off x="666606" y="5414782"/>
                <a:ext cx="56880" cy="154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079D304-BB8F-DD00-2A4C-4AC0B7305C7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48966" y="5396782"/>
                  <a:ext cx="92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C7B28AB-A303-3ABD-0AF3-7E128F76AAFA}"/>
                    </a:ext>
                  </a:extLst>
                </p14:cNvPr>
                <p14:cNvContentPartPr/>
                <p14:nvPr/>
              </p14:nvContentPartPr>
              <p14:xfrm>
                <a:off x="773166" y="5502262"/>
                <a:ext cx="35280" cy="896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C7B28AB-A303-3ABD-0AF3-7E128F76AAF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55526" y="5484622"/>
                  <a:ext cx="70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8A3BABE-2D69-808F-CC05-BBEC8219F97F}"/>
                    </a:ext>
                  </a:extLst>
                </p14:cNvPr>
                <p14:cNvContentPartPr/>
                <p14:nvPr/>
              </p14:nvContentPartPr>
              <p14:xfrm>
                <a:off x="880086" y="5401102"/>
                <a:ext cx="104760" cy="161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8A3BABE-2D69-808F-CC05-BBEC8219F9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62446" y="5383462"/>
                  <a:ext cx="14040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62DB09C6-995F-82A8-579F-F401FD411BAF}"/>
                  </a:ext>
                </a:extLst>
              </p14:cNvPr>
              <p14:cNvContentPartPr/>
              <p14:nvPr/>
            </p14:nvContentPartPr>
            <p14:xfrm>
              <a:off x="1542486" y="5128942"/>
              <a:ext cx="438480" cy="15062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62DB09C6-995F-82A8-579F-F401FD411BAF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1524486" y="5111302"/>
                <a:ext cx="474120" cy="15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1F650BE-5FD7-648E-5250-325ED5D89292}"/>
                  </a:ext>
                </a:extLst>
              </p14:cNvPr>
              <p14:cNvContentPartPr/>
              <p14:nvPr/>
            </p14:nvContentPartPr>
            <p14:xfrm>
              <a:off x="2191206" y="5234782"/>
              <a:ext cx="13680" cy="18324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1F650BE-5FD7-648E-5250-325ED5D89292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2173566" y="5216782"/>
                <a:ext cx="493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B32991D-4C47-18C1-21DB-69A62AFBE72E}"/>
                  </a:ext>
                </a:extLst>
              </p14:cNvPr>
              <p14:cNvContentPartPr/>
              <p14:nvPr/>
            </p14:nvContentPartPr>
            <p14:xfrm>
              <a:off x="2724366" y="5251702"/>
              <a:ext cx="38160" cy="1904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B32991D-4C47-18C1-21DB-69A62AFBE72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706726" y="5233702"/>
                <a:ext cx="73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A57275A2-9EEA-60D7-0AC8-D7D1E9304861}"/>
                  </a:ext>
                </a:extLst>
              </p14:cNvPr>
              <p14:cNvContentPartPr/>
              <p14:nvPr/>
            </p14:nvContentPartPr>
            <p14:xfrm>
              <a:off x="2186886" y="5674702"/>
              <a:ext cx="144000" cy="23580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A57275A2-9EEA-60D7-0AC8-D7D1E9304861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2168886" y="5657062"/>
                <a:ext cx="1796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5A7295B-81EE-0B2A-7788-48E9DCCFF99A}"/>
                  </a:ext>
                </a:extLst>
              </p14:cNvPr>
              <p14:cNvContentPartPr/>
              <p14:nvPr/>
            </p14:nvContentPartPr>
            <p14:xfrm>
              <a:off x="2623566" y="5735542"/>
              <a:ext cx="31680" cy="1832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5A7295B-81EE-0B2A-7788-48E9DCCFF99A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2605926" y="5717542"/>
                <a:ext cx="6732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30F4F52-7CB4-FB3F-7E25-DED73CEACBF7}"/>
              </a:ext>
            </a:extLst>
          </p:cNvPr>
          <p:cNvGrpSpPr/>
          <p:nvPr/>
        </p:nvGrpSpPr>
        <p:grpSpPr>
          <a:xfrm>
            <a:off x="2046486" y="6144502"/>
            <a:ext cx="419760" cy="205560"/>
            <a:chOff x="2046486" y="6144502"/>
            <a:chExt cx="41976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0164C0F-BF16-5290-33DA-19FB6FDD81D8}"/>
                    </a:ext>
                  </a:extLst>
                </p14:cNvPr>
                <p14:cNvContentPartPr/>
                <p14:nvPr/>
              </p14:nvContentPartPr>
              <p14:xfrm>
                <a:off x="2046486" y="6144502"/>
                <a:ext cx="114120" cy="19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0164C0F-BF16-5290-33DA-19FB6FDD81D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028846" y="6126502"/>
                  <a:ext cx="149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94C972A-F148-A725-83A6-C59DC8CD3BA5}"/>
                    </a:ext>
                  </a:extLst>
                </p14:cNvPr>
                <p14:cNvContentPartPr/>
                <p14:nvPr/>
              </p14:nvContentPartPr>
              <p14:xfrm>
                <a:off x="2329086" y="6167182"/>
                <a:ext cx="137160" cy="182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94C972A-F148-A725-83A6-C59DC8CD3BA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311086" y="6149182"/>
                  <a:ext cx="17280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437CC47B-883D-ED13-1827-AC9196FB486A}"/>
                  </a:ext>
                </a:extLst>
              </p14:cNvPr>
              <p14:cNvContentPartPr/>
              <p14:nvPr/>
            </p14:nvContentPartPr>
            <p14:xfrm>
              <a:off x="2050446" y="6496582"/>
              <a:ext cx="164880" cy="22464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437CC47B-883D-ED13-1827-AC9196FB486A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2032806" y="6478942"/>
                <a:ext cx="20052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97B0A42C-21C2-0144-1C58-183A4E1C562A}"/>
              </a:ext>
            </a:extLst>
          </p:cNvPr>
          <p:cNvGrpSpPr/>
          <p:nvPr/>
        </p:nvGrpSpPr>
        <p:grpSpPr>
          <a:xfrm>
            <a:off x="2449326" y="6525742"/>
            <a:ext cx="255240" cy="236880"/>
            <a:chOff x="2449326" y="6525742"/>
            <a:chExt cx="25524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C1936B6-65ED-C069-82AC-9A16DC0DA675}"/>
                    </a:ext>
                  </a:extLst>
                </p14:cNvPr>
                <p14:cNvContentPartPr/>
                <p14:nvPr/>
              </p14:nvContentPartPr>
              <p14:xfrm>
                <a:off x="2449326" y="6641662"/>
                <a:ext cx="85680" cy="270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C1936B6-65ED-C069-82AC-9A16DC0DA67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431326" y="6624022"/>
                  <a:ext cx="121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FA776EA-7B54-22C4-C80D-A04C677EDE18}"/>
                    </a:ext>
                  </a:extLst>
                </p14:cNvPr>
                <p14:cNvContentPartPr/>
                <p14:nvPr/>
              </p14:nvContentPartPr>
              <p14:xfrm>
                <a:off x="2609526" y="6525742"/>
                <a:ext cx="95040" cy="2368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FA776EA-7B54-22C4-C80D-A04C677EDE1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591886" y="6508102"/>
                  <a:ext cx="13068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6EDD4C0-6D7B-1BCE-A30D-D0F0FE806500}"/>
              </a:ext>
            </a:extLst>
          </p:cNvPr>
          <p:cNvGrpSpPr/>
          <p:nvPr/>
        </p:nvGrpSpPr>
        <p:grpSpPr>
          <a:xfrm>
            <a:off x="4916406" y="5293462"/>
            <a:ext cx="1434600" cy="627480"/>
            <a:chOff x="4916406" y="5293462"/>
            <a:chExt cx="1434600" cy="62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EA2E246-D7FE-EE29-9D24-89A6EC2EB8AB}"/>
                    </a:ext>
                  </a:extLst>
                </p14:cNvPr>
                <p14:cNvContentPartPr/>
                <p14:nvPr/>
              </p14:nvContentPartPr>
              <p14:xfrm>
                <a:off x="5253006" y="5689822"/>
                <a:ext cx="1098000" cy="231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EA2E246-D7FE-EE29-9D24-89A6EC2EB8A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235366" y="5672182"/>
                  <a:ext cx="1133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C283FD2-3FB9-C7DC-6E4C-9E9252088A41}"/>
                    </a:ext>
                  </a:extLst>
                </p14:cNvPr>
                <p14:cNvContentPartPr/>
                <p14:nvPr/>
              </p14:nvContentPartPr>
              <p14:xfrm>
                <a:off x="5234286" y="5346382"/>
                <a:ext cx="130680" cy="216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C283FD2-3FB9-C7DC-6E4C-9E9252088A4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216646" y="5328382"/>
                  <a:ext cx="166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0525494-5118-DC74-B8BD-091DE18DEF95}"/>
                    </a:ext>
                  </a:extLst>
                </p14:cNvPr>
                <p14:cNvContentPartPr/>
                <p14:nvPr/>
              </p14:nvContentPartPr>
              <p14:xfrm>
                <a:off x="5515806" y="5293462"/>
                <a:ext cx="139320" cy="2653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0525494-5118-DC74-B8BD-091DE18DEF9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497806" y="5275822"/>
                  <a:ext cx="174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6E930DF-0A07-23D0-CB0A-3ED5DA302887}"/>
                    </a:ext>
                  </a:extLst>
                </p14:cNvPr>
                <p14:cNvContentPartPr/>
                <p14:nvPr/>
              </p14:nvContentPartPr>
              <p14:xfrm>
                <a:off x="5699046" y="5496502"/>
                <a:ext cx="212040" cy="1764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6E930DF-0A07-23D0-CB0A-3ED5DA30288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681046" y="5478502"/>
                  <a:ext cx="247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9B1146C-D1C4-6B0E-7DE8-39B4D902C3FA}"/>
                    </a:ext>
                  </a:extLst>
                </p14:cNvPr>
                <p14:cNvContentPartPr/>
                <p14:nvPr/>
              </p14:nvContentPartPr>
              <p14:xfrm>
                <a:off x="4916406" y="5348542"/>
                <a:ext cx="105480" cy="2872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9B1146C-D1C4-6B0E-7DE8-39B4D902C3F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98406" y="5330902"/>
                  <a:ext cx="1411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FD21E50-5C1B-EEA7-F55F-4CD7E9B61C0F}"/>
                    </a:ext>
                  </a:extLst>
                </p14:cNvPr>
                <p14:cNvContentPartPr/>
                <p14:nvPr/>
              </p14:nvContentPartPr>
              <p14:xfrm>
                <a:off x="5028006" y="5550862"/>
                <a:ext cx="84960" cy="259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FD21E50-5C1B-EEA7-F55F-4CD7E9B61C0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010366" y="5532862"/>
                  <a:ext cx="120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022E6FE-93D6-C8C0-B3B1-44313079AC98}"/>
                    </a:ext>
                  </a:extLst>
                </p14:cNvPr>
                <p14:cNvContentPartPr/>
                <p14:nvPr/>
              </p14:nvContentPartPr>
              <p14:xfrm>
                <a:off x="5156526" y="5547982"/>
                <a:ext cx="85680" cy="1224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022E6FE-93D6-C8C0-B3B1-44313079AC9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138526" y="5530342"/>
                  <a:ext cx="1213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99339B5B-D26C-5450-8B45-9A7879F7AFE4}"/>
                  </a:ext>
                </a:extLst>
              </p14:cNvPr>
              <p14:cNvContentPartPr/>
              <p14:nvPr/>
            </p14:nvContentPartPr>
            <p14:xfrm>
              <a:off x="6697326" y="5080342"/>
              <a:ext cx="374400" cy="15937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99339B5B-D26C-5450-8B45-9A7879F7AFE4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6679326" y="5062702"/>
                <a:ext cx="410040" cy="16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2A204BD2-10D6-ABBE-5CEE-4986B082C005}"/>
                  </a:ext>
                </a:extLst>
              </p14:cNvPr>
              <p14:cNvContentPartPr/>
              <p14:nvPr/>
            </p14:nvContentPartPr>
            <p14:xfrm>
              <a:off x="7384566" y="5243782"/>
              <a:ext cx="18360" cy="18180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2A204BD2-10D6-ABBE-5CEE-4986B082C005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7366926" y="5225782"/>
                <a:ext cx="54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D32F4787-9429-CA82-C430-461972EFBC0D}"/>
                  </a:ext>
                </a:extLst>
              </p14:cNvPr>
              <p14:cNvContentPartPr/>
              <p14:nvPr/>
            </p14:nvContentPartPr>
            <p14:xfrm>
              <a:off x="7791366" y="5229382"/>
              <a:ext cx="24840" cy="2181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D32F4787-9429-CA82-C430-461972EFBC0D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773366" y="5211382"/>
                <a:ext cx="604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081EF37-059B-1445-D25C-B1925611D82E}"/>
                  </a:ext>
                </a:extLst>
              </p14:cNvPr>
              <p14:cNvContentPartPr/>
              <p14:nvPr/>
            </p14:nvContentPartPr>
            <p14:xfrm>
              <a:off x="8459526" y="5202382"/>
              <a:ext cx="12600" cy="19332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081EF37-059B-1445-D25C-B1925611D82E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8441526" y="5184742"/>
                <a:ext cx="4824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0895CF03-02BE-793F-56AB-EE5E015457A2}"/>
              </a:ext>
            </a:extLst>
          </p:cNvPr>
          <p:cNvGrpSpPr/>
          <p:nvPr/>
        </p:nvGrpSpPr>
        <p:grpSpPr>
          <a:xfrm>
            <a:off x="8884326" y="5135422"/>
            <a:ext cx="499680" cy="231480"/>
            <a:chOff x="8884326" y="5135422"/>
            <a:chExt cx="49968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8630625-EC83-3DCA-172E-22F1308322B9}"/>
                    </a:ext>
                  </a:extLst>
                </p14:cNvPr>
                <p14:cNvContentPartPr/>
                <p14:nvPr/>
              </p14:nvContentPartPr>
              <p14:xfrm>
                <a:off x="8952366" y="5212462"/>
                <a:ext cx="17640" cy="4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8630625-EC83-3DCA-172E-22F1308322B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934366" y="5194462"/>
                  <a:ext cx="53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80F949F-BC6C-E459-EC8D-6CBAC659425D}"/>
                    </a:ext>
                  </a:extLst>
                </p14:cNvPr>
                <p14:cNvContentPartPr/>
                <p14:nvPr/>
              </p14:nvContentPartPr>
              <p14:xfrm>
                <a:off x="8884326" y="5340622"/>
                <a:ext cx="13320" cy="255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80F949F-BC6C-E459-EC8D-6CBAC659425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866686" y="5322622"/>
                  <a:ext cx="48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2E387BF-E375-1D19-6EB0-3EF244E51099}"/>
                    </a:ext>
                  </a:extLst>
                </p14:cNvPr>
                <p14:cNvContentPartPr/>
                <p14:nvPr/>
              </p14:nvContentPartPr>
              <p14:xfrm>
                <a:off x="9148926" y="5135422"/>
                <a:ext cx="235080" cy="2314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2E387BF-E375-1D19-6EB0-3EF244E5109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130926" y="5117782"/>
                  <a:ext cx="27072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0EF598AD-CD3D-AE64-74DF-ADA96FB154CE}"/>
                  </a:ext>
                </a:extLst>
              </p14:cNvPr>
              <p14:cNvContentPartPr/>
              <p14:nvPr/>
            </p14:nvContentPartPr>
            <p14:xfrm>
              <a:off x="7231566" y="5621422"/>
              <a:ext cx="213840" cy="2484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0EF598AD-CD3D-AE64-74DF-ADA96FB154CE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7213926" y="5603782"/>
                <a:ext cx="24948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C3C8CBD-69C6-10B0-3398-523CD30E407D}"/>
                  </a:ext>
                </a:extLst>
              </p14:cNvPr>
              <p14:cNvContentPartPr/>
              <p14:nvPr/>
            </p14:nvContentPartPr>
            <p14:xfrm>
              <a:off x="7790286" y="5694862"/>
              <a:ext cx="18360" cy="17028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C3C8CBD-69C6-10B0-3398-523CD30E407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7772286" y="5677222"/>
                <a:ext cx="5400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1A799062-3E02-8639-0794-5A885B7961EE}"/>
              </a:ext>
            </a:extLst>
          </p:cNvPr>
          <p:cNvGrpSpPr/>
          <p:nvPr/>
        </p:nvGrpSpPr>
        <p:grpSpPr>
          <a:xfrm>
            <a:off x="8278446" y="5613502"/>
            <a:ext cx="342720" cy="383040"/>
            <a:chOff x="8278446" y="5613502"/>
            <a:chExt cx="3427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02F7FBB-6131-BE2A-E76A-783114310A57}"/>
                    </a:ext>
                  </a:extLst>
                </p14:cNvPr>
                <p14:cNvContentPartPr/>
                <p14:nvPr/>
              </p14:nvContentPartPr>
              <p14:xfrm>
                <a:off x="8278446" y="5657422"/>
                <a:ext cx="119520" cy="185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02F7FBB-6131-BE2A-E76A-783114310A5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60446" y="5639422"/>
                  <a:ext cx="15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4A37B48-7168-31EE-C33D-451B2883AEF0}"/>
                    </a:ext>
                  </a:extLst>
                </p14:cNvPr>
                <p14:cNvContentPartPr/>
                <p14:nvPr/>
              </p14:nvContentPartPr>
              <p14:xfrm>
                <a:off x="8339286" y="5613502"/>
                <a:ext cx="118440" cy="342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4A37B48-7168-31EE-C33D-451B2883AEF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321286" y="5595862"/>
                  <a:ext cx="154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E42028A-29DF-DDC5-5102-086393283CC4}"/>
                    </a:ext>
                  </a:extLst>
                </p14:cNvPr>
                <p14:cNvContentPartPr/>
                <p14:nvPr/>
              </p14:nvContentPartPr>
              <p14:xfrm>
                <a:off x="8386446" y="5679022"/>
                <a:ext cx="142200" cy="2624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E42028A-29DF-DDC5-5102-086393283C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368806" y="5661022"/>
                  <a:ext cx="1778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5154B53-571A-A503-2139-E3A5D4693967}"/>
                    </a:ext>
                  </a:extLst>
                </p14:cNvPr>
                <p14:cNvContentPartPr/>
                <p14:nvPr/>
              </p14:nvContentPartPr>
              <p14:xfrm>
                <a:off x="8498046" y="5819782"/>
                <a:ext cx="123120" cy="176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5154B53-571A-A503-2139-E3A5D469396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80406" y="5801782"/>
                  <a:ext cx="15876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001BF61C-599B-C994-FB08-53DEFBCBA9BC}"/>
                  </a:ext>
                </a:extLst>
              </p14:cNvPr>
              <p14:cNvContentPartPr/>
              <p14:nvPr/>
            </p14:nvContentPartPr>
            <p14:xfrm>
              <a:off x="8950206" y="5677942"/>
              <a:ext cx="5040" cy="1368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001BF61C-599B-C994-FB08-53DEFBCBA9BC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8932206" y="5659942"/>
                <a:ext cx="406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4AA237C-7B92-AA8F-98FB-1CB78A2B711C}"/>
                  </a:ext>
                </a:extLst>
              </p14:cNvPr>
              <p14:cNvContentPartPr/>
              <p14:nvPr/>
            </p14:nvContentPartPr>
            <p14:xfrm>
              <a:off x="8912406" y="5847862"/>
              <a:ext cx="18360" cy="2304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4AA237C-7B92-AA8F-98FB-1CB78A2B711C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8894406" y="5829862"/>
                <a:ext cx="54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F4C8723-C560-A016-C232-67BA89B747D5}"/>
                  </a:ext>
                </a:extLst>
              </p14:cNvPr>
              <p14:cNvContentPartPr/>
              <p14:nvPr/>
            </p14:nvContentPartPr>
            <p14:xfrm>
              <a:off x="9208326" y="5632942"/>
              <a:ext cx="194760" cy="19116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F4C8723-C560-A016-C232-67BA89B747D5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9190326" y="5615302"/>
                <a:ext cx="2304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E20A12E5-C106-6A2F-FC01-248B95B3A178}"/>
                  </a:ext>
                </a:extLst>
              </p14:cNvPr>
              <p14:cNvContentPartPr/>
              <p14:nvPr/>
            </p14:nvContentPartPr>
            <p14:xfrm>
              <a:off x="7196286" y="6131182"/>
              <a:ext cx="127440" cy="1695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E20A12E5-C106-6A2F-FC01-248B95B3A178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7178286" y="6113182"/>
                <a:ext cx="1630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C61E4143-83BA-6254-9324-FB569C999908}"/>
                  </a:ext>
                </a:extLst>
              </p14:cNvPr>
              <p14:cNvContentPartPr/>
              <p14:nvPr/>
            </p14:nvContentPartPr>
            <p14:xfrm>
              <a:off x="7627206" y="6174382"/>
              <a:ext cx="209880" cy="16848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C61E4143-83BA-6254-9324-FB569C999908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7609206" y="6156382"/>
                <a:ext cx="24552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BC62D4C0-46C1-4ED8-2F86-44F03DB40338}"/>
              </a:ext>
            </a:extLst>
          </p:cNvPr>
          <p:cNvGrpSpPr/>
          <p:nvPr/>
        </p:nvGrpSpPr>
        <p:grpSpPr>
          <a:xfrm>
            <a:off x="8268366" y="6127222"/>
            <a:ext cx="172080" cy="259200"/>
            <a:chOff x="8268366" y="6127222"/>
            <a:chExt cx="17208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BEFB340-E87C-0EE7-2B13-D372983C5EAF}"/>
                    </a:ext>
                  </a:extLst>
                </p14:cNvPr>
                <p14:cNvContentPartPr/>
                <p14:nvPr/>
              </p14:nvContentPartPr>
              <p14:xfrm>
                <a:off x="8316246" y="6127222"/>
                <a:ext cx="124200" cy="226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BEFB340-E87C-0EE7-2B13-D372983C5EAF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298246" y="6109582"/>
                  <a:ext cx="159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90A5619-C534-E1F6-DA40-3369751768C3}"/>
                    </a:ext>
                  </a:extLst>
                </p14:cNvPr>
                <p14:cNvContentPartPr/>
                <p14:nvPr/>
              </p14:nvContentPartPr>
              <p14:xfrm>
                <a:off x="8268366" y="6153142"/>
                <a:ext cx="145080" cy="2332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90A5619-C534-E1F6-DA40-3369751768C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250366" y="6135502"/>
                  <a:ext cx="18072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AFA5FD1-9AA9-5E13-189B-B8565BC5C2A5}"/>
              </a:ext>
            </a:extLst>
          </p:cNvPr>
          <p:cNvGrpSpPr/>
          <p:nvPr/>
        </p:nvGrpSpPr>
        <p:grpSpPr>
          <a:xfrm>
            <a:off x="8958846" y="6151702"/>
            <a:ext cx="26280" cy="156960"/>
            <a:chOff x="8958846" y="6151702"/>
            <a:chExt cx="2628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1005B4-F3B9-9588-C330-7D2A7A575D93}"/>
                    </a:ext>
                  </a:extLst>
                </p14:cNvPr>
                <p14:cNvContentPartPr/>
                <p14:nvPr/>
              </p14:nvContentPartPr>
              <p14:xfrm>
                <a:off x="8973966" y="6151702"/>
                <a:ext cx="11160" cy="172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1005B4-F3B9-9588-C330-7D2A7A575D9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955966" y="6133702"/>
                  <a:ext cx="46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FD77A8F-6197-4BF2-FA2C-0D8453888236}"/>
                    </a:ext>
                  </a:extLst>
                </p14:cNvPr>
                <p14:cNvContentPartPr/>
                <p14:nvPr/>
              </p14:nvContentPartPr>
              <p14:xfrm>
                <a:off x="8958846" y="6288142"/>
                <a:ext cx="11160" cy="205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FD77A8F-6197-4BF2-FA2C-0D845388823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941206" y="6270142"/>
                  <a:ext cx="468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077ACC6-25B4-B1B0-5797-0B29A744612E}"/>
                  </a:ext>
                </a:extLst>
              </p14:cNvPr>
              <p14:cNvContentPartPr/>
              <p14:nvPr/>
            </p14:nvContentPartPr>
            <p14:xfrm>
              <a:off x="9206526" y="6078262"/>
              <a:ext cx="181800" cy="18972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077ACC6-25B4-B1B0-5797-0B29A744612E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9188526" y="6060622"/>
                <a:ext cx="2174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155E3E0F-12BD-669D-25AF-C232ADE0280D}"/>
                  </a:ext>
                </a:extLst>
              </p14:cNvPr>
              <p14:cNvContentPartPr/>
              <p14:nvPr/>
            </p14:nvContentPartPr>
            <p14:xfrm>
              <a:off x="7194486" y="6548782"/>
              <a:ext cx="209160" cy="21384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155E3E0F-12BD-669D-25AF-C232ADE0280D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7176486" y="6531142"/>
                <a:ext cx="2448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C185CE20-EE55-E3E5-FE8A-BAC98F966B85}"/>
                  </a:ext>
                </a:extLst>
              </p14:cNvPr>
              <p14:cNvContentPartPr/>
              <p14:nvPr/>
            </p14:nvContentPartPr>
            <p14:xfrm>
              <a:off x="7730526" y="6551302"/>
              <a:ext cx="197280" cy="20700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C185CE20-EE55-E3E5-FE8A-BAC98F966B85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7712886" y="6533662"/>
                <a:ext cx="2329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CEC0429F-F813-D059-7ABE-7DC339E17902}"/>
                  </a:ext>
                </a:extLst>
              </p14:cNvPr>
              <p14:cNvContentPartPr/>
              <p14:nvPr/>
            </p14:nvContentPartPr>
            <p14:xfrm>
              <a:off x="9068646" y="6614780"/>
              <a:ext cx="9360" cy="162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CEC0429F-F813-D059-7ABE-7DC339E17902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9050646" y="6596780"/>
                <a:ext cx="450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8A7FBFB4-59C1-00E4-1638-6FA665699705}"/>
                  </a:ext>
                </a:extLst>
              </p14:cNvPr>
              <p14:cNvContentPartPr/>
              <p14:nvPr/>
            </p14:nvContentPartPr>
            <p14:xfrm>
              <a:off x="9048126" y="6760940"/>
              <a:ext cx="2880" cy="2664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8A7FBFB4-59C1-00E4-1638-6FA665699705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9030126" y="6742940"/>
                <a:ext cx="385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50359CDC-9ED0-C41F-7438-656FFD242AAB}"/>
                  </a:ext>
                </a:extLst>
              </p14:cNvPr>
              <p14:cNvContentPartPr/>
              <p14:nvPr/>
            </p14:nvContentPartPr>
            <p14:xfrm>
              <a:off x="9324966" y="6549620"/>
              <a:ext cx="162720" cy="19368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50359CDC-9ED0-C41F-7438-656FFD242AAB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9307326" y="6531980"/>
                <a:ext cx="1983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AF15C326-979D-2556-7D88-39BE6C103B6C}"/>
                  </a:ext>
                </a:extLst>
              </p14:cNvPr>
              <p14:cNvContentPartPr/>
              <p14:nvPr/>
            </p14:nvContentPartPr>
            <p14:xfrm>
              <a:off x="9691806" y="5178380"/>
              <a:ext cx="515520" cy="169020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AF15C326-979D-2556-7D88-39BE6C103B6C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9674166" y="5160740"/>
                <a:ext cx="551160" cy="172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oup 357">
            <a:extLst>
              <a:ext uri="{FF2B5EF4-FFF2-40B4-BE49-F238E27FC236}">
                <a16:creationId xmlns:a16="http://schemas.microsoft.com/office/drawing/2014/main" id="{510FB2E5-DFC3-416F-6F4D-45499804DD8E}"/>
              </a:ext>
            </a:extLst>
          </p:cNvPr>
          <p:cNvGrpSpPr/>
          <p:nvPr/>
        </p:nvGrpSpPr>
        <p:grpSpPr>
          <a:xfrm>
            <a:off x="3081486" y="5112382"/>
            <a:ext cx="1325160" cy="1662480"/>
            <a:chOff x="3081486" y="5112382"/>
            <a:chExt cx="1325160" cy="166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744B7DC-9952-E0F6-0912-6AB77887E8FD}"/>
                    </a:ext>
                  </a:extLst>
                </p14:cNvPr>
                <p14:cNvContentPartPr/>
                <p14:nvPr/>
              </p14:nvContentPartPr>
              <p14:xfrm>
                <a:off x="3280206" y="5226502"/>
                <a:ext cx="66960" cy="203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744B7DC-9952-E0F6-0912-6AB77887E8F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262206" y="5208862"/>
                  <a:ext cx="102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04F8BC0-3522-A986-D094-1BC7D272ACEC}"/>
                    </a:ext>
                  </a:extLst>
                </p14:cNvPr>
                <p14:cNvContentPartPr/>
                <p14:nvPr/>
              </p14:nvContentPartPr>
              <p14:xfrm>
                <a:off x="3620766" y="5260342"/>
                <a:ext cx="31320" cy="21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04F8BC0-3522-A986-D094-1BC7D272ACE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602766" y="5242342"/>
                  <a:ext cx="66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E261470-A67D-3233-1227-1E7727ECE936}"/>
                    </a:ext>
                  </a:extLst>
                </p14:cNvPr>
                <p14:cNvContentPartPr/>
                <p14:nvPr/>
              </p14:nvContentPartPr>
              <p14:xfrm>
                <a:off x="3564966" y="5433862"/>
                <a:ext cx="17640" cy="104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E261470-A67D-3233-1227-1E7727ECE93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546966" y="5416222"/>
                  <a:ext cx="5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F9D3E7F-7CC8-EBA6-9A71-96722BCA56DE}"/>
                    </a:ext>
                  </a:extLst>
                </p14:cNvPr>
                <p14:cNvContentPartPr/>
                <p14:nvPr/>
              </p14:nvContentPartPr>
              <p14:xfrm>
                <a:off x="3871686" y="5146942"/>
                <a:ext cx="295200" cy="262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F9D3E7F-7CC8-EBA6-9A71-96722BCA56D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854046" y="5128942"/>
                  <a:ext cx="330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0F36351-FDBB-C02B-78F2-B06A1F6B9140}"/>
                    </a:ext>
                  </a:extLst>
                </p14:cNvPr>
                <p14:cNvContentPartPr/>
                <p14:nvPr/>
              </p14:nvContentPartPr>
              <p14:xfrm>
                <a:off x="3088686" y="5708542"/>
                <a:ext cx="108720" cy="162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0F36351-FDBB-C02B-78F2-B06A1F6B914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071046" y="5690542"/>
                  <a:ext cx="144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B7FAF10-1E4E-3442-FA0A-9E2AB5603C13}"/>
                    </a:ext>
                  </a:extLst>
                </p14:cNvPr>
                <p14:cNvContentPartPr/>
                <p14:nvPr/>
              </p14:nvContentPartPr>
              <p14:xfrm>
                <a:off x="3094446" y="5619982"/>
                <a:ext cx="148680" cy="705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B7FAF10-1E4E-3442-FA0A-9E2AB5603C1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076446" y="5601982"/>
                  <a:ext cx="184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B7A7A4E-7DEE-0BBA-4E97-794D2A690226}"/>
                    </a:ext>
                  </a:extLst>
                </p14:cNvPr>
                <p14:cNvContentPartPr/>
                <p14:nvPr/>
              </p14:nvContentPartPr>
              <p14:xfrm>
                <a:off x="3202446" y="5705302"/>
                <a:ext cx="131760" cy="2588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B7A7A4E-7DEE-0BBA-4E97-794D2A69022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184806" y="5687662"/>
                  <a:ext cx="167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90D8DB2-1179-F76D-6541-10ECA366BCDF}"/>
                    </a:ext>
                  </a:extLst>
                </p14:cNvPr>
                <p14:cNvContentPartPr/>
                <p14:nvPr/>
              </p14:nvContentPartPr>
              <p14:xfrm>
                <a:off x="3261846" y="5880262"/>
                <a:ext cx="147240" cy="184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90D8DB2-1179-F76D-6541-10ECA366BCD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243846" y="5862262"/>
                  <a:ext cx="182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08AF51F-9F2D-D33A-BC6D-E5E287DA99D6}"/>
                    </a:ext>
                  </a:extLst>
                </p14:cNvPr>
                <p14:cNvContentPartPr/>
                <p14:nvPr/>
              </p14:nvContentPartPr>
              <p14:xfrm>
                <a:off x="3581166" y="5767942"/>
                <a:ext cx="14400" cy="15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08AF51F-9F2D-D33A-BC6D-E5E287DA99D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63166" y="5749942"/>
                  <a:ext cx="50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79D3B6D-2CF6-4F82-AA20-2F8ABCE6E5F8}"/>
                    </a:ext>
                  </a:extLst>
                </p14:cNvPr>
                <p14:cNvContentPartPr/>
                <p14:nvPr/>
              </p14:nvContentPartPr>
              <p14:xfrm>
                <a:off x="3560286" y="5903302"/>
                <a:ext cx="10800" cy="24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79D3B6D-2CF6-4F82-AA20-2F8ABCE6E5F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542286" y="5885662"/>
                  <a:ext cx="46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E9973CF-68D5-B1D7-26B1-8B8AB7C069EB}"/>
                    </a:ext>
                  </a:extLst>
                </p14:cNvPr>
                <p14:cNvContentPartPr/>
                <p14:nvPr/>
              </p14:nvContentPartPr>
              <p14:xfrm>
                <a:off x="3680886" y="5718982"/>
                <a:ext cx="228960" cy="2314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E9973CF-68D5-B1D7-26B1-8B8AB7C069E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662886" y="5701342"/>
                  <a:ext cx="264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1B3A01B-A7F9-5596-2CAD-FD66F05A33B3}"/>
                    </a:ext>
                  </a:extLst>
                </p14:cNvPr>
                <p14:cNvContentPartPr/>
                <p14:nvPr/>
              </p14:nvContentPartPr>
              <p14:xfrm>
                <a:off x="3114246" y="6151342"/>
                <a:ext cx="107280" cy="8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1B3A01B-A7F9-5596-2CAD-FD66F05A33B3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096606" y="6133702"/>
                  <a:ext cx="142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DCADB51-340B-BC86-4846-E51CE88B94AF}"/>
                    </a:ext>
                  </a:extLst>
                </p14:cNvPr>
                <p14:cNvContentPartPr/>
                <p14:nvPr/>
              </p14:nvContentPartPr>
              <p14:xfrm>
                <a:off x="3095166" y="6167542"/>
                <a:ext cx="129600" cy="2401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DCADB51-340B-BC86-4846-E51CE88B94A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3077166" y="6149542"/>
                  <a:ext cx="165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FE886E0-1B33-578E-6132-DE3EB457013C}"/>
                    </a:ext>
                  </a:extLst>
                </p14:cNvPr>
                <p14:cNvContentPartPr/>
                <p14:nvPr/>
              </p14:nvContentPartPr>
              <p14:xfrm>
                <a:off x="3454446" y="6212542"/>
                <a:ext cx="22320" cy="4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FE886E0-1B33-578E-6132-DE3EB457013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436446" y="6194902"/>
                  <a:ext cx="57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08E84F4-82F8-F691-5D77-C935D6B2D4BF}"/>
                    </a:ext>
                  </a:extLst>
                </p14:cNvPr>
                <p14:cNvContentPartPr/>
                <p14:nvPr/>
              </p14:nvContentPartPr>
              <p14:xfrm>
                <a:off x="3428526" y="6338902"/>
                <a:ext cx="32400" cy="21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08E84F4-82F8-F691-5D77-C935D6B2D4B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410526" y="6320902"/>
                  <a:ext cx="68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85832FE-25AC-A8CF-2974-D7773F1588BA}"/>
                    </a:ext>
                  </a:extLst>
                </p14:cNvPr>
                <p14:cNvContentPartPr/>
                <p14:nvPr/>
              </p14:nvContentPartPr>
              <p14:xfrm>
                <a:off x="3560286" y="6177622"/>
                <a:ext cx="267120" cy="2030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85832FE-25AC-A8CF-2974-D7773F1588B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542286" y="6159622"/>
                  <a:ext cx="302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CB9D683-F655-608D-CFB7-F8FE5C691D8F}"/>
                    </a:ext>
                  </a:extLst>
                </p14:cNvPr>
                <p14:cNvContentPartPr/>
                <p14:nvPr/>
              </p14:nvContentPartPr>
              <p14:xfrm>
                <a:off x="3081486" y="6568222"/>
                <a:ext cx="24480" cy="2066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CB9D683-F655-608D-CFB7-F8FE5C691D8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063486" y="6550582"/>
                  <a:ext cx="60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53ECFE3-8431-2134-F03C-538912605F28}"/>
                    </a:ext>
                  </a:extLst>
                </p14:cNvPr>
                <p14:cNvContentPartPr/>
                <p14:nvPr/>
              </p14:nvContentPartPr>
              <p14:xfrm>
                <a:off x="3370206" y="6573262"/>
                <a:ext cx="18000" cy="21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53ECFE3-8431-2134-F03C-538912605F28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352566" y="6555262"/>
                  <a:ext cx="53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2EAD228-3CF2-F5A9-8B63-12EBB244E09B}"/>
                    </a:ext>
                  </a:extLst>
                </p14:cNvPr>
                <p14:cNvContentPartPr/>
                <p14:nvPr/>
              </p14:nvContentPartPr>
              <p14:xfrm>
                <a:off x="3361566" y="6707902"/>
                <a:ext cx="10080" cy="302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2EAD228-3CF2-F5A9-8B63-12EBB244E09B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343566" y="6690262"/>
                  <a:ext cx="45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D7BF57E-45E7-A006-E7E0-8C95AE7D60FE}"/>
                    </a:ext>
                  </a:extLst>
                </p14:cNvPr>
                <p14:cNvContentPartPr/>
                <p14:nvPr/>
              </p14:nvContentPartPr>
              <p14:xfrm>
                <a:off x="3748926" y="6545542"/>
                <a:ext cx="132120" cy="199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D7BF57E-45E7-A006-E7E0-8C95AE7D60FE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731286" y="6527542"/>
                  <a:ext cx="167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E228224-57F4-A96A-4C95-EB75D1133EA3}"/>
                    </a:ext>
                  </a:extLst>
                </p14:cNvPr>
                <p14:cNvContentPartPr/>
                <p14:nvPr/>
              </p14:nvContentPartPr>
              <p14:xfrm>
                <a:off x="3955206" y="5112382"/>
                <a:ext cx="451440" cy="16304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E228224-57F4-A96A-4C95-EB75D1133EA3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937566" y="5094742"/>
                  <a:ext cx="487080" cy="16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C4AB99FA-4D65-C2A7-80B4-69BF14E32FCD}"/>
                    </a:ext>
                  </a:extLst>
                </p14:cNvPr>
                <p14:cNvContentPartPr/>
                <p14:nvPr/>
              </p14:nvContentPartPr>
              <p14:xfrm>
                <a:off x="3439686" y="5961740"/>
                <a:ext cx="14760" cy="237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C4AB99FA-4D65-C2A7-80B4-69BF14E32FCD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421686" y="5944100"/>
                  <a:ext cx="504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9DFBBB25-30E1-79EF-267B-146EB3D99CB9}"/>
              </a:ext>
            </a:extLst>
          </p:cNvPr>
          <p:cNvGrpSpPr/>
          <p:nvPr/>
        </p:nvGrpSpPr>
        <p:grpSpPr>
          <a:xfrm>
            <a:off x="8280246" y="6498382"/>
            <a:ext cx="531102" cy="342360"/>
            <a:chOff x="8280246" y="6498382"/>
            <a:chExt cx="531102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A3C5029-83F4-D4A6-55E8-89884B2D3E33}"/>
                    </a:ext>
                  </a:extLst>
                </p14:cNvPr>
                <p14:cNvContentPartPr/>
                <p14:nvPr/>
              </p14:nvContentPartPr>
              <p14:xfrm>
                <a:off x="8280246" y="6498382"/>
                <a:ext cx="92880" cy="187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A3C5029-83F4-D4A6-55E8-89884B2D3E3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62606" y="6480382"/>
                  <a:ext cx="128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1A091C1-180B-A798-7260-2B41CEEE0AC1}"/>
                    </a:ext>
                  </a:extLst>
                </p14:cNvPr>
                <p14:cNvContentPartPr/>
                <p14:nvPr/>
              </p14:nvContentPartPr>
              <p14:xfrm>
                <a:off x="8432886" y="6522142"/>
                <a:ext cx="85680" cy="196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1A091C1-180B-A798-7260-2B41CEEE0AC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415246" y="6504142"/>
                  <a:ext cx="121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7DE8B35-E276-8B07-B16E-B3DCDA801B14}"/>
                    </a:ext>
                  </a:extLst>
                </p14:cNvPr>
                <p14:cNvContentPartPr/>
                <p14:nvPr/>
              </p14:nvContentPartPr>
              <p14:xfrm>
                <a:off x="8532246" y="6589102"/>
                <a:ext cx="79200" cy="2516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7DE8B35-E276-8B07-B16E-B3DCDA801B14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514246" y="6571462"/>
                  <a:ext cx="114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7AE1B2F-E591-31EC-C8A3-129AE734C529}"/>
                    </a:ext>
                  </a:extLst>
                </p14:cNvPr>
                <p14:cNvContentPartPr/>
                <p14:nvPr/>
              </p14:nvContentPartPr>
              <p14:xfrm>
                <a:off x="8686068" y="6656540"/>
                <a:ext cx="125280" cy="1774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7AE1B2F-E591-31EC-C8A3-129AE734C529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668068" y="6638900"/>
                  <a:ext cx="16092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7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2D512BB7-C552-47F2-245B-F5FD7A5E343D}"/>
                  </a:ext>
                </a:extLst>
              </p14:cNvPr>
              <p14:cNvContentPartPr/>
              <p14:nvPr/>
            </p14:nvContentPartPr>
            <p14:xfrm>
              <a:off x="5878788" y="5502740"/>
              <a:ext cx="249480" cy="26892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2D512BB7-C552-47F2-245B-F5FD7A5E343D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5860788" y="5485100"/>
                <a:ext cx="285120" cy="30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30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27BA49-3E90-0938-F58D-F318B43096B6}"/>
                  </a:ext>
                </a:extLst>
              </p14:cNvPr>
              <p14:cNvContentPartPr/>
              <p14:nvPr/>
            </p14:nvContentPartPr>
            <p14:xfrm>
              <a:off x="-918834" y="-1761818"/>
              <a:ext cx="1251360" cy="168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27BA49-3E90-0938-F58D-F318B43096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474" y="-1779818"/>
                <a:ext cx="1287000" cy="171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72DB7A8-EEFD-E174-2C10-A258C60A4F90}"/>
                  </a:ext>
                </a:extLst>
              </p14:cNvPr>
              <p14:cNvContentPartPr/>
              <p14:nvPr/>
            </p14:nvContentPartPr>
            <p14:xfrm>
              <a:off x="2725427" y="145465"/>
              <a:ext cx="345960" cy="1659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72DB7A8-EEFD-E174-2C10-A258C60A4F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7787" y="127465"/>
                <a:ext cx="381600" cy="16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6FF8C9A-AE73-112F-725A-053DC8677536}"/>
                  </a:ext>
                </a:extLst>
              </p14:cNvPr>
              <p14:cNvContentPartPr/>
              <p14:nvPr/>
            </p14:nvContentPartPr>
            <p14:xfrm>
              <a:off x="3365867" y="216385"/>
              <a:ext cx="17280" cy="210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6FF8C9A-AE73-112F-725A-053DC86775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47867" y="198385"/>
                <a:ext cx="529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399A9C7-B558-13EF-4D24-D7D3940B1130}"/>
                  </a:ext>
                </a:extLst>
              </p14:cNvPr>
              <p14:cNvContentPartPr/>
              <p14:nvPr/>
            </p14:nvContentPartPr>
            <p14:xfrm>
              <a:off x="3916667" y="156625"/>
              <a:ext cx="32760" cy="243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399A9C7-B558-13EF-4D24-D7D3940B11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99027" y="138625"/>
                <a:ext cx="684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1A03C8-185B-0E50-F9CF-7FDF5B4F5A50}"/>
                  </a:ext>
                </a:extLst>
              </p14:cNvPr>
              <p14:cNvContentPartPr/>
              <p14:nvPr/>
            </p14:nvContentPartPr>
            <p14:xfrm>
              <a:off x="4464227" y="134305"/>
              <a:ext cx="60480" cy="297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1A03C8-185B-0E50-F9CF-7FDF5B4F5A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46227" y="116665"/>
                <a:ext cx="9612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E74AC10-F0E8-E7EA-299A-62AD156C45A4}"/>
                  </a:ext>
                </a:extLst>
              </p14:cNvPr>
              <p14:cNvContentPartPr/>
              <p14:nvPr/>
            </p14:nvContentPartPr>
            <p14:xfrm>
              <a:off x="5148587" y="159505"/>
              <a:ext cx="720" cy="2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E74AC10-F0E8-E7EA-299A-62AD156C45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30587" y="141865"/>
                <a:ext cx="363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0CFE6D9-497B-9E2E-773D-676F6F275791}"/>
                  </a:ext>
                </a:extLst>
              </p14:cNvPr>
              <p14:cNvContentPartPr/>
              <p14:nvPr/>
            </p14:nvContentPartPr>
            <p14:xfrm>
              <a:off x="5097827" y="363625"/>
              <a:ext cx="11160" cy="262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0CFE6D9-497B-9E2E-773D-676F6F2757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80187" y="345985"/>
                <a:ext cx="468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39E325E-B8C1-C2CD-722C-77C632D07F46}"/>
                  </a:ext>
                </a:extLst>
              </p14:cNvPr>
              <p14:cNvContentPartPr/>
              <p14:nvPr/>
            </p14:nvContentPartPr>
            <p14:xfrm>
              <a:off x="5445227" y="93625"/>
              <a:ext cx="279000" cy="324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39E325E-B8C1-C2CD-722C-77C632D07F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27587" y="75985"/>
                <a:ext cx="3146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A1B8C0-F150-B45D-B538-16CF8763BD55}"/>
                  </a:ext>
                </a:extLst>
              </p14:cNvPr>
              <p14:cNvContentPartPr/>
              <p14:nvPr/>
            </p14:nvContentPartPr>
            <p14:xfrm>
              <a:off x="3214667" y="712105"/>
              <a:ext cx="205560" cy="2030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A1B8C0-F150-B45D-B538-16CF8763BD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97027" y="694105"/>
                <a:ext cx="2412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9042DB5-9C92-FBDF-B8C3-EE33BD712A5F}"/>
                  </a:ext>
                </a:extLst>
              </p14:cNvPr>
              <p14:cNvContentPartPr/>
              <p14:nvPr/>
            </p14:nvContentPartPr>
            <p14:xfrm>
              <a:off x="3760427" y="669985"/>
              <a:ext cx="47880" cy="196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9042DB5-9C92-FBDF-B8C3-EE33BD712A5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42427" y="651985"/>
                <a:ext cx="835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C54D9F9-622F-E592-F2A1-E9BADD911473}"/>
                  </a:ext>
                </a:extLst>
              </p14:cNvPr>
              <p14:cNvContentPartPr/>
              <p14:nvPr/>
            </p14:nvContentPartPr>
            <p14:xfrm>
              <a:off x="3150587" y="1172185"/>
              <a:ext cx="163440" cy="175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C54D9F9-622F-E592-F2A1-E9BADD91147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32587" y="1154545"/>
                <a:ext cx="1990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2E541F3-7646-3363-80E5-D5E09C2EADAF}"/>
                  </a:ext>
                </a:extLst>
              </p14:cNvPr>
              <p14:cNvContentPartPr/>
              <p14:nvPr/>
            </p14:nvContentPartPr>
            <p14:xfrm>
              <a:off x="3666107" y="1122145"/>
              <a:ext cx="199800" cy="221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2E541F3-7646-3363-80E5-D5E09C2EADA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648467" y="1104145"/>
                <a:ext cx="23544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DA25524-211A-84C7-6777-7FD0B41F4A04}"/>
              </a:ext>
            </a:extLst>
          </p:cNvPr>
          <p:cNvGrpSpPr/>
          <p:nvPr/>
        </p:nvGrpSpPr>
        <p:grpSpPr>
          <a:xfrm>
            <a:off x="5111147" y="605545"/>
            <a:ext cx="574200" cy="734040"/>
            <a:chOff x="5111147" y="605545"/>
            <a:chExt cx="574200" cy="7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D034E5-9DBF-097B-40DD-32CD284BCE03}"/>
                    </a:ext>
                  </a:extLst>
                </p14:cNvPr>
                <p14:cNvContentPartPr/>
                <p14:nvPr/>
              </p14:nvContentPartPr>
              <p14:xfrm>
                <a:off x="5211587" y="711025"/>
                <a:ext cx="10440" cy="23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D034E5-9DBF-097B-40DD-32CD284BCE0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93587" y="693025"/>
                  <a:ext cx="46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84E6D5-4323-128A-C737-F5B20D933BE4}"/>
                    </a:ext>
                  </a:extLst>
                </p14:cNvPr>
                <p14:cNvContentPartPr/>
                <p14:nvPr/>
              </p14:nvContentPartPr>
              <p14:xfrm>
                <a:off x="5157947" y="852145"/>
                <a:ext cx="20520" cy="28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84E6D5-4323-128A-C737-F5B20D933BE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40307" y="834505"/>
                  <a:ext cx="56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128152-17D4-7704-399D-C35F91E7D9C5}"/>
                    </a:ext>
                  </a:extLst>
                </p14:cNvPr>
                <p14:cNvContentPartPr/>
                <p14:nvPr/>
              </p14:nvContentPartPr>
              <p14:xfrm>
                <a:off x="5380787" y="605545"/>
                <a:ext cx="304560" cy="275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128152-17D4-7704-399D-C35F91E7D9C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62787" y="587905"/>
                  <a:ext cx="3402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427132-6F6F-65C6-2166-27B9D73D3970}"/>
                    </a:ext>
                  </a:extLst>
                </p14:cNvPr>
                <p14:cNvContentPartPr/>
                <p14:nvPr/>
              </p14:nvContentPartPr>
              <p14:xfrm>
                <a:off x="5111147" y="1165345"/>
                <a:ext cx="6480" cy="23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427132-6F6F-65C6-2166-27B9D73D397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93507" y="1147345"/>
                  <a:ext cx="421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22DCA9-1551-F7A1-7199-ABC4D4D6BE0A}"/>
                    </a:ext>
                  </a:extLst>
                </p14:cNvPr>
                <p14:cNvContentPartPr/>
                <p14:nvPr/>
              </p14:nvContentPartPr>
              <p14:xfrm>
                <a:off x="5112587" y="1312945"/>
                <a:ext cx="26640" cy="26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22DCA9-1551-F7A1-7199-ABC4D4D6BE0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94947" y="1295305"/>
                  <a:ext cx="62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120058-74F0-2BE3-1FBB-D2B13DE06751}"/>
                    </a:ext>
                  </a:extLst>
                </p14:cNvPr>
                <p14:cNvContentPartPr/>
                <p14:nvPr/>
              </p14:nvContentPartPr>
              <p14:xfrm>
                <a:off x="5340107" y="1014505"/>
                <a:ext cx="334080" cy="246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120058-74F0-2BE3-1FBB-D2B13DE0675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22467" y="996865"/>
                  <a:ext cx="369720" cy="28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0E6B390-871D-1A64-3482-A7E8E6539251}"/>
                  </a:ext>
                </a:extLst>
              </p14:cNvPr>
              <p14:cNvContentPartPr/>
              <p14:nvPr/>
            </p14:nvContentPartPr>
            <p14:xfrm>
              <a:off x="3147347" y="1587265"/>
              <a:ext cx="205560" cy="2149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0E6B390-871D-1A64-3482-A7E8E653925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29347" y="1569625"/>
                <a:ext cx="241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F473244-9F08-0C9E-C178-43B10F024E58}"/>
                  </a:ext>
                </a:extLst>
              </p14:cNvPr>
              <p14:cNvContentPartPr/>
              <p14:nvPr/>
            </p14:nvContentPartPr>
            <p14:xfrm>
              <a:off x="3691307" y="1551625"/>
              <a:ext cx="155880" cy="205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F473244-9F08-0C9E-C178-43B10F024E5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73307" y="1533625"/>
                <a:ext cx="19152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2AAA102-F710-63C6-889C-69F180CC7079}"/>
              </a:ext>
            </a:extLst>
          </p:cNvPr>
          <p:cNvGrpSpPr/>
          <p:nvPr/>
        </p:nvGrpSpPr>
        <p:grpSpPr>
          <a:xfrm>
            <a:off x="-29653" y="448585"/>
            <a:ext cx="2513160" cy="917280"/>
            <a:chOff x="-29653" y="448585"/>
            <a:chExt cx="2513160" cy="91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3E7C02-26A4-28BF-89F2-01B0198E0452}"/>
                    </a:ext>
                  </a:extLst>
                </p14:cNvPr>
                <p14:cNvContentPartPr/>
                <p14:nvPr/>
              </p14:nvContentPartPr>
              <p14:xfrm>
                <a:off x="402347" y="496465"/>
                <a:ext cx="55800" cy="296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3E7C02-26A4-28BF-89F2-01B0198E045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4347" y="478465"/>
                  <a:ext cx="914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7071E6-FF66-0CC4-DDEE-0FACB40E48A8}"/>
                    </a:ext>
                  </a:extLst>
                </p14:cNvPr>
                <p14:cNvContentPartPr/>
                <p14:nvPr/>
              </p14:nvContentPartPr>
              <p14:xfrm>
                <a:off x="378227" y="448585"/>
                <a:ext cx="182160" cy="335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7071E6-FF66-0CC4-DDEE-0FACB40E48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60587" y="430585"/>
                  <a:ext cx="2178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D6CD06-CD80-778F-559E-482F5B8E96B2}"/>
                    </a:ext>
                  </a:extLst>
                </p14:cNvPr>
                <p14:cNvContentPartPr/>
                <p14:nvPr/>
              </p14:nvContentPartPr>
              <p14:xfrm>
                <a:off x="645347" y="627865"/>
                <a:ext cx="115200" cy="352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D6CD06-CD80-778F-559E-482F5B8E96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7347" y="610225"/>
                  <a:ext cx="1508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DD3306-A9EA-07FD-DF1E-FB80A64E7371}"/>
                    </a:ext>
                  </a:extLst>
                </p14:cNvPr>
                <p14:cNvContentPartPr/>
                <p14:nvPr/>
              </p14:nvContentPartPr>
              <p14:xfrm>
                <a:off x="977987" y="633985"/>
                <a:ext cx="136800" cy="45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DD3306-A9EA-07FD-DF1E-FB80A64E737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0347" y="615985"/>
                  <a:ext cx="172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7A1603-5DB2-6ED7-DD48-C371D0FB845F}"/>
                    </a:ext>
                  </a:extLst>
                </p14:cNvPr>
                <p14:cNvContentPartPr/>
                <p14:nvPr/>
              </p14:nvContentPartPr>
              <p14:xfrm>
                <a:off x="1296587" y="466585"/>
                <a:ext cx="118080" cy="358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7A1603-5DB2-6ED7-DD48-C371D0FB845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78947" y="448585"/>
                  <a:ext cx="1537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BAF72E-581F-22D0-F69F-18C24A760530}"/>
                    </a:ext>
                  </a:extLst>
                </p14:cNvPr>
                <p14:cNvContentPartPr/>
                <p14:nvPr/>
              </p14:nvContentPartPr>
              <p14:xfrm>
                <a:off x="1576307" y="454345"/>
                <a:ext cx="167400" cy="338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BAF72E-581F-22D0-F69F-18C24A76053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58667" y="436705"/>
                  <a:ext cx="203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E18C6E-220D-AB22-1DE6-44657FB20AFC}"/>
                    </a:ext>
                  </a:extLst>
                </p14:cNvPr>
                <p14:cNvContentPartPr/>
                <p14:nvPr/>
              </p14:nvContentPartPr>
              <p14:xfrm>
                <a:off x="1244387" y="855025"/>
                <a:ext cx="829440" cy="9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E18C6E-220D-AB22-1DE6-44657FB20A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26387" y="837025"/>
                  <a:ext cx="865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012E5C-FA9C-F51A-67A1-4585BFFD0897}"/>
                    </a:ext>
                  </a:extLst>
                </p14:cNvPr>
                <p14:cNvContentPartPr/>
                <p14:nvPr/>
              </p14:nvContentPartPr>
              <p14:xfrm>
                <a:off x="1294067" y="1107745"/>
                <a:ext cx="64800" cy="258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012E5C-FA9C-F51A-67A1-4585BFFD089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76427" y="1089745"/>
                  <a:ext cx="100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D00C6E-0D16-CFBE-5D27-66E503287E7C}"/>
                    </a:ext>
                  </a:extLst>
                </p14:cNvPr>
                <p14:cNvContentPartPr/>
                <p14:nvPr/>
              </p14:nvContentPartPr>
              <p14:xfrm>
                <a:off x="1527707" y="1062745"/>
                <a:ext cx="104040" cy="4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D00C6E-0D16-CFBE-5D27-66E503287E7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09707" y="1045105"/>
                  <a:ext cx="139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94097A-E895-76CC-500B-FDAF002F31D2}"/>
                    </a:ext>
                  </a:extLst>
                </p14:cNvPr>
                <p14:cNvContentPartPr/>
                <p14:nvPr/>
              </p14:nvContentPartPr>
              <p14:xfrm>
                <a:off x="1470107" y="1087945"/>
                <a:ext cx="126720" cy="24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94097A-E895-76CC-500B-FDAF002F31D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52107" y="1069945"/>
                  <a:ext cx="1623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A8543-F1BB-8F5B-C8E3-B069B7CB458D}"/>
                    </a:ext>
                  </a:extLst>
                </p14:cNvPr>
                <p14:cNvContentPartPr/>
                <p14:nvPr/>
              </p14:nvContentPartPr>
              <p14:xfrm>
                <a:off x="1571987" y="994705"/>
                <a:ext cx="199080" cy="68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9A8543-F1BB-8F5B-C8E3-B069B7CB458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53987" y="976705"/>
                  <a:ext cx="2347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4FD4F2-BED5-10AA-0BD3-D3296B3BA933}"/>
                    </a:ext>
                  </a:extLst>
                </p14:cNvPr>
                <p14:cNvContentPartPr/>
                <p14:nvPr/>
              </p14:nvContentPartPr>
              <p14:xfrm>
                <a:off x="2135027" y="513385"/>
                <a:ext cx="12240" cy="315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4FD4F2-BED5-10AA-0BD3-D3296B3BA9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17387" y="495385"/>
                  <a:ext cx="47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FA44EE-E4F5-B36B-D40F-F66171BEBC86}"/>
                    </a:ext>
                  </a:extLst>
                </p14:cNvPr>
                <p14:cNvContentPartPr/>
                <p14:nvPr/>
              </p14:nvContentPartPr>
              <p14:xfrm>
                <a:off x="2137187" y="470905"/>
                <a:ext cx="191880" cy="31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FA44EE-E4F5-B36B-D40F-F66171BEBC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19547" y="453265"/>
                  <a:ext cx="2275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943321-1E30-B8EE-D49D-7141CEE4A1D6}"/>
                    </a:ext>
                  </a:extLst>
                </p14:cNvPr>
                <p14:cNvContentPartPr/>
                <p14:nvPr/>
              </p14:nvContentPartPr>
              <p14:xfrm>
                <a:off x="2360387" y="692305"/>
                <a:ext cx="123120" cy="280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943321-1E30-B8EE-D49D-7141CEE4A1D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42747" y="674665"/>
                  <a:ext cx="158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088861-3B88-E242-0EB5-9339E79C40BB}"/>
                    </a:ext>
                  </a:extLst>
                </p14:cNvPr>
                <p14:cNvContentPartPr/>
                <p14:nvPr/>
              </p14:nvContentPartPr>
              <p14:xfrm>
                <a:off x="-13453" y="546865"/>
                <a:ext cx="59040" cy="316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088861-3B88-E242-0EB5-9339E79C40B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-31453" y="528865"/>
                  <a:ext cx="946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142B04B-5A70-8FDA-4C40-C77BA599A57D}"/>
                    </a:ext>
                  </a:extLst>
                </p14:cNvPr>
                <p14:cNvContentPartPr/>
                <p14:nvPr/>
              </p14:nvContentPartPr>
              <p14:xfrm>
                <a:off x="-29653" y="528145"/>
                <a:ext cx="128520" cy="277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142B04B-5A70-8FDA-4C40-C77BA599A57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-47293" y="510505"/>
                  <a:ext cx="1641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0049B8-4F0B-4594-7A85-44CFB0E1F75B}"/>
                    </a:ext>
                  </a:extLst>
                </p14:cNvPr>
                <p14:cNvContentPartPr/>
                <p14:nvPr/>
              </p14:nvContentPartPr>
              <p14:xfrm>
                <a:off x="95627" y="753145"/>
                <a:ext cx="87480" cy="18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0049B8-4F0B-4594-7A85-44CFB0E1F75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627" y="735505"/>
                  <a:ext cx="123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6119EC-E2AD-D02F-B533-A58DAAB82119}"/>
                    </a:ext>
                  </a:extLst>
                </p14:cNvPr>
                <p14:cNvContentPartPr/>
                <p14:nvPr/>
              </p14:nvContentPartPr>
              <p14:xfrm>
                <a:off x="197867" y="702025"/>
                <a:ext cx="113760" cy="134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6119EC-E2AD-D02F-B533-A58DAAB8211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79867" y="684385"/>
                  <a:ext cx="14940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32EDC33-FDF9-AB91-C064-8D378DD4C69E}"/>
                  </a:ext>
                </a:extLst>
              </p14:cNvPr>
              <p14:cNvContentPartPr/>
              <p14:nvPr/>
            </p14:nvContentPartPr>
            <p14:xfrm>
              <a:off x="4318787" y="1573225"/>
              <a:ext cx="240480" cy="2311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32EDC33-FDF9-AB91-C064-8D378DD4C69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300787" y="1555225"/>
                <a:ext cx="2761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D0CE5EB-EECB-32B6-03E1-5EF32B9709A6}"/>
                  </a:ext>
                </a:extLst>
              </p14:cNvPr>
              <p14:cNvContentPartPr/>
              <p14:nvPr/>
            </p14:nvContentPartPr>
            <p14:xfrm>
              <a:off x="5254787" y="1547665"/>
              <a:ext cx="6840" cy="129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D0CE5EB-EECB-32B6-03E1-5EF32B9709A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237147" y="1529665"/>
                <a:ext cx="424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D66DD08-E245-606A-8E74-0640AE2FA99B}"/>
                  </a:ext>
                </a:extLst>
              </p14:cNvPr>
              <p14:cNvContentPartPr/>
              <p14:nvPr/>
            </p14:nvContentPartPr>
            <p14:xfrm>
              <a:off x="5257667" y="1721905"/>
              <a:ext cx="27720" cy="262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D66DD08-E245-606A-8E74-0640AE2FA99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39667" y="1704265"/>
                <a:ext cx="63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37E81F9-3445-E6BC-3ABE-E3042D832011}"/>
                  </a:ext>
                </a:extLst>
              </p14:cNvPr>
              <p14:cNvContentPartPr/>
              <p14:nvPr/>
            </p14:nvContentPartPr>
            <p14:xfrm>
              <a:off x="5510027" y="1492225"/>
              <a:ext cx="164880" cy="2606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37E81F9-3445-E6BC-3ABE-E3042D83201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492387" y="1474585"/>
                <a:ext cx="200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331C9E1-EBFF-92DC-FCB1-ABE2E19C4FE8}"/>
                  </a:ext>
                </a:extLst>
              </p14:cNvPr>
              <p14:cNvContentPartPr/>
              <p14:nvPr/>
            </p14:nvContentPartPr>
            <p14:xfrm>
              <a:off x="5810627" y="-23735"/>
              <a:ext cx="316440" cy="19584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331C9E1-EBFF-92DC-FCB1-ABE2E19C4FE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792627" y="-41735"/>
                <a:ext cx="352080" cy="19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825343F-7555-B448-A3F9-9504BF35ED0C}"/>
                  </a:ext>
                </a:extLst>
              </p14:cNvPr>
              <p14:cNvContentPartPr/>
              <p14:nvPr/>
            </p14:nvContentPartPr>
            <p14:xfrm>
              <a:off x="3033227" y="1962745"/>
              <a:ext cx="1642320" cy="214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825343F-7555-B448-A3F9-9504BF35ED0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015227" y="1944745"/>
                <a:ext cx="167796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8A3509A-7F5E-FDD2-F805-62378CF8AD33}"/>
              </a:ext>
            </a:extLst>
          </p:cNvPr>
          <p:cNvGrpSpPr/>
          <p:nvPr/>
        </p:nvGrpSpPr>
        <p:grpSpPr>
          <a:xfrm>
            <a:off x="4267307" y="582145"/>
            <a:ext cx="528120" cy="817560"/>
            <a:chOff x="4267307" y="582145"/>
            <a:chExt cx="528120" cy="81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354B7F-F188-CA18-2A5D-7FF38A199B11}"/>
                    </a:ext>
                  </a:extLst>
                </p14:cNvPr>
                <p14:cNvContentPartPr/>
                <p14:nvPr/>
              </p14:nvContentPartPr>
              <p14:xfrm>
                <a:off x="4282427" y="582145"/>
                <a:ext cx="129600" cy="54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354B7F-F188-CA18-2A5D-7FF38A199B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264787" y="564505"/>
                  <a:ext cx="165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1F7EFE-220F-87E8-84F1-EA97B8A27D8B}"/>
                    </a:ext>
                  </a:extLst>
                </p14:cNvPr>
                <p14:cNvContentPartPr/>
                <p14:nvPr/>
              </p14:nvContentPartPr>
              <p14:xfrm>
                <a:off x="4267307" y="599785"/>
                <a:ext cx="170280" cy="234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1F7EFE-220F-87E8-84F1-EA97B8A27D8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49667" y="582145"/>
                  <a:ext cx="205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599A7E8-8974-5BFC-7D31-800C30B8A161}"/>
                    </a:ext>
                  </a:extLst>
                </p14:cNvPr>
                <p14:cNvContentPartPr/>
                <p14:nvPr/>
              </p14:nvContentPartPr>
              <p14:xfrm>
                <a:off x="4476467" y="742345"/>
                <a:ext cx="142200" cy="202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599A7E8-8974-5BFC-7D31-800C30B8A1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58467" y="724345"/>
                  <a:ext cx="177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1B2679-A29A-AF18-2EA4-5344DAA49A12}"/>
                    </a:ext>
                  </a:extLst>
                </p14:cNvPr>
                <p14:cNvContentPartPr/>
                <p14:nvPr/>
              </p14:nvContentPartPr>
              <p14:xfrm>
                <a:off x="4630547" y="805705"/>
                <a:ext cx="140040" cy="178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1B2679-A29A-AF18-2EA4-5344DAA49A1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612547" y="788065"/>
                  <a:ext cx="175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A997E7-E0E1-10E7-87D7-0BE4B208435B}"/>
                    </a:ext>
                  </a:extLst>
                </p14:cNvPr>
                <p14:cNvContentPartPr/>
                <p14:nvPr/>
              </p14:nvContentPartPr>
              <p14:xfrm>
                <a:off x="4376027" y="1118905"/>
                <a:ext cx="92160" cy="19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A997E7-E0E1-10E7-87D7-0BE4B208435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58387" y="1100905"/>
                  <a:ext cx="127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0A66BE0-0629-27B9-B322-F4A013240CD9}"/>
                    </a:ext>
                  </a:extLst>
                </p14:cNvPr>
                <p14:cNvContentPartPr/>
                <p14:nvPr/>
              </p14:nvContentPartPr>
              <p14:xfrm>
                <a:off x="4343987" y="1136905"/>
                <a:ext cx="194040" cy="262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0A66BE0-0629-27B9-B322-F4A013240CD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326347" y="1119265"/>
                  <a:ext cx="2296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C7CB943-6CE9-4F1B-D191-84B0C595BB7F}"/>
                    </a:ext>
                  </a:extLst>
                </p14:cNvPr>
                <p14:cNvContentPartPr/>
                <p14:nvPr/>
              </p14:nvContentPartPr>
              <p14:xfrm>
                <a:off x="4574747" y="1347145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C7CB943-6CE9-4F1B-D191-84B0C595BB7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556747" y="1329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3653C01-5156-9E4A-FB3C-79BB93C43FC0}"/>
                    </a:ext>
                  </a:extLst>
                </p14:cNvPr>
                <p14:cNvContentPartPr/>
                <p14:nvPr/>
              </p14:nvContentPartPr>
              <p14:xfrm>
                <a:off x="4795067" y="882745"/>
                <a:ext cx="36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3653C01-5156-9E4A-FB3C-79BB93C43FC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77067" y="864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F04E610-6FD8-11C2-9996-A3609A494576}"/>
                  </a:ext>
                </a:extLst>
              </p14:cNvPr>
              <p14:cNvContentPartPr/>
              <p14:nvPr/>
            </p14:nvContentPartPr>
            <p14:xfrm>
              <a:off x="3255347" y="1927105"/>
              <a:ext cx="2648160" cy="4716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F04E610-6FD8-11C2-9996-A3609A49457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237707" y="1909465"/>
                <a:ext cx="26838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EB89AC4-8C4A-C3C7-882A-E3D36CD520CB}"/>
                  </a:ext>
                </a:extLst>
              </p14:cNvPr>
              <p14:cNvContentPartPr/>
              <p14:nvPr/>
            </p14:nvContentPartPr>
            <p14:xfrm>
              <a:off x="5301227" y="2635225"/>
              <a:ext cx="541800" cy="2199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EB89AC4-8C4A-C3C7-882A-E3D36CD520C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83227" y="2617585"/>
                <a:ext cx="5774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4F827A4-A7AA-1139-36DE-6054238AEF4B}"/>
                  </a:ext>
                </a:extLst>
              </p14:cNvPr>
              <p14:cNvContentPartPr/>
              <p14:nvPr/>
            </p14:nvContentPartPr>
            <p14:xfrm>
              <a:off x="5899547" y="2685625"/>
              <a:ext cx="295920" cy="1918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4F827A4-A7AA-1139-36DE-6054238AEF4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881547" y="2667985"/>
                <a:ext cx="331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9C12847-5828-C03F-524E-AA937AFB996E}"/>
                  </a:ext>
                </a:extLst>
              </p14:cNvPr>
              <p14:cNvContentPartPr/>
              <p14:nvPr/>
            </p14:nvContentPartPr>
            <p14:xfrm>
              <a:off x="6264947" y="2451265"/>
              <a:ext cx="138960" cy="4176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9C12847-5828-C03F-524E-AA937AFB996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47307" y="2433265"/>
                <a:ext cx="1746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C884006-AC3D-EE8E-1BCC-F000373BB2DE}"/>
                  </a:ext>
                </a:extLst>
              </p14:cNvPr>
              <p14:cNvContentPartPr/>
              <p14:nvPr/>
            </p14:nvContentPartPr>
            <p14:xfrm>
              <a:off x="6447467" y="2656105"/>
              <a:ext cx="357120" cy="2041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C884006-AC3D-EE8E-1BCC-F000373BB2D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29467" y="2638105"/>
                <a:ext cx="3927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48B8A9F-5040-2697-DD26-F7D4E03649BE}"/>
                  </a:ext>
                </a:extLst>
              </p14:cNvPr>
              <p14:cNvContentPartPr/>
              <p14:nvPr/>
            </p14:nvContentPartPr>
            <p14:xfrm>
              <a:off x="7155587" y="2475745"/>
              <a:ext cx="478800" cy="9118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48B8A9F-5040-2697-DD26-F7D4E03649B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137587" y="2457745"/>
                <a:ext cx="514440" cy="9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EA74560-0D2F-DD2C-F351-F5DC978E2B4A}"/>
              </a:ext>
            </a:extLst>
          </p:cNvPr>
          <p:cNvGrpSpPr/>
          <p:nvPr/>
        </p:nvGrpSpPr>
        <p:grpSpPr>
          <a:xfrm>
            <a:off x="8054867" y="2409505"/>
            <a:ext cx="2249280" cy="460440"/>
            <a:chOff x="8054867" y="2409505"/>
            <a:chExt cx="224928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1C8BAC2-E2DD-9E96-495A-7C43538898C1}"/>
                    </a:ext>
                  </a:extLst>
                </p14:cNvPr>
                <p14:cNvContentPartPr/>
                <p14:nvPr/>
              </p14:nvContentPartPr>
              <p14:xfrm>
                <a:off x="8054867" y="2609665"/>
                <a:ext cx="229320" cy="209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1C8BAC2-E2DD-9E96-495A-7C43538898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36867" y="2591665"/>
                  <a:ext cx="264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2AAF32C-00E4-C5BC-64C2-B67CB3CD7343}"/>
                    </a:ext>
                  </a:extLst>
                </p14:cNvPr>
                <p14:cNvContentPartPr/>
                <p14:nvPr/>
              </p14:nvContentPartPr>
              <p14:xfrm>
                <a:off x="8329547" y="2607505"/>
                <a:ext cx="164520" cy="186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2AAF32C-00E4-C5BC-64C2-B67CB3CD73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11547" y="2589865"/>
                  <a:ext cx="200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25D0376-618A-6795-3D50-25512CC74FAB}"/>
                    </a:ext>
                  </a:extLst>
                </p14:cNvPr>
                <p14:cNvContentPartPr/>
                <p14:nvPr/>
              </p14:nvContentPartPr>
              <p14:xfrm>
                <a:off x="8582627" y="2409505"/>
                <a:ext cx="275400" cy="460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25D0376-618A-6795-3D50-25512CC74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64627" y="2391865"/>
                  <a:ext cx="3110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7C54654-6350-D4F5-081A-E0015F342ED9}"/>
                    </a:ext>
                  </a:extLst>
                </p14:cNvPr>
                <p14:cNvContentPartPr/>
                <p14:nvPr/>
              </p14:nvContentPartPr>
              <p14:xfrm>
                <a:off x="8947307" y="2639905"/>
                <a:ext cx="192960" cy="204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7C54654-6350-D4F5-081A-E0015F342ED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9667" y="2622265"/>
                  <a:ext cx="228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D3386C6-06C6-BE1A-38D5-AF650E6B862B}"/>
                    </a:ext>
                  </a:extLst>
                </p14:cNvPr>
                <p14:cNvContentPartPr/>
                <p14:nvPr/>
              </p14:nvContentPartPr>
              <p14:xfrm>
                <a:off x="9196787" y="2616505"/>
                <a:ext cx="1107360" cy="223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D3386C6-06C6-BE1A-38D5-AF650E6B86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78787" y="2598505"/>
                  <a:ext cx="1143000" cy="25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73C0539-4C30-3FDC-15C3-E56B6A053BBF}"/>
                  </a:ext>
                </a:extLst>
              </p14:cNvPr>
              <p14:cNvContentPartPr/>
              <p14:nvPr/>
            </p14:nvContentPartPr>
            <p14:xfrm>
              <a:off x="10879787" y="2868145"/>
              <a:ext cx="44280" cy="237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73C0539-4C30-3FDC-15C3-E56B6A053BB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861787" y="2850505"/>
                <a:ext cx="7992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D2B0868-DB44-E528-E87D-E12F0336B7E6}"/>
              </a:ext>
            </a:extLst>
          </p:cNvPr>
          <p:cNvGrpSpPr/>
          <p:nvPr/>
        </p:nvGrpSpPr>
        <p:grpSpPr>
          <a:xfrm>
            <a:off x="7560947" y="3299425"/>
            <a:ext cx="1540800" cy="451800"/>
            <a:chOff x="7560947" y="3299425"/>
            <a:chExt cx="154080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AD143D-8987-158D-0452-C507531426F4}"/>
                    </a:ext>
                  </a:extLst>
                </p14:cNvPr>
                <p14:cNvContentPartPr/>
                <p14:nvPr/>
              </p14:nvContentPartPr>
              <p14:xfrm>
                <a:off x="7560947" y="3299425"/>
                <a:ext cx="1540800" cy="451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AD143D-8987-158D-0452-C507531426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43307" y="3281785"/>
                  <a:ext cx="15764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BF6E07-D802-5E5A-1CD7-4EED9F95B086}"/>
                    </a:ext>
                  </a:extLst>
                </p14:cNvPr>
                <p14:cNvContentPartPr/>
                <p14:nvPr/>
              </p14:nvContentPartPr>
              <p14:xfrm>
                <a:off x="8752547" y="3363865"/>
                <a:ext cx="75600" cy="11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BF6E07-D802-5E5A-1CD7-4EED9F95B08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34547" y="3346225"/>
                  <a:ext cx="111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67B4FCB-674D-9638-CDC4-75BEF5BE2C6D}"/>
                    </a:ext>
                  </a:extLst>
                </p14:cNvPr>
                <p14:cNvContentPartPr/>
                <p14:nvPr/>
              </p14:nvContentPartPr>
              <p14:xfrm>
                <a:off x="8262947" y="3447745"/>
                <a:ext cx="288360" cy="29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67B4FCB-674D-9638-CDC4-75BEF5BE2C6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44947" y="3430105"/>
                  <a:ext cx="32400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C5B532D-A872-7FC0-7657-5550FBA192B9}"/>
                  </a:ext>
                </a:extLst>
              </p14:cNvPr>
              <p14:cNvContentPartPr/>
              <p14:nvPr/>
            </p14:nvContentPartPr>
            <p14:xfrm>
              <a:off x="9747227" y="3657265"/>
              <a:ext cx="74160" cy="331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C5B532D-A872-7FC0-7657-5550FBA192B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729587" y="3639625"/>
                <a:ext cx="10980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B7FE4F1-124D-041E-DC67-56C6EBE40C58}"/>
              </a:ext>
            </a:extLst>
          </p:cNvPr>
          <p:cNvGrpSpPr/>
          <p:nvPr/>
        </p:nvGrpSpPr>
        <p:grpSpPr>
          <a:xfrm>
            <a:off x="5603267" y="3184945"/>
            <a:ext cx="1576080" cy="554760"/>
            <a:chOff x="5603267" y="3184945"/>
            <a:chExt cx="157608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ACAA092-00AD-7D08-0FDC-3F06509A5B4B}"/>
                    </a:ext>
                  </a:extLst>
                </p14:cNvPr>
                <p14:cNvContentPartPr/>
                <p14:nvPr/>
              </p14:nvContentPartPr>
              <p14:xfrm>
                <a:off x="5690027" y="3184945"/>
                <a:ext cx="947880" cy="536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ACAA092-00AD-7D08-0FDC-3F06509A5B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72027" y="3167305"/>
                  <a:ext cx="9835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C418C2A-E8C7-6383-5078-63254800418F}"/>
                    </a:ext>
                  </a:extLst>
                </p14:cNvPr>
                <p14:cNvContentPartPr/>
                <p14:nvPr/>
              </p14:nvContentPartPr>
              <p14:xfrm>
                <a:off x="6568787" y="3339025"/>
                <a:ext cx="79920" cy="46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C418C2A-E8C7-6383-5078-63254800418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50787" y="3321025"/>
                  <a:ext cx="115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BC4C66C-2FE3-86D3-9845-11098603CF07}"/>
                    </a:ext>
                  </a:extLst>
                </p14:cNvPr>
                <p14:cNvContentPartPr/>
                <p14:nvPr/>
              </p14:nvContentPartPr>
              <p14:xfrm>
                <a:off x="6149747" y="3373945"/>
                <a:ext cx="133200" cy="10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BC4C66C-2FE3-86D3-9845-11098603CF0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31747" y="3355945"/>
                  <a:ext cx="168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55A980E-230B-54AF-CBF9-BFC17CE406F2}"/>
                    </a:ext>
                  </a:extLst>
                </p14:cNvPr>
                <p14:cNvContentPartPr/>
                <p14:nvPr/>
              </p14:nvContentPartPr>
              <p14:xfrm>
                <a:off x="6766787" y="3303385"/>
                <a:ext cx="412560" cy="436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55A980E-230B-54AF-CBF9-BFC17CE406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48787" y="3285385"/>
                  <a:ext cx="44820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5FED630-88E6-2F8B-6EBA-6B3D80CEF398}"/>
                    </a:ext>
                  </a:extLst>
                </p14:cNvPr>
                <p14:cNvContentPartPr/>
                <p14:nvPr/>
              </p14:nvContentPartPr>
              <p14:xfrm>
                <a:off x="6002507" y="3312745"/>
                <a:ext cx="252360" cy="11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5FED630-88E6-2F8B-6EBA-6B3D80CEF39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84507" y="3294745"/>
                  <a:ext cx="288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B77AA72-2E18-32DC-0EA8-9D40A4BF1FD0}"/>
                    </a:ext>
                  </a:extLst>
                </p14:cNvPr>
                <p14:cNvContentPartPr/>
                <p14:nvPr/>
              </p14:nvContentPartPr>
              <p14:xfrm>
                <a:off x="5603267" y="3316345"/>
                <a:ext cx="603360" cy="745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B77AA72-2E18-32DC-0EA8-9D40A4BF1FD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85267" y="3298705"/>
                  <a:ext cx="63900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66F8094-3A8D-EE31-93BA-0E1EA9B82B42}"/>
                  </a:ext>
                </a:extLst>
              </p14:cNvPr>
              <p14:cNvContentPartPr/>
              <p14:nvPr/>
            </p14:nvContentPartPr>
            <p14:xfrm>
              <a:off x="6253067" y="6517825"/>
              <a:ext cx="100800" cy="1220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66F8094-3A8D-EE31-93BA-0E1EA9B82B4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235067" y="6500185"/>
                <a:ext cx="13644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324DF11-DAEB-7283-745C-7C091E1B0E14}"/>
              </a:ext>
            </a:extLst>
          </p:cNvPr>
          <p:cNvGrpSpPr/>
          <p:nvPr/>
        </p:nvGrpSpPr>
        <p:grpSpPr>
          <a:xfrm>
            <a:off x="1498907" y="4233265"/>
            <a:ext cx="956160" cy="648000"/>
            <a:chOff x="1498907" y="4233265"/>
            <a:chExt cx="956160" cy="64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3A6BAE0-D180-FAA6-1481-56414DB3AAE3}"/>
                    </a:ext>
                  </a:extLst>
                </p14:cNvPr>
                <p14:cNvContentPartPr/>
                <p14:nvPr/>
              </p14:nvContentPartPr>
              <p14:xfrm>
                <a:off x="1498907" y="4233265"/>
                <a:ext cx="263160" cy="258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3A6BAE0-D180-FAA6-1481-56414DB3AA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81267" y="4215265"/>
                  <a:ext cx="298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D8A69C5-128A-ED79-D78A-CD581BC19542}"/>
                    </a:ext>
                  </a:extLst>
                </p14:cNvPr>
                <p14:cNvContentPartPr/>
                <p14:nvPr/>
              </p14:nvContentPartPr>
              <p14:xfrm>
                <a:off x="1938107" y="4282945"/>
                <a:ext cx="93960" cy="18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D8A69C5-128A-ED79-D78A-CD581BC1954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20107" y="4264945"/>
                  <a:ext cx="129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19A6199-FD61-1183-A103-8AAC052D9EEF}"/>
                    </a:ext>
                  </a:extLst>
                </p14:cNvPr>
                <p14:cNvContentPartPr/>
                <p14:nvPr/>
              </p14:nvContentPartPr>
              <p14:xfrm>
                <a:off x="1944587" y="4373665"/>
                <a:ext cx="136080" cy="39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19A6199-FD61-1183-A103-8AAC052D9E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26587" y="4356025"/>
                  <a:ext cx="171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632D993-FEB6-3220-0E5E-49181A0EE512}"/>
                    </a:ext>
                  </a:extLst>
                </p14:cNvPr>
                <p14:cNvContentPartPr/>
                <p14:nvPr/>
              </p14:nvContentPartPr>
              <p14:xfrm>
                <a:off x="2268947" y="4235425"/>
                <a:ext cx="186120" cy="645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632D993-FEB6-3220-0E5E-49181A0EE51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50947" y="4217785"/>
                  <a:ext cx="221760" cy="68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F14E47C-D3AF-949D-E085-23ACFD9A1754}"/>
              </a:ext>
            </a:extLst>
          </p:cNvPr>
          <p:cNvGrpSpPr/>
          <p:nvPr/>
        </p:nvGrpSpPr>
        <p:grpSpPr>
          <a:xfrm>
            <a:off x="2847107" y="4285105"/>
            <a:ext cx="127800" cy="147960"/>
            <a:chOff x="2847107" y="4285105"/>
            <a:chExt cx="127800" cy="1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C60D61E-5233-8731-3A88-CA7E0F624100}"/>
                    </a:ext>
                  </a:extLst>
                </p14:cNvPr>
                <p14:cNvContentPartPr/>
                <p14:nvPr/>
              </p14:nvContentPartPr>
              <p14:xfrm>
                <a:off x="2856827" y="4285105"/>
                <a:ext cx="112680" cy="57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C60D61E-5233-8731-3A88-CA7E0F6241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38827" y="4267465"/>
                  <a:ext cx="148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22C202D-A336-6202-4BC8-BDBD934C7D44}"/>
                    </a:ext>
                  </a:extLst>
                </p14:cNvPr>
                <p14:cNvContentPartPr/>
                <p14:nvPr/>
              </p14:nvContentPartPr>
              <p14:xfrm>
                <a:off x="2847107" y="4395265"/>
                <a:ext cx="127800" cy="37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22C202D-A336-6202-4BC8-BDBD934C7D4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29467" y="4377265"/>
                  <a:ext cx="16344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74C78FA-90A8-572D-64D3-259F5F8187AA}"/>
                  </a:ext>
                </a:extLst>
              </p14:cNvPr>
              <p14:cNvContentPartPr/>
              <p14:nvPr/>
            </p14:nvContentPartPr>
            <p14:xfrm>
              <a:off x="3304667" y="4239025"/>
              <a:ext cx="244800" cy="2761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74C78FA-90A8-572D-64D3-259F5F8187A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86667" y="4221385"/>
                <a:ext cx="28044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20E9260-9A71-6137-51BC-0BCC3B26EB3D}"/>
              </a:ext>
            </a:extLst>
          </p:cNvPr>
          <p:cNvGrpSpPr/>
          <p:nvPr/>
        </p:nvGrpSpPr>
        <p:grpSpPr>
          <a:xfrm>
            <a:off x="3920627" y="4344145"/>
            <a:ext cx="191160" cy="147240"/>
            <a:chOff x="3920627" y="4344145"/>
            <a:chExt cx="19116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3E67410-6AB2-7343-2A1D-185FD9DF11F0}"/>
                    </a:ext>
                  </a:extLst>
                </p14:cNvPr>
                <p14:cNvContentPartPr/>
                <p14:nvPr/>
              </p14:nvContentPartPr>
              <p14:xfrm>
                <a:off x="3981827" y="4344145"/>
                <a:ext cx="129960" cy="34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3E67410-6AB2-7343-2A1D-185FD9DF11F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64187" y="4326505"/>
                  <a:ext cx="16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62A3814-A8BE-335A-3D59-40503C0FC075}"/>
                    </a:ext>
                  </a:extLst>
                </p14:cNvPr>
                <p14:cNvContentPartPr/>
                <p14:nvPr/>
              </p14:nvContentPartPr>
              <p14:xfrm>
                <a:off x="3920627" y="4442425"/>
                <a:ext cx="187200" cy="48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62A3814-A8BE-335A-3D59-40503C0FC07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02627" y="4424785"/>
                  <a:ext cx="22284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6AC30B9-9F26-C7ED-675D-6E1FBFDC146A}"/>
                  </a:ext>
                </a:extLst>
              </p14:cNvPr>
              <p14:cNvContentPartPr/>
              <p14:nvPr/>
            </p14:nvContentPartPr>
            <p14:xfrm>
              <a:off x="4473587" y="4193305"/>
              <a:ext cx="322920" cy="3355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6AC30B9-9F26-C7ED-675D-6E1FBFDC146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455947" y="4175305"/>
                <a:ext cx="358560" cy="37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0CA10BB-903F-EABE-1BE5-545BFFE2E4C9}"/>
              </a:ext>
            </a:extLst>
          </p:cNvPr>
          <p:cNvGrpSpPr/>
          <p:nvPr/>
        </p:nvGrpSpPr>
        <p:grpSpPr>
          <a:xfrm>
            <a:off x="764147" y="5174305"/>
            <a:ext cx="1266120" cy="419040"/>
            <a:chOff x="764147" y="5174305"/>
            <a:chExt cx="12661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72FB39-2B3F-2E3A-B655-6DC776B04B31}"/>
                    </a:ext>
                  </a:extLst>
                </p14:cNvPr>
                <p14:cNvContentPartPr/>
                <p14:nvPr/>
              </p14:nvContentPartPr>
              <p14:xfrm>
                <a:off x="764147" y="5174305"/>
                <a:ext cx="165960" cy="4190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72FB39-2B3F-2E3A-B655-6DC776B04B3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6507" y="5156305"/>
                  <a:ext cx="2016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71C7066-FC38-F4B0-FFA2-C1884A33E2E5}"/>
                    </a:ext>
                  </a:extLst>
                </p14:cNvPr>
                <p14:cNvContentPartPr/>
                <p14:nvPr/>
              </p14:nvContentPartPr>
              <p14:xfrm>
                <a:off x="790427" y="5381665"/>
                <a:ext cx="159480" cy="37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71C7066-FC38-F4B0-FFA2-C1884A33E2E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2787" y="5364025"/>
                  <a:ext cx="195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8A75417-9C23-280B-DCF2-399837E9BC31}"/>
                    </a:ext>
                  </a:extLst>
                </p14:cNvPr>
                <p14:cNvContentPartPr/>
                <p14:nvPr/>
              </p14:nvContentPartPr>
              <p14:xfrm>
                <a:off x="1088147" y="5337385"/>
                <a:ext cx="159480" cy="1692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8A75417-9C23-280B-DCF2-399837E9BC3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70507" y="5319385"/>
                  <a:ext cx="1951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4E7E3C3-16CC-464A-61CC-6E77276916A8}"/>
                    </a:ext>
                  </a:extLst>
                </p14:cNvPr>
                <p14:cNvContentPartPr/>
                <p14:nvPr/>
              </p14:nvContentPartPr>
              <p14:xfrm>
                <a:off x="1115867" y="5301385"/>
                <a:ext cx="128880" cy="259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4E7E3C3-16CC-464A-61CC-6E77276916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97867" y="5283745"/>
                  <a:ext cx="164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CF2E9C1-BD54-E3BE-7E0A-D3FFD7E30FAE}"/>
                    </a:ext>
                  </a:extLst>
                </p14:cNvPr>
                <p14:cNvContentPartPr/>
                <p14:nvPr/>
              </p14:nvContentPartPr>
              <p14:xfrm>
                <a:off x="1407107" y="5320825"/>
                <a:ext cx="148320" cy="37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CF2E9C1-BD54-E3BE-7E0A-D3FFD7E30F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89467" y="5302825"/>
                  <a:ext cx="183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58CC858-7792-657B-525C-2E4B151E31F2}"/>
                    </a:ext>
                  </a:extLst>
                </p14:cNvPr>
                <p14:cNvContentPartPr/>
                <p14:nvPr/>
              </p14:nvContentPartPr>
              <p14:xfrm>
                <a:off x="1439147" y="5418385"/>
                <a:ext cx="157320" cy="48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58CC858-7792-657B-525C-2E4B151E31F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21507" y="5400385"/>
                  <a:ext cx="192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5C107BA-7765-77ED-30F0-0A3B8262F32B}"/>
                    </a:ext>
                  </a:extLst>
                </p14:cNvPr>
                <p14:cNvContentPartPr/>
                <p14:nvPr/>
              </p14:nvContentPartPr>
              <p14:xfrm>
                <a:off x="1840907" y="5203465"/>
                <a:ext cx="189360" cy="322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5C107BA-7765-77ED-30F0-0A3B8262F3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823267" y="5185825"/>
                  <a:ext cx="22500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B17D94C-224A-76D1-C30E-CE231A6E834B}"/>
              </a:ext>
            </a:extLst>
          </p:cNvPr>
          <p:cNvGrpSpPr/>
          <p:nvPr/>
        </p:nvGrpSpPr>
        <p:grpSpPr>
          <a:xfrm>
            <a:off x="2828387" y="5162785"/>
            <a:ext cx="326160" cy="475560"/>
            <a:chOff x="2828387" y="5162785"/>
            <a:chExt cx="32616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C08164B-BFD2-E5EA-C7C7-29A52DE47CBB}"/>
                    </a:ext>
                  </a:extLst>
                </p14:cNvPr>
                <p14:cNvContentPartPr/>
                <p14:nvPr/>
              </p14:nvContentPartPr>
              <p14:xfrm>
                <a:off x="2858627" y="5360785"/>
                <a:ext cx="115560" cy="7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C08164B-BFD2-E5EA-C7C7-29A52DE47C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840987" y="5343145"/>
                  <a:ext cx="151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FC10903-2D9E-12C5-82E8-B0BB2FF7C916}"/>
                    </a:ext>
                  </a:extLst>
                </p14:cNvPr>
                <p14:cNvContentPartPr/>
                <p14:nvPr/>
              </p14:nvContentPartPr>
              <p14:xfrm>
                <a:off x="2828387" y="5409385"/>
                <a:ext cx="278280" cy="87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FC10903-2D9E-12C5-82E8-B0BB2FF7C91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10747" y="5391745"/>
                  <a:ext cx="313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821CBC6-249D-8956-9C42-7114CBA22F51}"/>
                    </a:ext>
                  </a:extLst>
                </p14:cNvPr>
                <p14:cNvContentPartPr/>
                <p14:nvPr/>
              </p14:nvContentPartPr>
              <p14:xfrm>
                <a:off x="2979947" y="5162785"/>
                <a:ext cx="174600" cy="4755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821CBC6-249D-8956-9C42-7114CBA22F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61947" y="5145145"/>
                  <a:ext cx="210240" cy="51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B009E93-4EAC-E551-921A-CB6CA505AEB8}"/>
              </a:ext>
            </a:extLst>
          </p:cNvPr>
          <p:cNvGrpSpPr/>
          <p:nvPr/>
        </p:nvGrpSpPr>
        <p:grpSpPr>
          <a:xfrm>
            <a:off x="4082267" y="4809985"/>
            <a:ext cx="1001520" cy="1668600"/>
            <a:chOff x="4082267" y="4809985"/>
            <a:chExt cx="1001520" cy="16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F18F215-DF69-0C5C-FB83-A7F1461DA0A6}"/>
                    </a:ext>
                  </a:extLst>
                </p14:cNvPr>
                <p14:cNvContentPartPr/>
                <p14:nvPr/>
              </p14:nvContentPartPr>
              <p14:xfrm>
                <a:off x="4082267" y="4809985"/>
                <a:ext cx="519840" cy="1668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F18F215-DF69-0C5C-FB83-A7F1461DA0A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64627" y="4791985"/>
                  <a:ext cx="555480" cy="17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BBDD528-20E8-0DA2-B187-11BCD6421C0E}"/>
                    </a:ext>
                  </a:extLst>
                </p14:cNvPr>
                <p14:cNvContentPartPr/>
                <p14:nvPr/>
              </p14:nvContentPartPr>
              <p14:xfrm>
                <a:off x="4638467" y="4914025"/>
                <a:ext cx="36360" cy="199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BBDD528-20E8-0DA2-B187-11BCD6421C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20467" y="4896025"/>
                  <a:ext cx="72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0BC49E2-FFC6-2073-23EE-64685E5ABAE0}"/>
                    </a:ext>
                  </a:extLst>
                </p14:cNvPr>
                <p14:cNvContentPartPr/>
                <p14:nvPr/>
              </p14:nvContentPartPr>
              <p14:xfrm>
                <a:off x="5055347" y="4911505"/>
                <a:ext cx="28440" cy="182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0BC49E2-FFC6-2073-23EE-64685E5ABAE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37347" y="4893505"/>
                  <a:ext cx="64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A1FCD1-3F73-2615-3BA2-93AE630240D2}"/>
                    </a:ext>
                  </a:extLst>
                </p14:cNvPr>
                <p14:cNvContentPartPr/>
                <p14:nvPr/>
              </p14:nvContentPartPr>
              <p14:xfrm>
                <a:off x="4611827" y="5377705"/>
                <a:ext cx="137160" cy="181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A1FCD1-3F73-2615-3BA2-93AE630240D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594187" y="5360065"/>
                  <a:ext cx="172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104A0C0-DA11-F7AB-6275-998C95072532}"/>
                    </a:ext>
                  </a:extLst>
                </p14:cNvPr>
                <p14:cNvContentPartPr/>
                <p14:nvPr/>
              </p14:nvContentPartPr>
              <p14:xfrm>
                <a:off x="5013947" y="5374105"/>
                <a:ext cx="31320" cy="183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104A0C0-DA11-F7AB-6275-998C9507253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995947" y="5356465"/>
                  <a:ext cx="6696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8C8F31E-9BE0-0455-D794-40737C08046F}"/>
              </a:ext>
            </a:extLst>
          </p:cNvPr>
          <p:cNvGrpSpPr/>
          <p:nvPr/>
        </p:nvGrpSpPr>
        <p:grpSpPr>
          <a:xfrm>
            <a:off x="4521107" y="5900425"/>
            <a:ext cx="421920" cy="203760"/>
            <a:chOff x="4521107" y="5900425"/>
            <a:chExt cx="42192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57887FB-844B-CEB7-93B3-75D42B8A43BD}"/>
                    </a:ext>
                  </a:extLst>
                </p14:cNvPr>
                <p14:cNvContentPartPr/>
                <p14:nvPr/>
              </p14:nvContentPartPr>
              <p14:xfrm>
                <a:off x="4521107" y="5900425"/>
                <a:ext cx="111240" cy="1746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57887FB-844B-CEB7-93B3-75D42B8A43B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03107" y="5882785"/>
                  <a:ext cx="146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DB3E6F0-5A57-56BB-400E-07E27526E917}"/>
                    </a:ext>
                  </a:extLst>
                </p14:cNvPr>
                <p14:cNvContentPartPr/>
                <p14:nvPr/>
              </p14:nvContentPartPr>
              <p14:xfrm>
                <a:off x="4814147" y="5926345"/>
                <a:ext cx="128880" cy="177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DB3E6F0-5A57-56BB-400E-07E27526E91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96507" y="5908345"/>
                  <a:ext cx="16452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96320B3-6708-A5FD-182B-D3005E9519B6}"/>
                  </a:ext>
                </a:extLst>
              </p14:cNvPr>
              <p14:cNvContentPartPr/>
              <p14:nvPr/>
            </p14:nvContentPartPr>
            <p14:xfrm>
              <a:off x="4469267" y="6217945"/>
              <a:ext cx="125280" cy="1749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96320B3-6708-A5FD-182B-D3005E9519B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451267" y="6199945"/>
                <a:ext cx="1609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74232025-FA54-580A-F342-A2A490D94B13}"/>
                  </a:ext>
                </a:extLst>
              </p14:cNvPr>
              <p14:cNvContentPartPr/>
              <p14:nvPr/>
            </p14:nvContentPartPr>
            <p14:xfrm>
              <a:off x="4893347" y="6269785"/>
              <a:ext cx="167760" cy="17964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74232025-FA54-580A-F342-A2A490D94B1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875347" y="6252145"/>
                <a:ext cx="203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8193BE4-EA4A-2D3C-DA81-372B3972551C}"/>
                  </a:ext>
                </a:extLst>
              </p14:cNvPr>
              <p14:cNvContentPartPr/>
              <p14:nvPr/>
            </p14:nvContentPartPr>
            <p14:xfrm>
              <a:off x="5568707" y="4874065"/>
              <a:ext cx="47160" cy="2440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8193BE4-EA4A-2D3C-DA81-372B3972551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550707" y="4856425"/>
                <a:ext cx="828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BC89C0C-3AF7-492D-15CF-B5440255CF09}"/>
                  </a:ext>
                </a:extLst>
              </p14:cNvPr>
              <p14:cNvContentPartPr/>
              <p14:nvPr/>
            </p14:nvContentPartPr>
            <p14:xfrm>
              <a:off x="6320027" y="4818985"/>
              <a:ext cx="17640" cy="165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BC89C0C-3AF7-492D-15CF-B5440255CF0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302027" y="4801345"/>
                <a:ext cx="532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5E1F59F-F8C4-7082-D847-055BB7D4247D}"/>
                  </a:ext>
                </a:extLst>
              </p14:cNvPr>
              <p14:cNvContentPartPr/>
              <p14:nvPr/>
            </p14:nvContentPartPr>
            <p14:xfrm>
              <a:off x="6311027" y="4979185"/>
              <a:ext cx="5400" cy="2232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5E1F59F-F8C4-7082-D847-055BB7D4247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6293387" y="4961185"/>
                <a:ext cx="410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340DB05E-A7D4-D8E7-7D7D-D145BCAC0C01}"/>
                  </a:ext>
                </a:extLst>
              </p14:cNvPr>
              <p14:cNvContentPartPr/>
              <p14:nvPr/>
            </p14:nvContentPartPr>
            <p14:xfrm>
              <a:off x="5944187" y="4746985"/>
              <a:ext cx="423000" cy="15840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340DB05E-A7D4-D8E7-7D7D-D145BCAC0C0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926547" y="4728985"/>
                <a:ext cx="458640" cy="16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7D934594-B2B2-3D1C-3A13-0DD76A681BFA}"/>
                  </a:ext>
                </a:extLst>
              </p14:cNvPr>
              <p14:cNvContentPartPr/>
              <p14:nvPr/>
            </p14:nvContentPartPr>
            <p14:xfrm>
              <a:off x="6658067" y="4662025"/>
              <a:ext cx="371520" cy="16905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7D934594-B2B2-3D1C-3A13-0DD76A681BF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640067" y="4644385"/>
                <a:ext cx="407160" cy="17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FC231B0-6757-486F-F274-D693F03ADD09}"/>
                  </a:ext>
                </a:extLst>
              </p14:cNvPr>
              <p14:cNvContentPartPr/>
              <p14:nvPr/>
            </p14:nvContentPartPr>
            <p14:xfrm>
              <a:off x="7027427" y="5019505"/>
              <a:ext cx="244440" cy="1839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FC231B0-6757-486F-F274-D693F03ADD0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009787" y="5001505"/>
                <a:ext cx="2800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3C7E165-A434-8DDF-EC13-5F88E9CD5BED}"/>
                  </a:ext>
                </a:extLst>
              </p14:cNvPr>
              <p14:cNvContentPartPr/>
              <p14:nvPr/>
            </p14:nvContentPartPr>
            <p14:xfrm>
              <a:off x="7052627" y="5348185"/>
              <a:ext cx="180000" cy="3427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3C7E165-A434-8DDF-EC13-5F88E9CD5BE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034627" y="5330545"/>
                <a:ext cx="2156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2E94EF7-861D-5203-B687-96F6C31A7434}"/>
                  </a:ext>
                </a:extLst>
              </p14:cNvPr>
              <p14:cNvContentPartPr/>
              <p14:nvPr/>
            </p14:nvContentPartPr>
            <p14:xfrm>
              <a:off x="6956867" y="5900065"/>
              <a:ext cx="192960" cy="2055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2E94EF7-861D-5203-B687-96F6C31A743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938867" y="5882065"/>
                <a:ext cx="2286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A6924712-CC41-E9BF-A0F8-64EA124AA40D}"/>
                  </a:ext>
                </a:extLst>
              </p14:cNvPr>
              <p14:cNvContentPartPr/>
              <p14:nvPr/>
            </p14:nvContentPartPr>
            <p14:xfrm>
              <a:off x="7112027" y="4587145"/>
              <a:ext cx="440640" cy="19051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A6924712-CC41-E9BF-A0F8-64EA124AA40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094387" y="4569145"/>
                <a:ext cx="476280" cy="19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0E64DE6-F43A-3BDE-D98E-51BD71D39E88}"/>
                  </a:ext>
                </a:extLst>
              </p14:cNvPr>
              <p14:cNvContentPartPr/>
              <p14:nvPr/>
            </p14:nvContentPartPr>
            <p14:xfrm>
              <a:off x="7737707" y="5550145"/>
              <a:ext cx="108720" cy="432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0E64DE6-F43A-3BDE-D98E-51BD71D39E8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720067" y="5532505"/>
                <a:ext cx="1443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1318DE51-98CA-0818-C4A0-934CD23B9838}"/>
                  </a:ext>
                </a:extLst>
              </p14:cNvPr>
              <p14:cNvContentPartPr/>
              <p14:nvPr/>
            </p14:nvContentPartPr>
            <p14:xfrm>
              <a:off x="7740227" y="5631145"/>
              <a:ext cx="213480" cy="7632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1318DE51-98CA-0818-C4A0-934CD23B983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722587" y="5613145"/>
                <a:ext cx="249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131A539-2F93-F9A4-F88C-B09881A8F366}"/>
                  </a:ext>
                </a:extLst>
              </p14:cNvPr>
              <p14:cNvContentPartPr/>
              <p14:nvPr/>
            </p14:nvContentPartPr>
            <p14:xfrm>
              <a:off x="8164667" y="4566625"/>
              <a:ext cx="417240" cy="18399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131A539-2F93-F9A4-F88C-B09881A8F36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147027" y="4548625"/>
                <a:ext cx="452880" cy="18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BD9777A-4BB6-361E-9FF0-7B453D8C3730}"/>
                  </a:ext>
                </a:extLst>
              </p14:cNvPr>
              <p14:cNvContentPartPr/>
              <p14:nvPr/>
            </p14:nvContentPartPr>
            <p14:xfrm>
              <a:off x="8488307" y="4799185"/>
              <a:ext cx="185400" cy="2052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BD9777A-4BB6-361E-9FF0-7B453D8C373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470307" y="4781185"/>
                <a:ext cx="2210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4820EA27-77C0-4ABF-CB80-E6C5DD1AD9CA}"/>
                  </a:ext>
                </a:extLst>
              </p14:cNvPr>
              <p14:cNvContentPartPr/>
              <p14:nvPr/>
            </p14:nvContentPartPr>
            <p14:xfrm>
              <a:off x="8490467" y="5278705"/>
              <a:ext cx="171360" cy="18720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4820EA27-77C0-4ABF-CB80-E6C5DD1AD9C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472827" y="5260705"/>
                <a:ext cx="207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442518AC-14AD-117E-D7E4-720BDB7D8952}"/>
                  </a:ext>
                </a:extLst>
              </p14:cNvPr>
              <p14:cNvContentPartPr/>
              <p14:nvPr/>
            </p14:nvContentPartPr>
            <p14:xfrm>
              <a:off x="8485067" y="5664985"/>
              <a:ext cx="163080" cy="2412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442518AC-14AD-117E-D7E4-720BDB7D895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467067" y="5647345"/>
                <a:ext cx="1987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2C961651-93B4-BC64-A3B8-4426A7CB13A6}"/>
                  </a:ext>
                </a:extLst>
              </p14:cNvPr>
              <p14:cNvContentPartPr/>
              <p14:nvPr/>
            </p14:nvContentPartPr>
            <p14:xfrm>
              <a:off x="8449067" y="6045865"/>
              <a:ext cx="130320" cy="2343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2C961651-93B4-BC64-A3B8-4426A7CB13A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431067" y="6028225"/>
                <a:ext cx="1659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ED7097F8-5016-9FF8-5988-5D0B5F94B1E6}"/>
                  </a:ext>
                </a:extLst>
              </p14:cNvPr>
              <p14:cNvContentPartPr/>
              <p14:nvPr/>
            </p14:nvContentPartPr>
            <p14:xfrm>
              <a:off x="8400467" y="4458625"/>
              <a:ext cx="691920" cy="20714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ED7097F8-5016-9FF8-5988-5D0B5F94B1E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382467" y="4440985"/>
                <a:ext cx="727560" cy="21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2F8E3CF1-3EB1-4CF9-AA86-C7608157F529}"/>
                  </a:ext>
                </a:extLst>
              </p14:cNvPr>
              <p14:cNvContentPartPr/>
              <p14:nvPr/>
            </p14:nvContentPartPr>
            <p14:xfrm>
              <a:off x="9313067" y="5295985"/>
              <a:ext cx="96840" cy="115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2F8E3CF1-3EB1-4CF9-AA86-C7608157F52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295067" y="5278345"/>
                <a:ext cx="1324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C2DC906-8481-3C63-AA55-2A83C414E068}"/>
                  </a:ext>
                </a:extLst>
              </p14:cNvPr>
              <p14:cNvContentPartPr/>
              <p14:nvPr/>
            </p14:nvContentPartPr>
            <p14:xfrm>
              <a:off x="9283547" y="5393185"/>
              <a:ext cx="205560" cy="7668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C2DC906-8481-3C63-AA55-2A83C414E068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265547" y="5375185"/>
                <a:ext cx="2412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042CB7A-2D46-E4FE-BFB3-7FC6087B7367}"/>
                  </a:ext>
                </a:extLst>
              </p14:cNvPr>
              <p14:cNvContentPartPr/>
              <p14:nvPr/>
            </p14:nvContentPartPr>
            <p14:xfrm>
              <a:off x="9330707" y="5208865"/>
              <a:ext cx="233640" cy="60012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042CB7A-2D46-E4FE-BFB3-7FC6087B736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313067" y="5190865"/>
                <a:ext cx="26928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097777D-4213-F96E-8B42-A35005DF0FBF}"/>
                  </a:ext>
                </a:extLst>
              </p14:cNvPr>
              <p14:cNvContentPartPr/>
              <p14:nvPr/>
            </p14:nvContentPartPr>
            <p14:xfrm>
              <a:off x="9769187" y="4781545"/>
              <a:ext cx="216000" cy="1976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097777D-4213-F96E-8B42-A35005DF0F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751187" y="4763545"/>
                <a:ext cx="251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A67B820B-BBE3-F3CE-7645-8F50445F459F}"/>
                  </a:ext>
                </a:extLst>
              </p14:cNvPr>
              <p14:cNvContentPartPr/>
              <p14:nvPr/>
            </p14:nvContentPartPr>
            <p14:xfrm>
              <a:off x="10017947" y="4785865"/>
              <a:ext cx="93240" cy="216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A67B820B-BBE3-F3CE-7645-8F50445F459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000307" y="4768225"/>
                <a:ext cx="128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40C9914-64CD-31E0-B659-928B86D86681}"/>
                  </a:ext>
                </a:extLst>
              </p14:cNvPr>
              <p14:cNvContentPartPr/>
              <p14:nvPr/>
            </p14:nvContentPartPr>
            <p14:xfrm>
              <a:off x="10060427" y="4734025"/>
              <a:ext cx="31320" cy="2152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40C9914-64CD-31E0-B659-928B86D8668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042787" y="4716025"/>
                <a:ext cx="669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CE138CC5-0C2E-D5BF-1144-AEFBCBB04B9E}"/>
                  </a:ext>
                </a:extLst>
              </p14:cNvPr>
              <p14:cNvContentPartPr/>
              <p14:nvPr/>
            </p14:nvContentPartPr>
            <p14:xfrm>
              <a:off x="10184267" y="4718185"/>
              <a:ext cx="174960" cy="58356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CE138CC5-0C2E-D5BF-1144-AEFBCBB04B9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166627" y="4700545"/>
                <a:ext cx="21060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BDCD921-3FEF-77C0-FD62-295B1DDC84A0}"/>
                  </a:ext>
                </a:extLst>
              </p14:cNvPr>
              <p14:cNvContentPartPr/>
              <p14:nvPr/>
            </p14:nvContentPartPr>
            <p14:xfrm>
              <a:off x="10496747" y="4807465"/>
              <a:ext cx="122760" cy="572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BDCD921-3FEF-77C0-FD62-295B1DDC84A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478747" y="4789465"/>
                <a:ext cx="158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C7AC629-C83B-C13B-FAD9-E1246E55A568}"/>
                  </a:ext>
                </a:extLst>
              </p14:cNvPr>
              <p14:cNvContentPartPr/>
              <p14:nvPr/>
            </p14:nvContentPartPr>
            <p14:xfrm>
              <a:off x="10553627" y="4746265"/>
              <a:ext cx="20520" cy="2095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C7AC629-C83B-C13B-FAD9-E1246E55A56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535987" y="4728265"/>
                <a:ext cx="56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50D2B8E3-3566-7B05-CEEB-C65EA7B22C70}"/>
                  </a:ext>
                </a:extLst>
              </p14:cNvPr>
              <p14:cNvContentPartPr/>
              <p14:nvPr/>
            </p14:nvContentPartPr>
            <p14:xfrm>
              <a:off x="10685027" y="4721425"/>
              <a:ext cx="193680" cy="2376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50D2B8E3-3566-7B05-CEEB-C65EA7B22C7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667387" y="4703785"/>
                <a:ext cx="2293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A57DC47C-A210-8E98-4D5A-F2E99DA1E89D}"/>
                  </a:ext>
                </a:extLst>
              </p14:cNvPr>
              <p14:cNvContentPartPr/>
              <p14:nvPr/>
            </p14:nvContentPartPr>
            <p14:xfrm>
              <a:off x="11016227" y="4706305"/>
              <a:ext cx="88560" cy="248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A57DC47C-A210-8E98-4D5A-F2E99DA1E89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998227" y="4688665"/>
                <a:ext cx="1242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7A55DB7-35DD-0B2F-5352-B0386C798D73}"/>
                  </a:ext>
                </a:extLst>
              </p14:cNvPr>
              <p14:cNvContentPartPr/>
              <p14:nvPr/>
            </p14:nvContentPartPr>
            <p14:xfrm>
              <a:off x="11014067" y="4794865"/>
              <a:ext cx="152640" cy="4824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7A55DB7-35DD-0B2F-5352-B0386C798D7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996427" y="4776865"/>
                <a:ext cx="1882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D3F04780-1309-FF36-EF46-74A2257F61F1}"/>
                  </a:ext>
                </a:extLst>
              </p14:cNvPr>
              <p14:cNvContentPartPr/>
              <p14:nvPr/>
            </p14:nvContentPartPr>
            <p14:xfrm>
              <a:off x="11236907" y="4532065"/>
              <a:ext cx="299880" cy="2883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D3F04780-1309-FF36-EF46-74A2257F61F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219267" y="4514065"/>
                <a:ext cx="3355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B75C029-2180-EEAE-5BE6-2BA8609353C0}"/>
                  </a:ext>
                </a:extLst>
              </p14:cNvPr>
              <p14:cNvContentPartPr/>
              <p14:nvPr/>
            </p14:nvContentPartPr>
            <p14:xfrm>
              <a:off x="11151947" y="5362945"/>
              <a:ext cx="113040" cy="493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B75C029-2180-EEAE-5BE6-2BA8609353C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134307" y="5345305"/>
                <a:ext cx="1486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D7CC4A8-0988-B740-18E1-7A68772568A7}"/>
                  </a:ext>
                </a:extLst>
              </p14:cNvPr>
              <p14:cNvContentPartPr/>
              <p14:nvPr/>
            </p14:nvContentPartPr>
            <p14:xfrm>
              <a:off x="11144387" y="5461225"/>
              <a:ext cx="132120" cy="720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D7CC4A8-0988-B740-18E1-7A68772568A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126387" y="5443585"/>
                <a:ext cx="167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EA9DDE22-CF08-22AA-EECA-BC47704E8889}"/>
                  </a:ext>
                </a:extLst>
              </p14:cNvPr>
              <p14:cNvContentPartPr/>
              <p14:nvPr/>
            </p14:nvContentPartPr>
            <p14:xfrm>
              <a:off x="11377307" y="5163505"/>
              <a:ext cx="295200" cy="2289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EA9DDE22-CF08-22AA-EECA-BC47704E8889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359307" y="5145865"/>
                <a:ext cx="3308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2DC44D9-6896-8433-E52D-12CEF0FE34E5}"/>
                  </a:ext>
                </a:extLst>
              </p14:cNvPr>
              <p14:cNvContentPartPr/>
              <p14:nvPr/>
            </p14:nvContentPartPr>
            <p14:xfrm>
              <a:off x="9606467" y="6532585"/>
              <a:ext cx="80280" cy="2556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2DC44D9-6896-8433-E52D-12CEF0FE34E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588827" y="6514585"/>
                <a:ext cx="1159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1C046975-EDD1-0688-ABA0-A5C54C699474}"/>
                  </a:ext>
                </a:extLst>
              </p14:cNvPr>
              <p14:cNvContentPartPr/>
              <p14:nvPr/>
            </p14:nvContentPartPr>
            <p14:xfrm>
              <a:off x="9591347" y="6617545"/>
              <a:ext cx="110880" cy="489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1C046975-EDD1-0688-ABA0-A5C54C699474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573347" y="6599905"/>
                <a:ext cx="1465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2269460E-7727-FC05-71EC-6D70BE210734}"/>
                  </a:ext>
                </a:extLst>
              </p14:cNvPr>
              <p14:cNvContentPartPr/>
              <p14:nvPr/>
            </p14:nvContentPartPr>
            <p14:xfrm>
              <a:off x="9696107" y="6458065"/>
              <a:ext cx="133200" cy="2898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2269460E-7727-FC05-71EC-6D70BE21073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678107" y="6440425"/>
                <a:ext cx="16884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9E5DFC17-71AD-9431-1786-514D0CE1F766}"/>
              </a:ext>
            </a:extLst>
          </p:cNvPr>
          <p:cNvGrpSpPr/>
          <p:nvPr/>
        </p:nvGrpSpPr>
        <p:grpSpPr>
          <a:xfrm>
            <a:off x="10106507" y="6187345"/>
            <a:ext cx="1906920" cy="771120"/>
            <a:chOff x="10106507" y="6187345"/>
            <a:chExt cx="190692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899CBBA-95D2-1654-1D22-C69BE5F07BE9}"/>
                    </a:ext>
                  </a:extLst>
                </p14:cNvPr>
                <p14:cNvContentPartPr/>
                <p14:nvPr/>
              </p14:nvContentPartPr>
              <p14:xfrm>
                <a:off x="10170947" y="6297505"/>
                <a:ext cx="125280" cy="615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899CBBA-95D2-1654-1D22-C69BE5F07B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53307" y="6279865"/>
                  <a:ext cx="160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7ED0291-6D2D-FFF9-6515-C4547542E7C7}"/>
                    </a:ext>
                  </a:extLst>
                </p14:cNvPr>
                <p14:cNvContentPartPr/>
                <p14:nvPr/>
              </p14:nvContentPartPr>
              <p14:xfrm>
                <a:off x="10149347" y="6343585"/>
                <a:ext cx="129600" cy="222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7ED0291-6D2D-FFF9-6515-C4547542E7C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131707" y="6325945"/>
                  <a:ext cx="165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D163F65-8833-1C4C-975E-96F795B61C61}"/>
                    </a:ext>
                  </a:extLst>
                </p14:cNvPr>
                <p14:cNvContentPartPr/>
                <p14:nvPr/>
              </p14:nvContentPartPr>
              <p14:xfrm>
                <a:off x="10449227" y="6365905"/>
                <a:ext cx="199800" cy="1706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D163F65-8833-1C4C-975E-96F795B61C6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431587" y="6347905"/>
                  <a:ext cx="235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EE7D992-B658-F082-40DC-3EC7D4AC46B9}"/>
                    </a:ext>
                  </a:extLst>
                </p14:cNvPr>
                <p14:cNvContentPartPr/>
                <p14:nvPr/>
              </p14:nvContentPartPr>
              <p14:xfrm>
                <a:off x="10814987" y="6324145"/>
                <a:ext cx="93960" cy="280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EE7D992-B658-F082-40DC-3EC7D4AC46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796987" y="6306505"/>
                  <a:ext cx="12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808B293-5596-F977-C445-D224E57BECAF}"/>
                    </a:ext>
                  </a:extLst>
                </p14:cNvPr>
                <p14:cNvContentPartPr/>
                <p14:nvPr/>
              </p14:nvContentPartPr>
              <p14:xfrm>
                <a:off x="10831187" y="6408745"/>
                <a:ext cx="155880" cy="558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808B293-5596-F977-C445-D224E57BECA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813187" y="6390745"/>
                  <a:ext cx="191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1DD0F34-421F-4CD2-4C52-BC2FBE7D5EB3}"/>
                    </a:ext>
                  </a:extLst>
                </p14:cNvPr>
                <p14:cNvContentPartPr/>
                <p14:nvPr/>
              </p14:nvContentPartPr>
              <p14:xfrm>
                <a:off x="11140427" y="6187345"/>
                <a:ext cx="173520" cy="2095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1DD0F34-421F-4CD2-4C52-BC2FBE7D5EB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122787" y="6169345"/>
                  <a:ext cx="209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B871336-2DF6-323D-4199-EA36A6FF5231}"/>
                    </a:ext>
                  </a:extLst>
                </p14:cNvPr>
                <p14:cNvContentPartPr/>
                <p14:nvPr/>
              </p14:nvContentPartPr>
              <p14:xfrm>
                <a:off x="10545707" y="6687745"/>
                <a:ext cx="3600" cy="2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B871336-2DF6-323D-4199-EA36A6FF523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528067" y="6669745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B52BB86-40AB-454F-D677-CA94DBE2ED82}"/>
                    </a:ext>
                  </a:extLst>
                </p14:cNvPr>
                <p14:cNvContentPartPr/>
                <p14:nvPr/>
              </p14:nvContentPartPr>
              <p14:xfrm>
                <a:off x="10592507" y="6652825"/>
                <a:ext cx="2880" cy="2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B52BB86-40AB-454F-D677-CA94DBE2ED8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574867" y="6635185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5853897-36D4-1F95-F6EA-5D5A1BCFCA80}"/>
                    </a:ext>
                  </a:extLst>
                </p14:cNvPr>
                <p14:cNvContentPartPr/>
                <p14:nvPr/>
              </p14:nvContentPartPr>
              <p14:xfrm>
                <a:off x="10596467" y="6657505"/>
                <a:ext cx="4680" cy="18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5853897-36D4-1F95-F6EA-5D5A1BCFCA8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578467" y="6639505"/>
                  <a:ext cx="40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4698720-B7A9-89C2-5141-51FE7590C2A7}"/>
                    </a:ext>
                  </a:extLst>
                </p14:cNvPr>
                <p14:cNvContentPartPr/>
                <p14:nvPr/>
              </p14:nvContentPartPr>
              <p14:xfrm>
                <a:off x="10589987" y="6660025"/>
                <a:ext cx="11880" cy="104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4698720-B7A9-89C2-5141-51FE7590C2A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72347" y="6642025"/>
                  <a:ext cx="47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659FA8E-E7AC-EAA0-3E58-A7D217F2FCEC}"/>
                    </a:ext>
                  </a:extLst>
                </p14:cNvPr>
                <p14:cNvContentPartPr/>
                <p14:nvPr/>
              </p14:nvContentPartPr>
              <p14:xfrm>
                <a:off x="10106507" y="6639865"/>
                <a:ext cx="18000" cy="54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659FA8E-E7AC-EAA0-3E58-A7D217F2FCE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88867" y="6621865"/>
                  <a:ext cx="5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D5043A8-B42B-7569-2D27-A8D235B6FEC0}"/>
                    </a:ext>
                  </a:extLst>
                </p14:cNvPr>
                <p14:cNvContentPartPr/>
                <p14:nvPr/>
              </p14:nvContentPartPr>
              <p14:xfrm>
                <a:off x="10472627" y="6609265"/>
                <a:ext cx="5400" cy="25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D5043A8-B42B-7569-2D27-A8D235B6FEC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54987" y="6591625"/>
                  <a:ext cx="41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122450B-C8B2-1C67-A9DB-8D773B68D1F2}"/>
                    </a:ext>
                  </a:extLst>
                </p14:cNvPr>
                <p14:cNvContentPartPr/>
                <p14:nvPr/>
              </p14:nvContentPartPr>
              <p14:xfrm>
                <a:off x="10720667" y="6703585"/>
                <a:ext cx="196560" cy="65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122450B-C8B2-1C67-A9DB-8D773B68D1F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703027" y="6685585"/>
                  <a:ext cx="232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F9BE7CB-0D25-3C94-88CD-AEF716996E5A}"/>
                    </a:ext>
                  </a:extLst>
                </p14:cNvPr>
                <p14:cNvContentPartPr/>
                <p14:nvPr/>
              </p14:nvContentPartPr>
              <p14:xfrm>
                <a:off x="10787987" y="6805825"/>
                <a:ext cx="118080" cy="48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F9BE7CB-0D25-3C94-88CD-AEF716996E5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770347" y="6787825"/>
                  <a:ext cx="153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F3C4012-1B31-9DD2-6096-87F1BE4D1C81}"/>
                    </a:ext>
                  </a:extLst>
                </p14:cNvPr>
                <p14:cNvContentPartPr/>
                <p14:nvPr/>
              </p14:nvContentPartPr>
              <p14:xfrm>
                <a:off x="10873307" y="6578665"/>
                <a:ext cx="173160" cy="379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F3C4012-1B31-9DD2-6096-87F1BE4D1C8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855667" y="6561025"/>
                  <a:ext cx="2088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893FB43-AD5B-CF94-B11A-023B5D935545}"/>
                    </a:ext>
                  </a:extLst>
                </p14:cNvPr>
                <p14:cNvContentPartPr/>
                <p14:nvPr/>
              </p14:nvContentPartPr>
              <p14:xfrm>
                <a:off x="11216387" y="6678025"/>
                <a:ext cx="211680" cy="1699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893FB43-AD5B-CF94-B11A-023B5D93554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198387" y="6660385"/>
                  <a:ext cx="247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6A15DAD-A786-0D45-8AE7-0E98B51F85F0}"/>
                    </a:ext>
                  </a:extLst>
                </p14:cNvPr>
                <p14:cNvContentPartPr/>
                <p14:nvPr/>
              </p14:nvContentPartPr>
              <p14:xfrm>
                <a:off x="11591867" y="6601705"/>
                <a:ext cx="101520" cy="306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6A15DAD-A786-0D45-8AE7-0E98B51F85F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74227" y="6584065"/>
                  <a:ext cx="137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E5D33FA-AD89-50CC-66EF-188DFEC290E2}"/>
                    </a:ext>
                  </a:extLst>
                </p14:cNvPr>
                <p14:cNvContentPartPr/>
                <p14:nvPr/>
              </p14:nvContentPartPr>
              <p14:xfrm>
                <a:off x="11590427" y="6672985"/>
                <a:ext cx="128880" cy="61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E5D33FA-AD89-50CC-66EF-188DFEC290E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72427" y="6655345"/>
                  <a:ext cx="164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9FDED63-0CCE-1BE3-B026-E4A76B162A19}"/>
                    </a:ext>
                  </a:extLst>
                </p14:cNvPr>
                <p14:cNvContentPartPr/>
                <p14:nvPr/>
              </p14:nvContentPartPr>
              <p14:xfrm>
                <a:off x="11849987" y="6485065"/>
                <a:ext cx="163440" cy="164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9FDED63-0CCE-1BE3-B026-E4A76B162A1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31987" y="6467065"/>
                  <a:ext cx="19908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D9949EB1-DA5B-A10D-71A4-02A43CEB46D6}"/>
              </a:ext>
            </a:extLst>
          </p:cNvPr>
          <p:cNvGrpSpPr/>
          <p:nvPr/>
        </p:nvGrpSpPr>
        <p:grpSpPr>
          <a:xfrm>
            <a:off x="9844787" y="5374465"/>
            <a:ext cx="1034640" cy="674280"/>
            <a:chOff x="9844787" y="5374465"/>
            <a:chExt cx="1034640" cy="6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C96B111-DB68-28F3-2726-A5FF8CBB757D}"/>
                    </a:ext>
                  </a:extLst>
                </p14:cNvPr>
                <p14:cNvContentPartPr/>
                <p14:nvPr/>
              </p14:nvContentPartPr>
              <p14:xfrm>
                <a:off x="9844787" y="5551585"/>
                <a:ext cx="173160" cy="3942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C96B111-DB68-28F3-2726-A5FF8CBB757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826787" y="5533585"/>
                  <a:ext cx="2088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B8E7E44-B452-FBD5-4C4D-02573B075A4F}"/>
                    </a:ext>
                  </a:extLst>
                </p14:cNvPr>
                <p14:cNvContentPartPr/>
                <p14:nvPr/>
              </p14:nvContentPartPr>
              <p14:xfrm>
                <a:off x="10164827" y="5540065"/>
                <a:ext cx="146520" cy="51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B8E7E44-B452-FBD5-4C4D-02573B075A4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147187" y="5522065"/>
                  <a:ext cx="182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742AE2-3423-2967-49BA-DED2F06D790A}"/>
                    </a:ext>
                  </a:extLst>
                </p14:cNvPr>
                <p14:cNvContentPartPr/>
                <p14:nvPr/>
              </p14:nvContentPartPr>
              <p14:xfrm>
                <a:off x="10239707" y="5451865"/>
                <a:ext cx="37800" cy="254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742AE2-3423-2967-49BA-DED2F06D790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221707" y="5433865"/>
                  <a:ext cx="73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E6150F-A220-6940-A353-F1D747196E09}"/>
                    </a:ext>
                  </a:extLst>
                </p14:cNvPr>
                <p14:cNvContentPartPr/>
                <p14:nvPr/>
              </p14:nvContentPartPr>
              <p14:xfrm>
                <a:off x="10455707" y="5374465"/>
                <a:ext cx="90720" cy="554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E6150F-A220-6940-A353-F1D747196E0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437707" y="5356465"/>
                  <a:ext cx="126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19C9723-14C9-3F92-C293-CBF4840814F6}"/>
                    </a:ext>
                  </a:extLst>
                </p14:cNvPr>
                <p14:cNvContentPartPr/>
                <p14:nvPr/>
              </p14:nvContentPartPr>
              <p14:xfrm>
                <a:off x="10437347" y="5414425"/>
                <a:ext cx="116280" cy="209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19C9723-14C9-3F92-C293-CBF4840814F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419707" y="5396785"/>
                  <a:ext cx="151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78582E0-70BC-9739-3C79-7959BEA80100}"/>
                    </a:ext>
                  </a:extLst>
                </p14:cNvPr>
                <p14:cNvContentPartPr/>
                <p14:nvPr/>
              </p14:nvContentPartPr>
              <p14:xfrm>
                <a:off x="10383707" y="5683345"/>
                <a:ext cx="195480" cy="77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78582E0-70BC-9739-3C79-7959BEA8010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365707" y="5665705"/>
                  <a:ext cx="231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7097B08-EB94-5DBA-2A51-05DDE2504C74}"/>
                    </a:ext>
                  </a:extLst>
                </p14:cNvPr>
                <p14:cNvContentPartPr/>
                <p14:nvPr/>
              </p14:nvContentPartPr>
              <p14:xfrm>
                <a:off x="10451747" y="5798905"/>
                <a:ext cx="129240" cy="2498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7097B08-EB94-5DBA-2A51-05DDE2504C7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33747" y="5781265"/>
                  <a:ext cx="164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04A9507-730D-A191-FAFE-FE96072F2917}"/>
                    </a:ext>
                  </a:extLst>
                </p14:cNvPr>
                <p14:cNvContentPartPr/>
                <p14:nvPr/>
              </p14:nvContentPartPr>
              <p14:xfrm>
                <a:off x="10739747" y="5435305"/>
                <a:ext cx="139680" cy="200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04A9507-730D-A191-FAFE-FE96072F291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721747" y="5417305"/>
                  <a:ext cx="175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6FC50E4-DE3B-8AEE-8210-44E76A5104DD}"/>
                    </a:ext>
                  </a:extLst>
                </p14:cNvPr>
                <p14:cNvContentPartPr/>
                <p14:nvPr/>
              </p14:nvContentPartPr>
              <p14:xfrm>
                <a:off x="10802747" y="5613865"/>
                <a:ext cx="360" cy="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6FC50E4-DE3B-8AEE-8210-44E76A5104D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785107" y="5596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46E1B85-0F8A-FD19-93CC-CBC35519A462}"/>
                  </a:ext>
                </a:extLst>
              </p14:cNvPr>
              <p14:cNvContentPartPr/>
              <p14:nvPr/>
            </p14:nvContentPartPr>
            <p14:xfrm>
              <a:off x="1351307" y="2595985"/>
              <a:ext cx="117720" cy="4532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46E1B85-0F8A-FD19-93CC-CBC35519A462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333307" y="2577985"/>
                <a:ext cx="15336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6D365BE-8885-5C50-B3E4-7ED770A19712}"/>
                  </a:ext>
                </a:extLst>
              </p14:cNvPr>
              <p14:cNvContentPartPr/>
              <p14:nvPr/>
            </p14:nvContentPartPr>
            <p14:xfrm>
              <a:off x="1367507" y="2574385"/>
              <a:ext cx="127080" cy="192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6D365BE-8885-5C50-B3E4-7ED770A19712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349507" y="2556745"/>
                <a:ext cx="1627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A221268-3685-DCA7-4A78-58B6C67FA0E3}"/>
                  </a:ext>
                </a:extLst>
              </p14:cNvPr>
              <p14:cNvContentPartPr/>
              <p14:nvPr/>
            </p14:nvContentPartPr>
            <p14:xfrm>
              <a:off x="1551827" y="2477905"/>
              <a:ext cx="152280" cy="4348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A221268-3685-DCA7-4A78-58B6C67FA0E3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534187" y="2459905"/>
                <a:ext cx="18792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CB818E2-80A0-463E-0BC1-9D8B3D34D4E8}"/>
                  </a:ext>
                </a:extLst>
              </p14:cNvPr>
              <p14:cNvContentPartPr/>
              <p14:nvPr/>
            </p14:nvContentPartPr>
            <p14:xfrm>
              <a:off x="1789787" y="2565385"/>
              <a:ext cx="145800" cy="268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CB818E2-80A0-463E-0BC1-9D8B3D34D4E8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771787" y="2547745"/>
                <a:ext cx="1814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22D7FCC-48E8-4441-EDDC-71858A03DA56}"/>
                  </a:ext>
                </a:extLst>
              </p14:cNvPr>
              <p14:cNvContentPartPr/>
              <p14:nvPr/>
            </p14:nvContentPartPr>
            <p14:xfrm>
              <a:off x="1818947" y="2680945"/>
              <a:ext cx="109440" cy="38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22D7FCC-48E8-4441-EDDC-71858A03DA56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800947" y="2662945"/>
                <a:ext cx="145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15D698A-B755-0030-DE64-1080BDED7DC4}"/>
                  </a:ext>
                </a:extLst>
              </p14:cNvPr>
              <p14:cNvContentPartPr/>
              <p14:nvPr/>
            </p14:nvContentPartPr>
            <p14:xfrm>
              <a:off x="1997867" y="2501305"/>
              <a:ext cx="76680" cy="3474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15D698A-B755-0030-DE64-1080BDED7DC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980227" y="2483305"/>
                <a:ext cx="1123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7840EB6-225F-717D-A12C-14519D56F1A6}"/>
                  </a:ext>
                </a:extLst>
              </p14:cNvPr>
              <p14:cNvContentPartPr/>
              <p14:nvPr/>
            </p14:nvContentPartPr>
            <p14:xfrm>
              <a:off x="2275067" y="2712625"/>
              <a:ext cx="109800" cy="1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7840EB6-225F-717D-A12C-14519D56F1A6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257427" y="2694625"/>
                <a:ext cx="1454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2E01760-96D6-5CB3-06F5-8DF91B4550CE}"/>
                  </a:ext>
                </a:extLst>
              </p14:cNvPr>
              <p14:cNvContentPartPr/>
              <p14:nvPr/>
            </p14:nvContentPartPr>
            <p14:xfrm>
              <a:off x="2270027" y="2786425"/>
              <a:ext cx="164160" cy="41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2E01760-96D6-5CB3-06F5-8DF91B4550C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2252027" y="2768425"/>
                <a:ext cx="1998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CA8776B-44C2-F21D-5BD6-AD6D0EC5E20D}"/>
                  </a:ext>
                </a:extLst>
              </p14:cNvPr>
              <p14:cNvContentPartPr/>
              <p14:nvPr/>
            </p14:nvContentPartPr>
            <p14:xfrm>
              <a:off x="2739827" y="2462785"/>
              <a:ext cx="231480" cy="3898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CA8776B-44C2-F21D-5BD6-AD6D0EC5E20D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721827" y="2445145"/>
                <a:ext cx="26712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2F50A7B-9618-6DA8-E05A-20C0F760193F}"/>
                  </a:ext>
                </a:extLst>
              </p14:cNvPr>
              <p14:cNvContentPartPr/>
              <p14:nvPr/>
            </p14:nvContentPartPr>
            <p14:xfrm>
              <a:off x="3221867" y="2689585"/>
              <a:ext cx="127080" cy="324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2F50A7B-9618-6DA8-E05A-20C0F760193F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3204227" y="2671945"/>
                <a:ext cx="1627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9AEA8B5-054F-E8D7-5CB3-1CB30D124F3E}"/>
                  </a:ext>
                </a:extLst>
              </p14:cNvPr>
              <p14:cNvContentPartPr/>
              <p14:nvPr/>
            </p14:nvContentPartPr>
            <p14:xfrm>
              <a:off x="3165707" y="2826745"/>
              <a:ext cx="173160" cy="554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9AEA8B5-054F-E8D7-5CB3-1CB30D124F3E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148067" y="2808745"/>
                <a:ext cx="2088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EF81FE3-8A77-C638-DECC-F025DAFEABB1}"/>
                  </a:ext>
                </a:extLst>
              </p14:cNvPr>
              <p14:cNvContentPartPr/>
              <p14:nvPr/>
            </p14:nvContentPartPr>
            <p14:xfrm>
              <a:off x="3546947" y="2566825"/>
              <a:ext cx="172080" cy="7498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EF81FE3-8A77-C638-DECC-F025DAFEABB1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528947" y="2549185"/>
                <a:ext cx="207720" cy="78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65BA958-3863-1ACB-D512-BE4622E6B297}"/>
                  </a:ext>
                </a:extLst>
              </p14:cNvPr>
              <p14:cNvContentPartPr/>
              <p14:nvPr/>
            </p14:nvContentPartPr>
            <p14:xfrm>
              <a:off x="3625787" y="2549185"/>
              <a:ext cx="222840" cy="2260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65BA958-3863-1ACB-D512-BE4622E6B297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3608147" y="2531185"/>
                <a:ext cx="2584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5461416-9860-CDFE-0F50-18599EA328FB}"/>
                  </a:ext>
                </a:extLst>
              </p14:cNvPr>
              <p14:cNvContentPartPr/>
              <p14:nvPr/>
            </p14:nvContentPartPr>
            <p14:xfrm>
              <a:off x="3976787" y="2443345"/>
              <a:ext cx="207720" cy="4330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5461416-9860-CDFE-0F50-18599EA328FB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3958787" y="2425705"/>
                <a:ext cx="24336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50B33A5-2656-8B3F-C4AF-D5D8898B5C22}"/>
                  </a:ext>
                </a:extLst>
              </p14:cNvPr>
              <p14:cNvContentPartPr/>
              <p14:nvPr/>
            </p14:nvContentPartPr>
            <p14:xfrm>
              <a:off x="4280267" y="2595265"/>
              <a:ext cx="124200" cy="2307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50B33A5-2656-8B3F-C4AF-D5D8898B5C22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262267" y="2577625"/>
                <a:ext cx="1598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D06BA8F-34AD-FD2D-2FD5-3C355901571E}"/>
                  </a:ext>
                </a:extLst>
              </p14:cNvPr>
              <p14:cNvContentPartPr/>
              <p14:nvPr/>
            </p14:nvContentPartPr>
            <p14:xfrm>
              <a:off x="4373867" y="2397625"/>
              <a:ext cx="236160" cy="763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D06BA8F-34AD-FD2D-2FD5-3C355901571E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4356227" y="2379625"/>
                <a:ext cx="27180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76CC44F-7755-66CE-7C34-91BF6867C7AA}"/>
                  </a:ext>
                </a:extLst>
              </p14:cNvPr>
              <p14:cNvContentPartPr/>
              <p14:nvPr/>
            </p14:nvContentPartPr>
            <p14:xfrm>
              <a:off x="4857347" y="2674105"/>
              <a:ext cx="195120" cy="331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76CC44F-7755-66CE-7C34-91BF6867C7AA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4839347" y="2656105"/>
                <a:ext cx="2307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B79622A-9BED-6430-0853-5ACF8C4049EE}"/>
                  </a:ext>
                </a:extLst>
              </p14:cNvPr>
              <p14:cNvContentPartPr/>
              <p14:nvPr/>
            </p14:nvContentPartPr>
            <p14:xfrm>
              <a:off x="4865627" y="2795785"/>
              <a:ext cx="158760" cy="244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B79622A-9BED-6430-0853-5ACF8C4049EE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847627" y="2777785"/>
                <a:ext cx="194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4FA0712-9245-C51B-1919-F9DF9BAD3722}"/>
                  </a:ext>
                </a:extLst>
              </p14:cNvPr>
              <p14:cNvContentPartPr/>
              <p14:nvPr/>
            </p14:nvContentPartPr>
            <p14:xfrm>
              <a:off x="444467" y="3431185"/>
              <a:ext cx="178560" cy="261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4FA0712-9245-C51B-1919-F9DF9BAD3722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426827" y="3413185"/>
                <a:ext cx="2142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EE14F00-3FB6-5945-9056-79E3DD84791C}"/>
                  </a:ext>
                </a:extLst>
              </p14:cNvPr>
              <p14:cNvContentPartPr/>
              <p14:nvPr/>
            </p14:nvContentPartPr>
            <p14:xfrm>
              <a:off x="710867" y="3513265"/>
              <a:ext cx="342360" cy="1724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EE14F00-3FB6-5945-9056-79E3DD84791C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93227" y="3495265"/>
                <a:ext cx="3780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810795E-E310-CD3B-9A6D-54D2367EC147}"/>
                  </a:ext>
                </a:extLst>
              </p14:cNvPr>
              <p14:cNvContentPartPr/>
              <p14:nvPr/>
            </p14:nvContentPartPr>
            <p14:xfrm>
              <a:off x="968267" y="3361705"/>
              <a:ext cx="55440" cy="460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810795E-E310-CD3B-9A6D-54D2367EC14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950627" y="3344065"/>
                <a:ext cx="910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2DFF51D-95F3-8379-441F-A8C45E0E8237}"/>
                  </a:ext>
                </a:extLst>
              </p14:cNvPr>
              <p14:cNvContentPartPr/>
              <p14:nvPr/>
            </p14:nvContentPartPr>
            <p14:xfrm>
              <a:off x="1139267" y="3526225"/>
              <a:ext cx="104400" cy="4212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2DFF51D-95F3-8379-441F-A8C45E0E8237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21267" y="3508225"/>
                <a:ext cx="14004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74E41FA-738B-A024-97B6-6682CDB92B18}"/>
                  </a:ext>
                </a:extLst>
              </p14:cNvPr>
              <p14:cNvContentPartPr/>
              <p14:nvPr/>
            </p14:nvContentPartPr>
            <p14:xfrm>
              <a:off x="1366787" y="3475465"/>
              <a:ext cx="399960" cy="202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74E41FA-738B-A024-97B6-6682CDB92B18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1348787" y="3457825"/>
                <a:ext cx="4356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82742E0-7C4A-2D00-AFAF-875A238FCFCC}"/>
                  </a:ext>
                </a:extLst>
              </p14:cNvPr>
              <p14:cNvContentPartPr/>
              <p14:nvPr/>
            </p14:nvContentPartPr>
            <p14:xfrm>
              <a:off x="4692107" y="3543505"/>
              <a:ext cx="23760" cy="1753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82742E0-7C4A-2D00-AFAF-875A238FCFCC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674107" y="3525865"/>
                <a:ext cx="594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DCF7CCB-FC84-3FC6-AE3A-BFD697EBDB72}"/>
                  </a:ext>
                </a:extLst>
              </p14:cNvPr>
              <p14:cNvContentPartPr/>
              <p14:nvPr/>
            </p14:nvContentPartPr>
            <p14:xfrm>
              <a:off x="4746467" y="3377545"/>
              <a:ext cx="7920" cy="414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DCF7CCB-FC84-3FC6-AE3A-BFD697EBDB72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728467" y="3359905"/>
                <a:ext cx="43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CD70F54-68E0-607F-8803-C8C111EC8F39}"/>
                  </a:ext>
                </a:extLst>
              </p14:cNvPr>
              <p14:cNvContentPartPr/>
              <p14:nvPr/>
            </p14:nvContentPartPr>
            <p14:xfrm>
              <a:off x="4837187" y="3697225"/>
              <a:ext cx="2880" cy="313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CD70F54-68E0-607F-8803-C8C111EC8F39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4819547" y="3679225"/>
                <a:ext cx="385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B869E6F-5437-61BA-18CA-9A83E1097634}"/>
                  </a:ext>
                </a:extLst>
              </p14:cNvPr>
              <p14:cNvContentPartPr/>
              <p14:nvPr/>
            </p14:nvContentPartPr>
            <p14:xfrm>
              <a:off x="4931867" y="3576625"/>
              <a:ext cx="148680" cy="1540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B869E6F-5437-61BA-18CA-9A83E1097634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4914227" y="3558625"/>
                <a:ext cx="1843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C169F39-A51B-A720-62BB-86DBCA6730E4}"/>
                  </a:ext>
                </a:extLst>
              </p14:cNvPr>
              <p14:cNvContentPartPr/>
              <p14:nvPr/>
            </p14:nvContentPartPr>
            <p14:xfrm>
              <a:off x="5251187" y="3719905"/>
              <a:ext cx="18720" cy="111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C169F39-A51B-A720-62BB-86DBCA6730E4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233547" y="3701905"/>
                <a:ext cx="543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5C0AA186-AB4B-EE7A-F215-F8ABDC5598E0}"/>
                  </a:ext>
                </a:extLst>
              </p14:cNvPr>
              <p14:cNvContentPartPr/>
              <p14:nvPr/>
            </p14:nvContentPartPr>
            <p14:xfrm>
              <a:off x="2100827" y="3600883"/>
              <a:ext cx="12240" cy="972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5C0AA186-AB4B-EE7A-F215-F8ABDC5598E0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2083187" y="3582883"/>
                <a:ext cx="47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EAF94E2-FFCD-E704-3624-BAD4CE03682C}"/>
                  </a:ext>
                </a:extLst>
              </p14:cNvPr>
              <p14:cNvContentPartPr/>
              <p14:nvPr/>
            </p14:nvContentPartPr>
            <p14:xfrm>
              <a:off x="1759547" y="2882683"/>
              <a:ext cx="1200240" cy="1944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EAF94E2-FFCD-E704-3624-BAD4CE03682C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1741547" y="2864683"/>
                <a:ext cx="12358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FEC6E4D-1EB0-C4FF-A117-6EF44EC9E0CD}"/>
                  </a:ext>
                </a:extLst>
              </p14:cNvPr>
              <p14:cNvContentPartPr/>
              <p14:nvPr/>
            </p14:nvContentPartPr>
            <p14:xfrm>
              <a:off x="3593027" y="2898883"/>
              <a:ext cx="1040760" cy="9360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FEC6E4D-1EB0-C4FF-A117-6EF44EC9E0CD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3575387" y="2881243"/>
                <a:ext cx="10764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EF10DC81-9E39-96BE-D234-6938E883D99A}"/>
                  </a:ext>
                </a:extLst>
              </p14:cNvPr>
              <p14:cNvContentPartPr/>
              <p14:nvPr/>
            </p14:nvContentPartPr>
            <p14:xfrm>
              <a:off x="155387" y="4611403"/>
              <a:ext cx="11963880" cy="3603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EF10DC81-9E39-96BE-D234-6938E883D99A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137387" y="4593403"/>
                <a:ext cx="1199952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EA9C26A5-29A9-BFC7-FA7B-148715D81DEE}"/>
              </a:ext>
            </a:extLst>
          </p:cNvPr>
          <p:cNvGrpSpPr/>
          <p:nvPr/>
        </p:nvGrpSpPr>
        <p:grpSpPr>
          <a:xfrm>
            <a:off x="5401667" y="5348185"/>
            <a:ext cx="434160" cy="1086840"/>
            <a:chOff x="5401667" y="5348185"/>
            <a:chExt cx="434160" cy="10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5D6662E-3F21-208F-D1F4-F54F35AC0691}"/>
                    </a:ext>
                  </a:extLst>
                </p14:cNvPr>
                <p14:cNvContentPartPr/>
                <p14:nvPr/>
              </p14:nvContentPartPr>
              <p14:xfrm>
                <a:off x="5438027" y="5374825"/>
                <a:ext cx="103320" cy="195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5D6662E-3F21-208F-D1F4-F54F35AC069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420387" y="5357185"/>
                  <a:ext cx="138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7F0FE2C-89BF-3911-6D8A-DA3638E33FC8}"/>
                    </a:ext>
                  </a:extLst>
                </p14:cNvPr>
                <p14:cNvContentPartPr/>
                <p14:nvPr/>
              </p14:nvContentPartPr>
              <p14:xfrm>
                <a:off x="5465387" y="5348185"/>
                <a:ext cx="132840" cy="60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7F0FE2C-89BF-3911-6D8A-DA3638E33FC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447387" y="5330545"/>
                  <a:ext cx="168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ED8C9FB-626B-AEE6-9F2A-B23F548A8A95}"/>
                    </a:ext>
                  </a:extLst>
                </p14:cNvPr>
                <p14:cNvContentPartPr/>
                <p14:nvPr/>
              </p14:nvContentPartPr>
              <p14:xfrm>
                <a:off x="5541347" y="5413345"/>
                <a:ext cx="138600" cy="255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ED8C9FB-626B-AEE6-9F2A-B23F548A8A9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523347" y="5395345"/>
                  <a:ext cx="174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9F53713-992D-09DB-E7E0-3BB651CA0826}"/>
                    </a:ext>
                  </a:extLst>
                </p14:cNvPr>
                <p14:cNvContentPartPr/>
                <p14:nvPr/>
              </p14:nvContentPartPr>
              <p14:xfrm>
                <a:off x="5621627" y="5534665"/>
                <a:ext cx="214200" cy="174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9F53713-992D-09DB-E7E0-3BB651CA082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603987" y="5516665"/>
                  <a:ext cx="249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FA2804D-637C-E41A-C873-472B596AF0A6}"/>
                    </a:ext>
                  </a:extLst>
                </p14:cNvPr>
                <p14:cNvContentPartPr/>
                <p14:nvPr/>
              </p14:nvContentPartPr>
              <p14:xfrm>
                <a:off x="5552507" y="5905105"/>
                <a:ext cx="108360" cy="203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FA2804D-637C-E41A-C873-472B596AF0A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534507" y="5887105"/>
                  <a:ext cx="1440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49DBE00-F306-832F-804A-D5C936425E0C}"/>
                    </a:ext>
                  </a:extLst>
                </p14:cNvPr>
                <p14:cNvContentPartPr/>
                <p14:nvPr/>
              </p14:nvContentPartPr>
              <p14:xfrm>
                <a:off x="5601467" y="5841745"/>
                <a:ext cx="190800" cy="61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49DBE00-F306-832F-804A-D5C936425E0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583827" y="5823745"/>
                  <a:ext cx="226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510A517-2E4C-8FD5-1AA6-1277C443DFA7}"/>
                    </a:ext>
                  </a:extLst>
                </p14:cNvPr>
                <p14:cNvContentPartPr/>
                <p14:nvPr/>
              </p14:nvContentPartPr>
              <p14:xfrm>
                <a:off x="5592827" y="6260065"/>
                <a:ext cx="141840" cy="174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510A517-2E4C-8FD5-1AA6-1277C443DFA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574827" y="6242425"/>
                  <a:ext cx="177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805B20B-89B3-CE97-4C47-805D9270AC44}"/>
                    </a:ext>
                  </a:extLst>
                </p14:cNvPr>
                <p14:cNvContentPartPr/>
                <p14:nvPr/>
              </p14:nvContentPartPr>
              <p14:xfrm>
                <a:off x="5401667" y="5680603"/>
                <a:ext cx="11160" cy="6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805B20B-89B3-CE97-4C47-805D9270AC4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383667" y="5662963"/>
                  <a:ext cx="468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0C32CF9F-FF2B-3824-4709-C5EA39157366}"/>
                  </a:ext>
                </a:extLst>
              </p14:cNvPr>
              <p14:cNvContentPartPr/>
              <p14:nvPr/>
            </p14:nvContentPartPr>
            <p14:xfrm>
              <a:off x="3822347" y="4665043"/>
              <a:ext cx="21960" cy="540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0C32CF9F-FF2B-3824-4709-C5EA39157366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3804347" y="4647043"/>
                <a:ext cx="5760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E3C75A53-948A-0410-3C20-2B6C9F473656}"/>
              </a:ext>
            </a:extLst>
          </p:cNvPr>
          <p:cNvGrpSpPr/>
          <p:nvPr/>
        </p:nvGrpSpPr>
        <p:grpSpPr>
          <a:xfrm>
            <a:off x="4967867" y="4239523"/>
            <a:ext cx="1127880" cy="347040"/>
            <a:chOff x="4967867" y="4239523"/>
            <a:chExt cx="11278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F72868E-12EA-1452-4B8A-E27A9659AFDC}"/>
                    </a:ext>
                  </a:extLst>
                </p14:cNvPr>
                <p14:cNvContentPartPr/>
                <p14:nvPr/>
              </p14:nvContentPartPr>
              <p14:xfrm>
                <a:off x="4967867" y="4309003"/>
                <a:ext cx="666360" cy="217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F72868E-12EA-1452-4B8A-E27A9659AFD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50227" y="4291363"/>
                  <a:ext cx="702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808B703-667D-8598-C742-820873C2EC7E}"/>
                    </a:ext>
                  </a:extLst>
                </p14:cNvPr>
                <p14:cNvContentPartPr/>
                <p14:nvPr/>
              </p14:nvContentPartPr>
              <p14:xfrm>
                <a:off x="5149667" y="4239523"/>
                <a:ext cx="946080" cy="3470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808B703-667D-8598-C742-820873C2EC7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131667" y="4221883"/>
                  <a:ext cx="98172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89A5F784-5A33-B582-FC17-949568ECD203}"/>
              </a:ext>
            </a:extLst>
          </p:cNvPr>
          <p:cNvGrpSpPr/>
          <p:nvPr/>
        </p:nvGrpSpPr>
        <p:grpSpPr>
          <a:xfrm>
            <a:off x="2338067" y="3293665"/>
            <a:ext cx="1696680" cy="429618"/>
            <a:chOff x="2338067" y="3293665"/>
            <a:chExt cx="1696680" cy="42961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230CB98-6AA9-812B-3E7B-702AA308E8EA}"/>
                    </a:ext>
                  </a:extLst>
                </p14:cNvPr>
                <p14:cNvContentPartPr/>
                <p14:nvPr/>
              </p14:nvContentPartPr>
              <p14:xfrm>
                <a:off x="2338067" y="3444865"/>
                <a:ext cx="105840" cy="225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230CB98-6AA9-812B-3E7B-702AA308E8E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320067" y="3426865"/>
                  <a:ext cx="141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3127702-D795-4DAE-69C6-BA24C70D1036}"/>
                    </a:ext>
                  </a:extLst>
                </p14:cNvPr>
                <p14:cNvContentPartPr/>
                <p14:nvPr/>
              </p14:nvContentPartPr>
              <p14:xfrm>
                <a:off x="2539307" y="3293665"/>
                <a:ext cx="879840" cy="393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3127702-D795-4DAE-69C6-BA24C70D103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521307" y="3276025"/>
                  <a:ext cx="915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1F547B2-4A32-1A56-3FEE-6D3980D53704}"/>
                    </a:ext>
                  </a:extLst>
                </p14:cNvPr>
                <p14:cNvContentPartPr/>
                <p14:nvPr/>
              </p14:nvContentPartPr>
              <p14:xfrm>
                <a:off x="3473147" y="3496345"/>
                <a:ext cx="561600" cy="183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1F547B2-4A32-1A56-3FEE-6D3980D5370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455507" y="3478345"/>
                  <a:ext cx="597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F56A764-46FD-3745-F8A7-E9EF364D8D58}"/>
                    </a:ext>
                  </a:extLst>
                </p14:cNvPr>
                <p14:cNvContentPartPr/>
                <p14:nvPr/>
              </p14:nvContentPartPr>
              <p14:xfrm>
                <a:off x="3564947" y="3365665"/>
                <a:ext cx="83520" cy="7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F56A764-46FD-3745-F8A7-E9EF364D8D5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546947" y="3347665"/>
                  <a:ext cx="119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3106132-E387-3A46-1157-66F50C72126D}"/>
                    </a:ext>
                  </a:extLst>
                </p14:cNvPr>
                <p14:cNvContentPartPr/>
                <p14:nvPr/>
              </p14:nvContentPartPr>
              <p14:xfrm>
                <a:off x="3355427" y="3390145"/>
                <a:ext cx="169200" cy="23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3106132-E387-3A46-1157-66F50C72126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337787" y="3372505"/>
                  <a:ext cx="204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955FD5D-C8DE-9DB6-2DF2-FC907D16E750}"/>
                    </a:ext>
                  </a:extLst>
                </p14:cNvPr>
                <p14:cNvContentPartPr/>
                <p14:nvPr/>
              </p14:nvContentPartPr>
              <p14:xfrm>
                <a:off x="3393587" y="3711403"/>
                <a:ext cx="13680" cy="11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955FD5D-C8DE-9DB6-2DF2-FC907D16E75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375947" y="3693403"/>
                  <a:ext cx="49320" cy="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504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EE58ED1-CA77-5B87-9FDD-E04CCE75ED5C}"/>
              </a:ext>
            </a:extLst>
          </p:cNvPr>
          <p:cNvGrpSpPr/>
          <p:nvPr/>
        </p:nvGrpSpPr>
        <p:grpSpPr>
          <a:xfrm>
            <a:off x="733926" y="190822"/>
            <a:ext cx="1099440" cy="393480"/>
            <a:chOff x="733926" y="190822"/>
            <a:chExt cx="109944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D47DC0-820E-F056-02F7-638FF15629E6}"/>
                    </a:ext>
                  </a:extLst>
                </p14:cNvPr>
                <p14:cNvContentPartPr/>
                <p14:nvPr/>
              </p14:nvContentPartPr>
              <p14:xfrm>
                <a:off x="733926" y="316102"/>
                <a:ext cx="275400" cy="268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D47DC0-820E-F056-02F7-638FF15629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5926" y="298102"/>
                  <a:ext cx="31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8EE1DA-6A2F-A13A-5915-A5D2A91E4571}"/>
                    </a:ext>
                  </a:extLst>
                </p14:cNvPr>
                <p14:cNvContentPartPr/>
                <p14:nvPr/>
              </p14:nvContentPartPr>
              <p14:xfrm>
                <a:off x="1153326" y="304942"/>
                <a:ext cx="105120" cy="47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8EE1DA-6A2F-A13A-5915-A5D2A91E457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5326" y="286942"/>
                  <a:ext cx="140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D6D8EF4-EA2C-2659-8C6D-A4A8DCD39E75}"/>
                    </a:ext>
                  </a:extLst>
                </p14:cNvPr>
                <p14:cNvContentPartPr/>
                <p14:nvPr/>
              </p14:nvContentPartPr>
              <p14:xfrm>
                <a:off x="1149366" y="405022"/>
                <a:ext cx="137160" cy="61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D6D8EF4-EA2C-2659-8C6D-A4A8DCD39E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1366" y="387382"/>
                  <a:ext cx="172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DE3543-2D7D-D66F-6C2A-8184E7435633}"/>
                    </a:ext>
                  </a:extLst>
                </p14:cNvPr>
                <p14:cNvContentPartPr/>
                <p14:nvPr/>
              </p14:nvContentPartPr>
              <p14:xfrm>
                <a:off x="1397766" y="190822"/>
                <a:ext cx="207720" cy="248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DE3543-2D7D-D66F-6C2A-8184E74356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0126" y="173182"/>
                  <a:ext cx="243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106879-B0EC-BD43-7B07-685F47F085DE}"/>
                    </a:ext>
                  </a:extLst>
                </p14:cNvPr>
                <p14:cNvContentPartPr/>
                <p14:nvPr/>
              </p14:nvContentPartPr>
              <p14:xfrm>
                <a:off x="1762806" y="411142"/>
                <a:ext cx="70560" cy="12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106879-B0EC-BD43-7B07-685F47F085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4806" y="393502"/>
                  <a:ext cx="10620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98568C-E2F4-66C1-427E-07438BCF4B78}"/>
                  </a:ext>
                </a:extLst>
              </p14:cNvPr>
              <p14:cNvContentPartPr/>
              <p14:nvPr/>
            </p14:nvContentPartPr>
            <p14:xfrm>
              <a:off x="1531686" y="979222"/>
              <a:ext cx="186480" cy="497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98568C-E2F4-66C1-427E-07438BCF4B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3686" y="961582"/>
                <a:ext cx="22212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AE778B5-6964-B254-8151-B03D03B791CE}"/>
              </a:ext>
            </a:extLst>
          </p:cNvPr>
          <p:cNvGrpSpPr/>
          <p:nvPr/>
        </p:nvGrpSpPr>
        <p:grpSpPr>
          <a:xfrm>
            <a:off x="2041806" y="1009462"/>
            <a:ext cx="151200" cy="164520"/>
            <a:chOff x="2041806" y="1009462"/>
            <a:chExt cx="15120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9B0573-3E29-7109-AC29-7972B212C572}"/>
                    </a:ext>
                  </a:extLst>
                </p14:cNvPr>
                <p14:cNvContentPartPr/>
                <p14:nvPr/>
              </p14:nvContentPartPr>
              <p14:xfrm>
                <a:off x="2064846" y="1009462"/>
                <a:ext cx="77760" cy="21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9B0573-3E29-7109-AC29-7972B212C5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47206" y="991462"/>
                  <a:ext cx="113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3951FC-A3E2-2FA5-1844-EB1ED2ED8EB8}"/>
                    </a:ext>
                  </a:extLst>
                </p14:cNvPr>
                <p14:cNvContentPartPr/>
                <p14:nvPr/>
              </p14:nvContentPartPr>
              <p14:xfrm>
                <a:off x="2041806" y="1110622"/>
                <a:ext cx="151200" cy="63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83951FC-A3E2-2FA5-1844-EB1ED2ED8E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4166" y="1092982"/>
                  <a:ext cx="18684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EB4956-FE2C-C87A-B81C-644D438F0B26}"/>
                  </a:ext>
                </a:extLst>
              </p14:cNvPr>
              <p14:cNvContentPartPr/>
              <p14:nvPr/>
            </p14:nvContentPartPr>
            <p14:xfrm>
              <a:off x="2801766" y="1405102"/>
              <a:ext cx="190440" cy="264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EB4956-FE2C-C87A-B81C-644D438F0B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83766" y="1387462"/>
                <a:ext cx="22608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1021917-66EB-9B8A-A866-7429D3EAB9DB}"/>
              </a:ext>
            </a:extLst>
          </p:cNvPr>
          <p:cNvGrpSpPr/>
          <p:nvPr/>
        </p:nvGrpSpPr>
        <p:grpSpPr>
          <a:xfrm>
            <a:off x="2532126" y="804622"/>
            <a:ext cx="1432080" cy="493200"/>
            <a:chOff x="2532126" y="804622"/>
            <a:chExt cx="143208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B545FA-E3E6-909D-8153-355FF5925894}"/>
                    </a:ext>
                  </a:extLst>
                </p14:cNvPr>
                <p14:cNvContentPartPr/>
                <p14:nvPr/>
              </p14:nvContentPartPr>
              <p14:xfrm>
                <a:off x="2532126" y="1033222"/>
                <a:ext cx="123120" cy="45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B545FA-E3E6-909D-8153-355FF59258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4486" y="1015222"/>
                  <a:ext cx="158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897837-6C1A-D8D5-0DD3-70966AA784C4}"/>
                    </a:ext>
                  </a:extLst>
                </p14:cNvPr>
                <p14:cNvContentPartPr/>
                <p14:nvPr/>
              </p14:nvContentPartPr>
              <p14:xfrm>
                <a:off x="2812206" y="883822"/>
                <a:ext cx="155520" cy="248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897837-6C1A-D8D5-0DD3-70966AA784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4566" y="866182"/>
                  <a:ext cx="191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BAFFE2-6326-8D0D-D8F2-5C17F03E022A}"/>
                    </a:ext>
                  </a:extLst>
                </p14:cNvPr>
                <p14:cNvContentPartPr/>
                <p14:nvPr/>
              </p14:nvContentPartPr>
              <p14:xfrm>
                <a:off x="2863686" y="804622"/>
                <a:ext cx="249120" cy="140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BAFFE2-6326-8D0D-D8F2-5C17F03E02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45686" y="786622"/>
                  <a:ext cx="284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D54FEE-20D4-6562-352B-E94C3B0BFBBA}"/>
                    </a:ext>
                  </a:extLst>
                </p14:cNvPr>
                <p14:cNvContentPartPr/>
                <p14:nvPr/>
              </p14:nvContentPartPr>
              <p14:xfrm>
                <a:off x="2712126" y="1217182"/>
                <a:ext cx="329400" cy="80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D54FEE-20D4-6562-352B-E94C3B0BFB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94486" y="1199182"/>
                  <a:ext cx="365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7502C54-FBB8-F576-0B80-EE778534B3EE}"/>
                    </a:ext>
                  </a:extLst>
                </p14:cNvPr>
                <p14:cNvContentPartPr/>
                <p14:nvPr/>
              </p14:nvContentPartPr>
              <p14:xfrm>
                <a:off x="3179046" y="1047622"/>
                <a:ext cx="388800" cy="19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7502C54-FBB8-F576-0B80-EE778534B3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61406" y="1029622"/>
                  <a:ext cx="424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8DC9A3-9D76-DFA3-2844-01133CAAB27A}"/>
                    </a:ext>
                  </a:extLst>
                </p14:cNvPr>
                <p14:cNvContentPartPr/>
                <p14:nvPr/>
              </p14:nvContentPartPr>
              <p14:xfrm>
                <a:off x="3730206" y="1011622"/>
                <a:ext cx="118440" cy="30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8DC9A3-9D76-DFA3-2844-01133CAAB2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2206" y="993982"/>
                  <a:ext cx="154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5A71DB-2A7E-8606-6FCD-0B7D2625B652}"/>
                    </a:ext>
                  </a:extLst>
                </p14:cNvPr>
                <p14:cNvContentPartPr/>
                <p14:nvPr/>
              </p14:nvContentPartPr>
              <p14:xfrm>
                <a:off x="3733446" y="1092262"/>
                <a:ext cx="230760" cy="58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5A71DB-2A7E-8606-6FCD-0B7D2625B65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15446" y="1074262"/>
                  <a:ext cx="26640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9B1AD2B-3B09-2F38-EFD8-9BD176A90480}"/>
                  </a:ext>
                </a:extLst>
              </p14:cNvPr>
              <p14:cNvContentPartPr/>
              <p14:nvPr/>
            </p14:nvContentPartPr>
            <p14:xfrm>
              <a:off x="4305486" y="829822"/>
              <a:ext cx="292680" cy="284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9B1AD2B-3B09-2F38-EFD8-9BD176A904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7486" y="811822"/>
                <a:ext cx="3283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A62ACE9-DB4B-6792-BB8D-F62C7FBD0FB8}"/>
                  </a:ext>
                </a:extLst>
              </p14:cNvPr>
              <p14:cNvContentPartPr/>
              <p14:nvPr/>
            </p14:nvContentPartPr>
            <p14:xfrm>
              <a:off x="5258406" y="1167502"/>
              <a:ext cx="17640" cy="7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A62ACE9-DB4B-6792-BB8D-F62C7FBD0FB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40766" y="1149862"/>
                <a:ext cx="532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AF83660-3BCB-8E32-27E3-71C7ECD19D9E}"/>
              </a:ext>
            </a:extLst>
          </p:cNvPr>
          <p:cNvGrpSpPr/>
          <p:nvPr/>
        </p:nvGrpSpPr>
        <p:grpSpPr>
          <a:xfrm>
            <a:off x="1452126" y="2441542"/>
            <a:ext cx="602280" cy="214560"/>
            <a:chOff x="1452126" y="2441542"/>
            <a:chExt cx="60228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DD2EEA-8A18-424B-73EE-2165A6005B49}"/>
                    </a:ext>
                  </a:extLst>
                </p14:cNvPr>
                <p14:cNvContentPartPr/>
                <p14:nvPr/>
              </p14:nvContentPartPr>
              <p14:xfrm>
                <a:off x="1452126" y="2444062"/>
                <a:ext cx="309240" cy="21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DD2EEA-8A18-424B-73EE-2165A6005B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34486" y="2426422"/>
                  <a:ext cx="344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A08477-5561-A82E-171A-BFE12F19048C}"/>
                    </a:ext>
                  </a:extLst>
                </p14:cNvPr>
                <p14:cNvContentPartPr/>
                <p14:nvPr/>
              </p14:nvContentPartPr>
              <p14:xfrm>
                <a:off x="1890966" y="2441542"/>
                <a:ext cx="118080" cy="36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A08477-5561-A82E-171A-BFE12F1904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72966" y="2423902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B37EE3-9868-4D72-4EBB-18603F5E1C3B}"/>
                    </a:ext>
                  </a:extLst>
                </p14:cNvPr>
                <p14:cNvContentPartPr/>
                <p14:nvPr/>
              </p14:nvContentPartPr>
              <p14:xfrm>
                <a:off x="1884126" y="2568982"/>
                <a:ext cx="170280" cy="44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B37EE3-9868-4D72-4EBB-18603F5E1C3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66126" y="2551342"/>
                  <a:ext cx="2059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A58805-470C-750A-12E0-B93AA512E837}"/>
              </a:ext>
            </a:extLst>
          </p:cNvPr>
          <p:cNvGrpSpPr/>
          <p:nvPr/>
        </p:nvGrpSpPr>
        <p:grpSpPr>
          <a:xfrm>
            <a:off x="2523126" y="2300782"/>
            <a:ext cx="1264320" cy="510120"/>
            <a:chOff x="2523126" y="2300782"/>
            <a:chExt cx="1264320" cy="51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C06768-14EE-4579-85A4-DDF26463D5EA}"/>
                    </a:ext>
                  </a:extLst>
                </p14:cNvPr>
                <p14:cNvContentPartPr/>
                <p14:nvPr/>
              </p14:nvContentPartPr>
              <p14:xfrm>
                <a:off x="2523126" y="2468182"/>
                <a:ext cx="153360" cy="4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C06768-14EE-4579-85A4-DDF26463D5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5486" y="2450542"/>
                  <a:ext cx="189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0A753B-8438-D1B3-0C17-F8C255D02C68}"/>
                    </a:ext>
                  </a:extLst>
                </p14:cNvPr>
                <p14:cNvContentPartPr/>
                <p14:nvPr/>
              </p14:nvContentPartPr>
              <p14:xfrm>
                <a:off x="2793486" y="2313742"/>
                <a:ext cx="203760" cy="49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0A753B-8438-D1B3-0C17-F8C255D02C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5846" y="2296102"/>
                  <a:ext cx="23940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664A0E-1F1F-43D0-DA8B-E34EC0A86522}"/>
                    </a:ext>
                  </a:extLst>
                </p14:cNvPr>
                <p14:cNvContentPartPr/>
                <p14:nvPr/>
              </p14:nvContentPartPr>
              <p14:xfrm>
                <a:off x="3172926" y="2401582"/>
                <a:ext cx="171720" cy="4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664A0E-1F1F-43D0-DA8B-E34EC0A865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55286" y="2383582"/>
                  <a:ext cx="207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DEE1FC-7CDF-A65E-E7A8-08980272B2E0}"/>
                    </a:ext>
                  </a:extLst>
                </p14:cNvPr>
                <p14:cNvContentPartPr/>
                <p14:nvPr/>
              </p14:nvContentPartPr>
              <p14:xfrm>
                <a:off x="3465606" y="2300782"/>
                <a:ext cx="321840" cy="22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DEE1FC-7CDF-A65E-E7A8-08980272B2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47606" y="2282782"/>
                  <a:ext cx="35748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684D6B-BD3A-3E3C-276D-DC138F318D4F}"/>
              </a:ext>
            </a:extLst>
          </p:cNvPr>
          <p:cNvGrpSpPr/>
          <p:nvPr/>
        </p:nvGrpSpPr>
        <p:grpSpPr>
          <a:xfrm>
            <a:off x="4088406" y="2323102"/>
            <a:ext cx="212760" cy="150120"/>
            <a:chOff x="4088406" y="2323102"/>
            <a:chExt cx="21276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270A6B-F713-920F-8AAC-79BE623F751C}"/>
                    </a:ext>
                  </a:extLst>
                </p14:cNvPr>
                <p14:cNvContentPartPr/>
                <p14:nvPr/>
              </p14:nvContentPartPr>
              <p14:xfrm>
                <a:off x="4144926" y="2323102"/>
                <a:ext cx="100080" cy="2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270A6B-F713-920F-8AAC-79BE623F75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27286" y="2305462"/>
                  <a:ext cx="135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9D40A65-18FA-2476-A437-393C7CB01A83}"/>
                    </a:ext>
                  </a:extLst>
                </p14:cNvPr>
                <p14:cNvContentPartPr/>
                <p14:nvPr/>
              </p14:nvContentPartPr>
              <p14:xfrm>
                <a:off x="4088406" y="2430022"/>
                <a:ext cx="212760" cy="4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9D40A65-18FA-2476-A437-393C7CB01A8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70766" y="2412022"/>
                  <a:ext cx="24840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E3E4880-1EC4-05F3-7CD4-120524E4E5E6}"/>
                  </a:ext>
                </a:extLst>
              </p14:cNvPr>
              <p14:cNvContentPartPr/>
              <p14:nvPr/>
            </p14:nvContentPartPr>
            <p14:xfrm>
              <a:off x="5094246" y="2014942"/>
              <a:ext cx="200880" cy="426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E3E4880-1EC4-05F3-7CD4-120524E4E5E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76246" y="1996942"/>
                <a:ext cx="236520" cy="46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84E1B70C-9CF6-2BE1-2BA3-B0EC53375067}"/>
              </a:ext>
            </a:extLst>
          </p:cNvPr>
          <p:cNvGrpSpPr/>
          <p:nvPr/>
        </p:nvGrpSpPr>
        <p:grpSpPr>
          <a:xfrm>
            <a:off x="482286" y="3510742"/>
            <a:ext cx="1618560" cy="878760"/>
            <a:chOff x="482286" y="3510742"/>
            <a:chExt cx="1618560" cy="87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84C5BC-E13D-A7FE-7725-9ACFB32AE242}"/>
                    </a:ext>
                  </a:extLst>
                </p14:cNvPr>
                <p14:cNvContentPartPr/>
                <p14:nvPr/>
              </p14:nvContentPartPr>
              <p14:xfrm>
                <a:off x="482286" y="3593902"/>
                <a:ext cx="314640" cy="30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84C5BC-E13D-A7FE-7725-9ACFB32AE2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4286" y="3575902"/>
                  <a:ext cx="3502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A8F178-ADE5-F456-E8D2-81399EB51EC8}"/>
                    </a:ext>
                  </a:extLst>
                </p14:cNvPr>
                <p14:cNvContentPartPr/>
                <p14:nvPr/>
              </p14:nvContentPartPr>
              <p14:xfrm>
                <a:off x="971166" y="3627382"/>
                <a:ext cx="96120" cy="3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A8F178-ADE5-F456-E8D2-81399EB51E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3526" y="3609382"/>
                  <a:ext cx="1317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B96905-9EF1-DD45-83AA-33F92D9D3C88}"/>
                    </a:ext>
                  </a:extLst>
                </p14:cNvPr>
                <p14:cNvContentPartPr/>
                <p14:nvPr/>
              </p14:nvContentPartPr>
              <p14:xfrm>
                <a:off x="965406" y="3741142"/>
                <a:ext cx="160560" cy="50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B96905-9EF1-DD45-83AA-33F92D9D3C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7766" y="3723142"/>
                  <a:ext cx="196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9BE6A3-A69C-D75C-D86A-2ED585F00FA6}"/>
                    </a:ext>
                  </a:extLst>
                </p14:cNvPr>
                <p14:cNvContentPartPr/>
                <p14:nvPr/>
              </p14:nvContentPartPr>
              <p14:xfrm>
                <a:off x="1285086" y="3510742"/>
                <a:ext cx="204480" cy="312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9BE6A3-A69C-D75C-D86A-2ED585F00F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67086" y="3492742"/>
                  <a:ext cx="2401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4F4418-D45B-82E1-D63F-A0A65254BFF2}"/>
                    </a:ext>
                  </a:extLst>
                </p14:cNvPr>
                <p14:cNvContentPartPr/>
                <p14:nvPr/>
              </p14:nvContentPartPr>
              <p14:xfrm>
                <a:off x="1618806" y="3887662"/>
                <a:ext cx="56880" cy="244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4F4418-D45B-82E1-D63F-A0A65254BF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00806" y="3870022"/>
                  <a:ext cx="92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A240EC-25D3-87B5-3D36-50FBF36FA3EA}"/>
                    </a:ext>
                  </a:extLst>
                </p14:cNvPr>
                <p14:cNvContentPartPr/>
                <p14:nvPr/>
              </p14:nvContentPartPr>
              <p14:xfrm>
                <a:off x="1862886" y="3655822"/>
                <a:ext cx="237960" cy="73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A240EC-25D3-87B5-3D36-50FBF36FA3E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44886" y="3637822"/>
                  <a:ext cx="273600" cy="76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B0BA952-C907-179B-23F3-24DFFAEEE613}"/>
              </a:ext>
            </a:extLst>
          </p:cNvPr>
          <p:cNvGrpSpPr/>
          <p:nvPr/>
        </p:nvGrpSpPr>
        <p:grpSpPr>
          <a:xfrm>
            <a:off x="2382006" y="3467182"/>
            <a:ext cx="2558880" cy="709560"/>
            <a:chOff x="2382006" y="3467182"/>
            <a:chExt cx="2558880" cy="70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FDD3DF-A0EB-FCAF-C4B8-988FBAD0D675}"/>
                    </a:ext>
                  </a:extLst>
                </p14:cNvPr>
                <p14:cNvContentPartPr/>
                <p14:nvPr/>
              </p14:nvContentPartPr>
              <p14:xfrm>
                <a:off x="2382006" y="3693622"/>
                <a:ext cx="137520" cy="40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FDD3DF-A0EB-FCAF-C4B8-988FBAD0D6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64006" y="3675622"/>
                  <a:ext cx="173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2DB75D-B5CE-D549-4E06-3CCA86418FAE}"/>
                    </a:ext>
                  </a:extLst>
                </p14:cNvPr>
                <p14:cNvContentPartPr/>
                <p14:nvPr/>
              </p14:nvContentPartPr>
              <p14:xfrm>
                <a:off x="2419446" y="3787582"/>
                <a:ext cx="232560" cy="65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2DB75D-B5CE-D549-4E06-3CCA86418F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01806" y="3769582"/>
                  <a:ext cx="268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58B309-EF6A-1E67-9184-37D740A85540}"/>
                    </a:ext>
                  </a:extLst>
                </p14:cNvPr>
                <p14:cNvContentPartPr/>
                <p14:nvPr/>
              </p14:nvContentPartPr>
              <p14:xfrm>
                <a:off x="2849286" y="3517582"/>
                <a:ext cx="245520" cy="41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58B309-EF6A-1E67-9184-37D740A8554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31646" y="3499942"/>
                  <a:ext cx="2811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B6EB89-C386-9CC3-53C1-5775C52E4883}"/>
                    </a:ext>
                  </a:extLst>
                </p14:cNvPr>
                <p14:cNvContentPartPr/>
                <p14:nvPr/>
              </p14:nvContentPartPr>
              <p14:xfrm>
                <a:off x="3348606" y="3921142"/>
                <a:ext cx="106920" cy="255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B6EB89-C386-9CC3-53C1-5775C52E48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30606" y="3903502"/>
                  <a:ext cx="142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EB4948-419D-C825-11BA-0B90DC065DD4}"/>
                    </a:ext>
                  </a:extLst>
                </p14:cNvPr>
                <p14:cNvContentPartPr/>
                <p14:nvPr/>
              </p14:nvContentPartPr>
              <p14:xfrm>
                <a:off x="3714366" y="3627382"/>
                <a:ext cx="259920" cy="22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EB4948-419D-C825-11BA-0B90DC065DD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96366" y="3609382"/>
                  <a:ext cx="295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C5A5353-B5F1-6A30-59AD-B36EC00F783D}"/>
                    </a:ext>
                  </a:extLst>
                </p14:cNvPr>
                <p14:cNvContentPartPr/>
                <p14:nvPr/>
              </p14:nvContentPartPr>
              <p14:xfrm>
                <a:off x="4216926" y="3636022"/>
                <a:ext cx="97560" cy="28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C5A5353-B5F1-6A30-59AD-B36EC00F783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99286" y="3618022"/>
                  <a:ext cx="133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F75DBD-FB29-209A-69D7-5F23ECC0533B}"/>
                    </a:ext>
                  </a:extLst>
                </p14:cNvPr>
                <p14:cNvContentPartPr/>
                <p14:nvPr/>
              </p14:nvContentPartPr>
              <p14:xfrm>
                <a:off x="4205406" y="3738622"/>
                <a:ext cx="204840" cy="5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F75DBD-FB29-209A-69D7-5F23ECC0533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87406" y="3720982"/>
                  <a:ext cx="24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299A6F-0183-E854-7A46-EDF5D974EA26}"/>
                    </a:ext>
                  </a:extLst>
                </p14:cNvPr>
                <p14:cNvContentPartPr/>
                <p14:nvPr/>
              </p14:nvContentPartPr>
              <p14:xfrm>
                <a:off x="4644966" y="3467182"/>
                <a:ext cx="295920" cy="416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299A6F-0183-E854-7A46-EDF5D974EA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26966" y="3449542"/>
                  <a:ext cx="331560" cy="45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D613ECE-05C7-6F82-3208-CE2166916048}"/>
                  </a:ext>
                </a:extLst>
              </p14:cNvPr>
              <p14:cNvContentPartPr/>
              <p14:nvPr/>
            </p14:nvContentPartPr>
            <p14:xfrm>
              <a:off x="5395926" y="3889462"/>
              <a:ext cx="36720" cy="7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D613ECE-05C7-6F82-3208-CE216691604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77926" y="3871822"/>
                <a:ext cx="723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B86FB85-7A1A-BA4F-9154-E2DB3E727301}"/>
              </a:ext>
            </a:extLst>
          </p:cNvPr>
          <p:cNvGrpSpPr/>
          <p:nvPr/>
        </p:nvGrpSpPr>
        <p:grpSpPr>
          <a:xfrm>
            <a:off x="6290526" y="3273502"/>
            <a:ext cx="2137680" cy="638640"/>
            <a:chOff x="6290526" y="3273502"/>
            <a:chExt cx="213768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7D605D-B16E-D53D-4C5D-58B2CA67639A}"/>
                    </a:ext>
                  </a:extLst>
                </p14:cNvPr>
                <p14:cNvContentPartPr/>
                <p14:nvPr/>
              </p14:nvContentPartPr>
              <p14:xfrm>
                <a:off x="6290526" y="3273502"/>
                <a:ext cx="1605600" cy="63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7D605D-B16E-D53D-4C5D-58B2CA6763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72886" y="3255862"/>
                  <a:ext cx="164124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AE169F-3D40-E649-455A-B85911E8722D}"/>
                    </a:ext>
                  </a:extLst>
                </p14:cNvPr>
                <p14:cNvContentPartPr/>
                <p14:nvPr/>
              </p14:nvContentPartPr>
              <p14:xfrm>
                <a:off x="7967406" y="3277102"/>
                <a:ext cx="460800" cy="48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2AE169F-3D40-E649-455A-B85911E872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49766" y="3259462"/>
                  <a:ext cx="4964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20C6489-99BB-4698-22E5-55A1E4F62417}"/>
                    </a:ext>
                  </a:extLst>
                </p14:cNvPr>
                <p14:cNvContentPartPr/>
                <p14:nvPr/>
              </p14:nvContentPartPr>
              <p14:xfrm>
                <a:off x="7901886" y="3322462"/>
                <a:ext cx="125640" cy="21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20C6489-99BB-4698-22E5-55A1E4F624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83886" y="3304462"/>
                  <a:ext cx="161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7C2F2D-48E5-5443-EA5C-576F935D923A}"/>
                    </a:ext>
                  </a:extLst>
                </p14:cNvPr>
                <p14:cNvContentPartPr/>
                <p14:nvPr/>
              </p14:nvContentPartPr>
              <p14:xfrm>
                <a:off x="7158486" y="3473302"/>
                <a:ext cx="163800" cy="31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7C2F2D-48E5-5443-EA5C-576F935D92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0846" y="3455662"/>
                  <a:ext cx="199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D4A6E6E-0621-B3D2-6978-9EF6C75D2C3E}"/>
                    </a:ext>
                  </a:extLst>
                </p14:cNvPr>
                <p14:cNvContentPartPr/>
                <p14:nvPr/>
              </p14:nvContentPartPr>
              <p14:xfrm>
                <a:off x="6530646" y="3382582"/>
                <a:ext cx="624960" cy="100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D4A6E6E-0621-B3D2-6978-9EF6C75D2C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13006" y="3364582"/>
                  <a:ext cx="6606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C495768-66F3-0C36-D71D-85F354946564}"/>
              </a:ext>
            </a:extLst>
          </p:cNvPr>
          <p:cNvGrpSpPr/>
          <p:nvPr/>
        </p:nvGrpSpPr>
        <p:grpSpPr>
          <a:xfrm>
            <a:off x="9042726" y="3189982"/>
            <a:ext cx="2710080" cy="520560"/>
            <a:chOff x="9042726" y="3189982"/>
            <a:chExt cx="271008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823811-7FC1-A9AA-D66A-576B174DBF5B}"/>
                    </a:ext>
                  </a:extLst>
                </p14:cNvPr>
                <p14:cNvContentPartPr/>
                <p14:nvPr/>
              </p14:nvContentPartPr>
              <p14:xfrm>
                <a:off x="9042726" y="3189982"/>
                <a:ext cx="2053440" cy="520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823811-7FC1-A9AA-D66A-576B174DBF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5086" y="3172342"/>
                  <a:ext cx="20890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D43973A-F8B4-9D92-A480-11278187CE3C}"/>
                    </a:ext>
                  </a:extLst>
                </p14:cNvPr>
                <p14:cNvContentPartPr/>
                <p14:nvPr/>
              </p14:nvContentPartPr>
              <p14:xfrm>
                <a:off x="10518366" y="3251902"/>
                <a:ext cx="122040" cy="8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D43973A-F8B4-9D92-A480-11278187CE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00366" y="3234262"/>
                  <a:ext cx="157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DF42D0-01A0-87D9-EDFD-AFF7EE55B0FB}"/>
                    </a:ext>
                  </a:extLst>
                </p14:cNvPr>
                <p14:cNvContentPartPr/>
                <p14:nvPr/>
              </p14:nvContentPartPr>
              <p14:xfrm>
                <a:off x="10006086" y="3404182"/>
                <a:ext cx="318960" cy="4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DF42D0-01A0-87D9-EDFD-AFF7EE55B0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88086" y="3386182"/>
                  <a:ext cx="354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2BA8B9-57A8-4F79-9FA2-FFD75D1D09C3}"/>
                    </a:ext>
                  </a:extLst>
                </p14:cNvPr>
                <p14:cNvContentPartPr/>
                <p14:nvPr/>
              </p14:nvContentPartPr>
              <p14:xfrm>
                <a:off x="11745966" y="3556102"/>
                <a:ext cx="6840" cy="2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2BA8B9-57A8-4F79-9FA2-FFD75D1D09C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28326" y="3538462"/>
                  <a:ext cx="424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B37C55A-D0D9-B3B2-3F11-A1660299900B}"/>
              </a:ext>
            </a:extLst>
          </p:cNvPr>
          <p:cNvGrpSpPr/>
          <p:nvPr/>
        </p:nvGrpSpPr>
        <p:grpSpPr>
          <a:xfrm>
            <a:off x="6592206" y="4327222"/>
            <a:ext cx="1474560" cy="920160"/>
            <a:chOff x="6592206" y="4327222"/>
            <a:chExt cx="1474560" cy="9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D36E762-498E-CA90-A154-9C6E15331293}"/>
                    </a:ext>
                  </a:extLst>
                </p14:cNvPr>
                <p14:cNvContentPartPr/>
                <p14:nvPr/>
              </p14:nvContentPartPr>
              <p14:xfrm>
                <a:off x="6592206" y="4327222"/>
                <a:ext cx="259920" cy="479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D36E762-498E-CA90-A154-9C6E153312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74206" y="4309222"/>
                  <a:ext cx="2955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5DC31C2-03B4-399D-F6EA-4C4BC1F4515E}"/>
                    </a:ext>
                  </a:extLst>
                </p14:cNvPr>
                <p14:cNvContentPartPr/>
                <p14:nvPr/>
              </p14:nvContentPartPr>
              <p14:xfrm>
                <a:off x="6937086" y="4574902"/>
                <a:ext cx="312840" cy="223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5DC31C2-03B4-399D-F6EA-4C4BC1F4515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19446" y="4557262"/>
                  <a:ext cx="348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F0C1A7-9869-61E0-AD1F-0B3AF85E26E3}"/>
                    </a:ext>
                  </a:extLst>
                </p14:cNvPr>
                <p14:cNvContentPartPr/>
                <p14:nvPr/>
              </p14:nvContentPartPr>
              <p14:xfrm>
                <a:off x="7326966" y="4580302"/>
                <a:ext cx="177480" cy="667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F0C1A7-9869-61E0-AD1F-0B3AF85E26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08966" y="4562302"/>
                  <a:ext cx="21312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29EE445-87D5-42E3-5D11-494641711AA5}"/>
                    </a:ext>
                  </a:extLst>
                </p14:cNvPr>
                <p14:cNvContentPartPr/>
                <p14:nvPr/>
              </p14:nvContentPartPr>
              <p14:xfrm>
                <a:off x="7593366" y="4518742"/>
                <a:ext cx="473400" cy="272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29EE445-87D5-42E3-5D11-494641711A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75726" y="4500742"/>
                  <a:ext cx="509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EAA5D2-F5FF-6352-253B-7A7F6025885B}"/>
                    </a:ext>
                  </a:extLst>
                </p14:cNvPr>
                <p14:cNvContentPartPr/>
                <p14:nvPr/>
              </p14:nvContentPartPr>
              <p14:xfrm>
                <a:off x="7116006" y="4445662"/>
                <a:ext cx="131400" cy="20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EAA5D2-F5FF-6352-253B-7A7F602588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98006" y="4427662"/>
                  <a:ext cx="1670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5D731FA-B276-D30D-37E8-6E438061B53B}"/>
              </a:ext>
            </a:extLst>
          </p:cNvPr>
          <p:cNvGrpSpPr/>
          <p:nvPr/>
        </p:nvGrpSpPr>
        <p:grpSpPr>
          <a:xfrm>
            <a:off x="8722326" y="4033102"/>
            <a:ext cx="2077200" cy="691920"/>
            <a:chOff x="8722326" y="4033102"/>
            <a:chExt cx="207720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EE99E3-5E1A-1601-59EA-3816E67BCEEC}"/>
                    </a:ext>
                  </a:extLst>
                </p14:cNvPr>
                <p14:cNvContentPartPr/>
                <p14:nvPr/>
              </p14:nvContentPartPr>
              <p14:xfrm>
                <a:off x="8722326" y="4409662"/>
                <a:ext cx="172800" cy="315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EE99E3-5E1A-1601-59EA-3816E67BCEE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04686" y="4392022"/>
                  <a:ext cx="208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93620E7-2206-FBEC-A4A9-27A411150322}"/>
                    </a:ext>
                  </a:extLst>
                </p14:cNvPr>
                <p14:cNvContentPartPr/>
                <p14:nvPr/>
              </p14:nvContentPartPr>
              <p14:xfrm>
                <a:off x="9011046" y="4178542"/>
                <a:ext cx="955800" cy="47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93620E7-2206-FBEC-A4A9-27A41115032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93406" y="4160542"/>
                  <a:ext cx="9914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DB061BD-6124-ED91-E41F-E052235AA09D}"/>
                    </a:ext>
                  </a:extLst>
                </p14:cNvPr>
                <p14:cNvContentPartPr/>
                <p14:nvPr/>
              </p14:nvContentPartPr>
              <p14:xfrm>
                <a:off x="9934806" y="4033102"/>
                <a:ext cx="135360" cy="566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B061BD-6124-ED91-E41F-E052235AA09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17166" y="4015102"/>
                  <a:ext cx="1710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A563A5-07E9-9A21-ABC1-DCAF6794EB4E}"/>
                    </a:ext>
                  </a:extLst>
                </p14:cNvPr>
                <p14:cNvContentPartPr/>
                <p14:nvPr/>
              </p14:nvContentPartPr>
              <p14:xfrm>
                <a:off x="10119846" y="4377622"/>
                <a:ext cx="133200" cy="165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A563A5-07E9-9A21-ABC1-DCAF6794EB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02206" y="4359622"/>
                  <a:ext cx="168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7CEA68-B72F-E180-9CD6-EA515BCB5295}"/>
                    </a:ext>
                  </a:extLst>
                </p14:cNvPr>
                <p14:cNvContentPartPr/>
                <p14:nvPr/>
              </p14:nvContentPartPr>
              <p14:xfrm>
                <a:off x="10341606" y="4361782"/>
                <a:ext cx="457920" cy="231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7CEA68-B72F-E180-9CD6-EA515BCB529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23606" y="4343782"/>
                  <a:ext cx="493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1C098F5-2FA1-FA4D-3947-DC91D22C48CE}"/>
                    </a:ext>
                  </a:extLst>
                </p14:cNvPr>
                <p14:cNvContentPartPr/>
                <p14:nvPr/>
              </p14:nvContentPartPr>
              <p14:xfrm>
                <a:off x="10226766" y="4203742"/>
                <a:ext cx="90000" cy="7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1C098F5-2FA1-FA4D-3947-DC91D22C48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09126" y="4185742"/>
                  <a:ext cx="125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DB5A025-2626-53EA-C67D-D40EFB094BB4}"/>
                    </a:ext>
                  </a:extLst>
                </p14:cNvPr>
                <p14:cNvContentPartPr/>
                <p14:nvPr/>
              </p14:nvContentPartPr>
              <p14:xfrm>
                <a:off x="9785046" y="4259902"/>
                <a:ext cx="260280" cy="44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DB5A025-2626-53EA-C67D-D40EFB094B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67406" y="4242262"/>
                  <a:ext cx="295920" cy="7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017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C299A9-8D77-3C48-B69B-F20B39E58600}"/>
              </a:ext>
            </a:extLst>
          </p:cNvPr>
          <p:cNvGrpSpPr/>
          <p:nvPr/>
        </p:nvGrpSpPr>
        <p:grpSpPr>
          <a:xfrm>
            <a:off x="184926" y="138183"/>
            <a:ext cx="326880" cy="316080"/>
            <a:chOff x="184926" y="138183"/>
            <a:chExt cx="3268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8F999A3-C5C7-4797-CF3F-959BFDD8EFC1}"/>
                    </a:ext>
                  </a:extLst>
                </p14:cNvPr>
                <p14:cNvContentPartPr/>
                <p14:nvPr/>
              </p14:nvContentPartPr>
              <p14:xfrm>
                <a:off x="184926" y="138183"/>
                <a:ext cx="204840" cy="316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8F999A3-C5C7-4797-CF3F-959BFDD8EF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6926" y="120543"/>
                  <a:ext cx="240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537815-F508-4781-8758-863E6BE8B1CD}"/>
                    </a:ext>
                  </a:extLst>
                </p14:cNvPr>
                <p14:cNvContentPartPr/>
                <p14:nvPr/>
              </p14:nvContentPartPr>
              <p14:xfrm>
                <a:off x="505326" y="322863"/>
                <a:ext cx="6480" cy="1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537815-F508-4781-8758-863E6BE8B1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7686" y="305223"/>
                  <a:ext cx="421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642111-FA77-BBC7-D84C-6EC703AE24D3}"/>
              </a:ext>
            </a:extLst>
          </p:cNvPr>
          <p:cNvGrpSpPr/>
          <p:nvPr/>
        </p:nvGrpSpPr>
        <p:grpSpPr>
          <a:xfrm>
            <a:off x="1256646" y="259503"/>
            <a:ext cx="957240" cy="308520"/>
            <a:chOff x="1256646" y="259503"/>
            <a:chExt cx="9572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AC0442-1093-C0D4-DB83-39580420A1AB}"/>
                    </a:ext>
                  </a:extLst>
                </p14:cNvPr>
                <p14:cNvContentPartPr/>
                <p14:nvPr/>
              </p14:nvContentPartPr>
              <p14:xfrm>
                <a:off x="1256646" y="259503"/>
                <a:ext cx="244440" cy="275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AC0442-1093-C0D4-DB83-39580420A1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8646" y="241863"/>
                  <a:ext cx="280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ED30DD-13A9-7C4E-FFFB-D9B98E93981C}"/>
                    </a:ext>
                  </a:extLst>
                </p14:cNvPr>
                <p14:cNvContentPartPr/>
                <p14:nvPr/>
              </p14:nvContentPartPr>
              <p14:xfrm>
                <a:off x="1533126" y="281103"/>
                <a:ext cx="250200" cy="267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ED30DD-13A9-7C4E-FFFB-D9B98E9398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5126" y="263103"/>
                  <a:ext cx="285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7C3141A-A91A-5D3D-63A8-F92DEDAFEB09}"/>
                    </a:ext>
                  </a:extLst>
                </p14:cNvPr>
                <p14:cNvContentPartPr/>
                <p14:nvPr/>
              </p14:nvContentPartPr>
              <p14:xfrm>
                <a:off x="1881606" y="403503"/>
                <a:ext cx="332280" cy="164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7C3141A-A91A-5D3D-63A8-F92DEDAFEB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3606" y="385863"/>
                  <a:ext cx="36792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78C890-939C-8206-6AA7-B4F7C8C3032D}"/>
              </a:ext>
            </a:extLst>
          </p:cNvPr>
          <p:cNvGrpSpPr/>
          <p:nvPr/>
        </p:nvGrpSpPr>
        <p:grpSpPr>
          <a:xfrm>
            <a:off x="2540766" y="285783"/>
            <a:ext cx="613080" cy="311040"/>
            <a:chOff x="2540766" y="285783"/>
            <a:chExt cx="61308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27AC59-B8F6-C5D6-2171-ABD4842D39A4}"/>
                    </a:ext>
                  </a:extLst>
                </p14:cNvPr>
                <p14:cNvContentPartPr/>
                <p14:nvPr/>
              </p14:nvContentPartPr>
              <p14:xfrm>
                <a:off x="2540766" y="285783"/>
                <a:ext cx="613080" cy="311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27AC59-B8F6-C5D6-2171-ABD4842D39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2766" y="267783"/>
                  <a:ext cx="648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52524D-9802-BA39-E120-F82A1412260E}"/>
                    </a:ext>
                  </a:extLst>
                </p14:cNvPr>
                <p14:cNvContentPartPr/>
                <p14:nvPr/>
              </p14:nvContentPartPr>
              <p14:xfrm>
                <a:off x="2594046" y="313143"/>
                <a:ext cx="14472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52524D-9802-BA39-E120-F82A141226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76046" y="295503"/>
                  <a:ext cx="1803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00CC5-E916-0B90-E26D-2EAC275ED9CB}"/>
              </a:ext>
            </a:extLst>
          </p:cNvPr>
          <p:cNvGrpSpPr/>
          <p:nvPr/>
        </p:nvGrpSpPr>
        <p:grpSpPr>
          <a:xfrm>
            <a:off x="3477486" y="217743"/>
            <a:ext cx="1880640" cy="666000"/>
            <a:chOff x="3477486" y="217743"/>
            <a:chExt cx="1880640" cy="66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34164A-FFD1-E046-D3D1-6E892720BB59}"/>
                    </a:ext>
                  </a:extLst>
                </p14:cNvPr>
                <p14:cNvContentPartPr/>
                <p14:nvPr/>
              </p14:nvContentPartPr>
              <p14:xfrm>
                <a:off x="3477486" y="429063"/>
                <a:ext cx="213480" cy="177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34164A-FFD1-E046-D3D1-6E892720BB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59486" y="411423"/>
                  <a:ext cx="249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4B023C-0720-FBCC-624D-C3E1BA433A79}"/>
                    </a:ext>
                  </a:extLst>
                </p14:cNvPr>
                <p14:cNvContentPartPr/>
                <p14:nvPr/>
              </p14:nvContentPartPr>
              <p14:xfrm>
                <a:off x="3743166" y="430863"/>
                <a:ext cx="159120" cy="45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4B023C-0720-FBCC-624D-C3E1BA433A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25166" y="412863"/>
                  <a:ext cx="1947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0D63C4-ECB7-57D9-49B9-E7B3DA10BBBC}"/>
                    </a:ext>
                  </a:extLst>
                </p14:cNvPr>
                <p14:cNvContentPartPr/>
                <p14:nvPr/>
              </p14:nvContentPartPr>
              <p14:xfrm>
                <a:off x="4004166" y="447423"/>
                <a:ext cx="151560" cy="15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0D63C4-ECB7-57D9-49B9-E7B3DA10BB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86526" y="429783"/>
                  <a:ext cx="187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A78F42-AB87-94FD-814E-D58E98197225}"/>
                    </a:ext>
                  </a:extLst>
                </p14:cNvPr>
                <p14:cNvContentPartPr/>
                <p14:nvPr/>
              </p14:nvContentPartPr>
              <p14:xfrm>
                <a:off x="4244286" y="447783"/>
                <a:ext cx="160920" cy="149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A78F42-AB87-94FD-814E-D58E981972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26286" y="429783"/>
                  <a:ext cx="196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66009F-7978-C34A-E868-D50964A16B1A}"/>
                    </a:ext>
                  </a:extLst>
                </p14:cNvPr>
                <p14:cNvContentPartPr/>
                <p14:nvPr/>
              </p14:nvContentPartPr>
              <p14:xfrm>
                <a:off x="4503126" y="217743"/>
                <a:ext cx="123480" cy="36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66009F-7978-C34A-E868-D50964A16B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85126" y="200103"/>
                  <a:ext cx="1591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F08BA6-D902-88D6-A2E4-A8AFA559E4B2}"/>
                    </a:ext>
                  </a:extLst>
                </p14:cNvPr>
                <p14:cNvContentPartPr/>
                <p14:nvPr/>
              </p14:nvContentPartPr>
              <p14:xfrm>
                <a:off x="4654326" y="388383"/>
                <a:ext cx="510480" cy="173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F08BA6-D902-88D6-A2E4-A8AFA559E4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6326" y="370383"/>
                  <a:ext cx="546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4B1BB6E-0F37-397B-0AB0-8F27B69E2123}"/>
                    </a:ext>
                  </a:extLst>
                </p14:cNvPr>
                <p14:cNvContentPartPr/>
                <p14:nvPr/>
              </p14:nvContentPartPr>
              <p14:xfrm>
                <a:off x="5139246" y="412863"/>
                <a:ext cx="21888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4B1BB6E-0F37-397B-0AB0-8F27B69E21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21606" y="395223"/>
                  <a:ext cx="254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6DD8CF-A4C7-A12B-2245-456C7DCF7693}"/>
                    </a:ext>
                  </a:extLst>
                </p14:cNvPr>
                <p14:cNvContentPartPr/>
                <p14:nvPr/>
              </p14:nvContentPartPr>
              <p14:xfrm>
                <a:off x="4762686" y="265983"/>
                <a:ext cx="37800" cy="1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6DD8CF-A4C7-A12B-2245-456C7DCF76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45046" y="247983"/>
                  <a:ext cx="73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084363-224F-723E-D6CA-C8B66FA34D8A}"/>
                    </a:ext>
                  </a:extLst>
                </p14:cNvPr>
                <p14:cNvContentPartPr/>
                <p14:nvPr/>
              </p14:nvContentPartPr>
              <p14:xfrm>
                <a:off x="4304046" y="292983"/>
                <a:ext cx="224280" cy="2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084363-224F-723E-D6CA-C8B66FA34D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86046" y="275343"/>
                  <a:ext cx="25992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69137C7-01BD-CD12-986C-9EAD17E421ED}"/>
                  </a:ext>
                </a:extLst>
              </p14:cNvPr>
              <p14:cNvContentPartPr/>
              <p14:nvPr/>
            </p14:nvContentPartPr>
            <p14:xfrm>
              <a:off x="6990366" y="681063"/>
              <a:ext cx="16920" cy="7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69137C7-01BD-CD12-986C-9EAD17E421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72726" y="663423"/>
                <a:ext cx="525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2889A9A-CFA4-B934-EA61-A36927F433F3}"/>
              </a:ext>
            </a:extLst>
          </p:cNvPr>
          <p:cNvGrpSpPr/>
          <p:nvPr/>
        </p:nvGrpSpPr>
        <p:grpSpPr>
          <a:xfrm>
            <a:off x="3233046" y="1099743"/>
            <a:ext cx="1694520" cy="497880"/>
            <a:chOff x="3233046" y="1099743"/>
            <a:chExt cx="169452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589556-8E32-0451-198A-A4428E6E45F0}"/>
                    </a:ext>
                  </a:extLst>
                </p14:cNvPr>
                <p14:cNvContentPartPr/>
                <p14:nvPr/>
              </p14:nvContentPartPr>
              <p14:xfrm>
                <a:off x="3262206" y="1169583"/>
                <a:ext cx="55440" cy="9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589556-8E32-0451-198A-A4428E6E45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4206" y="1151583"/>
                  <a:ext cx="91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60E29C-1694-A7D5-3965-7C5DEDC5FE1A}"/>
                    </a:ext>
                  </a:extLst>
                </p14:cNvPr>
                <p14:cNvContentPartPr/>
                <p14:nvPr/>
              </p14:nvContentPartPr>
              <p14:xfrm>
                <a:off x="3233046" y="1147263"/>
                <a:ext cx="244440" cy="209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60E29C-1694-A7D5-3965-7C5DEDC5FE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15046" y="1129263"/>
                  <a:ext cx="280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072913-B773-915E-881C-29C0B32B9977}"/>
                    </a:ext>
                  </a:extLst>
                </p14:cNvPr>
                <p14:cNvContentPartPr/>
                <p14:nvPr/>
              </p14:nvContentPartPr>
              <p14:xfrm>
                <a:off x="3579366" y="1211703"/>
                <a:ext cx="162360" cy="37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072913-B773-915E-881C-29C0B32B99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61726" y="1193703"/>
                  <a:ext cx="198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DDBF01-3D83-2BD9-6BF5-8BDA4AA89F69}"/>
                    </a:ext>
                  </a:extLst>
                </p14:cNvPr>
                <p14:cNvContentPartPr/>
                <p14:nvPr/>
              </p14:nvContentPartPr>
              <p14:xfrm>
                <a:off x="3658926" y="1143303"/>
                <a:ext cx="45360" cy="200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DDBF01-3D83-2BD9-6BF5-8BDA4AA89F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41286" y="1125663"/>
                  <a:ext cx="81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FB864D-7CE2-E67F-893F-32A0BBDB2149}"/>
                    </a:ext>
                  </a:extLst>
                </p14:cNvPr>
                <p14:cNvContentPartPr/>
                <p14:nvPr/>
              </p14:nvContentPartPr>
              <p14:xfrm>
                <a:off x="3860886" y="1099743"/>
                <a:ext cx="181440" cy="20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FB864D-7CE2-E67F-893F-32A0BBDB21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43246" y="1082103"/>
                  <a:ext cx="217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4D3BD2-262E-DF10-9EF1-17C7D5C58FEE}"/>
                    </a:ext>
                  </a:extLst>
                </p14:cNvPr>
                <p14:cNvContentPartPr/>
                <p14:nvPr/>
              </p14:nvContentPartPr>
              <p14:xfrm>
                <a:off x="3998046" y="1204143"/>
                <a:ext cx="210600" cy="39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4D3BD2-262E-DF10-9EF1-17C7D5C58FE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80046" y="1186503"/>
                  <a:ext cx="2462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D7E009-3927-AE82-1838-12592056B97F}"/>
                    </a:ext>
                  </a:extLst>
                </p14:cNvPr>
                <p14:cNvContentPartPr/>
                <p14:nvPr/>
              </p14:nvContentPartPr>
              <p14:xfrm>
                <a:off x="4360566" y="1233303"/>
                <a:ext cx="132120" cy="38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8D7E009-3927-AE82-1838-12592056B9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42926" y="1215663"/>
                  <a:ext cx="167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C9B557-2E6B-8CF0-1BF0-E4BFAD5A1C58}"/>
                    </a:ext>
                  </a:extLst>
                </p14:cNvPr>
                <p14:cNvContentPartPr/>
                <p14:nvPr/>
              </p14:nvContentPartPr>
              <p14:xfrm>
                <a:off x="4410606" y="1169583"/>
                <a:ext cx="20160" cy="17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C9B557-2E6B-8CF0-1BF0-E4BFAD5A1C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92606" y="1151583"/>
                  <a:ext cx="55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591B1D-590F-FBA6-9368-AD6241F9BD71}"/>
                    </a:ext>
                  </a:extLst>
                </p14:cNvPr>
                <p14:cNvContentPartPr/>
                <p14:nvPr/>
              </p14:nvContentPartPr>
              <p14:xfrm>
                <a:off x="4551006" y="1104063"/>
                <a:ext cx="167400" cy="246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591B1D-590F-FBA6-9368-AD6241F9BD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33366" y="1086423"/>
                  <a:ext cx="203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0AD773-EC4A-7138-9F5C-2467799EF7D4}"/>
                    </a:ext>
                  </a:extLst>
                </p14:cNvPr>
                <p14:cNvContentPartPr/>
                <p14:nvPr/>
              </p14:nvContentPartPr>
              <p14:xfrm>
                <a:off x="4783566" y="1165263"/>
                <a:ext cx="144000" cy="137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0AD773-EC4A-7138-9F5C-2467799EF7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65926" y="1147623"/>
                  <a:ext cx="1796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D5FEA9E-06C5-EE70-93F4-29F99D0A3896}"/>
              </a:ext>
            </a:extLst>
          </p:cNvPr>
          <p:cNvGrpSpPr/>
          <p:nvPr/>
        </p:nvGrpSpPr>
        <p:grpSpPr>
          <a:xfrm>
            <a:off x="5180286" y="1164543"/>
            <a:ext cx="185760" cy="78120"/>
            <a:chOff x="5180286" y="1164543"/>
            <a:chExt cx="185760" cy="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C3E93A-B771-090E-23F9-4CC3F17BAB66}"/>
                    </a:ext>
                  </a:extLst>
                </p14:cNvPr>
                <p14:cNvContentPartPr/>
                <p14:nvPr/>
              </p14:nvContentPartPr>
              <p14:xfrm>
                <a:off x="5180286" y="1164543"/>
                <a:ext cx="132840" cy="1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C3E93A-B771-090E-23F9-4CC3F17BAB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62286" y="1146903"/>
                  <a:ext cx="168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F89483-4073-DAA9-8A7D-4B7E1DB40DBF}"/>
                    </a:ext>
                  </a:extLst>
                </p14:cNvPr>
                <p14:cNvContentPartPr/>
                <p14:nvPr/>
              </p14:nvContentPartPr>
              <p14:xfrm>
                <a:off x="5187486" y="1215303"/>
                <a:ext cx="178560" cy="27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F89483-4073-DAA9-8A7D-4B7E1DB40D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69846" y="1197303"/>
                  <a:ext cx="21420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7A1307B-9705-D5E7-739A-FE0A6AAD2C18}"/>
                  </a:ext>
                </a:extLst>
              </p14:cNvPr>
              <p14:cNvContentPartPr/>
              <p14:nvPr/>
            </p14:nvContentPartPr>
            <p14:xfrm>
              <a:off x="5602206" y="947103"/>
              <a:ext cx="339120" cy="303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7A1307B-9705-D5E7-739A-FE0A6AAD2C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584206" y="929103"/>
                <a:ext cx="3747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B8B5B0C-1DA4-E1CD-98F7-7C0DF537720A}"/>
                  </a:ext>
                </a:extLst>
              </p14:cNvPr>
              <p14:cNvContentPartPr/>
              <p14:nvPr/>
            </p14:nvContentPartPr>
            <p14:xfrm>
              <a:off x="5788326" y="1718943"/>
              <a:ext cx="301680" cy="216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B8B5B0C-1DA4-E1CD-98F7-7C0DF537720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70326" y="1700943"/>
                <a:ext cx="33732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98A869A-B307-D3FA-C607-6E5820C0DFBB}"/>
              </a:ext>
            </a:extLst>
          </p:cNvPr>
          <p:cNvGrpSpPr/>
          <p:nvPr/>
        </p:nvGrpSpPr>
        <p:grpSpPr>
          <a:xfrm>
            <a:off x="2912286" y="1728663"/>
            <a:ext cx="2597760" cy="1253160"/>
            <a:chOff x="2912286" y="1728663"/>
            <a:chExt cx="2597760" cy="12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9121475-D917-7C2F-CB0D-B40B294A640F}"/>
                    </a:ext>
                  </a:extLst>
                </p14:cNvPr>
                <p14:cNvContentPartPr/>
                <p14:nvPr/>
              </p14:nvContentPartPr>
              <p14:xfrm>
                <a:off x="2912286" y="1728663"/>
                <a:ext cx="248760" cy="27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9121475-D917-7C2F-CB0D-B40B294A64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94286" y="1711023"/>
                  <a:ext cx="284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7EF8A5-58D5-FC80-6D44-2488756AE322}"/>
                    </a:ext>
                  </a:extLst>
                </p14:cNvPr>
                <p14:cNvContentPartPr/>
                <p14:nvPr/>
              </p14:nvContentPartPr>
              <p14:xfrm>
                <a:off x="3239166" y="1832703"/>
                <a:ext cx="216720" cy="144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7EF8A5-58D5-FC80-6D44-2488756AE3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21166" y="1815063"/>
                  <a:ext cx="252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33503D-1199-582C-0D7A-B256D12CB175}"/>
                    </a:ext>
                  </a:extLst>
                </p14:cNvPr>
                <p14:cNvContentPartPr/>
                <p14:nvPr/>
              </p14:nvContentPartPr>
              <p14:xfrm>
                <a:off x="3516366" y="1869423"/>
                <a:ext cx="167040" cy="34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33503D-1199-582C-0D7A-B256D12CB1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98366" y="1851783"/>
                  <a:ext cx="202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83BD16-2BF5-CBF5-7CD9-8002AAC59875}"/>
                    </a:ext>
                  </a:extLst>
                </p14:cNvPr>
                <p14:cNvContentPartPr/>
                <p14:nvPr/>
              </p14:nvContentPartPr>
              <p14:xfrm>
                <a:off x="3584406" y="1802463"/>
                <a:ext cx="47520" cy="162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83BD16-2BF5-CBF5-7CD9-8002AAC598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6406" y="1784463"/>
                  <a:ext cx="83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2BAE71-8C57-A6AA-6483-9BA45C807CB8}"/>
                    </a:ext>
                  </a:extLst>
                </p14:cNvPr>
                <p14:cNvContentPartPr/>
                <p14:nvPr/>
              </p14:nvContentPartPr>
              <p14:xfrm>
                <a:off x="3758286" y="1774743"/>
                <a:ext cx="148680" cy="237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2BAE71-8C57-A6AA-6483-9BA45C807C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0646" y="1756743"/>
                  <a:ext cx="184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557315-57FE-6081-A89C-119DB548421F}"/>
                    </a:ext>
                  </a:extLst>
                </p14:cNvPr>
                <p14:cNvContentPartPr/>
                <p14:nvPr/>
              </p14:nvContentPartPr>
              <p14:xfrm>
                <a:off x="3888246" y="1834143"/>
                <a:ext cx="232560" cy="398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557315-57FE-6081-A89C-119DB54842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0246" y="1816143"/>
                  <a:ext cx="2682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B4C311-714D-BF62-87CB-A07B3A1C49F8}"/>
                    </a:ext>
                  </a:extLst>
                </p14:cNvPr>
                <p14:cNvContentPartPr/>
                <p14:nvPr/>
              </p14:nvContentPartPr>
              <p14:xfrm>
                <a:off x="4263726" y="1834503"/>
                <a:ext cx="184320" cy="54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B4C311-714D-BF62-87CB-A07B3A1C49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45726" y="1816863"/>
                  <a:ext cx="219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7004DA-35FA-6014-2453-37DA57CD6244}"/>
                    </a:ext>
                  </a:extLst>
                </p14:cNvPr>
                <p14:cNvContentPartPr/>
                <p14:nvPr/>
              </p14:nvContentPartPr>
              <p14:xfrm>
                <a:off x="4327086" y="1768623"/>
                <a:ext cx="64440" cy="204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7004DA-35FA-6014-2453-37DA57CD624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09446" y="1750983"/>
                  <a:ext cx="1000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ADC61F-9A64-765B-0841-224196EB8B3D}"/>
                    </a:ext>
                  </a:extLst>
                </p14:cNvPr>
                <p14:cNvContentPartPr/>
                <p14:nvPr/>
              </p14:nvContentPartPr>
              <p14:xfrm>
                <a:off x="4622286" y="1743783"/>
                <a:ext cx="122040" cy="29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ADC61F-9A64-765B-0841-224196EB8B3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4286" y="1725783"/>
                  <a:ext cx="157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E2A027-0619-64A5-C992-4A1267643746}"/>
                    </a:ext>
                  </a:extLst>
                </p14:cNvPr>
                <p14:cNvContentPartPr/>
                <p14:nvPr/>
              </p14:nvContentPartPr>
              <p14:xfrm>
                <a:off x="4835046" y="1855743"/>
                <a:ext cx="215280" cy="163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E2A027-0619-64A5-C992-4A12676437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17046" y="1838103"/>
                  <a:ext cx="250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E08124-AF63-9173-FBD2-DF06FE4A2CEF}"/>
                    </a:ext>
                  </a:extLst>
                </p14:cNvPr>
                <p14:cNvContentPartPr/>
                <p14:nvPr/>
              </p14:nvContentPartPr>
              <p14:xfrm>
                <a:off x="5367846" y="1840263"/>
                <a:ext cx="13392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E08124-AF63-9173-FBD2-DF06FE4A2C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50206" y="1822263"/>
                  <a:ext cx="169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FA4A75-BEBD-5E27-4F0B-F05D47CD62D9}"/>
                    </a:ext>
                  </a:extLst>
                </p14:cNvPr>
                <p14:cNvContentPartPr/>
                <p14:nvPr/>
              </p14:nvContentPartPr>
              <p14:xfrm>
                <a:off x="5375046" y="1904703"/>
                <a:ext cx="135000" cy="39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FA4A75-BEBD-5E27-4F0B-F05D47CD62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57406" y="1887063"/>
                  <a:ext cx="170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7A9AC9-C647-BE48-F54A-1531188DEE0E}"/>
                    </a:ext>
                  </a:extLst>
                </p14:cNvPr>
                <p14:cNvContentPartPr/>
                <p14:nvPr/>
              </p14:nvContentPartPr>
              <p14:xfrm>
                <a:off x="2938206" y="2338863"/>
                <a:ext cx="167040" cy="28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7A9AC9-C647-BE48-F54A-1531188DEE0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20206" y="2320863"/>
                  <a:ext cx="2026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47E555-83DA-E5E6-4BB5-19B315A417A8}"/>
                    </a:ext>
                  </a:extLst>
                </p14:cNvPr>
                <p14:cNvContentPartPr/>
                <p14:nvPr/>
              </p14:nvContentPartPr>
              <p14:xfrm>
                <a:off x="3157086" y="2481063"/>
                <a:ext cx="264600" cy="149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47E555-83DA-E5E6-4BB5-19B315A417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39446" y="2463063"/>
                  <a:ext cx="300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2C12A99-B0A0-E144-90D0-2F1CC7416D4D}"/>
                    </a:ext>
                  </a:extLst>
                </p14:cNvPr>
                <p14:cNvContentPartPr/>
                <p14:nvPr/>
              </p14:nvContentPartPr>
              <p14:xfrm>
                <a:off x="3503046" y="2491503"/>
                <a:ext cx="181440" cy="47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C12A99-B0A0-E144-90D0-2F1CC7416D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85406" y="2473503"/>
                  <a:ext cx="217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E82F0A-C130-5A1E-DA09-43C0321FBF8A}"/>
                    </a:ext>
                  </a:extLst>
                </p14:cNvPr>
                <p14:cNvContentPartPr/>
                <p14:nvPr/>
              </p14:nvContentPartPr>
              <p14:xfrm>
                <a:off x="3599886" y="2379543"/>
                <a:ext cx="60480" cy="208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E82F0A-C130-5A1E-DA09-43C0321FBF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82246" y="2361903"/>
                  <a:ext cx="961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8BA73B-B7C9-7F26-55BA-7EC09F6CCB81}"/>
                    </a:ext>
                  </a:extLst>
                </p14:cNvPr>
                <p14:cNvContentPartPr/>
                <p14:nvPr/>
              </p14:nvContentPartPr>
              <p14:xfrm>
                <a:off x="3872046" y="2367303"/>
                <a:ext cx="46440" cy="226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8BA73B-B7C9-7F26-55BA-7EC09F6CCB8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54406" y="2349663"/>
                  <a:ext cx="82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450D58A-104C-E40E-723B-AEB78D8D9841}"/>
                    </a:ext>
                  </a:extLst>
                </p14:cNvPr>
                <p14:cNvContentPartPr/>
                <p14:nvPr/>
              </p14:nvContentPartPr>
              <p14:xfrm>
                <a:off x="3922446" y="2375943"/>
                <a:ext cx="167040" cy="23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450D58A-104C-E40E-723B-AEB78D8D98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04806" y="2357943"/>
                  <a:ext cx="2026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4ABFE7-3D51-3568-3A06-A0E56E2ACF51}"/>
                    </a:ext>
                  </a:extLst>
                </p14:cNvPr>
                <p14:cNvContentPartPr/>
                <p14:nvPr/>
              </p14:nvContentPartPr>
              <p14:xfrm>
                <a:off x="4017126" y="2483943"/>
                <a:ext cx="261000" cy="497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4ABFE7-3D51-3568-3A06-A0E56E2ACF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99126" y="2466303"/>
                  <a:ext cx="2966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967059-F66A-1E32-0F37-361164A1EC66}"/>
                    </a:ext>
                  </a:extLst>
                </p14:cNvPr>
                <p14:cNvContentPartPr/>
                <p14:nvPr/>
              </p14:nvContentPartPr>
              <p14:xfrm>
                <a:off x="4501326" y="2433183"/>
                <a:ext cx="15984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967059-F66A-1E32-0F37-361164A1EC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83686" y="2415543"/>
                  <a:ext cx="195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865315-465F-AED9-6530-04C64CF11386}"/>
                    </a:ext>
                  </a:extLst>
                </p14:cNvPr>
                <p14:cNvContentPartPr/>
                <p14:nvPr/>
              </p14:nvContentPartPr>
              <p14:xfrm>
                <a:off x="4585566" y="2318343"/>
                <a:ext cx="38880" cy="29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865315-465F-AED9-6530-04C64CF1138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67926" y="2300343"/>
                  <a:ext cx="74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619C00-B0B4-A2A5-6CD1-A914D241A27B}"/>
                    </a:ext>
                  </a:extLst>
                </p14:cNvPr>
                <p14:cNvContentPartPr/>
                <p14:nvPr/>
              </p14:nvContentPartPr>
              <p14:xfrm>
                <a:off x="4810206" y="2347863"/>
                <a:ext cx="41040" cy="237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619C00-B0B4-A2A5-6CD1-A914D241A2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92206" y="2330223"/>
                  <a:ext cx="76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A8F105F-9BE1-A18E-2AF3-5004E902E1C2}"/>
                    </a:ext>
                  </a:extLst>
                </p14:cNvPr>
                <p14:cNvContentPartPr/>
                <p14:nvPr/>
              </p14:nvContentPartPr>
              <p14:xfrm>
                <a:off x="4975806" y="2366583"/>
                <a:ext cx="70200" cy="148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A8F105F-9BE1-A18E-2AF3-5004E902E1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58166" y="2348583"/>
                  <a:ext cx="105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47648B-C883-EC59-847D-A01AD7134638}"/>
                    </a:ext>
                  </a:extLst>
                </p14:cNvPr>
                <p14:cNvContentPartPr/>
                <p14:nvPr/>
              </p14:nvContentPartPr>
              <p14:xfrm>
                <a:off x="4961406" y="2380983"/>
                <a:ext cx="137520" cy="26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47648B-C883-EC59-847D-A01AD71346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43406" y="2362983"/>
                  <a:ext cx="173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A074BD3-192B-4AA7-4325-6203F08F65B3}"/>
                    </a:ext>
                  </a:extLst>
                </p14:cNvPr>
                <p14:cNvContentPartPr/>
                <p14:nvPr/>
              </p14:nvContentPartPr>
              <p14:xfrm>
                <a:off x="5208726" y="2472783"/>
                <a:ext cx="218880" cy="156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A074BD3-192B-4AA7-4325-6203F08F65B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91086" y="2455143"/>
                  <a:ext cx="2545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6F2DFE5-525A-C2B9-F41B-6D5C3ADABECF}"/>
              </a:ext>
            </a:extLst>
          </p:cNvPr>
          <p:cNvGrpSpPr/>
          <p:nvPr/>
        </p:nvGrpSpPr>
        <p:grpSpPr>
          <a:xfrm>
            <a:off x="5771766" y="2426703"/>
            <a:ext cx="164520" cy="94320"/>
            <a:chOff x="5771766" y="2426703"/>
            <a:chExt cx="164520" cy="9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F9F76A-96F5-5F61-CBEF-56EFCF2D7B53}"/>
                    </a:ext>
                  </a:extLst>
                </p14:cNvPr>
                <p14:cNvContentPartPr/>
                <p14:nvPr/>
              </p14:nvContentPartPr>
              <p14:xfrm>
                <a:off x="5783286" y="2426703"/>
                <a:ext cx="108360" cy="2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F9F76A-96F5-5F61-CBEF-56EFCF2D7B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65646" y="2408703"/>
                  <a:ext cx="144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DCA920-92CB-1378-C95F-BF408CFD6E70}"/>
                    </a:ext>
                  </a:extLst>
                </p14:cNvPr>
                <p14:cNvContentPartPr/>
                <p14:nvPr/>
              </p14:nvContentPartPr>
              <p14:xfrm>
                <a:off x="5771766" y="2493663"/>
                <a:ext cx="164520" cy="27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DCA920-92CB-1378-C95F-BF408CFD6E7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54126" y="2476023"/>
                  <a:ext cx="2001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436D2C0-A44D-4513-DB9B-0054834C2992}"/>
                  </a:ext>
                </a:extLst>
              </p14:cNvPr>
              <p14:cNvContentPartPr/>
              <p14:nvPr/>
            </p14:nvContentPartPr>
            <p14:xfrm>
              <a:off x="6154806" y="2326623"/>
              <a:ext cx="256680" cy="262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436D2C0-A44D-4513-DB9B-0054834C299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136806" y="2308623"/>
                <a:ext cx="2923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E86058D-D1E2-BE60-1012-0056578F66D1}"/>
                  </a:ext>
                </a:extLst>
              </p14:cNvPr>
              <p14:cNvContentPartPr/>
              <p14:nvPr/>
            </p14:nvContentPartPr>
            <p14:xfrm>
              <a:off x="11601246" y="2734143"/>
              <a:ext cx="4680" cy="2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E86058D-D1E2-BE60-1012-0056578F66D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83606" y="2716503"/>
                <a:ext cx="403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F23CE0C-1BC4-7A88-CA11-F4389F6357F4}"/>
                  </a:ext>
                </a:extLst>
              </p14:cNvPr>
              <p14:cNvContentPartPr/>
              <p14:nvPr/>
            </p14:nvContentPartPr>
            <p14:xfrm>
              <a:off x="3322686" y="6619263"/>
              <a:ext cx="360" cy="3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F23CE0C-1BC4-7A88-CA11-F4389F6357F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04686" y="66012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20AEC7C-F1DE-97B1-418C-E1E97B89D6F3}"/>
                  </a:ext>
                </a:extLst>
              </p14:cNvPr>
              <p14:cNvContentPartPr/>
              <p14:nvPr/>
            </p14:nvContentPartPr>
            <p14:xfrm>
              <a:off x="8354406" y="6575343"/>
              <a:ext cx="1440" cy="82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20AEC7C-F1DE-97B1-418C-E1E97B89D6F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36406" y="6557343"/>
                <a:ext cx="370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B8FBA74-5061-AE7D-2816-32136FDEA807}"/>
              </a:ext>
            </a:extLst>
          </p:cNvPr>
          <p:cNvGrpSpPr/>
          <p:nvPr/>
        </p:nvGrpSpPr>
        <p:grpSpPr>
          <a:xfrm>
            <a:off x="8166846" y="236182"/>
            <a:ext cx="203760" cy="344880"/>
            <a:chOff x="8166846" y="236182"/>
            <a:chExt cx="20376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7B8ADC1-C394-F229-CB77-7757F81154EF}"/>
                    </a:ext>
                  </a:extLst>
                </p14:cNvPr>
                <p14:cNvContentPartPr/>
                <p14:nvPr/>
              </p14:nvContentPartPr>
              <p14:xfrm>
                <a:off x="8166846" y="298462"/>
                <a:ext cx="78480" cy="282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7B8ADC1-C394-F229-CB77-7757F81154E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49206" y="280822"/>
                  <a:ext cx="114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B60481-37D1-E9A5-6B68-94A73DAA597A}"/>
                    </a:ext>
                  </a:extLst>
                </p14:cNvPr>
                <p14:cNvContentPartPr/>
                <p14:nvPr/>
              </p14:nvContentPartPr>
              <p14:xfrm>
                <a:off x="8229126" y="236182"/>
                <a:ext cx="141480" cy="255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B60481-37D1-E9A5-6B68-94A73DAA597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11486" y="218182"/>
                  <a:ext cx="177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487133F-D63A-EFA7-C8BF-660B9626115F}"/>
                    </a:ext>
                  </a:extLst>
                </p14:cNvPr>
                <p14:cNvContentPartPr/>
                <p14:nvPr/>
              </p14:nvContentPartPr>
              <p14:xfrm>
                <a:off x="8183766" y="428422"/>
                <a:ext cx="137520" cy="21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487133F-D63A-EFA7-C8BF-660B9626115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65766" y="410782"/>
                  <a:ext cx="1731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F2EED7AE-80AE-B97F-C7B2-07F8031EB1B7}"/>
              </a:ext>
            </a:extLst>
          </p:cNvPr>
          <p:cNvGrpSpPr/>
          <p:nvPr/>
        </p:nvGrpSpPr>
        <p:grpSpPr>
          <a:xfrm>
            <a:off x="8588406" y="235462"/>
            <a:ext cx="219240" cy="262080"/>
            <a:chOff x="8588406" y="235462"/>
            <a:chExt cx="21924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FD185F-6BFA-D82C-742C-B24DC26906ED}"/>
                    </a:ext>
                  </a:extLst>
                </p14:cNvPr>
                <p14:cNvContentPartPr/>
                <p14:nvPr/>
              </p14:nvContentPartPr>
              <p14:xfrm>
                <a:off x="8639526" y="255982"/>
                <a:ext cx="120240" cy="189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FD185F-6BFA-D82C-742C-B24DC26906E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21886" y="237982"/>
                  <a:ext cx="155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A3D47E6-01E6-6CE6-424C-F1B318CE4EBA}"/>
                    </a:ext>
                  </a:extLst>
                </p14:cNvPr>
                <p14:cNvContentPartPr/>
                <p14:nvPr/>
              </p14:nvContentPartPr>
              <p14:xfrm>
                <a:off x="8588406" y="235462"/>
                <a:ext cx="219240" cy="262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3D47E6-01E6-6CE6-424C-F1B318CE4EB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70766" y="217462"/>
                  <a:ext cx="25488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7DB6176-79EB-274B-3621-EFF621969861}"/>
              </a:ext>
            </a:extLst>
          </p:cNvPr>
          <p:cNvGrpSpPr/>
          <p:nvPr/>
        </p:nvGrpSpPr>
        <p:grpSpPr>
          <a:xfrm>
            <a:off x="9094926" y="291262"/>
            <a:ext cx="239400" cy="127800"/>
            <a:chOff x="9094926" y="291262"/>
            <a:chExt cx="239400" cy="1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62E2D9A-2411-CB11-C583-D2B34FA179D0}"/>
                    </a:ext>
                  </a:extLst>
                </p14:cNvPr>
                <p14:cNvContentPartPr/>
                <p14:nvPr/>
              </p14:nvContentPartPr>
              <p14:xfrm>
                <a:off x="9094926" y="291262"/>
                <a:ext cx="142920" cy="42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62E2D9A-2411-CB11-C583-D2B34FA179D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77286" y="273622"/>
                  <a:ext cx="178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2818DB6-73BC-7085-28A0-0C8B0321B783}"/>
                    </a:ext>
                  </a:extLst>
                </p14:cNvPr>
                <p14:cNvContentPartPr/>
                <p14:nvPr/>
              </p14:nvContentPartPr>
              <p14:xfrm>
                <a:off x="9098166" y="340222"/>
                <a:ext cx="236160" cy="78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2818DB6-73BC-7085-28A0-0C8B0321B7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80166" y="322222"/>
                  <a:ext cx="27180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CEFED95-269A-250A-F63C-CB905C00F1E6}"/>
                  </a:ext>
                </a:extLst>
              </p14:cNvPr>
              <p14:cNvContentPartPr/>
              <p14:nvPr/>
            </p14:nvContentPartPr>
            <p14:xfrm>
              <a:off x="9599646" y="117022"/>
              <a:ext cx="263520" cy="2592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CEFED95-269A-250A-F63C-CB905C00F1E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582006" y="99382"/>
                <a:ext cx="2991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21E8CAC-DCC6-93E8-6CB6-6DD78E9BBBBB}"/>
                  </a:ext>
                </a:extLst>
              </p14:cNvPr>
              <p14:cNvContentPartPr/>
              <p14:nvPr/>
            </p14:nvContentPartPr>
            <p14:xfrm>
              <a:off x="10650846" y="692662"/>
              <a:ext cx="1800" cy="43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21E8CAC-DCC6-93E8-6CB6-6DD78E9BBBB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633206" y="674662"/>
                <a:ext cx="374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5D76623-2C5E-E6FE-3849-3CB4B76C7108}"/>
                  </a:ext>
                </a:extLst>
              </p14:cNvPr>
              <p14:cNvContentPartPr/>
              <p14:nvPr/>
            </p14:nvContentPartPr>
            <p14:xfrm>
              <a:off x="7722606" y="858982"/>
              <a:ext cx="310320" cy="1689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5D76623-2C5E-E6FE-3849-3CB4B76C710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704606" y="841342"/>
                <a:ext cx="34596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C55D223-A72B-A04C-DB9D-758E54417316}"/>
                  </a:ext>
                </a:extLst>
              </p14:cNvPr>
              <p14:cNvContentPartPr/>
              <p14:nvPr/>
            </p14:nvContentPartPr>
            <p14:xfrm>
              <a:off x="8248926" y="1015942"/>
              <a:ext cx="36720" cy="207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C55D223-A72B-A04C-DB9D-758E5441731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231286" y="997942"/>
                <a:ext cx="7236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5286B50-4F25-8DA2-4211-EC7CCA931BB0}"/>
                  </a:ext>
                </a:extLst>
              </p14:cNvPr>
              <p14:cNvContentPartPr/>
              <p14:nvPr/>
            </p14:nvContentPartPr>
            <p14:xfrm>
              <a:off x="8147406" y="1605982"/>
              <a:ext cx="171720" cy="2322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5286B50-4F25-8DA2-4211-EC7CCA931BB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129766" y="1588342"/>
                <a:ext cx="2073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41652B4-1AAA-8FF5-6467-F901A2E4D413}"/>
                  </a:ext>
                </a:extLst>
              </p14:cNvPr>
              <p14:cNvContentPartPr/>
              <p14:nvPr/>
            </p14:nvContentPartPr>
            <p14:xfrm>
              <a:off x="8118246" y="2129062"/>
              <a:ext cx="116640" cy="2394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41652B4-1AAA-8FF5-6467-F901A2E4D41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100246" y="2111422"/>
                <a:ext cx="15228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60A4AC-0764-EDC7-33DA-7567C5277706}"/>
              </a:ext>
            </a:extLst>
          </p:cNvPr>
          <p:cNvGrpSpPr/>
          <p:nvPr/>
        </p:nvGrpSpPr>
        <p:grpSpPr>
          <a:xfrm>
            <a:off x="8620446" y="759982"/>
            <a:ext cx="1179720" cy="1638360"/>
            <a:chOff x="8620446" y="759982"/>
            <a:chExt cx="1179720" cy="163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C265874-6128-BC67-DFC5-AF36E4458E37}"/>
                    </a:ext>
                  </a:extLst>
                </p14:cNvPr>
                <p14:cNvContentPartPr/>
                <p14:nvPr/>
              </p14:nvContentPartPr>
              <p14:xfrm>
                <a:off x="8691726" y="1022782"/>
                <a:ext cx="202320" cy="201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C265874-6128-BC67-DFC5-AF36E4458E3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674086" y="1005142"/>
                  <a:ext cx="237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DF3C7E0-673F-680B-9CD4-811A4E8D7DB4}"/>
                    </a:ext>
                  </a:extLst>
                </p14:cNvPr>
                <p14:cNvContentPartPr/>
                <p14:nvPr/>
              </p14:nvContentPartPr>
              <p14:xfrm>
                <a:off x="9295806" y="971302"/>
                <a:ext cx="156600" cy="237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DF3C7E0-673F-680B-9CD4-811A4E8D7D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77806" y="953662"/>
                  <a:ext cx="192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D67DE06-DDCC-9026-B972-E2B19632C249}"/>
                    </a:ext>
                  </a:extLst>
                </p14:cNvPr>
                <p14:cNvContentPartPr/>
                <p14:nvPr/>
              </p14:nvContentPartPr>
              <p14:xfrm>
                <a:off x="8620446" y="1581502"/>
                <a:ext cx="166320" cy="221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D67DE06-DDCC-9026-B972-E2B19632C24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02806" y="1563502"/>
                  <a:ext cx="201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72921FD-C366-F571-3E6D-CA5F787861B8}"/>
                    </a:ext>
                  </a:extLst>
                </p14:cNvPr>
                <p14:cNvContentPartPr/>
                <p14:nvPr/>
              </p14:nvContentPartPr>
              <p14:xfrm>
                <a:off x="9272766" y="1495102"/>
                <a:ext cx="126360" cy="327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72921FD-C366-F571-3E6D-CA5F787861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255126" y="1477462"/>
                  <a:ext cx="1620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0E3C845-48F8-53C0-9C1E-C3CE3F0DA4B0}"/>
                    </a:ext>
                  </a:extLst>
                </p14:cNvPr>
                <p14:cNvContentPartPr/>
                <p14:nvPr/>
              </p14:nvContentPartPr>
              <p14:xfrm>
                <a:off x="8864886" y="2068942"/>
                <a:ext cx="44280" cy="234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0E3C845-48F8-53C0-9C1E-C3CE3F0DA4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847246" y="2050942"/>
                  <a:ext cx="79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265753C-CDA2-40F4-70B7-6F1CADD1D01C}"/>
                    </a:ext>
                  </a:extLst>
                </p14:cNvPr>
                <p14:cNvContentPartPr/>
                <p14:nvPr/>
              </p14:nvContentPartPr>
              <p14:xfrm>
                <a:off x="8938686" y="2106022"/>
                <a:ext cx="138600" cy="257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265753C-CDA2-40F4-70B7-6F1CADD1D01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21046" y="2088022"/>
                  <a:ext cx="174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E790DDA-9CB0-33B4-542F-4237A9E30BEF}"/>
                    </a:ext>
                  </a:extLst>
                </p14:cNvPr>
                <p14:cNvContentPartPr/>
                <p14:nvPr/>
              </p14:nvContentPartPr>
              <p14:xfrm>
                <a:off x="9337566" y="2089462"/>
                <a:ext cx="34560" cy="213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E790DDA-9CB0-33B4-542F-4237A9E30B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19566" y="2071822"/>
                  <a:ext cx="70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4922126-CABA-4698-3ADA-6E91BADFFD65}"/>
                    </a:ext>
                  </a:extLst>
                </p14:cNvPr>
                <p14:cNvContentPartPr/>
                <p14:nvPr/>
              </p14:nvContentPartPr>
              <p14:xfrm>
                <a:off x="9475086" y="2059582"/>
                <a:ext cx="148320" cy="327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4922126-CABA-4698-3ADA-6E91BADFFD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57446" y="2041942"/>
                  <a:ext cx="183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679608F-0818-2B5F-B635-450AD7604242}"/>
                    </a:ext>
                  </a:extLst>
                </p14:cNvPr>
                <p14:cNvContentPartPr/>
                <p14:nvPr/>
              </p14:nvContentPartPr>
              <p14:xfrm>
                <a:off x="9343686" y="759982"/>
                <a:ext cx="456480" cy="1638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679608F-0818-2B5F-B635-450AD760424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326046" y="741982"/>
                  <a:ext cx="492120" cy="167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38384C6D-FF5A-833C-9E90-6ABE84CB4B0E}"/>
              </a:ext>
            </a:extLst>
          </p:cNvPr>
          <p:cNvGrpSpPr/>
          <p:nvPr/>
        </p:nvGrpSpPr>
        <p:grpSpPr>
          <a:xfrm>
            <a:off x="10074846" y="778342"/>
            <a:ext cx="1091880" cy="1632600"/>
            <a:chOff x="10074846" y="778342"/>
            <a:chExt cx="1091880" cy="16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882488-9CDA-4E26-14F5-F2BD0139B054}"/>
                    </a:ext>
                  </a:extLst>
                </p14:cNvPr>
                <p14:cNvContentPartPr/>
                <p14:nvPr/>
              </p14:nvContentPartPr>
              <p14:xfrm>
                <a:off x="10074846" y="778342"/>
                <a:ext cx="204480" cy="1632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882488-9CDA-4E26-14F5-F2BD0139B0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56846" y="760702"/>
                  <a:ext cx="240120" cy="16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65ACEB4-AA9F-9FB2-4FA6-8C9643B44A1F}"/>
                    </a:ext>
                  </a:extLst>
                </p14:cNvPr>
                <p14:cNvContentPartPr/>
                <p14:nvPr/>
              </p14:nvContentPartPr>
              <p14:xfrm>
                <a:off x="10344846" y="994342"/>
                <a:ext cx="170640" cy="146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65ACEB4-AA9F-9FB2-4FA6-8C9643B44A1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326846" y="976702"/>
                  <a:ext cx="206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37165EE-1706-5544-3FBD-795D1F019B83}"/>
                    </a:ext>
                  </a:extLst>
                </p14:cNvPr>
                <p14:cNvContentPartPr/>
                <p14:nvPr/>
              </p14:nvContentPartPr>
              <p14:xfrm>
                <a:off x="10429806" y="1400062"/>
                <a:ext cx="119880" cy="365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37165EE-1706-5544-3FBD-795D1F019B8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11806" y="1382422"/>
                  <a:ext cx="1555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6B20236-F518-95C7-3966-CCA1C48E2D6A}"/>
                    </a:ext>
                  </a:extLst>
                </p14:cNvPr>
                <p14:cNvContentPartPr/>
                <p14:nvPr/>
              </p14:nvContentPartPr>
              <p14:xfrm>
                <a:off x="10342326" y="2014582"/>
                <a:ext cx="257760" cy="1864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6B20236-F518-95C7-3966-CCA1C48E2D6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324686" y="1996582"/>
                  <a:ext cx="293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405EBDC-2B62-CAB6-2415-CBC07A0DE824}"/>
                    </a:ext>
                  </a:extLst>
                </p14:cNvPr>
                <p14:cNvContentPartPr/>
                <p14:nvPr/>
              </p14:nvContentPartPr>
              <p14:xfrm>
                <a:off x="10567686" y="791662"/>
                <a:ext cx="243360" cy="1611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405EBDC-2B62-CAB6-2415-CBC07A0DE82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550046" y="773662"/>
                  <a:ext cx="279000" cy="16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7DB98E-5EF8-3274-2546-A03EB39C0A97}"/>
                    </a:ext>
                  </a:extLst>
                </p14:cNvPr>
                <p14:cNvContentPartPr/>
                <p14:nvPr/>
              </p14:nvContentPartPr>
              <p14:xfrm>
                <a:off x="10985646" y="1480702"/>
                <a:ext cx="97200" cy="18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7DB98E-5EF8-3274-2546-A03EB39C0A9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67646" y="1462702"/>
                  <a:ext cx="132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D1881F9-8267-8221-B291-17839DCD0AFB}"/>
                    </a:ext>
                  </a:extLst>
                </p14:cNvPr>
                <p14:cNvContentPartPr/>
                <p14:nvPr/>
              </p14:nvContentPartPr>
              <p14:xfrm>
                <a:off x="11016246" y="1575742"/>
                <a:ext cx="150480" cy="48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D1881F9-8267-8221-B291-17839DCD0AF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998606" y="1558102"/>
                  <a:ext cx="18612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3EBC3480-707C-5931-0D64-567E78AB5AC6}"/>
              </a:ext>
            </a:extLst>
          </p:cNvPr>
          <p:cNvGrpSpPr/>
          <p:nvPr/>
        </p:nvGrpSpPr>
        <p:grpSpPr>
          <a:xfrm>
            <a:off x="11374806" y="839182"/>
            <a:ext cx="656280" cy="1668240"/>
            <a:chOff x="11374806" y="839182"/>
            <a:chExt cx="656280" cy="16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F4BF93D-6DC9-7C3B-100A-C8849D417B2D}"/>
                    </a:ext>
                  </a:extLst>
                </p14:cNvPr>
                <p14:cNvContentPartPr/>
                <p14:nvPr/>
              </p14:nvContentPartPr>
              <p14:xfrm>
                <a:off x="11374806" y="839182"/>
                <a:ext cx="224280" cy="15789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F4BF93D-6DC9-7C3B-100A-C8849D417B2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7166" y="821182"/>
                  <a:ext cx="259920" cy="16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3F713AD-704A-1EAE-FF9E-0A97AF6397C2}"/>
                    </a:ext>
                  </a:extLst>
                </p14:cNvPr>
                <p14:cNvContentPartPr/>
                <p14:nvPr/>
              </p14:nvContentPartPr>
              <p14:xfrm>
                <a:off x="11559846" y="992182"/>
                <a:ext cx="176760" cy="2232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3F713AD-704A-1EAE-FF9E-0A97AF6397C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542206" y="974542"/>
                  <a:ext cx="212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316200B-805C-8B86-89CA-335538C3B390}"/>
                    </a:ext>
                  </a:extLst>
                </p14:cNvPr>
                <p14:cNvContentPartPr/>
                <p14:nvPr/>
              </p14:nvContentPartPr>
              <p14:xfrm>
                <a:off x="11596926" y="1438582"/>
                <a:ext cx="132840" cy="223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316200B-805C-8B86-89CA-335538C3B39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578926" y="1420942"/>
                  <a:ext cx="168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79C3665-D9B0-C40B-91CE-561B1B8B7C9D}"/>
                    </a:ext>
                  </a:extLst>
                </p14:cNvPr>
                <p14:cNvContentPartPr/>
                <p14:nvPr/>
              </p14:nvContentPartPr>
              <p14:xfrm>
                <a:off x="11601606" y="1846462"/>
                <a:ext cx="144000" cy="286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79C3665-D9B0-C40B-91CE-561B1B8B7C9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583966" y="1828462"/>
                  <a:ext cx="179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613377A-74F5-90AD-EF63-98D50810D955}"/>
                    </a:ext>
                  </a:extLst>
                </p14:cNvPr>
                <p14:cNvContentPartPr/>
                <p14:nvPr/>
              </p14:nvContentPartPr>
              <p14:xfrm>
                <a:off x="11567046" y="874462"/>
                <a:ext cx="464040" cy="16329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613377A-74F5-90AD-EF63-98D50810D95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549406" y="856822"/>
                  <a:ext cx="499680" cy="166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36BD97C-233C-4E04-AEA0-A40FB326B66E}"/>
              </a:ext>
            </a:extLst>
          </p:cNvPr>
          <p:cNvGrpSpPr/>
          <p:nvPr/>
        </p:nvGrpSpPr>
        <p:grpSpPr>
          <a:xfrm>
            <a:off x="323166" y="3097822"/>
            <a:ext cx="401760" cy="416520"/>
            <a:chOff x="323166" y="3097822"/>
            <a:chExt cx="40176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013EECC-C147-14B2-F452-2DFFE56044BC}"/>
                    </a:ext>
                  </a:extLst>
                </p14:cNvPr>
                <p14:cNvContentPartPr/>
                <p14:nvPr/>
              </p14:nvContentPartPr>
              <p14:xfrm>
                <a:off x="323166" y="3155422"/>
                <a:ext cx="27360" cy="306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013EECC-C147-14B2-F452-2DFFE56044B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5166" y="3137782"/>
                  <a:ext cx="63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595A0CD-6F69-FF29-095F-8D273F58601F}"/>
                    </a:ext>
                  </a:extLst>
                </p14:cNvPr>
                <p14:cNvContentPartPr/>
                <p14:nvPr/>
              </p14:nvContentPartPr>
              <p14:xfrm>
                <a:off x="456726" y="3184582"/>
                <a:ext cx="144720" cy="268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595A0CD-6F69-FF29-095F-8D273F58601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9086" y="3166942"/>
                  <a:ext cx="180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BBC94CD-E4DF-63EB-7355-590717D2B8FB}"/>
                    </a:ext>
                  </a:extLst>
                </p14:cNvPr>
                <p14:cNvContentPartPr/>
                <p14:nvPr/>
              </p14:nvContentPartPr>
              <p14:xfrm>
                <a:off x="493446" y="3263062"/>
                <a:ext cx="133920" cy="777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BBC94CD-E4DF-63EB-7355-590717D2B8F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5806" y="3245062"/>
                  <a:ext cx="169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A216FAD-5F53-29D0-896E-AA4E3A42C3AF}"/>
                    </a:ext>
                  </a:extLst>
                </p14:cNvPr>
                <p14:cNvContentPartPr/>
                <p14:nvPr/>
              </p14:nvContentPartPr>
              <p14:xfrm>
                <a:off x="690726" y="3097822"/>
                <a:ext cx="34200" cy="416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A216FAD-5F53-29D0-896E-AA4E3A42C3A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3086" y="3080182"/>
                  <a:ext cx="69840" cy="45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F1B8555-DDE2-EF0B-64C4-1C5B8479AF5E}"/>
              </a:ext>
            </a:extLst>
          </p:cNvPr>
          <p:cNvGrpSpPr/>
          <p:nvPr/>
        </p:nvGrpSpPr>
        <p:grpSpPr>
          <a:xfrm>
            <a:off x="857046" y="3354502"/>
            <a:ext cx="154440" cy="173160"/>
            <a:chOff x="857046" y="3354502"/>
            <a:chExt cx="15444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0DCD9E0-1EEF-F476-998A-5E230DAA807D}"/>
                    </a:ext>
                  </a:extLst>
                </p14:cNvPr>
                <p14:cNvContentPartPr/>
                <p14:nvPr/>
              </p14:nvContentPartPr>
              <p14:xfrm>
                <a:off x="903486" y="3354502"/>
                <a:ext cx="108000" cy="219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0DCD9E0-1EEF-F476-998A-5E230DAA807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85846" y="3336862"/>
                  <a:ext cx="143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4F7CFC0-8413-E7DA-169F-CA814F005138}"/>
                    </a:ext>
                  </a:extLst>
                </p14:cNvPr>
                <p14:cNvContentPartPr/>
                <p14:nvPr/>
              </p14:nvContentPartPr>
              <p14:xfrm>
                <a:off x="857046" y="3485542"/>
                <a:ext cx="110160" cy="42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4F7CFC0-8413-E7DA-169F-CA814F00513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9046" y="3467902"/>
                  <a:ext cx="14580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A452BAC-761B-215E-0E95-02E8FF8E8B69}"/>
                  </a:ext>
                </a:extLst>
              </p14:cNvPr>
              <p14:cNvContentPartPr/>
              <p14:nvPr/>
            </p14:nvContentPartPr>
            <p14:xfrm>
              <a:off x="1252326" y="3050302"/>
              <a:ext cx="146160" cy="17197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A452BAC-761B-215E-0E95-02E8FF8E8B6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234326" y="3032302"/>
                <a:ext cx="181800" cy="17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61EB1D80-B3AC-95BB-1C9F-AF0656A8C072}"/>
                  </a:ext>
                </a:extLst>
              </p14:cNvPr>
              <p14:cNvContentPartPr/>
              <p14:nvPr/>
            </p14:nvContentPartPr>
            <p14:xfrm>
              <a:off x="2139006" y="3253702"/>
              <a:ext cx="171360" cy="204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61EB1D80-B3AC-95BB-1C9F-AF0656A8C07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2121366" y="3236062"/>
                <a:ext cx="2070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5B26E6B1-970C-DAB1-E231-885C7B0D365B}"/>
                  </a:ext>
                </a:extLst>
              </p14:cNvPr>
              <p14:cNvContentPartPr/>
              <p14:nvPr/>
            </p14:nvContentPartPr>
            <p14:xfrm>
              <a:off x="2688366" y="3208702"/>
              <a:ext cx="158400" cy="1911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5B26E6B1-970C-DAB1-E231-885C7B0D365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670726" y="3190702"/>
                <a:ext cx="19404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B0FDBB5C-F67E-D14F-F885-208B251FE3CE}"/>
              </a:ext>
            </a:extLst>
          </p:cNvPr>
          <p:cNvGrpSpPr/>
          <p:nvPr/>
        </p:nvGrpSpPr>
        <p:grpSpPr>
          <a:xfrm>
            <a:off x="1694046" y="3211222"/>
            <a:ext cx="194760" cy="655920"/>
            <a:chOff x="1694046" y="3211222"/>
            <a:chExt cx="194760" cy="65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35A2363-1614-A0C8-6410-DB2438CA18A3}"/>
                    </a:ext>
                  </a:extLst>
                </p14:cNvPr>
                <p14:cNvContentPartPr/>
                <p14:nvPr/>
              </p14:nvContentPartPr>
              <p14:xfrm>
                <a:off x="1792686" y="3211222"/>
                <a:ext cx="38520" cy="2602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35A2363-1614-A0C8-6410-DB2438CA18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774686" y="3193222"/>
                  <a:ext cx="741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0B89EB0-4329-722B-B64D-E4C6EE3EDA99}"/>
                    </a:ext>
                  </a:extLst>
                </p14:cNvPr>
                <p14:cNvContentPartPr/>
                <p14:nvPr/>
              </p14:nvContentPartPr>
              <p14:xfrm>
                <a:off x="1694046" y="3631342"/>
                <a:ext cx="194760" cy="2358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0B89EB0-4329-722B-B64D-E4C6EE3EDA9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676046" y="3613702"/>
                  <a:ext cx="23040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1F5C9DDA-4C14-1D1E-1030-0991BC2DA440}"/>
                  </a:ext>
                </a:extLst>
              </p14:cNvPr>
              <p14:cNvContentPartPr/>
              <p14:nvPr/>
            </p14:nvContentPartPr>
            <p14:xfrm>
              <a:off x="2124966" y="3632422"/>
              <a:ext cx="162720" cy="2016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1F5C9DDA-4C14-1D1E-1030-0991BC2DA440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107326" y="3614422"/>
                <a:ext cx="1983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79849AA-94A6-109B-2808-650E2A5D3BCE}"/>
                  </a:ext>
                </a:extLst>
              </p14:cNvPr>
              <p14:cNvContentPartPr/>
              <p14:nvPr/>
            </p14:nvContentPartPr>
            <p14:xfrm>
              <a:off x="2632926" y="3600742"/>
              <a:ext cx="119520" cy="3294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79849AA-94A6-109B-2808-650E2A5D3BCE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2615286" y="3582742"/>
                <a:ext cx="1551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ACA9207B-3ADF-AF49-B6AA-6A3DDA408A02}"/>
                  </a:ext>
                </a:extLst>
              </p14:cNvPr>
              <p14:cNvContentPartPr/>
              <p14:nvPr/>
            </p14:nvContentPartPr>
            <p14:xfrm>
              <a:off x="1665606" y="4248742"/>
              <a:ext cx="152280" cy="3704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ACA9207B-3ADF-AF49-B6AA-6A3DDA408A0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647966" y="4231102"/>
                <a:ext cx="187920" cy="40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877CBE3-F8F6-BED2-E0B4-5740002C84DD}"/>
              </a:ext>
            </a:extLst>
          </p:cNvPr>
          <p:cNvGrpSpPr/>
          <p:nvPr/>
        </p:nvGrpSpPr>
        <p:grpSpPr>
          <a:xfrm>
            <a:off x="2081406" y="4298422"/>
            <a:ext cx="248760" cy="273600"/>
            <a:chOff x="2081406" y="4298422"/>
            <a:chExt cx="24876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C737DB2-A815-B586-3B5F-42D45B8A8BE9}"/>
                    </a:ext>
                  </a:extLst>
                </p14:cNvPr>
                <p14:cNvContentPartPr/>
                <p14:nvPr/>
              </p14:nvContentPartPr>
              <p14:xfrm>
                <a:off x="2081406" y="4323622"/>
                <a:ext cx="26640" cy="248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C737DB2-A815-B586-3B5F-42D45B8A8BE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063406" y="4305982"/>
                  <a:ext cx="62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4F9335A-B357-863D-912B-D8C4A90EF095}"/>
                    </a:ext>
                  </a:extLst>
                </p14:cNvPr>
                <p14:cNvContentPartPr/>
                <p14:nvPr/>
              </p14:nvContentPartPr>
              <p14:xfrm>
                <a:off x="2231886" y="4298422"/>
                <a:ext cx="98280" cy="240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4F9335A-B357-863D-912B-D8C4A90EF09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214246" y="4280422"/>
                  <a:ext cx="1339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12F00562-9367-8024-2D38-F38BDC00E637}"/>
              </a:ext>
            </a:extLst>
          </p:cNvPr>
          <p:cNvGrpSpPr/>
          <p:nvPr/>
        </p:nvGrpSpPr>
        <p:grpSpPr>
          <a:xfrm>
            <a:off x="2575326" y="4248022"/>
            <a:ext cx="253800" cy="428040"/>
            <a:chOff x="2575326" y="4248022"/>
            <a:chExt cx="25380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D2AE3A1-FFF6-0528-6CD6-885E9C4B394E}"/>
                    </a:ext>
                  </a:extLst>
                </p14:cNvPr>
                <p14:cNvContentPartPr/>
                <p14:nvPr/>
              </p14:nvContentPartPr>
              <p14:xfrm>
                <a:off x="2575326" y="4298422"/>
                <a:ext cx="16560" cy="202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D2AE3A1-FFF6-0528-6CD6-885E9C4B394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557326" y="4280422"/>
                  <a:ext cx="52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CA617D-74E6-E870-D7D4-8686189DEEC4}"/>
                    </a:ext>
                  </a:extLst>
                </p14:cNvPr>
                <p14:cNvContentPartPr/>
                <p14:nvPr/>
              </p14:nvContentPartPr>
              <p14:xfrm>
                <a:off x="2723286" y="4248022"/>
                <a:ext cx="105840" cy="4280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CA617D-74E6-E870-D7D4-8686189DEE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05286" y="4230382"/>
                  <a:ext cx="141480" cy="46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D682CE4B-7D73-1468-A5E4-E5B850B31CCF}"/>
                  </a:ext>
                </a:extLst>
              </p14:cNvPr>
              <p14:cNvContentPartPr/>
              <p14:nvPr/>
            </p14:nvContentPartPr>
            <p14:xfrm>
              <a:off x="2997966" y="3076942"/>
              <a:ext cx="136440" cy="17146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D682CE4B-7D73-1468-A5E4-E5B850B31CCF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979966" y="3058942"/>
                <a:ext cx="172080" cy="175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F69BC901-C740-025F-74EE-B06EA84576B3}"/>
              </a:ext>
            </a:extLst>
          </p:cNvPr>
          <p:cNvGrpSpPr/>
          <p:nvPr/>
        </p:nvGrpSpPr>
        <p:grpSpPr>
          <a:xfrm>
            <a:off x="3523566" y="3722062"/>
            <a:ext cx="145080" cy="155160"/>
            <a:chOff x="3523566" y="3722062"/>
            <a:chExt cx="14508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29EAB88-954B-4B15-192C-3430399E4917}"/>
                    </a:ext>
                  </a:extLst>
                </p14:cNvPr>
                <p14:cNvContentPartPr/>
                <p14:nvPr/>
              </p14:nvContentPartPr>
              <p14:xfrm>
                <a:off x="3523566" y="3722062"/>
                <a:ext cx="119880" cy="47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29EAB88-954B-4B15-192C-3430399E491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05926" y="3704422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2226740-ACD2-DEC3-B67C-3AA1F5D5DD4E}"/>
                    </a:ext>
                  </a:extLst>
                </p14:cNvPr>
                <p14:cNvContentPartPr/>
                <p14:nvPr/>
              </p14:nvContentPartPr>
              <p14:xfrm>
                <a:off x="3534726" y="3835822"/>
                <a:ext cx="133920" cy="414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2226740-ACD2-DEC3-B67C-3AA1F5D5DD4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16726" y="3817822"/>
                  <a:ext cx="1695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B62631BB-F541-D793-C712-FD0823942C58}"/>
              </a:ext>
            </a:extLst>
          </p:cNvPr>
          <p:cNvGrpSpPr/>
          <p:nvPr/>
        </p:nvGrpSpPr>
        <p:grpSpPr>
          <a:xfrm>
            <a:off x="3981486" y="3297622"/>
            <a:ext cx="559800" cy="1109160"/>
            <a:chOff x="3981486" y="3297622"/>
            <a:chExt cx="559800" cy="11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FDB94C6-C11F-F7AC-3019-5248FB8204D7}"/>
                    </a:ext>
                  </a:extLst>
                </p14:cNvPr>
                <p14:cNvContentPartPr/>
                <p14:nvPr/>
              </p14:nvContentPartPr>
              <p14:xfrm>
                <a:off x="3981486" y="3582382"/>
                <a:ext cx="68040" cy="3769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FDB94C6-C11F-F7AC-3019-5248FB8204D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63846" y="3564382"/>
                  <a:ext cx="1036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6519A7B-F6EB-0CFD-9EB9-7A316E56A96E}"/>
                    </a:ext>
                  </a:extLst>
                </p14:cNvPr>
                <p14:cNvContentPartPr/>
                <p14:nvPr/>
              </p14:nvContentPartPr>
              <p14:xfrm>
                <a:off x="4133406" y="3297622"/>
                <a:ext cx="407880" cy="1109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6519A7B-F6EB-0CFD-9EB9-7A316E56A96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15406" y="3279982"/>
                  <a:ext cx="443520" cy="11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80F56042-3A4E-190D-2CA3-30209770A733}"/>
                  </a:ext>
                </a:extLst>
              </p14:cNvPr>
              <p14:cNvContentPartPr/>
              <p14:nvPr/>
            </p14:nvContentPartPr>
            <p14:xfrm>
              <a:off x="2807886" y="4547182"/>
              <a:ext cx="1440" cy="792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80F56042-3A4E-190D-2CA3-30209770A733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790246" y="4529182"/>
                <a:ext cx="37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0BC449BC-1038-A772-11A5-79DDF6AB8686}"/>
                  </a:ext>
                </a:extLst>
              </p14:cNvPr>
              <p14:cNvContentPartPr/>
              <p14:nvPr/>
            </p14:nvContentPartPr>
            <p14:xfrm>
              <a:off x="2285526" y="4336222"/>
              <a:ext cx="23400" cy="720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0BC449BC-1038-A772-11A5-79DDF6AB8686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267526" y="4318222"/>
                <a:ext cx="590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90F5EF9-6797-7399-4847-9037D3690FF4}"/>
              </a:ext>
            </a:extLst>
          </p:cNvPr>
          <p:cNvGrpSpPr/>
          <p:nvPr/>
        </p:nvGrpSpPr>
        <p:grpSpPr>
          <a:xfrm>
            <a:off x="4376046" y="3258382"/>
            <a:ext cx="2315160" cy="889920"/>
            <a:chOff x="4376046" y="3258382"/>
            <a:chExt cx="2315160" cy="8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53813DC-4FF3-D89A-F75F-1C57FF8FF635}"/>
                    </a:ext>
                  </a:extLst>
                </p14:cNvPr>
                <p14:cNvContentPartPr/>
                <p14:nvPr/>
              </p14:nvContentPartPr>
              <p14:xfrm>
                <a:off x="4405926" y="3572302"/>
                <a:ext cx="198360" cy="78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53813DC-4FF3-D89A-F75F-1C57FF8FF63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88286" y="3554302"/>
                  <a:ext cx="234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9515CC1-6F6A-2FCA-CA9F-840408B6E6DA}"/>
                    </a:ext>
                  </a:extLst>
                </p14:cNvPr>
                <p14:cNvContentPartPr/>
                <p14:nvPr/>
              </p14:nvContentPartPr>
              <p14:xfrm>
                <a:off x="4376046" y="3610102"/>
                <a:ext cx="164880" cy="2995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9515CC1-6F6A-2FCA-CA9F-840408B6E6D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358046" y="3592102"/>
                  <a:ext cx="200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B3B660C-1799-E18E-7AE7-A4113BE9E5AF}"/>
                    </a:ext>
                  </a:extLst>
                </p14:cNvPr>
                <p14:cNvContentPartPr/>
                <p14:nvPr/>
              </p14:nvContentPartPr>
              <p14:xfrm>
                <a:off x="4774206" y="3537022"/>
                <a:ext cx="134640" cy="3571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B3B660C-1799-E18E-7AE7-A4113BE9E5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56206" y="3519382"/>
                  <a:ext cx="1702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E64701D-1CF9-6C1F-3E15-82A3BC4411FA}"/>
                    </a:ext>
                  </a:extLst>
                </p14:cNvPr>
                <p14:cNvContentPartPr/>
                <p14:nvPr/>
              </p14:nvContentPartPr>
              <p14:xfrm>
                <a:off x="5048886" y="3734662"/>
                <a:ext cx="139320" cy="46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E64701D-1CF9-6C1F-3E15-82A3BC4411F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30886" y="3717022"/>
                  <a:ext cx="174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E262420-94C1-B158-4741-28CF62BE0594}"/>
                    </a:ext>
                  </a:extLst>
                </p14:cNvPr>
                <p14:cNvContentPartPr/>
                <p14:nvPr/>
              </p14:nvContentPartPr>
              <p14:xfrm>
                <a:off x="5367126" y="3568702"/>
                <a:ext cx="117000" cy="54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E262420-94C1-B158-4741-28CF62BE059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49486" y="3551062"/>
                  <a:ext cx="1526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10606EE-0695-03F9-BC86-5D7AA751581A}"/>
                    </a:ext>
                  </a:extLst>
                </p14:cNvPr>
                <p14:cNvContentPartPr/>
                <p14:nvPr/>
              </p14:nvContentPartPr>
              <p14:xfrm>
                <a:off x="5306286" y="3564742"/>
                <a:ext cx="187560" cy="264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10606EE-0695-03F9-BC86-5D7AA751581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288646" y="3547102"/>
                  <a:ext cx="223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22A2EEC-67FC-244C-8D00-15F1CF5D6463}"/>
                    </a:ext>
                  </a:extLst>
                </p14:cNvPr>
                <p14:cNvContentPartPr/>
                <p14:nvPr/>
              </p14:nvContentPartPr>
              <p14:xfrm>
                <a:off x="5679606" y="3549622"/>
                <a:ext cx="219240" cy="200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22A2EEC-67FC-244C-8D00-15F1CF5D646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661966" y="3531982"/>
                  <a:ext cx="25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A987F18-2186-9950-7ED1-FBDEC1AF09D9}"/>
                    </a:ext>
                  </a:extLst>
                </p14:cNvPr>
                <p14:cNvContentPartPr/>
                <p14:nvPr/>
              </p14:nvContentPartPr>
              <p14:xfrm>
                <a:off x="5776806" y="3258382"/>
                <a:ext cx="257040" cy="889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A987F18-2186-9950-7ED1-FBDEC1AF09D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59166" y="3240742"/>
                  <a:ext cx="29268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643F18F-AA55-6848-F506-19BAFE94FFF4}"/>
                    </a:ext>
                  </a:extLst>
                </p14:cNvPr>
                <p14:cNvContentPartPr/>
                <p14:nvPr/>
              </p14:nvContentPartPr>
              <p14:xfrm>
                <a:off x="6162006" y="3726382"/>
                <a:ext cx="154080" cy="176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643F18F-AA55-6848-F506-19BAFE94FFF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44006" y="3708382"/>
                  <a:ext cx="189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CCE4D3C-E212-3E22-70BB-F4C20BC20627}"/>
                    </a:ext>
                  </a:extLst>
                </p14:cNvPr>
                <p14:cNvContentPartPr/>
                <p14:nvPr/>
              </p14:nvContentPartPr>
              <p14:xfrm>
                <a:off x="6485286" y="3593902"/>
                <a:ext cx="205920" cy="214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CCE4D3C-E212-3E22-70BB-F4C20BC206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467646" y="3575902"/>
                  <a:ext cx="24156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B695149F-E556-2C6B-DB82-65A94FEF310E}"/>
                  </a:ext>
                </a:extLst>
              </p14:cNvPr>
              <p14:cNvContentPartPr/>
              <p14:nvPr/>
            </p14:nvContentPartPr>
            <p14:xfrm>
              <a:off x="7032486" y="3175942"/>
              <a:ext cx="291960" cy="10839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B695149F-E556-2C6B-DB82-65A94FEF310E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7014846" y="3157942"/>
                <a:ext cx="327600" cy="11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47C4ADC-0CE6-45FF-3E42-36B67C95A5CE}"/>
              </a:ext>
            </a:extLst>
          </p:cNvPr>
          <p:cNvGrpSpPr/>
          <p:nvPr/>
        </p:nvGrpSpPr>
        <p:grpSpPr>
          <a:xfrm>
            <a:off x="7729086" y="3253702"/>
            <a:ext cx="1161000" cy="758160"/>
            <a:chOff x="7729086" y="3253702"/>
            <a:chExt cx="1161000" cy="75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6EC9A64-7152-8433-3CFC-BF8868FD0CB5}"/>
                    </a:ext>
                  </a:extLst>
                </p14:cNvPr>
                <p14:cNvContentPartPr/>
                <p14:nvPr/>
              </p14:nvContentPartPr>
              <p14:xfrm>
                <a:off x="7729086" y="3483022"/>
                <a:ext cx="146520" cy="288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6EC9A64-7152-8433-3CFC-BF8868FD0CB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11086" y="3465022"/>
                  <a:ext cx="1821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33765F3-39E0-78D5-3D6D-8E53F007002F}"/>
                    </a:ext>
                  </a:extLst>
                </p14:cNvPr>
                <p14:cNvContentPartPr/>
                <p14:nvPr/>
              </p14:nvContentPartPr>
              <p14:xfrm>
                <a:off x="7910886" y="3532702"/>
                <a:ext cx="136080" cy="253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33765F3-39E0-78D5-3D6D-8E53F007002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892886" y="3515062"/>
                  <a:ext cx="171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9381AF0-9BEB-C47B-F19B-614D12E0DC37}"/>
                    </a:ext>
                  </a:extLst>
                </p14:cNvPr>
                <p14:cNvContentPartPr/>
                <p14:nvPr/>
              </p14:nvContentPartPr>
              <p14:xfrm>
                <a:off x="8185926" y="3647182"/>
                <a:ext cx="99360" cy="18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9381AF0-9BEB-C47B-F19B-614D12E0DC3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167926" y="3629182"/>
                  <a:ext cx="135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C5962CD-536D-77D8-6EB6-D4BF5B000911}"/>
                    </a:ext>
                  </a:extLst>
                </p14:cNvPr>
                <p14:cNvContentPartPr/>
                <p14:nvPr/>
              </p14:nvContentPartPr>
              <p14:xfrm>
                <a:off x="8376366" y="3505342"/>
                <a:ext cx="146160" cy="234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C5962CD-536D-77D8-6EB6-D4BF5B00091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358726" y="3487342"/>
                  <a:ext cx="1818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5A64C7F-A950-CCF1-BB78-5044C5EED87C}"/>
                    </a:ext>
                  </a:extLst>
                </p14:cNvPr>
                <p14:cNvContentPartPr/>
                <p14:nvPr/>
              </p14:nvContentPartPr>
              <p14:xfrm>
                <a:off x="8617926" y="3455662"/>
                <a:ext cx="101160" cy="2512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5A64C7F-A950-CCF1-BB78-5044C5EED87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99926" y="3437662"/>
                  <a:ext cx="136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532357B-A2DF-4F8C-A73C-EBDDEEB467C2}"/>
                    </a:ext>
                  </a:extLst>
                </p14:cNvPr>
                <p14:cNvContentPartPr/>
                <p14:nvPr/>
              </p14:nvContentPartPr>
              <p14:xfrm>
                <a:off x="8725206" y="3253702"/>
                <a:ext cx="164880" cy="758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532357B-A2DF-4F8C-A73C-EBDDEEB467C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707206" y="3236062"/>
                  <a:ext cx="200520" cy="79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09419A9-3E91-FE85-6C9A-0DFFD35B34F3}"/>
              </a:ext>
            </a:extLst>
          </p:cNvPr>
          <p:cNvGrpSpPr/>
          <p:nvPr/>
        </p:nvGrpSpPr>
        <p:grpSpPr>
          <a:xfrm>
            <a:off x="9223086" y="3074422"/>
            <a:ext cx="2167560" cy="1062720"/>
            <a:chOff x="9223086" y="3074422"/>
            <a:chExt cx="2167560" cy="10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A1ECB9D-DCAC-CDB3-477D-1327E0DFF913}"/>
                    </a:ext>
                  </a:extLst>
                </p14:cNvPr>
                <p14:cNvContentPartPr/>
                <p14:nvPr/>
              </p14:nvContentPartPr>
              <p14:xfrm>
                <a:off x="9223086" y="3625222"/>
                <a:ext cx="177480" cy="442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A1ECB9D-DCAC-CDB3-477D-1327E0DFF91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205446" y="3607582"/>
                  <a:ext cx="213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79BC8BA-B505-F394-1146-E684137BB1D9}"/>
                    </a:ext>
                  </a:extLst>
                </p14:cNvPr>
                <p14:cNvContentPartPr/>
                <p14:nvPr/>
              </p14:nvContentPartPr>
              <p14:xfrm>
                <a:off x="9329646" y="3533782"/>
                <a:ext cx="19440" cy="250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79BC8BA-B505-F394-1146-E684137BB1D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311646" y="3515782"/>
                  <a:ext cx="55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C55D70C-8D40-FFFF-8BBE-AC8A1E0986F0}"/>
                    </a:ext>
                  </a:extLst>
                </p14:cNvPr>
                <p14:cNvContentPartPr/>
                <p14:nvPr/>
              </p14:nvContentPartPr>
              <p14:xfrm>
                <a:off x="9498126" y="3481222"/>
                <a:ext cx="180360" cy="2703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C55D70C-8D40-FFFF-8BBE-AC8A1E0986F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480486" y="3463222"/>
                  <a:ext cx="216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BA087E2-8421-1827-348B-D3926CFE4EB9}"/>
                    </a:ext>
                  </a:extLst>
                </p14:cNvPr>
                <p14:cNvContentPartPr/>
                <p14:nvPr/>
              </p14:nvContentPartPr>
              <p14:xfrm>
                <a:off x="9692886" y="3074422"/>
                <a:ext cx="287280" cy="1038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BA087E2-8421-1827-348B-D3926CFE4EB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75246" y="3056422"/>
                  <a:ext cx="322920" cy="10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A3DCA92-BA24-A43B-8102-9FE13E3A48B0}"/>
                    </a:ext>
                  </a:extLst>
                </p14:cNvPr>
                <p14:cNvContentPartPr/>
                <p14:nvPr/>
              </p14:nvContentPartPr>
              <p14:xfrm>
                <a:off x="10154046" y="4114462"/>
                <a:ext cx="10440" cy="226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A3DCA92-BA24-A43B-8102-9FE13E3A48B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36046" y="4096822"/>
                  <a:ext cx="46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B7563B4-E719-678D-9214-20CE4DC61B54}"/>
                    </a:ext>
                  </a:extLst>
                </p14:cNvPr>
                <p14:cNvContentPartPr/>
                <p14:nvPr/>
              </p14:nvContentPartPr>
              <p14:xfrm>
                <a:off x="10112646" y="3470782"/>
                <a:ext cx="232920" cy="259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B7563B4-E719-678D-9214-20CE4DC61B5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94646" y="3452782"/>
                  <a:ext cx="268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0EF712F-2747-4011-18A8-E6D155445DB3}"/>
                    </a:ext>
                  </a:extLst>
                </p14:cNvPr>
                <p14:cNvContentPartPr/>
                <p14:nvPr/>
              </p14:nvContentPartPr>
              <p14:xfrm>
                <a:off x="10461126" y="3414262"/>
                <a:ext cx="125640" cy="3056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0EF712F-2747-4011-18A8-E6D155445DB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443126" y="3396262"/>
                  <a:ext cx="1612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73AEEF3-1F83-D217-46EA-F0326DF483EB}"/>
                    </a:ext>
                  </a:extLst>
                </p14:cNvPr>
                <p14:cNvContentPartPr/>
                <p14:nvPr/>
              </p14:nvContentPartPr>
              <p14:xfrm>
                <a:off x="10698726" y="3586702"/>
                <a:ext cx="140760" cy="392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73AEEF3-1F83-D217-46EA-F0326DF483E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681086" y="3569062"/>
                  <a:ext cx="176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5628E0B-D90A-AA5D-DCD9-F212A3F855AA}"/>
                    </a:ext>
                  </a:extLst>
                </p14:cNvPr>
                <p14:cNvContentPartPr/>
                <p14:nvPr/>
              </p14:nvContentPartPr>
              <p14:xfrm>
                <a:off x="10987806" y="3423622"/>
                <a:ext cx="190800" cy="261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5628E0B-D90A-AA5D-DCD9-F212A3F855A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970166" y="3405622"/>
                  <a:ext cx="22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E576D48-3B71-F471-FFAE-119D38D48F9B}"/>
                    </a:ext>
                  </a:extLst>
                </p14:cNvPr>
                <p14:cNvContentPartPr/>
                <p14:nvPr/>
              </p14:nvContentPartPr>
              <p14:xfrm>
                <a:off x="11354646" y="3383662"/>
                <a:ext cx="36000" cy="2732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E576D48-3B71-F471-FFAE-119D38D48F9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336646" y="3366022"/>
                  <a:ext cx="71640" cy="30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7A249A7-32A5-080A-E758-DB2C64C43431}"/>
                  </a:ext>
                </a:extLst>
              </p14:cNvPr>
              <p14:cNvContentPartPr/>
              <p14:nvPr/>
            </p14:nvContentPartPr>
            <p14:xfrm>
              <a:off x="11587566" y="3041662"/>
              <a:ext cx="166320" cy="87912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7A249A7-32A5-080A-E758-DB2C64C43431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569926" y="3023662"/>
                <a:ext cx="201960" cy="9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CA86591-137C-4869-CA08-6C15443B1B2D}"/>
                  </a:ext>
                </a:extLst>
              </p14:cNvPr>
              <p14:cNvContentPartPr/>
              <p14:nvPr/>
            </p14:nvContentPartPr>
            <p14:xfrm>
              <a:off x="11264646" y="4467982"/>
              <a:ext cx="41040" cy="900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CA86591-137C-4869-CA08-6C15443B1B2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1247006" y="4449982"/>
                <a:ext cx="7668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879A24D8-40ED-BAD4-A746-7810AD85DCF1}"/>
              </a:ext>
            </a:extLst>
          </p:cNvPr>
          <p:cNvGrpSpPr/>
          <p:nvPr/>
        </p:nvGrpSpPr>
        <p:grpSpPr>
          <a:xfrm>
            <a:off x="3684846" y="4699102"/>
            <a:ext cx="203040" cy="165600"/>
            <a:chOff x="3684846" y="4699102"/>
            <a:chExt cx="20304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C87D1AA-0CFD-513C-BFB3-42D5B93785B8}"/>
                    </a:ext>
                  </a:extLst>
                </p14:cNvPr>
                <p14:cNvContentPartPr/>
                <p14:nvPr/>
              </p14:nvContentPartPr>
              <p14:xfrm>
                <a:off x="3684846" y="4699102"/>
                <a:ext cx="113760" cy="158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C87D1AA-0CFD-513C-BFB3-42D5B93785B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66846" y="4681462"/>
                  <a:ext cx="149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C0FAA1B-3B88-9C19-E33B-1B825C2DAAE0}"/>
                    </a:ext>
                  </a:extLst>
                </p14:cNvPr>
                <p14:cNvContentPartPr/>
                <p14:nvPr/>
              </p14:nvContentPartPr>
              <p14:xfrm>
                <a:off x="3703566" y="4823662"/>
                <a:ext cx="184320" cy="410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C0FAA1B-3B88-9C19-E33B-1B825C2DAAE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685566" y="4805662"/>
                  <a:ext cx="21996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3AA4EE69-D37E-F12B-3D28-4C2DBEA27671}"/>
              </a:ext>
            </a:extLst>
          </p:cNvPr>
          <p:cNvGrpSpPr/>
          <p:nvPr/>
        </p:nvGrpSpPr>
        <p:grpSpPr>
          <a:xfrm>
            <a:off x="4739286" y="4539262"/>
            <a:ext cx="256320" cy="362520"/>
            <a:chOff x="4739286" y="4539262"/>
            <a:chExt cx="25632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87CC073-613B-6049-21CA-DF81435662AD}"/>
                    </a:ext>
                  </a:extLst>
                </p14:cNvPr>
                <p14:cNvContentPartPr/>
                <p14:nvPr/>
              </p14:nvContentPartPr>
              <p14:xfrm>
                <a:off x="4854126" y="4539262"/>
                <a:ext cx="141480" cy="75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87CC073-613B-6049-21CA-DF81435662A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36126" y="4521262"/>
                  <a:ext cx="177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E8E7F51-A998-9DC4-F4B8-A8156050E1DD}"/>
                    </a:ext>
                  </a:extLst>
                </p14:cNvPr>
                <p14:cNvContentPartPr/>
                <p14:nvPr/>
              </p14:nvContentPartPr>
              <p14:xfrm>
                <a:off x="4739286" y="4579222"/>
                <a:ext cx="195840" cy="3225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E8E7F51-A998-9DC4-F4B8-A8156050E1D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721646" y="4561222"/>
                  <a:ext cx="231480" cy="35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D36F767E-6E21-46CB-A7ED-DB84CAA0190B}"/>
                  </a:ext>
                </a:extLst>
              </p14:cNvPr>
              <p14:cNvContentPartPr/>
              <p14:nvPr/>
            </p14:nvContentPartPr>
            <p14:xfrm>
              <a:off x="5256246" y="4675702"/>
              <a:ext cx="155160" cy="3852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D36F767E-6E21-46CB-A7ED-DB84CAA0190B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238246" y="4658062"/>
                <a:ext cx="19080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Group 332">
            <a:extLst>
              <a:ext uri="{FF2B5EF4-FFF2-40B4-BE49-F238E27FC236}">
                <a16:creationId xmlns:a16="http://schemas.microsoft.com/office/drawing/2014/main" id="{003F29B7-9DBA-511D-2C17-503AFF400A9C}"/>
              </a:ext>
            </a:extLst>
          </p:cNvPr>
          <p:cNvGrpSpPr/>
          <p:nvPr/>
        </p:nvGrpSpPr>
        <p:grpSpPr>
          <a:xfrm>
            <a:off x="5687886" y="4573102"/>
            <a:ext cx="421200" cy="285840"/>
            <a:chOff x="5687886" y="4573102"/>
            <a:chExt cx="42120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47CAFBB-F261-BAAE-FA25-1FAAC65C3C83}"/>
                    </a:ext>
                  </a:extLst>
                </p14:cNvPr>
                <p14:cNvContentPartPr/>
                <p14:nvPr/>
              </p14:nvContentPartPr>
              <p14:xfrm>
                <a:off x="5687886" y="4573102"/>
                <a:ext cx="172080" cy="2858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47CAFBB-F261-BAAE-FA25-1FAAC65C3C8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670246" y="4555462"/>
                  <a:ext cx="207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17B4F6D-74D8-7011-8750-08F128DD8479}"/>
                    </a:ext>
                  </a:extLst>
                </p14:cNvPr>
                <p14:cNvContentPartPr/>
                <p14:nvPr/>
              </p14:nvContentPartPr>
              <p14:xfrm>
                <a:off x="5953926" y="4631422"/>
                <a:ext cx="155160" cy="2152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17B4F6D-74D8-7011-8750-08F128DD847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35926" y="4613422"/>
                  <a:ext cx="1908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97FE37E-06D7-2EDD-3A09-ABC4ECD65FDD}"/>
              </a:ext>
            </a:extLst>
          </p:cNvPr>
          <p:cNvGrpSpPr/>
          <p:nvPr/>
        </p:nvGrpSpPr>
        <p:grpSpPr>
          <a:xfrm>
            <a:off x="6509046" y="4512262"/>
            <a:ext cx="849240" cy="332280"/>
            <a:chOff x="6509046" y="4512262"/>
            <a:chExt cx="84924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94F8D9D2-7753-92EF-776D-5A949DF542D4}"/>
                    </a:ext>
                  </a:extLst>
                </p14:cNvPr>
                <p14:cNvContentPartPr/>
                <p14:nvPr/>
              </p14:nvContentPartPr>
              <p14:xfrm>
                <a:off x="6509046" y="4707022"/>
                <a:ext cx="201600" cy="298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94F8D9D2-7753-92EF-776D-5A949DF542D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91046" y="4689022"/>
                  <a:ext cx="237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CB5EAD2-39AA-257A-8C33-AC9CEDBEA9E0}"/>
                    </a:ext>
                  </a:extLst>
                </p14:cNvPr>
                <p14:cNvContentPartPr/>
                <p14:nvPr/>
              </p14:nvContentPartPr>
              <p14:xfrm>
                <a:off x="6604086" y="4628542"/>
                <a:ext cx="24120" cy="2149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CB5EAD2-39AA-257A-8C33-AC9CEDBEA9E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586446" y="4610902"/>
                  <a:ext cx="59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2A1D2CE-BD50-1C9A-AE0C-68E8E42EFEA2}"/>
                    </a:ext>
                  </a:extLst>
                </p14:cNvPr>
                <p14:cNvContentPartPr/>
                <p14:nvPr/>
              </p14:nvContentPartPr>
              <p14:xfrm>
                <a:off x="6851766" y="4579222"/>
                <a:ext cx="22680" cy="2592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2A1D2CE-BD50-1C9A-AE0C-68E8E42EFEA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33766" y="4561222"/>
                  <a:ext cx="58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B67A0A8-221C-EB8F-CC6E-1F2AE8120EAA}"/>
                    </a:ext>
                  </a:extLst>
                </p14:cNvPr>
                <p14:cNvContentPartPr/>
                <p14:nvPr/>
              </p14:nvContentPartPr>
              <p14:xfrm>
                <a:off x="7049766" y="4577422"/>
                <a:ext cx="146520" cy="267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B67A0A8-221C-EB8F-CC6E-1F2AE8120EA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031766" y="4559422"/>
                  <a:ext cx="1821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CFDF252-D044-ACEB-5EE2-FF90513FBBD6}"/>
                    </a:ext>
                  </a:extLst>
                </p14:cNvPr>
                <p14:cNvContentPartPr/>
                <p14:nvPr/>
              </p14:nvContentPartPr>
              <p14:xfrm>
                <a:off x="7146966" y="4512262"/>
                <a:ext cx="211320" cy="763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CFDF252-D044-ACEB-5EE2-FF90513FBBD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128966" y="4494622"/>
                  <a:ext cx="24696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8829FF6F-F4DF-FB12-D152-34272D01095F}"/>
              </a:ext>
            </a:extLst>
          </p:cNvPr>
          <p:cNvGrpSpPr/>
          <p:nvPr/>
        </p:nvGrpSpPr>
        <p:grpSpPr>
          <a:xfrm>
            <a:off x="7737726" y="4644022"/>
            <a:ext cx="147960" cy="130320"/>
            <a:chOff x="7737726" y="4644022"/>
            <a:chExt cx="14796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A764F91-9A1A-157D-B3DF-8CE99B7CBFEC}"/>
                    </a:ext>
                  </a:extLst>
                </p14:cNvPr>
                <p14:cNvContentPartPr/>
                <p14:nvPr/>
              </p14:nvContentPartPr>
              <p14:xfrm>
                <a:off x="7738806" y="4644022"/>
                <a:ext cx="109800" cy="79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A764F91-9A1A-157D-B3DF-8CE99B7CBFE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720806" y="4626022"/>
                  <a:ext cx="145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D26AFD7-153A-972F-44E9-7F4A55F873ED}"/>
                    </a:ext>
                  </a:extLst>
                </p14:cNvPr>
                <p14:cNvContentPartPr/>
                <p14:nvPr/>
              </p14:nvContentPartPr>
              <p14:xfrm>
                <a:off x="7737726" y="4738702"/>
                <a:ext cx="147960" cy="356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D26AFD7-153A-972F-44E9-7F4A55F873E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719726" y="4721062"/>
                  <a:ext cx="1836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490E0BD1-9792-19D3-5C0B-D8311133077F}"/>
                  </a:ext>
                </a:extLst>
              </p14:cNvPr>
              <p14:cNvContentPartPr/>
              <p14:nvPr/>
            </p14:nvContentPartPr>
            <p14:xfrm>
              <a:off x="8284926" y="4452862"/>
              <a:ext cx="301320" cy="32832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490E0BD1-9792-19D3-5C0B-D8311133077F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266926" y="4435222"/>
                <a:ext cx="3369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C3D9F53D-0411-CA43-AC7B-C5FBE27BA8BB}"/>
                  </a:ext>
                </a:extLst>
              </p14:cNvPr>
              <p14:cNvContentPartPr/>
              <p14:nvPr/>
            </p14:nvContentPartPr>
            <p14:xfrm>
              <a:off x="7728726" y="5248822"/>
              <a:ext cx="14040" cy="144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C3D9F53D-0411-CA43-AC7B-C5FBE27BA8BB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711086" y="5231182"/>
                <a:ext cx="4968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D9B7EB31-DFCC-F5CE-649E-523EE45F6BDF}"/>
              </a:ext>
            </a:extLst>
          </p:cNvPr>
          <p:cNvGrpSpPr/>
          <p:nvPr/>
        </p:nvGrpSpPr>
        <p:grpSpPr>
          <a:xfrm>
            <a:off x="844086" y="5354662"/>
            <a:ext cx="164520" cy="143280"/>
            <a:chOff x="844086" y="5354662"/>
            <a:chExt cx="16452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FCEEA48-6253-14DD-01FF-7C99DEF096DA}"/>
                    </a:ext>
                  </a:extLst>
                </p14:cNvPr>
                <p14:cNvContentPartPr/>
                <p14:nvPr/>
              </p14:nvContentPartPr>
              <p14:xfrm>
                <a:off x="851646" y="5354662"/>
                <a:ext cx="120600" cy="453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FCEEA48-6253-14DD-01FF-7C99DEF096D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34006" y="5337022"/>
                  <a:ext cx="156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F8BD576-A678-AE74-0EB7-FF8396088D87}"/>
                    </a:ext>
                  </a:extLst>
                </p14:cNvPr>
                <p14:cNvContentPartPr/>
                <p14:nvPr/>
              </p14:nvContentPartPr>
              <p14:xfrm>
                <a:off x="844086" y="5447542"/>
                <a:ext cx="164520" cy="504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F8BD576-A678-AE74-0EB7-FF8396088D8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6086" y="5429542"/>
                  <a:ext cx="20016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BD60AF9A-1D7F-5B0C-C1AE-6DD9DD2F318F}"/>
              </a:ext>
            </a:extLst>
          </p:cNvPr>
          <p:cNvGrpSpPr/>
          <p:nvPr/>
        </p:nvGrpSpPr>
        <p:grpSpPr>
          <a:xfrm>
            <a:off x="204726" y="5171422"/>
            <a:ext cx="436320" cy="446760"/>
            <a:chOff x="204726" y="5171422"/>
            <a:chExt cx="4363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FF56AC6-5D0F-B689-7BD8-3048BA61AA15}"/>
                    </a:ext>
                  </a:extLst>
                </p14:cNvPr>
                <p14:cNvContentPartPr/>
                <p14:nvPr/>
              </p14:nvContentPartPr>
              <p14:xfrm>
                <a:off x="227406" y="5180782"/>
                <a:ext cx="45360" cy="2595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FF56AC6-5D0F-B689-7BD8-3048BA61AA1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09406" y="5163142"/>
                  <a:ext cx="81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21E1C81-ED76-3D4B-2FC7-C89E01A60314}"/>
                    </a:ext>
                  </a:extLst>
                </p14:cNvPr>
                <p14:cNvContentPartPr/>
                <p14:nvPr/>
              </p14:nvContentPartPr>
              <p14:xfrm>
                <a:off x="341526" y="5238022"/>
                <a:ext cx="162720" cy="244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21E1C81-ED76-3D4B-2FC7-C89E01A6031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3526" y="5220022"/>
                  <a:ext cx="198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F6E557D-3999-376E-2E38-98642E16D376}"/>
                    </a:ext>
                  </a:extLst>
                </p14:cNvPr>
                <p14:cNvContentPartPr/>
                <p14:nvPr/>
              </p14:nvContentPartPr>
              <p14:xfrm>
                <a:off x="371766" y="5371582"/>
                <a:ext cx="147960" cy="540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F6E557D-3999-376E-2E38-98642E16D37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54126" y="5353582"/>
                  <a:ext cx="183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C08186D-B6CE-F500-4BE0-B5150BA18FCD}"/>
                    </a:ext>
                  </a:extLst>
                </p14:cNvPr>
                <p14:cNvContentPartPr/>
                <p14:nvPr/>
              </p14:nvContentPartPr>
              <p14:xfrm>
                <a:off x="614046" y="5171422"/>
                <a:ext cx="27000" cy="4467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C08186D-B6CE-F500-4BE0-B5150BA18FC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96406" y="5153782"/>
                  <a:ext cx="626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30CF9FD-BE61-4DFE-E7BD-66A99862AEDA}"/>
                    </a:ext>
                  </a:extLst>
                </p14:cNvPr>
                <p14:cNvContentPartPr/>
                <p14:nvPr/>
              </p14:nvContentPartPr>
              <p14:xfrm>
                <a:off x="204726" y="5187622"/>
                <a:ext cx="67320" cy="3956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30CF9FD-BE61-4DFE-E7BD-66A99862AE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87086" y="5169982"/>
                  <a:ext cx="102960" cy="43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0FAEE374-83B5-4135-B7D7-677F06538396}"/>
                  </a:ext>
                </a:extLst>
              </p14:cNvPr>
              <p14:cNvContentPartPr/>
              <p14:nvPr/>
            </p14:nvContentPartPr>
            <p14:xfrm>
              <a:off x="1287246" y="5243062"/>
              <a:ext cx="251280" cy="33732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0FAEE374-83B5-4135-B7D7-677F0653839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269246" y="5225422"/>
                <a:ext cx="2869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8E92D1C6-BB04-3931-8C02-04E74B806CA4}"/>
                  </a:ext>
                </a:extLst>
              </p14:cNvPr>
              <p14:cNvContentPartPr/>
              <p14:nvPr/>
            </p14:nvContentPartPr>
            <p14:xfrm>
              <a:off x="1767846" y="5843902"/>
              <a:ext cx="30600" cy="468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8E92D1C6-BB04-3931-8C02-04E74B806CA4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749846" y="5826262"/>
                <a:ext cx="662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Group 369">
            <a:extLst>
              <a:ext uri="{FF2B5EF4-FFF2-40B4-BE49-F238E27FC236}">
                <a16:creationId xmlns:a16="http://schemas.microsoft.com/office/drawing/2014/main" id="{7AF11173-E86D-568F-31A1-5F448DD5F677}"/>
              </a:ext>
            </a:extLst>
          </p:cNvPr>
          <p:cNvGrpSpPr/>
          <p:nvPr/>
        </p:nvGrpSpPr>
        <p:grpSpPr>
          <a:xfrm>
            <a:off x="335046" y="5847142"/>
            <a:ext cx="1492920" cy="735840"/>
            <a:chOff x="335046" y="5847142"/>
            <a:chExt cx="149292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13980E-3495-7D37-3429-3D85A74AE2B7}"/>
                    </a:ext>
                  </a:extLst>
                </p14:cNvPr>
                <p14:cNvContentPartPr/>
                <p14:nvPr/>
              </p14:nvContentPartPr>
              <p14:xfrm>
                <a:off x="335046" y="6015262"/>
                <a:ext cx="41400" cy="1537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13980E-3495-7D37-3429-3D85A74AE2B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17406" y="5997262"/>
                  <a:ext cx="77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0492ABE-2F9F-6BDA-1D44-DEBC949FC105}"/>
                    </a:ext>
                  </a:extLst>
                </p14:cNvPr>
                <p14:cNvContentPartPr/>
                <p14:nvPr/>
              </p14:nvContentPartPr>
              <p14:xfrm>
                <a:off x="421806" y="5866942"/>
                <a:ext cx="2160" cy="262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0492ABE-2F9F-6BDA-1D44-DEBC949FC10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04166" y="5849302"/>
                  <a:ext cx="37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0028EEC-5E0C-D721-BDBF-1792E72B8618}"/>
                    </a:ext>
                  </a:extLst>
                </p14:cNvPr>
                <p14:cNvContentPartPr/>
                <p14:nvPr/>
              </p14:nvContentPartPr>
              <p14:xfrm>
                <a:off x="488406" y="5847142"/>
                <a:ext cx="305640" cy="7358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0028EEC-5E0C-D721-BDBF-1792E72B861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70766" y="5829502"/>
                  <a:ext cx="34128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D7E3B33-F472-5C7F-B45A-BB85A1FAB77F}"/>
                    </a:ext>
                  </a:extLst>
                </p14:cNvPr>
                <p14:cNvContentPartPr/>
                <p14:nvPr/>
              </p14:nvContentPartPr>
              <p14:xfrm>
                <a:off x="880806" y="6042262"/>
                <a:ext cx="49680" cy="1425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D7E3B33-F472-5C7F-B45A-BB85A1FAB77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62806" y="6024262"/>
                  <a:ext cx="85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45260EF-5959-370C-5218-E908A4429FB0}"/>
                    </a:ext>
                  </a:extLst>
                </p14:cNvPr>
                <p14:cNvContentPartPr/>
                <p14:nvPr/>
              </p14:nvContentPartPr>
              <p14:xfrm>
                <a:off x="946326" y="5889622"/>
                <a:ext cx="38880" cy="255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45260EF-5959-370C-5218-E908A4429FB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28686" y="5871982"/>
                  <a:ext cx="74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FE45AA0C-D38F-4C48-FDD6-0EF9170CDF5A}"/>
                    </a:ext>
                  </a:extLst>
                </p14:cNvPr>
                <p14:cNvContentPartPr/>
                <p14:nvPr/>
              </p14:nvContentPartPr>
              <p14:xfrm>
                <a:off x="951726" y="6023902"/>
                <a:ext cx="383400" cy="2113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FE45AA0C-D38F-4C48-FDD6-0EF9170CDF5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33726" y="6005902"/>
                  <a:ext cx="419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0ACB901-5BEA-A6AB-A0FC-5E2063FA3BEA}"/>
                    </a:ext>
                  </a:extLst>
                </p14:cNvPr>
                <p14:cNvContentPartPr/>
                <p14:nvPr/>
              </p14:nvContentPartPr>
              <p14:xfrm>
                <a:off x="1232166" y="5959462"/>
                <a:ext cx="70560" cy="154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0ACB901-5BEA-A6AB-A0FC-5E2063FA3BE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214526" y="5941822"/>
                  <a:ext cx="106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72669EA-1AB9-E600-2048-1AD47F798A85}"/>
                    </a:ext>
                  </a:extLst>
                </p14:cNvPr>
                <p14:cNvContentPartPr/>
                <p14:nvPr/>
              </p14:nvContentPartPr>
              <p14:xfrm>
                <a:off x="1497486" y="5898262"/>
                <a:ext cx="330480" cy="348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72669EA-1AB9-E600-2048-1AD47F798A8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479846" y="5880622"/>
                  <a:ext cx="3661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03D4197-999B-723B-2628-875667903205}"/>
                    </a:ext>
                  </a:extLst>
                </p14:cNvPr>
                <p14:cNvContentPartPr/>
                <p14:nvPr/>
              </p14:nvContentPartPr>
              <p14:xfrm>
                <a:off x="1496766" y="5945422"/>
                <a:ext cx="226080" cy="763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03D4197-999B-723B-2628-87566790320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479126" y="5927422"/>
                  <a:ext cx="26172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2FC554CE-C1BE-0375-59BD-B6CF885B2C64}"/>
              </a:ext>
            </a:extLst>
          </p:cNvPr>
          <p:cNvGrpSpPr/>
          <p:nvPr/>
        </p:nvGrpSpPr>
        <p:grpSpPr>
          <a:xfrm>
            <a:off x="2343846" y="5909422"/>
            <a:ext cx="1467000" cy="385200"/>
            <a:chOff x="2343846" y="5909422"/>
            <a:chExt cx="146700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A5D95BD-403A-B8FE-E832-CEDB218E33EE}"/>
                    </a:ext>
                  </a:extLst>
                </p14:cNvPr>
                <p14:cNvContentPartPr/>
                <p14:nvPr/>
              </p14:nvContentPartPr>
              <p14:xfrm>
                <a:off x="2343846" y="6073582"/>
                <a:ext cx="444600" cy="1720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A5D95BD-403A-B8FE-E832-CEDB218E33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326206" y="6055582"/>
                  <a:ext cx="480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0837728-DFDD-A976-E6B9-85DC81D71BAF}"/>
                    </a:ext>
                  </a:extLst>
                </p14:cNvPr>
                <p14:cNvContentPartPr/>
                <p14:nvPr/>
              </p14:nvContentPartPr>
              <p14:xfrm>
                <a:off x="2869086" y="6093742"/>
                <a:ext cx="279000" cy="1368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0837728-DFDD-A976-E6B9-85DC81D71BA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851086" y="6076102"/>
                  <a:ext cx="314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3D76C8FC-2788-3389-65DE-6AB8AA119EEE}"/>
                    </a:ext>
                  </a:extLst>
                </p14:cNvPr>
                <p14:cNvContentPartPr/>
                <p14:nvPr/>
              </p14:nvContentPartPr>
              <p14:xfrm>
                <a:off x="3175086" y="5909422"/>
                <a:ext cx="178200" cy="3564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3D76C8FC-2788-3389-65DE-6AB8AA119EE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157446" y="5891782"/>
                  <a:ext cx="2138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13536D6-C3A0-BF85-A3E8-1BF22A81B03B}"/>
                    </a:ext>
                  </a:extLst>
                </p14:cNvPr>
                <p14:cNvContentPartPr/>
                <p14:nvPr/>
              </p14:nvContentPartPr>
              <p14:xfrm>
                <a:off x="3352206" y="6063502"/>
                <a:ext cx="458640" cy="2311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13536D6-C3A0-BF85-A3E8-1BF22A81B03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334566" y="6045862"/>
                  <a:ext cx="49428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F40B1A23-C7AA-EEEF-1FA6-37F4AB5CCFA0}"/>
                  </a:ext>
                </a:extLst>
              </p14:cNvPr>
              <p14:cNvContentPartPr/>
              <p14:nvPr/>
            </p14:nvContentPartPr>
            <p14:xfrm>
              <a:off x="4150326" y="5974222"/>
              <a:ext cx="353520" cy="67608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F40B1A23-C7AA-EEEF-1FA6-37F4AB5CCFA0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4132326" y="5956222"/>
                <a:ext cx="389160" cy="71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9424DE7-CC45-85B5-8501-CA6B5B515CC9}"/>
              </a:ext>
            </a:extLst>
          </p:cNvPr>
          <p:cNvGrpSpPr/>
          <p:nvPr/>
        </p:nvGrpSpPr>
        <p:grpSpPr>
          <a:xfrm>
            <a:off x="5071206" y="5812582"/>
            <a:ext cx="1749960" cy="493560"/>
            <a:chOff x="5071206" y="5812582"/>
            <a:chExt cx="174996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7B35507-2FB9-7FA7-0549-395231C437BD}"/>
                    </a:ext>
                  </a:extLst>
                </p14:cNvPr>
                <p14:cNvContentPartPr/>
                <p14:nvPr/>
              </p14:nvContentPartPr>
              <p14:xfrm>
                <a:off x="5071206" y="6070702"/>
                <a:ext cx="120600" cy="2134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7B35507-2FB9-7FA7-0549-395231C437B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053566" y="6053062"/>
                  <a:ext cx="156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F91283B-97F7-5341-A6F1-FAA68828C9FE}"/>
                    </a:ext>
                  </a:extLst>
                </p14:cNvPr>
                <p14:cNvContentPartPr/>
                <p14:nvPr/>
              </p14:nvContentPartPr>
              <p14:xfrm>
                <a:off x="5273526" y="5991862"/>
                <a:ext cx="620640" cy="307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F91283B-97F7-5341-A6F1-FAA68828C9F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255886" y="5973862"/>
                  <a:ext cx="6562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DE2E2D8-65DE-6B84-0B55-BBCC81575590}"/>
                    </a:ext>
                  </a:extLst>
                </p14:cNvPr>
                <p14:cNvContentPartPr/>
                <p14:nvPr/>
              </p14:nvContentPartPr>
              <p14:xfrm>
                <a:off x="5950686" y="5812582"/>
                <a:ext cx="142200" cy="4935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DE2E2D8-65DE-6B84-0B55-BBCC8157559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933046" y="5794942"/>
                  <a:ext cx="1778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23DEF54-CACF-1FA8-C2D3-44BB9FAE0694}"/>
                    </a:ext>
                  </a:extLst>
                </p14:cNvPr>
                <p14:cNvContentPartPr/>
                <p14:nvPr/>
              </p14:nvContentPartPr>
              <p14:xfrm>
                <a:off x="6131406" y="6068902"/>
                <a:ext cx="689760" cy="2275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23DEF54-CACF-1FA8-C2D3-44BB9FAE069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113766" y="6051262"/>
                  <a:ext cx="725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5FC656E-71BD-9669-5B47-DDC419CC638C}"/>
                    </a:ext>
                  </a:extLst>
                </p14:cNvPr>
                <p14:cNvContentPartPr/>
                <p14:nvPr/>
              </p14:nvContentPartPr>
              <p14:xfrm>
                <a:off x="6296286" y="5848222"/>
                <a:ext cx="96840" cy="324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5FC656E-71BD-9669-5B47-DDC419CC638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278646" y="5830582"/>
                  <a:ext cx="132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794CE27-7924-6D32-CB61-1253DDBF142C}"/>
                    </a:ext>
                  </a:extLst>
                </p14:cNvPr>
                <p14:cNvContentPartPr/>
                <p14:nvPr/>
              </p14:nvContentPartPr>
              <p14:xfrm>
                <a:off x="5880126" y="5934982"/>
                <a:ext cx="489960" cy="241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794CE27-7924-6D32-CB61-1253DDBF142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862486" y="5916982"/>
                  <a:ext cx="525600" cy="5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377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A76CB5-0035-1399-BE78-B482968D6944}"/>
                  </a:ext>
                </a:extLst>
              </p14:cNvPr>
              <p14:cNvContentPartPr/>
              <p14:nvPr/>
            </p14:nvContentPartPr>
            <p14:xfrm>
              <a:off x="727806" y="3622"/>
              <a:ext cx="304200" cy="175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A76CB5-0035-1399-BE78-B482968D69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166" y="-14018"/>
                <a:ext cx="33984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E87D35-5212-7148-4C4C-00265749728E}"/>
                  </a:ext>
                </a:extLst>
              </p14:cNvPr>
              <p14:cNvContentPartPr/>
              <p14:nvPr/>
            </p14:nvContentPartPr>
            <p14:xfrm>
              <a:off x="1317126" y="185028"/>
              <a:ext cx="32400" cy="18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E87D35-5212-7148-4C4C-0026574972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486" y="167388"/>
                <a:ext cx="680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81D12D-C67F-FD6E-349F-BA73208020D7}"/>
                  </a:ext>
                </a:extLst>
              </p14:cNvPr>
              <p14:cNvContentPartPr/>
              <p14:nvPr/>
            </p14:nvContentPartPr>
            <p14:xfrm>
              <a:off x="1813566" y="209148"/>
              <a:ext cx="219240" cy="19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81D12D-C67F-FD6E-349F-BA73208020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5566" y="191508"/>
                <a:ext cx="2548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F745DC-9CDD-E921-879F-5FB7D7C152DE}"/>
                  </a:ext>
                </a:extLst>
              </p14:cNvPr>
              <p14:cNvContentPartPr/>
              <p14:nvPr/>
            </p14:nvContentPartPr>
            <p14:xfrm>
              <a:off x="2386686" y="191508"/>
              <a:ext cx="159120" cy="221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F745DC-9CDD-E921-879F-5FB7D7C152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9046" y="173508"/>
                <a:ext cx="1947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D6322E-3493-3BB0-3847-32461AED8D89}"/>
                  </a:ext>
                </a:extLst>
              </p14:cNvPr>
              <p14:cNvContentPartPr/>
              <p14:nvPr/>
            </p14:nvContentPartPr>
            <p14:xfrm>
              <a:off x="3106686" y="151188"/>
              <a:ext cx="230400" cy="213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D6322E-3493-3BB0-3847-32461AED8D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8686" y="133548"/>
                <a:ext cx="2660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CEA897-036C-3153-9690-8DE8919EBBA8}"/>
                  </a:ext>
                </a:extLst>
              </p14:cNvPr>
              <p14:cNvContentPartPr/>
              <p14:nvPr/>
            </p14:nvContentPartPr>
            <p14:xfrm>
              <a:off x="2807886" y="384828"/>
              <a:ext cx="7200" cy="30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CEA897-036C-3153-9690-8DE8919EBB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0246" y="366828"/>
                <a:ext cx="4284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90862FA-F21B-EB60-208E-D57B4041BC18}"/>
              </a:ext>
            </a:extLst>
          </p:cNvPr>
          <p:cNvGrpSpPr/>
          <p:nvPr/>
        </p:nvGrpSpPr>
        <p:grpSpPr>
          <a:xfrm>
            <a:off x="2847126" y="125628"/>
            <a:ext cx="10800" cy="61920"/>
            <a:chOff x="2847126" y="125628"/>
            <a:chExt cx="10800" cy="6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8E634B-AF2E-94BE-E1E3-92E43B00DD08}"/>
                    </a:ext>
                  </a:extLst>
                </p14:cNvPr>
                <p14:cNvContentPartPr/>
                <p14:nvPr/>
              </p14:nvContentPartPr>
              <p14:xfrm>
                <a:off x="2847126" y="186828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8E634B-AF2E-94BE-E1E3-92E43B00DD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29126" y="1688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5C2C29-D8B0-E657-D512-B520C2EEAC44}"/>
                    </a:ext>
                  </a:extLst>
                </p14:cNvPr>
                <p14:cNvContentPartPr/>
                <p14:nvPr/>
              </p14:nvContentPartPr>
              <p14:xfrm>
                <a:off x="2853246" y="184308"/>
                <a:ext cx="4680" cy="3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5C2C29-D8B0-E657-D512-B520C2EEAC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5246" y="166668"/>
                  <a:ext cx="40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6CD0DC-5986-DDBB-9E1D-6513B43FB3A6}"/>
                    </a:ext>
                  </a:extLst>
                </p14:cNvPr>
                <p14:cNvContentPartPr/>
                <p14:nvPr/>
              </p14:nvContentPartPr>
              <p14:xfrm>
                <a:off x="2848926" y="125628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6CD0DC-5986-DDBB-9E1D-6513B43FB3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30926" y="1076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DE40EB7-BA42-748C-799F-43C2BBAB5B98}"/>
                  </a:ext>
                </a:extLst>
              </p14:cNvPr>
              <p14:cNvContentPartPr/>
              <p14:nvPr/>
            </p14:nvContentPartPr>
            <p14:xfrm>
              <a:off x="1278966" y="646188"/>
              <a:ext cx="216360" cy="246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DE40EB7-BA42-748C-799F-43C2BBAB5B9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61326" y="628548"/>
                <a:ext cx="2520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996E83F-C4D1-B79B-C919-BD52D3145250}"/>
                  </a:ext>
                </a:extLst>
              </p14:cNvPr>
              <p14:cNvContentPartPr/>
              <p14:nvPr/>
            </p14:nvContentPartPr>
            <p14:xfrm>
              <a:off x="1827606" y="627828"/>
              <a:ext cx="130320" cy="231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996E83F-C4D1-B79B-C919-BD52D31452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09606" y="610188"/>
                <a:ext cx="1659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B170578-C9D2-80E7-C545-B1973F9C802A}"/>
                  </a:ext>
                </a:extLst>
              </p14:cNvPr>
              <p14:cNvContentPartPr/>
              <p14:nvPr/>
            </p14:nvContentPartPr>
            <p14:xfrm>
              <a:off x="2442846" y="551868"/>
              <a:ext cx="131040" cy="284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B170578-C9D2-80E7-C545-B1973F9C802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425206" y="533868"/>
                <a:ext cx="16668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A85834F-52D0-0B69-22E1-AFB9AEF2E773}"/>
              </a:ext>
            </a:extLst>
          </p:cNvPr>
          <p:cNvGrpSpPr/>
          <p:nvPr/>
        </p:nvGrpSpPr>
        <p:grpSpPr>
          <a:xfrm>
            <a:off x="2802486" y="620988"/>
            <a:ext cx="18360" cy="197280"/>
            <a:chOff x="2802486" y="620988"/>
            <a:chExt cx="1836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14C322-8DB7-B749-D003-580BA4A04378}"/>
                    </a:ext>
                  </a:extLst>
                </p14:cNvPr>
                <p14:cNvContentPartPr/>
                <p14:nvPr/>
              </p14:nvContentPartPr>
              <p14:xfrm>
                <a:off x="2802486" y="620988"/>
                <a:ext cx="16200" cy="2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14C322-8DB7-B749-D003-580BA4A043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84486" y="602988"/>
                  <a:ext cx="51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9EA17C-EC86-006D-B46C-EC937114799C}"/>
                    </a:ext>
                  </a:extLst>
                </p14:cNvPr>
                <p14:cNvContentPartPr/>
                <p14:nvPr/>
              </p14:nvContentPartPr>
              <p14:xfrm>
                <a:off x="2816886" y="790548"/>
                <a:ext cx="3960" cy="27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9EA17C-EC86-006D-B46C-EC93711479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99246" y="772548"/>
                  <a:ext cx="396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3824A8-9E77-9166-2508-974912F3860B}"/>
                  </a:ext>
                </a:extLst>
              </p14:cNvPr>
              <p14:cNvContentPartPr/>
              <p14:nvPr/>
            </p14:nvContentPartPr>
            <p14:xfrm>
              <a:off x="3098046" y="572748"/>
              <a:ext cx="265680" cy="282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3824A8-9E77-9166-2508-974912F3860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080406" y="554748"/>
                <a:ext cx="3013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AEF65B8-9CFE-7F58-C646-327D038E89A9}"/>
                  </a:ext>
                </a:extLst>
              </p14:cNvPr>
              <p14:cNvContentPartPr/>
              <p14:nvPr/>
            </p14:nvContentPartPr>
            <p14:xfrm>
              <a:off x="1211646" y="1192308"/>
              <a:ext cx="191160" cy="335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AEF65B8-9CFE-7F58-C646-327D038E89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94006" y="1174668"/>
                <a:ext cx="226800" cy="37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EEE971EC-F755-0C68-D205-10CE39CA0467}"/>
              </a:ext>
            </a:extLst>
          </p:cNvPr>
          <p:cNvGrpSpPr/>
          <p:nvPr/>
        </p:nvGrpSpPr>
        <p:grpSpPr>
          <a:xfrm>
            <a:off x="1784766" y="1196628"/>
            <a:ext cx="264240" cy="253080"/>
            <a:chOff x="1784766" y="1196628"/>
            <a:chExt cx="26424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89546E-E0CE-1A49-7CAA-5FBD0D59A70B}"/>
                    </a:ext>
                  </a:extLst>
                </p14:cNvPr>
                <p14:cNvContentPartPr/>
                <p14:nvPr/>
              </p14:nvContentPartPr>
              <p14:xfrm>
                <a:off x="1784766" y="1196628"/>
                <a:ext cx="39240" cy="25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89546E-E0CE-1A49-7CAA-5FBD0D59A7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66766" y="1178988"/>
                  <a:ext cx="748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1224E4-2779-02AF-108D-ADFC857ADC16}"/>
                    </a:ext>
                  </a:extLst>
                </p14:cNvPr>
                <p14:cNvContentPartPr/>
                <p14:nvPr/>
              </p14:nvContentPartPr>
              <p14:xfrm>
                <a:off x="1908966" y="1201308"/>
                <a:ext cx="140040" cy="235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1224E4-2779-02AF-108D-ADFC857ADC1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90966" y="1183308"/>
                  <a:ext cx="1756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19DD01-F569-5FEA-9C3E-D7DE780BAE01}"/>
              </a:ext>
            </a:extLst>
          </p:cNvPr>
          <p:cNvGrpSpPr/>
          <p:nvPr/>
        </p:nvGrpSpPr>
        <p:grpSpPr>
          <a:xfrm>
            <a:off x="2434926" y="1148388"/>
            <a:ext cx="246240" cy="244440"/>
            <a:chOff x="2434926" y="1148388"/>
            <a:chExt cx="24624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56D40B-3F0B-2552-63B5-450B123BBFA7}"/>
                    </a:ext>
                  </a:extLst>
                </p14:cNvPr>
                <p14:cNvContentPartPr/>
                <p14:nvPr/>
              </p14:nvContentPartPr>
              <p14:xfrm>
                <a:off x="2434926" y="1148388"/>
                <a:ext cx="18000" cy="19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56D40B-3F0B-2552-63B5-450B123BBF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17286" y="1130748"/>
                  <a:ext cx="53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4DFD95-0B1A-E09F-E357-EB31B05284E2}"/>
                    </a:ext>
                  </a:extLst>
                </p14:cNvPr>
                <p14:cNvContentPartPr/>
                <p14:nvPr/>
              </p14:nvContentPartPr>
              <p14:xfrm>
                <a:off x="2556606" y="1165668"/>
                <a:ext cx="124560" cy="227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4DFD95-0B1A-E09F-E357-EB31B05284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38606" y="1148028"/>
                  <a:ext cx="1602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BC77AE-D75F-42AE-4A6A-8115887DFC55}"/>
              </a:ext>
            </a:extLst>
          </p:cNvPr>
          <p:cNvGrpSpPr/>
          <p:nvPr/>
        </p:nvGrpSpPr>
        <p:grpSpPr>
          <a:xfrm>
            <a:off x="2888526" y="1154148"/>
            <a:ext cx="39960" cy="189360"/>
            <a:chOff x="2888526" y="1154148"/>
            <a:chExt cx="3996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A068D7-08E9-BD48-7D85-BD24DAAB7F9B}"/>
                    </a:ext>
                  </a:extLst>
                </p14:cNvPr>
                <p14:cNvContentPartPr/>
                <p14:nvPr/>
              </p14:nvContentPartPr>
              <p14:xfrm>
                <a:off x="2905086" y="1154148"/>
                <a:ext cx="2340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A068D7-08E9-BD48-7D85-BD24DAAB7F9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887446" y="1136508"/>
                  <a:ext cx="59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07D5D5-5A93-7B11-1CD9-FFCA786532F5}"/>
                    </a:ext>
                  </a:extLst>
                </p14:cNvPr>
                <p14:cNvContentPartPr/>
                <p14:nvPr/>
              </p14:nvContentPartPr>
              <p14:xfrm>
                <a:off x="2888526" y="1318668"/>
                <a:ext cx="21960" cy="24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07D5D5-5A93-7B11-1CD9-FFCA786532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70526" y="1300668"/>
                  <a:ext cx="576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EC2844-8D50-12F1-AE8C-6A099697A620}"/>
              </a:ext>
            </a:extLst>
          </p:cNvPr>
          <p:cNvGrpSpPr/>
          <p:nvPr/>
        </p:nvGrpSpPr>
        <p:grpSpPr>
          <a:xfrm>
            <a:off x="3258966" y="68028"/>
            <a:ext cx="587880" cy="1589040"/>
            <a:chOff x="3258966" y="68028"/>
            <a:chExt cx="587880" cy="15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7EC5F43-FBE4-40EF-A9EF-27E498AAF11F}"/>
                    </a:ext>
                  </a:extLst>
                </p14:cNvPr>
                <p14:cNvContentPartPr/>
                <p14:nvPr/>
              </p14:nvContentPartPr>
              <p14:xfrm>
                <a:off x="3258966" y="1071348"/>
                <a:ext cx="163800" cy="225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7EC5F43-FBE4-40EF-A9EF-27E498AAF11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40966" y="1053348"/>
                  <a:ext cx="199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05BF88-1EEB-7FD2-989E-BA31E596B6B0}"/>
                    </a:ext>
                  </a:extLst>
                </p14:cNvPr>
                <p14:cNvContentPartPr/>
                <p14:nvPr/>
              </p14:nvContentPartPr>
              <p14:xfrm>
                <a:off x="3274446" y="68028"/>
                <a:ext cx="572400" cy="158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05BF88-1EEB-7FD2-989E-BA31E596B6B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56446" y="50388"/>
                  <a:ext cx="608040" cy="162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50479B-B218-3CE0-5467-F713887163D2}"/>
              </a:ext>
            </a:extLst>
          </p:cNvPr>
          <p:cNvGrpSpPr/>
          <p:nvPr/>
        </p:nvGrpSpPr>
        <p:grpSpPr>
          <a:xfrm>
            <a:off x="172686" y="2107068"/>
            <a:ext cx="1524240" cy="475920"/>
            <a:chOff x="172686" y="2107068"/>
            <a:chExt cx="152424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638FE9-17D6-3621-5F89-EC61EC29E273}"/>
                    </a:ext>
                  </a:extLst>
                </p14:cNvPr>
                <p14:cNvContentPartPr/>
                <p14:nvPr/>
              </p14:nvContentPartPr>
              <p14:xfrm>
                <a:off x="177006" y="2242428"/>
                <a:ext cx="16920" cy="249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638FE9-17D6-3621-5F89-EC61EC29E27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9006" y="2224428"/>
                  <a:ext cx="52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53880B-A169-0083-7BC3-0F066D662FC6}"/>
                    </a:ext>
                  </a:extLst>
                </p14:cNvPr>
                <p14:cNvContentPartPr/>
                <p14:nvPr/>
              </p14:nvContentPartPr>
              <p14:xfrm>
                <a:off x="172686" y="2222988"/>
                <a:ext cx="106920" cy="25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53880B-A169-0083-7BC3-0F066D662FC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4686" y="2205348"/>
                  <a:ext cx="142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DED3C8-8EC5-3964-20EA-FC4CA2035D70}"/>
                    </a:ext>
                  </a:extLst>
                </p14:cNvPr>
                <p14:cNvContentPartPr/>
                <p14:nvPr/>
              </p14:nvContentPartPr>
              <p14:xfrm>
                <a:off x="327126" y="2405508"/>
                <a:ext cx="135720" cy="147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DED3C8-8EC5-3964-20EA-FC4CA2035D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9486" y="2387508"/>
                  <a:ext cx="171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EC5B3BD-799F-7E62-9DAE-17567909C843}"/>
                    </a:ext>
                  </a:extLst>
                </p14:cNvPr>
                <p14:cNvContentPartPr/>
                <p14:nvPr/>
              </p14:nvContentPartPr>
              <p14:xfrm>
                <a:off x="475086" y="2318388"/>
                <a:ext cx="162720" cy="127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EC5B3BD-799F-7E62-9DAE-17567909C84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7086" y="2300748"/>
                  <a:ext cx="198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DB6036-37FC-A0BA-6D10-17A33671E778}"/>
                    </a:ext>
                  </a:extLst>
                </p14:cNvPr>
                <p14:cNvContentPartPr/>
                <p14:nvPr/>
              </p14:nvContentPartPr>
              <p14:xfrm>
                <a:off x="744366" y="2273388"/>
                <a:ext cx="23040" cy="21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DB6036-37FC-A0BA-6D10-17A33671E77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726" y="2255388"/>
                  <a:ext cx="58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3A96ED-08B3-2AA6-B1EE-AFE1A7604BEF}"/>
                    </a:ext>
                  </a:extLst>
                </p14:cNvPr>
                <p14:cNvContentPartPr/>
                <p14:nvPr/>
              </p14:nvContentPartPr>
              <p14:xfrm>
                <a:off x="725646" y="2189508"/>
                <a:ext cx="141120" cy="28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3A96ED-08B3-2AA6-B1EE-AFE1A7604B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7646" y="2171508"/>
                  <a:ext cx="176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BA20A3-6E93-4D37-A622-4D1220A3CDEB}"/>
                    </a:ext>
                  </a:extLst>
                </p14:cNvPr>
                <p14:cNvContentPartPr/>
                <p14:nvPr/>
              </p14:nvContentPartPr>
              <p14:xfrm>
                <a:off x="915726" y="2443308"/>
                <a:ext cx="157320" cy="139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BA20A3-6E93-4D37-A622-4D1220A3CDE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7726" y="2425668"/>
                  <a:ext cx="192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40D1D30-1424-F689-5713-3185BBD8F2C7}"/>
                    </a:ext>
                  </a:extLst>
                </p14:cNvPr>
                <p14:cNvContentPartPr/>
                <p14:nvPr/>
              </p14:nvContentPartPr>
              <p14:xfrm>
                <a:off x="1101486" y="2384988"/>
                <a:ext cx="75240" cy="32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40D1D30-1424-F689-5713-3185BBD8F2C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83846" y="2366988"/>
                  <a:ext cx="110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084CB3-CBEF-D445-435F-A674037F3F6D}"/>
                    </a:ext>
                  </a:extLst>
                </p14:cNvPr>
                <p14:cNvContentPartPr/>
                <p14:nvPr/>
              </p14:nvContentPartPr>
              <p14:xfrm>
                <a:off x="1277886" y="2226588"/>
                <a:ext cx="161280" cy="22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084CB3-CBEF-D445-435F-A674037F3F6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59886" y="2208588"/>
                  <a:ext cx="196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D68F01-AB03-4056-53FA-3EAE455A9431}"/>
                    </a:ext>
                  </a:extLst>
                </p14:cNvPr>
                <p14:cNvContentPartPr/>
                <p14:nvPr/>
              </p14:nvContentPartPr>
              <p14:xfrm>
                <a:off x="1452126" y="2107068"/>
                <a:ext cx="181800" cy="344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D68F01-AB03-4056-53FA-3EAE455A943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34126" y="2089428"/>
                  <a:ext cx="217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E8420F-56D5-A697-621F-CA0BCCD64758}"/>
                    </a:ext>
                  </a:extLst>
                </p14:cNvPr>
                <p14:cNvContentPartPr/>
                <p14:nvPr/>
              </p14:nvContentPartPr>
              <p14:xfrm>
                <a:off x="1685406" y="2375628"/>
                <a:ext cx="11520" cy="195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AE8420F-56D5-A697-621F-CA0BCCD6475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67766" y="2357628"/>
                  <a:ext cx="471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6577705-6BA8-119D-A912-91FAE1340F7A}"/>
              </a:ext>
            </a:extLst>
          </p:cNvPr>
          <p:cNvGrpSpPr/>
          <p:nvPr/>
        </p:nvGrpSpPr>
        <p:grpSpPr>
          <a:xfrm>
            <a:off x="114006" y="2881788"/>
            <a:ext cx="1694520" cy="514800"/>
            <a:chOff x="114006" y="2881788"/>
            <a:chExt cx="169452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8051965-11D0-CACB-1ABA-FB70E5926B22}"/>
                    </a:ext>
                  </a:extLst>
                </p14:cNvPr>
                <p14:cNvContentPartPr/>
                <p14:nvPr/>
              </p14:nvContentPartPr>
              <p14:xfrm>
                <a:off x="134886" y="3020028"/>
                <a:ext cx="23040" cy="217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8051965-11D0-CACB-1ABA-FB70E5926B2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6886" y="3002388"/>
                  <a:ext cx="58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E0E647-2B1B-BB47-A96A-588771A0E492}"/>
                    </a:ext>
                  </a:extLst>
                </p14:cNvPr>
                <p14:cNvContentPartPr/>
                <p14:nvPr/>
              </p14:nvContentPartPr>
              <p14:xfrm>
                <a:off x="114006" y="2933988"/>
                <a:ext cx="169920" cy="28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E0E647-2B1B-BB47-A96A-588771A0E49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006" y="2916348"/>
                  <a:ext cx="205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E6A01A-F669-5E12-13DA-7BCB9D6E8B35}"/>
                    </a:ext>
                  </a:extLst>
                </p14:cNvPr>
                <p14:cNvContentPartPr/>
                <p14:nvPr/>
              </p14:nvContentPartPr>
              <p14:xfrm>
                <a:off x="258006" y="3190308"/>
                <a:ext cx="120240" cy="20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E6A01A-F669-5E12-13DA-7BCB9D6E8B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0006" y="3172308"/>
                  <a:ext cx="155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DC1252-331F-3BA8-7EE8-F4EB5DDE579C}"/>
                    </a:ext>
                  </a:extLst>
                </p14:cNvPr>
                <p14:cNvContentPartPr/>
                <p14:nvPr/>
              </p14:nvContentPartPr>
              <p14:xfrm>
                <a:off x="404166" y="3097788"/>
                <a:ext cx="176760" cy="17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DC1252-331F-3BA8-7EE8-F4EB5DDE579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6526" y="3080148"/>
                  <a:ext cx="212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B22A67-2FAA-32A1-4477-4DDDB2C7CED3}"/>
                    </a:ext>
                  </a:extLst>
                </p14:cNvPr>
                <p14:cNvContentPartPr/>
                <p14:nvPr/>
              </p14:nvContentPartPr>
              <p14:xfrm>
                <a:off x="688926" y="2957388"/>
                <a:ext cx="179280" cy="323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B22A67-2FAA-32A1-4477-4DDDB2C7CED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1286" y="2939748"/>
                  <a:ext cx="214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1EFEAF-1603-8B77-A963-4299D0E10D52}"/>
                    </a:ext>
                  </a:extLst>
                </p14:cNvPr>
                <p14:cNvContentPartPr/>
                <p14:nvPr/>
              </p14:nvContentPartPr>
              <p14:xfrm>
                <a:off x="809886" y="3177708"/>
                <a:ext cx="185760" cy="190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1EFEAF-1603-8B77-A963-4299D0E10D5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2246" y="3159708"/>
                  <a:ext cx="221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A6B87B-7620-F729-1F71-845065823899}"/>
                    </a:ext>
                  </a:extLst>
                </p14:cNvPr>
                <p14:cNvContentPartPr/>
                <p14:nvPr/>
              </p14:nvContentPartPr>
              <p14:xfrm>
                <a:off x="1071966" y="3126588"/>
                <a:ext cx="142560" cy="4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A6B87B-7620-F729-1F71-84506582389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3966" y="3108588"/>
                  <a:ext cx="178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CCA963A-CEC7-BAE2-8E40-CF20287FCCDA}"/>
                    </a:ext>
                  </a:extLst>
                </p14:cNvPr>
                <p14:cNvContentPartPr/>
                <p14:nvPr/>
              </p14:nvContentPartPr>
              <p14:xfrm>
                <a:off x="1260246" y="2924268"/>
                <a:ext cx="145800" cy="307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CCA963A-CEC7-BAE2-8E40-CF20287FCCD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42606" y="2906268"/>
                  <a:ext cx="181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5CB2C2-0784-4C20-8B09-03CB2D59C1CC}"/>
                    </a:ext>
                  </a:extLst>
                </p14:cNvPr>
                <p14:cNvContentPartPr/>
                <p14:nvPr/>
              </p14:nvContentPartPr>
              <p14:xfrm>
                <a:off x="1524846" y="2931108"/>
                <a:ext cx="45720" cy="264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5CB2C2-0784-4C20-8B09-03CB2D59C1C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07206" y="2913108"/>
                  <a:ext cx="81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82C45A-BA47-11DD-78FC-8342122B078E}"/>
                    </a:ext>
                  </a:extLst>
                </p14:cNvPr>
                <p14:cNvContentPartPr/>
                <p14:nvPr/>
              </p14:nvContentPartPr>
              <p14:xfrm>
                <a:off x="1548606" y="2881788"/>
                <a:ext cx="141120" cy="334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82C45A-BA47-11DD-78FC-8342122B078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30606" y="2863788"/>
                  <a:ext cx="176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0097F42-CAF7-614C-22F7-88B6AA79E2FC}"/>
                    </a:ext>
                  </a:extLst>
                </p14:cNvPr>
                <p14:cNvContentPartPr/>
                <p14:nvPr/>
              </p14:nvContentPartPr>
              <p14:xfrm>
                <a:off x="1783686" y="3131988"/>
                <a:ext cx="2484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0097F42-CAF7-614C-22F7-88B6AA79E2F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765686" y="3114348"/>
                  <a:ext cx="6048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132EBA-122A-981A-FAB4-379658093D4E}"/>
              </a:ext>
            </a:extLst>
          </p:cNvPr>
          <p:cNvGrpSpPr/>
          <p:nvPr/>
        </p:nvGrpSpPr>
        <p:grpSpPr>
          <a:xfrm>
            <a:off x="2066286" y="1879188"/>
            <a:ext cx="641880" cy="2131200"/>
            <a:chOff x="2066286" y="1879188"/>
            <a:chExt cx="641880" cy="21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C57EA2-D113-9142-EF49-B139544BCC9B}"/>
                    </a:ext>
                  </a:extLst>
                </p14:cNvPr>
                <p14:cNvContentPartPr/>
                <p14:nvPr/>
              </p14:nvContentPartPr>
              <p14:xfrm>
                <a:off x="2066286" y="1879188"/>
                <a:ext cx="432000" cy="2131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C57EA2-D113-9142-EF49-B139544BCC9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48646" y="1861188"/>
                  <a:ext cx="467640" cy="21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8D8A3F-77FE-7C8F-4B54-2708F89160B3}"/>
                    </a:ext>
                  </a:extLst>
                </p14:cNvPr>
                <p14:cNvContentPartPr/>
                <p14:nvPr/>
              </p14:nvContentPartPr>
              <p14:xfrm>
                <a:off x="2610246" y="2180508"/>
                <a:ext cx="14040" cy="219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8D8A3F-77FE-7C8F-4B54-2708F89160B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592246" y="2162868"/>
                  <a:ext cx="49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897740-1DC2-1B14-73AB-CACF7ABDBB69}"/>
                    </a:ext>
                  </a:extLst>
                </p14:cNvPr>
                <p14:cNvContentPartPr/>
                <p14:nvPr/>
              </p14:nvContentPartPr>
              <p14:xfrm>
                <a:off x="2560566" y="2802588"/>
                <a:ext cx="147600" cy="229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897740-1DC2-1B14-73AB-CACF7ABDBB6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542566" y="2784948"/>
                  <a:ext cx="183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791F68-8EBB-C2F9-031C-7675E1B9FBBD}"/>
                    </a:ext>
                  </a:extLst>
                </p14:cNvPr>
                <p14:cNvContentPartPr/>
                <p14:nvPr/>
              </p14:nvContentPartPr>
              <p14:xfrm>
                <a:off x="2502246" y="3327468"/>
                <a:ext cx="186480" cy="313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791F68-8EBB-C2F9-031C-7675E1B9FBB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484606" y="3309828"/>
                  <a:ext cx="222120" cy="34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ADFFFD8-4167-EB16-DDCD-BAA5A0834094}"/>
                  </a:ext>
                </a:extLst>
              </p14:cNvPr>
              <p14:cNvContentPartPr/>
              <p14:nvPr/>
            </p14:nvContentPartPr>
            <p14:xfrm>
              <a:off x="3038646" y="2190948"/>
              <a:ext cx="201960" cy="259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ADFFFD8-4167-EB16-DDCD-BAA5A083409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021006" y="2172948"/>
                <a:ext cx="2376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EE25A27-C8AF-45AE-AC13-2C0BB2381BDC}"/>
                  </a:ext>
                </a:extLst>
              </p14:cNvPr>
              <p14:cNvContentPartPr/>
              <p14:nvPr/>
            </p14:nvContentPartPr>
            <p14:xfrm>
              <a:off x="3527886" y="2175828"/>
              <a:ext cx="180000" cy="240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EE25A27-C8AF-45AE-AC13-2C0BB2381BD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509886" y="2158188"/>
                <a:ext cx="215640" cy="2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134527D-08DF-2588-BC25-9B69B0C9A811}"/>
              </a:ext>
            </a:extLst>
          </p:cNvPr>
          <p:cNvGrpSpPr/>
          <p:nvPr/>
        </p:nvGrpSpPr>
        <p:grpSpPr>
          <a:xfrm>
            <a:off x="4025766" y="2177628"/>
            <a:ext cx="54720" cy="245160"/>
            <a:chOff x="4025766" y="2177628"/>
            <a:chExt cx="547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26AC35-4BB6-65D1-ADB3-C43C636AB2D6}"/>
                    </a:ext>
                  </a:extLst>
                </p14:cNvPr>
                <p14:cNvContentPartPr/>
                <p14:nvPr/>
              </p14:nvContentPartPr>
              <p14:xfrm>
                <a:off x="4025766" y="2177628"/>
                <a:ext cx="54720" cy="41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26AC35-4BB6-65D1-ADB3-C43C636AB2D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008126" y="2159988"/>
                  <a:ext cx="90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39431C5-61B9-8643-E54A-5BFB5CE99A5F}"/>
                    </a:ext>
                  </a:extLst>
                </p14:cNvPr>
                <p14:cNvContentPartPr/>
                <p14:nvPr/>
              </p14:nvContentPartPr>
              <p14:xfrm>
                <a:off x="4064646" y="2381748"/>
                <a:ext cx="4680" cy="41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39431C5-61B9-8643-E54A-5BFB5CE99A5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47006" y="2364108"/>
                  <a:ext cx="4032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4321561-BFE6-1BCF-69CE-94A394586165}"/>
                  </a:ext>
                </a:extLst>
              </p14:cNvPr>
              <p14:cNvContentPartPr/>
              <p14:nvPr/>
            </p14:nvContentPartPr>
            <p14:xfrm>
              <a:off x="4341846" y="2121828"/>
              <a:ext cx="250560" cy="317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4321561-BFE6-1BCF-69CE-94A39458616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323846" y="2103828"/>
                <a:ext cx="28620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A66E7F2-0A73-7EDF-7ABB-4A58A0A1ED75}"/>
              </a:ext>
            </a:extLst>
          </p:cNvPr>
          <p:cNvGrpSpPr/>
          <p:nvPr/>
        </p:nvGrpSpPr>
        <p:grpSpPr>
          <a:xfrm>
            <a:off x="3009126" y="2752188"/>
            <a:ext cx="286920" cy="308520"/>
            <a:chOff x="3009126" y="2752188"/>
            <a:chExt cx="28692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57E428D-1BEA-1894-121A-4E06623F16C2}"/>
                    </a:ext>
                  </a:extLst>
                </p14:cNvPr>
                <p14:cNvContentPartPr/>
                <p14:nvPr/>
              </p14:nvContentPartPr>
              <p14:xfrm>
                <a:off x="3009126" y="2877468"/>
                <a:ext cx="160920" cy="23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57E428D-1BEA-1894-121A-4E06623F16C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991486" y="2859828"/>
                  <a:ext cx="196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C539E7E-E999-6759-A06E-008DB9F7E568}"/>
                    </a:ext>
                  </a:extLst>
                </p14:cNvPr>
                <p14:cNvContentPartPr/>
                <p14:nvPr/>
              </p14:nvContentPartPr>
              <p14:xfrm>
                <a:off x="3239166" y="2752188"/>
                <a:ext cx="56880" cy="308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C539E7E-E999-6759-A06E-008DB9F7E56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21526" y="2734548"/>
                  <a:ext cx="9252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22E8A4A-23E9-01E8-13C5-1918EF9C3702}"/>
                  </a:ext>
                </a:extLst>
              </p14:cNvPr>
              <p14:cNvContentPartPr/>
              <p14:nvPr/>
            </p14:nvContentPartPr>
            <p14:xfrm>
              <a:off x="4450206" y="2643828"/>
              <a:ext cx="242640" cy="2991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22E8A4A-23E9-01E8-13C5-1918EF9C370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432206" y="2625828"/>
                <a:ext cx="278280" cy="33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CD1B25A9-2576-2A0B-3925-8CE50BF0A29D}"/>
              </a:ext>
            </a:extLst>
          </p:cNvPr>
          <p:cNvGrpSpPr/>
          <p:nvPr/>
        </p:nvGrpSpPr>
        <p:grpSpPr>
          <a:xfrm>
            <a:off x="3015606" y="3339348"/>
            <a:ext cx="247320" cy="296280"/>
            <a:chOff x="3015606" y="3339348"/>
            <a:chExt cx="2473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B35A66-12B2-D70D-51F3-183251E16C64}"/>
                    </a:ext>
                  </a:extLst>
                </p14:cNvPr>
                <p14:cNvContentPartPr/>
                <p14:nvPr/>
              </p14:nvContentPartPr>
              <p14:xfrm>
                <a:off x="3015606" y="3493068"/>
                <a:ext cx="116280" cy="41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B35A66-12B2-D70D-51F3-183251E16C6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97966" y="3475428"/>
                  <a:ext cx="151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313AB0F-1EBD-F2F9-6A1A-5916730A55EF}"/>
                    </a:ext>
                  </a:extLst>
                </p14:cNvPr>
                <p14:cNvContentPartPr/>
                <p14:nvPr/>
              </p14:nvContentPartPr>
              <p14:xfrm>
                <a:off x="3207126" y="3339348"/>
                <a:ext cx="55800" cy="296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313AB0F-1EBD-F2F9-6A1A-5916730A55E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189486" y="3321348"/>
                  <a:ext cx="9144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C183E86-836C-F653-36C9-3F1E4317090A}"/>
              </a:ext>
            </a:extLst>
          </p:cNvPr>
          <p:cNvGrpSpPr/>
          <p:nvPr/>
        </p:nvGrpSpPr>
        <p:grpSpPr>
          <a:xfrm>
            <a:off x="3572526" y="3327828"/>
            <a:ext cx="364320" cy="246240"/>
            <a:chOff x="3572526" y="3327828"/>
            <a:chExt cx="3643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6A7F52-67F5-4B1C-2BA3-08DE4EEAD41F}"/>
                    </a:ext>
                  </a:extLst>
                </p14:cNvPr>
                <p14:cNvContentPartPr/>
                <p14:nvPr/>
              </p14:nvContentPartPr>
              <p14:xfrm>
                <a:off x="3572526" y="3476868"/>
                <a:ext cx="119520" cy="3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6A7F52-67F5-4B1C-2BA3-08DE4EEAD41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54526" y="3458868"/>
                  <a:ext cx="155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F2ACBA7-1C1E-77E8-F07B-EC763247E2E4}"/>
                    </a:ext>
                  </a:extLst>
                </p14:cNvPr>
                <p14:cNvContentPartPr/>
                <p14:nvPr/>
              </p14:nvContentPartPr>
              <p14:xfrm>
                <a:off x="3792846" y="3327828"/>
                <a:ext cx="144000" cy="24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F2ACBA7-1C1E-77E8-F07B-EC763247E2E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74846" y="3309828"/>
                  <a:ext cx="179640" cy="28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E49C231-B8FE-65AE-EF5D-F66E19192675}"/>
                  </a:ext>
                </a:extLst>
              </p14:cNvPr>
              <p14:cNvContentPartPr/>
              <p14:nvPr/>
            </p14:nvContentPartPr>
            <p14:xfrm>
              <a:off x="4264446" y="3260508"/>
              <a:ext cx="12240" cy="151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E49C231-B8FE-65AE-EF5D-F66E1919267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246446" y="3242868"/>
                <a:ext cx="478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9D2099D-8A88-51FF-A900-87D7A4BEBF32}"/>
                  </a:ext>
                </a:extLst>
              </p14:cNvPr>
              <p14:cNvContentPartPr/>
              <p14:nvPr/>
            </p14:nvContentPartPr>
            <p14:xfrm>
              <a:off x="4248606" y="3484428"/>
              <a:ext cx="5400" cy="205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9D2099D-8A88-51FF-A900-87D7A4BEBF3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230606" y="3466788"/>
                <a:ext cx="410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6551605-5A48-5203-2D58-13D61E4EF274}"/>
              </a:ext>
            </a:extLst>
          </p:cNvPr>
          <p:cNvGrpSpPr/>
          <p:nvPr/>
        </p:nvGrpSpPr>
        <p:grpSpPr>
          <a:xfrm>
            <a:off x="4533006" y="1793508"/>
            <a:ext cx="636840" cy="1818360"/>
            <a:chOff x="4533006" y="1793508"/>
            <a:chExt cx="636840" cy="18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844DF0D-DA97-0AA3-39F9-3879B778AA79}"/>
                    </a:ext>
                  </a:extLst>
                </p14:cNvPr>
                <p14:cNvContentPartPr/>
                <p14:nvPr/>
              </p14:nvContentPartPr>
              <p14:xfrm>
                <a:off x="4533006" y="3187068"/>
                <a:ext cx="142920" cy="328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844DF0D-DA97-0AA3-39F9-3879B778AA7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515366" y="3169428"/>
                  <a:ext cx="1785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8FD0C7F-A6C7-313C-8FD0-4AC1E77A406C}"/>
                    </a:ext>
                  </a:extLst>
                </p14:cNvPr>
                <p14:cNvContentPartPr/>
                <p14:nvPr/>
              </p14:nvContentPartPr>
              <p14:xfrm>
                <a:off x="4712286" y="1793508"/>
                <a:ext cx="457560" cy="1818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8FD0C7F-A6C7-313C-8FD0-4AC1E77A406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94646" y="1775868"/>
                  <a:ext cx="493200" cy="18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0A38AD8-DA4F-5C96-382E-392B850BB07B}"/>
              </a:ext>
            </a:extLst>
          </p:cNvPr>
          <p:cNvGrpSpPr/>
          <p:nvPr/>
        </p:nvGrpSpPr>
        <p:grpSpPr>
          <a:xfrm>
            <a:off x="3555966" y="2692068"/>
            <a:ext cx="658440" cy="268200"/>
            <a:chOff x="3555966" y="2692068"/>
            <a:chExt cx="65844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5D9BA0-0424-618C-A6FF-8F84E31E0F99}"/>
                    </a:ext>
                  </a:extLst>
                </p14:cNvPr>
                <p14:cNvContentPartPr/>
                <p14:nvPr/>
              </p14:nvContentPartPr>
              <p14:xfrm>
                <a:off x="3555966" y="2854428"/>
                <a:ext cx="116280" cy="30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5D9BA0-0424-618C-A6FF-8F84E31E0F9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37966" y="2836428"/>
                  <a:ext cx="1519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FB29067-088B-0211-A0F3-6FEB7123E068}"/>
                    </a:ext>
                  </a:extLst>
                </p14:cNvPr>
                <p14:cNvContentPartPr/>
                <p14:nvPr/>
              </p14:nvContentPartPr>
              <p14:xfrm>
                <a:off x="3715806" y="2708268"/>
                <a:ext cx="173880" cy="252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FB29067-088B-0211-A0F3-6FEB7123E06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97806" y="2690268"/>
                  <a:ext cx="209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0F719D-A6B7-D569-27E4-E134A22195AB}"/>
                    </a:ext>
                  </a:extLst>
                </p14:cNvPr>
                <p14:cNvContentPartPr/>
                <p14:nvPr/>
              </p14:nvContentPartPr>
              <p14:xfrm>
                <a:off x="4206846" y="2692068"/>
                <a:ext cx="7560" cy="19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0F719D-A6B7-D569-27E4-E134A22195A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88846" y="2674068"/>
                  <a:ext cx="43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9E6CB2-2BFA-8A4B-44F8-0ED2E8606329}"/>
                    </a:ext>
                  </a:extLst>
                </p14:cNvPr>
                <p14:cNvContentPartPr/>
                <p14:nvPr/>
              </p14:nvContentPartPr>
              <p14:xfrm>
                <a:off x="4204686" y="2858748"/>
                <a:ext cx="9000" cy="32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9E6CB2-2BFA-8A4B-44F8-0ED2E860632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86686" y="2840748"/>
                  <a:ext cx="4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4F1C5BC-C49A-27A7-9496-D170D4B5035F}"/>
                    </a:ext>
                  </a:extLst>
                </p14:cNvPr>
                <p14:cNvContentPartPr/>
                <p14:nvPr/>
              </p14:nvContentPartPr>
              <p14:xfrm>
                <a:off x="4030806" y="2766588"/>
                <a:ext cx="11520" cy="3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4F1C5BC-C49A-27A7-9496-D170D4B5035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012806" y="2748588"/>
                  <a:ext cx="4716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A40DF63-392C-197D-2C43-A295B6A400AE}"/>
                  </a:ext>
                </a:extLst>
              </p14:cNvPr>
              <p14:cNvContentPartPr/>
              <p14:nvPr/>
            </p14:nvContentPartPr>
            <p14:xfrm>
              <a:off x="115446" y="4451028"/>
              <a:ext cx="133920" cy="3607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A40DF63-392C-197D-2C43-A295B6A400A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7446" y="4433028"/>
                <a:ext cx="16956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1EE80DD-6991-09F1-D610-90DCFDB770B8}"/>
                  </a:ext>
                </a:extLst>
              </p14:cNvPr>
              <p14:cNvContentPartPr/>
              <p14:nvPr/>
            </p14:nvContentPartPr>
            <p14:xfrm>
              <a:off x="227046" y="4731108"/>
              <a:ext cx="145080" cy="2480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1EE80DD-6991-09F1-D610-90DCFDB770B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09046" y="4713468"/>
                <a:ext cx="1807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F01E7EF-004F-3A1C-8EB5-666BB80B3EB0}"/>
                  </a:ext>
                </a:extLst>
              </p14:cNvPr>
              <p14:cNvContentPartPr/>
              <p14:nvPr/>
            </p14:nvContentPartPr>
            <p14:xfrm>
              <a:off x="457086" y="4676388"/>
              <a:ext cx="166320" cy="1789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F01E7EF-004F-3A1C-8EB5-666BB80B3EB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39446" y="4658748"/>
                <a:ext cx="2019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720A67E-61BB-742F-D733-886BA3D54A4E}"/>
                  </a:ext>
                </a:extLst>
              </p14:cNvPr>
              <p14:cNvContentPartPr/>
              <p14:nvPr/>
            </p14:nvContentPartPr>
            <p14:xfrm>
              <a:off x="715566" y="4522308"/>
              <a:ext cx="197640" cy="372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720A67E-61BB-742F-D733-886BA3D54A4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97926" y="4504308"/>
                <a:ext cx="2332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AF3A3C1-88B9-2200-3D29-F471A51B649B}"/>
                  </a:ext>
                </a:extLst>
              </p14:cNvPr>
              <p14:cNvContentPartPr/>
              <p14:nvPr/>
            </p14:nvContentPartPr>
            <p14:xfrm>
              <a:off x="870726" y="4800588"/>
              <a:ext cx="135360" cy="2300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AF3A3C1-88B9-2200-3D29-F471A51B649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52726" y="4782948"/>
                <a:ext cx="17100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FF252DD-527B-709B-AA82-957E5BA8FB5E}"/>
              </a:ext>
            </a:extLst>
          </p:cNvPr>
          <p:cNvGrpSpPr/>
          <p:nvPr/>
        </p:nvGrpSpPr>
        <p:grpSpPr>
          <a:xfrm>
            <a:off x="1115166" y="4473348"/>
            <a:ext cx="660960" cy="475920"/>
            <a:chOff x="1115166" y="4473348"/>
            <a:chExt cx="66096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5297FC4-B3E1-0252-D1C5-B6763B498511}"/>
                    </a:ext>
                  </a:extLst>
                </p14:cNvPr>
                <p14:cNvContentPartPr/>
                <p14:nvPr/>
              </p14:nvContentPartPr>
              <p14:xfrm>
                <a:off x="1115166" y="4699788"/>
                <a:ext cx="127080" cy="41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5297FC4-B3E1-0252-D1C5-B6763B4985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7526" y="4682148"/>
                  <a:ext cx="162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6873612-4E1F-96E8-E248-1F973A3D8B8D}"/>
                    </a:ext>
                  </a:extLst>
                </p14:cNvPr>
                <p14:cNvContentPartPr/>
                <p14:nvPr/>
              </p14:nvContentPartPr>
              <p14:xfrm>
                <a:off x="1331166" y="4473348"/>
                <a:ext cx="181080" cy="375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6873612-4E1F-96E8-E248-1F973A3D8B8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313526" y="4455348"/>
                  <a:ext cx="2167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C02AE9-2D5B-E8B7-A5FB-15BC228B8CA4}"/>
                    </a:ext>
                  </a:extLst>
                </p14:cNvPr>
                <p14:cNvContentPartPr/>
                <p14:nvPr/>
              </p14:nvContentPartPr>
              <p14:xfrm>
                <a:off x="1600446" y="4760988"/>
                <a:ext cx="175680" cy="188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C02AE9-2D5B-E8B7-A5FB-15BC228B8CA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82446" y="4743348"/>
                  <a:ext cx="21132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17159BF-630C-B3EB-63A1-977877FE1FAE}"/>
                  </a:ext>
                </a:extLst>
              </p14:cNvPr>
              <p14:cNvContentPartPr/>
              <p14:nvPr/>
            </p14:nvContentPartPr>
            <p14:xfrm>
              <a:off x="2031726" y="4417548"/>
              <a:ext cx="212040" cy="14119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17159BF-630C-B3EB-63A1-977877FE1FAE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014086" y="4399548"/>
                <a:ext cx="247680" cy="14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BD6F914-F839-8EA7-3F1D-74FBCF38A8CE}"/>
                  </a:ext>
                </a:extLst>
              </p14:cNvPr>
              <p14:cNvContentPartPr/>
              <p14:nvPr/>
            </p14:nvContentPartPr>
            <p14:xfrm>
              <a:off x="2554806" y="4454268"/>
              <a:ext cx="29880" cy="1933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BD6F914-F839-8EA7-3F1D-74FBCF38A8CE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536806" y="4436628"/>
                <a:ext cx="655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398705B-0091-DDCE-7FB2-5BFBFFA1CC9A}"/>
                  </a:ext>
                </a:extLst>
              </p14:cNvPr>
              <p14:cNvContentPartPr/>
              <p14:nvPr/>
            </p14:nvContentPartPr>
            <p14:xfrm>
              <a:off x="3079686" y="4451748"/>
              <a:ext cx="184320" cy="163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398705B-0091-DDCE-7FB2-5BFBFFA1CC9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062046" y="4433748"/>
                <a:ext cx="2199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AABD5A9-FBD6-0E96-CFD6-F7DCC12751E0}"/>
                  </a:ext>
                </a:extLst>
              </p14:cNvPr>
              <p14:cNvContentPartPr/>
              <p14:nvPr/>
            </p14:nvContentPartPr>
            <p14:xfrm>
              <a:off x="3510606" y="4417548"/>
              <a:ext cx="128160" cy="216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AABD5A9-FBD6-0E96-CFD6-F7DCC12751E0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492966" y="4399908"/>
                <a:ext cx="1638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A3E0F73-0A2E-57F1-F4BC-27A7245263CD}"/>
                  </a:ext>
                </a:extLst>
              </p14:cNvPr>
              <p14:cNvContentPartPr/>
              <p14:nvPr/>
            </p14:nvContentPartPr>
            <p14:xfrm>
              <a:off x="4044486" y="4454988"/>
              <a:ext cx="20160" cy="36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A3E0F73-0A2E-57F1-F4BC-27A7245263C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026486" y="4436988"/>
                <a:ext cx="55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8EEC53E-D545-8B55-0592-BBD2FD92D110}"/>
                  </a:ext>
                </a:extLst>
              </p14:cNvPr>
              <p14:cNvContentPartPr/>
              <p14:nvPr/>
            </p14:nvContentPartPr>
            <p14:xfrm>
              <a:off x="3990126" y="4607268"/>
              <a:ext cx="15120" cy="302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8EEC53E-D545-8B55-0592-BBD2FD92D11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972486" y="4589268"/>
                <a:ext cx="507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DC537FE-4392-AA2F-5976-1B1E40682A0B}"/>
                  </a:ext>
                </a:extLst>
              </p14:cNvPr>
              <p14:cNvContentPartPr/>
              <p14:nvPr/>
            </p14:nvContentPartPr>
            <p14:xfrm>
              <a:off x="4312686" y="4403148"/>
              <a:ext cx="262080" cy="2574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DC537FE-4392-AA2F-5976-1B1E40682A0B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294686" y="4385148"/>
                <a:ext cx="29772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E9978BD-5268-D5B7-2850-A00FA8179E03}"/>
                  </a:ext>
                </a:extLst>
              </p14:cNvPr>
              <p14:cNvContentPartPr/>
              <p14:nvPr/>
            </p14:nvContentPartPr>
            <p14:xfrm>
              <a:off x="2518086" y="4882308"/>
              <a:ext cx="139680" cy="257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E9978BD-5268-D5B7-2850-A00FA8179E03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500086" y="4864308"/>
                <a:ext cx="175320" cy="29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F448686-AA90-EE89-3072-48234DCC1D28}"/>
              </a:ext>
            </a:extLst>
          </p:cNvPr>
          <p:cNvGrpSpPr/>
          <p:nvPr/>
        </p:nvGrpSpPr>
        <p:grpSpPr>
          <a:xfrm>
            <a:off x="3002286" y="4919388"/>
            <a:ext cx="228600" cy="194040"/>
            <a:chOff x="3002286" y="4919388"/>
            <a:chExt cx="22860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C6877C0-1F7A-8476-D115-4059E2A6FF4C}"/>
                    </a:ext>
                  </a:extLst>
                </p14:cNvPr>
                <p14:cNvContentPartPr/>
                <p14:nvPr/>
              </p14:nvContentPartPr>
              <p14:xfrm>
                <a:off x="3002286" y="5021628"/>
                <a:ext cx="113400" cy="31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C6877C0-1F7A-8476-D115-4059E2A6FF4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984646" y="5003628"/>
                  <a:ext cx="149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E2BF8F4-5800-57A8-39A4-3832D4BE403C}"/>
                    </a:ext>
                  </a:extLst>
                </p14:cNvPr>
                <p14:cNvContentPartPr/>
                <p14:nvPr/>
              </p14:nvContentPartPr>
              <p14:xfrm>
                <a:off x="3200646" y="4919388"/>
                <a:ext cx="30240" cy="194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E2BF8F4-5800-57A8-39A4-3832D4BE403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83006" y="4901388"/>
                  <a:ext cx="658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E8E0DF8-FC60-8A90-B7A6-D40B4D3F22DF}"/>
              </a:ext>
            </a:extLst>
          </p:cNvPr>
          <p:cNvGrpSpPr/>
          <p:nvPr/>
        </p:nvGrpSpPr>
        <p:grpSpPr>
          <a:xfrm>
            <a:off x="3455166" y="4921548"/>
            <a:ext cx="321840" cy="233280"/>
            <a:chOff x="3455166" y="4921548"/>
            <a:chExt cx="32184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3D5CDC1-7249-F3B7-35C2-B01C2921CC94}"/>
                    </a:ext>
                  </a:extLst>
                </p14:cNvPr>
                <p14:cNvContentPartPr/>
                <p14:nvPr/>
              </p14:nvContentPartPr>
              <p14:xfrm>
                <a:off x="3455166" y="5015868"/>
                <a:ext cx="100800" cy="20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3D5CDC1-7249-F3B7-35C2-B01C2921CC9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37526" y="4998228"/>
                  <a:ext cx="136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6CA38C2-C9C5-5E64-65A6-0E72299F4A4E}"/>
                    </a:ext>
                  </a:extLst>
                </p14:cNvPr>
                <p14:cNvContentPartPr/>
                <p14:nvPr/>
              </p14:nvContentPartPr>
              <p14:xfrm>
                <a:off x="3608166" y="4921548"/>
                <a:ext cx="168840" cy="233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6CA38C2-C9C5-5E64-65A6-0E72299F4A4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590166" y="4903548"/>
                  <a:ext cx="2044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097B6B9-8163-19F6-22EE-956CBB6EB0D9}"/>
              </a:ext>
            </a:extLst>
          </p:cNvPr>
          <p:cNvGrpSpPr/>
          <p:nvPr/>
        </p:nvGrpSpPr>
        <p:grpSpPr>
          <a:xfrm>
            <a:off x="4049526" y="4955748"/>
            <a:ext cx="8640" cy="163080"/>
            <a:chOff x="4049526" y="4955748"/>
            <a:chExt cx="864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A2F5FE8-AE9C-AE57-9DC7-F42975B6CBFC}"/>
                    </a:ext>
                  </a:extLst>
                </p14:cNvPr>
                <p14:cNvContentPartPr/>
                <p14:nvPr/>
              </p14:nvContentPartPr>
              <p14:xfrm>
                <a:off x="4057446" y="4955748"/>
                <a:ext cx="720" cy="13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A2F5FE8-AE9C-AE57-9DC7-F42975B6CBF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039446" y="4937748"/>
                  <a:ext cx="36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CD8B42-B5E0-6134-3F71-17C4A572CB79}"/>
                    </a:ext>
                  </a:extLst>
                </p14:cNvPr>
                <p14:cNvContentPartPr/>
                <p14:nvPr/>
              </p14:nvContentPartPr>
              <p14:xfrm>
                <a:off x="4049526" y="5091828"/>
                <a:ext cx="8280" cy="2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CD8B42-B5E0-6134-3F71-17C4A572CB7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31886" y="5074188"/>
                  <a:ext cx="439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02BDD44-ADD7-18A3-84EA-896FA6AD3E21}"/>
                  </a:ext>
                </a:extLst>
              </p14:cNvPr>
              <p14:cNvContentPartPr/>
              <p14:nvPr/>
            </p14:nvContentPartPr>
            <p14:xfrm>
              <a:off x="4394406" y="4881228"/>
              <a:ext cx="207360" cy="2239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02BDD44-ADD7-18A3-84EA-896FA6AD3E21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4376766" y="4863228"/>
                <a:ext cx="2430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18C9DF3-94C9-2220-B738-8D31F5AD4D13}"/>
                  </a:ext>
                </a:extLst>
              </p14:cNvPr>
              <p14:cNvContentPartPr/>
              <p14:nvPr/>
            </p14:nvContentPartPr>
            <p14:xfrm>
              <a:off x="2462646" y="5351748"/>
              <a:ext cx="173520" cy="2563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18C9DF3-94C9-2220-B738-8D31F5AD4D1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444646" y="5333748"/>
                <a:ext cx="2091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3DABC7A-43AC-E348-3C07-967CC0D3593A}"/>
                  </a:ext>
                </a:extLst>
              </p14:cNvPr>
              <p14:cNvContentPartPr/>
              <p14:nvPr/>
            </p14:nvContentPartPr>
            <p14:xfrm>
              <a:off x="3080766" y="5387388"/>
              <a:ext cx="239400" cy="263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3DABC7A-43AC-E348-3C07-967CC0D3593A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062766" y="5369388"/>
                <a:ext cx="2750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E60BB75-95F0-CE34-A0B5-082E4DEC4E30}"/>
                  </a:ext>
                </a:extLst>
              </p14:cNvPr>
              <p14:cNvContentPartPr/>
              <p14:nvPr/>
            </p14:nvContentPartPr>
            <p14:xfrm>
              <a:off x="3633726" y="5403948"/>
              <a:ext cx="137520" cy="2271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E60BB75-95F0-CE34-A0B5-082E4DEC4E30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615726" y="5386308"/>
                <a:ext cx="173160" cy="2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701999B-890D-3DAF-6BCA-966202D583CB}"/>
              </a:ext>
            </a:extLst>
          </p:cNvPr>
          <p:cNvGrpSpPr/>
          <p:nvPr/>
        </p:nvGrpSpPr>
        <p:grpSpPr>
          <a:xfrm>
            <a:off x="4101006" y="5392068"/>
            <a:ext cx="25920" cy="214560"/>
            <a:chOff x="4101006" y="5392068"/>
            <a:chExt cx="2592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66E7403-8459-87BF-AB46-BF6E676F764F}"/>
                    </a:ext>
                  </a:extLst>
                </p14:cNvPr>
                <p14:cNvContentPartPr/>
                <p14:nvPr/>
              </p14:nvContentPartPr>
              <p14:xfrm>
                <a:off x="4115046" y="5392068"/>
                <a:ext cx="7200" cy="35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66E7403-8459-87BF-AB46-BF6E676F764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097046" y="5374068"/>
                  <a:ext cx="42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30A8EC7-7DA6-0BDB-1934-31F454D00AC2}"/>
                    </a:ext>
                  </a:extLst>
                </p14:cNvPr>
                <p14:cNvContentPartPr/>
                <p14:nvPr/>
              </p14:nvContentPartPr>
              <p14:xfrm>
                <a:off x="4101006" y="5574948"/>
                <a:ext cx="25920" cy="31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30A8EC7-7DA6-0BDB-1934-31F454D00AC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083366" y="5557308"/>
                  <a:ext cx="615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7B2A43-E512-865E-20E6-A73641D5DF48}"/>
              </a:ext>
            </a:extLst>
          </p:cNvPr>
          <p:cNvGrpSpPr/>
          <p:nvPr/>
        </p:nvGrpSpPr>
        <p:grpSpPr>
          <a:xfrm>
            <a:off x="4386486" y="4273188"/>
            <a:ext cx="559800" cy="1680840"/>
            <a:chOff x="4386486" y="4273188"/>
            <a:chExt cx="559800" cy="16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BCD711B-FD76-AC09-B4C4-B97A7D62BDB9}"/>
                    </a:ext>
                  </a:extLst>
                </p14:cNvPr>
                <p14:cNvContentPartPr/>
                <p14:nvPr/>
              </p14:nvContentPartPr>
              <p14:xfrm>
                <a:off x="4430766" y="5392428"/>
                <a:ext cx="167040" cy="211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BCD711B-FD76-AC09-B4C4-B97A7D62BDB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13126" y="5374788"/>
                  <a:ext cx="202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D8C979A-C006-2AF4-3AEF-3A718DD59AE5}"/>
                    </a:ext>
                  </a:extLst>
                </p14:cNvPr>
                <p14:cNvContentPartPr/>
                <p14:nvPr/>
              </p14:nvContentPartPr>
              <p14:xfrm>
                <a:off x="4386486" y="4273188"/>
                <a:ext cx="559800" cy="1680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D8C979A-C006-2AF4-3AEF-3A718DD59AE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368486" y="4255188"/>
                  <a:ext cx="595440" cy="171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7516BBF-077E-FD46-C04E-96182B48D2E9}"/>
              </a:ext>
            </a:extLst>
          </p:cNvPr>
          <p:cNvGrpSpPr/>
          <p:nvPr/>
        </p:nvGrpSpPr>
        <p:grpSpPr>
          <a:xfrm>
            <a:off x="6254526" y="164868"/>
            <a:ext cx="1013040" cy="610920"/>
            <a:chOff x="6254526" y="164868"/>
            <a:chExt cx="1013040" cy="61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97B221C-8F21-65CF-07E2-BFFEA7DB26AA}"/>
                    </a:ext>
                  </a:extLst>
                </p14:cNvPr>
                <p14:cNvContentPartPr/>
                <p14:nvPr/>
              </p14:nvContentPartPr>
              <p14:xfrm>
                <a:off x="6254526" y="361788"/>
                <a:ext cx="113400" cy="414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97B221C-8F21-65CF-07E2-BFFEA7DB26A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36886" y="344148"/>
                  <a:ext cx="14904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EE6EA39-E77C-26B4-0A7F-6EBD19ABDB1F}"/>
                    </a:ext>
                  </a:extLst>
                </p14:cNvPr>
                <p14:cNvContentPartPr/>
                <p14:nvPr/>
              </p14:nvContentPartPr>
              <p14:xfrm>
                <a:off x="6311046" y="304908"/>
                <a:ext cx="147240" cy="170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EE6EA39-E77C-26B4-0A7F-6EBD19ABDB1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93046" y="286908"/>
                  <a:ext cx="182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6DE5F7A-21AD-F2FA-6253-351A7B57A4A9}"/>
                    </a:ext>
                  </a:extLst>
                </p14:cNvPr>
                <p14:cNvContentPartPr/>
                <p14:nvPr/>
              </p14:nvContentPartPr>
              <p14:xfrm>
                <a:off x="6534246" y="206268"/>
                <a:ext cx="102960" cy="336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6DE5F7A-21AD-F2FA-6253-351A7B57A4A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516246" y="188268"/>
                  <a:ext cx="1386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0B72631-140D-F6E6-CB2E-79C521F3FFA1}"/>
                    </a:ext>
                  </a:extLst>
                </p14:cNvPr>
                <p14:cNvContentPartPr/>
                <p14:nvPr/>
              </p14:nvContentPartPr>
              <p14:xfrm>
                <a:off x="6720726" y="255228"/>
                <a:ext cx="161280" cy="250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0B72631-140D-F6E6-CB2E-79C521F3FFA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702726" y="237228"/>
                  <a:ext cx="196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76E5B94-E393-9DA3-6DA5-8B1F3F66840F}"/>
                    </a:ext>
                  </a:extLst>
                </p14:cNvPr>
                <p14:cNvContentPartPr/>
                <p14:nvPr/>
              </p14:nvContentPartPr>
              <p14:xfrm>
                <a:off x="6739806" y="374028"/>
                <a:ext cx="127800" cy="43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76E5B94-E393-9DA3-6DA5-8B1F3F66840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722166" y="356388"/>
                  <a:ext cx="163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4A78C6D-5217-661A-C5B6-9A7D3BA57F5F}"/>
                    </a:ext>
                  </a:extLst>
                </p14:cNvPr>
                <p14:cNvContentPartPr/>
                <p14:nvPr/>
              </p14:nvContentPartPr>
              <p14:xfrm>
                <a:off x="6915486" y="164868"/>
                <a:ext cx="97200" cy="399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4A78C6D-5217-661A-C5B6-9A7D3BA57F5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97486" y="146868"/>
                  <a:ext cx="13284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804A0A7-FC1B-62D8-9092-B054B460C0D5}"/>
                    </a:ext>
                  </a:extLst>
                </p14:cNvPr>
                <p14:cNvContentPartPr/>
                <p14:nvPr/>
              </p14:nvContentPartPr>
              <p14:xfrm>
                <a:off x="7135086" y="317868"/>
                <a:ext cx="126360" cy="33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804A0A7-FC1B-62D8-9092-B054B460C0D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117086" y="300228"/>
                  <a:ext cx="162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59CDCE6-051D-3B9C-68A8-CF78DD909584}"/>
                    </a:ext>
                  </a:extLst>
                </p14:cNvPr>
                <p14:cNvContentPartPr/>
                <p14:nvPr/>
              </p14:nvContentPartPr>
              <p14:xfrm>
                <a:off x="7119246" y="426948"/>
                <a:ext cx="148320" cy="33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59CDCE6-051D-3B9C-68A8-CF78DD90958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101606" y="408948"/>
                  <a:ext cx="1839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D4E2824-53D8-FB77-0DC2-9875E0305BE2}"/>
              </a:ext>
            </a:extLst>
          </p:cNvPr>
          <p:cNvGrpSpPr/>
          <p:nvPr/>
        </p:nvGrpSpPr>
        <p:grpSpPr>
          <a:xfrm>
            <a:off x="7540446" y="-3612"/>
            <a:ext cx="1946160" cy="684720"/>
            <a:chOff x="7540446" y="-3612"/>
            <a:chExt cx="194616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2B14273-590D-7E51-FA9C-C43BC9A2E5A0}"/>
                    </a:ext>
                  </a:extLst>
                </p14:cNvPr>
                <p14:cNvContentPartPr/>
                <p14:nvPr/>
              </p14:nvContentPartPr>
              <p14:xfrm>
                <a:off x="7540446" y="235068"/>
                <a:ext cx="89280" cy="446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2B14273-590D-7E51-FA9C-C43BC9A2E5A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522446" y="217068"/>
                  <a:ext cx="1249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9604AEC-907C-9550-976E-B6C040C7F576}"/>
                    </a:ext>
                  </a:extLst>
                </p14:cNvPr>
                <p14:cNvContentPartPr/>
                <p14:nvPr/>
              </p14:nvContentPartPr>
              <p14:xfrm>
                <a:off x="7547646" y="209148"/>
                <a:ext cx="195840" cy="210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9604AEC-907C-9550-976E-B6C040C7F57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530006" y="191508"/>
                  <a:ext cx="231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7167CCF-B031-72E8-E14D-F91B6E797392}"/>
                    </a:ext>
                  </a:extLst>
                </p14:cNvPr>
                <p14:cNvContentPartPr/>
                <p14:nvPr/>
              </p14:nvContentPartPr>
              <p14:xfrm>
                <a:off x="7835646" y="-3612"/>
                <a:ext cx="241920" cy="566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7167CCF-B031-72E8-E14D-F91B6E79739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817646" y="-21612"/>
                  <a:ext cx="27756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2AF2EC-4463-36A5-5DD7-10BF71028DD3}"/>
                    </a:ext>
                  </a:extLst>
                </p14:cNvPr>
                <p14:cNvContentPartPr/>
                <p14:nvPr/>
              </p14:nvContentPartPr>
              <p14:xfrm>
                <a:off x="8072526" y="208051"/>
                <a:ext cx="146880" cy="232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2AF2EC-4463-36A5-5DD7-10BF71028DD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054526" y="190051"/>
                  <a:ext cx="182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5BCAEC5-972A-35AE-7026-0FEF82EF55EF}"/>
                    </a:ext>
                  </a:extLst>
                </p14:cNvPr>
                <p14:cNvContentPartPr/>
                <p14:nvPr/>
              </p14:nvContentPartPr>
              <p14:xfrm>
                <a:off x="8272326" y="52171"/>
                <a:ext cx="175320" cy="599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5BCAEC5-972A-35AE-7026-0FEF82EF55E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254686" y="34171"/>
                  <a:ext cx="2109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9339768-8C1D-3ED7-A532-DB9D72B87CE1}"/>
                    </a:ext>
                  </a:extLst>
                </p14:cNvPr>
                <p14:cNvContentPartPr/>
                <p14:nvPr/>
              </p14:nvContentPartPr>
              <p14:xfrm>
                <a:off x="8579766" y="373651"/>
                <a:ext cx="106920" cy="1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9339768-8C1D-3ED7-A532-DB9D72B87CE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61766" y="355651"/>
                  <a:ext cx="142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26B9F8-B674-8700-13F1-49012595AC31}"/>
                    </a:ext>
                  </a:extLst>
                </p14:cNvPr>
                <p14:cNvContentPartPr/>
                <p14:nvPr/>
              </p14:nvContentPartPr>
              <p14:xfrm>
                <a:off x="8585886" y="475531"/>
                <a:ext cx="129600" cy="28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26B9F8-B674-8700-13F1-49012595AC3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68246" y="457891"/>
                  <a:ext cx="165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561B283-4A11-F943-3770-04A1D5704858}"/>
                    </a:ext>
                  </a:extLst>
                </p14:cNvPr>
                <p14:cNvContentPartPr/>
                <p14:nvPr/>
              </p14:nvContentPartPr>
              <p14:xfrm>
                <a:off x="8892606" y="265651"/>
                <a:ext cx="219600" cy="268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561B283-4A11-F943-3770-04A1D570485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874966" y="247651"/>
                  <a:ext cx="255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E1FB8C2-A58D-3541-F241-AB435903419C}"/>
                    </a:ext>
                  </a:extLst>
                </p14:cNvPr>
                <p14:cNvContentPartPr/>
                <p14:nvPr/>
              </p14:nvContentPartPr>
              <p14:xfrm>
                <a:off x="9276006" y="203371"/>
                <a:ext cx="210600" cy="259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E1FB8C2-A58D-3541-F241-AB435903419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58006" y="185731"/>
                  <a:ext cx="24624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09B47B1-4DB9-F230-9DBB-CE0B11FA78DE}"/>
                  </a:ext>
                </a:extLst>
              </p14:cNvPr>
              <p14:cNvContentPartPr/>
              <p14:nvPr/>
            </p14:nvContentPartPr>
            <p14:xfrm>
              <a:off x="9685326" y="285811"/>
              <a:ext cx="217080" cy="173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09B47B1-4DB9-F230-9DBB-CE0B11FA78DE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9667326" y="268171"/>
                <a:ext cx="25272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8D891AC-86B1-E864-97CE-0C73AE3E6E14}"/>
              </a:ext>
            </a:extLst>
          </p:cNvPr>
          <p:cNvGrpSpPr/>
          <p:nvPr/>
        </p:nvGrpSpPr>
        <p:grpSpPr>
          <a:xfrm>
            <a:off x="6153366" y="971971"/>
            <a:ext cx="1288080" cy="591840"/>
            <a:chOff x="6153366" y="971971"/>
            <a:chExt cx="128808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DAAC3DC-7ECB-A75B-08A1-81818C15100A}"/>
                    </a:ext>
                  </a:extLst>
                </p14:cNvPr>
                <p14:cNvContentPartPr/>
                <p14:nvPr/>
              </p14:nvContentPartPr>
              <p14:xfrm>
                <a:off x="6153366" y="1118851"/>
                <a:ext cx="14760" cy="181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DAAC3DC-7ECB-A75B-08A1-81818C15100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135726" y="1100851"/>
                  <a:ext cx="50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F41C3B6-18E4-6A25-01DE-B98B1CD0EA8A}"/>
                    </a:ext>
                  </a:extLst>
                </p14:cNvPr>
                <p14:cNvContentPartPr/>
                <p14:nvPr/>
              </p14:nvContentPartPr>
              <p14:xfrm>
                <a:off x="6174606" y="993931"/>
                <a:ext cx="3600" cy="35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F41C3B6-18E4-6A25-01DE-B98B1CD0EA8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56606" y="976291"/>
                  <a:ext cx="39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B57E648-E0CD-88CA-B476-F1E74E8F17D7}"/>
                    </a:ext>
                  </a:extLst>
                </p14:cNvPr>
                <p14:cNvContentPartPr/>
                <p14:nvPr/>
              </p14:nvContentPartPr>
              <p14:xfrm>
                <a:off x="6264246" y="1167811"/>
                <a:ext cx="142920" cy="136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B57E648-E0CD-88CA-B476-F1E74E8F17D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46246" y="1149811"/>
                  <a:ext cx="178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CD83739-49F3-A086-34B6-C8B3B9BBB12E}"/>
                    </a:ext>
                  </a:extLst>
                </p14:cNvPr>
                <p14:cNvContentPartPr/>
                <p14:nvPr/>
              </p14:nvContentPartPr>
              <p14:xfrm>
                <a:off x="6503286" y="991051"/>
                <a:ext cx="110160" cy="572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CD83739-49F3-A086-34B6-C8B3B9BBB12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85646" y="973411"/>
                  <a:ext cx="1458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F4C576-97FB-75BE-9DF4-461A480B5021}"/>
                    </a:ext>
                  </a:extLst>
                </p14:cNvPr>
                <p14:cNvContentPartPr/>
                <p14:nvPr/>
              </p14:nvContentPartPr>
              <p14:xfrm>
                <a:off x="6445686" y="1261771"/>
                <a:ext cx="165240" cy="10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F4C576-97FB-75BE-9DF4-461A480B502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27686" y="1244131"/>
                  <a:ext cx="200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7AF91B2-6C3C-0D20-CA26-FE0ED3DAFDCB}"/>
                    </a:ext>
                  </a:extLst>
                </p14:cNvPr>
                <p14:cNvContentPartPr/>
                <p14:nvPr/>
              </p14:nvContentPartPr>
              <p14:xfrm>
                <a:off x="6653766" y="1204891"/>
                <a:ext cx="43200" cy="136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7AF91B2-6C3C-0D20-CA26-FE0ED3DAFDC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35766" y="1186891"/>
                  <a:ext cx="78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AFFA0-5BA8-8372-20F3-D05694310A15}"/>
                    </a:ext>
                  </a:extLst>
                </p14:cNvPr>
                <p14:cNvContentPartPr/>
                <p14:nvPr/>
              </p14:nvContentPartPr>
              <p14:xfrm>
                <a:off x="6675006" y="1076731"/>
                <a:ext cx="32400" cy="23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AFFA0-5BA8-8372-20F3-D05694310A1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657006" y="1059091"/>
                  <a:ext cx="68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FABFFFD-EF9D-945F-9E0B-22AECA1CDDB3}"/>
                    </a:ext>
                  </a:extLst>
                </p14:cNvPr>
                <p14:cNvContentPartPr/>
                <p14:nvPr/>
              </p14:nvContentPartPr>
              <p14:xfrm>
                <a:off x="6758166" y="1196611"/>
                <a:ext cx="153000" cy="12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FABFFFD-EF9D-945F-9E0B-22AECA1CDDB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40526" y="1178971"/>
                  <a:ext cx="188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97011DD-B381-9F4C-A13A-390770E5E402}"/>
                    </a:ext>
                  </a:extLst>
                </p14:cNvPr>
                <p14:cNvContentPartPr/>
                <p14:nvPr/>
              </p14:nvContentPartPr>
              <p14:xfrm>
                <a:off x="6995406" y="1176091"/>
                <a:ext cx="70920" cy="124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97011DD-B381-9F4C-A13A-390770E5E40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977406" y="1158091"/>
                  <a:ext cx="106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24EC39B-64CD-0237-C891-006FF29E81FD}"/>
                    </a:ext>
                  </a:extLst>
                </p14:cNvPr>
                <p14:cNvContentPartPr/>
                <p14:nvPr/>
              </p14:nvContentPartPr>
              <p14:xfrm>
                <a:off x="6990726" y="1033531"/>
                <a:ext cx="27360" cy="2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24EC39B-64CD-0237-C891-006FF29E81F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972726" y="1015891"/>
                  <a:ext cx="63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CCE2A55-7797-9EA7-DEC6-E86A61FB5B01}"/>
                    </a:ext>
                  </a:extLst>
                </p14:cNvPr>
                <p14:cNvContentPartPr/>
                <p14:nvPr/>
              </p14:nvContentPartPr>
              <p14:xfrm>
                <a:off x="7141566" y="971971"/>
                <a:ext cx="299880" cy="327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CCE2A55-7797-9EA7-DEC6-E86A61FB5B0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23926" y="954331"/>
                  <a:ext cx="335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8794D5A-4486-8053-B2A2-5EDB1F827777}"/>
                    </a:ext>
                  </a:extLst>
                </p14:cNvPr>
                <p14:cNvContentPartPr/>
                <p14:nvPr/>
              </p14:nvContentPartPr>
              <p14:xfrm>
                <a:off x="7077486" y="1066291"/>
                <a:ext cx="169200" cy="3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8794D5A-4486-8053-B2A2-5EDB1F82777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59846" y="1048651"/>
                  <a:ext cx="2048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A42B5E9-0507-764B-1E22-FBAEFF48A866}"/>
              </a:ext>
            </a:extLst>
          </p:cNvPr>
          <p:cNvGrpSpPr/>
          <p:nvPr/>
        </p:nvGrpSpPr>
        <p:grpSpPr>
          <a:xfrm>
            <a:off x="7764726" y="929491"/>
            <a:ext cx="1206720" cy="363960"/>
            <a:chOff x="7764726" y="929491"/>
            <a:chExt cx="120672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B4B4DA2-7896-E2F6-9774-32277572300F}"/>
                    </a:ext>
                  </a:extLst>
                </p14:cNvPr>
                <p14:cNvContentPartPr/>
                <p14:nvPr/>
              </p14:nvContentPartPr>
              <p14:xfrm>
                <a:off x="7764726" y="1114891"/>
                <a:ext cx="405720" cy="178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B4B4DA2-7896-E2F6-9774-32277572300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46726" y="1096891"/>
                  <a:ext cx="441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F33845C-1B91-CBF1-F561-53265E4662B3}"/>
                    </a:ext>
                  </a:extLst>
                </p14:cNvPr>
                <p14:cNvContentPartPr/>
                <p14:nvPr/>
              </p14:nvContentPartPr>
              <p14:xfrm>
                <a:off x="8232006" y="1104091"/>
                <a:ext cx="281160" cy="135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F33845C-1B91-CBF1-F561-53265E4662B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14366" y="1086091"/>
                  <a:ext cx="316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FF68FE2-C2A5-1A48-5A55-25CBC4F50330}"/>
                    </a:ext>
                  </a:extLst>
                </p14:cNvPr>
                <p14:cNvContentPartPr/>
                <p14:nvPr/>
              </p14:nvContentPartPr>
              <p14:xfrm>
                <a:off x="8544126" y="929491"/>
                <a:ext cx="135720" cy="308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FF68FE2-C2A5-1A48-5A55-25CBC4F503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26126" y="911851"/>
                  <a:ext cx="1713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33AC056-C545-528C-EFE9-4297DA354AC7}"/>
                    </a:ext>
                  </a:extLst>
                </p14:cNvPr>
                <p14:cNvContentPartPr/>
                <p14:nvPr/>
              </p14:nvContentPartPr>
              <p14:xfrm>
                <a:off x="8657886" y="1079971"/>
                <a:ext cx="199440" cy="165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33AC056-C545-528C-EFE9-4297DA354AC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39886" y="1062331"/>
                  <a:ext cx="235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AE643F2-B7ED-E32F-B4C5-479E54E906D6}"/>
                    </a:ext>
                  </a:extLst>
                </p14:cNvPr>
                <p14:cNvContentPartPr/>
                <p14:nvPr/>
              </p14:nvContentPartPr>
              <p14:xfrm>
                <a:off x="8864526" y="1084291"/>
                <a:ext cx="106920" cy="151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AE643F2-B7ED-E32F-B4C5-479E54E906D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46886" y="1066291"/>
                  <a:ext cx="14256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4807198-B0F4-5C34-52E4-29B1D405B02D}"/>
                  </a:ext>
                </a:extLst>
              </p14:cNvPr>
              <p14:cNvContentPartPr/>
              <p14:nvPr/>
            </p14:nvContentPartPr>
            <p14:xfrm>
              <a:off x="9382926" y="872971"/>
              <a:ext cx="382320" cy="7257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4807198-B0F4-5C34-52E4-29B1D405B02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364926" y="855331"/>
                <a:ext cx="417960" cy="76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7CF0795-B39D-86EE-1FD6-BCC9605F25D8}"/>
              </a:ext>
            </a:extLst>
          </p:cNvPr>
          <p:cNvGrpSpPr/>
          <p:nvPr/>
        </p:nvGrpSpPr>
        <p:grpSpPr>
          <a:xfrm>
            <a:off x="10074846" y="761371"/>
            <a:ext cx="1506240" cy="427680"/>
            <a:chOff x="10074846" y="761371"/>
            <a:chExt cx="150624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DD04169-472B-934A-3391-E0C878ADE8DF}"/>
                    </a:ext>
                  </a:extLst>
                </p14:cNvPr>
                <p14:cNvContentPartPr/>
                <p14:nvPr/>
              </p14:nvContentPartPr>
              <p14:xfrm>
                <a:off x="10074846" y="971971"/>
                <a:ext cx="148680" cy="217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DD04169-472B-934A-3391-E0C878ADE8D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57206" y="954331"/>
                  <a:ext cx="184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22F11CE-55FB-6291-B826-0139F38C387F}"/>
                    </a:ext>
                  </a:extLst>
                </p14:cNvPr>
                <p14:cNvContentPartPr/>
                <p14:nvPr/>
              </p14:nvContentPartPr>
              <p14:xfrm>
                <a:off x="10246926" y="855331"/>
                <a:ext cx="642960" cy="33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22F11CE-55FB-6291-B826-0139F38C387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28926" y="837331"/>
                  <a:ext cx="6786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CB9AFC6-9B8D-33FF-6428-22548D96FE3D}"/>
                    </a:ext>
                  </a:extLst>
                </p14:cNvPr>
                <p14:cNvContentPartPr/>
                <p14:nvPr/>
              </p14:nvContentPartPr>
              <p14:xfrm>
                <a:off x="10933446" y="761371"/>
                <a:ext cx="43560" cy="405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CB9AFC6-9B8D-33FF-6428-22548D96FE3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15806" y="743731"/>
                  <a:ext cx="792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0662897-0921-0A2C-D721-343C44149E0E}"/>
                    </a:ext>
                  </a:extLst>
                </p14:cNvPr>
                <p14:cNvContentPartPr/>
                <p14:nvPr/>
              </p14:nvContentPartPr>
              <p14:xfrm>
                <a:off x="11114526" y="978451"/>
                <a:ext cx="68400" cy="169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0662897-0921-0A2C-D721-343C44149E0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096526" y="960811"/>
                  <a:ext cx="104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D741762-EB25-9B60-3E7A-310B05FEAF73}"/>
                    </a:ext>
                  </a:extLst>
                </p14:cNvPr>
                <p14:cNvContentPartPr/>
                <p14:nvPr/>
              </p14:nvContentPartPr>
              <p14:xfrm>
                <a:off x="11225046" y="970891"/>
                <a:ext cx="356040" cy="186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D741762-EB25-9B60-3E7A-310B05FEAF7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07046" y="953251"/>
                  <a:ext cx="391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CB8261-9244-C54C-119F-6C0462FD95B3}"/>
                    </a:ext>
                  </a:extLst>
                </p14:cNvPr>
                <p14:cNvContentPartPr/>
                <p14:nvPr/>
              </p14:nvContentPartPr>
              <p14:xfrm>
                <a:off x="11177886" y="861811"/>
                <a:ext cx="106560" cy="5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CB8261-9244-C54C-119F-6C0462FD95B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59886" y="843811"/>
                  <a:ext cx="142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E9AD7C0-7FEC-93AA-C2FB-9C89F9D77F4C}"/>
                    </a:ext>
                  </a:extLst>
                </p14:cNvPr>
                <p14:cNvContentPartPr/>
                <p14:nvPr/>
              </p14:nvContentPartPr>
              <p14:xfrm>
                <a:off x="10765326" y="899251"/>
                <a:ext cx="200520" cy="23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E9AD7C0-7FEC-93AA-C2FB-9C89F9D77F4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47326" y="881611"/>
                  <a:ext cx="23616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BA750D6-3829-4787-1C93-2FB21DA5F155}"/>
                  </a:ext>
                </a:extLst>
              </p14:cNvPr>
              <p14:cNvContentPartPr/>
              <p14:nvPr/>
            </p14:nvContentPartPr>
            <p14:xfrm>
              <a:off x="11877006" y="1131811"/>
              <a:ext cx="6120" cy="208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BA750D6-3829-4787-1C93-2FB21DA5F155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1859366" y="1114171"/>
                <a:ext cx="41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1BED843D-4E81-9E7C-5500-CB9D129A3B26}"/>
                  </a:ext>
                </a:extLst>
              </p14:cNvPr>
              <p14:cNvContentPartPr/>
              <p14:nvPr/>
            </p14:nvContentPartPr>
            <p14:xfrm>
              <a:off x="6876606" y="2472091"/>
              <a:ext cx="208440" cy="13114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1BED843D-4E81-9E7C-5500-CB9D129A3B2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858966" y="2454451"/>
                <a:ext cx="244080" cy="13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2BC77B1-71F4-1DA4-DECE-D6D3B9AD7712}"/>
                  </a:ext>
                </a:extLst>
              </p14:cNvPr>
              <p14:cNvContentPartPr/>
              <p14:nvPr/>
            </p14:nvContentPartPr>
            <p14:xfrm>
              <a:off x="7287366" y="2540851"/>
              <a:ext cx="27720" cy="1987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2BC77B1-71F4-1DA4-DECE-D6D3B9AD7712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269366" y="2522851"/>
                <a:ext cx="633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5E0D6C0-AA9A-F981-99C0-F89131BC4FAD}"/>
                  </a:ext>
                </a:extLst>
              </p14:cNvPr>
              <p14:cNvContentPartPr/>
              <p14:nvPr/>
            </p14:nvContentPartPr>
            <p14:xfrm>
              <a:off x="7349646" y="2967451"/>
              <a:ext cx="129960" cy="1990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5E0D6C0-AA9A-F981-99C0-F89131BC4FAD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332006" y="2949451"/>
                <a:ext cx="1656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E2F78CC-EC1C-4265-7799-78238E2FE761}"/>
                  </a:ext>
                </a:extLst>
              </p14:cNvPr>
              <p14:cNvContentPartPr/>
              <p14:nvPr/>
            </p14:nvContentPartPr>
            <p14:xfrm>
              <a:off x="7290966" y="3439051"/>
              <a:ext cx="166320" cy="1731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E2F78CC-EC1C-4265-7799-78238E2FE761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273326" y="3421051"/>
                <a:ext cx="20196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8A55FB72-9BF5-3601-10B7-8B0C11EAA95F}"/>
              </a:ext>
            </a:extLst>
          </p:cNvPr>
          <p:cNvGrpSpPr/>
          <p:nvPr/>
        </p:nvGrpSpPr>
        <p:grpSpPr>
          <a:xfrm>
            <a:off x="7713606" y="1774771"/>
            <a:ext cx="2404080" cy="1990440"/>
            <a:chOff x="7713606" y="1774771"/>
            <a:chExt cx="2404080" cy="19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599A51D-0CE4-88E1-611A-22E22021FDA5}"/>
                    </a:ext>
                  </a:extLst>
                </p14:cNvPr>
                <p14:cNvContentPartPr/>
                <p14:nvPr/>
              </p14:nvContentPartPr>
              <p14:xfrm>
                <a:off x="7713606" y="1802491"/>
                <a:ext cx="95400" cy="365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599A51D-0CE4-88E1-611A-22E22021FDA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95606" y="1784491"/>
                  <a:ext cx="1310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5AF6581-E28D-8D64-FED5-F2D05761A6DA}"/>
                    </a:ext>
                  </a:extLst>
                </p14:cNvPr>
                <p14:cNvContentPartPr/>
                <p14:nvPr/>
              </p14:nvContentPartPr>
              <p14:xfrm>
                <a:off x="7771566" y="1782691"/>
                <a:ext cx="115560" cy="366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5AF6581-E28D-8D64-FED5-F2D05761A6D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53566" y="1764691"/>
                  <a:ext cx="1512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4DC8FBC-D315-E71E-2501-3798753998F2}"/>
                    </a:ext>
                  </a:extLst>
                </p14:cNvPr>
                <p14:cNvContentPartPr/>
                <p14:nvPr/>
              </p14:nvContentPartPr>
              <p14:xfrm>
                <a:off x="7732686" y="1969891"/>
                <a:ext cx="144360" cy="478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4DC8FBC-D315-E71E-2501-3798753998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14686" y="1952251"/>
                  <a:ext cx="180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B1D6FAC-70C8-5507-61D6-4ACF785997C5}"/>
                    </a:ext>
                  </a:extLst>
                </p14:cNvPr>
                <p14:cNvContentPartPr/>
                <p14:nvPr/>
              </p14:nvContentPartPr>
              <p14:xfrm>
                <a:off x="8033646" y="1878091"/>
                <a:ext cx="163080" cy="164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B1D6FAC-70C8-5507-61D6-4ACF785997C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16006" y="1860091"/>
                  <a:ext cx="198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A986376-6C4D-9979-229A-DC022EABBD3F}"/>
                    </a:ext>
                  </a:extLst>
                </p14:cNvPr>
                <p14:cNvContentPartPr/>
                <p14:nvPr/>
              </p14:nvContentPartPr>
              <p14:xfrm>
                <a:off x="8088726" y="1857931"/>
                <a:ext cx="150840" cy="249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A986376-6C4D-9979-229A-DC022EABBD3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70726" y="1839931"/>
                  <a:ext cx="186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3675E0B-82E3-3C46-29DC-CB03F9647D62}"/>
                    </a:ext>
                  </a:extLst>
                </p14:cNvPr>
                <p14:cNvContentPartPr/>
                <p14:nvPr/>
              </p14:nvContentPartPr>
              <p14:xfrm>
                <a:off x="8669406" y="1888891"/>
                <a:ext cx="156240" cy="47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3675E0B-82E3-3C46-29DC-CB03F9647D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51766" y="1871251"/>
                  <a:ext cx="191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19969A8-D87C-488E-D37B-A4E9BEC0A24E}"/>
                    </a:ext>
                  </a:extLst>
                </p14:cNvPr>
                <p14:cNvContentPartPr/>
                <p14:nvPr/>
              </p14:nvContentPartPr>
              <p14:xfrm>
                <a:off x="8690286" y="1994011"/>
                <a:ext cx="197280" cy="39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19969A8-D87C-488E-D37B-A4E9BEC0A24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672286" y="1976371"/>
                  <a:ext cx="232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B456D06-7F1D-1515-646C-DCFAEB9BBC9B}"/>
                    </a:ext>
                  </a:extLst>
                </p14:cNvPr>
                <p14:cNvContentPartPr/>
                <p14:nvPr/>
              </p14:nvContentPartPr>
              <p14:xfrm>
                <a:off x="9128406" y="1774771"/>
                <a:ext cx="281880" cy="260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B456D06-7F1D-1515-646C-DCFAEB9BBC9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10766" y="1757131"/>
                  <a:ext cx="317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1155CFB-A689-FA47-409F-0CD7664C52CC}"/>
                    </a:ext>
                  </a:extLst>
                </p14:cNvPr>
                <p14:cNvContentPartPr/>
                <p14:nvPr/>
              </p14:nvContentPartPr>
              <p14:xfrm>
                <a:off x="9563286" y="2186971"/>
                <a:ext cx="53640" cy="16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1155CFB-A689-FA47-409F-0CD7664C52C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45286" y="2169331"/>
                  <a:ext cx="89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71A3497-856A-BD4B-1141-225F17B5478B}"/>
                    </a:ext>
                  </a:extLst>
                </p14:cNvPr>
                <p14:cNvContentPartPr/>
                <p14:nvPr/>
              </p14:nvContentPartPr>
              <p14:xfrm>
                <a:off x="7813686" y="2491171"/>
                <a:ext cx="258840" cy="217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71A3497-856A-BD4B-1141-225F17B5478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96046" y="2473171"/>
                  <a:ext cx="294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21AE04C-878E-0D55-5428-4CDA76237670}"/>
                    </a:ext>
                  </a:extLst>
                </p14:cNvPr>
                <p14:cNvContentPartPr/>
                <p14:nvPr/>
              </p14:nvContentPartPr>
              <p14:xfrm>
                <a:off x="8264406" y="2473531"/>
                <a:ext cx="157680" cy="247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21AE04C-878E-0D55-5428-4CDA7623767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46406" y="2455891"/>
                  <a:ext cx="193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C28270A-9067-6A78-E970-DABB23B2C94E}"/>
                    </a:ext>
                  </a:extLst>
                </p14:cNvPr>
                <p14:cNvContentPartPr/>
                <p14:nvPr/>
              </p14:nvContentPartPr>
              <p14:xfrm>
                <a:off x="7802886" y="3010291"/>
                <a:ext cx="85320" cy="16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C28270A-9067-6A78-E970-DABB23B2C9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85246" y="2992291"/>
                  <a:ext cx="12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F749210-3B1D-1A3D-7A0F-8FEB319E521E}"/>
                    </a:ext>
                  </a:extLst>
                </p14:cNvPr>
                <p14:cNvContentPartPr/>
                <p14:nvPr/>
              </p14:nvContentPartPr>
              <p14:xfrm>
                <a:off x="7943286" y="2900491"/>
                <a:ext cx="30240" cy="216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F749210-3B1D-1A3D-7A0F-8FEB319E521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25286" y="2882491"/>
                  <a:ext cx="65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FEF6018-1F3E-5D80-8899-2388CF488984}"/>
                    </a:ext>
                  </a:extLst>
                </p14:cNvPr>
                <p14:cNvContentPartPr/>
                <p14:nvPr/>
              </p14:nvContentPartPr>
              <p14:xfrm>
                <a:off x="8242806" y="3020731"/>
                <a:ext cx="92520" cy="24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FEF6018-1F3E-5D80-8899-2388CF48898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225166" y="3003091"/>
                  <a:ext cx="128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AFAB5B5-B31C-87D6-8600-81D71087D5CE}"/>
                    </a:ext>
                  </a:extLst>
                </p14:cNvPr>
                <p14:cNvContentPartPr/>
                <p14:nvPr/>
              </p14:nvContentPartPr>
              <p14:xfrm>
                <a:off x="8397966" y="2897251"/>
                <a:ext cx="180000" cy="212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AFAB5B5-B31C-87D6-8600-81D71087D5C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80326" y="2879611"/>
                  <a:ext cx="215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FBE002F-E0F0-6907-9CA8-DC10E85B7422}"/>
                    </a:ext>
                  </a:extLst>
                </p14:cNvPr>
                <p14:cNvContentPartPr/>
                <p14:nvPr/>
              </p14:nvContentPartPr>
              <p14:xfrm>
                <a:off x="7816926" y="3402691"/>
                <a:ext cx="140400" cy="170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FBE002F-E0F0-6907-9CA8-DC10E85B742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798926" y="3385051"/>
                  <a:ext cx="176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6BFC1F8-513A-4D1A-B68E-AA9B47BDB410}"/>
                    </a:ext>
                  </a:extLst>
                </p14:cNvPr>
                <p14:cNvContentPartPr/>
                <p14:nvPr/>
              </p14:nvContentPartPr>
              <p14:xfrm>
                <a:off x="8235966" y="3370291"/>
                <a:ext cx="155880" cy="233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6BFC1F8-513A-4D1A-B68E-AA9B47BDB41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18326" y="3352291"/>
                  <a:ext cx="191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104F8B5-CFB5-54E1-25AD-4D57C4F1AA53}"/>
                    </a:ext>
                  </a:extLst>
                </p14:cNvPr>
                <p14:cNvContentPartPr/>
                <p14:nvPr/>
              </p14:nvContentPartPr>
              <p14:xfrm>
                <a:off x="8644206" y="2337451"/>
                <a:ext cx="318240" cy="1249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104F8B5-CFB5-54E1-25AD-4D57C4F1AA5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626206" y="2319451"/>
                  <a:ext cx="353880" cy="12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B08D63D-1B86-F8CB-B5DB-42D31F023C37}"/>
                    </a:ext>
                  </a:extLst>
                </p14:cNvPr>
                <p14:cNvContentPartPr/>
                <p14:nvPr/>
              </p14:nvContentPartPr>
              <p14:xfrm>
                <a:off x="9089886" y="2310451"/>
                <a:ext cx="303480" cy="1454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B08D63D-1B86-F8CB-B5DB-42D31F023C3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71886" y="2292811"/>
                  <a:ext cx="33912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F230736-246F-6751-721E-AE964EEE9D97}"/>
                    </a:ext>
                  </a:extLst>
                </p14:cNvPr>
                <p14:cNvContentPartPr/>
                <p14:nvPr/>
              </p14:nvContentPartPr>
              <p14:xfrm>
                <a:off x="9463566" y="2449411"/>
                <a:ext cx="209880" cy="192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F230736-246F-6751-721E-AE964EEE9D9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445926" y="2431771"/>
                  <a:ext cx="245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3868A10-879B-3FDB-176E-A85E3D14A2A6}"/>
                    </a:ext>
                  </a:extLst>
                </p14:cNvPr>
                <p14:cNvContentPartPr/>
                <p14:nvPr/>
              </p14:nvContentPartPr>
              <p14:xfrm>
                <a:off x="9476886" y="2868091"/>
                <a:ext cx="153360" cy="331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3868A10-879B-3FDB-176E-A85E3D14A2A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458886" y="2850091"/>
                  <a:ext cx="1890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C64D6F9-3B35-14CE-1F85-AD025E2A45E3}"/>
                    </a:ext>
                  </a:extLst>
                </p14:cNvPr>
                <p14:cNvContentPartPr/>
                <p14:nvPr/>
              </p14:nvContentPartPr>
              <p14:xfrm>
                <a:off x="9452046" y="3306931"/>
                <a:ext cx="240480" cy="174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C64D6F9-3B35-14CE-1F85-AD025E2A45E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34046" y="3289291"/>
                  <a:ext cx="276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6EC6541-BDAC-D56F-3755-0D3E85229725}"/>
                    </a:ext>
                  </a:extLst>
                </p14:cNvPr>
                <p14:cNvContentPartPr/>
                <p14:nvPr/>
              </p14:nvContentPartPr>
              <p14:xfrm>
                <a:off x="9766326" y="2169691"/>
                <a:ext cx="351360" cy="1493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6EC6541-BDAC-D56F-3755-0D3E8522972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48686" y="2151691"/>
                  <a:ext cx="387000" cy="152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2962B04-9D24-D2C8-CD5D-9710B7AE1349}"/>
              </a:ext>
            </a:extLst>
          </p:cNvPr>
          <p:cNvGrpSpPr/>
          <p:nvPr/>
        </p:nvGrpSpPr>
        <p:grpSpPr>
          <a:xfrm>
            <a:off x="10357806" y="2774491"/>
            <a:ext cx="190440" cy="164160"/>
            <a:chOff x="10357806" y="2774491"/>
            <a:chExt cx="19044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7DED247-93F2-07A9-19B6-1662CCAD6276}"/>
                    </a:ext>
                  </a:extLst>
                </p14:cNvPr>
                <p14:cNvContentPartPr/>
                <p14:nvPr/>
              </p14:nvContentPartPr>
              <p14:xfrm>
                <a:off x="10365726" y="2774491"/>
                <a:ext cx="94680" cy="11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7DED247-93F2-07A9-19B6-1662CCAD627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47726" y="2756851"/>
                  <a:ext cx="130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BC3D0EA-C7A9-ABCA-17E0-0954D0601E31}"/>
                    </a:ext>
                  </a:extLst>
                </p14:cNvPr>
                <p14:cNvContentPartPr/>
                <p14:nvPr/>
              </p14:nvContentPartPr>
              <p14:xfrm>
                <a:off x="10357806" y="2861251"/>
                <a:ext cx="190440" cy="77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BC3D0EA-C7A9-ABCA-17E0-0954D0601E3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40166" y="2843251"/>
                  <a:ext cx="2260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6EAE79FC-D5F7-8FCB-8CD5-649F3367FF41}"/>
              </a:ext>
            </a:extLst>
          </p:cNvPr>
          <p:cNvGrpSpPr/>
          <p:nvPr/>
        </p:nvGrpSpPr>
        <p:grpSpPr>
          <a:xfrm>
            <a:off x="10800966" y="2005171"/>
            <a:ext cx="887760" cy="1863720"/>
            <a:chOff x="10800966" y="2005171"/>
            <a:chExt cx="887760" cy="18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E6F539F-5C78-4FF2-E934-82FB96D7E07C}"/>
                    </a:ext>
                  </a:extLst>
                </p14:cNvPr>
                <p14:cNvContentPartPr/>
                <p14:nvPr/>
              </p14:nvContentPartPr>
              <p14:xfrm>
                <a:off x="10800966" y="2166091"/>
                <a:ext cx="220320" cy="1517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E6F539F-5C78-4FF2-E934-82FB96D7E07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783326" y="2148451"/>
                  <a:ext cx="255960" cy="15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2772B1C-5BD3-D194-B141-C597025426DE}"/>
                    </a:ext>
                  </a:extLst>
                </p14:cNvPr>
                <p14:cNvContentPartPr/>
                <p14:nvPr/>
              </p14:nvContentPartPr>
              <p14:xfrm>
                <a:off x="11122086" y="2312611"/>
                <a:ext cx="170640" cy="263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2772B1C-5BD3-D194-B141-C597025426D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104086" y="2294611"/>
                  <a:ext cx="2062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0C6E25-F0B5-7310-C2F7-903B220A32AE}"/>
                    </a:ext>
                  </a:extLst>
                </p14:cNvPr>
                <p14:cNvContentPartPr/>
                <p14:nvPr/>
              </p14:nvContentPartPr>
              <p14:xfrm>
                <a:off x="11222526" y="2829571"/>
                <a:ext cx="136800" cy="224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0C6E25-F0B5-7310-C2F7-903B220A32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204886" y="2811571"/>
                  <a:ext cx="172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9EBDCE6-42EB-D4DF-2637-0CAB3DAE5C02}"/>
                    </a:ext>
                  </a:extLst>
                </p14:cNvPr>
                <p14:cNvContentPartPr/>
                <p14:nvPr/>
              </p14:nvContentPartPr>
              <p14:xfrm>
                <a:off x="11180046" y="3289291"/>
                <a:ext cx="182880" cy="1962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9EBDCE6-42EB-D4DF-2637-0CAB3DAE5C0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162046" y="3271651"/>
                  <a:ext cx="218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32A80E2-990E-2F76-C858-B0356DBFB7B7}"/>
                    </a:ext>
                  </a:extLst>
                </p14:cNvPr>
                <p14:cNvContentPartPr/>
                <p14:nvPr/>
              </p14:nvContentPartPr>
              <p14:xfrm>
                <a:off x="11053686" y="2005171"/>
                <a:ext cx="635040" cy="1863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32A80E2-990E-2F76-C858-B0356DBFB7B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036046" y="1987531"/>
                  <a:ext cx="670680" cy="18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58A46CF-A96B-3A3D-0A04-A216B96BA7F1}"/>
              </a:ext>
            </a:extLst>
          </p:cNvPr>
          <p:cNvGrpSpPr/>
          <p:nvPr/>
        </p:nvGrpSpPr>
        <p:grpSpPr>
          <a:xfrm>
            <a:off x="7242366" y="4230691"/>
            <a:ext cx="2347920" cy="666720"/>
            <a:chOff x="7242366" y="4230691"/>
            <a:chExt cx="2347920" cy="6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B1A2FD9-9DCD-7AF9-B1B4-92BFC7F3ADBA}"/>
                    </a:ext>
                  </a:extLst>
                </p14:cNvPr>
                <p14:cNvContentPartPr/>
                <p14:nvPr/>
              </p14:nvContentPartPr>
              <p14:xfrm>
                <a:off x="7242366" y="4315291"/>
                <a:ext cx="362520" cy="212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B1A2FD9-9DCD-7AF9-B1B4-92BFC7F3AD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224366" y="4297291"/>
                  <a:ext cx="398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0DB5778-9A23-2EEF-8726-966A68EAFC28}"/>
                    </a:ext>
                  </a:extLst>
                </p14:cNvPr>
                <p14:cNvContentPartPr/>
                <p14:nvPr/>
              </p14:nvContentPartPr>
              <p14:xfrm>
                <a:off x="7631526" y="4357411"/>
                <a:ext cx="162360" cy="26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0DB5778-9A23-2EEF-8726-966A68EAFC2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613886" y="4339411"/>
                  <a:ext cx="198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0B1F5C1-C631-C34A-BB19-1055F59D83DB}"/>
                    </a:ext>
                  </a:extLst>
                </p14:cNvPr>
                <p14:cNvContentPartPr/>
                <p14:nvPr/>
              </p14:nvContentPartPr>
              <p14:xfrm>
                <a:off x="7681566" y="4276051"/>
                <a:ext cx="45720" cy="246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0B1F5C1-C631-C34A-BB19-1055F59D83D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63566" y="4258411"/>
                  <a:ext cx="813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75D18CF-4829-C51A-D17B-5665847BA6BD}"/>
                    </a:ext>
                  </a:extLst>
                </p14:cNvPr>
                <p14:cNvContentPartPr/>
                <p14:nvPr/>
              </p14:nvContentPartPr>
              <p14:xfrm>
                <a:off x="7890366" y="4234291"/>
                <a:ext cx="161640" cy="265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75D18CF-4829-C51A-D17B-5665847BA6B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72366" y="4216291"/>
                  <a:ext cx="197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1CEEA08-CE6C-020C-0A54-9A45188CF4A8}"/>
                    </a:ext>
                  </a:extLst>
                </p14:cNvPr>
                <p14:cNvContentPartPr/>
                <p14:nvPr/>
              </p14:nvContentPartPr>
              <p14:xfrm>
                <a:off x="8050566" y="4350571"/>
                <a:ext cx="177480" cy="546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1CEEA08-CE6C-020C-0A54-9A45188CF4A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32926" y="4332931"/>
                  <a:ext cx="2131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5B7C6EC-045F-F6DE-9730-62786FC4DB31}"/>
                    </a:ext>
                  </a:extLst>
                </p14:cNvPr>
                <p14:cNvContentPartPr/>
                <p14:nvPr/>
              </p14:nvContentPartPr>
              <p14:xfrm>
                <a:off x="8395806" y="4399531"/>
                <a:ext cx="176040" cy="75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5B7C6EC-045F-F6DE-9730-62786FC4DB3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78166" y="4381891"/>
                  <a:ext cx="211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1315D71-7E5E-17B4-741D-5CB8DBEA880F}"/>
                    </a:ext>
                  </a:extLst>
                </p14:cNvPr>
                <p14:cNvContentPartPr/>
                <p14:nvPr/>
              </p14:nvContentPartPr>
              <p14:xfrm>
                <a:off x="8464926" y="4322491"/>
                <a:ext cx="35280" cy="228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1315D71-7E5E-17B4-741D-5CB8DBEA880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446926" y="4304851"/>
                  <a:ext cx="70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1F314F-2777-3682-5F1B-C02D12B74F6B}"/>
                    </a:ext>
                  </a:extLst>
                </p14:cNvPr>
                <p14:cNvContentPartPr/>
                <p14:nvPr/>
              </p14:nvContentPartPr>
              <p14:xfrm>
                <a:off x="8719446" y="4230691"/>
                <a:ext cx="129240" cy="324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1F314F-2777-3682-5F1B-C02D12B74F6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01446" y="4212691"/>
                  <a:ext cx="1648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8E6845C-1205-0D3F-94A7-C649462E86DE}"/>
                    </a:ext>
                  </a:extLst>
                </p14:cNvPr>
                <p14:cNvContentPartPr/>
                <p14:nvPr/>
              </p14:nvContentPartPr>
              <p14:xfrm>
                <a:off x="8982246" y="4354531"/>
                <a:ext cx="247320" cy="2008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8E6845C-1205-0D3F-94A7-C649462E86D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64246" y="4336891"/>
                  <a:ext cx="282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55441C3-B0DD-CE10-6BA4-CCFE43CDE4AE}"/>
                    </a:ext>
                  </a:extLst>
                </p14:cNvPr>
                <p14:cNvContentPartPr/>
                <p14:nvPr/>
              </p14:nvContentPartPr>
              <p14:xfrm>
                <a:off x="9447726" y="4351291"/>
                <a:ext cx="82800" cy="21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55441C3-B0DD-CE10-6BA4-CCFE43CDE4A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429726" y="4333291"/>
                  <a:ext cx="118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47D7ECD-E1FD-F3D3-2358-4B3D28C9B1DA}"/>
                    </a:ext>
                  </a:extLst>
                </p14:cNvPr>
                <p14:cNvContentPartPr/>
                <p14:nvPr/>
              </p14:nvContentPartPr>
              <p14:xfrm>
                <a:off x="9424686" y="4438771"/>
                <a:ext cx="165600" cy="356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47D7ECD-E1FD-F3D3-2358-4B3D28C9B1D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407046" y="4421131"/>
                  <a:ext cx="20124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7482AEF-1DA4-526B-E6FD-C1D215497F0E}"/>
                  </a:ext>
                </a:extLst>
              </p14:cNvPr>
              <p14:cNvContentPartPr/>
              <p14:nvPr/>
            </p14:nvContentPartPr>
            <p14:xfrm>
              <a:off x="9878286" y="4198291"/>
              <a:ext cx="276120" cy="3034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7482AEF-1DA4-526B-E6FD-C1D215497F0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860286" y="4180291"/>
                <a:ext cx="31176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C5BF441-3E8C-2A41-087C-4C2024685372}"/>
              </a:ext>
            </a:extLst>
          </p:cNvPr>
          <p:cNvGrpSpPr/>
          <p:nvPr/>
        </p:nvGrpSpPr>
        <p:grpSpPr>
          <a:xfrm>
            <a:off x="7203846" y="5073811"/>
            <a:ext cx="894600" cy="560160"/>
            <a:chOff x="7203846" y="5073811"/>
            <a:chExt cx="894600" cy="5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DC16CD6-6994-A791-2CBA-A042810DB91C}"/>
                    </a:ext>
                  </a:extLst>
                </p14:cNvPr>
                <p14:cNvContentPartPr/>
                <p14:nvPr/>
              </p14:nvContentPartPr>
              <p14:xfrm>
                <a:off x="7203846" y="5158411"/>
                <a:ext cx="149040" cy="255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DC16CD6-6994-A791-2CBA-A042810DB91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85846" y="5140411"/>
                  <a:ext cx="184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76D1CCE-6D7B-AC7B-4362-CC97BC93B656}"/>
                    </a:ext>
                  </a:extLst>
                </p14:cNvPr>
                <p14:cNvContentPartPr/>
                <p14:nvPr/>
              </p14:nvContentPartPr>
              <p14:xfrm>
                <a:off x="7467006" y="5073811"/>
                <a:ext cx="298080" cy="5601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76D1CCE-6D7B-AC7B-4362-CC97BC93B65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49006" y="5056171"/>
                  <a:ext cx="3337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C663574-3465-1EF6-BE45-630D049E9E15}"/>
                    </a:ext>
                  </a:extLst>
                </p14:cNvPr>
                <p14:cNvContentPartPr/>
                <p14:nvPr/>
              </p14:nvContentPartPr>
              <p14:xfrm>
                <a:off x="7962366" y="5151931"/>
                <a:ext cx="136080" cy="56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C663574-3465-1EF6-BE45-630D049E9E1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944366" y="5134291"/>
                  <a:ext cx="1717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3029FB5-5D81-6567-79D3-89CA1FFA9710}"/>
              </a:ext>
            </a:extLst>
          </p:cNvPr>
          <p:cNvGrpSpPr/>
          <p:nvPr/>
        </p:nvGrpSpPr>
        <p:grpSpPr>
          <a:xfrm>
            <a:off x="8328846" y="4961491"/>
            <a:ext cx="564840" cy="256320"/>
            <a:chOff x="8328846" y="4961491"/>
            <a:chExt cx="56484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E662E1C-6563-6FFF-5B63-5C6C45DE5192}"/>
                    </a:ext>
                  </a:extLst>
                </p14:cNvPr>
                <p14:cNvContentPartPr/>
                <p14:nvPr/>
              </p14:nvContentPartPr>
              <p14:xfrm>
                <a:off x="8328846" y="4961491"/>
                <a:ext cx="212400" cy="256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E662E1C-6563-6FFF-5B63-5C6C45DE519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310846" y="4943851"/>
                  <a:ext cx="248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F583F61-660C-8BD5-F349-5277BA1C6006}"/>
                    </a:ext>
                  </a:extLst>
                </p14:cNvPr>
                <p14:cNvContentPartPr/>
                <p14:nvPr/>
              </p14:nvContentPartPr>
              <p14:xfrm>
                <a:off x="8629806" y="5021971"/>
                <a:ext cx="263880" cy="182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F583F61-660C-8BD5-F349-5277BA1C600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612166" y="5003971"/>
                  <a:ext cx="2995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65709CCE-7FFB-7EC9-F298-4CBAAFF4E0E0}"/>
              </a:ext>
            </a:extLst>
          </p:cNvPr>
          <p:cNvGrpSpPr/>
          <p:nvPr/>
        </p:nvGrpSpPr>
        <p:grpSpPr>
          <a:xfrm>
            <a:off x="9294366" y="4895611"/>
            <a:ext cx="628560" cy="279720"/>
            <a:chOff x="9294366" y="4895611"/>
            <a:chExt cx="62856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F5380A-CB18-36FC-36CE-C628C37630F4}"/>
                    </a:ext>
                  </a:extLst>
                </p14:cNvPr>
                <p14:cNvContentPartPr/>
                <p14:nvPr/>
              </p14:nvContentPartPr>
              <p14:xfrm>
                <a:off x="9298686" y="5027731"/>
                <a:ext cx="120960" cy="21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F5380A-CB18-36FC-36CE-C628C37630F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280686" y="5009731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DA67507-3770-6909-772A-B1255E68CCE9}"/>
                    </a:ext>
                  </a:extLst>
                </p14:cNvPr>
                <p14:cNvContentPartPr/>
                <p14:nvPr/>
              </p14:nvContentPartPr>
              <p14:xfrm>
                <a:off x="9294366" y="5091451"/>
                <a:ext cx="235080" cy="61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DA67507-3770-6909-772A-B1255E68CCE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276726" y="5073451"/>
                  <a:ext cx="270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92337A8-9553-2AB3-6B68-F5768810246A}"/>
                    </a:ext>
                  </a:extLst>
                </p14:cNvPr>
                <p14:cNvContentPartPr/>
                <p14:nvPr/>
              </p14:nvContentPartPr>
              <p14:xfrm>
                <a:off x="9553206" y="4895611"/>
                <a:ext cx="369720" cy="279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92337A8-9553-2AB3-6B68-F5768810246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535566" y="4877611"/>
                  <a:ext cx="40536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0B53E2E-FFFF-EB80-4076-0ADC6EF04A3F}"/>
              </a:ext>
            </a:extLst>
          </p:cNvPr>
          <p:cNvGrpSpPr/>
          <p:nvPr/>
        </p:nvGrpSpPr>
        <p:grpSpPr>
          <a:xfrm>
            <a:off x="6324726" y="5425171"/>
            <a:ext cx="5799960" cy="1402560"/>
            <a:chOff x="6324726" y="5425171"/>
            <a:chExt cx="5799960" cy="14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49E6465-C13D-3A51-E4EC-6021FE817991}"/>
                    </a:ext>
                  </a:extLst>
                </p14:cNvPr>
                <p14:cNvContentPartPr/>
                <p14:nvPr/>
              </p14:nvContentPartPr>
              <p14:xfrm>
                <a:off x="6324726" y="5631811"/>
                <a:ext cx="258480" cy="201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49E6465-C13D-3A51-E4EC-6021FE81799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307086" y="5613811"/>
                  <a:ext cx="294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F5AEC00-2DF9-2B09-3AC0-1E9CCE98EDB9}"/>
                    </a:ext>
                  </a:extLst>
                </p14:cNvPr>
                <p14:cNvContentPartPr/>
                <p14:nvPr/>
              </p14:nvContentPartPr>
              <p14:xfrm>
                <a:off x="6422286" y="5745931"/>
                <a:ext cx="67320" cy="371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F5AEC00-2DF9-2B09-3AC0-1E9CCE98EDB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404646" y="5727931"/>
                  <a:ext cx="1029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1A04846-9581-3A19-658A-0DB0A3465E61}"/>
                    </a:ext>
                  </a:extLst>
                </p14:cNvPr>
                <p14:cNvContentPartPr/>
                <p14:nvPr/>
              </p14:nvContentPartPr>
              <p14:xfrm>
                <a:off x="6532446" y="5691571"/>
                <a:ext cx="487800" cy="494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1A04846-9581-3A19-658A-0DB0A3465E6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514446" y="5673571"/>
                  <a:ext cx="523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0EC1CF5-9ADC-6EE4-3E7B-5228C493F1E3}"/>
                    </a:ext>
                  </a:extLst>
                </p14:cNvPr>
                <p14:cNvContentPartPr/>
                <p14:nvPr/>
              </p14:nvContentPartPr>
              <p14:xfrm>
                <a:off x="7019166" y="5930971"/>
                <a:ext cx="229320" cy="1803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0EC1CF5-9ADC-6EE4-3E7B-5228C493F1E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001526" y="5912971"/>
                  <a:ext cx="264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3EFF8D8-EF39-2DFA-FDBA-4DC3A6146548}"/>
                    </a:ext>
                  </a:extLst>
                </p14:cNvPr>
                <p14:cNvContentPartPr/>
                <p14:nvPr/>
              </p14:nvContentPartPr>
              <p14:xfrm>
                <a:off x="7631166" y="5806411"/>
                <a:ext cx="240480" cy="275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3EFF8D8-EF39-2DFA-FDBA-4DC3A614654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13166" y="5788411"/>
                  <a:ext cx="2761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CEDA0DF-85A9-B7B6-966C-75681E9F1CF4}"/>
                    </a:ext>
                  </a:extLst>
                </p14:cNvPr>
                <p14:cNvContentPartPr/>
                <p14:nvPr/>
              </p14:nvContentPartPr>
              <p14:xfrm>
                <a:off x="8039406" y="5920891"/>
                <a:ext cx="95760" cy="29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CEDA0DF-85A9-B7B6-966C-75681E9F1CF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21406" y="5903251"/>
                  <a:ext cx="131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E15DBA3-789D-85F6-5AD6-C31786E6E9AA}"/>
                    </a:ext>
                  </a:extLst>
                </p14:cNvPr>
                <p14:cNvContentPartPr/>
                <p14:nvPr/>
              </p14:nvContentPartPr>
              <p14:xfrm>
                <a:off x="8009526" y="5991811"/>
                <a:ext cx="232920" cy="66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E15DBA3-789D-85F6-5AD6-C31786E6E9A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991886" y="5974171"/>
                  <a:ext cx="268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0547616-CC87-47CE-0DF0-B4FE8F481513}"/>
                    </a:ext>
                  </a:extLst>
                </p14:cNvPr>
                <p14:cNvContentPartPr/>
                <p14:nvPr/>
              </p14:nvContentPartPr>
              <p14:xfrm>
                <a:off x="8503806" y="5640811"/>
                <a:ext cx="206280" cy="410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0547616-CC87-47CE-0DF0-B4FE8F48151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5806" y="5622811"/>
                  <a:ext cx="2419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F0A1A39-D23E-3ABA-9444-60E5DFA47E53}"/>
                    </a:ext>
                  </a:extLst>
                </p14:cNvPr>
                <p14:cNvContentPartPr/>
                <p14:nvPr/>
              </p14:nvContentPartPr>
              <p14:xfrm>
                <a:off x="8953446" y="6016651"/>
                <a:ext cx="103680" cy="182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F0A1A39-D23E-3ABA-9444-60E5DFA47E5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35446" y="5998651"/>
                  <a:ext cx="139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4018383-EDAD-6425-BD57-D84C5FA56EB1}"/>
                    </a:ext>
                  </a:extLst>
                </p14:cNvPr>
                <p14:cNvContentPartPr/>
                <p14:nvPr/>
              </p14:nvContentPartPr>
              <p14:xfrm>
                <a:off x="9705846" y="5732251"/>
                <a:ext cx="233640" cy="702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4018383-EDAD-6425-BD57-D84C5FA56EB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688206" y="5714251"/>
                  <a:ext cx="26928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8134B4E-971A-81E9-6968-4631C620A046}"/>
                    </a:ext>
                  </a:extLst>
                </p14:cNvPr>
                <p14:cNvContentPartPr/>
                <p14:nvPr/>
              </p14:nvContentPartPr>
              <p14:xfrm>
                <a:off x="10177446" y="5783731"/>
                <a:ext cx="117720" cy="49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8134B4E-971A-81E9-6968-4631C620A04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59806" y="5766091"/>
                  <a:ext cx="153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26C75CA-9437-7467-192C-C3EF09127DAE}"/>
                    </a:ext>
                  </a:extLst>
                </p14:cNvPr>
                <p14:cNvContentPartPr/>
                <p14:nvPr/>
              </p14:nvContentPartPr>
              <p14:xfrm>
                <a:off x="10163406" y="5887411"/>
                <a:ext cx="178920" cy="48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26C75CA-9437-7467-192C-C3EF09127DA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45766" y="5869771"/>
                  <a:ext cx="214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570EE2F-4490-C578-8189-6B6B1FFD107D}"/>
                    </a:ext>
                  </a:extLst>
                </p14:cNvPr>
                <p14:cNvContentPartPr/>
                <p14:nvPr/>
              </p14:nvContentPartPr>
              <p14:xfrm>
                <a:off x="10607646" y="5764291"/>
                <a:ext cx="246960" cy="18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570EE2F-4490-C578-8189-6B6B1FFD107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589646" y="5746651"/>
                  <a:ext cx="282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EB22158-8268-51FD-2296-1686B880B8B6}"/>
                    </a:ext>
                  </a:extLst>
                </p14:cNvPr>
                <p14:cNvContentPartPr/>
                <p14:nvPr/>
              </p14:nvContentPartPr>
              <p14:xfrm>
                <a:off x="10949646" y="5585371"/>
                <a:ext cx="153000" cy="2959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EB22158-8268-51FD-2296-1686B880B8B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32006" y="5567371"/>
                  <a:ext cx="1886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3702DC1-6CE3-3C8B-1608-005743B2FBFA}"/>
                    </a:ext>
                  </a:extLst>
                </p14:cNvPr>
                <p14:cNvContentPartPr/>
                <p14:nvPr/>
              </p14:nvContentPartPr>
              <p14:xfrm>
                <a:off x="11226486" y="5425171"/>
                <a:ext cx="366480" cy="5047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3702DC1-6CE3-3C8B-1608-005743B2FBFA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208486" y="5407531"/>
                  <a:ext cx="4021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B8F8491-7E56-A178-224E-194B02509089}"/>
                    </a:ext>
                  </a:extLst>
                </p14:cNvPr>
                <p14:cNvContentPartPr/>
                <p14:nvPr/>
              </p14:nvContentPartPr>
              <p14:xfrm>
                <a:off x="6925206" y="6515251"/>
                <a:ext cx="308520" cy="2311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B8F8491-7E56-A178-224E-194B0250908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907566" y="6497251"/>
                  <a:ext cx="344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EF77D12-CF02-78D4-FF62-5FE8CD5430EA}"/>
                    </a:ext>
                  </a:extLst>
                </p14:cNvPr>
                <p14:cNvContentPartPr/>
                <p14:nvPr/>
              </p14:nvContentPartPr>
              <p14:xfrm>
                <a:off x="7339206" y="6497251"/>
                <a:ext cx="107640" cy="31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EF77D12-CF02-78D4-FF62-5FE8CD5430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321206" y="6479611"/>
                  <a:ext cx="143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D282CFF-D866-CABF-01A1-95F7D464F31A}"/>
                    </a:ext>
                  </a:extLst>
                </p14:cNvPr>
                <p14:cNvContentPartPr/>
                <p14:nvPr/>
              </p14:nvContentPartPr>
              <p14:xfrm>
                <a:off x="7316526" y="6617851"/>
                <a:ext cx="158400" cy="489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D282CFF-D866-CABF-01A1-95F7D464F31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298886" y="6599851"/>
                  <a:ext cx="194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3511F8F-80CD-9083-1A5A-DAD5F6986D90}"/>
                    </a:ext>
                  </a:extLst>
                </p14:cNvPr>
                <p14:cNvContentPartPr/>
                <p14:nvPr/>
              </p14:nvContentPartPr>
              <p14:xfrm>
                <a:off x="7762206" y="6452251"/>
                <a:ext cx="186480" cy="2401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3511F8F-80CD-9083-1A5A-DAD5F6986D9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744206" y="6434251"/>
                  <a:ext cx="222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603F241-37B4-804E-A68A-518262A45B31}"/>
                    </a:ext>
                  </a:extLst>
                </p14:cNvPr>
                <p14:cNvContentPartPr/>
                <p14:nvPr/>
              </p14:nvContentPartPr>
              <p14:xfrm>
                <a:off x="8007006" y="6360811"/>
                <a:ext cx="169920" cy="419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603F241-37B4-804E-A68A-518262A45B3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989006" y="6342811"/>
                  <a:ext cx="2055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736BB01-E9B1-0A38-7253-B7A2A0029707}"/>
                    </a:ext>
                  </a:extLst>
                </p14:cNvPr>
                <p14:cNvContentPartPr/>
                <p14:nvPr/>
              </p14:nvContentPartPr>
              <p14:xfrm>
                <a:off x="8181966" y="6537571"/>
                <a:ext cx="105120" cy="540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736BB01-E9B1-0A38-7253-B7A2A002970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163966" y="6519571"/>
                  <a:ext cx="140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05E3AFA-A575-9084-ABDC-1528CB475ED1}"/>
                    </a:ext>
                  </a:extLst>
                </p14:cNvPr>
                <p14:cNvContentPartPr/>
                <p14:nvPr/>
              </p14:nvContentPartPr>
              <p14:xfrm>
                <a:off x="8365926" y="6404011"/>
                <a:ext cx="177840" cy="245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05E3AFA-A575-9084-ABDC-1528CB475ED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48286" y="6386371"/>
                  <a:ext cx="213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E43E187-3DD6-9D26-31DD-9162A5FDBB33}"/>
                    </a:ext>
                  </a:extLst>
                </p14:cNvPr>
                <p14:cNvContentPartPr/>
                <p14:nvPr/>
              </p14:nvContentPartPr>
              <p14:xfrm>
                <a:off x="8642406" y="6272251"/>
                <a:ext cx="198000" cy="3538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E43E187-3DD6-9D26-31DD-9162A5FDBB3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24766" y="6254611"/>
                  <a:ext cx="2336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5E027F1-72E0-2ABC-1724-3CB428203608}"/>
                    </a:ext>
                  </a:extLst>
                </p14:cNvPr>
                <p14:cNvContentPartPr/>
                <p14:nvPr/>
              </p14:nvContentPartPr>
              <p14:xfrm>
                <a:off x="8858046" y="6291691"/>
                <a:ext cx="151560" cy="487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5E027F1-72E0-2ABC-1724-3CB42820360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840406" y="6274051"/>
                  <a:ext cx="1872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0877B2C-E396-84BF-1C0A-624CE19690AC}"/>
                    </a:ext>
                  </a:extLst>
                </p14:cNvPr>
                <p14:cNvContentPartPr/>
                <p14:nvPr/>
              </p14:nvContentPartPr>
              <p14:xfrm>
                <a:off x="9283206" y="6497251"/>
                <a:ext cx="131400" cy="446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0877B2C-E396-84BF-1C0A-624CE19690A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265206" y="6479251"/>
                  <a:ext cx="167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600BF10-8C81-9800-5FC4-CF861206B03A}"/>
                    </a:ext>
                  </a:extLst>
                </p14:cNvPr>
                <p14:cNvContentPartPr/>
                <p14:nvPr/>
              </p14:nvContentPartPr>
              <p14:xfrm>
                <a:off x="9326406" y="6432451"/>
                <a:ext cx="44640" cy="205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600BF10-8C81-9800-5FC4-CF861206B03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08766" y="6414811"/>
                  <a:ext cx="80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6BED10C-5110-B357-35A5-0558DEFC0609}"/>
                    </a:ext>
                  </a:extLst>
                </p14:cNvPr>
                <p14:cNvContentPartPr/>
                <p14:nvPr/>
              </p14:nvContentPartPr>
              <p14:xfrm>
                <a:off x="9419286" y="6418771"/>
                <a:ext cx="120240" cy="2786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6BED10C-5110-B357-35A5-0558DEFC060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401646" y="6401131"/>
                  <a:ext cx="155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EAF666F-AB4F-AE68-0F2A-034625864015}"/>
                    </a:ext>
                  </a:extLst>
                </p14:cNvPr>
                <p14:cNvContentPartPr/>
                <p14:nvPr/>
              </p14:nvContentPartPr>
              <p14:xfrm>
                <a:off x="9696846" y="6389251"/>
                <a:ext cx="232200" cy="345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EAF666F-AB4F-AE68-0F2A-03462586401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679206" y="6371251"/>
                  <a:ext cx="267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65B6680-F4BF-8BC1-EF12-0E2059F49E9B}"/>
                    </a:ext>
                  </a:extLst>
                </p14:cNvPr>
                <p14:cNvContentPartPr/>
                <p14:nvPr/>
              </p14:nvContentPartPr>
              <p14:xfrm>
                <a:off x="9807006" y="6376651"/>
                <a:ext cx="251280" cy="4510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65B6680-F4BF-8BC1-EF12-0E2059F49E9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789006" y="6358651"/>
                  <a:ext cx="2869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4FFB168-7CB8-8719-ACA4-3EAE0DF001A9}"/>
                    </a:ext>
                  </a:extLst>
                </p14:cNvPr>
                <p14:cNvContentPartPr/>
                <p14:nvPr/>
              </p14:nvContentPartPr>
              <p14:xfrm>
                <a:off x="7558086" y="6560611"/>
                <a:ext cx="105120" cy="26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4FFB168-7CB8-8719-ACA4-3EAE0DF001A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540446" y="6542971"/>
                  <a:ext cx="140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E914A88-AC2B-D76B-6369-A942F2A38726}"/>
                    </a:ext>
                  </a:extLst>
                </p14:cNvPr>
                <p14:cNvContentPartPr/>
                <p14:nvPr/>
              </p14:nvContentPartPr>
              <p14:xfrm>
                <a:off x="9249726" y="6488611"/>
                <a:ext cx="131400" cy="175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E914A88-AC2B-D76B-6369-A942F2A3872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232086" y="6470971"/>
                  <a:ext cx="167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649A42C-C8AA-5D09-3BAE-C375E0ED97A4}"/>
                    </a:ext>
                  </a:extLst>
                </p14:cNvPr>
                <p14:cNvContentPartPr/>
                <p14:nvPr/>
              </p14:nvContentPartPr>
              <p14:xfrm>
                <a:off x="9131286" y="6338851"/>
                <a:ext cx="139680" cy="561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649A42C-C8AA-5D09-3BAE-C375E0ED97A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113646" y="6321211"/>
                  <a:ext cx="175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AE5FF72-1CE8-184D-5635-2B7BE49E5016}"/>
                    </a:ext>
                  </a:extLst>
                </p14:cNvPr>
                <p14:cNvContentPartPr/>
                <p14:nvPr/>
              </p14:nvContentPartPr>
              <p14:xfrm>
                <a:off x="10174566" y="6564571"/>
                <a:ext cx="78840" cy="306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AE5FF72-1CE8-184D-5635-2B7BE49E501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156566" y="6546931"/>
                  <a:ext cx="114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3ECCBA7-1305-036F-A14B-8C383DB59092}"/>
                    </a:ext>
                  </a:extLst>
                </p14:cNvPr>
                <p14:cNvContentPartPr/>
                <p14:nvPr/>
              </p14:nvContentPartPr>
              <p14:xfrm>
                <a:off x="10176726" y="6628291"/>
                <a:ext cx="142560" cy="55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3ECCBA7-1305-036F-A14B-8C383DB5909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159086" y="6610651"/>
                  <a:ext cx="178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8FA328E-B97D-2C87-83B9-B6F617E260FD}"/>
                    </a:ext>
                  </a:extLst>
                </p14:cNvPr>
                <p14:cNvContentPartPr/>
                <p14:nvPr/>
              </p14:nvContentPartPr>
              <p14:xfrm>
                <a:off x="10441686" y="6385291"/>
                <a:ext cx="164520" cy="3279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8FA328E-B97D-2C87-83B9-B6F617E260F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423686" y="6367291"/>
                  <a:ext cx="200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D67FDB1-1EB5-2671-4D7D-2EFB39BE1F78}"/>
                    </a:ext>
                  </a:extLst>
                </p14:cNvPr>
                <p14:cNvContentPartPr/>
                <p14:nvPr/>
              </p14:nvContentPartPr>
              <p14:xfrm>
                <a:off x="10669926" y="6446851"/>
                <a:ext cx="225360" cy="271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D67FDB1-1EB5-2671-4D7D-2EFB39BE1F7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652286" y="6429211"/>
                  <a:ext cx="261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6233CF0-B68A-3750-C3DC-DE8F87CC5F55}"/>
                    </a:ext>
                  </a:extLst>
                </p14:cNvPr>
                <p14:cNvContentPartPr/>
                <p14:nvPr/>
              </p14:nvContentPartPr>
              <p14:xfrm>
                <a:off x="10901046" y="6552331"/>
                <a:ext cx="111600" cy="46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6233CF0-B68A-3750-C3DC-DE8F87CC5F5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883406" y="6534331"/>
                  <a:ext cx="147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1A2CDA5-EAD9-A430-69FA-D8F31747961B}"/>
                    </a:ext>
                  </a:extLst>
                </p14:cNvPr>
                <p14:cNvContentPartPr/>
                <p14:nvPr/>
              </p14:nvContentPartPr>
              <p14:xfrm>
                <a:off x="11061606" y="6425251"/>
                <a:ext cx="154800" cy="2365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1A2CDA5-EAD9-A430-69FA-D8F31747961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043606" y="6407251"/>
                  <a:ext cx="1904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E753633-4356-EB13-D5E5-8E38A199F182}"/>
                    </a:ext>
                  </a:extLst>
                </p14:cNvPr>
                <p14:cNvContentPartPr/>
                <p14:nvPr/>
              </p14:nvContentPartPr>
              <p14:xfrm>
                <a:off x="11301006" y="6305731"/>
                <a:ext cx="218520" cy="3355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E753633-4356-EB13-D5E5-8E38A199F18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283006" y="6288091"/>
                  <a:ext cx="2541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30111AE-FF8E-EB22-F2E9-F2A397811924}"/>
                    </a:ext>
                  </a:extLst>
                </p14:cNvPr>
                <p14:cNvContentPartPr/>
                <p14:nvPr/>
              </p14:nvContentPartPr>
              <p14:xfrm>
                <a:off x="11603406" y="6455851"/>
                <a:ext cx="111240" cy="28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30111AE-FF8E-EB22-F2E9-F2A39781192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85406" y="6438211"/>
                  <a:ext cx="146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47FBA0D-84FF-F5E4-CC7F-23C745C59455}"/>
                    </a:ext>
                  </a:extLst>
                </p14:cNvPr>
                <p14:cNvContentPartPr/>
                <p14:nvPr/>
              </p14:nvContentPartPr>
              <p14:xfrm>
                <a:off x="11624646" y="6513811"/>
                <a:ext cx="121320" cy="356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47FBA0D-84FF-F5E4-CC7F-23C745C5945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06646" y="6496171"/>
                  <a:ext cx="156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8A8368F-34F2-970E-4F35-16500ECA6349}"/>
                    </a:ext>
                  </a:extLst>
                </p14:cNvPr>
                <p14:cNvContentPartPr/>
                <p14:nvPr/>
              </p14:nvContentPartPr>
              <p14:xfrm>
                <a:off x="11887806" y="6231931"/>
                <a:ext cx="236880" cy="3528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8A8368F-34F2-970E-4F35-16500ECA634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870166" y="6213931"/>
                  <a:ext cx="27252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6FE59233-18E2-473D-C9D1-22C0DDCA86E5}"/>
                  </a:ext>
                </a:extLst>
              </p14:cNvPr>
              <p14:cNvContentPartPr/>
              <p14:nvPr/>
            </p14:nvContentPartPr>
            <p14:xfrm>
              <a:off x="9118686" y="5344171"/>
              <a:ext cx="21960" cy="50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6FE59233-18E2-473D-C9D1-22C0DDCA86E5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9100686" y="5326531"/>
                <a:ext cx="5760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92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20EADEB-64E9-3CAD-1F5D-F94381CA365D}"/>
              </a:ext>
            </a:extLst>
          </p:cNvPr>
          <p:cNvGrpSpPr/>
          <p:nvPr/>
        </p:nvGrpSpPr>
        <p:grpSpPr>
          <a:xfrm>
            <a:off x="598206" y="205942"/>
            <a:ext cx="1253160" cy="539640"/>
            <a:chOff x="598206" y="205942"/>
            <a:chExt cx="125316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E685A3C-2E9D-167F-9298-1BFC3AFD4EC1}"/>
                    </a:ext>
                  </a:extLst>
                </p14:cNvPr>
                <p14:cNvContentPartPr/>
                <p14:nvPr/>
              </p14:nvContentPartPr>
              <p14:xfrm>
                <a:off x="598206" y="429862"/>
                <a:ext cx="153720" cy="143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E685A3C-2E9D-167F-9298-1BFC3AFD4E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0206" y="411862"/>
                  <a:ext cx="189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772D87-C877-0373-32CA-26DDF129694B}"/>
                    </a:ext>
                  </a:extLst>
                </p14:cNvPr>
                <p14:cNvContentPartPr/>
                <p14:nvPr/>
              </p14:nvContentPartPr>
              <p14:xfrm>
                <a:off x="721686" y="391702"/>
                <a:ext cx="189720" cy="177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772D87-C877-0373-32CA-26DDF12969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46" y="374062"/>
                  <a:ext cx="225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8E3A5D-BC65-3A72-7C50-8559FE2B621D}"/>
                    </a:ext>
                  </a:extLst>
                </p14:cNvPr>
                <p14:cNvContentPartPr/>
                <p14:nvPr/>
              </p14:nvContentPartPr>
              <p14:xfrm>
                <a:off x="1106166" y="434182"/>
                <a:ext cx="6624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8E3A5D-BC65-3A72-7C50-8559FE2B62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8526" y="416182"/>
                  <a:ext cx="101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6C558A-E763-79A5-99CF-ADCF5F7996A0}"/>
                    </a:ext>
                  </a:extLst>
                </p14:cNvPr>
                <p14:cNvContentPartPr/>
                <p14:nvPr/>
              </p14:nvContentPartPr>
              <p14:xfrm>
                <a:off x="1101126" y="510142"/>
                <a:ext cx="135720" cy="3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6C558A-E763-79A5-99CF-ADCF5F7996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3126" y="492502"/>
                  <a:ext cx="171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8F745E-F326-33D5-963D-0818A1CE5D8B}"/>
                    </a:ext>
                  </a:extLst>
                </p14:cNvPr>
                <p14:cNvContentPartPr/>
                <p14:nvPr/>
              </p14:nvContentPartPr>
              <p14:xfrm>
                <a:off x="1433766" y="205942"/>
                <a:ext cx="242640" cy="43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8F745E-F326-33D5-963D-0818A1CE5D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5766" y="187942"/>
                  <a:ext cx="2782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01A3E7-202A-5253-1F92-910D70B04EA6}"/>
                    </a:ext>
                  </a:extLst>
                </p14:cNvPr>
                <p14:cNvContentPartPr/>
                <p14:nvPr/>
              </p14:nvContentPartPr>
              <p14:xfrm>
                <a:off x="1820766" y="559102"/>
                <a:ext cx="30600" cy="186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01A3E7-202A-5253-1F92-910D70B04E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03126" y="541102"/>
                  <a:ext cx="6624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E309BD-3849-7485-3FFF-054C9CEB7C91}"/>
              </a:ext>
            </a:extLst>
          </p:cNvPr>
          <p:cNvGrpSpPr/>
          <p:nvPr/>
        </p:nvGrpSpPr>
        <p:grpSpPr>
          <a:xfrm>
            <a:off x="2414766" y="397102"/>
            <a:ext cx="583560" cy="575280"/>
            <a:chOff x="2414766" y="397102"/>
            <a:chExt cx="583560" cy="57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EFB2B9-6EDE-8827-D3E3-606EB7EA987E}"/>
                    </a:ext>
                  </a:extLst>
                </p14:cNvPr>
                <p14:cNvContentPartPr/>
                <p14:nvPr/>
              </p14:nvContentPartPr>
              <p14:xfrm>
                <a:off x="2414766" y="397102"/>
                <a:ext cx="170280" cy="575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EFB2B9-6EDE-8827-D3E3-606EB7EA98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96766" y="379102"/>
                  <a:ext cx="2059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4F84D4-1173-5DE2-B1A6-7CC8C91068BE}"/>
                    </a:ext>
                  </a:extLst>
                </p14:cNvPr>
                <p14:cNvContentPartPr/>
                <p14:nvPr/>
              </p14:nvContentPartPr>
              <p14:xfrm>
                <a:off x="2789526" y="485302"/>
                <a:ext cx="68400" cy="23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4F84D4-1173-5DE2-B1A6-7CC8C91068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71886" y="467662"/>
                  <a:ext cx="104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79A980-B366-0DFC-CDC6-49F982D51B4A}"/>
                    </a:ext>
                  </a:extLst>
                </p14:cNvPr>
                <p14:cNvContentPartPr/>
                <p14:nvPr/>
              </p14:nvContentPartPr>
              <p14:xfrm>
                <a:off x="2844606" y="531022"/>
                <a:ext cx="153720" cy="41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79A980-B366-0DFC-CDC6-49F982D51B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26606" y="513382"/>
                  <a:ext cx="1893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F7CA4F-8814-4B5A-A9E7-9559262EE17A}"/>
              </a:ext>
            </a:extLst>
          </p:cNvPr>
          <p:cNvGrpSpPr/>
          <p:nvPr/>
        </p:nvGrpSpPr>
        <p:grpSpPr>
          <a:xfrm>
            <a:off x="3218286" y="148702"/>
            <a:ext cx="1159560" cy="595080"/>
            <a:chOff x="3218286" y="148702"/>
            <a:chExt cx="115956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7E4E6F-98E1-59FC-0A7D-3E15426BF52F}"/>
                    </a:ext>
                  </a:extLst>
                </p14:cNvPr>
                <p14:cNvContentPartPr/>
                <p14:nvPr/>
              </p14:nvContentPartPr>
              <p14:xfrm>
                <a:off x="3218286" y="424102"/>
                <a:ext cx="127080" cy="26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7E4E6F-98E1-59FC-0A7D-3E15426BF5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00646" y="406462"/>
                  <a:ext cx="162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E48441-18A4-833A-BD5C-762946A4F89E}"/>
                    </a:ext>
                  </a:extLst>
                </p14:cNvPr>
                <p14:cNvContentPartPr/>
                <p14:nvPr/>
              </p14:nvContentPartPr>
              <p14:xfrm>
                <a:off x="3517446" y="282262"/>
                <a:ext cx="214200" cy="263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E48441-18A4-833A-BD5C-762946A4F8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99806" y="264262"/>
                  <a:ext cx="249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F9C064-6BF9-F3D6-992E-DAE44245A18C}"/>
                    </a:ext>
                  </a:extLst>
                </p14:cNvPr>
                <p14:cNvContentPartPr/>
                <p14:nvPr/>
              </p14:nvContentPartPr>
              <p14:xfrm>
                <a:off x="3905886" y="148702"/>
                <a:ext cx="233640" cy="45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F9C064-6BF9-F3D6-992E-DAE44245A1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7886" y="131062"/>
                  <a:ext cx="2692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FEEAE4-FBE1-CA09-0C6F-C8A857D8DF37}"/>
                    </a:ext>
                  </a:extLst>
                </p14:cNvPr>
                <p14:cNvContentPartPr/>
                <p14:nvPr/>
              </p14:nvContentPartPr>
              <p14:xfrm>
                <a:off x="4326366" y="541462"/>
                <a:ext cx="51480" cy="20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FEEAE4-FBE1-CA09-0C6F-C8A857D8DF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8726" y="523462"/>
                  <a:ext cx="871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C8B8E9-7A1A-3129-F268-8CA2CDB256D3}"/>
              </a:ext>
            </a:extLst>
          </p:cNvPr>
          <p:cNvGrpSpPr/>
          <p:nvPr/>
        </p:nvGrpSpPr>
        <p:grpSpPr>
          <a:xfrm>
            <a:off x="4678446" y="382702"/>
            <a:ext cx="755280" cy="218880"/>
            <a:chOff x="4678446" y="382702"/>
            <a:chExt cx="75528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6E5FBD-FA4D-3FE1-55BB-94AAE143C35E}"/>
                    </a:ext>
                  </a:extLst>
                </p14:cNvPr>
                <p14:cNvContentPartPr/>
                <p14:nvPr/>
              </p14:nvContentPartPr>
              <p14:xfrm>
                <a:off x="4678446" y="419422"/>
                <a:ext cx="303480" cy="18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6E5FBD-FA4D-3FE1-55BB-94AAE143C3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60806" y="401422"/>
                  <a:ext cx="339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3967FF-76FD-4345-883D-E242D5E690AC}"/>
                    </a:ext>
                  </a:extLst>
                </p14:cNvPr>
                <p14:cNvContentPartPr/>
                <p14:nvPr/>
              </p14:nvContentPartPr>
              <p14:xfrm>
                <a:off x="5182086" y="382702"/>
                <a:ext cx="114480" cy="2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3967FF-76FD-4345-883D-E242D5E690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64446" y="365062"/>
                  <a:ext cx="150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C5CEE6-A9D4-36D3-28FB-7F725ED91F68}"/>
                    </a:ext>
                  </a:extLst>
                </p14:cNvPr>
                <p14:cNvContentPartPr/>
                <p14:nvPr/>
              </p14:nvContentPartPr>
              <p14:xfrm>
                <a:off x="5208726" y="458662"/>
                <a:ext cx="225000" cy="47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C5CEE6-A9D4-36D3-28FB-7F725ED91F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91086" y="441022"/>
                  <a:ext cx="26064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20D8425-AAC4-A2A4-F8A4-597A044D6B8B}"/>
                  </a:ext>
                </a:extLst>
              </p14:cNvPr>
              <p14:cNvContentPartPr/>
              <p14:nvPr/>
            </p14:nvContentPartPr>
            <p14:xfrm>
              <a:off x="5748006" y="110182"/>
              <a:ext cx="310680" cy="406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20D8425-AAC4-A2A4-F8A4-597A044D6B8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30006" y="92182"/>
                <a:ext cx="346320" cy="44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67626D1B-1EDC-206D-DF28-97468B29098B}"/>
              </a:ext>
            </a:extLst>
          </p:cNvPr>
          <p:cNvGrpSpPr/>
          <p:nvPr/>
        </p:nvGrpSpPr>
        <p:grpSpPr>
          <a:xfrm>
            <a:off x="7130406" y="154102"/>
            <a:ext cx="1462680" cy="844560"/>
            <a:chOff x="7130406" y="154102"/>
            <a:chExt cx="1462680" cy="8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9A3C7E-0CC5-BD90-77B3-4C49A3C4FAD4}"/>
                    </a:ext>
                  </a:extLst>
                </p14:cNvPr>
                <p14:cNvContentPartPr/>
                <p14:nvPr/>
              </p14:nvContentPartPr>
              <p14:xfrm>
                <a:off x="7130406" y="340222"/>
                <a:ext cx="1115280" cy="658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9A3C7E-0CC5-BD90-77B3-4C49A3C4FA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2406" y="322582"/>
                  <a:ext cx="115092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DBFDDE-2412-504A-2E01-9A7F3DD8BD9F}"/>
                    </a:ext>
                  </a:extLst>
                </p14:cNvPr>
                <p14:cNvContentPartPr/>
                <p14:nvPr/>
              </p14:nvContentPartPr>
              <p14:xfrm>
                <a:off x="8293566" y="154102"/>
                <a:ext cx="299520" cy="394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DBFDDE-2412-504A-2E01-9A7F3DD8BD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75926" y="136462"/>
                  <a:ext cx="33516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C5795C-CF31-A118-C198-996D8F7609B2}"/>
              </a:ext>
            </a:extLst>
          </p:cNvPr>
          <p:cNvGrpSpPr/>
          <p:nvPr/>
        </p:nvGrpSpPr>
        <p:grpSpPr>
          <a:xfrm>
            <a:off x="9217686" y="42502"/>
            <a:ext cx="2480040" cy="509760"/>
            <a:chOff x="9217686" y="42502"/>
            <a:chExt cx="248004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8597DDD-C47A-DE8C-CA5C-005240684E88}"/>
                    </a:ext>
                  </a:extLst>
                </p14:cNvPr>
                <p14:cNvContentPartPr/>
                <p14:nvPr/>
              </p14:nvContentPartPr>
              <p14:xfrm>
                <a:off x="9217686" y="360022"/>
                <a:ext cx="675720" cy="192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8597DDD-C47A-DE8C-CA5C-005240684E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99686" y="342382"/>
                  <a:ext cx="711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2F17EB-B07C-3549-CE56-373E4C595ED8}"/>
                    </a:ext>
                  </a:extLst>
                </p14:cNvPr>
                <p14:cNvContentPartPr/>
                <p14:nvPr/>
              </p14:nvContentPartPr>
              <p14:xfrm>
                <a:off x="10007166" y="455782"/>
                <a:ext cx="49320" cy="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2F17EB-B07C-3549-CE56-373E4C595E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89526" y="438142"/>
                  <a:ext cx="84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B1FC89-766E-1782-B30E-51CC1C89C683}"/>
                    </a:ext>
                  </a:extLst>
                </p14:cNvPr>
                <p14:cNvContentPartPr/>
                <p14:nvPr/>
              </p14:nvContentPartPr>
              <p14:xfrm>
                <a:off x="10244406" y="116302"/>
                <a:ext cx="498240" cy="422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B1FC89-766E-1782-B30E-51CC1C89C6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26406" y="98662"/>
                  <a:ext cx="5338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8251C5-3F79-BF88-EEF7-CB222D7F54C4}"/>
                    </a:ext>
                  </a:extLst>
                </p14:cNvPr>
                <p14:cNvContentPartPr/>
                <p14:nvPr/>
              </p14:nvContentPartPr>
              <p14:xfrm>
                <a:off x="10815726" y="365062"/>
                <a:ext cx="221040" cy="13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8251C5-3F79-BF88-EEF7-CB222D7F54C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797726" y="347422"/>
                  <a:ext cx="256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A956A4-18C7-A39E-DFBC-EC7909422978}"/>
                    </a:ext>
                  </a:extLst>
                </p14:cNvPr>
                <p14:cNvContentPartPr/>
                <p14:nvPr/>
              </p14:nvContentPartPr>
              <p14:xfrm>
                <a:off x="11094726" y="338782"/>
                <a:ext cx="72000" cy="145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A956A4-18C7-A39E-DFBC-EC790942297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6726" y="321142"/>
                  <a:ext cx="107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736DFD-A9BD-C600-C9CD-B7EB5E77259A}"/>
                    </a:ext>
                  </a:extLst>
                </p14:cNvPr>
                <p14:cNvContentPartPr/>
                <p14:nvPr/>
              </p14:nvContentPartPr>
              <p14:xfrm>
                <a:off x="11163486" y="152662"/>
                <a:ext cx="29880" cy="4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736DFD-A9BD-C600-C9CD-B7EB5E77259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45846" y="135022"/>
                  <a:ext cx="65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41CDC9-086B-8FA8-74A7-302BB07B792A}"/>
                    </a:ext>
                  </a:extLst>
                </p14:cNvPr>
                <p14:cNvContentPartPr/>
                <p14:nvPr/>
              </p14:nvContentPartPr>
              <p14:xfrm>
                <a:off x="10534926" y="206662"/>
                <a:ext cx="130320" cy="1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41CDC9-086B-8FA8-74A7-302BB07B79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16926" y="188662"/>
                  <a:ext cx="165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A6728B-E8F1-7765-37B2-212D2090FC50}"/>
                    </a:ext>
                  </a:extLst>
                </p14:cNvPr>
                <p14:cNvContentPartPr/>
                <p14:nvPr/>
              </p14:nvContentPartPr>
              <p14:xfrm>
                <a:off x="11300286" y="149422"/>
                <a:ext cx="397440" cy="307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A6728B-E8F1-7765-37B2-212D2090FC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82286" y="131782"/>
                  <a:ext cx="433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5CB17E-936A-9B1D-354D-8237D21797F3}"/>
                    </a:ext>
                  </a:extLst>
                </p14:cNvPr>
                <p14:cNvContentPartPr/>
                <p14:nvPr/>
              </p14:nvContentPartPr>
              <p14:xfrm>
                <a:off x="10564446" y="42502"/>
                <a:ext cx="294480" cy="5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5CB17E-936A-9B1D-354D-8237D21797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46446" y="24862"/>
                  <a:ext cx="33012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33BCDFB-9CFD-3CBE-E910-9FE0E6BE7B2F}"/>
              </a:ext>
            </a:extLst>
          </p:cNvPr>
          <p:cNvGrpSpPr/>
          <p:nvPr/>
        </p:nvGrpSpPr>
        <p:grpSpPr>
          <a:xfrm>
            <a:off x="284286" y="881662"/>
            <a:ext cx="1644480" cy="755640"/>
            <a:chOff x="284286" y="881662"/>
            <a:chExt cx="1644480" cy="75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C0DFA7-2411-5706-A692-27106531B3B1}"/>
                    </a:ext>
                  </a:extLst>
                </p14:cNvPr>
                <p14:cNvContentPartPr/>
                <p14:nvPr/>
              </p14:nvContentPartPr>
              <p14:xfrm>
                <a:off x="1226046" y="1151302"/>
                <a:ext cx="193320" cy="486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C0DFA7-2411-5706-A692-27106531B3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08046" y="1133662"/>
                  <a:ext cx="22896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192450-EEEF-7ECB-30DA-15B70F1981DF}"/>
                    </a:ext>
                  </a:extLst>
                </p14:cNvPr>
                <p14:cNvContentPartPr/>
                <p14:nvPr/>
              </p14:nvContentPartPr>
              <p14:xfrm>
                <a:off x="284286" y="1157422"/>
                <a:ext cx="189360" cy="207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192450-EEEF-7ECB-30DA-15B70F1981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6646" y="1139782"/>
                  <a:ext cx="225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2771033-568D-732F-78DC-4A5771426227}"/>
                    </a:ext>
                  </a:extLst>
                </p14:cNvPr>
                <p14:cNvContentPartPr/>
                <p14:nvPr/>
              </p14:nvContentPartPr>
              <p14:xfrm>
                <a:off x="546726" y="881662"/>
                <a:ext cx="740520" cy="54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2771033-568D-732F-78DC-4A57714262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8726" y="864022"/>
                  <a:ext cx="77616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FAB5FF-4014-8355-C5DB-6C786091D35D}"/>
                    </a:ext>
                  </a:extLst>
                </p14:cNvPr>
                <p14:cNvContentPartPr/>
                <p14:nvPr/>
              </p14:nvContentPartPr>
              <p14:xfrm>
                <a:off x="1390206" y="1179022"/>
                <a:ext cx="538560" cy="234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FAB5FF-4014-8355-C5DB-6C786091D35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72206" y="1161382"/>
                  <a:ext cx="574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AC1273-FDD1-E6DB-B964-55849FFFAC5E}"/>
                    </a:ext>
                  </a:extLst>
                </p14:cNvPr>
                <p14:cNvContentPartPr/>
                <p14:nvPr/>
              </p14:nvContentPartPr>
              <p14:xfrm>
                <a:off x="1295166" y="1175782"/>
                <a:ext cx="65520" cy="158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AC1273-FDD1-E6DB-B964-55849FFFAC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77166" y="1157782"/>
                  <a:ext cx="101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A397C0-4BB9-B28D-261D-AE6C451CADCD}"/>
                    </a:ext>
                  </a:extLst>
                </p14:cNvPr>
                <p14:cNvContentPartPr/>
                <p14:nvPr/>
              </p14:nvContentPartPr>
              <p14:xfrm>
                <a:off x="1307766" y="1000822"/>
                <a:ext cx="20520" cy="25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A397C0-4BB9-B28D-261D-AE6C451CADC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0126" y="983182"/>
                  <a:ext cx="56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7A1D3F8-A672-A7C5-D8B4-E8D9B2845FCA}"/>
                    </a:ext>
                  </a:extLst>
                </p14:cNvPr>
                <p14:cNvContentPartPr/>
                <p14:nvPr/>
              </p14:nvContentPartPr>
              <p14:xfrm>
                <a:off x="1105806" y="1038982"/>
                <a:ext cx="296640" cy="75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7A1D3F8-A672-A7C5-D8B4-E8D9B2845FC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8166" y="1020982"/>
                  <a:ext cx="33228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66A2922-A993-3178-B121-5FCEC877F00A}"/>
                  </a:ext>
                </a:extLst>
              </p14:cNvPr>
              <p14:cNvContentPartPr/>
              <p14:nvPr/>
            </p14:nvContentPartPr>
            <p14:xfrm>
              <a:off x="2600526" y="1096222"/>
              <a:ext cx="337680" cy="858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66A2922-A993-3178-B121-5FCEC877F00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82526" y="1078582"/>
                <a:ext cx="373320" cy="89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2AEADBD3-2EEC-1EAB-7E91-084644C6EA72}"/>
              </a:ext>
            </a:extLst>
          </p:cNvPr>
          <p:cNvGrpSpPr/>
          <p:nvPr/>
        </p:nvGrpSpPr>
        <p:grpSpPr>
          <a:xfrm>
            <a:off x="3309726" y="991462"/>
            <a:ext cx="623160" cy="396000"/>
            <a:chOff x="3309726" y="991462"/>
            <a:chExt cx="62316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E3C039-F0D6-9A25-E13C-7AE3F5FFF80F}"/>
                    </a:ext>
                  </a:extLst>
                </p14:cNvPr>
                <p14:cNvContentPartPr/>
                <p14:nvPr/>
              </p14:nvContentPartPr>
              <p14:xfrm>
                <a:off x="3320886" y="991462"/>
                <a:ext cx="612000" cy="396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E3C039-F0D6-9A25-E13C-7AE3F5FFF80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02886" y="973462"/>
                  <a:ext cx="6476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506304-F092-48F0-A809-FD6849830D21}"/>
                    </a:ext>
                  </a:extLst>
                </p14:cNvPr>
                <p14:cNvContentPartPr/>
                <p14:nvPr/>
              </p14:nvContentPartPr>
              <p14:xfrm>
                <a:off x="3309726" y="1081102"/>
                <a:ext cx="206280" cy="5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506304-F092-48F0-A809-FD6849830D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91726" y="1063102"/>
                  <a:ext cx="2419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6673F05-85D6-6EBC-3CF4-CFB60DA6959D}"/>
              </a:ext>
            </a:extLst>
          </p:cNvPr>
          <p:cNvGrpSpPr/>
          <p:nvPr/>
        </p:nvGrpSpPr>
        <p:grpSpPr>
          <a:xfrm>
            <a:off x="4349046" y="921982"/>
            <a:ext cx="1061280" cy="1011960"/>
            <a:chOff x="4349046" y="921982"/>
            <a:chExt cx="1061280" cy="10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D740E5-4686-E3A8-C4A5-DE176EDB72AA}"/>
                    </a:ext>
                  </a:extLst>
                </p14:cNvPr>
                <p14:cNvContentPartPr/>
                <p14:nvPr/>
              </p14:nvContentPartPr>
              <p14:xfrm>
                <a:off x="4349046" y="1087942"/>
                <a:ext cx="430560" cy="846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D740E5-4686-E3A8-C4A5-DE176EDB72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31046" y="1069942"/>
                  <a:ext cx="46620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4B3618-C1CF-9C3F-64A3-AAC7D8654828}"/>
                    </a:ext>
                  </a:extLst>
                </p14:cNvPr>
                <p14:cNvContentPartPr/>
                <p14:nvPr/>
              </p14:nvContentPartPr>
              <p14:xfrm>
                <a:off x="4805166" y="1144822"/>
                <a:ext cx="605160" cy="20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4B3618-C1CF-9C3F-64A3-AAC7D86548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87166" y="1126822"/>
                  <a:ext cx="640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A56B74-5D89-7DB8-EF88-FCEC9D028A7E}"/>
                    </a:ext>
                  </a:extLst>
                </p14:cNvPr>
                <p14:cNvContentPartPr/>
                <p14:nvPr/>
              </p14:nvContentPartPr>
              <p14:xfrm>
                <a:off x="4983726" y="921982"/>
                <a:ext cx="88920" cy="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A56B74-5D89-7DB8-EF88-FCEC9D028A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66086" y="904342"/>
                  <a:ext cx="12456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17CFD0D-CC72-98A2-54EA-07A6D4973D81}"/>
              </a:ext>
            </a:extLst>
          </p:cNvPr>
          <p:cNvGrpSpPr/>
          <p:nvPr/>
        </p:nvGrpSpPr>
        <p:grpSpPr>
          <a:xfrm>
            <a:off x="6041046" y="827302"/>
            <a:ext cx="2043720" cy="873720"/>
            <a:chOff x="6041046" y="827302"/>
            <a:chExt cx="2043720" cy="8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58DC1F-C0FA-1BD5-C3DE-50399D580402}"/>
                    </a:ext>
                  </a:extLst>
                </p14:cNvPr>
                <p14:cNvContentPartPr/>
                <p14:nvPr/>
              </p14:nvContentPartPr>
              <p14:xfrm>
                <a:off x="6041046" y="1096582"/>
                <a:ext cx="193680" cy="214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58DC1F-C0FA-1BD5-C3DE-50399D5804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23406" y="1078942"/>
                  <a:ext cx="229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751134-7717-92AA-260A-9EB0EF034C0D}"/>
                    </a:ext>
                  </a:extLst>
                </p14:cNvPr>
                <p14:cNvContentPartPr/>
                <p14:nvPr/>
              </p14:nvContentPartPr>
              <p14:xfrm>
                <a:off x="6398166" y="1091542"/>
                <a:ext cx="147600" cy="609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751134-7717-92AA-260A-9EB0EF034C0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80526" y="1073542"/>
                  <a:ext cx="18324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D5CF56-2EAD-5AFE-69AC-F42099DF78B5}"/>
                    </a:ext>
                  </a:extLst>
                </p14:cNvPr>
                <p14:cNvContentPartPr/>
                <p14:nvPr/>
              </p14:nvContentPartPr>
              <p14:xfrm>
                <a:off x="6662046" y="1066342"/>
                <a:ext cx="168480" cy="22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D5CF56-2EAD-5AFE-69AC-F42099DF78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44046" y="1048342"/>
                  <a:ext cx="204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02B986-8B28-417D-2893-E32D24F2BAFE}"/>
                    </a:ext>
                  </a:extLst>
                </p14:cNvPr>
                <p14:cNvContentPartPr/>
                <p14:nvPr/>
              </p14:nvContentPartPr>
              <p14:xfrm>
                <a:off x="6943206" y="1089382"/>
                <a:ext cx="315360" cy="17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02B986-8B28-417D-2893-E32D24F2BA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25206" y="1071382"/>
                  <a:ext cx="351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01CB35-59F5-6050-0D78-C5DDBA1AE77A}"/>
                    </a:ext>
                  </a:extLst>
                </p14:cNvPr>
                <p14:cNvContentPartPr/>
                <p14:nvPr/>
              </p14:nvContentPartPr>
              <p14:xfrm>
                <a:off x="7269366" y="827302"/>
                <a:ext cx="815400" cy="482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01CB35-59F5-6050-0D78-C5DDBA1AE7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51366" y="809662"/>
                  <a:ext cx="85104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BE0BC2-B2C1-7DA8-A747-01BCACF44EDD}"/>
                    </a:ext>
                  </a:extLst>
                </p14:cNvPr>
                <p14:cNvContentPartPr/>
                <p14:nvPr/>
              </p14:nvContentPartPr>
              <p14:xfrm>
                <a:off x="7700286" y="851062"/>
                <a:ext cx="37440" cy="32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BE0BC2-B2C1-7DA8-A747-01BCACF44E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82646" y="833062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3084DA-E61D-675D-CF82-B38BC8E9CDC0}"/>
                    </a:ext>
                  </a:extLst>
                </p14:cNvPr>
                <p14:cNvContentPartPr/>
                <p14:nvPr/>
              </p14:nvContentPartPr>
              <p14:xfrm>
                <a:off x="7250286" y="976342"/>
                <a:ext cx="258120" cy="29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3084DA-E61D-675D-CF82-B38BC8E9CD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2286" y="958702"/>
                  <a:ext cx="29376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3CC70AF-8227-B275-BE0F-F3BC4FAA607F}"/>
                  </a:ext>
                </a:extLst>
              </p14:cNvPr>
              <p14:cNvContentPartPr/>
              <p14:nvPr/>
            </p14:nvContentPartPr>
            <p14:xfrm>
              <a:off x="9147126" y="1174342"/>
              <a:ext cx="14400" cy="288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3CC70AF-8227-B275-BE0F-F3BC4FAA607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129126" y="1156702"/>
                <a:ext cx="50040" cy="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45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76964D-57FC-410C-D9BC-7DCDCFF710AC}"/>
              </a:ext>
            </a:extLst>
          </p:cNvPr>
          <p:cNvGrpSpPr/>
          <p:nvPr/>
        </p:nvGrpSpPr>
        <p:grpSpPr>
          <a:xfrm>
            <a:off x="396606" y="256983"/>
            <a:ext cx="842040" cy="360720"/>
            <a:chOff x="396606" y="256983"/>
            <a:chExt cx="84204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C8880C-5091-4750-CC3C-049594CF982A}"/>
                    </a:ext>
                  </a:extLst>
                </p14:cNvPr>
                <p14:cNvContentPartPr/>
                <p14:nvPr/>
              </p14:nvContentPartPr>
              <p14:xfrm>
                <a:off x="396606" y="256983"/>
                <a:ext cx="288720" cy="333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C8880C-5091-4750-CC3C-049594CF98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8966" y="238983"/>
                  <a:ext cx="3243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1DCAE5-B3CB-B925-CA37-8CBF960F29EE}"/>
                    </a:ext>
                  </a:extLst>
                </p14:cNvPr>
                <p14:cNvContentPartPr/>
                <p14:nvPr/>
              </p14:nvContentPartPr>
              <p14:xfrm>
                <a:off x="584526" y="412143"/>
                <a:ext cx="139680" cy="10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1DCAE5-B3CB-B925-CA37-8CBF960F29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6886" y="394143"/>
                  <a:ext cx="175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06C824-1D3C-989A-4FE6-58831734322D}"/>
                    </a:ext>
                  </a:extLst>
                </p14:cNvPr>
                <p14:cNvContentPartPr/>
                <p14:nvPr/>
              </p14:nvContentPartPr>
              <p14:xfrm>
                <a:off x="787206" y="402423"/>
                <a:ext cx="360" cy="77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06C824-1D3C-989A-4FE6-5883173432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9566" y="384423"/>
                  <a:ext cx="36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5405A3-E3AD-124F-A832-06FF6897BB8E}"/>
                    </a:ext>
                  </a:extLst>
                </p14:cNvPr>
                <p14:cNvContentPartPr/>
                <p14:nvPr/>
              </p14:nvContentPartPr>
              <p14:xfrm>
                <a:off x="835446" y="262383"/>
                <a:ext cx="16920" cy="9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5405A3-E3AD-124F-A832-06FF6897BB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7806" y="244743"/>
                  <a:ext cx="52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F88C5F-9838-F526-A38D-A34564046E5E}"/>
                    </a:ext>
                  </a:extLst>
                </p14:cNvPr>
                <p14:cNvContentPartPr/>
                <p14:nvPr/>
              </p14:nvContentPartPr>
              <p14:xfrm>
                <a:off x="747246" y="413943"/>
                <a:ext cx="47160" cy="16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F88C5F-9838-F526-A38D-A34564046E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9246" y="396303"/>
                  <a:ext cx="82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8EFA28-261D-C02A-E2FB-6C2E01F11ED6}"/>
                    </a:ext>
                  </a:extLst>
                </p14:cNvPr>
                <p14:cNvContentPartPr/>
                <p14:nvPr/>
              </p14:nvContentPartPr>
              <p14:xfrm>
                <a:off x="838326" y="455703"/>
                <a:ext cx="146880" cy="141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8EFA28-261D-C02A-E2FB-6C2E01F11E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0326" y="437703"/>
                  <a:ext cx="18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B6C0A2-EADA-951E-01BA-1806763D66F6}"/>
                    </a:ext>
                  </a:extLst>
                </p14:cNvPr>
                <p14:cNvContentPartPr/>
                <p14:nvPr/>
              </p14:nvContentPartPr>
              <p14:xfrm>
                <a:off x="1049286" y="334023"/>
                <a:ext cx="189360" cy="283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B6C0A2-EADA-951E-01BA-1806763D66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1286" y="316383"/>
                  <a:ext cx="2250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382824-689F-6DBD-DB18-6DA346FBDA79}"/>
              </a:ext>
            </a:extLst>
          </p:cNvPr>
          <p:cNvGrpSpPr/>
          <p:nvPr/>
        </p:nvGrpSpPr>
        <p:grpSpPr>
          <a:xfrm>
            <a:off x="1523766" y="300183"/>
            <a:ext cx="653760" cy="338760"/>
            <a:chOff x="1523766" y="300183"/>
            <a:chExt cx="6537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7D62C6-A71D-B22D-12BE-4D8E6C1C6838}"/>
                    </a:ext>
                  </a:extLst>
                </p14:cNvPr>
                <p14:cNvContentPartPr/>
                <p14:nvPr/>
              </p14:nvContentPartPr>
              <p14:xfrm>
                <a:off x="1523766" y="300183"/>
                <a:ext cx="653760" cy="338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7D62C6-A71D-B22D-12BE-4D8E6C1C68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05766" y="282543"/>
                  <a:ext cx="6894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E2ED21B-CA70-C33A-FEAE-4F623F0140C4}"/>
                    </a:ext>
                  </a:extLst>
                </p14:cNvPr>
                <p14:cNvContentPartPr/>
                <p14:nvPr/>
              </p14:nvContentPartPr>
              <p14:xfrm>
                <a:off x="1551846" y="364983"/>
                <a:ext cx="201600" cy="26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E2ED21B-CA70-C33A-FEAE-4F623F0140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33846" y="347343"/>
                  <a:ext cx="2372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E759E2-1DFA-D842-5C66-B9CE4D6FD4E1}"/>
              </a:ext>
            </a:extLst>
          </p:cNvPr>
          <p:cNvGrpSpPr/>
          <p:nvPr/>
        </p:nvGrpSpPr>
        <p:grpSpPr>
          <a:xfrm>
            <a:off x="2567406" y="306303"/>
            <a:ext cx="1081440" cy="286200"/>
            <a:chOff x="2567406" y="306303"/>
            <a:chExt cx="108144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AAC0A6-6450-EDAA-D4C6-9A79BF93C588}"/>
                    </a:ext>
                  </a:extLst>
                </p14:cNvPr>
                <p14:cNvContentPartPr/>
                <p14:nvPr/>
              </p14:nvContentPartPr>
              <p14:xfrm>
                <a:off x="2567406" y="442383"/>
                <a:ext cx="214920" cy="15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AAC0A6-6450-EDAA-D4C6-9A79BF93C5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9406" y="424383"/>
                  <a:ext cx="250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30914B-B845-A901-90F9-7294B1E1B481}"/>
                    </a:ext>
                  </a:extLst>
                </p14:cNvPr>
                <p14:cNvContentPartPr/>
                <p14:nvPr/>
              </p14:nvContentPartPr>
              <p14:xfrm>
                <a:off x="2784846" y="306303"/>
                <a:ext cx="864000" cy="284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30914B-B845-A901-90F9-7294B1E1B4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7206" y="288663"/>
                  <a:ext cx="899640" cy="32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572DD18-18B6-290E-2844-52BC8CDF38D9}"/>
                  </a:ext>
                </a:extLst>
              </p14:cNvPr>
              <p14:cNvContentPartPr/>
              <p14:nvPr/>
            </p14:nvContentPartPr>
            <p14:xfrm>
              <a:off x="3969246" y="306303"/>
              <a:ext cx="433440" cy="75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572DD18-18B6-290E-2844-52BC8CDF38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51246" y="288303"/>
                <a:ext cx="469080" cy="78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FC4D315-BAE4-3465-0127-33D7304A6AA1}"/>
              </a:ext>
            </a:extLst>
          </p:cNvPr>
          <p:cNvGrpSpPr/>
          <p:nvPr/>
        </p:nvGrpSpPr>
        <p:grpSpPr>
          <a:xfrm>
            <a:off x="4841526" y="271023"/>
            <a:ext cx="216000" cy="358200"/>
            <a:chOff x="4841526" y="271023"/>
            <a:chExt cx="21600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C69061-7029-C811-3457-8A1F6F3D3038}"/>
                    </a:ext>
                  </a:extLst>
                </p14:cNvPr>
                <p14:cNvContentPartPr/>
                <p14:nvPr/>
              </p14:nvContentPartPr>
              <p14:xfrm>
                <a:off x="4841526" y="271023"/>
                <a:ext cx="78840" cy="30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C69061-7029-C811-3457-8A1F6F3D30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23886" y="253383"/>
                  <a:ext cx="1144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BFA7D1-BAF1-C6A6-13FE-092989BE788F}"/>
                    </a:ext>
                  </a:extLst>
                </p14:cNvPr>
                <p14:cNvContentPartPr/>
                <p14:nvPr/>
              </p14:nvContentPartPr>
              <p14:xfrm>
                <a:off x="4873926" y="352383"/>
                <a:ext cx="183600" cy="27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BFA7D1-BAF1-C6A6-13FE-092989BE78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55926" y="334383"/>
                  <a:ext cx="21924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8601713-AF50-078C-6D23-83FCF867C75C}"/>
              </a:ext>
            </a:extLst>
          </p:cNvPr>
          <p:cNvGrpSpPr/>
          <p:nvPr/>
        </p:nvGrpSpPr>
        <p:grpSpPr>
          <a:xfrm>
            <a:off x="5539206" y="253743"/>
            <a:ext cx="858960" cy="326520"/>
            <a:chOff x="5539206" y="253743"/>
            <a:chExt cx="85896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495AC5-186B-757C-944B-2B060760781F}"/>
                    </a:ext>
                  </a:extLst>
                </p14:cNvPr>
                <p14:cNvContentPartPr/>
                <p14:nvPr/>
              </p14:nvContentPartPr>
              <p14:xfrm>
                <a:off x="5539206" y="392343"/>
                <a:ext cx="162000" cy="180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495AC5-186B-757C-944B-2B06076078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21566" y="374343"/>
                  <a:ext cx="197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8E9306-854F-524E-05D6-5E001E015B71}"/>
                    </a:ext>
                  </a:extLst>
                </p14:cNvPr>
                <p14:cNvContentPartPr/>
                <p14:nvPr/>
              </p14:nvContentPartPr>
              <p14:xfrm>
                <a:off x="5811726" y="402063"/>
                <a:ext cx="159120" cy="15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8E9306-854F-524E-05D6-5E001E015B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94086" y="384063"/>
                  <a:ext cx="194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FB2F7A-97BF-192C-1D7D-2C3FA4D77BB3}"/>
                    </a:ext>
                  </a:extLst>
                </p14:cNvPr>
                <p14:cNvContentPartPr/>
                <p14:nvPr/>
              </p14:nvContentPartPr>
              <p14:xfrm>
                <a:off x="6026646" y="415743"/>
                <a:ext cx="123120" cy="164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FB2F7A-97BF-192C-1D7D-2C3FA4D77B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08646" y="398103"/>
                  <a:ext cx="158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476B26-06CC-7F78-2E6D-99E50E3D73C7}"/>
                    </a:ext>
                  </a:extLst>
                </p14:cNvPr>
                <p14:cNvContentPartPr/>
                <p14:nvPr/>
              </p14:nvContentPartPr>
              <p14:xfrm>
                <a:off x="6195126" y="253743"/>
                <a:ext cx="203040" cy="273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476B26-06CC-7F78-2E6D-99E50E3D73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77486" y="235743"/>
                  <a:ext cx="23868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29008FF-81BA-A674-D1F9-63AB7FB4C8EF}"/>
              </a:ext>
            </a:extLst>
          </p:cNvPr>
          <p:cNvGrpSpPr/>
          <p:nvPr/>
        </p:nvGrpSpPr>
        <p:grpSpPr>
          <a:xfrm>
            <a:off x="6893166" y="275343"/>
            <a:ext cx="878760" cy="322200"/>
            <a:chOff x="6893166" y="275343"/>
            <a:chExt cx="87876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1F8CF5-0E99-E7EE-77AA-86F852D97F4E}"/>
                    </a:ext>
                  </a:extLst>
                </p14:cNvPr>
                <p14:cNvContentPartPr/>
                <p14:nvPr/>
              </p14:nvContentPartPr>
              <p14:xfrm>
                <a:off x="6893166" y="295863"/>
                <a:ext cx="252000" cy="30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1F8CF5-0E99-E7EE-77AA-86F852D97F4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75526" y="278223"/>
                  <a:ext cx="287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B1B544C-1A50-1037-4D9C-B585CA904CDE}"/>
                    </a:ext>
                  </a:extLst>
                </p14:cNvPr>
                <p14:cNvContentPartPr/>
                <p14:nvPr/>
              </p14:nvContentPartPr>
              <p14:xfrm>
                <a:off x="7225446" y="275343"/>
                <a:ext cx="118800" cy="278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B1B544C-1A50-1037-4D9C-B585CA904CD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07806" y="257343"/>
                  <a:ext cx="1544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F9DF4-1744-96E1-C7C8-7A01756663E5}"/>
                    </a:ext>
                  </a:extLst>
                </p14:cNvPr>
                <p14:cNvContentPartPr/>
                <p14:nvPr/>
              </p14:nvContentPartPr>
              <p14:xfrm>
                <a:off x="7399686" y="283623"/>
                <a:ext cx="360000" cy="27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F9DF4-1744-96E1-C7C8-7A01756663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2046" y="265623"/>
                  <a:ext cx="395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F7D25C-EEBC-E042-4B61-2C9719CA9AAD}"/>
                    </a:ext>
                  </a:extLst>
                </p14:cNvPr>
                <p14:cNvContentPartPr/>
                <p14:nvPr/>
              </p14:nvContentPartPr>
              <p14:xfrm>
                <a:off x="7631886" y="324303"/>
                <a:ext cx="140040" cy="29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F7D25C-EEBC-E042-4B61-2C9719CA9A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14246" y="306303"/>
                  <a:ext cx="175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81916C-269C-E9C7-C179-C69AEADD70C1}"/>
                    </a:ext>
                  </a:extLst>
                </p14:cNvPr>
                <p14:cNvContentPartPr/>
                <p14:nvPr/>
              </p14:nvContentPartPr>
              <p14:xfrm>
                <a:off x="6910446" y="366423"/>
                <a:ext cx="117360" cy="1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81916C-269C-E9C7-C179-C69AEADD70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92806" y="348423"/>
                  <a:ext cx="15300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69FA7C-5904-CB15-7592-1D10CBE10D0B}"/>
              </a:ext>
            </a:extLst>
          </p:cNvPr>
          <p:cNvGrpSpPr/>
          <p:nvPr/>
        </p:nvGrpSpPr>
        <p:grpSpPr>
          <a:xfrm>
            <a:off x="8086566" y="278583"/>
            <a:ext cx="680760" cy="306720"/>
            <a:chOff x="8086566" y="278583"/>
            <a:chExt cx="68076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E6C83C-61AA-D658-100D-E15EB77C2C6E}"/>
                    </a:ext>
                  </a:extLst>
                </p14:cNvPr>
                <p14:cNvContentPartPr/>
                <p14:nvPr/>
              </p14:nvContentPartPr>
              <p14:xfrm>
                <a:off x="8149926" y="291903"/>
                <a:ext cx="241920" cy="29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E6C83C-61AA-D658-100D-E15EB77C2C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31926" y="273903"/>
                  <a:ext cx="277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D9C785-B2EE-2856-5751-8922D7BA4B85}"/>
                    </a:ext>
                  </a:extLst>
                </p14:cNvPr>
                <p14:cNvContentPartPr/>
                <p14:nvPr/>
              </p14:nvContentPartPr>
              <p14:xfrm>
                <a:off x="8445486" y="278583"/>
                <a:ext cx="321840" cy="29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D9C785-B2EE-2856-5751-8922D7BA4B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27486" y="260583"/>
                  <a:ext cx="357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FB3DEA-EEC7-BBC9-5333-F3DA026219D9}"/>
                    </a:ext>
                  </a:extLst>
                </p14:cNvPr>
                <p14:cNvContentPartPr/>
                <p14:nvPr/>
              </p14:nvContentPartPr>
              <p14:xfrm>
                <a:off x="8086566" y="361383"/>
                <a:ext cx="183960" cy="20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FB3DEA-EEC7-BBC9-5333-F3DA026219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68926" y="343743"/>
                  <a:ext cx="2196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62FBB0-A489-8784-F262-D66E8DACF0E8}"/>
              </a:ext>
            </a:extLst>
          </p:cNvPr>
          <p:cNvGrpSpPr/>
          <p:nvPr/>
        </p:nvGrpSpPr>
        <p:grpSpPr>
          <a:xfrm>
            <a:off x="9271686" y="291183"/>
            <a:ext cx="1387800" cy="662760"/>
            <a:chOff x="9271686" y="291183"/>
            <a:chExt cx="1387800" cy="66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CE2040-D274-0041-754F-2C008E2BE3D3}"/>
                    </a:ext>
                  </a:extLst>
                </p14:cNvPr>
                <p14:cNvContentPartPr/>
                <p14:nvPr/>
              </p14:nvContentPartPr>
              <p14:xfrm>
                <a:off x="9271686" y="466143"/>
                <a:ext cx="204840" cy="16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CE2040-D274-0041-754F-2C008E2BE3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54046" y="448143"/>
                  <a:ext cx="240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3E2B44-16E2-776B-4517-E99F9240BBC2}"/>
                    </a:ext>
                  </a:extLst>
                </p14:cNvPr>
                <p14:cNvContentPartPr/>
                <p14:nvPr/>
              </p14:nvContentPartPr>
              <p14:xfrm>
                <a:off x="9469326" y="435903"/>
                <a:ext cx="440640" cy="518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3E2B44-16E2-776B-4517-E99F9240BB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51326" y="418263"/>
                  <a:ext cx="4762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1D5BE7-E7D0-5AFA-11C6-29988263F593}"/>
                    </a:ext>
                  </a:extLst>
                </p14:cNvPr>
                <p14:cNvContentPartPr/>
                <p14:nvPr/>
              </p14:nvContentPartPr>
              <p14:xfrm>
                <a:off x="10031286" y="291183"/>
                <a:ext cx="92880" cy="31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1D5BE7-E7D0-5AFA-11C6-29988263F5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13646" y="273543"/>
                  <a:ext cx="1285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F5179A-4D5B-0BF3-70A4-0189CFCD4326}"/>
                    </a:ext>
                  </a:extLst>
                </p14:cNvPr>
                <p14:cNvContentPartPr/>
                <p14:nvPr/>
              </p14:nvContentPartPr>
              <p14:xfrm>
                <a:off x="9966486" y="380463"/>
                <a:ext cx="15588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F5179A-4D5B-0BF3-70A4-0189CFCD43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48486" y="362463"/>
                  <a:ext cx="191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5D69CA-5308-9242-B23F-A4586D882428}"/>
                    </a:ext>
                  </a:extLst>
                </p14:cNvPr>
                <p14:cNvContentPartPr/>
                <p14:nvPr/>
              </p14:nvContentPartPr>
              <p14:xfrm>
                <a:off x="10165566" y="439863"/>
                <a:ext cx="136080" cy="158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5D69CA-5308-9242-B23F-A4586D8824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47926" y="421863"/>
                  <a:ext cx="171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2EFAF2-8EAF-6276-6B5E-A25B01D8A79F}"/>
                    </a:ext>
                  </a:extLst>
                </p14:cNvPr>
                <p14:cNvContentPartPr/>
                <p14:nvPr/>
              </p14:nvContentPartPr>
              <p14:xfrm>
                <a:off x="10357086" y="474063"/>
                <a:ext cx="302400" cy="139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2EFAF2-8EAF-6276-6B5E-A25B01D8A7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39446" y="456063"/>
                  <a:ext cx="3380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926F11-FBEE-31B3-B373-68F34FB91F9F}"/>
                  </a:ext>
                </a:extLst>
              </p14:cNvPr>
              <p14:cNvContentPartPr/>
              <p14:nvPr/>
            </p14:nvContentPartPr>
            <p14:xfrm>
              <a:off x="10980246" y="315303"/>
              <a:ext cx="433440" cy="692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926F11-FBEE-31B3-B373-68F34FB91F9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62606" y="297663"/>
                <a:ext cx="469080" cy="72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786FCB57-E4DE-F41A-4416-611E3B1DD694}"/>
              </a:ext>
            </a:extLst>
          </p:cNvPr>
          <p:cNvGrpSpPr/>
          <p:nvPr/>
        </p:nvGrpSpPr>
        <p:grpSpPr>
          <a:xfrm>
            <a:off x="486246" y="839463"/>
            <a:ext cx="1793520" cy="727560"/>
            <a:chOff x="486246" y="839463"/>
            <a:chExt cx="1793520" cy="72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7F7F95E-A79D-45BF-A9A0-C1E37D08542E}"/>
                    </a:ext>
                  </a:extLst>
                </p14:cNvPr>
                <p14:cNvContentPartPr/>
                <p14:nvPr/>
              </p14:nvContentPartPr>
              <p14:xfrm>
                <a:off x="486246" y="1019823"/>
                <a:ext cx="431640" cy="547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7F7F95E-A79D-45BF-A9A0-C1E37D0854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8246" y="1002183"/>
                  <a:ext cx="46728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DEC135-6920-4140-1FCF-BA61F3CAAC04}"/>
                    </a:ext>
                  </a:extLst>
                </p14:cNvPr>
                <p14:cNvContentPartPr/>
                <p14:nvPr/>
              </p14:nvContentPartPr>
              <p14:xfrm>
                <a:off x="1023006" y="1091823"/>
                <a:ext cx="142920" cy="15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DEC135-6920-4140-1FCF-BA61F3CAAC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5366" y="1074183"/>
                  <a:ext cx="178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C8E15CC-4B6F-2CA1-043B-9494123906D0}"/>
                    </a:ext>
                  </a:extLst>
                </p14:cNvPr>
                <p14:cNvContentPartPr/>
                <p14:nvPr/>
              </p14:nvContentPartPr>
              <p14:xfrm>
                <a:off x="1238286" y="1109103"/>
                <a:ext cx="255240" cy="14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C8E15CC-4B6F-2CA1-043B-9494123906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20646" y="1091463"/>
                  <a:ext cx="290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8A1FD6-E981-BB3D-3AD7-DF9884063369}"/>
                    </a:ext>
                  </a:extLst>
                </p14:cNvPr>
                <p14:cNvContentPartPr/>
                <p14:nvPr/>
              </p14:nvContentPartPr>
              <p14:xfrm>
                <a:off x="1547526" y="839463"/>
                <a:ext cx="137880" cy="410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8A1FD6-E981-BB3D-3AD7-DF98840633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29526" y="821823"/>
                  <a:ext cx="1735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81E6B7-58F0-7438-4919-0BFE524F8C08}"/>
                    </a:ext>
                  </a:extLst>
                </p14:cNvPr>
                <p14:cNvContentPartPr/>
                <p14:nvPr/>
              </p14:nvContentPartPr>
              <p14:xfrm>
                <a:off x="1660566" y="1089303"/>
                <a:ext cx="497880" cy="174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81E6B7-58F0-7438-4919-0BFE524F8C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2926" y="1071303"/>
                  <a:ext cx="533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AB15D1-F58B-F2B0-F5E7-BCB5516E95F4}"/>
                    </a:ext>
                  </a:extLst>
                </p14:cNvPr>
                <p14:cNvContentPartPr/>
                <p14:nvPr/>
              </p14:nvContentPartPr>
              <p14:xfrm>
                <a:off x="2180766" y="1087863"/>
                <a:ext cx="99000" cy="127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AB15D1-F58B-F2B0-F5E7-BCB5516E95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62766" y="1069863"/>
                  <a:ext cx="134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E63496-4684-05CF-7BB5-EB284ACD15A4}"/>
                    </a:ext>
                  </a:extLst>
                </p14:cNvPr>
                <p14:cNvContentPartPr/>
                <p14:nvPr/>
              </p14:nvContentPartPr>
              <p14:xfrm>
                <a:off x="1982766" y="933783"/>
                <a:ext cx="12960" cy="38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E63496-4684-05CF-7BB5-EB284ACD15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64766" y="915783"/>
                  <a:ext cx="48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58A028-8AB9-6724-0990-B83F46B117F0}"/>
                    </a:ext>
                  </a:extLst>
                </p14:cNvPr>
                <p14:cNvContentPartPr/>
                <p14:nvPr/>
              </p14:nvContentPartPr>
              <p14:xfrm>
                <a:off x="1599726" y="946743"/>
                <a:ext cx="110160" cy="1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58A028-8AB9-6724-0990-B83F46B117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81726" y="928743"/>
                  <a:ext cx="1458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70735E4-C31D-EC5C-7487-F10CA1FB118A}"/>
                  </a:ext>
                </a:extLst>
              </p14:cNvPr>
              <p14:cNvContentPartPr/>
              <p14:nvPr/>
            </p14:nvContentPartPr>
            <p14:xfrm>
              <a:off x="3271206" y="1398903"/>
              <a:ext cx="27360" cy="11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70735E4-C31D-EC5C-7487-F10CA1FB118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53566" y="1381263"/>
                <a:ext cx="630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B06ABF6-3A8D-EF77-D924-F229BDA8FA31}"/>
              </a:ext>
            </a:extLst>
          </p:cNvPr>
          <p:cNvGrpSpPr/>
          <p:nvPr/>
        </p:nvGrpSpPr>
        <p:grpSpPr>
          <a:xfrm>
            <a:off x="1037046" y="1563783"/>
            <a:ext cx="2116800" cy="703440"/>
            <a:chOff x="1037046" y="1563783"/>
            <a:chExt cx="2116800" cy="70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E07A2F-8E86-EA71-6FB3-7D4531A2A5E5}"/>
                    </a:ext>
                  </a:extLst>
                </p14:cNvPr>
                <p14:cNvContentPartPr/>
                <p14:nvPr/>
              </p14:nvContentPartPr>
              <p14:xfrm>
                <a:off x="1037046" y="1750983"/>
                <a:ext cx="209520" cy="177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E07A2F-8E86-EA71-6FB3-7D4531A2A5E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9046" y="1732983"/>
                  <a:ext cx="245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CF1423-BCB5-756C-50AC-263426384887}"/>
                    </a:ext>
                  </a:extLst>
                </p14:cNvPr>
                <p14:cNvContentPartPr/>
                <p14:nvPr/>
              </p14:nvContentPartPr>
              <p14:xfrm>
                <a:off x="1390566" y="1772943"/>
                <a:ext cx="150480" cy="36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CF1423-BCB5-756C-50AC-2634263848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72566" y="1754943"/>
                  <a:ext cx="186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E1850E-B01A-CEBF-4804-8244FED409D4}"/>
                    </a:ext>
                  </a:extLst>
                </p14:cNvPr>
                <p14:cNvContentPartPr/>
                <p14:nvPr/>
              </p14:nvContentPartPr>
              <p14:xfrm>
                <a:off x="1455726" y="1696983"/>
                <a:ext cx="55440" cy="169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E1850E-B01A-CEBF-4804-8244FED409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37726" y="1679343"/>
                  <a:ext cx="91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E0AAC4-B7FB-7875-FB54-81F347E738F1}"/>
                    </a:ext>
                  </a:extLst>
                </p14:cNvPr>
                <p14:cNvContentPartPr/>
                <p14:nvPr/>
              </p14:nvContentPartPr>
              <p14:xfrm>
                <a:off x="1671726" y="1563783"/>
                <a:ext cx="205560" cy="29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E0AAC4-B7FB-7875-FB54-81F347E738F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53726" y="1546143"/>
                  <a:ext cx="2412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74C6C3-A150-8F83-3D3E-131BD98648C5}"/>
                    </a:ext>
                  </a:extLst>
                </p14:cNvPr>
                <p14:cNvContentPartPr/>
                <p14:nvPr/>
              </p14:nvContentPartPr>
              <p14:xfrm>
                <a:off x="1768926" y="1729023"/>
                <a:ext cx="276840" cy="538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74C6C3-A150-8F83-3D3E-131BD98648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51286" y="1711023"/>
                  <a:ext cx="31248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1047DA-87CB-AE55-D493-D250E2A9CBF3}"/>
                    </a:ext>
                  </a:extLst>
                </p14:cNvPr>
                <p14:cNvContentPartPr/>
                <p14:nvPr/>
              </p14:nvContentPartPr>
              <p14:xfrm>
                <a:off x="2190486" y="1786983"/>
                <a:ext cx="118440" cy="5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1047DA-87CB-AE55-D493-D250E2A9CB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72486" y="1769343"/>
                  <a:ext cx="154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A565EEC-B668-B0EC-80C8-49202245A1AF}"/>
                    </a:ext>
                  </a:extLst>
                </p14:cNvPr>
                <p14:cNvContentPartPr/>
                <p14:nvPr/>
              </p14:nvContentPartPr>
              <p14:xfrm>
                <a:off x="2211006" y="1729743"/>
                <a:ext cx="51480" cy="245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A565EEC-B668-B0EC-80C8-49202245A1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93366" y="1711743"/>
                  <a:ext cx="871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2C5CE9-472D-6CF0-E1A6-91506A34F2CC}"/>
                    </a:ext>
                  </a:extLst>
                </p14:cNvPr>
                <p14:cNvContentPartPr/>
                <p14:nvPr/>
              </p14:nvContentPartPr>
              <p14:xfrm>
                <a:off x="2290206" y="1611663"/>
                <a:ext cx="165600" cy="320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2C5CE9-472D-6CF0-E1A6-91506A34F2C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72206" y="1594023"/>
                  <a:ext cx="2012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69C6E4-066A-4034-D500-C981D893D974}"/>
                    </a:ext>
                  </a:extLst>
                </p14:cNvPr>
                <p14:cNvContentPartPr/>
                <p14:nvPr/>
              </p14:nvContentPartPr>
              <p14:xfrm>
                <a:off x="2616006" y="1704903"/>
                <a:ext cx="249480" cy="16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69C6E4-066A-4034-D500-C981D893D9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98366" y="1686903"/>
                  <a:ext cx="285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CB1A45-7656-1112-D31D-2E539D62907A}"/>
                    </a:ext>
                  </a:extLst>
                </p14:cNvPr>
                <p14:cNvContentPartPr/>
                <p14:nvPr/>
              </p14:nvContentPartPr>
              <p14:xfrm>
                <a:off x="3031446" y="1744863"/>
                <a:ext cx="122400" cy="20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CB1A45-7656-1112-D31D-2E539D6290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13806" y="1727223"/>
                  <a:ext cx="158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F61524-4D99-529C-8DBA-014C33C52B43}"/>
                    </a:ext>
                  </a:extLst>
                </p14:cNvPr>
                <p14:cNvContentPartPr/>
                <p14:nvPr/>
              </p14:nvContentPartPr>
              <p14:xfrm>
                <a:off x="3028926" y="1826223"/>
                <a:ext cx="115560" cy="25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F61524-4D99-529C-8DBA-014C33C52B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11286" y="1808223"/>
                  <a:ext cx="1512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C0A859B-E589-7CBC-0024-0BCC85FC5D4B}"/>
              </a:ext>
            </a:extLst>
          </p:cNvPr>
          <p:cNvGrpSpPr/>
          <p:nvPr/>
        </p:nvGrpSpPr>
        <p:grpSpPr>
          <a:xfrm>
            <a:off x="3417006" y="1653423"/>
            <a:ext cx="411840" cy="351720"/>
            <a:chOff x="3417006" y="1653423"/>
            <a:chExt cx="41184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97AF17-2FBD-6A12-1263-B53031390938}"/>
                    </a:ext>
                  </a:extLst>
                </p14:cNvPr>
                <p14:cNvContentPartPr/>
                <p14:nvPr/>
              </p14:nvContentPartPr>
              <p14:xfrm>
                <a:off x="3417006" y="1653423"/>
                <a:ext cx="234000" cy="227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97AF17-2FBD-6A12-1263-B530313909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99366" y="1635423"/>
                  <a:ext cx="269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5DF4FC2-4F07-8A6F-9859-9F635FE4779A}"/>
                    </a:ext>
                  </a:extLst>
                </p14:cNvPr>
                <p14:cNvContentPartPr/>
                <p14:nvPr/>
              </p14:nvContentPartPr>
              <p14:xfrm>
                <a:off x="3751086" y="1870503"/>
                <a:ext cx="77760" cy="134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5DF4FC2-4F07-8A6F-9859-9F635FE477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33086" y="1852863"/>
                  <a:ext cx="1134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0EE2FDE-ADA7-0124-566C-247D0E31876D}"/>
              </a:ext>
            </a:extLst>
          </p:cNvPr>
          <p:cNvGrpSpPr/>
          <p:nvPr/>
        </p:nvGrpSpPr>
        <p:grpSpPr>
          <a:xfrm>
            <a:off x="4147086" y="1514823"/>
            <a:ext cx="3465000" cy="822600"/>
            <a:chOff x="4147086" y="1514823"/>
            <a:chExt cx="3465000" cy="8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C504A5C-48D8-83DA-1694-E915C0997106}"/>
                    </a:ext>
                  </a:extLst>
                </p14:cNvPr>
                <p14:cNvContentPartPr/>
                <p14:nvPr/>
              </p14:nvContentPartPr>
              <p14:xfrm>
                <a:off x="4147086" y="1581423"/>
                <a:ext cx="155520" cy="329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C504A5C-48D8-83DA-1694-E915C099710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29446" y="1563423"/>
                  <a:ext cx="1911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250282B-3BAE-8C81-CB80-E883A0516D72}"/>
                    </a:ext>
                  </a:extLst>
                </p14:cNvPr>
                <p14:cNvContentPartPr/>
                <p14:nvPr/>
              </p14:nvContentPartPr>
              <p14:xfrm>
                <a:off x="4372806" y="1725423"/>
                <a:ext cx="303120" cy="171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250282B-3BAE-8C81-CB80-E883A0516D7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55166" y="1707423"/>
                  <a:ext cx="338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839F88A-695D-CE05-CB59-050DA9439D13}"/>
                    </a:ext>
                  </a:extLst>
                </p14:cNvPr>
                <p14:cNvContentPartPr/>
                <p14:nvPr/>
              </p14:nvContentPartPr>
              <p14:xfrm>
                <a:off x="4746846" y="1723623"/>
                <a:ext cx="193320" cy="48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839F88A-695D-CE05-CB59-050DA9439D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29206" y="1705623"/>
                  <a:ext cx="228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AC08D3-12FD-3E42-AA42-52030328C600}"/>
                    </a:ext>
                  </a:extLst>
                </p14:cNvPr>
                <p14:cNvContentPartPr/>
                <p14:nvPr/>
              </p14:nvContentPartPr>
              <p14:xfrm>
                <a:off x="4848366" y="1641543"/>
                <a:ext cx="51480" cy="20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AC08D3-12FD-3E42-AA42-52030328C6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30366" y="1623543"/>
                  <a:ext cx="87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75C2B3C-DE64-8905-DBE0-64FA37A61569}"/>
                    </a:ext>
                  </a:extLst>
                </p14:cNvPr>
                <p14:cNvContentPartPr/>
                <p14:nvPr/>
              </p14:nvContentPartPr>
              <p14:xfrm>
                <a:off x="5134926" y="1564143"/>
                <a:ext cx="149760" cy="321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75C2B3C-DE64-8905-DBE0-64FA37A6156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17286" y="1546503"/>
                  <a:ext cx="1854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49C961-6FFC-0C9F-D6FE-AA936C6C0056}"/>
                    </a:ext>
                  </a:extLst>
                </p14:cNvPr>
                <p14:cNvContentPartPr/>
                <p14:nvPr/>
              </p14:nvContentPartPr>
              <p14:xfrm>
                <a:off x="5371446" y="1718583"/>
                <a:ext cx="204840" cy="618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49C961-6FFC-0C9F-D6FE-AA936C6C00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53446" y="1700943"/>
                  <a:ext cx="24048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440E204-D34D-7176-EEEF-94D024DE50E6}"/>
                    </a:ext>
                  </a:extLst>
                </p14:cNvPr>
                <p14:cNvContentPartPr/>
                <p14:nvPr/>
              </p14:nvContentPartPr>
              <p14:xfrm>
                <a:off x="5897766" y="1745223"/>
                <a:ext cx="101880" cy="27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440E204-D34D-7176-EEEF-94D024DE50E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79766" y="1727223"/>
                  <a:ext cx="137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0B6F6B1-C072-D29B-90E3-730782E1A418}"/>
                    </a:ext>
                  </a:extLst>
                </p14:cNvPr>
                <p14:cNvContentPartPr/>
                <p14:nvPr/>
              </p14:nvContentPartPr>
              <p14:xfrm>
                <a:off x="5893806" y="1696263"/>
                <a:ext cx="55800" cy="207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0B6F6B1-C072-D29B-90E3-730782E1A4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76166" y="1678263"/>
                  <a:ext cx="91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3F3C012-DF48-9697-C0FF-B460D19E1D37}"/>
                    </a:ext>
                  </a:extLst>
                </p14:cNvPr>
                <p14:cNvContentPartPr/>
                <p14:nvPr/>
              </p14:nvContentPartPr>
              <p14:xfrm>
                <a:off x="6074886" y="1514823"/>
                <a:ext cx="221400" cy="385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3F3C012-DF48-9697-C0FF-B460D19E1D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57246" y="1497183"/>
                  <a:ext cx="2570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F192BC-3C46-BEE4-BE3B-C8D0DA167F5D}"/>
                    </a:ext>
                  </a:extLst>
                </p14:cNvPr>
                <p14:cNvContentPartPr/>
                <p14:nvPr/>
              </p14:nvContentPartPr>
              <p14:xfrm>
                <a:off x="6418686" y="1745943"/>
                <a:ext cx="221400" cy="149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F192BC-3C46-BEE4-BE3B-C8D0DA167F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00686" y="1727943"/>
                  <a:ext cx="257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E734F07-9193-9024-A14A-937F7E44D7D5}"/>
                    </a:ext>
                  </a:extLst>
                </p14:cNvPr>
                <p14:cNvContentPartPr/>
                <p14:nvPr/>
              </p14:nvContentPartPr>
              <p14:xfrm>
                <a:off x="6810006" y="1691583"/>
                <a:ext cx="129240" cy="2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E734F07-9193-9024-A14A-937F7E44D7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92006" y="1673583"/>
                  <a:ext cx="16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53A0DF-91EE-6029-92B7-31A4F8F03613}"/>
                    </a:ext>
                  </a:extLst>
                </p14:cNvPr>
                <p14:cNvContentPartPr/>
                <p14:nvPr/>
              </p14:nvContentPartPr>
              <p14:xfrm>
                <a:off x="6792366" y="1760343"/>
                <a:ext cx="123840" cy="2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53A0DF-91EE-6029-92B7-31A4F8F0361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74726" y="1742343"/>
                  <a:ext cx="159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CFBF84-FBA4-E103-E1F7-52F94E8CA9E4}"/>
                    </a:ext>
                  </a:extLst>
                </p14:cNvPr>
                <p14:cNvContentPartPr/>
                <p14:nvPr/>
              </p14:nvContentPartPr>
              <p14:xfrm>
                <a:off x="7163166" y="1607703"/>
                <a:ext cx="22428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CFBF84-FBA4-E103-E1F7-52F94E8CA9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45166" y="1589703"/>
                  <a:ext cx="259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8C229C-A934-95B5-B67B-716B9A9CAE13}"/>
                    </a:ext>
                  </a:extLst>
                </p14:cNvPr>
                <p14:cNvContentPartPr/>
                <p14:nvPr/>
              </p14:nvContentPartPr>
              <p14:xfrm>
                <a:off x="7482486" y="1828383"/>
                <a:ext cx="129600" cy="222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8C229C-A934-95B5-B67B-716B9A9CAE1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64486" y="1810743"/>
                  <a:ext cx="165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2D9A57-1519-CC53-2325-31334BDE642C}"/>
                    </a:ext>
                  </a:extLst>
                </p14:cNvPr>
                <p14:cNvContentPartPr/>
                <p14:nvPr/>
              </p14:nvContentPartPr>
              <p14:xfrm>
                <a:off x="5716326" y="1756023"/>
                <a:ext cx="241920" cy="25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2D9A57-1519-CC53-2325-31334BDE642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98326" y="1738023"/>
                  <a:ext cx="2775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F238DA2-A29E-D011-C66D-6DDC8351F782}"/>
              </a:ext>
            </a:extLst>
          </p:cNvPr>
          <p:cNvGrpSpPr/>
          <p:nvPr/>
        </p:nvGrpSpPr>
        <p:grpSpPr>
          <a:xfrm>
            <a:off x="8340006" y="1464423"/>
            <a:ext cx="3004920" cy="615960"/>
            <a:chOff x="8340006" y="1464423"/>
            <a:chExt cx="3004920" cy="61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095621-213E-A9B9-400C-741F6A79F360}"/>
                    </a:ext>
                  </a:extLst>
                </p14:cNvPr>
                <p14:cNvContentPartPr/>
                <p14:nvPr/>
              </p14:nvContentPartPr>
              <p14:xfrm>
                <a:off x="8340006" y="1534263"/>
                <a:ext cx="295200" cy="250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095621-213E-A9B9-400C-741F6A79F36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22006" y="1516263"/>
                  <a:ext cx="330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9C69E5-6C89-C2A3-62F5-9674879CD0C4}"/>
                    </a:ext>
                  </a:extLst>
                </p14:cNvPr>
                <p14:cNvContentPartPr/>
                <p14:nvPr/>
              </p14:nvContentPartPr>
              <p14:xfrm>
                <a:off x="8656086" y="1588623"/>
                <a:ext cx="368280" cy="167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9C69E5-6C89-C2A3-62F5-9674879CD0C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8086" y="1570983"/>
                  <a:ext cx="403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291271-B8BD-D347-DD28-DD7D36E7170E}"/>
                    </a:ext>
                  </a:extLst>
                </p14:cNvPr>
                <p14:cNvContentPartPr/>
                <p14:nvPr/>
              </p14:nvContentPartPr>
              <p14:xfrm>
                <a:off x="9183126" y="1594743"/>
                <a:ext cx="167760" cy="42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291271-B8BD-D347-DD28-DD7D36E717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65486" y="1576743"/>
                  <a:ext cx="203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820123-3B71-8F5C-84EE-BD3EA50F3776}"/>
                    </a:ext>
                  </a:extLst>
                </p14:cNvPr>
                <p14:cNvContentPartPr/>
                <p14:nvPr/>
              </p14:nvContentPartPr>
              <p14:xfrm>
                <a:off x="9261606" y="1489623"/>
                <a:ext cx="40320" cy="203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820123-3B71-8F5C-84EE-BD3EA50F377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243966" y="1471983"/>
                  <a:ext cx="75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D82645E-C4A0-AB23-CDC1-89D60CC0CBAC}"/>
                    </a:ext>
                  </a:extLst>
                </p14:cNvPr>
                <p14:cNvContentPartPr/>
                <p14:nvPr/>
              </p14:nvContentPartPr>
              <p14:xfrm>
                <a:off x="9389766" y="1549023"/>
                <a:ext cx="239400" cy="531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D82645E-C4A0-AB23-CDC1-89D60CC0CB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71766" y="1531383"/>
                  <a:ext cx="2750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0A14D4-E4DF-9423-B3CC-015E982DC581}"/>
                    </a:ext>
                  </a:extLst>
                </p14:cNvPr>
                <p14:cNvContentPartPr/>
                <p14:nvPr/>
              </p14:nvContentPartPr>
              <p14:xfrm>
                <a:off x="9874686" y="1591143"/>
                <a:ext cx="129240" cy="1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0A14D4-E4DF-9423-B3CC-015E982DC58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57046" y="1573503"/>
                  <a:ext cx="16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6F30B8-8AD9-5C62-116F-364D3A30770F}"/>
                    </a:ext>
                  </a:extLst>
                </p14:cNvPr>
                <p14:cNvContentPartPr/>
                <p14:nvPr/>
              </p14:nvContentPartPr>
              <p14:xfrm>
                <a:off x="9958206" y="1529943"/>
                <a:ext cx="14760" cy="227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6F30B8-8AD9-5C62-116F-364D3A3077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40206" y="1511943"/>
                  <a:ext cx="50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5AAC77-B072-A6CE-F97E-0CC2F321A4FF}"/>
                    </a:ext>
                  </a:extLst>
                </p14:cNvPr>
                <p14:cNvContentPartPr/>
                <p14:nvPr/>
              </p14:nvContentPartPr>
              <p14:xfrm>
                <a:off x="10105446" y="1468383"/>
                <a:ext cx="171000" cy="292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5AAC77-B072-A6CE-F97E-0CC2F321A4F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087806" y="1450743"/>
                  <a:ext cx="206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4AE01F-C945-4033-417B-6473DF9E39E9}"/>
                    </a:ext>
                  </a:extLst>
                </p14:cNvPr>
                <p14:cNvContentPartPr/>
                <p14:nvPr/>
              </p14:nvContentPartPr>
              <p14:xfrm>
                <a:off x="10306686" y="1572423"/>
                <a:ext cx="190800" cy="187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4AE01F-C945-4033-417B-6473DF9E39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89046" y="1554423"/>
                  <a:ext cx="226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7006E1-CC78-20BA-93EE-F1B824368150}"/>
                    </a:ext>
                  </a:extLst>
                </p14:cNvPr>
                <p14:cNvContentPartPr/>
                <p14:nvPr/>
              </p14:nvContentPartPr>
              <p14:xfrm>
                <a:off x="10733646" y="1587543"/>
                <a:ext cx="166680" cy="24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7006E1-CC78-20BA-93EE-F1B82436815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15646" y="1569903"/>
                  <a:ext cx="202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76ACDC5-6361-3FCA-C2B3-1CB75250CF93}"/>
                    </a:ext>
                  </a:extLst>
                </p14:cNvPr>
                <p14:cNvContentPartPr/>
                <p14:nvPr/>
              </p14:nvContentPartPr>
              <p14:xfrm>
                <a:off x="10766406" y="1640103"/>
                <a:ext cx="145440" cy="31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76ACDC5-6361-3FCA-C2B3-1CB75250CF9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48766" y="1622103"/>
                  <a:ext cx="181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FB3075-DD3D-D87F-8F2A-6624889ACE28}"/>
                    </a:ext>
                  </a:extLst>
                </p14:cNvPr>
                <p14:cNvContentPartPr/>
                <p14:nvPr/>
              </p14:nvContentPartPr>
              <p14:xfrm>
                <a:off x="10986726" y="1464423"/>
                <a:ext cx="358200" cy="230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FB3075-DD3D-D87F-8F2A-6624889ACE2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69086" y="1446423"/>
                  <a:ext cx="393840" cy="26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439E6E-37A7-57B5-9106-F2B2C7BA0210}"/>
                  </a:ext>
                </a:extLst>
              </p14:cNvPr>
              <p14:cNvContentPartPr/>
              <p14:nvPr/>
            </p14:nvContentPartPr>
            <p14:xfrm>
              <a:off x="408846" y="2269743"/>
              <a:ext cx="516240" cy="402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439E6E-37A7-57B5-9106-F2B2C7BA021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91206" y="2252103"/>
                <a:ext cx="551880" cy="43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D2297B-ADC7-DE16-86AF-F5EDA1EE1DCE}"/>
              </a:ext>
            </a:extLst>
          </p:cNvPr>
          <p:cNvGrpSpPr/>
          <p:nvPr/>
        </p:nvGrpSpPr>
        <p:grpSpPr>
          <a:xfrm>
            <a:off x="1375806" y="2232303"/>
            <a:ext cx="2068560" cy="398160"/>
            <a:chOff x="1375806" y="2232303"/>
            <a:chExt cx="206856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F34A34-F5A7-6D3E-272B-010EC10FEC99}"/>
                    </a:ext>
                  </a:extLst>
                </p14:cNvPr>
                <p14:cNvContentPartPr/>
                <p14:nvPr/>
              </p14:nvContentPartPr>
              <p14:xfrm>
                <a:off x="1375806" y="2464503"/>
                <a:ext cx="169920" cy="165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F34A34-F5A7-6D3E-272B-010EC10FEC9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58166" y="2446863"/>
                  <a:ext cx="205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A46B7A2-532A-B11C-169B-6B16607658D9}"/>
                    </a:ext>
                  </a:extLst>
                </p14:cNvPr>
                <p14:cNvContentPartPr/>
                <p14:nvPr/>
              </p14:nvContentPartPr>
              <p14:xfrm>
                <a:off x="1596486" y="2478543"/>
                <a:ext cx="348480" cy="147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A46B7A2-532A-B11C-169B-6B16607658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78846" y="2460543"/>
                  <a:ext cx="384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360D05-A779-5506-CE1C-DAC1D4C0714A}"/>
                    </a:ext>
                  </a:extLst>
                </p14:cNvPr>
                <p14:cNvContentPartPr/>
                <p14:nvPr/>
              </p14:nvContentPartPr>
              <p14:xfrm>
                <a:off x="2046846" y="2539383"/>
                <a:ext cx="120240" cy="2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360D05-A779-5506-CE1C-DAC1D4C0714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29206" y="2521743"/>
                  <a:ext cx="155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6832FFC-AED0-1520-67A2-3C3CA703418D}"/>
                    </a:ext>
                  </a:extLst>
                </p14:cNvPr>
                <p14:cNvContentPartPr/>
                <p14:nvPr/>
              </p14:nvContentPartPr>
              <p14:xfrm>
                <a:off x="2328726" y="2276583"/>
                <a:ext cx="75240" cy="344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6832FFC-AED0-1520-67A2-3C3CA703418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10726" y="2258583"/>
                  <a:ext cx="1108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5A9D0AF-3091-15C8-83F3-CED3C8E9E204}"/>
                    </a:ext>
                  </a:extLst>
                </p14:cNvPr>
                <p14:cNvContentPartPr/>
                <p14:nvPr/>
              </p14:nvContentPartPr>
              <p14:xfrm>
                <a:off x="2282646" y="2400783"/>
                <a:ext cx="325080" cy="193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5A9D0AF-3091-15C8-83F3-CED3C8E9E2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64646" y="2382783"/>
                  <a:ext cx="360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8A708E2-6625-9874-1113-A435EA83436D}"/>
                    </a:ext>
                  </a:extLst>
                </p14:cNvPr>
                <p14:cNvContentPartPr/>
                <p14:nvPr/>
              </p14:nvContentPartPr>
              <p14:xfrm>
                <a:off x="2603406" y="2321583"/>
                <a:ext cx="25560" cy="40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8A708E2-6625-9874-1113-A435EA83436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85766" y="2303943"/>
                  <a:ext cx="61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2A3D18B-E55B-FEAD-C297-D1D29770B678}"/>
                    </a:ext>
                  </a:extLst>
                </p14:cNvPr>
                <p14:cNvContentPartPr/>
                <p14:nvPr/>
              </p14:nvContentPartPr>
              <p14:xfrm>
                <a:off x="2668926" y="2454783"/>
                <a:ext cx="312840" cy="140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2A3D18B-E55B-FEAD-C297-D1D29770B6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50926" y="2436783"/>
                  <a:ext cx="348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65A1DAF-2D81-4562-9049-BB8E2FEFAF6D}"/>
                    </a:ext>
                  </a:extLst>
                </p14:cNvPr>
                <p14:cNvContentPartPr/>
                <p14:nvPr/>
              </p14:nvContentPartPr>
              <p14:xfrm>
                <a:off x="2961606" y="2310423"/>
                <a:ext cx="50040" cy="50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65A1DAF-2D81-4562-9049-BB8E2FEFAF6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43966" y="2292783"/>
                  <a:ext cx="85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785DFFD-6DC6-AA45-2068-FC49B48CFE7D}"/>
                    </a:ext>
                  </a:extLst>
                </p14:cNvPr>
                <p14:cNvContentPartPr/>
                <p14:nvPr/>
              </p14:nvContentPartPr>
              <p14:xfrm>
                <a:off x="3075366" y="2232303"/>
                <a:ext cx="369000" cy="366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785DFFD-6DC6-AA45-2068-FC49B48CFE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57366" y="2214303"/>
                  <a:ext cx="40464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0DB7FD5-A859-9979-B8D1-AB16DD05888C}"/>
              </a:ext>
            </a:extLst>
          </p:cNvPr>
          <p:cNvGrpSpPr/>
          <p:nvPr/>
        </p:nvGrpSpPr>
        <p:grpSpPr>
          <a:xfrm>
            <a:off x="3828486" y="2203143"/>
            <a:ext cx="1387080" cy="402840"/>
            <a:chOff x="3828486" y="2203143"/>
            <a:chExt cx="138708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2EE1121-6E3C-E65A-C0E2-A47CFA89353C}"/>
                    </a:ext>
                  </a:extLst>
                </p14:cNvPr>
                <p14:cNvContentPartPr/>
                <p14:nvPr/>
              </p14:nvContentPartPr>
              <p14:xfrm>
                <a:off x="3828486" y="2389983"/>
                <a:ext cx="149760" cy="198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2EE1121-6E3C-E65A-C0E2-A47CFA89353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10846" y="2371983"/>
                  <a:ext cx="185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885C440-1693-96A1-5809-F77E61A9B536}"/>
                    </a:ext>
                  </a:extLst>
                </p14:cNvPr>
                <p14:cNvContentPartPr/>
                <p14:nvPr/>
              </p14:nvContentPartPr>
              <p14:xfrm>
                <a:off x="4018926" y="2203143"/>
                <a:ext cx="1196640" cy="402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885C440-1693-96A1-5809-F77E61A9B53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01286" y="2185143"/>
                  <a:ext cx="12322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897E684-C4FD-650F-1C4F-0B0A5C4698CC}"/>
                    </a:ext>
                  </a:extLst>
                </p14:cNvPr>
                <p14:cNvContentPartPr/>
                <p14:nvPr/>
              </p14:nvContentPartPr>
              <p14:xfrm>
                <a:off x="4604646" y="2285943"/>
                <a:ext cx="370800" cy="67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897E684-C4FD-650F-1C4F-0B0A5C4698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87006" y="2268303"/>
                  <a:ext cx="40644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F9A5B65-CDD3-4D5D-10D0-B77F04B4A797}"/>
                  </a:ext>
                </a:extLst>
              </p14:cNvPr>
              <p14:cNvContentPartPr/>
              <p14:nvPr/>
            </p14:nvContentPartPr>
            <p14:xfrm>
              <a:off x="5760606" y="2527863"/>
              <a:ext cx="49320" cy="79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F9A5B65-CDD3-4D5D-10D0-B77F04B4A79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742966" y="2510223"/>
                <a:ext cx="84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A4F3BCA-70D2-74C9-D53F-972C5D19C0FE}"/>
                  </a:ext>
                </a:extLst>
              </p14:cNvPr>
              <p14:cNvContentPartPr/>
              <p14:nvPr/>
            </p14:nvContentPartPr>
            <p14:xfrm>
              <a:off x="3406206" y="2348583"/>
              <a:ext cx="9000" cy="1512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A4F3BCA-70D2-74C9-D53F-972C5D19C0FE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388206" y="2330583"/>
                <a:ext cx="446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B381288-FED3-3C52-F656-A4F3E38B17AC}"/>
                  </a:ext>
                </a:extLst>
              </p14:cNvPr>
              <p14:cNvContentPartPr/>
              <p14:nvPr/>
            </p14:nvContentPartPr>
            <p14:xfrm>
              <a:off x="43446" y="349582"/>
              <a:ext cx="318240" cy="3726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B381288-FED3-3C52-F656-A4F3E38B17AC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25446" y="331582"/>
                <a:ext cx="3538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B2F8A40-C633-AA78-A9DF-AF33B76F3387}"/>
                  </a:ext>
                </a:extLst>
              </p14:cNvPr>
              <p14:cNvContentPartPr/>
              <p14:nvPr/>
            </p14:nvContentPartPr>
            <p14:xfrm>
              <a:off x="4939806" y="834862"/>
              <a:ext cx="360" cy="3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B2F8A40-C633-AA78-A9DF-AF33B76F3387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4922166" y="8172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9305EA7-C248-CEA0-7D4F-1D8204B88C5C}"/>
                  </a:ext>
                </a:extLst>
              </p14:cNvPr>
              <p14:cNvContentPartPr/>
              <p14:nvPr/>
            </p14:nvContentPartPr>
            <p14:xfrm>
              <a:off x="9517566" y="1132222"/>
              <a:ext cx="73800" cy="36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9305EA7-C248-CEA0-7D4F-1D8204B88C5C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499566" y="1114582"/>
                <a:ext cx="1094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B08CBB5-A2EA-2823-AF07-5EFC660236AB}"/>
                  </a:ext>
                </a:extLst>
              </p14:cNvPr>
              <p14:cNvContentPartPr/>
              <p14:nvPr/>
            </p14:nvContentPartPr>
            <p14:xfrm>
              <a:off x="1258086" y="2849422"/>
              <a:ext cx="1440" cy="36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B08CBB5-A2EA-2823-AF07-5EFC660236AB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240086" y="2831422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B0B4174-D9A8-D784-BC87-04D832FD9056}"/>
                  </a:ext>
                </a:extLst>
              </p14:cNvPr>
              <p14:cNvContentPartPr/>
              <p14:nvPr/>
            </p14:nvContentPartPr>
            <p14:xfrm>
              <a:off x="2750646" y="2814142"/>
              <a:ext cx="360" cy="3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B0B4174-D9A8-D784-BC87-04D832FD9056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2732646" y="27961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2FCD70C-6B51-90BB-689C-9B1BDE6B407D}"/>
                  </a:ext>
                </a:extLst>
              </p14:cNvPr>
              <p14:cNvContentPartPr/>
              <p14:nvPr/>
            </p14:nvContentPartPr>
            <p14:xfrm>
              <a:off x="3334206" y="2809102"/>
              <a:ext cx="15120" cy="46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2FCD70C-6B51-90BB-689C-9B1BDE6B407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3316566" y="2791102"/>
                <a:ext cx="507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699FB3AE-8831-6ADB-0EE5-8249C79F7390}"/>
              </a:ext>
            </a:extLst>
          </p:cNvPr>
          <p:cNvGrpSpPr/>
          <p:nvPr/>
        </p:nvGrpSpPr>
        <p:grpSpPr>
          <a:xfrm>
            <a:off x="822126" y="3009622"/>
            <a:ext cx="1280880" cy="418680"/>
            <a:chOff x="822126" y="3009622"/>
            <a:chExt cx="128088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E38B82B-27AE-63D0-6F30-7D5AA2589EBD}"/>
                    </a:ext>
                  </a:extLst>
                </p14:cNvPr>
                <p14:cNvContentPartPr/>
                <p14:nvPr/>
              </p14:nvContentPartPr>
              <p14:xfrm>
                <a:off x="822126" y="3009622"/>
                <a:ext cx="203760" cy="410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E38B82B-27AE-63D0-6F30-7D5AA2589EB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04126" y="2991622"/>
                  <a:ext cx="2394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8325BB6-E79C-4D16-2EDE-578B706798D1}"/>
                    </a:ext>
                  </a:extLst>
                </p14:cNvPr>
                <p14:cNvContentPartPr/>
                <p14:nvPr/>
              </p14:nvContentPartPr>
              <p14:xfrm>
                <a:off x="837246" y="3273502"/>
                <a:ext cx="90000" cy="10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8325BB6-E79C-4D16-2EDE-578B706798D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19606" y="3255862"/>
                  <a:ext cx="125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E651C9-44A4-910D-6C5E-CAE59D4907A2}"/>
                    </a:ext>
                  </a:extLst>
                </p14:cNvPr>
                <p14:cNvContentPartPr/>
                <p14:nvPr/>
              </p14:nvContentPartPr>
              <p14:xfrm>
                <a:off x="1156206" y="3155782"/>
                <a:ext cx="159480" cy="193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E651C9-44A4-910D-6C5E-CAE59D4907A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38206" y="3138142"/>
                  <a:ext cx="195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F413B53-B6DC-068E-E258-31BD54F2E1AE}"/>
                    </a:ext>
                  </a:extLst>
                </p14:cNvPr>
                <p14:cNvContentPartPr/>
                <p14:nvPr/>
              </p14:nvContentPartPr>
              <p14:xfrm>
                <a:off x="1159086" y="3144982"/>
                <a:ext cx="151920" cy="283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F413B53-B6DC-068E-E258-31BD54F2E1A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41446" y="3127342"/>
                  <a:ext cx="1875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898F82F-A7BC-02EF-FF72-586D58DE9108}"/>
                    </a:ext>
                  </a:extLst>
                </p14:cNvPr>
                <p14:cNvContentPartPr/>
                <p14:nvPr/>
              </p14:nvContentPartPr>
              <p14:xfrm>
                <a:off x="1456446" y="3200422"/>
                <a:ext cx="148320" cy="34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898F82F-A7BC-02EF-FF72-586D58DE910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438806" y="3182782"/>
                  <a:ext cx="183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B98809D-26F0-D521-17C8-F386642AF102}"/>
                    </a:ext>
                  </a:extLst>
                </p14:cNvPr>
                <p14:cNvContentPartPr/>
                <p14:nvPr/>
              </p14:nvContentPartPr>
              <p14:xfrm>
                <a:off x="1513326" y="3287182"/>
                <a:ext cx="164880" cy="45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B98809D-26F0-D521-17C8-F386642AF10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495686" y="3269182"/>
                  <a:ext cx="200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5270B3C-9DA7-FDD4-E8BA-1EB9D471F9B5}"/>
                    </a:ext>
                  </a:extLst>
                </p14:cNvPr>
                <p14:cNvContentPartPr/>
                <p14:nvPr/>
              </p14:nvContentPartPr>
              <p14:xfrm>
                <a:off x="1847406" y="3030142"/>
                <a:ext cx="255600" cy="308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5270B3C-9DA7-FDD4-E8BA-1EB9D471F9B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829766" y="3012502"/>
                  <a:ext cx="29124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EABB501-2FCE-F9C7-84FF-D33AA6148705}"/>
                  </a:ext>
                </a:extLst>
              </p14:cNvPr>
              <p14:cNvContentPartPr/>
              <p14:nvPr/>
            </p14:nvContentPartPr>
            <p14:xfrm>
              <a:off x="163326" y="3855622"/>
              <a:ext cx="164520" cy="13503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EABB501-2FCE-F9C7-84FF-D33AA6148705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145326" y="3837622"/>
                <a:ext cx="200160" cy="13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A634D77-5327-E3E9-69DD-54FD32726DCE}"/>
                  </a:ext>
                </a:extLst>
              </p14:cNvPr>
              <p14:cNvContentPartPr/>
              <p14:nvPr/>
            </p14:nvContentPartPr>
            <p14:xfrm>
              <a:off x="543486" y="4008262"/>
              <a:ext cx="23760" cy="1933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A634D77-5327-E3E9-69DD-54FD32726DCE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525486" y="3990262"/>
                <a:ext cx="59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40A7665-A45A-F497-DE0C-587B033C09CD}"/>
                  </a:ext>
                </a:extLst>
              </p14:cNvPr>
              <p14:cNvContentPartPr/>
              <p14:nvPr/>
            </p14:nvContentPartPr>
            <p14:xfrm>
              <a:off x="418926" y="4444582"/>
              <a:ext cx="137520" cy="2786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40A7665-A45A-F497-DE0C-587B033C09CD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400926" y="4426582"/>
                <a:ext cx="1731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2C003ED7-091A-6260-CC74-2486311CEFD8}"/>
                  </a:ext>
                </a:extLst>
              </p14:cNvPr>
              <p14:cNvContentPartPr/>
              <p14:nvPr/>
            </p14:nvContentPartPr>
            <p14:xfrm>
              <a:off x="410646" y="4907542"/>
              <a:ext cx="224640" cy="1998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2C003ED7-091A-6260-CC74-2486311CEFD8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393006" y="4889542"/>
                <a:ext cx="26028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9E5DA9D-EDD0-0585-7FA2-BBDAA23ADECA}"/>
              </a:ext>
            </a:extLst>
          </p:cNvPr>
          <p:cNvGrpSpPr/>
          <p:nvPr/>
        </p:nvGrpSpPr>
        <p:grpSpPr>
          <a:xfrm>
            <a:off x="936606" y="3675622"/>
            <a:ext cx="3594240" cy="1605240"/>
            <a:chOff x="936606" y="3675622"/>
            <a:chExt cx="3594240" cy="160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9413176-7D8A-AFDE-52F0-FAFE9DEF35E5}"/>
                    </a:ext>
                  </a:extLst>
                </p14:cNvPr>
                <p14:cNvContentPartPr/>
                <p14:nvPr/>
              </p14:nvContentPartPr>
              <p14:xfrm>
                <a:off x="973686" y="3935902"/>
                <a:ext cx="329040" cy="349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9413176-7D8A-AFDE-52F0-FAFE9DEF35E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56046" y="3918262"/>
                  <a:ext cx="3646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63A70AA-EA45-3C11-A880-EB9913B756FF}"/>
                    </a:ext>
                  </a:extLst>
                </p14:cNvPr>
                <p14:cNvContentPartPr/>
                <p14:nvPr/>
              </p14:nvContentPartPr>
              <p14:xfrm>
                <a:off x="1527726" y="3967942"/>
                <a:ext cx="267480" cy="274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63A70AA-EA45-3C11-A880-EB9913B756F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509726" y="3950302"/>
                  <a:ext cx="303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A3FEE6A-3D6B-7AC4-262C-910C763E0E45}"/>
                    </a:ext>
                  </a:extLst>
                </p14:cNvPr>
                <p14:cNvContentPartPr/>
                <p14:nvPr/>
              </p14:nvContentPartPr>
              <p14:xfrm>
                <a:off x="936606" y="4468342"/>
                <a:ext cx="153000" cy="240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A3FEE6A-3D6B-7AC4-262C-910C763E0E4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18606" y="4450702"/>
                  <a:ext cx="188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E3BD76D-CCE8-2D23-B704-7BF8D336A0B1}"/>
                    </a:ext>
                  </a:extLst>
                </p14:cNvPr>
                <p14:cNvContentPartPr/>
                <p14:nvPr/>
              </p14:nvContentPartPr>
              <p14:xfrm>
                <a:off x="1497126" y="4389142"/>
                <a:ext cx="280080" cy="280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E3BD76D-CCE8-2D23-B704-7BF8D336A0B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479486" y="4371502"/>
                  <a:ext cx="3157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384784-7A5F-EE90-7B92-A122C7AE28EF}"/>
                    </a:ext>
                  </a:extLst>
                </p14:cNvPr>
                <p14:cNvContentPartPr/>
                <p14:nvPr/>
              </p14:nvContentPartPr>
              <p14:xfrm>
                <a:off x="1102926" y="4934182"/>
                <a:ext cx="8280" cy="150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384784-7A5F-EE90-7B92-A122C7AE28E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85286" y="4916182"/>
                  <a:ext cx="43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084712E-ED7D-E458-BC9A-378128E25A6D}"/>
                    </a:ext>
                  </a:extLst>
                </p14:cNvPr>
                <p14:cNvContentPartPr/>
                <p14:nvPr/>
              </p14:nvContentPartPr>
              <p14:xfrm>
                <a:off x="1528806" y="4890622"/>
                <a:ext cx="212040" cy="205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084712E-ED7D-E458-BC9A-378128E25A6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510806" y="4872982"/>
                  <a:ext cx="247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27AC1B1-DA90-C394-93E5-88BF1B18E3AB}"/>
                    </a:ext>
                  </a:extLst>
                </p14:cNvPr>
                <p14:cNvContentPartPr/>
                <p14:nvPr/>
              </p14:nvContentPartPr>
              <p14:xfrm>
                <a:off x="1772166" y="3675622"/>
                <a:ext cx="321840" cy="1469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27AC1B1-DA90-C394-93E5-88BF1B18E3A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754166" y="3657622"/>
                  <a:ext cx="357480" cy="15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E7C82E1-68A4-2DFB-68B1-1C862D408790}"/>
                    </a:ext>
                  </a:extLst>
                </p14:cNvPr>
                <p14:cNvContentPartPr/>
                <p14:nvPr/>
              </p14:nvContentPartPr>
              <p14:xfrm>
                <a:off x="2204886" y="3742222"/>
                <a:ext cx="240480" cy="1538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E7C82E1-68A4-2DFB-68B1-1C862D40879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186886" y="3724582"/>
                  <a:ext cx="276120" cy="15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6B8B52F-EA07-C819-5C4B-C04958CFF5B9}"/>
                    </a:ext>
                  </a:extLst>
                </p14:cNvPr>
                <p14:cNvContentPartPr/>
                <p14:nvPr/>
              </p14:nvContentPartPr>
              <p14:xfrm>
                <a:off x="2508726" y="4054702"/>
                <a:ext cx="188280" cy="196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6B8B52F-EA07-C819-5C4B-C04958CFF5B9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2490726" y="4037062"/>
                  <a:ext cx="223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607F207-BC88-E8B4-8269-8007A21B0E1E}"/>
                    </a:ext>
                  </a:extLst>
                </p14:cNvPr>
                <p14:cNvContentPartPr/>
                <p14:nvPr/>
              </p14:nvContentPartPr>
              <p14:xfrm>
                <a:off x="2530686" y="4450702"/>
                <a:ext cx="138960" cy="337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607F207-BC88-E8B4-8269-8007A21B0E1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513046" y="4432702"/>
                  <a:ext cx="1746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574BF67-3916-ADB9-E22B-CA8AF3A88A91}"/>
                    </a:ext>
                  </a:extLst>
                </p14:cNvPr>
                <p14:cNvContentPartPr/>
                <p14:nvPr/>
              </p14:nvContentPartPr>
              <p14:xfrm>
                <a:off x="2486406" y="4960102"/>
                <a:ext cx="348480" cy="1616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574BF67-3916-ADB9-E22B-CA8AF3A88A9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468406" y="4942462"/>
                  <a:ext cx="384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8F81DB8-89D6-4FC6-E858-E57AACF05E4E}"/>
                    </a:ext>
                  </a:extLst>
                </p14:cNvPr>
                <p14:cNvContentPartPr/>
                <p14:nvPr/>
              </p14:nvContentPartPr>
              <p14:xfrm>
                <a:off x="2742726" y="3772102"/>
                <a:ext cx="349920" cy="13834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8F81DB8-89D6-4FC6-E858-E57AACF05E4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724726" y="3754462"/>
                  <a:ext cx="385560" cy="14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3CDD8A-D669-4388-1F07-7A79412F12A7}"/>
                    </a:ext>
                  </a:extLst>
                </p14:cNvPr>
                <p14:cNvContentPartPr/>
                <p14:nvPr/>
              </p14:nvContentPartPr>
              <p14:xfrm>
                <a:off x="3195966" y="4441342"/>
                <a:ext cx="90720" cy="572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3CDD8A-D669-4388-1F07-7A79412F12A7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177966" y="4423342"/>
                  <a:ext cx="126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E8DC0C0-FA48-6B4E-09A2-1D8C5B17BB13}"/>
                    </a:ext>
                  </a:extLst>
                </p14:cNvPr>
                <p14:cNvContentPartPr/>
                <p14:nvPr/>
              </p14:nvContentPartPr>
              <p14:xfrm>
                <a:off x="3207126" y="4525222"/>
                <a:ext cx="123480" cy="52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E8DC0C0-FA48-6B4E-09A2-1D8C5B17BB1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189126" y="4507582"/>
                  <a:ext cx="159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58B1B80-EBDA-5E27-7BF3-8BC48CB66B3B}"/>
                    </a:ext>
                  </a:extLst>
                </p14:cNvPr>
                <p14:cNvContentPartPr/>
                <p14:nvPr/>
              </p14:nvContentPartPr>
              <p14:xfrm>
                <a:off x="3456606" y="3795502"/>
                <a:ext cx="365040" cy="14169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58B1B80-EBDA-5E27-7BF3-8BC48CB66B3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438606" y="3777502"/>
                  <a:ext cx="400680" cy="14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6F8120D-2DE6-B717-C8B1-82DEEF2DC995}"/>
                    </a:ext>
                  </a:extLst>
                </p14:cNvPr>
                <p14:cNvContentPartPr/>
                <p14:nvPr/>
              </p14:nvContentPartPr>
              <p14:xfrm>
                <a:off x="3909126" y="3967222"/>
                <a:ext cx="201240" cy="216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6F8120D-2DE6-B717-C8B1-82DEEF2DC995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891126" y="3949222"/>
                  <a:ext cx="236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C329C52-6FD2-AC1B-A05D-B956A65B4B80}"/>
                    </a:ext>
                  </a:extLst>
                </p14:cNvPr>
                <p14:cNvContentPartPr/>
                <p14:nvPr/>
              </p14:nvContentPartPr>
              <p14:xfrm>
                <a:off x="3882846" y="4398502"/>
                <a:ext cx="168480" cy="2131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C329C52-6FD2-AC1B-A05D-B956A65B4B8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865206" y="4380862"/>
                  <a:ext cx="204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F5EF0E4-0091-3ECD-2543-77BF4FDF1B0C}"/>
                    </a:ext>
                  </a:extLst>
                </p14:cNvPr>
                <p14:cNvContentPartPr/>
                <p14:nvPr/>
              </p14:nvContentPartPr>
              <p14:xfrm>
                <a:off x="3845046" y="4819342"/>
                <a:ext cx="167760" cy="2300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F5EF0E4-0091-3ECD-2543-77BF4FDF1B0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827046" y="4801702"/>
                  <a:ext cx="203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0B9EA1E-E2DC-BD33-6B08-E77B01A281F7}"/>
                    </a:ext>
                  </a:extLst>
                </p14:cNvPr>
                <p14:cNvContentPartPr/>
                <p14:nvPr/>
              </p14:nvContentPartPr>
              <p14:xfrm>
                <a:off x="3889326" y="3711262"/>
                <a:ext cx="641520" cy="15091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0B9EA1E-E2DC-BD33-6B08-E77B01A281F7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871326" y="3693262"/>
                  <a:ext cx="677160" cy="154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6036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BF2866-A114-4BEC-B9BE-BBE29149336F}"/>
                  </a:ext>
                </a:extLst>
              </p14:cNvPr>
              <p14:cNvContentPartPr/>
              <p14:nvPr/>
            </p14:nvContentPartPr>
            <p14:xfrm>
              <a:off x="1313166" y="228982"/>
              <a:ext cx="225360" cy="25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BF2866-A114-4BEC-B9BE-BBE2914933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5166" y="211342"/>
                <a:ext cx="2610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823EB7-4AA5-721A-0D64-45D24D9F8749}"/>
                  </a:ext>
                </a:extLst>
              </p14:cNvPr>
              <p14:cNvContentPartPr/>
              <p14:nvPr/>
            </p14:nvContentPartPr>
            <p14:xfrm>
              <a:off x="1871886" y="184702"/>
              <a:ext cx="171360" cy="262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823EB7-4AA5-721A-0D64-45D24D9F87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246" y="166702"/>
                <a:ext cx="20700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B52A2D-C9A8-72B8-4D9D-C7984717AA19}"/>
                  </a:ext>
                </a:extLst>
              </p14:cNvPr>
              <p14:cNvContentPartPr/>
              <p14:nvPr/>
            </p14:nvContentPartPr>
            <p14:xfrm>
              <a:off x="2671806" y="139342"/>
              <a:ext cx="268200" cy="236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B52A2D-C9A8-72B8-4D9D-C7984717AA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4166" y="121342"/>
                <a:ext cx="303840" cy="27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ECC4E6F-CE38-3673-88F0-75A890742A84}"/>
              </a:ext>
            </a:extLst>
          </p:cNvPr>
          <p:cNvGrpSpPr/>
          <p:nvPr/>
        </p:nvGrpSpPr>
        <p:grpSpPr>
          <a:xfrm>
            <a:off x="236766" y="156622"/>
            <a:ext cx="654840" cy="1400760"/>
            <a:chOff x="236766" y="156622"/>
            <a:chExt cx="654840" cy="14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2C23582-455A-440A-1576-740B137F28E5}"/>
                    </a:ext>
                  </a:extLst>
                </p14:cNvPr>
                <p14:cNvContentPartPr/>
                <p14:nvPr/>
              </p14:nvContentPartPr>
              <p14:xfrm>
                <a:off x="236766" y="156622"/>
                <a:ext cx="320040" cy="1400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2C23582-455A-440A-1576-740B137F28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126" y="138982"/>
                  <a:ext cx="355680" cy="14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747ABDF-94DE-350D-CC88-E842E6B30B53}"/>
                    </a:ext>
                  </a:extLst>
                </p14:cNvPr>
                <p14:cNvContentPartPr/>
                <p14:nvPr/>
              </p14:nvContentPartPr>
              <p14:xfrm>
                <a:off x="825006" y="267502"/>
                <a:ext cx="66600" cy="257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747ABDF-94DE-350D-CC88-E842E6B30B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7366" y="249862"/>
                  <a:ext cx="102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866F33-F523-AD65-2BF2-F205D4CB9EC3}"/>
                    </a:ext>
                  </a:extLst>
                </p14:cNvPr>
                <p14:cNvContentPartPr/>
                <p14:nvPr/>
              </p14:nvContentPartPr>
              <p14:xfrm>
                <a:off x="764166" y="667822"/>
                <a:ext cx="108360" cy="28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866F33-F523-AD65-2BF2-F205D4CB9E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6166" y="649822"/>
                  <a:ext cx="1440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11358F-33AA-C1BF-4314-A21068553804}"/>
                  </a:ext>
                </a:extLst>
              </p14:cNvPr>
              <p14:cNvContentPartPr/>
              <p14:nvPr/>
            </p14:nvContentPartPr>
            <p14:xfrm>
              <a:off x="1241526" y="698062"/>
              <a:ext cx="185760" cy="244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11358F-33AA-C1BF-4314-A210685538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23526" y="680062"/>
                <a:ext cx="2214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A1C4F8-C8CF-D0D2-5AEF-5D07A6048D19}"/>
                  </a:ext>
                </a:extLst>
              </p14:cNvPr>
              <p14:cNvContentPartPr/>
              <p14:nvPr/>
            </p14:nvContentPartPr>
            <p14:xfrm>
              <a:off x="1846326" y="642262"/>
              <a:ext cx="310680" cy="314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A1C4F8-C8CF-D0D2-5AEF-5D07A6048D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28326" y="624622"/>
                <a:ext cx="3463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603FC6-7D95-92E2-4438-60C52A0F734E}"/>
                  </a:ext>
                </a:extLst>
              </p14:cNvPr>
              <p14:cNvContentPartPr/>
              <p14:nvPr/>
            </p14:nvContentPartPr>
            <p14:xfrm>
              <a:off x="638526" y="1244542"/>
              <a:ext cx="316800" cy="256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603FC6-7D95-92E2-4438-60C52A0F734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0886" y="1226542"/>
                <a:ext cx="3524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C499993-948A-2AC6-A6E3-0DCFFEE83784}"/>
                  </a:ext>
                </a:extLst>
              </p14:cNvPr>
              <p14:cNvContentPartPr/>
              <p14:nvPr/>
            </p14:nvContentPartPr>
            <p14:xfrm>
              <a:off x="1316766" y="1251742"/>
              <a:ext cx="49320" cy="218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C499993-948A-2AC6-A6E3-0DCFFEE837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99126" y="1233742"/>
                <a:ext cx="84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AF12B07-87FE-0DE1-9D05-CB4B3EF3CB09}"/>
                  </a:ext>
                </a:extLst>
              </p14:cNvPr>
              <p14:cNvContentPartPr/>
              <p14:nvPr/>
            </p14:nvContentPartPr>
            <p14:xfrm>
              <a:off x="1944246" y="1223662"/>
              <a:ext cx="243360" cy="227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AF12B07-87FE-0DE1-9D05-CB4B3EF3CB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6246" y="1205662"/>
                <a:ext cx="279000" cy="2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3052541-9267-E7E2-2AFA-47907C8DC4C1}"/>
              </a:ext>
            </a:extLst>
          </p:cNvPr>
          <p:cNvGrpSpPr/>
          <p:nvPr/>
        </p:nvGrpSpPr>
        <p:grpSpPr>
          <a:xfrm>
            <a:off x="2596566" y="88582"/>
            <a:ext cx="786600" cy="1645200"/>
            <a:chOff x="2596566" y="88582"/>
            <a:chExt cx="786600" cy="164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E0E304-151D-9F1B-B2D9-58D6FD4E65C6}"/>
                    </a:ext>
                  </a:extLst>
                </p14:cNvPr>
                <p14:cNvContentPartPr/>
                <p14:nvPr/>
              </p14:nvContentPartPr>
              <p14:xfrm>
                <a:off x="2596566" y="563062"/>
                <a:ext cx="275400" cy="255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E0E304-151D-9F1B-B2D9-58D6FD4E65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8566" y="545422"/>
                  <a:ext cx="311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946D3A-8857-7F94-762F-F55E1C383607}"/>
                    </a:ext>
                  </a:extLst>
                </p14:cNvPr>
                <p14:cNvContentPartPr/>
                <p14:nvPr/>
              </p14:nvContentPartPr>
              <p14:xfrm>
                <a:off x="2668206" y="1169662"/>
                <a:ext cx="170280" cy="218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946D3A-8857-7F94-762F-F55E1C3836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50566" y="1151662"/>
                  <a:ext cx="205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432AE2-4775-E3C3-C6A3-F4D4073BF2A2}"/>
                    </a:ext>
                  </a:extLst>
                </p14:cNvPr>
                <p14:cNvContentPartPr/>
                <p14:nvPr/>
              </p14:nvContentPartPr>
              <p14:xfrm>
                <a:off x="2938566" y="88582"/>
                <a:ext cx="444600" cy="1645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432AE2-4775-E3C3-C6A3-F4D4073BF2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0566" y="70582"/>
                  <a:ext cx="480240" cy="168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78AD1B-B8C0-C2EE-8A32-6A5003770DC0}"/>
              </a:ext>
            </a:extLst>
          </p:cNvPr>
          <p:cNvGrpSpPr/>
          <p:nvPr/>
        </p:nvGrpSpPr>
        <p:grpSpPr>
          <a:xfrm>
            <a:off x="16086" y="594742"/>
            <a:ext cx="275760" cy="274680"/>
            <a:chOff x="16086" y="594742"/>
            <a:chExt cx="27576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F698D9-0241-2800-F6A0-0BB1766A7135}"/>
                    </a:ext>
                  </a:extLst>
                </p14:cNvPr>
                <p14:cNvContentPartPr/>
                <p14:nvPr/>
              </p14:nvContentPartPr>
              <p14:xfrm>
                <a:off x="16086" y="594742"/>
                <a:ext cx="141480" cy="252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F698D9-0241-2800-F6A0-0BB1766A71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-1914" y="577102"/>
                  <a:ext cx="177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C3E505-B8C2-D968-BC1A-A232B21FA29B}"/>
                    </a:ext>
                  </a:extLst>
                </p14:cNvPr>
                <p14:cNvContentPartPr/>
                <p14:nvPr/>
              </p14:nvContentPartPr>
              <p14:xfrm>
                <a:off x="161166" y="734062"/>
                <a:ext cx="26640" cy="13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C3E505-B8C2-D968-BC1A-A232B21FA29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3526" y="716422"/>
                  <a:ext cx="62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B91892-512E-ADF2-06E0-169AB5731B3E}"/>
                    </a:ext>
                  </a:extLst>
                </p14:cNvPr>
                <p14:cNvContentPartPr/>
                <p14:nvPr/>
              </p14:nvContentPartPr>
              <p14:xfrm>
                <a:off x="139206" y="777262"/>
                <a:ext cx="69480" cy="33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B91892-512E-ADF2-06E0-169AB5731B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566" y="759622"/>
                  <a:ext cx="105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2497B4-6B88-CE82-C1DE-D57A0BF1441F}"/>
                    </a:ext>
                  </a:extLst>
                </p14:cNvPr>
                <p14:cNvContentPartPr/>
                <p14:nvPr/>
              </p14:nvContentPartPr>
              <p14:xfrm>
                <a:off x="199326" y="726502"/>
                <a:ext cx="92520" cy="48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2497B4-6B88-CE82-C1DE-D57A0BF144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1326" y="708502"/>
                  <a:ext cx="128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FB5F80-5172-766F-114F-6AE4A5102A82}"/>
                    </a:ext>
                  </a:extLst>
                </p14:cNvPr>
                <p14:cNvContentPartPr/>
                <p14:nvPr/>
              </p14:nvContentPartPr>
              <p14:xfrm>
                <a:off x="184926" y="857902"/>
                <a:ext cx="8280" cy="1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FB5F80-5172-766F-114F-6AE4A5102A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7286" y="839902"/>
                  <a:ext cx="43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74B2A4-1A7C-9ED4-5011-84B86AF6E0DE}"/>
                    </a:ext>
                  </a:extLst>
                </p14:cNvPr>
                <p14:cNvContentPartPr/>
                <p14:nvPr/>
              </p14:nvContentPartPr>
              <p14:xfrm>
                <a:off x="172326" y="670342"/>
                <a:ext cx="112680" cy="43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74B2A4-1A7C-9ED4-5011-84B86AF6E0D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4686" y="652702"/>
                  <a:ext cx="14832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FF058ED-486E-1417-D5AE-FE30133B98E7}"/>
                  </a:ext>
                </a:extLst>
              </p14:cNvPr>
              <p14:cNvContentPartPr/>
              <p14:nvPr/>
            </p14:nvContentPartPr>
            <p14:xfrm>
              <a:off x="846246" y="647302"/>
              <a:ext cx="7200" cy="5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FF058ED-486E-1417-D5AE-FE30133B98E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8246" y="629662"/>
                <a:ext cx="428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B58A9F53-08E1-FD96-E308-D44424AAE9A0}"/>
              </a:ext>
            </a:extLst>
          </p:cNvPr>
          <p:cNvGrpSpPr/>
          <p:nvPr/>
        </p:nvGrpSpPr>
        <p:grpSpPr>
          <a:xfrm>
            <a:off x="199686" y="2081902"/>
            <a:ext cx="1990080" cy="494280"/>
            <a:chOff x="199686" y="2081902"/>
            <a:chExt cx="199008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D9F951-1D26-8DC9-AF03-8F46E344EAD1}"/>
                    </a:ext>
                  </a:extLst>
                </p14:cNvPr>
                <p14:cNvContentPartPr/>
                <p14:nvPr/>
              </p14:nvContentPartPr>
              <p14:xfrm>
                <a:off x="199686" y="2140942"/>
                <a:ext cx="46800" cy="322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D9F951-1D26-8DC9-AF03-8F46E344EA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1686" y="2123302"/>
                  <a:ext cx="82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F98E38-C3C4-4A6C-9C5F-CBEA1A3AE1E6}"/>
                    </a:ext>
                  </a:extLst>
                </p14:cNvPr>
                <p14:cNvContentPartPr/>
                <p14:nvPr/>
              </p14:nvContentPartPr>
              <p14:xfrm>
                <a:off x="206886" y="2081902"/>
                <a:ext cx="133200" cy="319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F98E38-C3C4-4A6C-9C5F-CBEA1A3AE1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8886" y="2064262"/>
                  <a:ext cx="168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3C6F18-8F9C-EFA9-3809-9D164F19CF90}"/>
                    </a:ext>
                  </a:extLst>
                </p14:cNvPr>
                <p14:cNvContentPartPr/>
                <p14:nvPr/>
              </p14:nvContentPartPr>
              <p14:xfrm>
                <a:off x="340086" y="2354782"/>
                <a:ext cx="206280" cy="221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3C6F18-8F9C-EFA9-3809-9D164F19CF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2446" y="2337142"/>
                  <a:ext cx="2419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6EAFB6-59A5-BC1E-9FAE-3551051BB2DD}"/>
                    </a:ext>
                  </a:extLst>
                </p14:cNvPr>
                <p14:cNvContentPartPr/>
                <p14:nvPr/>
              </p14:nvContentPartPr>
              <p14:xfrm>
                <a:off x="715206" y="2314102"/>
                <a:ext cx="210240" cy="39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6EAFB6-59A5-BC1E-9FAE-3551051BB2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7566" y="2296462"/>
                  <a:ext cx="245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B86686-A883-9C6B-59B2-699173E55ED6}"/>
                    </a:ext>
                  </a:extLst>
                </p14:cNvPr>
                <p14:cNvContentPartPr/>
                <p14:nvPr/>
              </p14:nvContentPartPr>
              <p14:xfrm>
                <a:off x="788646" y="2147782"/>
                <a:ext cx="213120" cy="29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B86686-A883-9C6B-59B2-699173E55ED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1006" y="2130142"/>
                  <a:ext cx="248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8E0A906-26D9-738D-700E-67F5034ACC46}"/>
                    </a:ext>
                  </a:extLst>
                </p14:cNvPr>
                <p14:cNvContentPartPr/>
                <p14:nvPr/>
              </p14:nvContentPartPr>
              <p14:xfrm>
                <a:off x="1196526" y="2150302"/>
                <a:ext cx="47520" cy="257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8E0A906-26D9-738D-700E-67F5034ACC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8886" y="2132662"/>
                  <a:ext cx="83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79DBCC-A802-F40E-911D-29BD6D05533E}"/>
                    </a:ext>
                  </a:extLst>
                </p14:cNvPr>
                <p14:cNvContentPartPr/>
                <p14:nvPr/>
              </p14:nvContentPartPr>
              <p14:xfrm>
                <a:off x="1190046" y="2108182"/>
                <a:ext cx="122400" cy="295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79DBCC-A802-F40E-911D-29BD6D0553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72046" y="2090182"/>
                  <a:ext cx="1580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9EDE14D-460F-DBF0-F448-CD63B1F4B9ED}"/>
                    </a:ext>
                  </a:extLst>
                </p14:cNvPr>
                <p14:cNvContentPartPr/>
                <p14:nvPr/>
              </p14:nvContentPartPr>
              <p14:xfrm>
                <a:off x="1360686" y="2336062"/>
                <a:ext cx="153360" cy="16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9EDE14D-460F-DBF0-F448-CD63B1F4B9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43046" y="2318422"/>
                  <a:ext cx="189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9382A2-51C8-87A7-5E3A-6CEFAF268238}"/>
                    </a:ext>
                  </a:extLst>
                </p14:cNvPr>
                <p14:cNvContentPartPr/>
                <p14:nvPr/>
              </p14:nvContentPartPr>
              <p14:xfrm>
                <a:off x="1563006" y="2296822"/>
                <a:ext cx="85680" cy="30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9382A2-51C8-87A7-5E3A-6CEFAF26823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45006" y="2279182"/>
                  <a:ext cx="121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A4EC1A-40F8-DA3A-B641-6E8033B49E86}"/>
                    </a:ext>
                  </a:extLst>
                </p14:cNvPr>
                <p14:cNvContentPartPr/>
                <p14:nvPr/>
              </p14:nvContentPartPr>
              <p14:xfrm>
                <a:off x="1730046" y="2082982"/>
                <a:ext cx="116640" cy="321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A4EC1A-40F8-DA3A-B641-6E8033B49E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12406" y="2064982"/>
                  <a:ext cx="152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B545BE-1028-F4D9-6381-92B6353661A6}"/>
                    </a:ext>
                  </a:extLst>
                </p14:cNvPr>
                <p14:cNvContentPartPr/>
                <p14:nvPr/>
              </p14:nvContentPartPr>
              <p14:xfrm>
                <a:off x="1952526" y="2120062"/>
                <a:ext cx="144360" cy="279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B545BE-1028-F4D9-6381-92B6353661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34526" y="2102062"/>
                  <a:ext cx="180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76A0F86-82E8-09AD-FE02-24B16C50EEC4}"/>
                    </a:ext>
                  </a:extLst>
                </p14:cNvPr>
                <p14:cNvContentPartPr/>
                <p14:nvPr/>
              </p14:nvContentPartPr>
              <p14:xfrm>
                <a:off x="2156286" y="2298982"/>
                <a:ext cx="33480" cy="264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76A0F86-82E8-09AD-FE02-24B16C50EEC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38286" y="2281342"/>
                  <a:ext cx="691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46B587-93DE-DC20-B045-425D34BE27C1}"/>
              </a:ext>
            </a:extLst>
          </p:cNvPr>
          <p:cNvGrpSpPr/>
          <p:nvPr/>
        </p:nvGrpSpPr>
        <p:grpSpPr>
          <a:xfrm>
            <a:off x="212286" y="2888302"/>
            <a:ext cx="575640" cy="504360"/>
            <a:chOff x="212286" y="2888302"/>
            <a:chExt cx="57564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D519B9-6D6A-C5F3-9350-11F958FEF03D}"/>
                    </a:ext>
                  </a:extLst>
                </p14:cNvPr>
                <p14:cNvContentPartPr/>
                <p14:nvPr/>
              </p14:nvContentPartPr>
              <p14:xfrm>
                <a:off x="212286" y="2982262"/>
                <a:ext cx="12240" cy="171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D519B9-6D6A-C5F3-9350-11F958FEF0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4286" y="2964262"/>
                  <a:ext cx="47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02284BA-B28E-2DF8-FC9B-C1A53C0C34DC}"/>
                    </a:ext>
                  </a:extLst>
                </p14:cNvPr>
                <p14:cNvContentPartPr/>
                <p14:nvPr/>
              </p14:nvContentPartPr>
              <p14:xfrm>
                <a:off x="221286" y="2888302"/>
                <a:ext cx="132120" cy="27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02284BA-B28E-2DF8-FC9B-C1A53C0C34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3646" y="2870662"/>
                  <a:ext cx="1677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9BB90B-4515-8697-EA9F-0F1BA5465A0A}"/>
                    </a:ext>
                  </a:extLst>
                </p14:cNvPr>
                <p14:cNvContentPartPr/>
                <p14:nvPr/>
              </p14:nvContentPartPr>
              <p14:xfrm>
                <a:off x="322446" y="3142462"/>
                <a:ext cx="154800" cy="250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9BB90B-4515-8697-EA9F-0F1BA5465A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4446" y="3124822"/>
                  <a:ext cx="190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86A71D-5F72-DAB6-FCD3-1792A49F179B}"/>
                    </a:ext>
                  </a:extLst>
                </p14:cNvPr>
                <p14:cNvContentPartPr/>
                <p14:nvPr/>
              </p14:nvContentPartPr>
              <p14:xfrm>
                <a:off x="648966" y="3068302"/>
                <a:ext cx="138960" cy="186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86A71D-5F72-DAB6-FCD3-1792A49F179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0966" y="3050662"/>
                  <a:ext cx="17460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177573C-E338-6F20-19EE-ADB1D73AE178}"/>
              </a:ext>
            </a:extLst>
          </p:cNvPr>
          <p:cNvGrpSpPr/>
          <p:nvPr/>
        </p:nvGrpSpPr>
        <p:grpSpPr>
          <a:xfrm>
            <a:off x="1174566" y="2871382"/>
            <a:ext cx="1124280" cy="458280"/>
            <a:chOff x="1174566" y="2871382"/>
            <a:chExt cx="112428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C5FA6D-3689-40DE-7003-9272D4570428}"/>
                    </a:ext>
                  </a:extLst>
                </p14:cNvPr>
                <p14:cNvContentPartPr/>
                <p14:nvPr/>
              </p14:nvContentPartPr>
              <p14:xfrm>
                <a:off x="1176006" y="2989462"/>
                <a:ext cx="63360" cy="252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C5FA6D-3689-40DE-7003-9272D45704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58006" y="2971822"/>
                  <a:ext cx="990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1830795-3AC3-B479-702C-64E9E2B5F898}"/>
                    </a:ext>
                  </a:extLst>
                </p14:cNvPr>
                <p14:cNvContentPartPr/>
                <p14:nvPr/>
              </p14:nvContentPartPr>
              <p14:xfrm>
                <a:off x="1174566" y="2928262"/>
                <a:ext cx="164880" cy="300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1830795-3AC3-B479-702C-64E9E2B5F89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6926" y="2910622"/>
                  <a:ext cx="200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9C2C11-B734-D95E-653C-9C57B7EB6090}"/>
                    </a:ext>
                  </a:extLst>
                </p14:cNvPr>
                <p14:cNvContentPartPr/>
                <p14:nvPr/>
              </p14:nvContentPartPr>
              <p14:xfrm>
                <a:off x="1373286" y="3161902"/>
                <a:ext cx="121680" cy="167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9C2C11-B734-D95E-653C-9C57B7EB60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55286" y="3144262"/>
                  <a:ext cx="157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B10071-AE3B-0ECA-B678-DE88A0E0BC3D}"/>
                    </a:ext>
                  </a:extLst>
                </p14:cNvPr>
                <p14:cNvContentPartPr/>
                <p14:nvPr/>
              </p14:nvContentPartPr>
              <p14:xfrm>
                <a:off x="1622766" y="3093862"/>
                <a:ext cx="97920" cy="33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B10071-AE3B-0ECA-B678-DE88A0E0BC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05126" y="3075862"/>
                  <a:ext cx="133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5783C4-EC37-A446-E328-9E974FC5F701}"/>
                    </a:ext>
                  </a:extLst>
                </p14:cNvPr>
                <p14:cNvContentPartPr/>
                <p14:nvPr/>
              </p14:nvContentPartPr>
              <p14:xfrm>
                <a:off x="1840926" y="2977222"/>
                <a:ext cx="135000" cy="191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5783C4-EC37-A446-E328-9E974FC5F7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23286" y="2959582"/>
                  <a:ext cx="170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922989-3A26-694C-0997-F195B25E1B11}"/>
                    </a:ext>
                  </a:extLst>
                </p14:cNvPr>
                <p14:cNvContentPartPr/>
                <p14:nvPr/>
              </p14:nvContentPartPr>
              <p14:xfrm>
                <a:off x="2046846" y="2871382"/>
                <a:ext cx="177480" cy="308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922989-3A26-694C-0997-F195B25E1B1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29206" y="2853382"/>
                  <a:ext cx="213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91A0EE-B244-AE6A-A4D2-BF332D6FF04A}"/>
                    </a:ext>
                  </a:extLst>
                </p14:cNvPr>
                <p14:cNvContentPartPr/>
                <p14:nvPr/>
              </p14:nvContentPartPr>
              <p14:xfrm>
                <a:off x="2276886" y="3100702"/>
                <a:ext cx="21960" cy="153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91A0EE-B244-AE6A-A4D2-BF332D6FF0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58886" y="3082702"/>
                  <a:ext cx="57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AC9502B-7651-D996-99AF-BCDC62BF0ADF}"/>
              </a:ext>
            </a:extLst>
          </p:cNvPr>
          <p:cNvGrpSpPr/>
          <p:nvPr/>
        </p:nvGrpSpPr>
        <p:grpSpPr>
          <a:xfrm>
            <a:off x="2542566" y="1934662"/>
            <a:ext cx="537480" cy="2007000"/>
            <a:chOff x="2542566" y="1934662"/>
            <a:chExt cx="537480" cy="20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7920A9A-3820-AB9B-B8A2-F4110D2F23FE}"/>
                    </a:ext>
                  </a:extLst>
                </p14:cNvPr>
                <p14:cNvContentPartPr/>
                <p14:nvPr/>
              </p14:nvContentPartPr>
              <p14:xfrm>
                <a:off x="2542566" y="1934662"/>
                <a:ext cx="420480" cy="2007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7920A9A-3820-AB9B-B8A2-F4110D2F23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24926" y="1916662"/>
                  <a:ext cx="456120" cy="20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C2AB31-A744-0803-FB2B-8320E08E5A4D}"/>
                    </a:ext>
                  </a:extLst>
                </p14:cNvPr>
                <p14:cNvContentPartPr/>
                <p14:nvPr/>
              </p14:nvContentPartPr>
              <p14:xfrm>
                <a:off x="3060966" y="2151742"/>
                <a:ext cx="19080" cy="21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C2AB31-A744-0803-FB2B-8320E08E5A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43326" y="2134102"/>
                  <a:ext cx="54720" cy="24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27110E2-C82A-6DF8-5088-03359720A7A6}"/>
                  </a:ext>
                </a:extLst>
              </p14:cNvPr>
              <p14:cNvContentPartPr/>
              <p14:nvPr/>
            </p14:nvContentPartPr>
            <p14:xfrm>
              <a:off x="3595566" y="2035102"/>
              <a:ext cx="244800" cy="327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27110E2-C82A-6DF8-5088-03359720A7A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77926" y="2017462"/>
                <a:ext cx="2804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A8449EC-8A0F-2BD8-5AEE-B5F1FDC2B726}"/>
                  </a:ext>
                </a:extLst>
              </p14:cNvPr>
              <p14:cNvContentPartPr/>
              <p14:nvPr/>
            </p14:nvContentPartPr>
            <p14:xfrm>
              <a:off x="4140246" y="2071822"/>
              <a:ext cx="163800" cy="2912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A8449EC-8A0F-2BD8-5AEE-B5F1FDC2B72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22606" y="2053822"/>
                <a:ext cx="1994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85E4396-ACCF-D59E-6EA9-663EBCC0B9B8}"/>
                  </a:ext>
                </a:extLst>
              </p14:cNvPr>
              <p14:cNvContentPartPr/>
              <p14:nvPr/>
            </p14:nvContentPartPr>
            <p14:xfrm>
              <a:off x="2366166" y="194062"/>
              <a:ext cx="4320" cy="23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85E4396-ACCF-D59E-6EA9-663EBCC0B9B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348526" y="176422"/>
                <a:ext cx="399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99830BC-A324-41DE-9170-9BF603E85351}"/>
                  </a:ext>
                </a:extLst>
              </p14:cNvPr>
              <p14:cNvContentPartPr/>
              <p14:nvPr/>
            </p14:nvContentPartPr>
            <p14:xfrm>
              <a:off x="2351046" y="399982"/>
              <a:ext cx="2880" cy="216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99830BC-A324-41DE-9170-9BF603E8535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333046" y="382342"/>
                <a:ext cx="385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14B6EBA-CF43-774B-AA05-AC099F52FF2E}"/>
                  </a:ext>
                </a:extLst>
              </p14:cNvPr>
              <p14:cNvContentPartPr/>
              <p14:nvPr/>
            </p14:nvContentPartPr>
            <p14:xfrm>
              <a:off x="2345646" y="673942"/>
              <a:ext cx="4320" cy="5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14B6EBA-CF43-774B-AA05-AC099F52FF2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27646" y="656302"/>
                <a:ext cx="39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50B430E-FB78-4474-858B-2CC1D1666D3E}"/>
                  </a:ext>
                </a:extLst>
              </p14:cNvPr>
              <p14:cNvContentPartPr/>
              <p14:nvPr/>
            </p14:nvContentPartPr>
            <p14:xfrm>
              <a:off x="2334126" y="876262"/>
              <a:ext cx="3240" cy="26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50B430E-FB78-4474-858B-2CC1D1666D3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316126" y="858622"/>
                <a:ext cx="3888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1683904-C728-482F-9D9E-7C5258680160}"/>
              </a:ext>
            </a:extLst>
          </p:cNvPr>
          <p:cNvGrpSpPr/>
          <p:nvPr/>
        </p:nvGrpSpPr>
        <p:grpSpPr>
          <a:xfrm>
            <a:off x="2341686" y="1381342"/>
            <a:ext cx="37080" cy="177840"/>
            <a:chOff x="2341686" y="1381342"/>
            <a:chExt cx="3708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2A4C86-96FF-7759-3B8D-605740E667A7}"/>
                    </a:ext>
                  </a:extLst>
                </p14:cNvPr>
                <p14:cNvContentPartPr/>
                <p14:nvPr/>
              </p14:nvContentPartPr>
              <p14:xfrm>
                <a:off x="2362566" y="1381342"/>
                <a:ext cx="16200" cy="3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2A4C86-96FF-7759-3B8D-605740E667A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344926" y="1363342"/>
                  <a:ext cx="51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2DE4DA-9150-C7B7-4AD5-2958BA1451E4}"/>
                    </a:ext>
                  </a:extLst>
                </p14:cNvPr>
                <p14:cNvContentPartPr/>
                <p14:nvPr/>
              </p14:nvContentPartPr>
              <p14:xfrm>
                <a:off x="2341686" y="1535782"/>
                <a:ext cx="3600" cy="23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2DE4DA-9150-C7B7-4AD5-2958BA1451E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323686" y="1517782"/>
                  <a:ext cx="3924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21FF04D-840F-5D10-6AF9-6835D85F36FA}"/>
                  </a:ext>
                </a:extLst>
              </p14:cNvPr>
              <p14:cNvContentPartPr/>
              <p14:nvPr/>
            </p14:nvContentPartPr>
            <p14:xfrm>
              <a:off x="4836126" y="2100262"/>
              <a:ext cx="13320" cy="23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21FF04D-840F-5D10-6AF9-6835D85F36F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818126" y="2082622"/>
                <a:ext cx="489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E5D8229-2DE7-26BD-10CC-B083A0B8F2FD}"/>
                  </a:ext>
                </a:extLst>
              </p14:cNvPr>
              <p14:cNvContentPartPr/>
              <p14:nvPr/>
            </p14:nvContentPartPr>
            <p14:xfrm>
              <a:off x="4796526" y="2289622"/>
              <a:ext cx="1080" cy="27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E5D8229-2DE7-26BD-10CC-B083A0B8F2F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778526" y="2271622"/>
                <a:ext cx="36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3097E04-663F-4E20-B26F-3826E238946D}"/>
                  </a:ext>
                </a:extLst>
              </p14:cNvPr>
              <p14:cNvContentPartPr/>
              <p14:nvPr/>
            </p14:nvContentPartPr>
            <p14:xfrm>
              <a:off x="5104326" y="2067862"/>
              <a:ext cx="229320" cy="2451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3097E04-663F-4E20-B26F-3826E238946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086326" y="2049862"/>
                <a:ext cx="2649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AC32956-FFC4-DE2A-80C8-9D684A67DC52}"/>
                  </a:ext>
                </a:extLst>
              </p14:cNvPr>
              <p14:cNvContentPartPr/>
              <p14:nvPr/>
            </p14:nvContentPartPr>
            <p14:xfrm>
              <a:off x="3005166" y="2756902"/>
              <a:ext cx="189000" cy="2638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AC32956-FFC4-DE2A-80C8-9D684A67DC5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987526" y="2739262"/>
                <a:ext cx="2246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1735DA2-3F22-0211-21B8-436C272B0EB4}"/>
                  </a:ext>
                </a:extLst>
              </p14:cNvPr>
              <p14:cNvContentPartPr/>
              <p14:nvPr/>
            </p14:nvContentPartPr>
            <p14:xfrm>
              <a:off x="2891046" y="3368542"/>
              <a:ext cx="254160" cy="2610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1735DA2-3F22-0211-21B8-436C272B0EB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873046" y="3350902"/>
                <a:ext cx="28980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07E84F31-BEF9-1ED3-CAB7-9AAEDDFB7A73}"/>
              </a:ext>
            </a:extLst>
          </p:cNvPr>
          <p:cNvGrpSpPr/>
          <p:nvPr/>
        </p:nvGrpSpPr>
        <p:grpSpPr>
          <a:xfrm>
            <a:off x="3468126" y="2724862"/>
            <a:ext cx="491400" cy="180720"/>
            <a:chOff x="3468126" y="2724862"/>
            <a:chExt cx="49140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DB2B98-2C9A-E445-7F50-C8BF5FC6E67D}"/>
                    </a:ext>
                  </a:extLst>
                </p14:cNvPr>
                <p14:cNvContentPartPr/>
                <p14:nvPr/>
              </p14:nvContentPartPr>
              <p14:xfrm>
                <a:off x="3468126" y="2728102"/>
                <a:ext cx="82080" cy="160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DB2B98-2C9A-E445-7F50-C8BF5FC6E67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50126" y="2710102"/>
                  <a:ext cx="117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C8C51B-DA9D-45A0-CD8C-3A14AA25DAF8}"/>
                    </a:ext>
                  </a:extLst>
                </p14:cNvPr>
                <p14:cNvContentPartPr/>
                <p14:nvPr/>
              </p14:nvContentPartPr>
              <p14:xfrm>
                <a:off x="3614646" y="2824942"/>
                <a:ext cx="46800" cy="7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C8C51B-DA9D-45A0-CD8C-3A14AA25DA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96646" y="2807302"/>
                  <a:ext cx="82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848E0A-5182-6C8D-319C-EA7094DA4E17}"/>
                    </a:ext>
                  </a:extLst>
                </p14:cNvPr>
                <p14:cNvContentPartPr/>
                <p14:nvPr/>
              </p14:nvContentPartPr>
              <p14:xfrm>
                <a:off x="3720846" y="2745382"/>
                <a:ext cx="62280" cy="148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848E0A-5182-6C8D-319C-EA7094DA4E1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2846" y="2727382"/>
                  <a:ext cx="97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410AAE-5DE5-5EA4-F8A4-AF1D81A97464}"/>
                    </a:ext>
                  </a:extLst>
                </p14:cNvPr>
                <p14:cNvContentPartPr/>
                <p14:nvPr/>
              </p14:nvContentPartPr>
              <p14:xfrm>
                <a:off x="3850806" y="2724862"/>
                <a:ext cx="16920" cy="159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410AAE-5DE5-5EA4-F8A4-AF1D81A9746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33166" y="2707222"/>
                  <a:ext cx="52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232CA2-9F81-9F69-3DA7-9676D2EF19BF}"/>
                    </a:ext>
                  </a:extLst>
                </p14:cNvPr>
                <p14:cNvContentPartPr/>
                <p14:nvPr/>
              </p14:nvContentPartPr>
              <p14:xfrm>
                <a:off x="3853326" y="2768782"/>
                <a:ext cx="106200" cy="136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232CA2-9F81-9F69-3DA7-9676D2EF19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35326" y="2751142"/>
                  <a:ext cx="141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E32292-709D-C520-5D5C-1EA7FDD190DF}"/>
                    </a:ext>
                  </a:extLst>
                </p14:cNvPr>
                <p14:cNvContentPartPr/>
                <p14:nvPr/>
              </p14:nvContentPartPr>
              <p14:xfrm>
                <a:off x="3878166" y="2737822"/>
                <a:ext cx="75240" cy="83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E32292-709D-C520-5D5C-1EA7FDD190D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60166" y="2720182"/>
                  <a:ext cx="1108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ED3C28F-1B40-1ABE-3CB5-EF216D050F77}"/>
              </a:ext>
            </a:extLst>
          </p:cNvPr>
          <p:cNvGrpSpPr/>
          <p:nvPr/>
        </p:nvGrpSpPr>
        <p:grpSpPr>
          <a:xfrm>
            <a:off x="4160406" y="2645302"/>
            <a:ext cx="559440" cy="297360"/>
            <a:chOff x="4160406" y="2645302"/>
            <a:chExt cx="5594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62A18F-DAE4-1F5C-B866-5AB0B1EFB589}"/>
                    </a:ext>
                  </a:extLst>
                </p14:cNvPr>
                <p14:cNvContentPartPr/>
                <p14:nvPr/>
              </p14:nvContentPartPr>
              <p14:xfrm>
                <a:off x="4160406" y="2645302"/>
                <a:ext cx="119160" cy="29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62A18F-DAE4-1F5C-B866-5AB0B1EFB58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42766" y="2627302"/>
                  <a:ext cx="154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BBAF79-BD3E-A7CF-7B56-090A5C588A13}"/>
                    </a:ext>
                  </a:extLst>
                </p14:cNvPr>
                <p14:cNvContentPartPr/>
                <p14:nvPr/>
              </p14:nvContentPartPr>
              <p14:xfrm>
                <a:off x="4358766" y="2838262"/>
                <a:ext cx="59040" cy="32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BBAF79-BD3E-A7CF-7B56-090A5C588A1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341126" y="2820622"/>
                  <a:ext cx="94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F7E461-437E-0236-4FFE-D56427C4BC26}"/>
                    </a:ext>
                  </a:extLst>
                </p14:cNvPr>
                <p14:cNvContentPartPr/>
                <p14:nvPr/>
              </p14:nvContentPartPr>
              <p14:xfrm>
                <a:off x="4478646" y="2733862"/>
                <a:ext cx="27360" cy="192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F7E461-437E-0236-4FFE-D56427C4BC2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460646" y="2716222"/>
                  <a:ext cx="63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6CC880-3F82-57E9-07BE-9FC07C481302}"/>
                    </a:ext>
                  </a:extLst>
                </p14:cNvPr>
                <p14:cNvContentPartPr/>
                <p14:nvPr/>
              </p14:nvContentPartPr>
              <p14:xfrm>
                <a:off x="4582326" y="2748622"/>
                <a:ext cx="137520" cy="181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6CC880-3F82-57E9-07BE-9FC07C48130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64686" y="2730622"/>
                  <a:ext cx="17316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46A2D5F-7A5B-4890-3874-0A948FE25A69}"/>
              </a:ext>
            </a:extLst>
          </p:cNvPr>
          <p:cNvGrpSpPr/>
          <p:nvPr/>
        </p:nvGrpSpPr>
        <p:grpSpPr>
          <a:xfrm>
            <a:off x="3480726" y="3322822"/>
            <a:ext cx="479160" cy="288000"/>
            <a:chOff x="3480726" y="3322822"/>
            <a:chExt cx="4791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F98E487-11D5-7B96-8B79-53271C1943C2}"/>
                    </a:ext>
                  </a:extLst>
                </p14:cNvPr>
                <p14:cNvContentPartPr/>
                <p14:nvPr/>
              </p14:nvContentPartPr>
              <p14:xfrm>
                <a:off x="3480726" y="3399862"/>
                <a:ext cx="25200" cy="21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F98E487-11D5-7B96-8B79-53271C1943C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63086" y="3381862"/>
                  <a:ext cx="60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DCAF99D-FFBC-89B7-DC51-823F7AF75930}"/>
                    </a:ext>
                  </a:extLst>
                </p14:cNvPr>
                <p14:cNvContentPartPr/>
                <p14:nvPr/>
              </p14:nvContentPartPr>
              <p14:xfrm>
                <a:off x="3576126" y="3461422"/>
                <a:ext cx="81720" cy="38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DCAF99D-FFBC-89B7-DC51-823F7AF7593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558126" y="3443782"/>
                  <a:ext cx="117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9CC7C2-AFB8-2DEE-E287-AF0044FC0AB8}"/>
                    </a:ext>
                  </a:extLst>
                </p14:cNvPr>
                <p14:cNvContentPartPr/>
                <p14:nvPr/>
              </p14:nvContentPartPr>
              <p14:xfrm>
                <a:off x="3662886" y="3399862"/>
                <a:ext cx="81720" cy="194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9CC7C2-AFB8-2DEE-E287-AF0044FC0AB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45246" y="3381862"/>
                  <a:ext cx="117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05BC12-3E28-3559-9D7E-06C77BC3118D}"/>
                    </a:ext>
                  </a:extLst>
                </p14:cNvPr>
                <p14:cNvContentPartPr/>
                <p14:nvPr/>
              </p14:nvContentPartPr>
              <p14:xfrm>
                <a:off x="3846486" y="3322822"/>
                <a:ext cx="113400" cy="272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05BC12-3E28-3559-9D7E-06C77BC3118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28486" y="3304822"/>
                  <a:ext cx="14904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2A54177-A08B-9744-7EBF-51FA04CD46C5}"/>
              </a:ext>
            </a:extLst>
          </p:cNvPr>
          <p:cNvGrpSpPr/>
          <p:nvPr/>
        </p:nvGrpSpPr>
        <p:grpSpPr>
          <a:xfrm>
            <a:off x="4337526" y="3346942"/>
            <a:ext cx="282600" cy="338760"/>
            <a:chOff x="4337526" y="3346942"/>
            <a:chExt cx="28260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A61A07-974C-05C7-8FE8-1F6275EEB78C}"/>
                    </a:ext>
                  </a:extLst>
                </p14:cNvPr>
                <p14:cNvContentPartPr/>
                <p14:nvPr/>
              </p14:nvContentPartPr>
              <p14:xfrm>
                <a:off x="4337526" y="3434422"/>
                <a:ext cx="110160" cy="34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A61A07-974C-05C7-8FE8-1F6275EEB78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19886" y="3416782"/>
                  <a:ext cx="145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16D5DF-D0E5-952C-0335-2E99EF7788F0}"/>
                    </a:ext>
                  </a:extLst>
                </p14:cNvPr>
                <p14:cNvContentPartPr/>
                <p14:nvPr/>
              </p14:nvContentPartPr>
              <p14:xfrm>
                <a:off x="4519686" y="3346942"/>
                <a:ext cx="100440" cy="338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16D5DF-D0E5-952C-0335-2E99EF7788F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02046" y="3329302"/>
                  <a:ext cx="13608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0975F32-EDF8-8051-A3C0-16CF1F7C2BEC}"/>
              </a:ext>
            </a:extLst>
          </p:cNvPr>
          <p:cNvGrpSpPr/>
          <p:nvPr/>
        </p:nvGrpSpPr>
        <p:grpSpPr>
          <a:xfrm>
            <a:off x="4900566" y="2733142"/>
            <a:ext cx="42840" cy="151920"/>
            <a:chOff x="4900566" y="2733142"/>
            <a:chExt cx="4284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7064FC0-8A07-DA16-31E4-2B0AF889F441}"/>
                    </a:ext>
                  </a:extLst>
                </p14:cNvPr>
                <p14:cNvContentPartPr/>
                <p14:nvPr/>
              </p14:nvContentPartPr>
              <p14:xfrm>
                <a:off x="4926846" y="2733142"/>
                <a:ext cx="16560" cy="19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7064FC0-8A07-DA16-31E4-2B0AF889F44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909206" y="2715142"/>
                  <a:ext cx="52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2060970-18C0-0982-4405-D11C2E77D218}"/>
                    </a:ext>
                  </a:extLst>
                </p14:cNvPr>
                <p14:cNvContentPartPr/>
                <p14:nvPr/>
              </p14:nvContentPartPr>
              <p14:xfrm>
                <a:off x="4900566" y="2868502"/>
                <a:ext cx="12240" cy="16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2060970-18C0-0982-4405-D11C2E77D21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82566" y="2850502"/>
                  <a:ext cx="4788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ADBB254-13F5-C482-D913-A2074E88F10D}"/>
                  </a:ext>
                </a:extLst>
              </p14:cNvPr>
              <p14:cNvContentPartPr/>
              <p14:nvPr/>
            </p14:nvContentPartPr>
            <p14:xfrm>
              <a:off x="4936926" y="3335062"/>
              <a:ext cx="7920" cy="169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ADBB254-13F5-C482-D913-A2074E88F10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918926" y="3317422"/>
                <a:ext cx="43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9DA1BFE-6886-6843-E419-E420815826F4}"/>
                  </a:ext>
                </a:extLst>
              </p14:cNvPr>
              <p14:cNvContentPartPr/>
              <p14:nvPr/>
            </p14:nvContentPartPr>
            <p14:xfrm>
              <a:off x="4895526" y="3542062"/>
              <a:ext cx="28800" cy="25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9DA1BFE-6886-6843-E419-E420815826F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4877526" y="3524062"/>
                <a:ext cx="6444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9F6D1805-E837-AA2D-A3BA-32B13689D9DE}"/>
              </a:ext>
            </a:extLst>
          </p:cNvPr>
          <p:cNvGrpSpPr/>
          <p:nvPr/>
        </p:nvGrpSpPr>
        <p:grpSpPr>
          <a:xfrm>
            <a:off x="5140686" y="1840342"/>
            <a:ext cx="612360" cy="1983960"/>
            <a:chOff x="5140686" y="1840342"/>
            <a:chExt cx="612360" cy="19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0710BB-6103-A82A-04C0-9999E6B150C7}"/>
                    </a:ext>
                  </a:extLst>
                </p14:cNvPr>
                <p14:cNvContentPartPr/>
                <p14:nvPr/>
              </p14:nvContentPartPr>
              <p14:xfrm>
                <a:off x="5140686" y="2734942"/>
                <a:ext cx="171360" cy="190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C0710BB-6103-A82A-04C0-9999E6B150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122686" y="2717302"/>
                  <a:ext cx="207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B3A685-D2B7-D80D-4983-70CB7FC7B93F}"/>
                    </a:ext>
                  </a:extLst>
                </p14:cNvPr>
                <p14:cNvContentPartPr/>
                <p14:nvPr/>
              </p14:nvContentPartPr>
              <p14:xfrm>
                <a:off x="5158326" y="3321382"/>
                <a:ext cx="170280" cy="227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B3A685-D2B7-D80D-4983-70CB7FC7B93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40686" y="3303382"/>
                  <a:ext cx="205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EF9FC5-87F3-1371-31BD-5DDD50A42FB9}"/>
                    </a:ext>
                  </a:extLst>
                </p14:cNvPr>
                <p14:cNvContentPartPr/>
                <p14:nvPr/>
              </p14:nvContentPartPr>
              <p14:xfrm>
                <a:off x="5309886" y="1840342"/>
                <a:ext cx="443160" cy="1983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EF9FC5-87F3-1371-31BD-5DDD50A42FB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291886" y="1822702"/>
                  <a:ext cx="478800" cy="20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1672FE6-0646-0DBD-607C-D4BDD26ED238}"/>
                  </a:ext>
                </a:extLst>
              </p14:cNvPr>
              <p14:cNvContentPartPr/>
              <p14:nvPr/>
            </p14:nvContentPartPr>
            <p14:xfrm>
              <a:off x="3902646" y="3731782"/>
              <a:ext cx="2880" cy="5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1672FE6-0646-0DBD-607C-D4BDD26ED23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885006" y="3714142"/>
                <a:ext cx="385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FF00A45-B678-B152-FF35-0862444A428D}"/>
                  </a:ext>
                </a:extLst>
              </p14:cNvPr>
              <p14:cNvContentPartPr/>
              <p14:nvPr/>
            </p14:nvContentPartPr>
            <p14:xfrm>
              <a:off x="6371886" y="3580222"/>
              <a:ext cx="13320" cy="7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FF00A45-B678-B152-FF35-0862444A428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353886" y="3562582"/>
                <a:ext cx="48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088D8B5-0475-1C5E-66C3-6FB5B3933F35}"/>
                  </a:ext>
                </a:extLst>
              </p14:cNvPr>
              <p14:cNvContentPartPr/>
              <p14:nvPr/>
            </p14:nvContentPartPr>
            <p14:xfrm>
              <a:off x="6772566" y="2720542"/>
              <a:ext cx="970920" cy="1080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088D8B5-0475-1C5E-66C3-6FB5B3933F3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754566" y="2702902"/>
                <a:ext cx="100656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11BF9FD-2594-E244-C692-3332D1D9561A}"/>
              </a:ext>
            </a:extLst>
          </p:cNvPr>
          <p:cNvGrpSpPr/>
          <p:nvPr/>
        </p:nvGrpSpPr>
        <p:grpSpPr>
          <a:xfrm>
            <a:off x="8393646" y="1825222"/>
            <a:ext cx="466560" cy="1991520"/>
            <a:chOff x="8393646" y="1825222"/>
            <a:chExt cx="466560" cy="19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65B10FB-68E5-5D8E-57AE-B97A2AF5B985}"/>
                    </a:ext>
                  </a:extLst>
                </p14:cNvPr>
                <p14:cNvContentPartPr/>
                <p14:nvPr/>
              </p14:nvContentPartPr>
              <p14:xfrm>
                <a:off x="8393646" y="1825222"/>
                <a:ext cx="321480" cy="1991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65B10FB-68E5-5D8E-57AE-B97A2AF5B98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75646" y="1807222"/>
                  <a:ext cx="357120" cy="20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3A5782E-0001-DEBA-9DF3-B78D6376A298}"/>
                    </a:ext>
                  </a:extLst>
                </p14:cNvPr>
                <p14:cNvContentPartPr/>
                <p14:nvPr/>
              </p14:nvContentPartPr>
              <p14:xfrm>
                <a:off x="8850846" y="1987582"/>
                <a:ext cx="9360" cy="221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3A5782E-0001-DEBA-9DF3-B78D6376A29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32846" y="1969942"/>
                  <a:ext cx="4500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6136ED7-E581-FFDE-E081-085A6F192B88}"/>
                  </a:ext>
                </a:extLst>
              </p14:cNvPr>
              <p14:cNvContentPartPr/>
              <p14:nvPr/>
            </p14:nvContentPartPr>
            <p14:xfrm>
              <a:off x="8679486" y="2583022"/>
              <a:ext cx="187920" cy="2354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6136ED7-E581-FFDE-E081-085A6F192B88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661486" y="2565382"/>
                <a:ext cx="2235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C7CFC1E-8D62-CAB0-CFDC-8DA15ED7612A}"/>
                  </a:ext>
                </a:extLst>
              </p14:cNvPr>
              <p14:cNvContentPartPr/>
              <p14:nvPr/>
            </p14:nvContentPartPr>
            <p14:xfrm>
              <a:off x="8608566" y="3235342"/>
              <a:ext cx="141120" cy="259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C7CFC1E-8D62-CAB0-CFDC-8DA15ED7612A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590566" y="3217702"/>
                <a:ext cx="176760" cy="29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D5792A3-59E1-5409-1F87-996E906BE860}"/>
              </a:ext>
            </a:extLst>
          </p:cNvPr>
          <p:cNvGrpSpPr/>
          <p:nvPr/>
        </p:nvGrpSpPr>
        <p:grpSpPr>
          <a:xfrm>
            <a:off x="9143886" y="1743502"/>
            <a:ext cx="2904480" cy="2077920"/>
            <a:chOff x="9143886" y="1743502"/>
            <a:chExt cx="2904480" cy="20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16D97A8-6E78-55FA-6107-4750B6D6FBA4}"/>
                    </a:ext>
                  </a:extLst>
                </p14:cNvPr>
                <p14:cNvContentPartPr/>
                <p14:nvPr/>
              </p14:nvContentPartPr>
              <p14:xfrm>
                <a:off x="9441966" y="1902982"/>
                <a:ext cx="299520" cy="333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16D97A8-6E78-55FA-6107-4750B6D6FBA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424326" y="1885342"/>
                  <a:ext cx="3351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F29B5A-FA39-0DEE-AA80-56618BF83295}"/>
                    </a:ext>
                  </a:extLst>
                </p14:cNvPr>
                <p14:cNvContentPartPr/>
                <p14:nvPr/>
              </p14:nvContentPartPr>
              <p14:xfrm>
                <a:off x="10114806" y="1926742"/>
                <a:ext cx="176040" cy="315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F29B5A-FA39-0DEE-AA80-56618BF8329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096806" y="1908742"/>
                  <a:ext cx="211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497AE4-E492-AFE5-89F2-658AB5D8D825}"/>
                    </a:ext>
                  </a:extLst>
                </p14:cNvPr>
                <p14:cNvContentPartPr/>
                <p14:nvPr/>
              </p14:nvContentPartPr>
              <p14:xfrm>
                <a:off x="9261246" y="2654662"/>
                <a:ext cx="41760" cy="198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497AE4-E492-AFE5-89F2-658AB5D8D82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243606" y="2637022"/>
                  <a:ext cx="77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EF2CAC-85C7-4189-69A2-2F6498DCD910}"/>
                    </a:ext>
                  </a:extLst>
                </p14:cNvPr>
                <p14:cNvContentPartPr/>
                <p14:nvPr/>
              </p14:nvContentPartPr>
              <p14:xfrm>
                <a:off x="9396606" y="2736742"/>
                <a:ext cx="51840" cy="27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EF2CAC-85C7-4189-69A2-2F6498DCD91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78966" y="2719102"/>
                  <a:ext cx="87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CE76229-562A-9C6B-586D-214F605FF67C}"/>
                    </a:ext>
                  </a:extLst>
                </p14:cNvPr>
                <p14:cNvContentPartPr/>
                <p14:nvPr/>
              </p14:nvContentPartPr>
              <p14:xfrm>
                <a:off x="9495246" y="2655742"/>
                <a:ext cx="131400" cy="190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CE76229-562A-9C6B-586D-214F605FF67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77606" y="2637742"/>
                  <a:ext cx="167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5B2A13D-BF49-0419-21C7-860B41C33ED6}"/>
                    </a:ext>
                  </a:extLst>
                </p14:cNvPr>
                <p14:cNvContentPartPr/>
                <p14:nvPr/>
              </p14:nvContentPartPr>
              <p14:xfrm>
                <a:off x="9732486" y="2502382"/>
                <a:ext cx="147240" cy="321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5B2A13D-BF49-0419-21C7-860B41C33ED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714486" y="2484742"/>
                  <a:ext cx="1828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2C1F050-BAB5-CD37-5E20-C6F12606AC6C}"/>
                    </a:ext>
                  </a:extLst>
                </p14:cNvPr>
                <p14:cNvContentPartPr/>
                <p14:nvPr/>
              </p14:nvContentPartPr>
              <p14:xfrm>
                <a:off x="10160166" y="2710102"/>
                <a:ext cx="124200" cy="18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2C1F050-BAB5-CD37-5E20-C6F12606AC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142526" y="2692462"/>
                  <a:ext cx="159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3E2680B-55D9-7802-2887-6037DBD9C07D}"/>
                    </a:ext>
                  </a:extLst>
                </p14:cNvPr>
                <p14:cNvContentPartPr/>
                <p14:nvPr/>
              </p14:nvContentPartPr>
              <p14:xfrm>
                <a:off x="10411806" y="2569342"/>
                <a:ext cx="104400" cy="386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3E2680B-55D9-7802-2887-6037DBD9C0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394166" y="2551342"/>
                  <a:ext cx="140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FF201D4-E0ED-8121-8E0F-47388AE5D056}"/>
                    </a:ext>
                  </a:extLst>
                </p14:cNvPr>
                <p14:cNvContentPartPr/>
                <p14:nvPr/>
              </p14:nvContentPartPr>
              <p14:xfrm>
                <a:off x="9243606" y="3337942"/>
                <a:ext cx="75240" cy="13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FF201D4-E0ED-8121-8E0F-47388AE5D05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25606" y="3319942"/>
                  <a:ext cx="110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6100499-ECC2-43DD-763D-004A592D695A}"/>
                    </a:ext>
                  </a:extLst>
                </p14:cNvPr>
                <p14:cNvContentPartPr/>
                <p14:nvPr/>
              </p14:nvContentPartPr>
              <p14:xfrm>
                <a:off x="9390486" y="3264142"/>
                <a:ext cx="14400" cy="9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6100499-ECC2-43DD-763D-004A592D695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72486" y="3246142"/>
                  <a:ext cx="50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E6C026-AE44-3C68-58E9-501C27FA2954}"/>
                    </a:ext>
                  </a:extLst>
                </p14:cNvPr>
                <p14:cNvContentPartPr/>
                <p14:nvPr/>
              </p14:nvContentPartPr>
              <p14:xfrm>
                <a:off x="9143886" y="3331822"/>
                <a:ext cx="163440" cy="234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E6C026-AE44-3C68-58E9-501C27FA295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26246" y="3313822"/>
                  <a:ext cx="199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FBB4E8-4A7E-9F1C-C097-2D49C1749278}"/>
                    </a:ext>
                  </a:extLst>
                </p14:cNvPr>
                <p14:cNvContentPartPr/>
                <p14:nvPr/>
              </p14:nvContentPartPr>
              <p14:xfrm>
                <a:off x="9413526" y="3448462"/>
                <a:ext cx="106200" cy="21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FBB4E8-4A7E-9F1C-C097-2D49C174927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95886" y="3430822"/>
                  <a:ext cx="141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4A0D6ED-E75B-050D-D5D8-285BAEA70E4F}"/>
                    </a:ext>
                  </a:extLst>
                </p14:cNvPr>
                <p14:cNvContentPartPr/>
                <p14:nvPr/>
              </p14:nvContentPartPr>
              <p14:xfrm>
                <a:off x="9585966" y="3308422"/>
                <a:ext cx="96840" cy="302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4A0D6ED-E75B-050D-D5D8-285BAEA70E4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568326" y="3290782"/>
                  <a:ext cx="1324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F0572C-AAC8-D311-6FE3-F3A8AEA0F7EB}"/>
                    </a:ext>
                  </a:extLst>
                </p14:cNvPr>
                <p14:cNvContentPartPr/>
                <p14:nvPr/>
              </p14:nvContentPartPr>
              <p14:xfrm>
                <a:off x="9785766" y="3267382"/>
                <a:ext cx="218160" cy="355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F0572C-AAC8-D311-6FE3-F3A8AEA0F7E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68126" y="3249742"/>
                  <a:ext cx="2538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77B334E-4C78-2172-E470-D094173175F5}"/>
                    </a:ext>
                  </a:extLst>
                </p14:cNvPr>
                <p14:cNvContentPartPr/>
                <p14:nvPr/>
              </p14:nvContentPartPr>
              <p14:xfrm>
                <a:off x="10255206" y="3274222"/>
                <a:ext cx="228600" cy="349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7B334E-4C78-2172-E470-D094173175F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37566" y="3256222"/>
                  <a:ext cx="2642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00AE73C-98E1-19C7-4E37-273BB1954976}"/>
                    </a:ext>
                  </a:extLst>
                </p14:cNvPr>
                <p14:cNvContentPartPr/>
                <p14:nvPr/>
              </p14:nvContentPartPr>
              <p14:xfrm>
                <a:off x="10572726" y="3458542"/>
                <a:ext cx="117720" cy="60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00AE73C-98E1-19C7-4E37-273BB195497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554726" y="3440542"/>
                  <a:ext cx="153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C14B7E0-550D-26DB-A576-73600BC5270D}"/>
                    </a:ext>
                  </a:extLst>
                </p14:cNvPr>
                <p14:cNvContentPartPr/>
                <p14:nvPr/>
              </p14:nvContentPartPr>
              <p14:xfrm>
                <a:off x="10748046" y="3335062"/>
                <a:ext cx="20880" cy="206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C14B7E0-550D-26DB-A576-73600BC5270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30406" y="3317062"/>
                  <a:ext cx="56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89DFEBA-751F-E950-40FD-871FA8D5EF7A}"/>
                    </a:ext>
                  </a:extLst>
                </p14:cNvPr>
                <p14:cNvContentPartPr/>
                <p14:nvPr/>
              </p14:nvContentPartPr>
              <p14:xfrm>
                <a:off x="10849206" y="3353782"/>
                <a:ext cx="230400" cy="194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89DFEBA-751F-E950-40FD-871FA8D5EF7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831206" y="3335782"/>
                  <a:ext cx="266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D5C4144-1E6C-784D-007C-0E8FDF598B44}"/>
                    </a:ext>
                  </a:extLst>
                </p14:cNvPr>
                <p14:cNvContentPartPr/>
                <p14:nvPr/>
              </p14:nvContentPartPr>
              <p14:xfrm>
                <a:off x="11056926" y="1979302"/>
                <a:ext cx="14760" cy="29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D5C4144-1E6C-784D-007C-0E8FDF598B4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039286" y="1961302"/>
                  <a:ext cx="50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C51DC17-E6E6-623E-09F9-11401834171E}"/>
                    </a:ext>
                  </a:extLst>
                </p14:cNvPr>
                <p14:cNvContentPartPr/>
                <p14:nvPr/>
              </p14:nvContentPartPr>
              <p14:xfrm>
                <a:off x="11045046" y="2191342"/>
                <a:ext cx="7920" cy="3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C51DC17-E6E6-623E-09F9-11401834171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027406" y="2173342"/>
                  <a:ext cx="435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6A6FE08-CF16-035A-D5BA-A01CADDA5BEF}"/>
                    </a:ext>
                  </a:extLst>
                </p14:cNvPr>
                <p14:cNvContentPartPr/>
                <p14:nvPr/>
              </p14:nvContentPartPr>
              <p14:xfrm>
                <a:off x="11438526" y="1953382"/>
                <a:ext cx="171360" cy="240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6A6FE08-CF16-035A-D5BA-A01CADDA5BE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420886" y="1935742"/>
                  <a:ext cx="207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A90E7C6-6B6C-E345-8868-325DFD1B5621}"/>
                    </a:ext>
                  </a:extLst>
                </p14:cNvPr>
                <p14:cNvContentPartPr/>
                <p14:nvPr/>
              </p14:nvContentPartPr>
              <p14:xfrm>
                <a:off x="11099046" y="2646022"/>
                <a:ext cx="7920" cy="42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A90E7C6-6B6C-E345-8868-325DFD1B562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81046" y="2628382"/>
                  <a:ext cx="43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5CCD0CB-7E8C-378F-6BFC-FC90074ECD9D}"/>
                    </a:ext>
                  </a:extLst>
                </p14:cNvPr>
                <p14:cNvContentPartPr/>
                <p14:nvPr/>
              </p14:nvContentPartPr>
              <p14:xfrm>
                <a:off x="11083566" y="2862382"/>
                <a:ext cx="6480" cy="24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5CCD0CB-7E8C-378F-6BFC-FC90074ECD9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65926" y="2844382"/>
                  <a:ext cx="42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26B56B6-7FF2-981D-D385-C5E31E98BB48}"/>
                    </a:ext>
                  </a:extLst>
                </p14:cNvPr>
                <p14:cNvContentPartPr/>
                <p14:nvPr/>
              </p14:nvContentPartPr>
              <p14:xfrm>
                <a:off x="11435286" y="2652502"/>
                <a:ext cx="232200" cy="240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26B56B6-7FF2-981D-D385-C5E31E98BB4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417646" y="2634862"/>
                  <a:ext cx="267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D0B3A-D33E-F01D-CD3E-467677AE55F4}"/>
                    </a:ext>
                  </a:extLst>
                </p14:cNvPr>
                <p14:cNvContentPartPr/>
                <p14:nvPr/>
              </p14:nvContentPartPr>
              <p14:xfrm>
                <a:off x="11227926" y="3298342"/>
                <a:ext cx="7200" cy="56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D0B3A-D33E-F01D-CD3E-467677AE55F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10286" y="3280342"/>
                  <a:ext cx="42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0A1AA86-18D7-C3BC-6189-B89380453EE5}"/>
                    </a:ext>
                  </a:extLst>
                </p14:cNvPr>
                <p14:cNvContentPartPr/>
                <p14:nvPr/>
              </p14:nvContentPartPr>
              <p14:xfrm>
                <a:off x="11264286" y="3475822"/>
                <a:ext cx="7920" cy="29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0A1AA86-18D7-C3BC-6189-B89380453EE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246286" y="3457822"/>
                  <a:ext cx="43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837891-B2E5-16B8-B263-3CD837EADE35}"/>
                    </a:ext>
                  </a:extLst>
                </p14:cNvPr>
                <p14:cNvContentPartPr/>
                <p14:nvPr/>
              </p14:nvContentPartPr>
              <p14:xfrm>
                <a:off x="11532126" y="3268822"/>
                <a:ext cx="163080" cy="205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5837891-B2E5-16B8-B263-3CD837EADE3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514126" y="3250822"/>
                  <a:ext cx="198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F30D77B-1616-14D6-38EC-AE08CEA92B8B}"/>
                    </a:ext>
                  </a:extLst>
                </p14:cNvPr>
                <p14:cNvContentPartPr/>
                <p14:nvPr/>
              </p14:nvContentPartPr>
              <p14:xfrm>
                <a:off x="11340966" y="1743502"/>
                <a:ext cx="707400" cy="1970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F30D77B-1616-14D6-38EC-AE08CEA92B8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322966" y="1725502"/>
                  <a:ext cx="743040" cy="20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5A79D2C-B939-FC3E-7A95-3DE5041276BE}"/>
                    </a:ext>
                  </a:extLst>
                </p14:cNvPr>
                <p14:cNvContentPartPr/>
                <p14:nvPr/>
              </p14:nvContentPartPr>
              <p14:xfrm>
                <a:off x="9698646" y="2910622"/>
                <a:ext cx="66600" cy="3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5A79D2C-B939-FC3E-7A95-3DE5041276B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81006" y="2892622"/>
                  <a:ext cx="10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1A0094F-51BD-833B-5DAB-7C4C49979D61}"/>
                    </a:ext>
                  </a:extLst>
                </p14:cNvPr>
                <p14:cNvContentPartPr/>
                <p14:nvPr/>
              </p14:nvContentPartPr>
              <p14:xfrm>
                <a:off x="9186006" y="2909182"/>
                <a:ext cx="684720" cy="84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1A0094F-51BD-833B-5DAB-7C4C49979D6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168366" y="2891182"/>
                  <a:ext cx="720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D8F475C-2392-B314-E0E6-1D2DE3CE8E39}"/>
                    </a:ext>
                  </a:extLst>
                </p14:cNvPr>
                <p14:cNvContentPartPr/>
                <p14:nvPr/>
              </p14:nvContentPartPr>
              <p14:xfrm>
                <a:off x="9225966" y="3754462"/>
                <a:ext cx="870480" cy="66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D8F475C-2392-B314-E0E6-1D2DE3CE8E3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208326" y="3736462"/>
                  <a:ext cx="90612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291685C-4108-DDC7-1198-F088C79D9EE1}"/>
                  </a:ext>
                </a:extLst>
              </p14:cNvPr>
              <p14:cNvContentPartPr/>
              <p14:nvPr/>
            </p14:nvContentPartPr>
            <p14:xfrm>
              <a:off x="9949206" y="3220582"/>
              <a:ext cx="19440" cy="36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291685C-4108-DDC7-1198-F088C79D9EE1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9931566" y="3202942"/>
                <a:ext cx="55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0670787-3D1E-5F5E-89BF-0E68A39BF472}"/>
                  </a:ext>
                </a:extLst>
              </p14:cNvPr>
              <p14:cNvContentPartPr/>
              <p14:nvPr/>
            </p14:nvContentPartPr>
            <p14:xfrm>
              <a:off x="325686" y="4625662"/>
              <a:ext cx="840240" cy="2487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0670787-3D1E-5F5E-89BF-0E68A39BF472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08046" y="4608022"/>
                <a:ext cx="8758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79BA0E8-2DAA-DEF7-2FA9-1D1B4895CC91}"/>
                  </a:ext>
                </a:extLst>
              </p14:cNvPr>
              <p14:cNvContentPartPr/>
              <p14:nvPr/>
            </p14:nvContentPartPr>
            <p14:xfrm>
              <a:off x="394086" y="4254142"/>
              <a:ext cx="4680" cy="222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79BA0E8-2DAA-DEF7-2FA9-1D1B4895CC91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376086" y="4236502"/>
                <a:ext cx="403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761291D-2A68-6026-F4F2-DF55808E8A49}"/>
                  </a:ext>
                </a:extLst>
              </p14:cNvPr>
              <p14:cNvContentPartPr/>
              <p14:nvPr/>
            </p14:nvContentPartPr>
            <p14:xfrm>
              <a:off x="378246" y="4180342"/>
              <a:ext cx="146880" cy="2779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761291D-2A68-6026-F4F2-DF55808E8A49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60606" y="4162342"/>
                <a:ext cx="18252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9EDD78C-C169-42B7-5E50-CB9B6E9571D2}"/>
              </a:ext>
            </a:extLst>
          </p:cNvPr>
          <p:cNvGrpSpPr/>
          <p:nvPr/>
        </p:nvGrpSpPr>
        <p:grpSpPr>
          <a:xfrm>
            <a:off x="582006" y="4161622"/>
            <a:ext cx="1794240" cy="536040"/>
            <a:chOff x="582006" y="4161622"/>
            <a:chExt cx="179424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5CA6F5F-B44E-EC45-A414-0BD24BF49AAF}"/>
                    </a:ext>
                  </a:extLst>
                </p14:cNvPr>
                <p14:cNvContentPartPr/>
                <p14:nvPr/>
              </p14:nvContentPartPr>
              <p14:xfrm>
                <a:off x="582006" y="4411102"/>
                <a:ext cx="96480" cy="232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5CA6F5F-B44E-EC45-A414-0BD24BF49AA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64006" y="4393102"/>
                  <a:ext cx="132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0C7A49E-5FCB-7D6D-8EDC-32446A39DCF5}"/>
                    </a:ext>
                  </a:extLst>
                </p14:cNvPr>
                <p14:cNvContentPartPr/>
                <p14:nvPr/>
              </p14:nvContentPartPr>
              <p14:xfrm>
                <a:off x="779286" y="4401742"/>
                <a:ext cx="142560" cy="9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0C7A49E-5FCB-7D6D-8EDC-32446A39DCF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61646" y="4383742"/>
                  <a:ext cx="178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E355EC8-B735-0E35-FA56-60835AA0EB98}"/>
                    </a:ext>
                  </a:extLst>
                </p14:cNvPr>
                <p14:cNvContentPartPr/>
                <p14:nvPr/>
              </p14:nvContentPartPr>
              <p14:xfrm>
                <a:off x="924006" y="4319302"/>
                <a:ext cx="28800" cy="187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E355EC8-B735-0E35-FA56-60835AA0EB9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6366" y="4301302"/>
                  <a:ext cx="64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9578349-67F9-C015-D889-EA6108B0077A}"/>
                    </a:ext>
                  </a:extLst>
                </p14:cNvPr>
                <p14:cNvContentPartPr/>
                <p14:nvPr/>
              </p14:nvContentPartPr>
              <p14:xfrm>
                <a:off x="1095726" y="4225342"/>
                <a:ext cx="151560" cy="321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9578349-67F9-C015-D889-EA6108B0077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77726" y="4207342"/>
                  <a:ext cx="1872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E1B4F45-F6EB-3603-6282-EF3E5937C6B2}"/>
                    </a:ext>
                  </a:extLst>
                </p14:cNvPr>
                <p14:cNvContentPartPr/>
                <p14:nvPr/>
              </p14:nvContentPartPr>
              <p14:xfrm>
                <a:off x="1266726" y="4424422"/>
                <a:ext cx="145080" cy="191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E1B4F45-F6EB-3603-6282-EF3E5937C6B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49086" y="4406782"/>
                  <a:ext cx="180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AFCFE5C-28CE-707C-5184-5001B6D920DF}"/>
                    </a:ext>
                  </a:extLst>
                </p14:cNvPr>
                <p14:cNvContentPartPr/>
                <p14:nvPr/>
              </p14:nvContentPartPr>
              <p14:xfrm>
                <a:off x="1518726" y="4433782"/>
                <a:ext cx="178560" cy="25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AFCFE5C-28CE-707C-5184-5001B6D920D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501086" y="4415782"/>
                  <a:ext cx="214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B1DA41D-3847-693D-12A6-351000EE00A8}"/>
                    </a:ext>
                  </a:extLst>
                </p14:cNvPr>
                <p14:cNvContentPartPr/>
                <p14:nvPr/>
              </p14:nvContentPartPr>
              <p14:xfrm>
                <a:off x="1780806" y="4295902"/>
                <a:ext cx="95040" cy="197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B1DA41D-3847-693D-12A6-351000EE00A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762806" y="4277902"/>
                  <a:ext cx="130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EB51809-D020-A2A9-C8CD-8FAC10C19230}"/>
                    </a:ext>
                  </a:extLst>
                </p14:cNvPr>
                <p14:cNvContentPartPr/>
                <p14:nvPr/>
              </p14:nvContentPartPr>
              <p14:xfrm>
                <a:off x="1992126" y="4161622"/>
                <a:ext cx="163080" cy="352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EB51809-D020-A2A9-C8CD-8FAC10C1923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74486" y="4143982"/>
                  <a:ext cx="198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24B3621-7D93-25C0-3314-20314701A2E2}"/>
                    </a:ext>
                  </a:extLst>
                </p14:cNvPr>
                <p14:cNvContentPartPr/>
                <p14:nvPr/>
              </p14:nvContentPartPr>
              <p14:xfrm>
                <a:off x="2189046" y="4491022"/>
                <a:ext cx="187200" cy="206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24B3621-7D93-25C0-3314-20314701A2E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171046" y="4473022"/>
                  <a:ext cx="22284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F1E1E467-D877-D7F2-87EC-DF491D4A79AE}"/>
                  </a:ext>
                </a:extLst>
              </p14:cNvPr>
              <p14:cNvContentPartPr/>
              <p14:nvPr/>
            </p14:nvContentPartPr>
            <p14:xfrm>
              <a:off x="2564886" y="4174582"/>
              <a:ext cx="331200" cy="15552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F1E1E467-D877-D7F2-87EC-DF491D4A79A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2547246" y="4156582"/>
                <a:ext cx="366840" cy="15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036D440-070B-4896-2E8D-B1655124637D}"/>
                  </a:ext>
                </a:extLst>
              </p14:cNvPr>
              <p14:cNvContentPartPr/>
              <p14:nvPr/>
            </p14:nvContentPartPr>
            <p14:xfrm>
              <a:off x="3225486" y="4257382"/>
              <a:ext cx="52560" cy="1854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036D440-070B-4896-2E8D-B1655124637D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3207486" y="4239382"/>
                <a:ext cx="882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50C4D66A-E92C-CB2B-0E51-1D90DDE554FF}"/>
                  </a:ext>
                </a:extLst>
              </p14:cNvPr>
              <p14:cNvContentPartPr/>
              <p14:nvPr/>
            </p14:nvContentPartPr>
            <p14:xfrm>
              <a:off x="4184886" y="4177102"/>
              <a:ext cx="323280" cy="34668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50C4D66A-E92C-CB2B-0E51-1D90DDE554F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166886" y="4159462"/>
                <a:ext cx="3589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6E7D2332-6C9D-3FD9-EFA4-AFA2400D1025}"/>
                  </a:ext>
                </a:extLst>
              </p14:cNvPr>
              <p14:cNvContentPartPr/>
              <p14:nvPr/>
            </p14:nvContentPartPr>
            <p14:xfrm>
              <a:off x="5409966" y="4202302"/>
              <a:ext cx="235080" cy="2732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6E7D2332-6C9D-3FD9-EFA4-AFA2400D1025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5392326" y="4184302"/>
                <a:ext cx="2707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33F9CBA1-C240-2FE8-87FD-30AA60890129}"/>
                  </a:ext>
                </a:extLst>
              </p14:cNvPr>
              <p14:cNvContentPartPr/>
              <p14:nvPr/>
            </p14:nvContentPartPr>
            <p14:xfrm>
              <a:off x="3000846" y="4826182"/>
              <a:ext cx="130320" cy="1818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33F9CBA1-C240-2FE8-87FD-30AA60890129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982846" y="4808542"/>
                <a:ext cx="16596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0D251A9C-7EBA-9E73-8E92-A55F13EC111F}"/>
              </a:ext>
            </a:extLst>
          </p:cNvPr>
          <p:cNvGrpSpPr/>
          <p:nvPr/>
        </p:nvGrpSpPr>
        <p:grpSpPr>
          <a:xfrm>
            <a:off x="3689886" y="4806022"/>
            <a:ext cx="492120" cy="219240"/>
            <a:chOff x="3689886" y="4806022"/>
            <a:chExt cx="49212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856190C-2051-5586-9AA6-022D83E6840C}"/>
                    </a:ext>
                  </a:extLst>
                </p14:cNvPr>
                <p14:cNvContentPartPr/>
                <p14:nvPr/>
              </p14:nvContentPartPr>
              <p14:xfrm>
                <a:off x="3689886" y="4806022"/>
                <a:ext cx="15840" cy="196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856190C-2051-5586-9AA6-022D83E6840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672246" y="4788022"/>
                  <a:ext cx="51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7E101AC-6ED3-F10B-B2DA-B69CD9D46D20}"/>
                    </a:ext>
                  </a:extLst>
                </p14:cNvPr>
                <p14:cNvContentPartPr/>
                <p14:nvPr/>
              </p14:nvContentPartPr>
              <p14:xfrm>
                <a:off x="3862686" y="4926262"/>
                <a:ext cx="112320" cy="12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7E101AC-6ED3-F10B-B2DA-B69CD9D46D2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844686" y="4908262"/>
                  <a:ext cx="147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8DCC093-E927-12FF-07A8-DBEE3F6064FA}"/>
                    </a:ext>
                  </a:extLst>
                </p14:cNvPr>
                <p14:cNvContentPartPr/>
                <p14:nvPr/>
              </p14:nvContentPartPr>
              <p14:xfrm>
                <a:off x="4051326" y="4834102"/>
                <a:ext cx="130680" cy="191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8DCC093-E927-12FF-07A8-DBEE3F6064F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033686" y="4816102"/>
                  <a:ext cx="16632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4B343BB-DAA2-0D52-BC59-C7F10D8FE047}"/>
                  </a:ext>
                </a:extLst>
              </p14:cNvPr>
              <p14:cNvContentPartPr/>
              <p14:nvPr/>
            </p14:nvContentPartPr>
            <p14:xfrm>
              <a:off x="4382526" y="4785142"/>
              <a:ext cx="243000" cy="2829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4B343BB-DAA2-0D52-BC59-C7F10D8FE047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364886" y="4767142"/>
                <a:ext cx="27864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B8B0FA0-C9D0-DFB7-D0BE-5D220DC669A6}"/>
              </a:ext>
            </a:extLst>
          </p:cNvPr>
          <p:cNvGrpSpPr/>
          <p:nvPr/>
        </p:nvGrpSpPr>
        <p:grpSpPr>
          <a:xfrm>
            <a:off x="5406366" y="4791262"/>
            <a:ext cx="432000" cy="302400"/>
            <a:chOff x="5406366" y="4791262"/>
            <a:chExt cx="43200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DBAC095-ADA1-C6FE-DA86-28CFF0218B3D}"/>
                    </a:ext>
                  </a:extLst>
                </p14:cNvPr>
                <p14:cNvContentPartPr/>
                <p14:nvPr/>
              </p14:nvContentPartPr>
              <p14:xfrm>
                <a:off x="5406366" y="4921582"/>
                <a:ext cx="118800" cy="26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DBAC095-ADA1-C6FE-DA86-28CFF0218B3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388726" y="4903582"/>
                  <a:ext cx="154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1C52F06-25A6-D01A-E8D2-2FDCB9FAFEDD}"/>
                    </a:ext>
                  </a:extLst>
                </p14:cNvPr>
                <p14:cNvContentPartPr/>
                <p14:nvPr/>
              </p14:nvContentPartPr>
              <p14:xfrm>
                <a:off x="5693646" y="4791262"/>
                <a:ext cx="144720" cy="302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1C52F06-25A6-D01A-E8D2-2FDCB9FAFED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675646" y="4773262"/>
                  <a:ext cx="18036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F435646-480D-3E38-1401-9D833F250106}"/>
                  </a:ext>
                </a:extLst>
              </p14:cNvPr>
              <p14:cNvContentPartPr/>
              <p14:nvPr/>
            </p14:nvContentPartPr>
            <p14:xfrm>
              <a:off x="2799966" y="5338102"/>
              <a:ext cx="243360" cy="3002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F435646-480D-3E38-1401-9D833F250106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781966" y="5320102"/>
                <a:ext cx="2790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485F7552-8B2C-FA9F-B720-510DE7E60A9C}"/>
                  </a:ext>
                </a:extLst>
              </p14:cNvPr>
              <p14:cNvContentPartPr/>
              <p14:nvPr/>
            </p14:nvContentPartPr>
            <p14:xfrm>
              <a:off x="1502526" y="6898786"/>
              <a:ext cx="3600" cy="216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485F7552-8B2C-FA9F-B720-510DE7E60A9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484526" y="6881146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B54DA73-57B8-60EB-CFA9-FD733B081C72}"/>
                  </a:ext>
                </a:extLst>
              </p14:cNvPr>
              <p14:cNvContentPartPr/>
              <p14:nvPr/>
            </p14:nvContentPartPr>
            <p14:xfrm>
              <a:off x="4118646" y="5385397"/>
              <a:ext cx="21960" cy="3124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B54DA73-57B8-60EB-CFA9-FD733B081C7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4100646" y="5367397"/>
                <a:ext cx="576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2BEF0BAD-0E1E-19D0-9CB6-28EE9EDBBE23}"/>
                  </a:ext>
                </a:extLst>
              </p14:cNvPr>
              <p14:cNvContentPartPr/>
              <p14:nvPr/>
            </p14:nvContentPartPr>
            <p14:xfrm>
              <a:off x="10476606" y="3698797"/>
              <a:ext cx="23040" cy="72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2BEF0BAD-0E1E-19D0-9CB6-28EE9EDBBE23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58606" y="3680797"/>
                <a:ext cx="58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32524038-7BB3-5AE2-8661-4C0B5C2C82B8}"/>
                  </a:ext>
                </a:extLst>
              </p14:cNvPr>
              <p14:cNvContentPartPr/>
              <p14:nvPr/>
            </p14:nvContentPartPr>
            <p14:xfrm>
              <a:off x="11528886" y="3673237"/>
              <a:ext cx="4680" cy="14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32524038-7BB3-5AE2-8661-4C0B5C2C82B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1510886" y="3655597"/>
                <a:ext cx="4032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5B74117-6277-C585-F054-03B790CF9A41}"/>
              </a:ext>
            </a:extLst>
          </p:cNvPr>
          <p:cNvGrpSpPr/>
          <p:nvPr/>
        </p:nvGrpSpPr>
        <p:grpSpPr>
          <a:xfrm>
            <a:off x="5274606" y="5319157"/>
            <a:ext cx="707400" cy="359280"/>
            <a:chOff x="5274606" y="5319157"/>
            <a:chExt cx="7074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37FE51B-79A5-C6B3-CD4A-FDB134669F8D}"/>
                    </a:ext>
                  </a:extLst>
                </p14:cNvPr>
                <p14:cNvContentPartPr/>
                <p14:nvPr/>
              </p14:nvContentPartPr>
              <p14:xfrm>
                <a:off x="5274606" y="5319157"/>
                <a:ext cx="280440" cy="359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37FE51B-79A5-C6B3-CD4A-FDB134669F8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256606" y="5301157"/>
                  <a:ext cx="3160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CDFB9EA-808E-3F1A-D710-A2090F9DC36F}"/>
                    </a:ext>
                  </a:extLst>
                </p14:cNvPr>
                <p14:cNvContentPartPr/>
                <p14:nvPr/>
              </p14:nvContentPartPr>
              <p14:xfrm>
                <a:off x="5657286" y="5509597"/>
                <a:ext cx="109440" cy="597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CDFB9EA-808E-3F1A-D710-A2090F9DC36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639646" y="5491597"/>
                  <a:ext cx="145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1725184-B856-8D43-7257-BEB3F9879F6C}"/>
                    </a:ext>
                  </a:extLst>
                </p14:cNvPr>
                <p14:cNvContentPartPr/>
                <p14:nvPr/>
              </p14:nvContentPartPr>
              <p14:xfrm>
                <a:off x="5868246" y="5352997"/>
                <a:ext cx="113760" cy="271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1725184-B856-8D43-7257-BEB3F9879F6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850246" y="5335357"/>
                  <a:ext cx="14940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2F870462-C222-B873-31C4-720EE181A8D6}"/>
                  </a:ext>
                </a:extLst>
              </p14:cNvPr>
              <p14:cNvContentPartPr/>
              <p14:nvPr/>
            </p14:nvContentPartPr>
            <p14:xfrm>
              <a:off x="6370446" y="4261837"/>
              <a:ext cx="9720" cy="352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2F870462-C222-B873-31C4-720EE181A8D6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6352446" y="4243837"/>
                <a:ext cx="453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392893B4-B9F3-0C4E-7C93-2E526B9B469A}"/>
                  </a:ext>
                </a:extLst>
              </p14:cNvPr>
              <p14:cNvContentPartPr/>
              <p14:nvPr/>
            </p14:nvContentPartPr>
            <p14:xfrm>
              <a:off x="6373326" y="4469917"/>
              <a:ext cx="13680" cy="338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392893B4-B9F3-0C4E-7C93-2E526B9B469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355686" y="4452277"/>
                <a:ext cx="4932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378471F-784B-2084-2A4E-3389D5C6B306}"/>
              </a:ext>
            </a:extLst>
          </p:cNvPr>
          <p:cNvGrpSpPr/>
          <p:nvPr/>
        </p:nvGrpSpPr>
        <p:grpSpPr>
          <a:xfrm>
            <a:off x="6405006" y="4728757"/>
            <a:ext cx="32760" cy="171720"/>
            <a:chOff x="6405006" y="4728757"/>
            <a:chExt cx="3276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EFF10AF-9C9F-AC19-D5FB-802C987C25FE}"/>
                    </a:ext>
                  </a:extLst>
                </p14:cNvPr>
                <p14:cNvContentPartPr/>
                <p14:nvPr/>
              </p14:nvContentPartPr>
              <p14:xfrm>
                <a:off x="6424806" y="4728757"/>
                <a:ext cx="12960" cy="19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EFF10AF-9C9F-AC19-D5FB-802C987C25F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407166" y="4710757"/>
                  <a:ext cx="48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F510A98-629D-E926-B6D9-C6A34DE1CAD3}"/>
                    </a:ext>
                  </a:extLst>
                </p14:cNvPr>
                <p14:cNvContentPartPr/>
                <p14:nvPr/>
              </p14:nvContentPartPr>
              <p14:xfrm>
                <a:off x="6405006" y="4874917"/>
                <a:ext cx="5400" cy="25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F510A98-629D-E926-B6D9-C6A34DE1CAD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387366" y="4857277"/>
                  <a:ext cx="4104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1367751F-8138-1A3B-145D-E933C4964370}"/>
                  </a:ext>
                </a:extLst>
              </p14:cNvPr>
              <p14:cNvContentPartPr/>
              <p14:nvPr/>
            </p14:nvContentPartPr>
            <p14:xfrm>
              <a:off x="6468366" y="5299717"/>
              <a:ext cx="10080" cy="244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1367751F-8138-1A3B-145D-E933C4964370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6450366" y="5282077"/>
                <a:ext cx="457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30A0EE5-A7AF-81EB-EB7E-E79724A03F21}"/>
                  </a:ext>
                </a:extLst>
              </p14:cNvPr>
              <p14:cNvContentPartPr/>
              <p14:nvPr/>
            </p14:nvContentPartPr>
            <p14:xfrm>
              <a:off x="6435246" y="5546677"/>
              <a:ext cx="18000" cy="3420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30A0EE5-A7AF-81EB-EB7E-E79724A03F21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6417246" y="5529037"/>
                <a:ext cx="5364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36CFBD6-4E82-3829-B185-8246ADC6FA4A}"/>
              </a:ext>
            </a:extLst>
          </p:cNvPr>
          <p:cNvGrpSpPr/>
          <p:nvPr/>
        </p:nvGrpSpPr>
        <p:grpSpPr>
          <a:xfrm>
            <a:off x="6686886" y="4006597"/>
            <a:ext cx="609120" cy="1908000"/>
            <a:chOff x="6686886" y="4006597"/>
            <a:chExt cx="609120" cy="19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DB73CBD-36C2-E735-3CCE-F27EE843BE19}"/>
                    </a:ext>
                  </a:extLst>
                </p14:cNvPr>
                <p14:cNvContentPartPr/>
                <p14:nvPr/>
              </p14:nvContentPartPr>
              <p14:xfrm>
                <a:off x="6725046" y="4218997"/>
                <a:ext cx="176040" cy="225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DB73CBD-36C2-E735-3CCE-F27EE843BE1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07046" y="4200997"/>
                  <a:ext cx="211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231F969-F71A-7328-7631-0C78716238A6}"/>
                    </a:ext>
                  </a:extLst>
                </p14:cNvPr>
                <p14:cNvContentPartPr/>
                <p14:nvPr/>
              </p14:nvContentPartPr>
              <p14:xfrm>
                <a:off x="6702006" y="4716157"/>
                <a:ext cx="150120" cy="1872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231F969-F71A-7328-7631-0C78716238A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684006" y="4698517"/>
                  <a:ext cx="185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9D542DE-80AB-B898-B4E0-3012C1B68117}"/>
                    </a:ext>
                  </a:extLst>
                </p14:cNvPr>
                <p14:cNvContentPartPr/>
                <p14:nvPr/>
              </p14:nvContentPartPr>
              <p14:xfrm>
                <a:off x="6686886" y="5345077"/>
                <a:ext cx="138600" cy="2275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9D542DE-80AB-B898-B4E0-3012C1B6811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668886" y="5327077"/>
                  <a:ext cx="174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1C185F9-67AC-EC85-8751-EFBC5DF0765E}"/>
                    </a:ext>
                  </a:extLst>
                </p14:cNvPr>
                <p14:cNvContentPartPr/>
                <p14:nvPr/>
              </p14:nvContentPartPr>
              <p14:xfrm>
                <a:off x="6864006" y="4006597"/>
                <a:ext cx="432000" cy="19080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1C185F9-67AC-EC85-8751-EFBC5DF0765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846366" y="3988597"/>
                  <a:ext cx="467640" cy="19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8228C1E-A84B-790B-EFCE-EABFD927BABB}"/>
                  </a:ext>
                </a:extLst>
              </p14:cNvPr>
              <p14:cNvContentPartPr/>
              <p14:nvPr/>
            </p14:nvContentPartPr>
            <p14:xfrm>
              <a:off x="6662406" y="2246422"/>
              <a:ext cx="150480" cy="3114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8228C1E-A84B-790B-EFCE-EABFD927BABB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644766" y="2228782"/>
                <a:ext cx="186120" cy="34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07CD4BB-ED90-036A-A03D-67CD9BAC256F}"/>
              </a:ext>
            </a:extLst>
          </p:cNvPr>
          <p:cNvGrpSpPr/>
          <p:nvPr/>
        </p:nvGrpSpPr>
        <p:grpSpPr>
          <a:xfrm>
            <a:off x="6942486" y="2469757"/>
            <a:ext cx="578160" cy="267840"/>
            <a:chOff x="6942486" y="2469757"/>
            <a:chExt cx="5781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25CD36F-46AE-39AD-9E46-F6E660FC9B35}"/>
                    </a:ext>
                  </a:extLst>
                </p14:cNvPr>
                <p14:cNvContentPartPr/>
                <p14:nvPr/>
              </p14:nvContentPartPr>
              <p14:xfrm>
                <a:off x="6942486" y="2521597"/>
                <a:ext cx="127080" cy="1962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25CD36F-46AE-39AD-9E46-F6E660FC9B3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924486" y="2503597"/>
                  <a:ext cx="162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A06BF1E-D8AC-025F-0DC8-5678A9FCF7C3}"/>
                    </a:ext>
                  </a:extLst>
                </p14:cNvPr>
                <p14:cNvContentPartPr/>
                <p14:nvPr/>
              </p14:nvContentPartPr>
              <p14:xfrm>
                <a:off x="7213566" y="2646157"/>
                <a:ext cx="18000" cy="91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A06BF1E-D8AC-025F-0DC8-5678A9FCF7C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95926" y="2628517"/>
                  <a:ext cx="53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D4FD22D-35F0-C9C9-1CC1-C403DA154125}"/>
                    </a:ext>
                  </a:extLst>
                </p14:cNvPr>
                <p14:cNvContentPartPr/>
                <p14:nvPr/>
              </p14:nvContentPartPr>
              <p14:xfrm>
                <a:off x="7391406" y="2469757"/>
                <a:ext cx="129240" cy="184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D4FD22D-35F0-C9C9-1CC1-C403DA15412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373406" y="2451757"/>
                  <a:ext cx="1648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E2146206-90BD-82CB-CA8F-5F5022227C0D}"/>
              </a:ext>
            </a:extLst>
          </p:cNvPr>
          <p:cNvGrpSpPr/>
          <p:nvPr/>
        </p:nvGrpSpPr>
        <p:grpSpPr>
          <a:xfrm>
            <a:off x="7508766" y="4429957"/>
            <a:ext cx="862920" cy="571680"/>
            <a:chOff x="7508766" y="4429957"/>
            <a:chExt cx="862920" cy="5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7DEAC21-EE01-D777-DE59-50D2493F0E56}"/>
                    </a:ext>
                  </a:extLst>
                </p14:cNvPr>
                <p14:cNvContentPartPr/>
                <p14:nvPr/>
              </p14:nvContentPartPr>
              <p14:xfrm>
                <a:off x="7558086" y="4807597"/>
                <a:ext cx="813600" cy="194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7DEAC21-EE01-D777-DE59-50D2493F0E5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540086" y="4789957"/>
                  <a:ext cx="849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39E79F4-CBB0-BA25-F15B-4B357E20A4AF}"/>
                    </a:ext>
                  </a:extLst>
                </p14:cNvPr>
                <p14:cNvContentPartPr/>
                <p14:nvPr/>
              </p14:nvContentPartPr>
              <p14:xfrm>
                <a:off x="7508766" y="4506997"/>
                <a:ext cx="25560" cy="228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39E79F4-CBB0-BA25-F15B-4B357E20A4A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490766" y="4488997"/>
                  <a:ext cx="61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4AED273-25EA-98CD-C30F-C76BDC8302DF}"/>
                    </a:ext>
                  </a:extLst>
                </p14:cNvPr>
                <p14:cNvContentPartPr/>
                <p14:nvPr/>
              </p14:nvContentPartPr>
              <p14:xfrm>
                <a:off x="7511286" y="4429957"/>
                <a:ext cx="131040" cy="241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4AED273-25EA-98CD-C30F-C76BDC8302D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493646" y="4411957"/>
                  <a:ext cx="166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E772ED6-9B4A-3FCE-44D7-AF0C5F0593EA}"/>
                    </a:ext>
                  </a:extLst>
                </p14:cNvPr>
                <p14:cNvContentPartPr/>
                <p14:nvPr/>
              </p14:nvContentPartPr>
              <p14:xfrm>
                <a:off x="7713246" y="4587277"/>
                <a:ext cx="6480" cy="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E772ED6-9B4A-3FCE-44D7-AF0C5F0593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695606" y="4569277"/>
                  <a:ext cx="42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9C45887-E797-9CF0-8597-31646CAFAA34}"/>
                    </a:ext>
                  </a:extLst>
                </p14:cNvPr>
                <p14:cNvContentPartPr/>
                <p14:nvPr/>
              </p14:nvContentPartPr>
              <p14:xfrm>
                <a:off x="7711446" y="4584757"/>
                <a:ext cx="170280" cy="164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9C45887-E797-9CF0-8597-31646CAFAA3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693806" y="4567117"/>
                  <a:ext cx="205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8D99D31-852F-720D-1816-4FA06CC8AD08}"/>
                    </a:ext>
                  </a:extLst>
                </p14:cNvPr>
                <p14:cNvContentPartPr/>
                <p14:nvPr/>
              </p14:nvContentPartPr>
              <p14:xfrm>
                <a:off x="7938606" y="4670437"/>
                <a:ext cx="56520" cy="1292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8D99D31-852F-720D-1816-4FA06CC8AD0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920606" y="4652437"/>
                  <a:ext cx="92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8AE9BD3-F9C9-6016-6610-A5E215A2AC75}"/>
                    </a:ext>
                  </a:extLst>
                </p14:cNvPr>
                <p14:cNvContentPartPr/>
                <p14:nvPr/>
              </p14:nvContentPartPr>
              <p14:xfrm>
                <a:off x="8063526" y="4551997"/>
                <a:ext cx="129240" cy="2142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8AE9BD3-F9C9-6016-6610-A5E215A2AC7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045526" y="4533997"/>
                  <a:ext cx="16488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CDB7A86-0F6F-99D4-5DE1-D091D787FC51}"/>
                  </a:ext>
                </a:extLst>
              </p14:cNvPr>
              <p14:cNvContentPartPr/>
              <p14:nvPr/>
            </p14:nvContentPartPr>
            <p14:xfrm>
              <a:off x="9729606" y="4183717"/>
              <a:ext cx="248760" cy="28548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CDB7A86-0F6F-99D4-5DE1-D091D787FC5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9711966" y="4165717"/>
                <a:ext cx="2844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DA5E2BF9-AFAD-7EAE-320E-62DDF228A893}"/>
                  </a:ext>
                </a:extLst>
              </p14:cNvPr>
              <p14:cNvContentPartPr/>
              <p14:nvPr/>
            </p14:nvContentPartPr>
            <p14:xfrm>
              <a:off x="10405326" y="4140517"/>
              <a:ext cx="204120" cy="2844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DA5E2BF9-AFAD-7EAE-320E-62DDF228A893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0387326" y="4122517"/>
                <a:ext cx="23976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1A171BA1-3AF4-3121-FEB3-FB8009811A53}"/>
              </a:ext>
            </a:extLst>
          </p:cNvPr>
          <p:cNvGrpSpPr/>
          <p:nvPr/>
        </p:nvGrpSpPr>
        <p:grpSpPr>
          <a:xfrm>
            <a:off x="8649246" y="4128277"/>
            <a:ext cx="527760" cy="1680840"/>
            <a:chOff x="8649246" y="4128277"/>
            <a:chExt cx="527760" cy="16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49CBCE5-CB7D-9987-6B5B-21CCFF2C6BED}"/>
                    </a:ext>
                  </a:extLst>
                </p14:cNvPr>
                <p14:cNvContentPartPr/>
                <p14:nvPr/>
              </p14:nvContentPartPr>
              <p14:xfrm>
                <a:off x="8649246" y="4128277"/>
                <a:ext cx="294840" cy="1680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49CBCE5-CB7D-9987-6B5B-21CCFF2C6BE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631246" y="4110277"/>
                  <a:ext cx="330480" cy="17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263DD28-BE77-81FE-759C-6ED58BE90956}"/>
                    </a:ext>
                  </a:extLst>
                </p14:cNvPr>
                <p14:cNvContentPartPr/>
                <p14:nvPr/>
              </p14:nvContentPartPr>
              <p14:xfrm>
                <a:off x="9086286" y="4283077"/>
                <a:ext cx="8640" cy="2379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263DD28-BE77-81FE-759C-6ED58BE909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068646" y="4265437"/>
                  <a:ext cx="442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302277A-1A40-EE74-84A1-A4ECFCCBFC3E}"/>
                    </a:ext>
                  </a:extLst>
                </p14:cNvPr>
                <p14:cNvContentPartPr/>
                <p14:nvPr/>
              </p14:nvContentPartPr>
              <p14:xfrm>
                <a:off x="8922126" y="4843237"/>
                <a:ext cx="254880" cy="2138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302277A-1A40-EE74-84A1-A4ECFCCBFC3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904126" y="4825237"/>
                  <a:ext cx="290520" cy="24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3EB6AF67-A93C-6F23-057A-CC4A93C7C748}"/>
                  </a:ext>
                </a:extLst>
              </p14:cNvPr>
              <p14:cNvContentPartPr/>
              <p14:nvPr/>
            </p14:nvContentPartPr>
            <p14:xfrm>
              <a:off x="9781806" y="4793557"/>
              <a:ext cx="32040" cy="18972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3EB6AF67-A93C-6F23-057A-CC4A93C7C748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764166" y="4775557"/>
                <a:ext cx="6768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CB40B6FC-2698-870C-33D1-EBB1F814C954}"/>
              </a:ext>
            </a:extLst>
          </p:cNvPr>
          <p:cNvGrpSpPr/>
          <p:nvPr/>
        </p:nvGrpSpPr>
        <p:grpSpPr>
          <a:xfrm>
            <a:off x="10258086" y="4758277"/>
            <a:ext cx="668520" cy="298440"/>
            <a:chOff x="10258086" y="4758277"/>
            <a:chExt cx="6685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F1484CC-AD87-58AB-ACAB-F78319A86ABB}"/>
                    </a:ext>
                  </a:extLst>
                </p14:cNvPr>
                <p14:cNvContentPartPr/>
                <p14:nvPr/>
              </p14:nvContentPartPr>
              <p14:xfrm>
                <a:off x="10258086" y="4758277"/>
                <a:ext cx="201240" cy="289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F1484CC-AD87-58AB-ACAB-F78319A86AB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240086" y="4740637"/>
                  <a:ext cx="236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978D0D4-8442-A0D6-ACB0-BC6C9CFC6F23}"/>
                    </a:ext>
                  </a:extLst>
                </p14:cNvPr>
                <p14:cNvContentPartPr/>
                <p14:nvPr/>
              </p14:nvContentPartPr>
              <p14:xfrm>
                <a:off x="10545366" y="4924237"/>
                <a:ext cx="111960" cy="42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978D0D4-8442-A0D6-ACB0-BC6C9CFC6F2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27366" y="4906237"/>
                  <a:ext cx="147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ECA083A-C422-230B-56DA-23260D937C63}"/>
                    </a:ext>
                  </a:extLst>
                </p14:cNvPr>
                <p14:cNvContentPartPr/>
                <p14:nvPr/>
              </p14:nvContentPartPr>
              <p14:xfrm>
                <a:off x="10781166" y="4775197"/>
                <a:ext cx="145440" cy="2815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ECA083A-C422-230B-56DA-23260D937C6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63526" y="4757197"/>
                  <a:ext cx="18108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5499EED3-51CA-92BB-5C8E-497397407CFD}"/>
                  </a:ext>
                </a:extLst>
              </p14:cNvPr>
              <p14:cNvContentPartPr/>
              <p14:nvPr/>
            </p14:nvContentPartPr>
            <p14:xfrm>
              <a:off x="8883246" y="5382877"/>
              <a:ext cx="212040" cy="24624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5499EED3-51CA-92BB-5C8E-497397407CFD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865606" y="5364877"/>
                <a:ext cx="24768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5CBC321-4833-88D4-0829-BC97E2F16131}"/>
              </a:ext>
            </a:extLst>
          </p:cNvPr>
          <p:cNvGrpSpPr/>
          <p:nvPr/>
        </p:nvGrpSpPr>
        <p:grpSpPr>
          <a:xfrm>
            <a:off x="9513246" y="5277037"/>
            <a:ext cx="652320" cy="349200"/>
            <a:chOff x="9513246" y="5277037"/>
            <a:chExt cx="65232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BC86997-70FD-4505-B226-51D41E62E112}"/>
                    </a:ext>
                  </a:extLst>
                </p14:cNvPr>
                <p14:cNvContentPartPr/>
                <p14:nvPr/>
              </p14:nvContentPartPr>
              <p14:xfrm>
                <a:off x="9513246" y="5373157"/>
                <a:ext cx="32400" cy="213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BC86997-70FD-4505-B226-51D41E62E11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495246" y="5355157"/>
                  <a:ext cx="68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13C7134-2F0C-5E4A-8E3A-F99CBD225AD4}"/>
                    </a:ext>
                  </a:extLst>
                </p14:cNvPr>
                <p14:cNvContentPartPr/>
                <p14:nvPr/>
              </p14:nvContentPartPr>
              <p14:xfrm>
                <a:off x="9647166" y="5456317"/>
                <a:ext cx="71640" cy="324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13C7134-2F0C-5E4A-8E3A-F99CBD225AD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629166" y="5438677"/>
                  <a:ext cx="107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C5E3FF1-00EF-3DB3-ED6F-9F1F5996E38B}"/>
                    </a:ext>
                  </a:extLst>
                </p14:cNvPr>
                <p14:cNvContentPartPr/>
                <p14:nvPr/>
              </p14:nvContentPartPr>
              <p14:xfrm>
                <a:off x="9772446" y="5374957"/>
                <a:ext cx="102240" cy="2170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C5E3FF1-00EF-3DB3-ED6F-9F1F5996E38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754806" y="5357317"/>
                  <a:ext cx="137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5552967-F79F-B2E3-67A9-1A53DEC92BA1}"/>
                    </a:ext>
                  </a:extLst>
                </p14:cNvPr>
                <p14:cNvContentPartPr/>
                <p14:nvPr/>
              </p14:nvContentPartPr>
              <p14:xfrm>
                <a:off x="9983406" y="5277037"/>
                <a:ext cx="182160" cy="3492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5552967-F79F-B2E3-67A9-1A53DEC92BA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965406" y="5259397"/>
                  <a:ext cx="21780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17092542-1CBF-EADD-4C04-F7A65AE26428}"/>
              </a:ext>
            </a:extLst>
          </p:cNvPr>
          <p:cNvGrpSpPr/>
          <p:nvPr/>
        </p:nvGrpSpPr>
        <p:grpSpPr>
          <a:xfrm>
            <a:off x="10528446" y="5312677"/>
            <a:ext cx="336600" cy="291600"/>
            <a:chOff x="10528446" y="5312677"/>
            <a:chExt cx="3366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08DA7BB-CCE1-A387-4D47-69056465E731}"/>
                    </a:ext>
                  </a:extLst>
                </p14:cNvPr>
                <p14:cNvContentPartPr/>
                <p14:nvPr/>
              </p14:nvContentPartPr>
              <p14:xfrm>
                <a:off x="10528446" y="5416717"/>
                <a:ext cx="118800" cy="270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08DA7BB-CCE1-A387-4D47-69056465E73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510446" y="5399077"/>
                  <a:ext cx="154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BBB05BE-D8FE-1E8C-A2BF-78406418FB7F}"/>
                    </a:ext>
                  </a:extLst>
                </p14:cNvPr>
                <p14:cNvContentPartPr/>
                <p14:nvPr/>
              </p14:nvContentPartPr>
              <p14:xfrm>
                <a:off x="10750926" y="5312677"/>
                <a:ext cx="114120" cy="291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BBB05BE-D8FE-1E8C-A2BF-78406418FB7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733286" y="5295037"/>
                  <a:ext cx="14976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B0535D9-793F-910D-83FF-7C53C79FBB85}"/>
              </a:ext>
            </a:extLst>
          </p:cNvPr>
          <p:cNvGrpSpPr/>
          <p:nvPr/>
        </p:nvGrpSpPr>
        <p:grpSpPr>
          <a:xfrm>
            <a:off x="11189766" y="4035757"/>
            <a:ext cx="869400" cy="1653840"/>
            <a:chOff x="11189766" y="4035757"/>
            <a:chExt cx="869400" cy="16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E0DFD0A-D6B1-F9E2-A64E-250E2F2187CD}"/>
                    </a:ext>
                  </a:extLst>
                </p14:cNvPr>
                <p14:cNvContentPartPr/>
                <p14:nvPr/>
              </p14:nvContentPartPr>
              <p14:xfrm>
                <a:off x="11202366" y="4204597"/>
                <a:ext cx="14760" cy="244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E0DFD0A-D6B1-F9E2-A64E-250E2F2187C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184366" y="4186957"/>
                  <a:ext cx="50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203F7C0-ACA5-CD17-6E95-24DD32BBDEF8}"/>
                    </a:ext>
                  </a:extLst>
                </p14:cNvPr>
                <p14:cNvContentPartPr/>
                <p14:nvPr/>
              </p14:nvContentPartPr>
              <p14:xfrm>
                <a:off x="11189766" y="4393237"/>
                <a:ext cx="12240" cy="237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203F7C0-ACA5-CD17-6E95-24DD32BBDEF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171766" y="4375597"/>
                  <a:ext cx="47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B4DB049-F830-96F6-4D09-479E6AE8D64C}"/>
                    </a:ext>
                  </a:extLst>
                </p14:cNvPr>
                <p14:cNvContentPartPr/>
                <p14:nvPr/>
              </p14:nvContentPartPr>
              <p14:xfrm>
                <a:off x="11440326" y="4182997"/>
                <a:ext cx="207360" cy="2098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B4DB049-F830-96F6-4D09-479E6AE8D64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422326" y="4165357"/>
                  <a:ext cx="243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27F718B-1534-CC8F-9C96-676E838E31BD}"/>
                    </a:ext>
                  </a:extLst>
                </p14:cNvPr>
                <p14:cNvContentPartPr/>
                <p14:nvPr/>
              </p14:nvContentPartPr>
              <p14:xfrm>
                <a:off x="11236926" y="4728037"/>
                <a:ext cx="14040" cy="320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27F718B-1534-CC8F-9C96-676E838E31B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218926" y="4710037"/>
                  <a:ext cx="49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BAFED4A-09D1-0D4C-CB67-77114396A0E5}"/>
                    </a:ext>
                  </a:extLst>
                </p14:cNvPr>
                <p14:cNvContentPartPr/>
                <p14:nvPr/>
              </p14:nvContentPartPr>
              <p14:xfrm>
                <a:off x="11245566" y="4902277"/>
                <a:ext cx="12240" cy="248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BAFED4A-09D1-0D4C-CB67-77114396A0E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227926" y="4884277"/>
                  <a:ext cx="47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E50D1E9-3892-6B75-DEDB-7D5CFB4BD4CF}"/>
                    </a:ext>
                  </a:extLst>
                </p14:cNvPr>
                <p14:cNvContentPartPr/>
                <p14:nvPr/>
              </p14:nvContentPartPr>
              <p14:xfrm>
                <a:off x="11525646" y="4720117"/>
                <a:ext cx="190800" cy="1900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E50D1E9-3892-6B75-DEDB-7D5CFB4BD4C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508006" y="4702477"/>
                  <a:ext cx="226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54B425E-333A-E2AA-E4EC-86CED10B1B12}"/>
                    </a:ext>
                  </a:extLst>
                </p14:cNvPr>
                <p14:cNvContentPartPr/>
                <p14:nvPr/>
              </p14:nvContentPartPr>
              <p14:xfrm>
                <a:off x="11294166" y="5354437"/>
                <a:ext cx="12600" cy="561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54B425E-333A-E2AA-E4EC-86CED10B1B1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276166" y="5336437"/>
                  <a:ext cx="48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0CBD690-9066-1017-2AA3-C493DE356BBD}"/>
                    </a:ext>
                  </a:extLst>
                </p14:cNvPr>
                <p14:cNvContentPartPr/>
                <p14:nvPr/>
              </p14:nvContentPartPr>
              <p14:xfrm>
                <a:off x="11248806" y="5601037"/>
                <a:ext cx="21960" cy="324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0CBD690-9066-1017-2AA3-C493DE356BB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230806" y="5583397"/>
                  <a:ext cx="57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318B76A-2815-B3E9-0D23-A863E51C1ED1}"/>
                    </a:ext>
                  </a:extLst>
                </p14:cNvPr>
                <p14:cNvContentPartPr/>
                <p14:nvPr/>
              </p14:nvContentPartPr>
              <p14:xfrm>
                <a:off x="11564166" y="5247517"/>
                <a:ext cx="156240" cy="308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318B76A-2815-B3E9-0D23-A863E51C1ED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546166" y="5229517"/>
                  <a:ext cx="1918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AF5E6AF-ED55-A4BA-73E2-509E9DB8B659}"/>
                    </a:ext>
                  </a:extLst>
                </p14:cNvPr>
                <p14:cNvContentPartPr/>
                <p14:nvPr/>
              </p14:nvContentPartPr>
              <p14:xfrm>
                <a:off x="11641566" y="4035757"/>
                <a:ext cx="417600" cy="16538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AF5E6AF-ED55-A4BA-73E2-509E9DB8B65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623566" y="4018117"/>
                  <a:ext cx="453240" cy="168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A24885B5-73F1-6155-EF99-6556F3FD266C}"/>
                  </a:ext>
                </a:extLst>
              </p14:cNvPr>
              <p14:cNvContentPartPr/>
              <p14:nvPr/>
            </p14:nvContentPartPr>
            <p14:xfrm>
              <a:off x="-151674" y="5679157"/>
              <a:ext cx="4680" cy="72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A24885B5-73F1-6155-EF99-6556F3FD266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-169314" y="5661157"/>
                <a:ext cx="4032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492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9787C0-CD3E-6C76-40EB-03ED779B907B}"/>
                  </a:ext>
                </a:extLst>
              </p14:cNvPr>
              <p14:cNvContentPartPr/>
              <p14:nvPr/>
            </p14:nvContentPartPr>
            <p14:xfrm>
              <a:off x="2973846" y="263182"/>
              <a:ext cx="307080" cy="393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9787C0-CD3E-6C76-40EB-03ED779B90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5846" y="245182"/>
                <a:ext cx="34272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984376-DAED-0A00-4C5C-DC3943F69220}"/>
                  </a:ext>
                </a:extLst>
              </p14:cNvPr>
              <p14:cNvContentPartPr/>
              <p14:nvPr/>
            </p14:nvContentPartPr>
            <p14:xfrm>
              <a:off x="3755046" y="294862"/>
              <a:ext cx="169200" cy="241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984376-DAED-0A00-4C5C-DC3943F692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7406" y="277222"/>
                <a:ext cx="2048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77CB37-CB49-F2A3-9413-E7D52DDC9EA4}"/>
                  </a:ext>
                </a:extLst>
              </p14:cNvPr>
              <p14:cNvContentPartPr/>
              <p14:nvPr/>
            </p14:nvContentPartPr>
            <p14:xfrm>
              <a:off x="3019566" y="855382"/>
              <a:ext cx="27000" cy="159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77CB37-CB49-F2A3-9413-E7D52DDC9E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1926" y="837742"/>
                <a:ext cx="626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1D02429-79F2-D50D-F645-D40D6199E63B}"/>
                  </a:ext>
                </a:extLst>
              </p14:cNvPr>
              <p14:cNvContentPartPr/>
              <p14:nvPr/>
            </p14:nvContentPartPr>
            <p14:xfrm>
              <a:off x="2882406" y="1267582"/>
              <a:ext cx="251640" cy="304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1D02429-79F2-D50D-F645-D40D6199E6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4406" y="1249942"/>
                <a:ext cx="287280" cy="34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9DD8E8A-5420-ED3C-8932-2E6EB27E2BA3}"/>
              </a:ext>
            </a:extLst>
          </p:cNvPr>
          <p:cNvGrpSpPr/>
          <p:nvPr/>
        </p:nvGrpSpPr>
        <p:grpSpPr>
          <a:xfrm>
            <a:off x="51726" y="11182"/>
            <a:ext cx="1958760" cy="2266920"/>
            <a:chOff x="51726" y="11182"/>
            <a:chExt cx="1958760" cy="22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32DCAB8-8117-4719-705F-9BEBC770D756}"/>
                    </a:ext>
                  </a:extLst>
                </p14:cNvPr>
                <p14:cNvContentPartPr/>
                <p14:nvPr/>
              </p14:nvContentPartPr>
              <p14:xfrm>
                <a:off x="1917966" y="398902"/>
                <a:ext cx="21960" cy="148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32DCAB8-8117-4719-705F-9BEBC770D7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0326" y="381262"/>
                  <a:ext cx="57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DE9D66-D004-08D2-BF15-27DB004A9230}"/>
                    </a:ext>
                  </a:extLst>
                </p14:cNvPr>
                <p14:cNvContentPartPr/>
                <p14:nvPr/>
              </p14:nvContentPartPr>
              <p14:xfrm>
                <a:off x="1844886" y="911542"/>
                <a:ext cx="152280" cy="22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DE9D66-D004-08D2-BF15-27DB004A92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27246" y="893902"/>
                  <a:ext cx="187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4DF488-F140-BD7E-4F64-BFAD768AE4A1}"/>
                    </a:ext>
                  </a:extLst>
                </p14:cNvPr>
                <p14:cNvContentPartPr/>
                <p14:nvPr/>
              </p14:nvContentPartPr>
              <p14:xfrm>
                <a:off x="1886286" y="1351462"/>
                <a:ext cx="124200" cy="198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4DF488-F140-BD7E-4F64-BFAD768AE4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68286" y="1333822"/>
                  <a:ext cx="159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1D801C-4C43-D12F-1D81-4ED2F6866C90}"/>
                    </a:ext>
                  </a:extLst>
                </p14:cNvPr>
                <p14:cNvContentPartPr/>
                <p14:nvPr/>
              </p14:nvContentPartPr>
              <p14:xfrm>
                <a:off x="56766" y="507622"/>
                <a:ext cx="28080" cy="251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1D801C-4C43-D12F-1D81-4ED2F6866C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26" y="489622"/>
                  <a:ext cx="637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3E4FC3F-4EC7-A31F-2393-1C3D884B2379}"/>
                    </a:ext>
                  </a:extLst>
                </p14:cNvPr>
                <p14:cNvContentPartPr/>
                <p14:nvPr/>
              </p14:nvContentPartPr>
              <p14:xfrm>
                <a:off x="51726" y="480622"/>
                <a:ext cx="114480" cy="264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3E4FC3F-4EC7-A31F-2393-1C3D884B23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726" y="462982"/>
                  <a:ext cx="150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80F6B6-034B-FB31-CBA4-4ABEE9C46336}"/>
                    </a:ext>
                  </a:extLst>
                </p14:cNvPr>
                <p14:cNvContentPartPr/>
                <p14:nvPr/>
              </p14:nvContentPartPr>
              <p14:xfrm>
                <a:off x="170166" y="661342"/>
                <a:ext cx="105480" cy="174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80F6B6-034B-FB31-CBA4-4ABEE9C463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166" y="643342"/>
                  <a:ext cx="141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D03A6D-43AF-C91D-ADEE-0853AA61AFFA}"/>
                    </a:ext>
                  </a:extLst>
                </p14:cNvPr>
                <p14:cNvContentPartPr/>
                <p14:nvPr/>
              </p14:nvContentPartPr>
              <p14:xfrm>
                <a:off x="400566" y="586102"/>
                <a:ext cx="152280" cy="189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D03A6D-43AF-C91D-ADEE-0853AA61AF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2566" y="568462"/>
                  <a:ext cx="187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7BDE99-ADDF-80C0-CFE8-F6AAFE0F4882}"/>
                    </a:ext>
                  </a:extLst>
                </p14:cNvPr>
                <p14:cNvContentPartPr/>
                <p14:nvPr/>
              </p14:nvContentPartPr>
              <p14:xfrm>
                <a:off x="76926" y="1118902"/>
                <a:ext cx="110880" cy="256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7BDE99-ADDF-80C0-CFE8-F6AAFE0F4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286" y="1101262"/>
                  <a:ext cx="146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DF77DB-3C8D-5883-9183-FBC67E218525}"/>
                    </a:ext>
                  </a:extLst>
                </p14:cNvPr>
                <p14:cNvContentPartPr/>
                <p14:nvPr/>
              </p14:nvContentPartPr>
              <p14:xfrm>
                <a:off x="201126" y="1303582"/>
                <a:ext cx="106560" cy="178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DF77DB-3C8D-5883-9183-FBC67E2185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3486" y="1285942"/>
                  <a:ext cx="142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67915B-A603-ACB0-9A32-B8C9BA01E3B7}"/>
                    </a:ext>
                  </a:extLst>
                </p14:cNvPr>
                <p14:cNvContentPartPr/>
                <p14:nvPr/>
              </p14:nvContentPartPr>
              <p14:xfrm>
                <a:off x="379326" y="1272622"/>
                <a:ext cx="81360" cy="1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67915B-A603-ACB0-9A32-B8C9BA01E3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1686" y="1254982"/>
                  <a:ext cx="117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E9DA49-A7E2-C81B-9217-3BBA24EA2E8C}"/>
                    </a:ext>
                  </a:extLst>
                </p14:cNvPr>
                <p14:cNvContentPartPr/>
                <p14:nvPr/>
              </p14:nvContentPartPr>
              <p14:xfrm>
                <a:off x="522606" y="1059142"/>
                <a:ext cx="108720" cy="37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E9DA49-A7E2-C81B-9217-3BBA24EA2E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4966" y="1041502"/>
                  <a:ext cx="1443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E7A800-6C56-9D8E-BEA4-68F56216455C}"/>
                    </a:ext>
                  </a:extLst>
                </p14:cNvPr>
                <p14:cNvContentPartPr/>
                <p14:nvPr/>
              </p14:nvContentPartPr>
              <p14:xfrm>
                <a:off x="652206" y="1147702"/>
                <a:ext cx="28080" cy="20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E7A800-6C56-9D8E-BEA4-68F5621645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4206" y="1130062"/>
                  <a:ext cx="63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0D284D-90BD-044F-C365-262B687C51BE}"/>
                    </a:ext>
                  </a:extLst>
                </p14:cNvPr>
                <p14:cNvContentPartPr/>
                <p14:nvPr/>
              </p14:nvContentPartPr>
              <p14:xfrm>
                <a:off x="735006" y="1243102"/>
                <a:ext cx="63360" cy="2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0D284D-90BD-044F-C365-262B687C51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7366" y="1225102"/>
                  <a:ext cx="99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6D68BB-C31C-100C-DF26-45A7F5CEE90F}"/>
                    </a:ext>
                  </a:extLst>
                </p14:cNvPr>
                <p14:cNvContentPartPr/>
                <p14:nvPr/>
              </p14:nvContentPartPr>
              <p14:xfrm>
                <a:off x="801246" y="1127902"/>
                <a:ext cx="88560" cy="205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6D68BB-C31C-100C-DF26-45A7F5CEE9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3246" y="1110262"/>
                  <a:ext cx="124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3BEB0F-8A42-366B-B45C-14D09D4B1B26}"/>
                    </a:ext>
                  </a:extLst>
                </p14:cNvPr>
                <p14:cNvContentPartPr/>
                <p14:nvPr/>
              </p14:nvContentPartPr>
              <p14:xfrm>
                <a:off x="955686" y="1080382"/>
                <a:ext cx="121320" cy="244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3BEB0F-8A42-366B-B45C-14D09D4B1B2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8046" y="1062382"/>
                  <a:ext cx="1569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194F570-3242-D33E-3765-A56BD2362BB0}"/>
                    </a:ext>
                  </a:extLst>
                </p14:cNvPr>
                <p14:cNvContentPartPr/>
                <p14:nvPr/>
              </p14:nvContentPartPr>
              <p14:xfrm>
                <a:off x="1035966" y="1018102"/>
                <a:ext cx="117000" cy="44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194F570-3242-D33E-3765-A56BD2362B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8326" y="1000462"/>
                  <a:ext cx="1526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34A7BE-A2CE-9FF9-7B0D-908FDB0FA784}"/>
                    </a:ext>
                  </a:extLst>
                </p14:cNvPr>
                <p14:cNvContentPartPr/>
                <p14:nvPr/>
              </p14:nvContentPartPr>
              <p14:xfrm>
                <a:off x="1189326" y="1095862"/>
                <a:ext cx="90360" cy="270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34A7BE-A2CE-9FF9-7B0D-908FDB0FA7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1686" y="1078222"/>
                  <a:ext cx="126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276B8E-F2E0-AD8C-5589-5B85DABFAAA3}"/>
                    </a:ext>
                  </a:extLst>
                </p14:cNvPr>
                <p14:cNvContentPartPr/>
                <p14:nvPr/>
              </p14:nvContentPartPr>
              <p14:xfrm>
                <a:off x="1314246" y="1326262"/>
                <a:ext cx="117000" cy="190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276B8E-F2E0-AD8C-5589-5B85DABFAA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6246" y="1308622"/>
                  <a:ext cx="152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AB711C-6C80-7A60-6C41-AE6E36F7B9B7}"/>
                    </a:ext>
                  </a:extLst>
                </p14:cNvPr>
                <p14:cNvContentPartPr/>
                <p14:nvPr/>
              </p14:nvContentPartPr>
              <p14:xfrm>
                <a:off x="1495686" y="11182"/>
                <a:ext cx="474480" cy="2266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AB711C-6C80-7A60-6C41-AE6E36F7B9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78046" y="-6818"/>
                  <a:ext cx="510120" cy="230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0D2EB28-3995-7D33-0FFC-41A91F52EE00}"/>
                  </a:ext>
                </a:extLst>
              </p14:cNvPr>
              <p14:cNvContentPartPr/>
              <p14:nvPr/>
            </p14:nvContentPartPr>
            <p14:xfrm>
              <a:off x="7105926" y="163085"/>
              <a:ext cx="720" cy="82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0D2EB28-3995-7D33-0FFC-41A91F52EE0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88286" y="145445"/>
                <a:ext cx="36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C2570D9-EF48-8C2B-0E80-4A3F9FD889BA}"/>
                  </a:ext>
                </a:extLst>
              </p14:cNvPr>
              <p14:cNvContentPartPr/>
              <p14:nvPr/>
            </p14:nvContentPartPr>
            <p14:xfrm>
              <a:off x="7082166" y="364325"/>
              <a:ext cx="6120" cy="19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C2570D9-EF48-8C2B-0E80-4A3F9FD889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64166" y="346325"/>
                <a:ext cx="417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D05C6A-04D3-B934-DAE8-AABA79A75010}"/>
                  </a:ext>
                </a:extLst>
              </p14:cNvPr>
              <p14:cNvContentPartPr/>
              <p14:nvPr/>
            </p14:nvContentPartPr>
            <p14:xfrm>
              <a:off x="7116006" y="671765"/>
              <a:ext cx="18720" cy="18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D05C6A-04D3-B934-DAE8-AABA79A7501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98366" y="654125"/>
                <a:ext cx="54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9E824DB-D6B3-17B8-FB49-CECA95E2355C}"/>
                  </a:ext>
                </a:extLst>
              </p14:cNvPr>
              <p14:cNvContentPartPr/>
              <p14:nvPr/>
            </p14:nvContentPartPr>
            <p14:xfrm>
              <a:off x="7126446" y="869405"/>
              <a:ext cx="4680" cy="313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9E824DB-D6B3-17B8-FB49-CECA95E235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08446" y="851765"/>
                <a:ext cx="403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C11F5B3-7658-F285-4752-E45952FEDDAA}"/>
                  </a:ext>
                </a:extLst>
              </p14:cNvPr>
              <p14:cNvContentPartPr/>
              <p14:nvPr/>
            </p14:nvContentPartPr>
            <p14:xfrm>
              <a:off x="7081806" y="1291325"/>
              <a:ext cx="18000" cy="47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C11F5B3-7658-F285-4752-E45952FEDDA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064166" y="1273685"/>
                <a:ext cx="536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F51A5C0-F560-361F-4C51-178248F2FEB9}"/>
                  </a:ext>
                </a:extLst>
              </p14:cNvPr>
              <p14:cNvContentPartPr/>
              <p14:nvPr/>
            </p14:nvContentPartPr>
            <p14:xfrm>
              <a:off x="7107366" y="1578245"/>
              <a:ext cx="2160" cy="42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F51A5C0-F560-361F-4C51-178248F2FEB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89366" y="1560605"/>
                <a:ext cx="378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E8D35F9-ADD3-B636-F025-28BA0D92F608}"/>
              </a:ext>
            </a:extLst>
          </p:cNvPr>
          <p:cNvGrpSpPr/>
          <p:nvPr/>
        </p:nvGrpSpPr>
        <p:grpSpPr>
          <a:xfrm>
            <a:off x="7470606" y="105845"/>
            <a:ext cx="943560" cy="1859400"/>
            <a:chOff x="7470606" y="105845"/>
            <a:chExt cx="943560" cy="18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5764AF-6F3B-4EB2-9C1A-4341D334BF30}"/>
                    </a:ext>
                  </a:extLst>
                </p14:cNvPr>
                <p14:cNvContentPartPr/>
                <p14:nvPr/>
              </p14:nvContentPartPr>
              <p14:xfrm>
                <a:off x="7470606" y="167405"/>
                <a:ext cx="219600" cy="229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5764AF-6F3B-4EB2-9C1A-4341D334BF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52606" y="149765"/>
                  <a:ext cx="255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07D2AF-D4E1-1F10-0DCD-D0ECEF829D1F}"/>
                    </a:ext>
                  </a:extLst>
                </p14:cNvPr>
                <p14:cNvContentPartPr/>
                <p14:nvPr/>
              </p14:nvContentPartPr>
              <p14:xfrm>
                <a:off x="7558806" y="685085"/>
                <a:ext cx="149760" cy="183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07D2AF-D4E1-1F10-0DCD-D0ECEF829D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40806" y="667445"/>
                  <a:ext cx="185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9349AA-38E3-02C4-8F0F-E9BD711B7228}"/>
                    </a:ext>
                  </a:extLst>
                </p14:cNvPr>
                <p14:cNvContentPartPr/>
                <p14:nvPr/>
              </p14:nvContentPartPr>
              <p14:xfrm>
                <a:off x="7615686" y="1258565"/>
                <a:ext cx="169920" cy="27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9349AA-38E3-02C4-8F0F-E9BD711B72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98046" y="1240925"/>
                  <a:ext cx="2055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442942-BC8F-5BA9-89CA-E15EA0739B64}"/>
                    </a:ext>
                  </a:extLst>
                </p14:cNvPr>
                <p14:cNvContentPartPr/>
                <p14:nvPr/>
              </p14:nvContentPartPr>
              <p14:xfrm>
                <a:off x="7706046" y="105845"/>
                <a:ext cx="708120" cy="1859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442942-BC8F-5BA9-89CA-E15EA0739B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88046" y="87845"/>
                  <a:ext cx="743760" cy="18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F4C136C-1D80-5605-39FE-7D6809DE6448}"/>
                  </a:ext>
                </a:extLst>
              </p14:cNvPr>
              <p14:cNvContentPartPr/>
              <p14:nvPr/>
            </p14:nvContentPartPr>
            <p14:xfrm>
              <a:off x="2391726" y="1679045"/>
              <a:ext cx="360" cy="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F4C136C-1D80-5605-39FE-7D6809DE644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74086" y="166140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807904BC-9835-F3F4-6246-42A6330DAAF9}"/>
              </a:ext>
            </a:extLst>
          </p:cNvPr>
          <p:cNvGrpSpPr/>
          <p:nvPr/>
        </p:nvGrpSpPr>
        <p:grpSpPr>
          <a:xfrm>
            <a:off x="3670086" y="718582"/>
            <a:ext cx="2982240" cy="1281943"/>
            <a:chOff x="3670086" y="718582"/>
            <a:chExt cx="2982240" cy="128194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F7ACC6-5BE5-7FE4-1F64-8788FF87EFFA}"/>
                    </a:ext>
                  </a:extLst>
                </p14:cNvPr>
                <p14:cNvContentPartPr/>
                <p14:nvPr/>
              </p14:nvContentPartPr>
              <p14:xfrm>
                <a:off x="3803286" y="790942"/>
                <a:ext cx="154080" cy="245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F7ACC6-5BE5-7FE4-1F64-8788FF87EF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85646" y="773302"/>
                  <a:ext cx="189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27845E5-8D20-1226-5236-F2D4229010EC}"/>
                    </a:ext>
                  </a:extLst>
                </p14:cNvPr>
                <p14:cNvContentPartPr/>
                <p14:nvPr/>
              </p14:nvContentPartPr>
              <p14:xfrm>
                <a:off x="4118286" y="919462"/>
                <a:ext cx="146520" cy="4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27845E5-8D20-1226-5236-F2D4229010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0646" y="901822"/>
                  <a:ext cx="182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ACE2987-16A3-F889-ABE5-BA7C154F74CB}"/>
                    </a:ext>
                  </a:extLst>
                </p14:cNvPr>
                <p14:cNvContentPartPr/>
                <p14:nvPr/>
              </p14:nvContentPartPr>
              <p14:xfrm>
                <a:off x="4488366" y="718582"/>
                <a:ext cx="137160" cy="33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ACE2987-16A3-F889-ABE5-BA7C154F74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70726" y="700582"/>
                  <a:ext cx="172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8E616DE-1A3B-36B8-68D7-A90BF5312ED2}"/>
                    </a:ext>
                  </a:extLst>
                </p14:cNvPr>
                <p14:cNvContentPartPr/>
                <p14:nvPr/>
              </p14:nvContentPartPr>
              <p14:xfrm>
                <a:off x="3670086" y="1477085"/>
                <a:ext cx="173520" cy="1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8E616DE-1A3B-36B8-68D7-A90BF5312E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2086" y="1459085"/>
                  <a:ext cx="209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A2D350-FB58-962B-60BF-817523EE23E4}"/>
                    </a:ext>
                  </a:extLst>
                </p14:cNvPr>
                <p14:cNvContentPartPr/>
                <p14:nvPr/>
              </p14:nvContentPartPr>
              <p14:xfrm>
                <a:off x="3964206" y="1323005"/>
                <a:ext cx="128880" cy="278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A2D350-FB58-962B-60BF-817523EE23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46566" y="1305005"/>
                  <a:ext cx="164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BA991F-7003-BFD2-C31B-F51229D4D4BA}"/>
                    </a:ext>
                  </a:extLst>
                </p14:cNvPr>
                <p14:cNvContentPartPr/>
                <p14:nvPr/>
              </p14:nvContentPartPr>
              <p14:xfrm>
                <a:off x="4207206" y="1451165"/>
                <a:ext cx="114120" cy="23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BA991F-7003-BFD2-C31B-F51229D4D4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89566" y="1433165"/>
                  <a:ext cx="14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BCC553-D421-901D-B577-84C0F25451C4}"/>
                    </a:ext>
                  </a:extLst>
                </p14:cNvPr>
                <p14:cNvContentPartPr/>
                <p14:nvPr/>
              </p14:nvContentPartPr>
              <p14:xfrm>
                <a:off x="4432206" y="1304285"/>
                <a:ext cx="153360" cy="468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BCC553-D421-901D-B577-84C0F25451C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14206" y="1286645"/>
                  <a:ext cx="1890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55422A-4AD2-ADE6-2C0B-51FD938C1AEE}"/>
                    </a:ext>
                  </a:extLst>
                </p14:cNvPr>
                <p14:cNvContentPartPr/>
                <p14:nvPr/>
              </p14:nvContentPartPr>
              <p14:xfrm>
                <a:off x="4697886" y="1347485"/>
                <a:ext cx="13680" cy="240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55422A-4AD2-ADE6-2C0B-51FD938C1A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79886" y="1329845"/>
                  <a:ext cx="49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66F308-8E9E-8259-7399-A72BE721E0E8}"/>
                    </a:ext>
                  </a:extLst>
                </p14:cNvPr>
                <p14:cNvContentPartPr/>
                <p14:nvPr/>
              </p14:nvContentPartPr>
              <p14:xfrm>
                <a:off x="4819926" y="1436045"/>
                <a:ext cx="94680" cy="23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66F308-8E9E-8259-7399-A72BE721E0E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01926" y="1418405"/>
                  <a:ext cx="13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F4345CC-8909-FA53-FEEE-A4B8E49C82A5}"/>
                    </a:ext>
                  </a:extLst>
                </p14:cNvPr>
                <p14:cNvContentPartPr/>
                <p14:nvPr/>
              </p14:nvContentPartPr>
              <p14:xfrm>
                <a:off x="4950606" y="1328045"/>
                <a:ext cx="150480" cy="226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F4345CC-8909-FA53-FEEE-A4B8E49C82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32606" y="1310405"/>
                  <a:ext cx="1861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8B0A4F-AE55-B006-23B5-9DB830846FB3}"/>
                    </a:ext>
                  </a:extLst>
                </p14:cNvPr>
                <p14:cNvContentPartPr/>
                <p14:nvPr/>
              </p14:nvContentPartPr>
              <p14:xfrm>
                <a:off x="5211606" y="1217885"/>
                <a:ext cx="187920" cy="318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8B0A4F-AE55-B006-23B5-9DB830846F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93966" y="1199885"/>
                  <a:ext cx="2235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2F899D-FA83-5B5F-83FA-F52ED0E79F4A}"/>
                    </a:ext>
                  </a:extLst>
                </p14:cNvPr>
                <p14:cNvContentPartPr/>
                <p14:nvPr/>
              </p14:nvContentPartPr>
              <p14:xfrm>
                <a:off x="5371086" y="1216805"/>
                <a:ext cx="131040" cy="47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2F899D-FA83-5B5F-83FA-F52ED0E79F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53086" y="1199165"/>
                  <a:ext cx="1666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5DC7B7-4148-93FF-C790-87B04CF2ECEC}"/>
                    </a:ext>
                  </a:extLst>
                </p14:cNvPr>
                <p14:cNvContentPartPr/>
                <p14:nvPr/>
              </p14:nvContentPartPr>
              <p14:xfrm>
                <a:off x="5598246" y="1175765"/>
                <a:ext cx="152640" cy="55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5DC7B7-4148-93FF-C790-87B04CF2ECE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0246" y="1158125"/>
                  <a:ext cx="18828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9F433E3-5A25-CE1B-9565-6C1D00C26863}"/>
                    </a:ext>
                  </a:extLst>
                </p14:cNvPr>
                <p14:cNvContentPartPr/>
                <p14:nvPr/>
              </p14:nvContentPartPr>
              <p14:xfrm>
                <a:off x="5845206" y="1268285"/>
                <a:ext cx="202680" cy="325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9F433E3-5A25-CE1B-9565-6C1D00C268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27566" y="1250285"/>
                  <a:ext cx="238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963F317-FA78-9AEF-0BDF-6311547FB40C}"/>
                    </a:ext>
                  </a:extLst>
                </p14:cNvPr>
                <p14:cNvContentPartPr/>
                <p14:nvPr/>
              </p14:nvContentPartPr>
              <p14:xfrm>
                <a:off x="6132486" y="1489325"/>
                <a:ext cx="100440" cy="30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963F317-FA78-9AEF-0BDF-6311547FB4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14486" y="1471325"/>
                  <a:ext cx="13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826E237-438E-86B9-4192-5F2A87A6771A}"/>
                    </a:ext>
                  </a:extLst>
                </p14:cNvPr>
                <p14:cNvContentPartPr/>
                <p14:nvPr/>
              </p14:nvContentPartPr>
              <p14:xfrm>
                <a:off x="6372966" y="1315445"/>
                <a:ext cx="143280" cy="251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26E237-438E-86B9-4192-5F2A87A677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55326" y="1297805"/>
                  <a:ext cx="178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04FA90-1BB1-65BD-7F05-16AAC161E034}"/>
                    </a:ext>
                  </a:extLst>
                </p14:cNvPr>
                <p14:cNvContentPartPr/>
                <p14:nvPr/>
              </p14:nvContentPartPr>
              <p14:xfrm>
                <a:off x="6482406" y="1114565"/>
                <a:ext cx="169920" cy="651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04FA90-1BB1-65BD-7F05-16AAC161E03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64766" y="1096565"/>
                  <a:ext cx="20556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F0A7408-64B8-490E-F965-667A6BD44DA0}"/>
                    </a:ext>
                  </a:extLst>
                </p14:cNvPr>
                <p14:cNvContentPartPr/>
                <p14:nvPr/>
              </p14:nvContentPartPr>
              <p14:xfrm>
                <a:off x="6308886" y="1951205"/>
                <a:ext cx="6480" cy="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F0A7408-64B8-490E-F965-667A6BD44D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90886" y="1933565"/>
                  <a:ext cx="42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3D4C9A1-6F11-DD42-72C9-E959B36666A7}"/>
                    </a:ext>
                  </a:extLst>
                </p14:cNvPr>
                <p14:cNvContentPartPr/>
                <p14:nvPr/>
              </p14:nvContentPartPr>
              <p14:xfrm>
                <a:off x="6410046" y="1911245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3D4C9A1-6F11-DD42-72C9-E959B36666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92406" y="18932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15408A8-3BCE-5DBB-08B8-A0E6C7A4489B}"/>
                    </a:ext>
                  </a:extLst>
                </p14:cNvPr>
                <p14:cNvContentPartPr/>
                <p14:nvPr/>
              </p14:nvContentPartPr>
              <p14:xfrm>
                <a:off x="6506166" y="1875245"/>
                <a:ext cx="5760" cy="1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15408A8-3BCE-5DBB-08B8-A0E6C7A4489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88166" y="1857245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3BD012-5E87-D8DF-536C-17CCCC7BE8D8}"/>
                    </a:ext>
                  </a:extLst>
                </p14:cNvPr>
                <p14:cNvContentPartPr/>
                <p14:nvPr/>
              </p14:nvContentPartPr>
              <p14:xfrm>
                <a:off x="6574206" y="1860845"/>
                <a:ext cx="4680" cy="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3BD012-5E87-D8DF-536C-17CCCC7BE8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56206" y="1843205"/>
                  <a:ext cx="4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161653B-7924-A095-F961-D3D42D1EEA8E}"/>
                    </a:ext>
                  </a:extLst>
                </p14:cNvPr>
                <p14:cNvContentPartPr/>
                <p14:nvPr/>
              </p14:nvContentPartPr>
              <p14:xfrm>
                <a:off x="6611646" y="1863005"/>
                <a:ext cx="36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161653B-7924-A095-F961-D3D42D1EEA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94006" y="18450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9F960CF-5BDF-127C-7BBD-1BE77538433C}"/>
                    </a:ext>
                  </a:extLst>
                </p14:cNvPr>
                <p14:cNvContentPartPr/>
                <p14:nvPr/>
              </p14:nvContentPartPr>
              <p14:xfrm>
                <a:off x="3834606" y="1847525"/>
                <a:ext cx="2517840" cy="111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9F960CF-5BDF-127C-7BBD-1BE77538433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16966" y="1829525"/>
                  <a:ext cx="2553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EBF939B-2B28-A6CC-8EE4-37FA607A1C79}"/>
                    </a:ext>
                  </a:extLst>
                </p14:cNvPr>
                <p14:cNvContentPartPr/>
                <p14:nvPr/>
              </p14:nvContentPartPr>
              <p14:xfrm>
                <a:off x="4015686" y="1941125"/>
                <a:ext cx="2161080" cy="59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EBF939B-2B28-A6CC-8EE4-37FA607A1C7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97686" y="1923485"/>
                  <a:ext cx="219672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65DC55B-6E90-0E27-51DA-3D086399A369}"/>
                  </a:ext>
                </a:extLst>
              </p14:cNvPr>
              <p14:cNvContentPartPr/>
              <p14:nvPr/>
            </p14:nvContentPartPr>
            <p14:xfrm>
              <a:off x="1227126" y="3011765"/>
              <a:ext cx="292320" cy="21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65DC55B-6E90-0E27-51DA-3D086399A36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209486" y="2994125"/>
                <a:ext cx="32796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00731C08-EE92-6C63-B2D7-F2FC71D44637}"/>
              </a:ext>
            </a:extLst>
          </p:cNvPr>
          <p:cNvGrpSpPr/>
          <p:nvPr/>
        </p:nvGrpSpPr>
        <p:grpSpPr>
          <a:xfrm>
            <a:off x="1712046" y="2849045"/>
            <a:ext cx="408600" cy="382320"/>
            <a:chOff x="1712046" y="2849045"/>
            <a:chExt cx="40860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38D566-5FE8-4D13-CAC6-D61646D0C40E}"/>
                    </a:ext>
                  </a:extLst>
                </p14:cNvPr>
                <p14:cNvContentPartPr/>
                <p14:nvPr/>
              </p14:nvContentPartPr>
              <p14:xfrm>
                <a:off x="1712046" y="2849045"/>
                <a:ext cx="137520" cy="38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38D566-5FE8-4D13-CAC6-D61646D0C4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94406" y="2831045"/>
                  <a:ext cx="1731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4BE5496-EA7F-4792-4141-0300C420DF60}"/>
                    </a:ext>
                  </a:extLst>
                </p14:cNvPr>
                <p14:cNvContentPartPr/>
                <p14:nvPr/>
              </p14:nvContentPartPr>
              <p14:xfrm>
                <a:off x="2000406" y="3060725"/>
                <a:ext cx="120240" cy="1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4BE5496-EA7F-4792-4141-0300C420DF6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82406" y="3043085"/>
                  <a:ext cx="1558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0361EB9-FD5A-1F8E-32E3-2292132D02D4}"/>
              </a:ext>
            </a:extLst>
          </p:cNvPr>
          <p:cNvGrpSpPr/>
          <p:nvPr/>
        </p:nvGrpSpPr>
        <p:grpSpPr>
          <a:xfrm>
            <a:off x="2397126" y="2787845"/>
            <a:ext cx="1404720" cy="518760"/>
            <a:chOff x="2397126" y="2787845"/>
            <a:chExt cx="140472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CF41DD-A73E-D798-A549-712F047EF8E8}"/>
                    </a:ext>
                  </a:extLst>
                </p14:cNvPr>
                <p14:cNvContentPartPr/>
                <p14:nvPr/>
              </p14:nvContentPartPr>
              <p14:xfrm>
                <a:off x="2397126" y="2850125"/>
                <a:ext cx="104400" cy="434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CF41DD-A73E-D798-A549-712F047EF8E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379126" y="2832485"/>
                  <a:ext cx="1400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84FF458-718E-80EF-401A-1A08E541F3FA}"/>
                    </a:ext>
                  </a:extLst>
                </p14:cNvPr>
                <p14:cNvContentPartPr/>
                <p14:nvPr/>
              </p14:nvContentPartPr>
              <p14:xfrm>
                <a:off x="2672166" y="2932925"/>
                <a:ext cx="17280" cy="25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84FF458-718E-80EF-401A-1A08E541F3F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654526" y="2914925"/>
                  <a:ext cx="52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839CB02-A5D9-4BAE-3154-92BDED71224A}"/>
                    </a:ext>
                  </a:extLst>
                </p14:cNvPr>
                <p14:cNvContentPartPr/>
                <p14:nvPr/>
              </p14:nvContentPartPr>
              <p14:xfrm>
                <a:off x="2804286" y="3071885"/>
                <a:ext cx="123840" cy="14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839CB02-A5D9-4BAE-3154-92BDED71224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86646" y="3054245"/>
                  <a:ext cx="15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429784-F756-5AF6-3587-8C6C77580F74}"/>
                    </a:ext>
                  </a:extLst>
                </p14:cNvPr>
                <p14:cNvContentPartPr/>
                <p14:nvPr/>
              </p14:nvContentPartPr>
              <p14:xfrm>
                <a:off x="3002646" y="2937605"/>
                <a:ext cx="157320" cy="266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429784-F756-5AF6-3587-8C6C77580F7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984646" y="2919605"/>
                  <a:ext cx="192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A75C6AB-921D-C4FC-10C5-4D4B16AB3577}"/>
                    </a:ext>
                  </a:extLst>
                </p14:cNvPr>
                <p14:cNvContentPartPr/>
                <p14:nvPr/>
              </p14:nvContentPartPr>
              <p14:xfrm>
                <a:off x="3398286" y="2854805"/>
                <a:ext cx="192960" cy="332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A75C6AB-921D-C4FC-10C5-4D4B16AB357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80646" y="2837165"/>
                  <a:ext cx="228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01DDD60-64C9-7FDB-1859-5F5C6FDA7E5A}"/>
                    </a:ext>
                  </a:extLst>
                </p14:cNvPr>
                <p14:cNvContentPartPr/>
                <p14:nvPr/>
              </p14:nvContentPartPr>
              <p14:xfrm>
                <a:off x="3681606" y="2787845"/>
                <a:ext cx="120240" cy="518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01DDD60-64C9-7FDB-1859-5F5C6FDA7E5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63606" y="2769845"/>
                  <a:ext cx="155880" cy="55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358CB92-EA22-DA92-2865-1B03B543E09F}"/>
              </a:ext>
            </a:extLst>
          </p:cNvPr>
          <p:cNvGrpSpPr/>
          <p:nvPr/>
        </p:nvGrpSpPr>
        <p:grpSpPr>
          <a:xfrm>
            <a:off x="4082646" y="2749685"/>
            <a:ext cx="1388520" cy="776520"/>
            <a:chOff x="4082646" y="2749685"/>
            <a:chExt cx="1388520" cy="7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D5B4362-2A69-346C-20FB-5C1C6F2ED579}"/>
                    </a:ext>
                  </a:extLst>
                </p14:cNvPr>
                <p14:cNvContentPartPr/>
                <p14:nvPr/>
              </p14:nvContentPartPr>
              <p14:xfrm>
                <a:off x="4082646" y="2785685"/>
                <a:ext cx="145080" cy="475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D5B4362-2A69-346C-20FB-5C1C6F2ED57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64646" y="2767685"/>
                  <a:ext cx="18072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BA55702-8ACD-3082-9457-688A48DE4968}"/>
                    </a:ext>
                  </a:extLst>
                </p14:cNvPr>
                <p14:cNvContentPartPr/>
                <p14:nvPr/>
              </p14:nvContentPartPr>
              <p14:xfrm>
                <a:off x="4430766" y="2867765"/>
                <a:ext cx="194760" cy="341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BA55702-8ACD-3082-9457-688A48DE496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413126" y="2850125"/>
                  <a:ext cx="2304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7E3D9F-EA86-7928-9364-528A055E9BB4}"/>
                    </a:ext>
                  </a:extLst>
                </p14:cNvPr>
                <p14:cNvContentPartPr/>
                <p14:nvPr/>
              </p14:nvContentPartPr>
              <p14:xfrm>
                <a:off x="4823886" y="3089165"/>
                <a:ext cx="130320" cy="15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7E3D9F-EA86-7928-9364-528A055E9BB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05886" y="3071525"/>
                  <a:ext cx="165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133A13F-D4D6-E5FD-DFDD-53B59BD5A069}"/>
                    </a:ext>
                  </a:extLst>
                </p14:cNvPr>
                <p14:cNvContentPartPr/>
                <p14:nvPr/>
              </p14:nvContentPartPr>
              <p14:xfrm>
                <a:off x="5173446" y="2929325"/>
                <a:ext cx="121680" cy="277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133A13F-D4D6-E5FD-DFDD-53B59BD5A06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55446" y="2911685"/>
                  <a:ext cx="157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A926DF6-A56A-9DB3-EF49-CF7A262BD463}"/>
                    </a:ext>
                  </a:extLst>
                </p14:cNvPr>
                <p14:cNvContentPartPr/>
                <p14:nvPr/>
              </p14:nvContentPartPr>
              <p14:xfrm>
                <a:off x="5264526" y="2749685"/>
                <a:ext cx="206640" cy="776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A926DF6-A56A-9DB3-EF49-CF7A262BD4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246886" y="2732045"/>
                  <a:ext cx="242280" cy="81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8994290-4D0A-7036-8F4E-9192D3FA63ED}"/>
                  </a:ext>
                </a:extLst>
              </p14:cNvPr>
              <p14:cNvContentPartPr/>
              <p14:nvPr/>
            </p14:nvContentPartPr>
            <p14:xfrm>
              <a:off x="4996326" y="3679925"/>
              <a:ext cx="28080" cy="36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8994290-4D0A-7036-8F4E-9192D3FA63E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978326" y="3662285"/>
                <a:ext cx="6372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A18DC98-32A4-BEDB-A058-03D12DB92B73}"/>
              </a:ext>
            </a:extLst>
          </p:cNvPr>
          <p:cNvGrpSpPr/>
          <p:nvPr/>
        </p:nvGrpSpPr>
        <p:grpSpPr>
          <a:xfrm>
            <a:off x="5980566" y="3078725"/>
            <a:ext cx="191160" cy="158760"/>
            <a:chOff x="5980566" y="3078725"/>
            <a:chExt cx="19116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DA8876E-8AF5-A1F8-9DA2-08BF7A3DCC57}"/>
                    </a:ext>
                  </a:extLst>
                </p14:cNvPr>
                <p14:cNvContentPartPr/>
                <p14:nvPr/>
              </p14:nvContentPartPr>
              <p14:xfrm>
                <a:off x="6041046" y="3078725"/>
                <a:ext cx="124560" cy="18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DA8876E-8AF5-A1F8-9DA2-08BF7A3DCC5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023046" y="3061085"/>
                  <a:ext cx="160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B72294-133A-5774-3302-F1081D945EFF}"/>
                    </a:ext>
                  </a:extLst>
                </p14:cNvPr>
                <p14:cNvContentPartPr/>
                <p14:nvPr/>
              </p14:nvContentPartPr>
              <p14:xfrm>
                <a:off x="5980566" y="3209405"/>
                <a:ext cx="191160" cy="28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B72294-133A-5774-3302-F1081D945EF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62926" y="3191405"/>
                  <a:ext cx="22680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8EF6CE4-7616-5BB7-C6BE-63C8856EE9AF}"/>
                  </a:ext>
                </a:extLst>
              </p14:cNvPr>
              <p14:cNvContentPartPr/>
              <p14:nvPr/>
            </p14:nvContentPartPr>
            <p14:xfrm>
              <a:off x="6575286" y="2930405"/>
              <a:ext cx="228600" cy="3038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8EF6CE4-7616-5BB7-C6BE-63C8856EE9A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557646" y="2912405"/>
                <a:ext cx="2642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42EEF57-B9A7-ADC5-5CCF-411F748DE8D2}"/>
                  </a:ext>
                </a:extLst>
              </p14:cNvPr>
              <p14:cNvContentPartPr/>
              <p14:nvPr/>
            </p14:nvContentPartPr>
            <p14:xfrm>
              <a:off x="7558086" y="3608285"/>
              <a:ext cx="47880" cy="28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42EEF57-B9A7-ADC5-5CCF-411F748DE8D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540446" y="3590285"/>
                <a:ext cx="8352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199AF3E-92D1-9D38-19BA-21E89345A311}"/>
                  </a:ext>
                </a:extLst>
              </p14:cNvPr>
              <p14:cNvContentPartPr/>
              <p14:nvPr/>
            </p14:nvContentPartPr>
            <p14:xfrm>
              <a:off x="1030926" y="3998525"/>
              <a:ext cx="170640" cy="111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199AF3E-92D1-9D38-19BA-21E89345A31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13286" y="3980525"/>
                <a:ext cx="2062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3170F02-2D10-8BF1-FD29-11B6801FF732}"/>
                  </a:ext>
                </a:extLst>
              </p14:cNvPr>
              <p14:cNvContentPartPr/>
              <p14:nvPr/>
            </p14:nvContentPartPr>
            <p14:xfrm>
              <a:off x="1470126" y="3871085"/>
              <a:ext cx="138240" cy="354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3170F02-2D10-8BF1-FD29-11B6801FF732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452486" y="3853085"/>
                <a:ext cx="17388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DE7D900-BFE8-3C39-EB1D-21A4A82350CD}"/>
              </a:ext>
            </a:extLst>
          </p:cNvPr>
          <p:cNvGrpSpPr/>
          <p:nvPr/>
        </p:nvGrpSpPr>
        <p:grpSpPr>
          <a:xfrm>
            <a:off x="3675846" y="3806645"/>
            <a:ext cx="2669760" cy="880200"/>
            <a:chOff x="3675846" y="3806645"/>
            <a:chExt cx="2669760" cy="88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6CC6A91-5D69-03A0-F1D2-8C1BA20593C2}"/>
                    </a:ext>
                  </a:extLst>
                </p14:cNvPr>
                <p14:cNvContentPartPr/>
                <p14:nvPr/>
              </p14:nvContentPartPr>
              <p14:xfrm>
                <a:off x="3675846" y="4133165"/>
                <a:ext cx="171000" cy="29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6CC6A91-5D69-03A0-F1D2-8C1BA20593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657846" y="4115525"/>
                  <a:ext cx="206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197592F-F274-DCCF-1ED9-463B03C83CFE}"/>
                    </a:ext>
                  </a:extLst>
                </p14:cNvPr>
                <p14:cNvContentPartPr/>
                <p14:nvPr/>
              </p14:nvContentPartPr>
              <p14:xfrm>
                <a:off x="4048086" y="3995645"/>
                <a:ext cx="156240" cy="269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197592F-F274-DCCF-1ED9-463B03C83CF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30446" y="3977645"/>
                  <a:ext cx="191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A65680E-E004-A950-31A3-10305022D709}"/>
                    </a:ext>
                  </a:extLst>
                </p14:cNvPr>
                <p14:cNvContentPartPr/>
                <p14:nvPr/>
              </p14:nvContentPartPr>
              <p14:xfrm>
                <a:off x="4381086" y="3869285"/>
                <a:ext cx="241200" cy="401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A65680E-E004-A950-31A3-10305022D70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363086" y="3851285"/>
                  <a:ext cx="2768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0057CA1-855C-4E22-EF8B-BA5FF9334D7F}"/>
                    </a:ext>
                  </a:extLst>
                </p14:cNvPr>
                <p14:cNvContentPartPr/>
                <p14:nvPr/>
              </p14:nvContentPartPr>
              <p14:xfrm>
                <a:off x="4800126" y="3806645"/>
                <a:ext cx="166680" cy="178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0057CA1-855C-4E22-EF8B-BA5FF9334D7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82126" y="3788645"/>
                  <a:ext cx="202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8577B49-5F5D-DCA3-843D-9074F1665B85}"/>
                    </a:ext>
                  </a:extLst>
                </p14:cNvPr>
                <p14:cNvContentPartPr/>
                <p14:nvPr/>
              </p14:nvContentPartPr>
              <p14:xfrm>
                <a:off x="5108646" y="4182125"/>
                <a:ext cx="202320" cy="19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8577B49-5F5D-DCA3-843D-9074F1665B8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91006" y="4164485"/>
                  <a:ext cx="237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08778C-046E-A355-96B4-D4EC0FD8FE85}"/>
                    </a:ext>
                  </a:extLst>
                </p14:cNvPr>
                <p14:cNvContentPartPr/>
                <p14:nvPr/>
              </p14:nvContentPartPr>
              <p14:xfrm>
                <a:off x="5153646" y="4079525"/>
                <a:ext cx="56520" cy="243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08778C-046E-A355-96B4-D4EC0FD8FE8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35646" y="4061525"/>
                  <a:ext cx="92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DED3B99-E9E4-7FCC-1AEA-DC9FCC1CDA0E}"/>
                    </a:ext>
                  </a:extLst>
                </p14:cNvPr>
                <p14:cNvContentPartPr/>
                <p14:nvPr/>
              </p14:nvContentPartPr>
              <p14:xfrm>
                <a:off x="5494926" y="3995285"/>
                <a:ext cx="191880" cy="311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DED3B99-E9E4-7FCC-1AEA-DC9FCC1CDA0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77286" y="3977285"/>
                  <a:ext cx="227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5D579E-2CC9-6035-0D65-2DB4B8C46D31}"/>
                    </a:ext>
                  </a:extLst>
                </p14:cNvPr>
                <p14:cNvContentPartPr/>
                <p14:nvPr/>
              </p14:nvContentPartPr>
              <p14:xfrm>
                <a:off x="5797686" y="3891605"/>
                <a:ext cx="280080" cy="426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5D579E-2CC9-6035-0D65-2DB4B8C46D3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779686" y="3873965"/>
                  <a:ext cx="3157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B56B793-9372-A451-D480-181F416FCAEA}"/>
                    </a:ext>
                  </a:extLst>
                </p14:cNvPr>
                <p14:cNvContentPartPr/>
                <p14:nvPr/>
              </p14:nvContentPartPr>
              <p14:xfrm>
                <a:off x="6041406" y="3818525"/>
                <a:ext cx="304200" cy="868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B56B793-9372-A451-D480-181F416FCAE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23766" y="3800525"/>
                  <a:ext cx="339840" cy="90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E2E9D78-4E92-46AB-134A-EB12FE78E8CA}"/>
              </a:ext>
            </a:extLst>
          </p:cNvPr>
          <p:cNvGrpSpPr/>
          <p:nvPr/>
        </p:nvGrpSpPr>
        <p:grpSpPr>
          <a:xfrm>
            <a:off x="6591486" y="4206605"/>
            <a:ext cx="284040" cy="133920"/>
            <a:chOff x="6591486" y="4206605"/>
            <a:chExt cx="28404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07C8885-2BC3-C2C8-9891-68573597E6B2}"/>
                    </a:ext>
                  </a:extLst>
                </p14:cNvPr>
                <p14:cNvContentPartPr/>
                <p14:nvPr/>
              </p14:nvContentPartPr>
              <p14:xfrm>
                <a:off x="6591486" y="4206605"/>
                <a:ext cx="284040" cy="16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07C8885-2BC3-C2C8-9891-68573597E6B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73486" y="4188965"/>
                  <a:ext cx="319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ACA192E-59AE-39B7-9531-4D77DCE24CCA}"/>
                    </a:ext>
                  </a:extLst>
                </p14:cNvPr>
                <p14:cNvContentPartPr/>
                <p14:nvPr/>
              </p14:nvContentPartPr>
              <p14:xfrm>
                <a:off x="6673206" y="4314605"/>
                <a:ext cx="183240" cy="2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ACA192E-59AE-39B7-9531-4D77DCE24C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55566" y="4296605"/>
                  <a:ext cx="21888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D0EF88B-6527-A7A3-88BD-85660B53FBCB}"/>
                  </a:ext>
                </a:extLst>
              </p14:cNvPr>
              <p14:cNvContentPartPr/>
              <p14:nvPr/>
            </p14:nvContentPartPr>
            <p14:xfrm>
              <a:off x="7180446" y="4089965"/>
              <a:ext cx="317880" cy="282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D0EF88B-6527-A7A3-88BD-85660B53FBC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162446" y="4071965"/>
                <a:ext cx="3535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725E7B8-F827-FA95-41CB-4C03E574078C}"/>
                  </a:ext>
                </a:extLst>
              </p14:cNvPr>
              <p14:cNvContentPartPr/>
              <p14:nvPr/>
            </p14:nvContentPartPr>
            <p14:xfrm>
              <a:off x="6702006" y="5351765"/>
              <a:ext cx="9720" cy="72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725E7B8-F827-FA95-41CB-4C03E574078C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684366" y="5333765"/>
                <a:ext cx="453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C1FAE43-1966-6E11-67E6-26E87CD9FF85}"/>
              </a:ext>
            </a:extLst>
          </p:cNvPr>
          <p:cNvGrpSpPr/>
          <p:nvPr/>
        </p:nvGrpSpPr>
        <p:grpSpPr>
          <a:xfrm>
            <a:off x="710526" y="4800965"/>
            <a:ext cx="484560" cy="596160"/>
            <a:chOff x="710526" y="4800965"/>
            <a:chExt cx="48456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8BB0C1C-ED08-0BE2-EAA1-445C75B22646}"/>
                    </a:ext>
                  </a:extLst>
                </p14:cNvPr>
                <p14:cNvContentPartPr/>
                <p14:nvPr/>
              </p14:nvContentPartPr>
              <p14:xfrm>
                <a:off x="710526" y="5081405"/>
                <a:ext cx="219600" cy="39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8BB0C1C-ED08-0BE2-EAA1-445C75B2264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2526" y="5063765"/>
                  <a:ext cx="255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4DC4466-9B43-4808-A93B-383A7077F8C3}"/>
                    </a:ext>
                  </a:extLst>
                </p14:cNvPr>
                <p14:cNvContentPartPr/>
                <p14:nvPr/>
              </p14:nvContentPartPr>
              <p14:xfrm>
                <a:off x="718446" y="5142605"/>
                <a:ext cx="247680" cy="90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4DC4466-9B43-4808-A93B-383A7077F8C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0446" y="5124965"/>
                  <a:ext cx="283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6D3D4FF-1A15-7506-3B10-A5BD867A8D4A}"/>
                    </a:ext>
                  </a:extLst>
                </p14:cNvPr>
                <p14:cNvContentPartPr/>
                <p14:nvPr/>
              </p14:nvContentPartPr>
              <p14:xfrm>
                <a:off x="1019766" y="4800965"/>
                <a:ext cx="175320" cy="596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6D3D4FF-1A15-7506-3B10-A5BD867A8D4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2126" y="4782965"/>
                  <a:ext cx="210960" cy="63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7A4098E-DA8C-02C5-BCD6-D2741B857BDA}"/>
              </a:ext>
            </a:extLst>
          </p:cNvPr>
          <p:cNvGrpSpPr/>
          <p:nvPr/>
        </p:nvGrpSpPr>
        <p:grpSpPr>
          <a:xfrm>
            <a:off x="1969086" y="3609005"/>
            <a:ext cx="1398240" cy="1222200"/>
            <a:chOff x="1969086" y="3609005"/>
            <a:chExt cx="1398240" cy="12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68413E8-5321-A24F-EDF5-F3A6783C17B6}"/>
                    </a:ext>
                  </a:extLst>
                </p14:cNvPr>
                <p14:cNvContentPartPr/>
                <p14:nvPr/>
              </p14:nvContentPartPr>
              <p14:xfrm>
                <a:off x="1969086" y="4020845"/>
                <a:ext cx="195480" cy="26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68413E8-5321-A24F-EDF5-F3A6783C17B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951086" y="4002845"/>
                  <a:ext cx="231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5D8DFD9-7066-1C56-B137-C82A2FBCE617}"/>
                    </a:ext>
                  </a:extLst>
                </p14:cNvPr>
                <p14:cNvContentPartPr/>
                <p14:nvPr/>
              </p14:nvContentPartPr>
              <p14:xfrm>
                <a:off x="2453646" y="3786845"/>
                <a:ext cx="338040" cy="527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5D8DFD9-7066-1C56-B137-C82A2FBCE61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435646" y="3768845"/>
                  <a:ext cx="37368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C33D344-99F9-3FFC-FC08-D1C9E4ADB0B2}"/>
                    </a:ext>
                  </a:extLst>
                </p14:cNvPr>
                <p14:cNvContentPartPr/>
                <p14:nvPr/>
              </p14:nvContentPartPr>
              <p14:xfrm>
                <a:off x="2214606" y="3609005"/>
                <a:ext cx="268920" cy="1222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C33D344-99F9-3FFC-FC08-D1C9E4ADB0B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196606" y="3591005"/>
                  <a:ext cx="304560" cy="12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D78E1F-D90C-8A20-5B8A-05CF638F6B76}"/>
                    </a:ext>
                  </a:extLst>
                </p14:cNvPr>
                <p14:cNvContentPartPr/>
                <p14:nvPr/>
              </p14:nvContentPartPr>
              <p14:xfrm>
                <a:off x="2902206" y="4114085"/>
                <a:ext cx="143640" cy="23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D78E1F-D90C-8A20-5B8A-05CF638F6B7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884206" y="4096445"/>
                  <a:ext cx="179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3ECC64A-5340-8FDB-63B5-864920E7971B}"/>
                    </a:ext>
                  </a:extLst>
                </p14:cNvPr>
                <p14:cNvContentPartPr/>
                <p14:nvPr/>
              </p14:nvContentPartPr>
              <p14:xfrm>
                <a:off x="3224766" y="3942365"/>
                <a:ext cx="142560" cy="363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3ECC64A-5340-8FDB-63B5-864920E7971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207126" y="3924365"/>
                  <a:ext cx="1782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865DA09-1CD7-7855-15BA-12DC0C66ECD7}"/>
                    </a:ext>
                  </a:extLst>
                </p14:cNvPr>
                <p14:cNvContentPartPr/>
                <p14:nvPr/>
              </p14:nvContentPartPr>
              <p14:xfrm>
                <a:off x="2654526" y="4172405"/>
                <a:ext cx="9720" cy="11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865DA09-1CD7-7855-15BA-12DC0C66ECD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636886" y="4154405"/>
                  <a:ext cx="453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AB5FE62-EFF8-A725-8AB4-D9BBCA608A4E}"/>
                  </a:ext>
                </a:extLst>
              </p14:cNvPr>
              <p14:cNvContentPartPr/>
              <p14:nvPr/>
            </p14:nvContentPartPr>
            <p14:xfrm>
              <a:off x="6038526" y="4689365"/>
              <a:ext cx="360" cy="3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AB5FE62-EFF8-A725-8AB4-D9BBCA608A4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020526" y="467136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10F3254-1346-1553-34C4-CC419D2AFBA9}"/>
              </a:ext>
            </a:extLst>
          </p:cNvPr>
          <p:cNvGrpSpPr/>
          <p:nvPr/>
        </p:nvGrpSpPr>
        <p:grpSpPr>
          <a:xfrm>
            <a:off x="2329446" y="5182925"/>
            <a:ext cx="258840" cy="34920"/>
            <a:chOff x="2329446" y="5182925"/>
            <a:chExt cx="258840" cy="3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9C0F0EE-EF6A-EE4D-145F-264E53370640}"/>
                    </a:ext>
                  </a:extLst>
                </p14:cNvPr>
                <p14:cNvContentPartPr/>
                <p14:nvPr/>
              </p14:nvContentPartPr>
              <p14:xfrm>
                <a:off x="2412246" y="5195165"/>
                <a:ext cx="41760" cy="7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9C0F0EE-EF6A-EE4D-145F-264E5337064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94246" y="5177525"/>
                  <a:ext cx="77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EEB15B-0D09-135B-CCA8-6B7E37C620FC}"/>
                    </a:ext>
                  </a:extLst>
                </p14:cNvPr>
                <p14:cNvContentPartPr/>
                <p14:nvPr/>
              </p14:nvContentPartPr>
              <p14:xfrm>
                <a:off x="2329446" y="5182925"/>
                <a:ext cx="258840" cy="34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EEB15B-0D09-135B-CCA8-6B7E37C620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11446" y="5165285"/>
                  <a:ext cx="29448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5CFA962-2D44-09C4-5E22-33293A5A1531}"/>
              </a:ext>
            </a:extLst>
          </p:cNvPr>
          <p:cNvGrpSpPr/>
          <p:nvPr/>
        </p:nvGrpSpPr>
        <p:grpSpPr>
          <a:xfrm>
            <a:off x="2965566" y="4974125"/>
            <a:ext cx="523080" cy="447840"/>
            <a:chOff x="2965566" y="4974125"/>
            <a:chExt cx="52308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E0EFDCC-F349-EF7F-DEE6-F1FFCE830C75}"/>
                    </a:ext>
                  </a:extLst>
                </p14:cNvPr>
                <p14:cNvContentPartPr/>
                <p14:nvPr/>
              </p14:nvContentPartPr>
              <p14:xfrm>
                <a:off x="2965566" y="5024885"/>
                <a:ext cx="153360" cy="397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E0EFDCC-F349-EF7F-DEE6-F1FFCE830C7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7566" y="5007245"/>
                  <a:ext cx="1890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1EB9F71-0ED1-7E88-28EE-C59ABA68B4F6}"/>
                    </a:ext>
                  </a:extLst>
                </p14:cNvPr>
                <p14:cNvContentPartPr/>
                <p14:nvPr/>
              </p14:nvContentPartPr>
              <p14:xfrm>
                <a:off x="3271206" y="4974125"/>
                <a:ext cx="217440" cy="400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1EB9F71-0ED1-7E88-28EE-C59ABA68B4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53566" y="4956125"/>
                  <a:ext cx="253080" cy="43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DBA5A1E-A396-ACDA-A848-0E572C075756}"/>
              </a:ext>
            </a:extLst>
          </p:cNvPr>
          <p:cNvGrpSpPr/>
          <p:nvPr/>
        </p:nvGrpSpPr>
        <p:grpSpPr>
          <a:xfrm>
            <a:off x="5235006" y="4921925"/>
            <a:ext cx="936720" cy="467280"/>
            <a:chOff x="5235006" y="4921925"/>
            <a:chExt cx="93672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E2468CD-8A72-CD33-75CC-067F7E429430}"/>
                    </a:ext>
                  </a:extLst>
                </p14:cNvPr>
                <p14:cNvContentPartPr/>
                <p14:nvPr/>
              </p14:nvContentPartPr>
              <p14:xfrm>
                <a:off x="5235006" y="5071325"/>
                <a:ext cx="205200" cy="249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E2468CD-8A72-CD33-75CC-067F7E42943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17366" y="5053325"/>
                  <a:ext cx="240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03FFD91-6140-A6F2-16DB-023B470AF4B3}"/>
                    </a:ext>
                  </a:extLst>
                </p14:cNvPr>
                <p14:cNvContentPartPr/>
                <p14:nvPr/>
              </p14:nvContentPartPr>
              <p14:xfrm>
                <a:off x="5570886" y="4960085"/>
                <a:ext cx="220680" cy="429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03FFD91-6140-A6F2-16DB-023B470AF4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52886" y="4942445"/>
                  <a:ext cx="2563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74AE06C-9617-22FF-8A71-699D23070F2F}"/>
                    </a:ext>
                  </a:extLst>
                </p14:cNvPr>
                <p14:cNvContentPartPr/>
                <p14:nvPr/>
              </p14:nvContentPartPr>
              <p14:xfrm>
                <a:off x="5930166" y="4921925"/>
                <a:ext cx="241560" cy="146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74AE06C-9617-22FF-8A71-699D23070F2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12526" y="4903925"/>
                  <a:ext cx="2772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D13C4E0-F5AF-3A80-79AF-2894ACF6C124}"/>
              </a:ext>
            </a:extLst>
          </p:cNvPr>
          <p:cNvGrpSpPr/>
          <p:nvPr/>
        </p:nvGrpSpPr>
        <p:grpSpPr>
          <a:xfrm>
            <a:off x="6513006" y="5063045"/>
            <a:ext cx="767880" cy="313560"/>
            <a:chOff x="6513006" y="5063045"/>
            <a:chExt cx="76788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DE2B980-B222-491B-F7E5-DFFFC48F3B13}"/>
                    </a:ext>
                  </a:extLst>
                </p14:cNvPr>
                <p14:cNvContentPartPr/>
                <p14:nvPr/>
              </p14:nvContentPartPr>
              <p14:xfrm>
                <a:off x="6529566" y="5236205"/>
                <a:ext cx="119880" cy="23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DE2B980-B222-491B-F7E5-DFFFC48F3B1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11566" y="5218205"/>
                  <a:ext cx="155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FA07796-2D45-9E6A-F761-B0EE6B3973CF}"/>
                    </a:ext>
                  </a:extLst>
                </p14:cNvPr>
                <p14:cNvContentPartPr/>
                <p14:nvPr/>
              </p14:nvContentPartPr>
              <p14:xfrm>
                <a:off x="6513006" y="5335565"/>
                <a:ext cx="186480" cy="41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FA07796-2D45-9E6A-F761-B0EE6B3973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95006" y="5317925"/>
                  <a:ext cx="222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3F8E79D-02A8-8FC7-CE20-6D417ABBEF05}"/>
                    </a:ext>
                  </a:extLst>
                </p14:cNvPr>
                <p14:cNvContentPartPr/>
                <p14:nvPr/>
              </p14:nvContentPartPr>
              <p14:xfrm>
                <a:off x="6822606" y="5063045"/>
                <a:ext cx="458280" cy="251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3F8E79D-02A8-8FC7-CE20-6D417ABBEF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04966" y="5045045"/>
                  <a:ext cx="49392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7DF935E-7B11-7907-94BD-9D5795043BC5}"/>
              </a:ext>
            </a:extLst>
          </p:cNvPr>
          <p:cNvGrpSpPr/>
          <p:nvPr/>
        </p:nvGrpSpPr>
        <p:grpSpPr>
          <a:xfrm>
            <a:off x="3782766" y="4946045"/>
            <a:ext cx="1097640" cy="439200"/>
            <a:chOff x="3782766" y="4946045"/>
            <a:chExt cx="109764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8A5C39-4261-F658-993D-BDB012C2C88B}"/>
                    </a:ext>
                  </a:extLst>
                </p14:cNvPr>
                <p14:cNvContentPartPr/>
                <p14:nvPr/>
              </p14:nvContentPartPr>
              <p14:xfrm>
                <a:off x="3782766" y="5234405"/>
                <a:ext cx="190800" cy="32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8A5C39-4261-F658-993D-BDB012C2C88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65126" y="5216405"/>
                  <a:ext cx="226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102F637-4756-0C4A-B639-8C301E82D245}"/>
                    </a:ext>
                  </a:extLst>
                </p14:cNvPr>
                <p14:cNvContentPartPr/>
                <p14:nvPr/>
              </p14:nvContentPartPr>
              <p14:xfrm>
                <a:off x="3872046" y="5147285"/>
                <a:ext cx="55440" cy="228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102F637-4756-0C4A-B639-8C301E82D24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54046" y="5129645"/>
                  <a:ext cx="91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FB76E3B-8C7C-BDED-2CC9-F51F83B52ED7}"/>
                    </a:ext>
                  </a:extLst>
                </p14:cNvPr>
                <p14:cNvContentPartPr/>
                <p14:nvPr/>
              </p14:nvContentPartPr>
              <p14:xfrm>
                <a:off x="4238526" y="5046125"/>
                <a:ext cx="181080" cy="339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FB76E3B-8C7C-BDED-2CC9-F51F83B52ED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220886" y="5028125"/>
                  <a:ext cx="2167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5D35EF-875D-D5BB-BE7D-6D3F0E9A5B2E}"/>
                    </a:ext>
                  </a:extLst>
                </p14:cNvPr>
                <p14:cNvContentPartPr/>
                <p14:nvPr/>
              </p14:nvContentPartPr>
              <p14:xfrm>
                <a:off x="4681326" y="5211725"/>
                <a:ext cx="199080" cy="30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5D35EF-875D-D5BB-BE7D-6D3F0E9A5B2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63326" y="5193725"/>
                  <a:ext cx="234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6051DEB-2D95-15B0-DF42-7DED9785BC43}"/>
                    </a:ext>
                  </a:extLst>
                </p14:cNvPr>
                <p14:cNvContentPartPr/>
                <p14:nvPr/>
              </p14:nvContentPartPr>
              <p14:xfrm>
                <a:off x="4772406" y="5103725"/>
                <a:ext cx="50400" cy="240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6051DEB-2D95-15B0-DF42-7DED9785BC4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54406" y="5085725"/>
                  <a:ext cx="86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4C795E1-037F-48D6-768C-B55CD0DEE03D}"/>
                    </a:ext>
                  </a:extLst>
                </p14:cNvPr>
                <p14:cNvContentPartPr/>
                <p14:nvPr/>
              </p14:nvContentPartPr>
              <p14:xfrm>
                <a:off x="3972486" y="4946045"/>
                <a:ext cx="547200" cy="403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4C795E1-037F-48D6-768C-B55CD0DEE03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54846" y="4928045"/>
                  <a:ext cx="58284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9106D3A-5FD9-720C-9055-5A1E82A8CCAD}"/>
              </a:ext>
            </a:extLst>
          </p:cNvPr>
          <p:cNvGrpSpPr/>
          <p:nvPr/>
        </p:nvGrpSpPr>
        <p:grpSpPr>
          <a:xfrm>
            <a:off x="1577046" y="4959725"/>
            <a:ext cx="528120" cy="396360"/>
            <a:chOff x="1577046" y="4959725"/>
            <a:chExt cx="52812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F2FA363-D11F-6177-0718-C7B6005E407E}"/>
                    </a:ext>
                  </a:extLst>
                </p14:cNvPr>
                <p14:cNvContentPartPr/>
                <p14:nvPr/>
              </p14:nvContentPartPr>
              <p14:xfrm>
                <a:off x="1577046" y="5157365"/>
                <a:ext cx="203040" cy="11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F2FA363-D11F-6177-0718-C7B6005E407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59406" y="5139365"/>
                  <a:ext cx="238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8E10E81-CA30-7009-901D-BDECFA8B0D8E}"/>
                    </a:ext>
                  </a:extLst>
                </p14:cNvPr>
                <p14:cNvContentPartPr/>
                <p14:nvPr/>
              </p14:nvContentPartPr>
              <p14:xfrm>
                <a:off x="1916166" y="4999325"/>
                <a:ext cx="160560" cy="342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8E10E81-CA30-7009-901D-BDECFA8B0D8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98166" y="4981685"/>
                  <a:ext cx="1962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A31F771-3CAC-5085-3FBE-250473E2E855}"/>
                    </a:ext>
                  </a:extLst>
                </p14:cNvPr>
                <p14:cNvContentPartPr/>
                <p14:nvPr/>
              </p14:nvContentPartPr>
              <p14:xfrm>
                <a:off x="1735446" y="4959725"/>
                <a:ext cx="369720" cy="396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A31F771-3CAC-5085-3FBE-250473E2E85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17806" y="4941725"/>
                  <a:ext cx="405360" cy="43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85D4D55-C75A-59AF-1469-DCFFEC07E8A4}"/>
              </a:ext>
            </a:extLst>
          </p:cNvPr>
          <p:cNvGrpSpPr/>
          <p:nvPr/>
        </p:nvGrpSpPr>
        <p:grpSpPr>
          <a:xfrm>
            <a:off x="164406" y="5674685"/>
            <a:ext cx="474480" cy="476640"/>
            <a:chOff x="164406" y="5674685"/>
            <a:chExt cx="47448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CF60D13-5FFF-162A-6A3E-742F8B5BCB58}"/>
                    </a:ext>
                  </a:extLst>
                </p14:cNvPr>
                <p14:cNvContentPartPr/>
                <p14:nvPr/>
              </p14:nvContentPartPr>
              <p14:xfrm>
                <a:off x="164406" y="5923445"/>
                <a:ext cx="199440" cy="4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CF60D13-5FFF-162A-6A3E-742F8B5BCB5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6766" y="5905445"/>
                  <a:ext cx="235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86E74E9-6D6E-B2A8-DE8E-0359E45D5F86}"/>
                    </a:ext>
                  </a:extLst>
                </p14:cNvPr>
                <p14:cNvContentPartPr/>
                <p14:nvPr/>
              </p14:nvContentPartPr>
              <p14:xfrm>
                <a:off x="271326" y="6020285"/>
                <a:ext cx="147960" cy="63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86E74E9-6D6E-B2A8-DE8E-0359E45D5F8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3326" y="6002645"/>
                  <a:ext cx="183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8DDF3F7-1515-699E-6FDF-7B2EECA1FDDD}"/>
                    </a:ext>
                  </a:extLst>
                </p14:cNvPr>
                <p14:cNvContentPartPr/>
                <p14:nvPr/>
              </p14:nvContentPartPr>
              <p14:xfrm>
                <a:off x="506046" y="5674685"/>
                <a:ext cx="132840" cy="476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8DDF3F7-1515-699E-6FDF-7B2EECA1FDD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88046" y="5656685"/>
                  <a:ext cx="168480" cy="51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770A8B5-F11D-6E82-C67E-042C35138EA3}"/>
              </a:ext>
            </a:extLst>
          </p:cNvPr>
          <p:cNvGrpSpPr/>
          <p:nvPr/>
        </p:nvGrpSpPr>
        <p:grpSpPr>
          <a:xfrm>
            <a:off x="1895286" y="5730125"/>
            <a:ext cx="1411560" cy="382320"/>
            <a:chOff x="1895286" y="5730125"/>
            <a:chExt cx="14115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05A6241-C284-464D-4250-134B5E15487E}"/>
                    </a:ext>
                  </a:extLst>
                </p14:cNvPr>
                <p14:cNvContentPartPr/>
                <p14:nvPr/>
              </p14:nvContentPartPr>
              <p14:xfrm>
                <a:off x="1895286" y="5765405"/>
                <a:ext cx="256320" cy="312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05A6241-C284-464D-4250-134B5E1548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77646" y="5747765"/>
                  <a:ext cx="2919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33D2373-36FE-715F-8DC1-511B660E23CB}"/>
                    </a:ext>
                  </a:extLst>
                </p14:cNvPr>
                <p14:cNvContentPartPr/>
                <p14:nvPr/>
              </p14:nvContentPartPr>
              <p14:xfrm>
                <a:off x="2331606" y="5745605"/>
                <a:ext cx="189360" cy="366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33D2373-36FE-715F-8DC1-511B660E23C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313966" y="5727605"/>
                  <a:ext cx="2250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A4B8035-E66D-74A7-2D3B-4588B4D70CA3}"/>
                    </a:ext>
                  </a:extLst>
                </p14:cNvPr>
                <p14:cNvContentPartPr/>
                <p14:nvPr/>
              </p14:nvContentPartPr>
              <p14:xfrm>
                <a:off x="2678646" y="5730125"/>
                <a:ext cx="242280" cy="168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A4B8035-E66D-74A7-2D3B-4588B4D70CA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661006" y="5712125"/>
                  <a:ext cx="277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19C4AFA-351D-65B2-5A6B-1D742003D04F}"/>
                    </a:ext>
                  </a:extLst>
                </p14:cNvPr>
                <p14:cNvContentPartPr/>
                <p14:nvPr/>
              </p14:nvContentPartPr>
              <p14:xfrm>
                <a:off x="3110646" y="5958365"/>
                <a:ext cx="196200" cy="42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19C4AFA-351D-65B2-5A6B-1D742003D0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092646" y="5940725"/>
                  <a:ext cx="2318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969ADB0-67A0-5340-E57C-987E11F32D39}"/>
              </a:ext>
            </a:extLst>
          </p:cNvPr>
          <p:cNvGrpSpPr/>
          <p:nvPr/>
        </p:nvGrpSpPr>
        <p:grpSpPr>
          <a:xfrm>
            <a:off x="3723726" y="5735885"/>
            <a:ext cx="693000" cy="467640"/>
            <a:chOff x="3723726" y="5735885"/>
            <a:chExt cx="69300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335854A-0B7A-853C-D4AA-D98A73D79F9E}"/>
                    </a:ext>
                  </a:extLst>
                </p14:cNvPr>
                <p14:cNvContentPartPr/>
                <p14:nvPr/>
              </p14:nvContentPartPr>
              <p14:xfrm>
                <a:off x="3723726" y="5802845"/>
                <a:ext cx="163800" cy="326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335854A-0B7A-853C-D4AA-D98A73D79F9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06086" y="5785205"/>
                  <a:ext cx="1994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A33A9E8-D037-87ED-FC6F-37BDC4A7674C}"/>
                    </a:ext>
                  </a:extLst>
                </p14:cNvPr>
                <p14:cNvContentPartPr/>
                <p14:nvPr/>
              </p14:nvContentPartPr>
              <p14:xfrm>
                <a:off x="4075446" y="5735885"/>
                <a:ext cx="341280" cy="467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A33A9E8-D037-87ED-FC6F-37BDC4A7674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57446" y="5718245"/>
                  <a:ext cx="376920" cy="50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B845292-CA64-46ED-968A-0DEE49E0E530}"/>
              </a:ext>
            </a:extLst>
          </p:cNvPr>
          <p:cNvGrpSpPr/>
          <p:nvPr/>
        </p:nvGrpSpPr>
        <p:grpSpPr>
          <a:xfrm>
            <a:off x="4807686" y="5997965"/>
            <a:ext cx="214200" cy="151560"/>
            <a:chOff x="4807686" y="5997965"/>
            <a:chExt cx="21420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AD8FC9E-38D4-E622-3F58-BBDE8B2AA7FE}"/>
                    </a:ext>
                  </a:extLst>
                </p14:cNvPr>
                <p14:cNvContentPartPr/>
                <p14:nvPr/>
              </p14:nvContentPartPr>
              <p14:xfrm>
                <a:off x="4886886" y="5997965"/>
                <a:ext cx="93240" cy="34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AD8FC9E-38D4-E622-3F58-BBDE8B2AA7F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868886" y="5980325"/>
                  <a:ext cx="128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409EAFC-6CEF-6C7B-94A2-C58629CA3763}"/>
                    </a:ext>
                  </a:extLst>
                </p14:cNvPr>
                <p14:cNvContentPartPr/>
                <p14:nvPr/>
              </p14:nvContentPartPr>
              <p14:xfrm>
                <a:off x="4807686" y="6098405"/>
                <a:ext cx="214200" cy="51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409EAFC-6CEF-6C7B-94A2-C58629CA376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90046" y="6080405"/>
                  <a:ext cx="24984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32322AE-3FEC-E30A-02C2-E99B3E999390}"/>
                  </a:ext>
                </a:extLst>
              </p14:cNvPr>
              <p14:cNvContentPartPr/>
              <p14:nvPr/>
            </p14:nvContentPartPr>
            <p14:xfrm>
              <a:off x="5258046" y="5895725"/>
              <a:ext cx="169200" cy="2480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32322AE-3FEC-E30A-02C2-E99B3E99939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240406" y="5877725"/>
                <a:ext cx="20484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E97372DB-A3F3-42CF-2E98-74F926EF83FE}"/>
              </a:ext>
            </a:extLst>
          </p:cNvPr>
          <p:cNvGrpSpPr/>
          <p:nvPr/>
        </p:nvGrpSpPr>
        <p:grpSpPr>
          <a:xfrm>
            <a:off x="896286" y="6438965"/>
            <a:ext cx="288360" cy="503280"/>
            <a:chOff x="896286" y="6438965"/>
            <a:chExt cx="2883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82C76B6-D9D2-A104-F488-732C422AF3A6}"/>
                    </a:ext>
                  </a:extLst>
                </p14:cNvPr>
                <p14:cNvContentPartPr/>
                <p14:nvPr/>
              </p14:nvContentPartPr>
              <p14:xfrm>
                <a:off x="896286" y="6576485"/>
                <a:ext cx="131040" cy="20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82C76B6-D9D2-A104-F488-732C422AF3A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8286" y="6558485"/>
                  <a:ext cx="166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7F02954-62C7-17E1-E235-DF8413126FFB}"/>
                    </a:ext>
                  </a:extLst>
                </p14:cNvPr>
                <p14:cNvContentPartPr/>
                <p14:nvPr/>
              </p14:nvContentPartPr>
              <p14:xfrm>
                <a:off x="913566" y="6697085"/>
                <a:ext cx="177120" cy="52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7F02954-62C7-17E1-E235-DF8413126FF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5926" y="6679085"/>
                  <a:ext cx="212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F181092-24C2-4C8B-6F79-63EDECF8E32A}"/>
                    </a:ext>
                  </a:extLst>
                </p14:cNvPr>
                <p14:cNvContentPartPr/>
                <p14:nvPr/>
              </p14:nvContentPartPr>
              <p14:xfrm>
                <a:off x="1080966" y="6438965"/>
                <a:ext cx="103680" cy="503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F181092-24C2-4C8B-6F79-63EDECF8E32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2966" y="6420965"/>
                  <a:ext cx="139320" cy="53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DE0C29A-F25F-95FE-73E6-3FD37404405D}"/>
                  </a:ext>
                </a:extLst>
              </p14:cNvPr>
              <p14:cNvContentPartPr/>
              <p14:nvPr/>
            </p14:nvContentPartPr>
            <p14:xfrm>
              <a:off x="2473446" y="6428525"/>
              <a:ext cx="330120" cy="3790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DE0C29A-F25F-95FE-73E6-3FD37404405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455446" y="6410525"/>
                <a:ext cx="3657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476BC56-53C8-9E83-11C4-3BA65845C12D}"/>
                  </a:ext>
                </a:extLst>
              </p14:cNvPr>
              <p14:cNvContentPartPr/>
              <p14:nvPr/>
            </p14:nvContentPartPr>
            <p14:xfrm>
              <a:off x="3081486" y="6427085"/>
              <a:ext cx="118440" cy="4086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476BC56-53C8-9E83-11C4-3BA65845C12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063486" y="6409445"/>
                <a:ext cx="154080" cy="44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656B3C5B-7BB8-2C47-49F4-E412266CCB3E}"/>
              </a:ext>
            </a:extLst>
          </p:cNvPr>
          <p:cNvGrpSpPr/>
          <p:nvPr/>
        </p:nvGrpSpPr>
        <p:grpSpPr>
          <a:xfrm>
            <a:off x="3482886" y="6442205"/>
            <a:ext cx="546840" cy="325440"/>
            <a:chOff x="3482886" y="6442205"/>
            <a:chExt cx="54684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46627D2-1234-9B3C-A086-DF1600D4E20D}"/>
                    </a:ext>
                  </a:extLst>
                </p14:cNvPr>
                <p14:cNvContentPartPr/>
                <p14:nvPr/>
              </p14:nvContentPartPr>
              <p14:xfrm>
                <a:off x="3482886" y="6550925"/>
                <a:ext cx="200160" cy="216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46627D2-1234-9B3C-A086-DF1600D4E20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64886" y="6533285"/>
                  <a:ext cx="235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362A74B-72C0-B0A6-88E1-BC0158C5B533}"/>
                    </a:ext>
                  </a:extLst>
                </p14:cNvPr>
                <p14:cNvContentPartPr/>
                <p14:nvPr/>
              </p14:nvContentPartPr>
              <p14:xfrm>
                <a:off x="3798966" y="6442205"/>
                <a:ext cx="230760" cy="320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362A74B-72C0-B0A6-88E1-BC0158C5B53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81326" y="6424565"/>
                  <a:ext cx="26640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7E630C4-8D52-C9BC-3642-EB2E430E4416}"/>
              </a:ext>
            </a:extLst>
          </p:cNvPr>
          <p:cNvGrpSpPr/>
          <p:nvPr/>
        </p:nvGrpSpPr>
        <p:grpSpPr>
          <a:xfrm>
            <a:off x="4273086" y="6454445"/>
            <a:ext cx="606600" cy="465120"/>
            <a:chOff x="4273086" y="6454445"/>
            <a:chExt cx="60660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D1CE09D-0BAD-C5FC-56FA-2E3454906E63}"/>
                    </a:ext>
                  </a:extLst>
                </p14:cNvPr>
                <p14:cNvContentPartPr/>
                <p14:nvPr/>
              </p14:nvContentPartPr>
              <p14:xfrm>
                <a:off x="4273086" y="6649925"/>
                <a:ext cx="164160" cy="31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D1CE09D-0BAD-C5FC-56FA-2E3454906E6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55446" y="6631925"/>
                  <a:ext cx="199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AC297F6-2772-A65D-DD01-084867C548B2}"/>
                    </a:ext>
                  </a:extLst>
                </p14:cNvPr>
                <p14:cNvContentPartPr/>
                <p14:nvPr/>
              </p14:nvContentPartPr>
              <p14:xfrm>
                <a:off x="4567926" y="6541925"/>
                <a:ext cx="150480" cy="237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AC297F6-2772-A65D-DD01-084867C548B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50286" y="6523925"/>
                  <a:ext cx="186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9C49E98-DB61-5237-F85F-AAFBD6EFB972}"/>
                    </a:ext>
                  </a:extLst>
                </p14:cNvPr>
                <p14:cNvContentPartPr/>
                <p14:nvPr/>
              </p14:nvContentPartPr>
              <p14:xfrm>
                <a:off x="4770606" y="6454445"/>
                <a:ext cx="109080" cy="465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9C49E98-DB61-5237-F85F-AAFBD6EFB97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52606" y="6436445"/>
                  <a:ext cx="14472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6E26753-D7B9-8304-AD82-5E236A8737F0}"/>
              </a:ext>
            </a:extLst>
          </p:cNvPr>
          <p:cNvGrpSpPr/>
          <p:nvPr/>
        </p:nvGrpSpPr>
        <p:grpSpPr>
          <a:xfrm>
            <a:off x="5358846" y="6688805"/>
            <a:ext cx="119880" cy="97920"/>
            <a:chOff x="5358846" y="6688805"/>
            <a:chExt cx="11988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2567DCF-4870-5351-F701-CB93A64AC751}"/>
                    </a:ext>
                  </a:extLst>
                </p14:cNvPr>
                <p14:cNvContentPartPr/>
                <p14:nvPr/>
              </p14:nvContentPartPr>
              <p14:xfrm>
                <a:off x="5381526" y="6688805"/>
                <a:ext cx="97200" cy="26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2567DCF-4870-5351-F701-CB93A64AC75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363886" y="6671165"/>
                  <a:ext cx="132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D5F1223-7F98-204F-FF4A-2C91E66F5EDA}"/>
                    </a:ext>
                  </a:extLst>
                </p14:cNvPr>
                <p14:cNvContentPartPr/>
                <p14:nvPr/>
              </p14:nvContentPartPr>
              <p14:xfrm>
                <a:off x="5358846" y="6760445"/>
                <a:ext cx="11664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D5F1223-7F98-204F-FF4A-2C91E66F5ED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40846" y="6742805"/>
                  <a:ext cx="15228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0B4DAB6-2436-3C3C-7390-180CF088664A}"/>
                  </a:ext>
                </a:extLst>
              </p14:cNvPr>
              <p14:cNvContentPartPr/>
              <p14:nvPr/>
            </p14:nvContentPartPr>
            <p14:xfrm>
              <a:off x="5800206" y="6489005"/>
              <a:ext cx="243720" cy="2635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0B4DAB6-2436-3C3C-7390-180CF088664A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782566" y="6471365"/>
                <a:ext cx="2793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86D7313-E89B-904C-2B2E-B86E2A84747C}"/>
                  </a:ext>
                </a:extLst>
              </p14:cNvPr>
              <p14:cNvContentPartPr/>
              <p14:nvPr/>
            </p14:nvContentPartPr>
            <p14:xfrm>
              <a:off x="6330486" y="6884285"/>
              <a:ext cx="31320" cy="36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86D7313-E89B-904C-2B2E-B86E2A84747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312486" y="6866645"/>
                <a:ext cx="66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3A39D29-7838-B682-B950-68046577041E}"/>
                  </a:ext>
                </a:extLst>
              </p14:cNvPr>
              <p14:cNvContentPartPr/>
              <p14:nvPr/>
            </p14:nvContentPartPr>
            <p14:xfrm>
              <a:off x="7571046" y="1921837"/>
              <a:ext cx="14760" cy="36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3A39D29-7838-B682-B950-68046577041E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553406" y="1903837"/>
                <a:ext cx="5040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17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EDA8E1-38EC-1D30-A3CD-5AF7E7351D1C}"/>
              </a:ext>
            </a:extLst>
          </p:cNvPr>
          <p:cNvGrpSpPr/>
          <p:nvPr/>
        </p:nvGrpSpPr>
        <p:grpSpPr>
          <a:xfrm>
            <a:off x="1229646" y="369382"/>
            <a:ext cx="953280" cy="572400"/>
            <a:chOff x="1229646" y="369382"/>
            <a:chExt cx="953280" cy="5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239379A-67E5-90E8-8A14-1C710233CA7C}"/>
                    </a:ext>
                  </a:extLst>
                </p14:cNvPr>
                <p14:cNvContentPartPr/>
                <p14:nvPr/>
              </p14:nvContentPartPr>
              <p14:xfrm>
                <a:off x="1229646" y="369382"/>
                <a:ext cx="318960" cy="572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239379A-67E5-90E8-8A14-1C710233CA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11646" y="351742"/>
                  <a:ext cx="3546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9D67D1-0CBE-0C11-D7EA-F038D60ED8FF}"/>
                    </a:ext>
                  </a:extLst>
                </p14:cNvPr>
                <p14:cNvContentPartPr/>
                <p14:nvPr/>
              </p14:nvContentPartPr>
              <p14:xfrm>
                <a:off x="1684686" y="710662"/>
                <a:ext cx="119880" cy="42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9D67D1-0CBE-0C11-D7EA-F038D60ED8F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67046" y="692662"/>
                  <a:ext cx="155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8FDD35-3214-5128-225B-7B5944D8BE86}"/>
                    </a:ext>
                  </a:extLst>
                </p14:cNvPr>
                <p14:cNvContentPartPr/>
                <p14:nvPr/>
              </p14:nvContentPartPr>
              <p14:xfrm>
                <a:off x="1724646" y="782302"/>
                <a:ext cx="128880" cy="56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8FDD35-3214-5128-225B-7B5944D8BE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07006" y="764662"/>
                  <a:ext cx="164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6B06A2-F5F7-8A3C-A1F0-81911840B2C1}"/>
                    </a:ext>
                  </a:extLst>
                </p14:cNvPr>
                <p14:cNvContentPartPr/>
                <p14:nvPr/>
              </p14:nvContentPartPr>
              <p14:xfrm>
                <a:off x="1996086" y="508702"/>
                <a:ext cx="186840" cy="314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6B06A2-F5F7-8A3C-A1F0-81911840B2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78086" y="490702"/>
                  <a:ext cx="22248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B05B4F-640B-FC8F-FF17-AACBC0B0A4A7}"/>
                  </a:ext>
                </a:extLst>
              </p14:cNvPr>
              <p14:cNvContentPartPr/>
              <p14:nvPr/>
            </p14:nvContentPartPr>
            <p14:xfrm>
              <a:off x="2899686" y="673582"/>
              <a:ext cx="448560" cy="248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B05B4F-640B-FC8F-FF17-AACBC0B0A4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82046" y="655942"/>
                <a:ext cx="48420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6361C34-5D2A-B779-4169-1B7732D7FDB1}"/>
              </a:ext>
            </a:extLst>
          </p:cNvPr>
          <p:cNvGrpSpPr/>
          <p:nvPr/>
        </p:nvGrpSpPr>
        <p:grpSpPr>
          <a:xfrm>
            <a:off x="3788166" y="376582"/>
            <a:ext cx="554040" cy="435960"/>
            <a:chOff x="3788166" y="376582"/>
            <a:chExt cx="55404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DE87B69-8D7E-9FE6-EA05-2815F1EA7DD6}"/>
                    </a:ext>
                  </a:extLst>
                </p14:cNvPr>
                <p14:cNvContentPartPr/>
                <p14:nvPr/>
              </p14:nvContentPartPr>
              <p14:xfrm>
                <a:off x="3788166" y="376582"/>
                <a:ext cx="230400" cy="435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DE87B69-8D7E-9FE6-EA05-2815F1EA7D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70526" y="358942"/>
                  <a:ext cx="2660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20D3CB-2CF3-9143-A787-4A60CF95ECC4}"/>
                    </a:ext>
                  </a:extLst>
                </p14:cNvPr>
                <p14:cNvContentPartPr/>
                <p14:nvPr/>
              </p14:nvContentPartPr>
              <p14:xfrm>
                <a:off x="4205046" y="658102"/>
                <a:ext cx="64800" cy="11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20D3CB-2CF3-9143-A787-4A60CF95EC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87046" y="640102"/>
                  <a:ext cx="100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DBBF2E-CE44-ABED-6347-9A4EBAD48F4A}"/>
                    </a:ext>
                  </a:extLst>
                </p14:cNvPr>
                <p14:cNvContentPartPr/>
                <p14:nvPr/>
              </p14:nvContentPartPr>
              <p14:xfrm>
                <a:off x="4184886" y="719302"/>
                <a:ext cx="157320" cy="51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DBBF2E-CE44-ABED-6347-9A4EBAD48F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67246" y="701302"/>
                  <a:ext cx="1929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6996A5-756C-5F87-2443-335996976359}"/>
              </a:ext>
            </a:extLst>
          </p:cNvPr>
          <p:cNvGrpSpPr/>
          <p:nvPr/>
        </p:nvGrpSpPr>
        <p:grpSpPr>
          <a:xfrm>
            <a:off x="4774206" y="466582"/>
            <a:ext cx="453240" cy="549000"/>
            <a:chOff x="4774206" y="466582"/>
            <a:chExt cx="453240" cy="54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D0A708-D017-4493-E7FA-87F230A4C6C3}"/>
                    </a:ext>
                  </a:extLst>
                </p14:cNvPr>
                <p14:cNvContentPartPr/>
                <p14:nvPr/>
              </p14:nvContentPartPr>
              <p14:xfrm>
                <a:off x="4874286" y="466582"/>
                <a:ext cx="178920" cy="354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D0A708-D017-4493-E7FA-87F230A4C6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56286" y="448942"/>
                  <a:ext cx="2145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B6A396-A063-7A11-2113-ABE6E7C835C3}"/>
                    </a:ext>
                  </a:extLst>
                </p14:cNvPr>
                <p14:cNvContentPartPr/>
                <p14:nvPr/>
              </p14:nvContentPartPr>
              <p14:xfrm>
                <a:off x="4774206" y="917302"/>
                <a:ext cx="453240" cy="98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B6A396-A063-7A11-2113-ABE6E7C835C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56566" y="899302"/>
                  <a:ext cx="48888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A0683D-B238-E1FA-E755-4FCF38030A17}"/>
                  </a:ext>
                </a:extLst>
              </p14:cNvPr>
              <p14:cNvContentPartPr/>
              <p14:nvPr/>
            </p14:nvContentPartPr>
            <p14:xfrm>
              <a:off x="4863126" y="1149142"/>
              <a:ext cx="459360" cy="358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A0683D-B238-E1FA-E755-4FCF38030A1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45126" y="1131142"/>
                <a:ext cx="4950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DB794C-63A0-D66A-341C-E9E3441C21E9}"/>
                  </a:ext>
                </a:extLst>
              </p14:cNvPr>
              <p14:cNvContentPartPr/>
              <p14:nvPr/>
            </p14:nvContentPartPr>
            <p14:xfrm>
              <a:off x="980886" y="1947982"/>
              <a:ext cx="4956480" cy="154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DB794C-63A0-D66A-341C-E9E3441C21E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3246" y="1930342"/>
                <a:ext cx="4992120" cy="1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264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ECC047D-F231-FE8A-2E75-BCE876EE0E64}"/>
              </a:ext>
            </a:extLst>
          </p:cNvPr>
          <p:cNvGrpSpPr/>
          <p:nvPr/>
        </p:nvGrpSpPr>
        <p:grpSpPr>
          <a:xfrm>
            <a:off x="311646" y="212782"/>
            <a:ext cx="1969920" cy="323280"/>
            <a:chOff x="311646" y="212782"/>
            <a:chExt cx="196992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87B305-963C-334F-EB85-FBDABB9E9E7E}"/>
                    </a:ext>
                  </a:extLst>
                </p14:cNvPr>
                <p14:cNvContentPartPr/>
                <p14:nvPr/>
              </p14:nvContentPartPr>
              <p14:xfrm>
                <a:off x="311646" y="212782"/>
                <a:ext cx="174240" cy="294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87B305-963C-334F-EB85-FBDABB9E9E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4006" y="194782"/>
                  <a:ext cx="209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DCEEFC-F590-2553-41CE-64991CE90A62}"/>
                    </a:ext>
                  </a:extLst>
                </p14:cNvPr>
                <p14:cNvContentPartPr/>
                <p14:nvPr/>
              </p14:nvContentPartPr>
              <p14:xfrm>
                <a:off x="559326" y="227182"/>
                <a:ext cx="268200" cy="281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DCEEFC-F590-2553-41CE-64991CE90A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1326" y="209542"/>
                  <a:ext cx="3038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CBE153-D368-BA47-CB40-D018F6152F56}"/>
                    </a:ext>
                  </a:extLst>
                </p14:cNvPr>
                <p14:cNvContentPartPr/>
                <p14:nvPr/>
              </p14:nvContentPartPr>
              <p14:xfrm>
                <a:off x="895566" y="335182"/>
                <a:ext cx="330480" cy="171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CBE153-D368-BA47-CB40-D018F6152F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7926" y="317542"/>
                  <a:ext cx="366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8F3560-7EDD-D739-EBEE-710147725FFD}"/>
                    </a:ext>
                  </a:extLst>
                </p14:cNvPr>
                <p14:cNvContentPartPr/>
                <p14:nvPr/>
              </p14:nvContentPartPr>
              <p14:xfrm>
                <a:off x="1424046" y="240862"/>
                <a:ext cx="432360" cy="29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8F3560-7EDD-D739-EBEE-710147725F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06406" y="223222"/>
                  <a:ext cx="468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1EE34B-44A4-5DD0-67DF-B984FD915E40}"/>
                    </a:ext>
                  </a:extLst>
                </p14:cNvPr>
                <p14:cNvContentPartPr/>
                <p14:nvPr/>
              </p14:nvContentPartPr>
              <p14:xfrm>
                <a:off x="1897086" y="262822"/>
                <a:ext cx="331200" cy="245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1EE34B-44A4-5DD0-67DF-B984FD915E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9086" y="245182"/>
                  <a:ext cx="3668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02826A-E86E-0DE6-ED83-72EA0B721BC4}"/>
                    </a:ext>
                  </a:extLst>
                </p14:cNvPr>
                <p14:cNvContentPartPr/>
                <p14:nvPr/>
              </p14:nvContentPartPr>
              <p14:xfrm>
                <a:off x="2146206" y="289462"/>
                <a:ext cx="135360" cy="38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02826A-E86E-0DE6-ED83-72EA0B721B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8566" y="271462"/>
                  <a:ext cx="171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A5D05C5-415B-4932-B8FC-9E943E9BB94E}"/>
                    </a:ext>
                  </a:extLst>
                </p14:cNvPr>
                <p14:cNvContentPartPr/>
                <p14:nvPr/>
              </p14:nvContentPartPr>
              <p14:xfrm>
                <a:off x="1462206" y="325102"/>
                <a:ext cx="145080" cy="36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A5D05C5-415B-4932-B8FC-9E943E9BB9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4206" y="307462"/>
                  <a:ext cx="18072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E00C1E-0E58-5BB8-41F5-94E8DB891E76}"/>
              </a:ext>
            </a:extLst>
          </p:cNvPr>
          <p:cNvGrpSpPr/>
          <p:nvPr/>
        </p:nvGrpSpPr>
        <p:grpSpPr>
          <a:xfrm>
            <a:off x="2846766" y="254542"/>
            <a:ext cx="708120" cy="296280"/>
            <a:chOff x="2846766" y="254542"/>
            <a:chExt cx="7081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06DB6A-ED87-54D5-4972-E2F437B802EB}"/>
                    </a:ext>
                  </a:extLst>
                </p14:cNvPr>
                <p14:cNvContentPartPr/>
                <p14:nvPr/>
              </p14:nvContentPartPr>
              <p14:xfrm>
                <a:off x="2846766" y="254542"/>
                <a:ext cx="708120" cy="29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06DB6A-ED87-54D5-4972-E2F437B802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28766" y="236542"/>
                  <a:ext cx="743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688C4E-D2F7-1647-9050-32BA78B21E46}"/>
                    </a:ext>
                  </a:extLst>
                </p14:cNvPr>
                <p14:cNvContentPartPr/>
                <p14:nvPr/>
              </p14:nvContentPartPr>
              <p14:xfrm>
                <a:off x="2912646" y="373342"/>
                <a:ext cx="199440" cy="46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688C4E-D2F7-1647-9050-32BA78B21E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95006" y="355702"/>
                  <a:ext cx="2350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19F18E-0D8E-7E7F-159B-DD0B0B2BABA7}"/>
              </a:ext>
            </a:extLst>
          </p:cNvPr>
          <p:cNvGrpSpPr/>
          <p:nvPr/>
        </p:nvGrpSpPr>
        <p:grpSpPr>
          <a:xfrm>
            <a:off x="4072206" y="195502"/>
            <a:ext cx="1374120" cy="658440"/>
            <a:chOff x="4072206" y="195502"/>
            <a:chExt cx="1374120" cy="65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55E2AA-7D84-702D-9BA8-AD14ADAC1FAC}"/>
                    </a:ext>
                  </a:extLst>
                </p14:cNvPr>
                <p14:cNvContentPartPr/>
                <p14:nvPr/>
              </p14:nvContentPartPr>
              <p14:xfrm>
                <a:off x="4072206" y="353182"/>
                <a:ext cx="196560" cy="176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55E2AA-7D84-702D-9BA8-AD14ADAC1F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206" y="335182"/>
                  <a:ext cx="232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D520DB-4E22-3750-8BED-0156E52E514C}"/>
                    </a:ext>
                  </a:extLst>
                </p14:cNvPr>
                <p14:cNvContentPartPr/>
                <p14:nvPr/>
              </p14:nvContentPartPr>
              <p14:xfrm>
                <a:off x="4265166" y="366862"/>
                <a:ext cx="470160" cy="487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D520DB-4E22-3750-8BED-0156E52E51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47526" y="348862"/>
                  <a:ext cx="5058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1FE716-297A-7F78-D1D9-0949E39537AA}"/>
                    </a:ext>
                  </a:extLst>
                </p14:cNvPr>
                <p14:cNvContentPartPr/>
                <p14:nvPr/>
              </p14:nvContentPartPr>
              <p14:xfrm>
                <a:off x="4874286" y="195502"/>
                <a:ext cx="80280" cy="29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1FE716-297A-7F78-D1D9-0949E39537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6646" y="177502"/>
                  <a:ext cx="115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00C06E-7B1D-BCC2-4DEA-373EF3E75DEA}"/>
                    </a:ext>
                  </a:extLst>
                </p14:cNvPr>
                <p14:cNvContentPartPr/>
                <p14:nvPr/>
              </p14:nvContentPartPr>
              <p14:xfrm>
                <a:off x="4938726" y="359302"/>
                <a:ext cx="129960" cy="13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00C06E-7B1D-BCC2-4DEA-373EF3E75D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21086" y="341662"/>
                  <a:ext cx="165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87B2B7-D87D-A250-7492-229221E0E32D}"/>
                    </a:ext>
                  </a:extLst>
                </p14:cNvPr>
                <p14:cNvContentPartPr/>
                <p14:nvPr/>
              </p14:nvContentPartPr>
              <p14:xfrm>
                <a:off x="5131686" y="356782"/>
                <a:ext cx="314640" cy="13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87B2B7-D87D-A250-7492-229221E0E3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14046" y="339142"/>
                  <a:ext cx="35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9693BB-FA48-8EA3-991F-7F72FEC7133D}"/>
                    </a:ext>
                  </a:extLst>
                </p14:cNvPr>
                <p14:cNvContentPartPr/>
                <p14:nvPr/>
              </p14:nvContentPartPr>
              <p14:xfrm>
                <a:off x="4822446" y="217102"/>
                <a:ext cx="215640" cy="2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9693BB-FA48-8EA3-991F-7F72FEC713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4806" y="199102"/>
                  <a:ext cx="25128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4918A9C-9E91-7F6F-70EA-E65F23C0B9E1}"/>
                  </a:ext>
                </a:extLst>
              </p14:cNvPr>
              <p14:cNvContentPartPr/>
              <p14:nvPr/>
            </p14:nvContentPartPr>
            <p14:xfrm>
              <a:off x="5952126" y="253102"/>
              <a:ext cx="304920" cy="699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4918A9C-9E91-7F6F-70EA-E65F23C0B9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34126" y="235462"/>
                <a:ext cx="340560" cy="73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C97303A4-022F-A31D-8F55-55CE885AF161}"/>
              </a:ext>
            </a:extLst>
          </p:cNvPr>
          <p:cNvGrpSpPr/>
          <p:nvPr/>
        </p:nvGrpSpPr>
        <p:grpSpPr>
          <a:xfrm>
            <a:off x="6508686" y="78502"/>
            <a:ext cx="1801440" cy="780480"/>
            <a:chOff x="6508686" y="78502"/>
            <a:chExt cx="1801440" cy="78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38F84D3-A8FA-73C5-D68B-823D0C1C8F0E}"/>
                    </a:ext>
                  </a:extLst>
                </p14:cNvPr>
                <p14:cNvContentPartPr/>
                <p14:nvPr/>
              </p14:nvContentPartPr>
              <p14:xfrm>
                <a:off x="6508686" y="356782"/>
                <a:ext cx="167400" cy="17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38F84D3-A8FA-73C5-D68B-823D0C1C8F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91046" y="339142"/>
                  <a:ext cx="203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635433-BF5C-60FF-C0F0-2CAFF06A5C54}"/>
                    </a:ext>
                  </a:extLst>
                </p14:cNvPr>
                <p14:cNvContentPartPr/>
                <p14:nvPr/>
              </p14:nvContentPartPr>
              <p14:xfrm>
                <a:off x="6660246" y="383062"/>
                <a:ext cx="181440" cy="475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635433-BF5C-60FF-C0F0-2CAFF06A5C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42246" y="365422"/>
                  <a:ext cx="2170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81BD58-0324-CDE2-1732-EF851ADAFA33}"/>
                    </a:ext>
                  </a:extLst>
                </p14:cNvPr>
                <p14:cNvContentPartPr/>
                <p14:nvPr/>
              </p14:nvContentPartPr>
              <p14:xfrm>
                <a:off x="6968766" y="342022"/>
                <a:ext cx="181800" cy="159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81BD58-0324-CDE2-1732-EF851ADAFA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50766" y="324022"/>
                  <a:ext cx="217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F6ED64-35E9-D4E5-24F9-AE1BF103507E}"/>
                    </a:ext>
                  </a:extLst>
                </p14:cNvPr>
                <p14:cNvContentPartPr/>
                <p14:nvPr/>
              </p14:nvContentPartPr>
              <p14:xfrm>
                <a:off x="7224726" y="320422"/>
                <a:ext cx="186480" cy="15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F6ED64-35E9-D4E5-24F9-AE1BF10350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07086" y="302782"/>
                  <a:ext cx="222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5B5572-B716-7F80-A3E6-271A100ACDC0}"/>
                    </a:ext>
                  </a:extLst>
                </p14:cNvPr>
                <p14:cNvContentPartPr/>
                <p14:nvPr/>
              </p14:nvContentPartPr>
              <p14:xfrm>
                <a:off x="7445766" y="78502"/>
                <a:ext cx="131400" cy="397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D5B5572-B716-7F80-A3E6-271A100ACD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27766" y="60862"/>
                  <a:ext cx="1670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5BB108-EF91-83FA-6C24-8799BE628151}"/>
                    </a:ext>
                  </a:extLst>
                </p14:cNvPr>
                <p14:cNvContentPartPr/>
                <p14:nvPr/>
              </p14:nvContentPartPr>
              <p14:xfrm>
                <a:off x="7632966" y="298822"/>
                <a:ext cx="45720" cy="15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5BB108-EF91-83FA-6C24-8799BE6281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14966" y="280822"/>
                  <a:ext cx="81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137F59-D27E-4CDB-5FE9-DA740E097974}"/>
                    </a:ext>
                  </a:extLst>
                </p14:cNvPr>
                <p14:cNvContentPartPr/>
                <p14:nvPr/>
              </p14:nvContentPartPr>
              <p14:xfrm>
                <a:off x="7752126" y="271462"/>
                <a:ext cx="558000" cy="201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137F59-D27E-4CDB-5FE9-DA740E0979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34126" y="253822"/>
                  <a:ext cx="593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934901-0922-B47E-D29B-9178E05BC2B4}"/>
                    </a:ext>
                  </a:extLst>
                </p14:cNvPr>
                <p14:cNvContentPartPr/>
                <p14:nvPr/>
              </p14:nvContentPartPr>
              <p14:xfrm>
                <a:off x="7752846" y="160222"/>
                <a:ext cx="27000" cy="1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934901-0922-B47E-D29B-9178E05BC2B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35206" y="142222"/>
                  <a:ext cx="6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07D879-9A40-F0FB-1625-538329587AA3}"/>
                    </a:ext>
                  </a:extLst>
                </p14:cNvPr>
                <p14:cNvContentPartPr/>
                <p14:nvPr/>
              </p14:nvContentPartPr>
              <p14:xfrm>
                <a:off x="7407246" y="191182"/>
                <a:ext cx="161280" cy="19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07D879-9A40-F0FB-1625-538329587A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89246" y="173182"/>
                  <a:ext cx="196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74D99B-46F8-7E16-2421-A97510633B23}"/>
              </a:ext>
            </a:extLst>
          </p:cNvPr>
          <p:cNvGrpSpPr/>
          <p:nvPr/>
        </p:nvGrpSpPr>
        <p:grpSpPr>
          <a:xfrm>
            <a:off x="2786646" y="1006582"/>
            <a:ext cx="2151720" cy="660960"/>
            <a:chOff x="2786646" y="1006582"/>
            <a:chExt cx="215172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776E9CE-3AEB-7730-4D5B-1AC3B9F93D9F}"/>
                    </a:ext>
                  </a:extLst>
                </p14:cNvPr>
                <p14:cNvContentPartPr/>
                <p14:nvPr/>
              </p14:nvContentPartPr>
              <p14:xfrm>
                <a:off x="2786646" y="1072822"/>
                <a:ext cx="175320" cy="256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776E9CE-3AEB-7730-4D5B-1AC3B9F93D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69006" y="1055182"/>
                  <a:ext cx="210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D17FFA-95BA-5897-AD77-3C6CE85560DD}"/>
                    </a:ext>
                  </a:extLst>
                </p14:cNvPr>
                <p14:cNvContentPartPr/>
                <p14:nvPr/>
              </p14:nvContentPartPr>
              <p14:xfrm>
                <a:off x="3059166" y="1147702"/>
                <a:ext cx="217440" cy="162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D17FFA-95BA-5897-AD77-3C6CE85560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41166" y="1129702"/>
                  <a:ext cx="253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1F3291-457D-5B66-556F-C2EDA2121D56}"/>
                    </a:ext>
                  </a:extLst>
                </p14:cNvPr>
                <p14:cNvContentPartPr/>
                <p14:nvPr/>
              </p14:nvContentPartPr>
              <p14:xfrm>
                <a:off x="3320526" y="1193782"/>
                <a:ext cx="155880" cy="2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1F3291-457D-5B66-556F-C2EDA2121D5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2526" y="1175782"/>
                  <a:ext cx="191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9462680-5CF3-EB86-B3F0-E7FB7DEACB88}"/>
                    </a:ext>
                  </a:extLst>
                </p14:cNvPr>
                <p14:cNvContentPartPr/>
                <p14:nvPr/>
              </p14:nvContentPartPr>
              <p14:xfrm>
                <a:off x="3373446" y="1140502"/>
                <a:ext cx="51840" cy="214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9462680-5CF3-EB86-B3F0-E7FB7DEACB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55446" y="1122502"/>
                  <a:ext cx="87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B6CD77-8EFA-2D32-58D9-E29A1E88223A}"/>
                    </a:ext>
                  </a:extLst>
                </p14:cNvPr>
                <p14:cNvContentPartPr/>
                <p14:nvPr/>
              </p14:nvContentPartPr>
              <p14:xfrm>
                <a:off x="3608886" y="1006582"/>
                <a:ext cx="135720" cy="28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B6CD77-8EFA-2D32-58D9-E29A1E8822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1246" y="988942"/>
                  <a:ext cx="171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611F0E9-15D6-5536-DFDA-66286E8FD434}"/>
                    </a:ext>
                  </a:extLst>
                </p14:cNvPr>
                <p14:cNvContentPartPr/>
                <p14:nvPr/>
              </p14:nvContentPartPr>
              <p14:xfrm>
                <a:off x="3736326" y="1148422"/>
                <a:ext cx="208440" cy="51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611F0E9-15D6-5536-DFDA-66286E8FD4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18686" y="1130782"/>
                  <a:ext cx="2440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AE16784-C595-80AA-12B1-7E7C60F827A7}"/>
                    </a:ext>
                  </a:extLst>
                </p14:cNvPr>
                <p14:cNvContentPartPr/>
                <p14:nvPr/>
              </p14:nvContentPartPr>
              <p14:xfrm>
                <a:off x="4147086" y="1204942"/>
                <a:ext cx="149760" cy="54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AE16784-C595-80AA-12B1-7E7C60F827A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29446" y="1186942"/>
                  <a:ext cx="185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1FAAD5-51B6-D24F-74A2-ADAB6E587701}"/>
                    </a:ext>
                  </a:extLst>
                </p14:cNvPr>
                <p14:cNvContentPartPr/>
                <p14:nvPr/>
              </p14:nvContentPartPr>
              <p14:xfrm>
                <a:off x="4199286" y="1118902"/>
                <a:ext cx="29880" cy="207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1FAAD5-51B6-D24F-74A2-ADAB6E5877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81286" y="1100902"/>
                  <a:ext cx="655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1ED202-F24B-3980-7056-26055969F660}"/>
                    </a:ext>
                  </a:extLst>
                </p14:cNvPr>
                <p14:cNvContentPartPr/>
                <p14:nvPr/>
              </p14:nvContentPartPr>
              <p14:xfrm>
                <a:off x="4409886" y="1117462"/>
                <a:ext cx="175320" cy="20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1ED202-F24B-3980-7056-26055969F6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91886" y="1099822"/>
                  <a:ext cx="210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FEF2A2-7A6D-7D80-41D2-30ED63F23501}"/>
                    </a:ext>
                  </a:extLst>
                </p14:cNvPr>
                <p14:cNvContentPartPr/>
                <p14:nvPr/>
              </p14:nvContentPartPr>
              <p14:xfrm>
                <a:off x="4709766" y="1156342"/>
                <a:ext cx="228600" cy="151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FEF2A2-7A6D-7D80-41D2-30ED63F235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92126" y="1138702"/>
                  <a:ext cx="26424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9A942D7-B2E0-8954-5159-3A1D50302350}"/>
              </a:ext>
            </a:extLst>
          </p:cNvPr>
          <p:cNvGrpSpPr/>
          <p:nvPr/>
        </p:nvGrpSpPr>
        <p:grpSpPr>
          <a:xfrm>
            <a:off x="5287566" y="993262"/>
            <a:ext cx="844200" cy="290520"/>
            <a:chOff x="5287566" y="993262"/>
            <a:chExt cx="8442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F12C80E-A78C-F0B4-2316-01A374C7543A}"/>
                    </a:ext>
                  </a:extLst>
                </p14:cNvPr>
                <p14:cNvContentPartPr/>
                <p14:nvPr/>
              </p14:nvContentPartPr>
              <p14:xfrm>
                <a:off x="5339406" y="1157062"/>
                <a:ext cx="89280" cy="1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F12C80E-A78C-F0B4-2316-01A374C754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21766" y="1139062"/>
                  <a:ext cx="124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B9E234D-C788-0E76-43DD-7A8414EFEF2C}"/>
                    </a:ext>
                  </a:extLst>
                </p14:cNvPr>
                <p14:cNvContentPartPr/>
                <p14:nvPr/>
              </p14:nvContentPartPr>
              <p14:xfrm>
                <a:off x="5287566" y="1252462"/>
                <a:ext cx="183600" cy="31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B9E234D-C788-0E76-43DD-7A8414EFEF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69926" y="1234462"/>
                  <a:ext cx="219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17F6EC-5750-DD68-3545-4B1266267F1C}"/>
                    </a:ext>
                  </a:extLst>
                </p14:cNvPr>
                <p14:cNvContentPartPr/>
                <p14:nvPr/>
              </p14:nvContentPartPr>
              <p14:xfrm>
                <a:off x="5719926" y="993262"/>
                <a:ext cx="411840" cy="244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17F6EC-5750-DD68-3545-4B1266267F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01926" y="975262"/>
                  <a:ext cx="44748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3C14DA2-2A42-DE59-03CA-CF1484112FAF}"/>
              </a:ext>
            </a:extLst>
          </p:cNvPr>
          <p:cNvGrpSpPr/>
          <p:nvPr/>
        </p:nvGrpSpPr>
        <p:grpSpPr>
          <a:xfrm>
            <a:off x="2807886" y="1814782"/>
            <a:ext cx="2517120" cy="594360"/>
            <a:chOff x="2807886" y="1814782"/>
            <a:chExt cx="2517120" cy="5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3A0FAE-45BD-78F0-76D7-B09651CF3432}"/>
                    </a:ext>
                  </a:extLst>
                </p14:cNvPr>
                <p14:cNvContentPartPr/>
                <p14:nvPr/>
              </p14:nvContentPartPr>
              <p14:xfrm>
                <a:off x="2807886" y="1814782"/>
                <a:ext cx="171000" cy="324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3A0FAE-45BD-78F0-76D7-B09651CF34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90246" y="1797142"/>
                  <a:ext cx="2066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8883A1-BC9D-9FDF-5DF6-5F2BFA348485}"/>
                    </a:ext>
                  </a:extLst>
                </p14:cNvPr>
                <p14:cNvContentPartPr/>
                <p14:nvPr/>
              </p14:nvContentPartPr>
              <p14:xfrm>
                <a:off x="3042606" y="1985062"/>
                <a:ext cx="247320" cy="169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8883A1-BC9D-9FDF-5DF6-5F2BFA3484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24606" y="1967422"/>
                  <a:ext cx="28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F45C01D-14FA-FCB0-1D56-BD438A7B5B8A}"/>
                    </a:ext>
                  </a:extLst>
                </p14:cNvPr>
                <p14:cNvContentPartPr/>
                <p14:nvPr/>
              </p14:nvContentPartPr>
              <p14:xfrm>
                <a:off x="3452646" y="2025742"/>
                <a:ext cx="152640" cy="31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F45C01D-14FA-FCB0-1D56-BD438A7B5B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5006" y="2007742"/>
                  <a:ext cx="188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BB7C82A-6F37-A279-3548-3DB3B7DF78D1}"/>
                    </a:ext>
                  </a:extLst>
                </p14:cNvPr>
                <p14:cNvContentPartPr/>
                <p14:nvPr/>
              </p14:nvContentPartPr>
              <p14:xfrm>
                <a:off x="3525006" y="1964542"/>
                <a:ext cx="51120" cy="188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BB7C82A-6F37-A279-3548-3DB3B7DF78D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07006" y="1946902"/>
                  <a:ext cx="86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8A66A32-3667-7F52-FECC-B51E3D2011BD}"/>
                    </a:ext>
                  </a:extLst>
                </p14:cNvPr>
                <p14:cNvContentPartPr/>
                <p14:nvPr/>
              </p14:nvContentPartPr>
              <p14:xfrm>
                <a:off x="3673686" y="1973182"/>
                <a:ext cx="147240" cy="170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8A66A32-3667-7F52-FECC-B51E3D2011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6046" y="1955542"/>
                  <a:ext cx="182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B52DA1-E763-5339-E055-A36A2A77BC6D}"/>
                    </a:ext>
                  </a:extLst>
                </p14:cNvPr>
                <p14:cNvContentPartPr/>
                <p14:nvPr/>
              </p14:nvContentPartPr>
              <p14:xfrm>
                <a:off x="3815886" y="2003782"/>
                <a:ext cx="201600" cy="405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B52DA1-E763-5339-E055-A36A2A77BC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97886" y="1986142"/>
                  <a:ext cx="2372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1BA734-3AB6-01AE-4483-C9294CC23F22}"/>
                    </a:ext>
                  </a:extLst>
                </p14:cNvPr>
                <p14:cNvContentPartPr/>
                <p14:nvPr/>
              </p14:nvContentPartPr>
              <p14:xfrm>
                <a:off x="4204326" y="2034742"/>
                <a:ext cx="153360" cy="1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1BA734-3AB6-01AE-4483-C9294CC23F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86686" y="2016742"/>
                  <a:ext cx="189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128F357-DED4-9F70-13A3-79BFF6B18D44}"/>
                    </a:ext>
                  </a:extLst>
                </p14:cNvPr>
                <p14:cNvContentPartPr/>
                <p14:nvPr/>
              </p14:nvContentPartPr>
              <p14:xfrm>
                <a:off x="4284606" y="1950862"/>
                <a:ext cx="50400" cy="20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128F357-DED4-9F70-13A3-79BFF6B18D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66606" y="1932862"/>
                  <a:ext cx="86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8C60E3E-7D4A-4961-1AB7-C31846F17B90}"/>
                    </a:ext>
                  </a:extLst>
                </p14:cNvPr>
                <p14:cNvContentPartPr/>
                <p14:nvPr/>
              </p14:nvContentPartPr>
              <p14:xfrm>
                <a:off x="4480086" y="1965262"/>
                <a:ext cx="164880" cy="178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8C60E3E-7D4A-4961-1AB7-C31846F17B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62086" y="1947262"/>
                  <a:ext cx="200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D6FCB9-4B52-66B4-E1F1-5CF0D8EB4E9A}"/>
                    </a:ext>
                  </a:extLst>
                </p14:cNvPr>
                <p14:cNvContentPartPr/>
                <p14:nvPr/>
              </p14:nvContentPartPr>
              <p14:xfrm>
                <a:off x="4751166" y="1966702"/>
                <a:ext cx="178560" cy="159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D6FCB9-4B52-66B4-E1F1-5CF0D8EB4E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33526" y="1948702"/>
                  <a:ext cx="214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08DCAB-AB02-95B5-7FFD-CBDEF5E29EB4}"/>
                    </a:ext>
                  </a:extLst>
                </p14:cNvPr>
                <p14:cNvContentPartPr/>
                <p14:nvPr/>
              </p14:nvContentPartPr>
              <p14:xfrm>
                <a:off x="5226366" y="1998742"/>
                <a:ext cx="98640" cy="7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08DCAB-AB02-95B5-7FFD-CBDEF5E29E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08366" y="1981102"/>
                  <a:ext cx="134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75E4C7E-E63B-4457-C573-D5BE96C728B4}"/>
                    </a:ext>
                  </a:extLst>
                </p14:cNvPr>
                <p14:cNvContentPartPr/>
                <p14:nvPr/>
              </p14:nvContentPartPr>
              <p14:xfrm>
                <a:off x="5156526" y="2071102"/>
                <a:ext cx="147600" cy="27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75E4C7E-E63B-4457-C573-D5BE96C728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38526" y="2053462"/>
                  <a:ext cx="18324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4E1F24E-75BB-ABB4-74FD-9F2A8ACBEE6A}"/>
                  </a:ext>
                </a:extLst>
              </p14:cNvPr>
              <p14:cNvContentPartPr/>
              <p14:nvPr/>
            </p14:nvContentPartPr>
            <p14:xfrm>
              <a:off x="5588166" y="1910182"/>
              <a:ext cx="250920" cy="215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4E1F24E-75BB-ABB4-74FD-9F2A8ACBEE6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570526" y="1892542"/>
                <a:ext cx="28656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EB11F257-92B9-01B6-257E-EEBB53D786A9}"/>
              </a:ext>
            </a:extLst>
          </p:cNvPr>
          <p:cNvGrpSpPr/>
          <p:nvPr/>
        </p:nvGrpSpPr>
        <p:grpSpPr>
          <a:xfrm>
            <a:off x="2605566" y="2716222"/>
            <a:ext cx="1288800" cy="511200"/>
            <a:chOff x="2605566" y="2716222"/>
            <a:chExt cx="128880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A4D2A4-9028-1DC2-EA7F-953C1AB56845}"/>
                    </a:ext>
                  </a:extLst>
                </p14:cNvPr>
                <p14:cNvContentPartPr/>
                <p14:nvPr/>
              </p14:nvContentPartPr>
              <p14:xfrm>
                <a:off x="2605566" y="2716222"/>
                <a:ext cx="168840" cy="249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A4D2A4-9028-1DC2-EA7F-953C1AB5684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87566" y="2698582"/>
                  <a:ext cx="204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A61A22-CAF1-75C2-8222-1DF1B8F4A08B}"/>
                    </a:ext>
                  </a:extLst>
                </p14:cNvPr>
                <p14:cNvContentPartPr/>
                <p14:nvPr/>
              </p14:nvContentPartPr>
              <p14:xfrm>
                <a:off x="2820846" y="2817382"/>
                <a:ext cx="311040" cy="160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A61A22-CAF1-75C2-8222-1DF1B8F4A0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03206" y="2799382"/>
                  <a:ext cx="346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C71D93B-528F-832C-56C2-D266CF8798C1}"/>
                    </a:ext>
                  </a:extLst>
                </p14:cNvPr>
                <p14:cNvContentPartPr/>
                <p14:nvPr/>
              </p14:nvContentPartPr>
              <p14:xfrm>
                <a:off x="3185886" y="2822422"/>
                <a:ext cx="164160" cy="3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C71D93B-528F-832C-56C2-D266CF8798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67886" y="2804782"/>
                  <a:ext cx="1998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3BABC1-300C-3CC9-163C-AE239E0A82D6}"/>
                    </a:ext>
                  </a:extLst>
                </p14:cNvPr>
                <p14:cNvContentPartPr/>
                <p14:nvPr/>
              </p14:nvContentPartPr>
              <p14:xfrm>
                <a:off x="3246006" y="2765542"/>
                <a:ext cx="59040" cy="206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3BABC1-300C-3CC9-163C-AE239E0A82D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28006" y="2747902"/>
                  <a:ext cx="94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6835EF-D794-4AFF-16BA-55BD2372915B}"/>
                    </a:ext>
                  </a:extLst>
                </p14:cNvPr>
                <p14:cNvContentPartPr/>
                <p14:nvPr/>
              </p14:nvContentPartPr>
              <p14:xfrm>
                <a:off x="3480366" y="2787502"/>
                <a:ext cx="145080" cy="199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06835EF-D794-4AFF-16BA-55BD2372915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62726" y="2769862"/>
                  <a:ext cx="180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8F57B2-BA92-DECE-F37F-1CE71B2E7E16}"/>
                    </a:ext>
                  </a:extLst>
                </p14:cNvPr>
                <p14:cNvContentPartPr/>
                <p14:nvPr/>
              </p14:nvContentPartPr>
              <p14:xfrm>
                <a:off x="3680166" y="2776342"/>
                <a:ext cx="214200" cy="45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8F57B2-BA92-DECE-F37F-1CE71B2E7E1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62526" y="2758342"/>
                  <a:ext cx="249840" cy="48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56AE01A-524B-25BF-A0D2-3776BF1F47E8}"/>
              </a:ext>
            </a:extLst>
          </p:cNvPr>
          <p:cNvGrpSpPr/>
          <p:nvPr/>
        </p:nvGrpSpPr>
        <p:grpSpPr>
          <a:xfrm>
            <a:off x="4137726" y="2690302"/>
            <a:ext cx="896040" cy="311040"/>
            <a:chOff x="4137726" y="2690302"/>
            <a:chExt cx="89604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769D84-2B7B-635F-CCF3-8F9180DA67D0}"/>
                    </a:ext>
                  </a:extLst>
                </p14:cNvPr>
                <p14:cNvContentPartPr/>
                <p14:nvPr/>
              </p14:nvContentPartPr>
              <p14:xfrm>
                <a:off x="4137726" y="2841862"/>
                <a:ext cx="181080" cy="41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769D84-2B7B-635F-CCF3-8F9180DA67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20086" y="2823862"/>
                  <a:ext cx="216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456A6D-009C-360E-7D27-8749D7C0953F}"/>
                    </a:ext>
                  </a:extLst>
                </p14:cNvPr>
                <p14:cNvContentPartPr/>
                <p14:nvPr/>
              </p14:nvContentPartPr>
              <p14:xfrm>
                <a:off x="4256526" y="2736022"/>
                <a:ext cx="53640" cy="21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456A6D-009C-360E-7D27-8749D7C095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38886" y="2718382"/>
                  <a:ext cx="89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20DC65-106B-C1A4-618F-46F43C4F6463}"/>
                    </a:ext>
                  </a:extLst>
                </p14:cNvPr>
                <p14:cNvContentPartPr/>
                <p14:nvPr/>
              </p14:nvContentPartPr>
              <p14:xfrm>
                <a:off x="4501326" y="2690302"/>
                <a:ext cx="132120" cy="311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20DC65-106B-C1A4-618F-46F43C4F64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83326" y="2672662"/>
                  <a:ext cx="167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69820F-4DB7-2444-3BF8-3CC80690B332}"/>
                    </a:ext>
                  </a:extLst>
                </p14:cNvPr>
                <p14:cNvContentPartPr/>
                <p14:nvPr/>
              </p14:nvContentPartPr>
              <p14:xfrm>
                <a:off x="4785006" y="2836822"/>
                <a:ext cx="248760" cy="156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69820F-4DB7-2444-3BF8-3CC80690B3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67366" y="2818822"/>
                  <a:ext cx="2844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EDE01CA-D0A5-8E2A-FBE7-6462A892FB81}"/>
              </a:ext>
            </a:extLst>
          </p:cNvPr>
          <p:cNvGrpSpPr/>
          <p:nvPr/>
        </p:nvGrpSpPr>
        <p:grpSpPr>
          <a:xfrm>
            <a:off x="5365686" y="2815222"/>
            <a:ext cx="142200" cy="95040"/>
            <a:chOff x="5365686" y="2815222"/>
            <a:chExt cx="14220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EB7C9F-2EFF-93BC-2ABC-F3979B1EF223}"/>
                    </a:ext>
                  </a:extLst>
                </p14:cNvPr>
                <p14:cNvContentPartPr/>
                <p14:nvPr/>
              </p14:nvContentPartPr>
              <p14:xfrm>
                <a:off x="5382606" y="2815222"/>
                <a:ext cx="125280" cy="28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EB7C9F-2EFF-93BC-2ABC-F3979B1EF22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64606" y="2797582"/>
                  <a:ext cx="160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F5AA139-C9D2-4B4A-CB0C-10BB36A5CEB1}"/>
                    </a:ext>
                  </a:extLst>
                </p14:cNvPr>
                <p14:cNvContentPartPr/>
                <p14:nvPr/>
              </p14:nvContentPartPr>
              <p14:xfrm>
                <a:off x="5365686" y="2867782"/>
                <a:ext cx="110520" cy="42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F5AA139-C9D2-4B4A-CB0C-10BB36A5CEB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47686" y="2850142"/>
                  <a:ext cx="14616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73A4069-8F47-8F8B-72ED-31D84D5655B0}"/>
                  </a:ext>
                </a:extLst>
              </p14:cNvPr>
              <p14:cNvContentPartPr/>
              <p14:nvPr/>
            </p14:nvContentPartPr>
            <p14:xfrm>
              <a:off x="5791566" y="2721262"/>
              <a:ext cx="230760" cy="204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73A4069-8F47-8F8B-72ED-31D84D5655B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773926" y="2703262"/>
                <a:ext cx="2664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63CA2C3-F36F-C557-A9D9-F1888D5020CA}"/>
                  </a:ext>
                </a:extLst>
              </p14:cNvPr>
              <p14:cNvContentPartPr/>
              <p14:nvPr/>
            </p14:nvContentPartPr>
            <p14:xfrm>
              <a:off x="490206" y="3380422"/>
              <a:ext cx="582120" cy="4158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63CA2C3-F36F-C557-A9D9-F1888D5020C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72566" y="3362782"/>
                <a:ext cx="61776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07C2B88-34F2-DC1A-62B0-DA400869CA49}"/>
                  </a:ext>
                </a:extLst>
              </p14:cNvPr>
              <p14:cNvContentPartPr/>
              <p14:nvPr/>
            </p14:nvContentPartPr>
            <p14:xfrm>
              <a:off x="1592886" y="3611902"/>
              <a:ext cx="294840" cy="171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07C2B88-34F2-DC1A-62B0-DA400869CA4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574886" y="3593902"/>
                <a:ext cx="3304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74E1140-E86E-B128-BCBB-DEA0030D565E}"/>
                  </a:ext>
                </a:extLst>
              </p14:cNvPr>
              <p14:cNvContentPartPr/>
              <p14:nvPr/>
            </p14:nvContentPartPr>
            <p14:xfrm>
              <a:off x="2272206" y="3675262"/>
              <a:ext cx="634320" cy="1562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74E1140-E86E-B128-BCBB-DEA0030D565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254566" y="3657622"/>
                <a:ext cx="6699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E7629F3-618E-E1C7-AFE2-8DFD69E8898D}"/>
                  </a:ext>
                </a:extLst>
              </p14:cNvPr>
              <p14:cNvContentPartPr/>
              <p14:nvPr/>
            </p14:nvContentPartPr>
            <p14:xfrm>
              <a:off x="2994726" y="3741862"/>
              <a:ext cx="91800" cy="208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E7629F3-618E-E1C7-AFE2-8DFD69E8898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77086" y="3723862"/>
                <a:ext cx="1274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C0551B1-B5EB-F236-23BE-5E9AD235844E}"/>
                  </a:ext>
                </a:extLst>
              </p14:cNvPr>
              <p14:cNvContentPartPr/>
              <p14:nvPr/>
            </p14:nvContentPartPr>
            <p14:xfrm>
              <a:off x="3192006" y="3473302"/>
              <a:ext cx="105120" cy="392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C0551B1-B5EB-F236-23BE-5E9AD235844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174366" y="3455662"/>
                <a:ext cx="14076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587EE94-950E-E42B-ADB3-F839C6029058}"/>
                  </a:ext>
                </a:extLst>
              </p14:cNvPr>
              <p14:cNvContentPartPr/>
              <p14:nvPr/>
            </p14:nvContentPartPr>
            <p14:xfrm>
              <a:off x="3152046" y="3620542"/>
              <a:ext cx="372600" cy="212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587EE94-950E-E42B-ADB3-F839C602905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134046" y="3602542"/>
                <a:ext cx="4082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0166058-2FEE-FB43-7236-EC2B7866AB8B}"/>
                  </a:ext>
                </a:extLst>
              </p14:cNvPr>
              <p14:cNvContentPartPr/>
              <p14:nvPr/>
            </p14:nvContentPartPr>
            <p14:xfrm>
              <a:off x="3492606" y="3580942"/>
              <a:ext cx="51840" cy="313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0166058-2FEE-FB43-7236-EC2B7866AB8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474966" y="3562942"/>
                <a:ext cx="874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78F0217-86BE-4421-8A97-72F19F2DE7E1}"/>
                  </a:ext>
                </a:extLst>
              </p14:cNvPr>
              <p14:cNvContentPartPr/>
              <p14:nvPr/>
            </p14:nvContentPartPr>
            <p14:xfrm>
              <a:off x="3557766" y="3704782"/>
              <a:ext cx="321840" cy="1418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78F0217-86BE-4421-8A97-72F19F2DE7E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539766" y="3686782"/>
                <a:ext cx="35748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E0EFD52-030F-DFF1-C776-E9BF9E4105C7}"/>
                  </a:ext>
                </a:extLst>
              </p14:cNvPr>
              <p14:cNvContentPartPr/>
              <p14:nvPr/>
            </p14:nvContentPartPr>
            <p14:xfrm>
              <a:off x="3859446" y="3600022"/>
              <a:ext cx="53280" cy="486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E0EFD52-030F-DFF1-C776-E9BF9E4105C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41806" y="3582022"/>
                <a:ext cx="889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A1D00AF-B64B-77DB-EB13-8B363E00CC1A}"/>
                  </a:ext>
                </a:extLst>
              </p14:cNvPr>
              <p14:cNvContentPartPr/>
              <p14:nvPr/>
            </p14:nvContentPartPr>
            <p14:xfrm>
              <a:off x="3931086" y="3517222"/>
              <a:ext cx="437040" cy="340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A1D00AF-B64B-77DB-EB13-8B363E00CC1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913446" y="3499582"/>
                <a:ext cx="4726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20DCBEE-3436-D537-9CDA-DF9086A93ACD}"/>
                  </a:ext>
                </a:extLst>
              </p14:cNvPr>
              <p14:cNvContentPartPr/>
              <p14:nvPr/>
            </p14:nvContentPartPr>
            <p14:xfrm>
              <a:off x="342966" y="4311382"/>
              <a:ext cx="395280" cy="2408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20DCBEE-3436-D537-9CDA-DF9086A93AC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25326" y="4293742"/>
                <a:ext cx="4309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AC5C5E4-BEEE-6EBB-0F63-DE34E1E6F438}"/>
                  </a:ext>
                </a:extLst>
              </p14:cNvPr>
              <p14:cNvContentPartPr/>
              <p14:nvPr/>
            </p14:nvContentPartPr>
            <p14:xfrm>
              <a:off x="1132806" y="4159102"/>
              <a:ext cx="450000" cy="8089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AC5C5E4-BEEE-6EBB-0F63-DE34E1E6F43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14806" y="4141462"/>
                <a:ext cx="485640" cy="8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D4A0FEB-72E6-7F30-AF6C-0D35E5814C59}"/>
                  </a:ext>
                </a:extLst>
              </p14:cNvPr>
              <p14:cNvContentPartPr/>
              <p14:nvPr/>
            </p14:nvContentPartPr>
            <p14:xfrm>
              <a:off x="1288686" y="4230022"/>
              <a:ext cx="46440" cy="205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D4A0FEB-72E6-7F30-AF6C-0D35E5814C5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271046" y="4212382"/>
                <a:ext cx="82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93A28DE-1F78-D6E3-4940-4B1E32DF80E9}"/>
                  </a:ext>
                </a:extLst>
              </p14:cNvPr>
              <p14:cNvContentPartPr/>
              <p14:nvPr/>
            </p14:nvContentPartPr>
            <p14:xfrm>
              <a:off x="4247166" y="4652662"/>
              <a:ext cx="34560" cy="208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93A28DE-1F78-D6E3-4940-4B1E32DF80E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29166" y="4634662"/>
                <a:ext cx="702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EB83207-FA1F-1712-AFA6-E75FE5DA04B4}"/>
                  </a:ext>
                </a:extLst>
              </p14:cNvPr>
              <p14:cNvContentPartPr/>
              <p14:nvPr/>
            </p14:nvContentPartPr>
            <p14:xfrm>
              <a:off x="11900046" y="6701557"/>
              <a:ext cx="28080" cy="28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EB83207-FA1F-1712-AFA6-E75FE5DA04B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882046" y="6683557"/>
                <a:ext cx="637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B71224A-C4CA-84D5-9DDB-61ECCD56045E}"/>
                  </a:ext>
                </a:extLst>
              </p14:cNvPr>
              <p14:cNvContentPartPr/>
              <p14:nvPr/>
            </p14:nvContentPartPr>
            <p14:xfrm>
              <a:off x="295806" y="5095462"/>
              <a:ext cx="1089720" cy="3110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B71224A-C4CA-84D5-9DDB-61ECCD56045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77806" y="5077822"/>
                <a:ext cx="11253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56E3F6E-FEEC-DFC4-609F-EED31292C913}"/>
                  </a:ext>
                </a:extLst>
              </p14:cNvPr>
              <p14:cNvContentPartPr/>
              <p14:nvPr/>
            </p14:nvContentPartPr>
            <p14:xfrm>
              <a:off x="1854966" y="5131462"/>
              <a:ext cx="704160" cy="3427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56E3F6E-FEEC-DFC4-609F-EED31292C91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837326" y="5113822"/>
                <a:ext cx="7398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71F6C4A-ADA7-9E1C-0105-B4E079BA1C64}"/>
                  </a:ext>
                </a:extLst>
              </p14:cNvPr>
              <p14:cNvContentPartPr/>
              <p14:nvPr/>
            </p14:nvContentPartPr>
            <p14:xfrm>
              <a:off x="1872966" y="5209942"/>
              <a:ext cx="172440" cy="29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71F6C4A-ADA7-9E1C-0105-B4E079BA1C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854966" y="5192302"/>
                <a:ext cx="2080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A7B60E7-5E1A-379A-4EDF-4A6E09EAB121}"/>
                  </a:ext>
                </a:extLst>
              </p14:cNvPr>
              <p14:cNvContentPartPr/>
              <p14:nvPr/>
            </p14:nvContentPartPr>
            <p14:xfrm>
              <a:off x="2945766" y="5295262"/>
              <a:ext cx="577440" cy="1728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A7B60E7-5E1A-379A-4EDF-4A6E09EAB12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28126" y="5277622"/>
                <a:ext cx="6130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0E72051-FD46-6C92-A60C-A8FDD33321DF}"/>
                  </a:ext>
                </a:extLst>
              </p14:cNvPr>
              <p14:cNvContentPartPr/>
              <p14:nvPr/>
            </p14:nvContentPartPr>
            <p14:xfrm>
              <a:off x="3503046" y="5155222"/>
              <a:ext cx="360360" cy="3092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0E72051-FD46-6C92-A60C-A8FDD33321D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85406" y="5137582"/>
                <a:ext cx="3960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89CE8186-0FF4-C0B6-3E15-035D6E078334}"/>
                  </a:ext>
                </a:extLst>
              </p14:cNvPr>
              <p14:cNvContentPartPr/>
              <p14:nvPr/>
            </p14:nvContentPartPr>
            <p14:xfrm>
              <a:off x="3843246" y="5167822"/>
              <a:ext cx="53280" cy="32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89CE8186-0FF4-C0B6-3E15-035D6E07833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825246" y="5149822"/>
                <a:ext cx="889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5BEF2BF-019A-1910-D7E3-A7BA0478AC07}"/>
                  </a:ext>
                </a:extLst>
              </p14:cNvPr>
              <p14:cNvContentPartPr/>
              <p14:nvPr/>
            </p14:nvContentPartPr>
            <p14:xfrm>
              <a:off x="3900486" y="5135062"/>
              <a:ext cx="820080" cy="3675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5BEF2BF-019A-1910-D7E3-A7BA0478AC0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882846" y="5117422"/>
                <a:ext cx="85572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F8CF0DE-6B39-2DF6-AC03-DC73E28E5D7F}"/>
                  </a:ext>
                </a:extLst>
              </p14:cNvPr>
              <p14:cNvContentPartPr/>
              <p14:nvPr/>
            </p14:nvContentPartPr>
            <p14:xfrm>
              <a:off x="4191006" y="5193382"/>
              <a:ext cx="360" cy="3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F8CF0DE-6B39-2DF6-AC03-DC73E28E5D7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173006" y="51753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2DE833B-8B48-04CD-F38D-B36A539A82D5}"/>
                  </a:ext>
                </a:extLst>
              </p14:cNvPr>
              <p14:cNvContentPartPr/>
              <p14:nvPr/>
            </p14:nvContentPartPr>
            <p14:xfrm>
              <a:off x="3921006" y="5260702"/>
              <a:ext cx="151200" cy="320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2DE833B-8B48-04CD-F38D-B36A539A82D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903006" y="5243062"/>
                <a:ext cx="18684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6F68F20-6C86-6239-6627-0CE5C825CA41}"/>
                  </a:ext>
                </a:extLst>
              </p14:cNvPr>
              <p14:cNvContentPartPr/>
              <p14:nvPr/>
            </p14:nvContentPartPr>
            <p14:xfrm>
              <a:off x="4195686" y="5316862"/>
              <a:ext cx="67320" cy="255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6F68F20-6C86-6239-6627-0CE5C825CA4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178046" y="5299222"/>
                <a:ext cx="1029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EEFA1BF-735E-C13C-FA2F-D1A2794EA321}"/>
                  </a:ext>
                </a:extLst>
              </p14:cNvPr>
              <p14:cNvContentPartPr/>
              <p14:nvPr/>
            </p14:nvContentPartPr>
            <p14:xfrm>
              <a:off x="5232486" y="5249902"/>
              <a:ext cx="202680" cy="1872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EEFA1BF-735E-C13C-FA2F-D1A2794EA32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214846" y="5232262"/>
                <a:ext cx="2383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1CFC13D-8462-3C4C-231D-D00B64A8249C}"/>
                  </a:ext>
                </a:extLst>
              </p14:cNvPr>
              <p14:cNvContentPartPr/>
              <p14:nvPr/>
            </p14:nvContentPartPr>
            <p14:xfrm>
              <a:off x="5402766" y="5075302"/>
              <a:ext cx="7200" cy="165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1CFC13D-8462-3C4C-231D-D00B64A8249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384766" y="5057302"/>
                <a:ext cx="42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21D79A0-E8A1-A57F-92B2-FB144C59045D}"/>
                  </a:ext>
                </a:extLst>
              </p14:cNvPr>
              <p14:cNvContentPartPr/>
              <p14:nvPr/>
            </p14:nvContentPartPr>
            <p14:xfrm>
              <a:off x="6007566" y="5210302"/>
              <a:ext cx="190440" cy="2041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21D79A0-E8A1-A57F-92B2-FB144C59045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989566" y="5192662"/>
                <a:ext cx="226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4E7ED9E-FAD2-C361-85AE-7401B05B6143}"/>
                  </a:ext>
                </a:extLst>
              </p14:cNvPr>
              <p14:cNvContentPartPr/>
              <p14:nvPr/>
            </p14:nvContentPartPr>
            <p14:xfrm>
              <a:off x="6226806" y="5059462"/>
              <a:ext cx="466920" cy="3571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4E7ED9E-FAD2-C361-85AE-7401B05B614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208806" y="5041822"/>
                <a:ext cx="50256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CB6BB8EB-0BFA-17A9-2395-7378DAFFD964}"/>
                  </a:ext>
                </a:extLst>
              </p14:cNvPr>
              <p14:cNvContentPartPr/>
              <p14:nvPr/>
            </p14:nvContentPartPr>
            <p14:xfrm>
              <a:off x="6716766" y="5088262"/>
              <a:ext cx="21960" cy="37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CB6BB8EB-0BFA-17A9-2395-7378DAFFD96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699126" y="5070622"/>
                <a:ext cx="576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E25C3FD-FC92-70EB-249F-02B547372A0E}"/>
                  </a:ext>
                </a:extLst>
              </p14:cNvPr>
              <p14:cNvContentPartPr/>
              <p14:nvPr/>
            </p14:nvContentPartPr>
            <p14:xfrm>
              <a:off x="6405366" y="5171062"/>
              <a:ext cx="115920" cy="183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E25C3FD-FC92-70EB-249F-02B547372A0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387366" y="5153422"/>
                <a:ext cx="151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295D35E-987C-24E9-A573-A9CB0404DB49}"/>
                  </a:ext>
                </a:extLst>
              </p14:cNvPr>
              <p14:cNvContentPartPr/>
              <p14:nvPr/>
            </p14:nvContentPartPr>
            <p14:xfrm>
              <a:off x="6710646" y="4995022"/>
              <a:ext cx="484560" cy="8654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295D35E-987C-24E9-A573-A9CB0404DB4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693006" y="4977022"/>
                <a:ext cx="520200" cy="9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8CE82C7-2DF8-D55B-E2C2-211BDD845CDD}"/>
                  </a:ext>
                </a:extLst>
              </p14:cNvPr>
              <p14:cNvContentPartPr/>
              <p14:nvPr/>
            </p14:nvContentPartPr>
            <p14:xfrm>
              <a:off x="7237686" y="5105542"/>
              <a:ext cx="19080" cy="396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8CE82C7-2DF8-D55B-E2C2-211BDD845CD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220046" y="5087542"/>
                <a:ext cx="54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133C4F0-8FFB-ECFB-D510-B41D7EBE5457}"/>
                  </a:ext>
                </a:extLst>
              </p14:cNvPr>
              <p14:cNvContentPartPr/>
              <p14:nvPr/>
            </p14:nvContentPartPr>
            <p14:xfrm>
              <a:off x="7224366" y="5009422"/>
              <a:ext cx="476280" cy="3618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133C4F0-8FFB-ECFB-D510-B41D7EBE545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206726" y="4991422"/>
                <a:ext cx="5119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3D315278-2411-D4EC-1781-EAC46C2CBF69}"/>
                  </a:ext>
                </a:extLst>
              </p14:cNvPr>
              <p14:cNvContentPartPr/>
              <p14:nvPr/>
            </p14:nvContentPartPr>
            <p14:xfrm>
              <a:off x="8171526" y="5317582"/>
              <a:ext cx="14760" cy="864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3D315278-2411-D4EC-1781-EAC46C2CBF6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153886" y="5299582"/>
                <a:ext cx="50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388D777-1666-6ECF-E02F-FDEB52DBDA5E}"/>
                  </a:ext>
                </a:extLst>
              </p14:cNvPr>
              <p14:cNvContentPartPr/>
              <p14:nvPr/>
            </p14:nvContentPartPr>
            <p14:xfrm>
              <a:off x="3891126" y="6426022"/>
              <a:ext cx="73440" cy="1018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388D777-1666-6ECF-E02F-FDEB52DBDA5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873126" y="6408022"/>
                <a:ext cx="1090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AD2FB25-3C5D-C3AD-71BD-087E2CEEEDC2}"/>
                  </a:ext>
                </a:extLst>
              </p14:cNvPr>
              <p14:cNvContentPartPr/>
              <p14:nvPr/>
            </p14:nvContentPartPr>
            <p14:xfrm>
              <a:off x="4175526" y="6278782"/>
              <a:ext cx="133920" cy="3495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AD2FB25-3C5D-C3AD-71BD-087E2CEEEDC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157886" y="6260782"/>
                <a:ext cx="169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916DC81-6156-0F5F-003F-9D899361121D}"/>
                  </a:ext>
                </a:extLst>
              </p14:cNvPr>
              <p14:cNvContentPartPr/>
              <p14:nvPr/>
            </p14:nvContentPartPr>
            <p14:xfrm>
              <a:off x="4560726" y="6309742"/>
              <a:ext cx="85680" cy="288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916DC81-6156-0F5F-003F-9D899361121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543086" y="6291742"/>
                <a:ext cx="1213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CCFF3E8-A0C1-18C7-ECDC-F49D9F26BE6A}"/>
                  </a:ext>
                </a:extLst>
              </p14:cNvPr>
              <p14:cNvContentPartPr/>
              <p14:nvPr/>
            </p14:nvContentPartPr>
            <p14:xfrm>
              <a:off x="4519686" y="6408742"/>
              <a:ext cx="118800" cy="331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CCFF3E8-A0C1-18C7-ECDC-F49D9F26BE6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502046" y="6390742"/>
                <a:ext cx="154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7F24A2E-2B78-5158-82B2-78BDAC47C3DB}"/>
                  </a:ext>
                </a:extLst>
              </p14:cNvPr>
              <p14:cNvContentPartPr/>
              <p14:nvPr/>
            </p14:nvContentPartPr>
            <p14:xfrm>
              <a:off x="4753326" y="6164302"/>
              <a:ext cx="162360" cy="3405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7F24A2E-2B78-5158-82B2-78BDAC47C3D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735326" y="6146662"/>
                <a:ext cx="1980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B6CC7FB-C6AF-2454-C2F8-F0A707793F27}"/>
                  </a:ext>
                </a:extLst>
              </p14:cNvPr>
              <p14:cNvContentPartPr/>
              <p14:nvPr/>
            </p14:nvContentPartPr>
            <p14:xfrm>
              <a:off x="4940886" y="6251062"/>
              <a:ext cx="109080" cy="1933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B6CC7FB-C6AF-2454-C2F8-F0A707793F2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922886" y="6233062"/>
                <a:ext cx="1447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A5FD439D-F78E-7831-73B7-C87B27486751}"/>
                  </a:ext>
                </a:extLst>
              </p14:cNvPr>
              <p14:cNvContentPartPr/>
              <p14:nvPr/>
            </p14:nvContentPartPr>
            <p14:xfrm>
              <a:off x="5142846" y="6267262"/>
              <a:ext cx="90720" cy="1630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A5FD439D-F78E-7831-73B7-C87B2748675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124846" y="6249622"/>
                <a:ext cx="1263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4C12B74-26D7-9078-E6AD-8AE285BFBAA5}"/>
                  </a:ext>
                </a:extLst>
              </p14:cNvPr>
              <p14:cNvContentPartPr/>
              <p14:nvPr/>
            </p14:nvContentPartPr>
            <p14:xfrm>
              <a:off x="5305566" y="6268702"/>
              <a:ext cx="97920" cy="43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4C12B74-26D7-9078-E6AD-8AE285BFBAA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287566" y="6251062"/>
                <a:ext cx="1335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C8432B7-E92C-5700-67BD-7743A8D92F90}"/>
                  </a:ext>
                </a:extLst>
              </p14:cNvPr>
              <p14:cNvContentPartPr/>
              <p14:nvPr/>
            </p14:nvContentPartPr>
            <p14:xfrm>
              <a:off x="5518686" y="6239542"/>
              <a:ext cx="140400" cy="1616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C8432B7-E92C-5700-67BD-7743A8D92F9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500686" y="6221902"/>
                <a:ext cx="1760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51114E8-1322-E2A5-CEB2-9E15B8EB658E}"/>
                  </a:ext>
                </a:extLst>
              </p14:cNvPr>
              <p14:cNvContentPartPr/>
              <p14:nvPr/>
            </p14:nvContentPartPr>
            <p14:xfrm>
              <a:off x="5714166" y="6084382"/>
              <a:ext cx="137520" cy="16020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51114E8-1322-E2A5-CEB2-9E15B8EB658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696526" y="6066382"/>
                <a:ext cx="1731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B6F1527-1514-C10D-7547-8B5C69849A46}"/>
                  </a:ext>
                </a:extLst>
              </p14:cNvPr>
              <p14:cNvContentPartPr/>
              <p14:nvPr/>
            </p14:nvContentPartPr>
            <p14:xfrm>
              <a:off x="5786886" y="6028222"/>
              <a:ext cx="148680" cy="4604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B6F1527-1514-C10D-7547-8B5C69849A4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768886" y="6010582"/>
                <a:ext cx="18432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A464F0B-BA0F-95C6-790E-DD1CAC1F25B2}"/>
                  </a:ext>
                </a:extLst>
              </p14:cNvPr>
              <p14:cNvContentPartPr/>
              <p14:nvPr/>
            </p14:nvContentPartPr>
            <p14:xfrm>
              <a:off x="6024846" y="6112102"/>
              <a:ext cx="97920" cy="3326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A464F0B-BA0F-95C6-790E-DD1CAC1F25B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007206" y="6094462"/>
                <a:ext cx="1335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1AB9BB1C-9973-6FDD-D13A-742B500DA73B}"/>
                  </a:ext>
                </a:extLst>
              </p14:cNvPr>
              <p14:cNvContentPartPr/>
              <p14:nvPr/>
            </p14:nvContentPartPr>
            <p14:xfrm>
              <a:off x="6009726" y="6232342"/>
              <a:ext cx="162720" cy="363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1AB9BB1C-9973-6FDD-D13A-742B500DA73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991726" y="6214702"/>
                <a:ext cx="198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C4AF53AA-BFC0-C943-7E40-E26C1595A752}"/>
                  </a:ext>
                </a:extLst>
              </p14:cNvPr>
              <p14:cNvContentPartPr/>
              <p14:nvPr/>
            </p14:nvContentPartPr>
            <p14:xfrm>
              <a:off x="6360006" y="6396142"/>
              <a:ext cx="128880" cy="1310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C4AF53AA-BFC0-C943-7E40-E26C1595A75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342366" y="6378502"/>
                <a:ext cx="16452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EE8DE15-71E2-40AE-271D-8D516187BDBD}"/>
                  </a:ext>
                </a:extLst>
              </p14:cNvPr>
              <p14:cNvContentPartPr/>
              <p14:nvPr/>
            </p14:nvContentPartPr>
            <p14:xfrm>
              <a:off x="6657006" y="6226222"/>
              <a:ext cx="172080" cy="1274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EE8DE15-71E2-40AE-271D-8D516187BDB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639366" y="6208582"/>
                <a:ext cx="2077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CF2DF63-2236-8123-7B21-84EAA88C807C}"/>
                  </a:ext>
                </a:extLst>
              </p14:cNvPr>
              <p14:cNvContentPartPr/>
              <p14:nvPr/>
            </p14:nvContentPartPr>
            <p14:xfrm>
              <a:off x="6931686" y="6233782"/>
              <a:ext cx="74520" cy="280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CF2DF63-2236-8123-7B21-84EAA88C807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913686" y="6215782"/>
                <a:ext cx="1101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78880B8-C7FE-D052-A07C-8464A9411ACD}"/>
                  </a:ext>
                </a:extLst>
              </p14:cNvPr>
              <p14:cNvContentPartPr/>
              <p14:nvPr/>
            </p14:nvContentPartPr>
            <p14:xfrm>
              <a:off x="6896406" y="6321982"/>
              <a:ext cx="153720" cy="327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78880B8-C7FE-D052-A07C-8464A9411AC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878406" y="6304342"/>
                <a:ext cx="189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F744D22-D327-616E-95FC-EA670F632723}"/>
                  </a:ext>
                </a:extLst>
              </p14:cNvPr>
              <p14:cNvContentPartPr/>
              <p14:nvPr/>
            </p14:nvContentPartPr>
            <p14:xfrm>
              <a:off x="7186926" y="6076462"/>
              <a:ext cx="167040" cy="3459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F744D22-D327-616E-95FC-EA670F63272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168926" y="6058822"/>
                <a:ext cx="20268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45B3B53-B162-0306-179E-066F660439F1}"/>
                  </a:ext>
                </a:extLst>
              </p14:cNvPr>
              <p14:cNvContentPartPr/>
              <p14:nvPr/>
            </p14:nvContentPartPr>
            <p14:xfrm>
              <a:off x="7384206" y="6206782"/>
              <a:ext cx="99000" cy="1627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45B3B53-B162-0306-179E-066F660439F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366206" y="6188782"/>
                <a:ext cx="1346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B767D69-5134-F18D-CEF2-59253A63320B}"/>
                  </a:ext>
                </a:extLst>
              </p14:cNvPr>
              <p14:cNvContentPartPr/>
              <p14:nvPr/>
            </p14:nvContentPartPr>
            <p14:xfrm>
              <a:off x="7563846" y="6219742"/>
              <a:ext cx="99720" cy="1566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B767D69-5134-F18D-CEF2-59253A63320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545846" y="6202102"/>
                <a:ext cx="1353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CF74A35-39D3-F119-6801-E1C3467CAF9A}"/>
                  </a:ext>
                </a:extLst>
              </p14:cNvPr>
              <p14:cNvContentPartPr/>
              <p14:nvPr/>
            </p14:nvContentPartPr>
            <p14:xfrm>
              <a:off x="7743126" y="6227302"/>
              <a:ext cx="99360" cy="5832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CF74A35-39D3-F119-6801-E1C3467CAF9A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725126" y="6209662"/>
                <a:ext cx="1350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B7B9510-5AF8-AC76-AD88-567681F279E6}"/>
                  </a:ext>
                </a:extLst>
              </p14:cNvPr>
              <p14:cNvContentPartPr/>
              <p14:nvPr/>
            </p14:nvContentPartPr>
            <p14:xfrm>
              <a:off x="7865166" y="6069622"/>
              <a:ext cx="117000" cy="2592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B7B9510-5AF8-AC76-AD88-567681F279E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847166" y="6051622"/>
                <a:ext cx="1526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DF47DC5-0534-4CB0-A14B-AE36AB6151F7}"/>
                  </a:ext>
                </a:extLst>
              </p14:cNvPr>
              <p14:cNvContentPartPr/>
              <p14:nvPr/>
            </p14:nvContentPartPr>
            <p14:xfrm>
              <a:off x="8046966" y="5983942"/>
              <a:ext cx="106920" cy="9324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DF47DC5-0534-4CB0-A14B-AE36AB6151F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029326" y="5965942"/>
                <a:ext cx="142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6DFE21AE-E469-814E-488B-D4C674AA89B4}"/>
                  </a:ext>
                </a:extLst>
              </p14:cNvPr>
              <p14:cNvContentPartPr/>
              <p14:nvPr/>
            </p14:nvContentPartPr>
            <p14:xfrm>
              <a:off x="8019966" y="5927422"/>
              <a:ext cx="210240" cy="4446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6DFE21AE-E469-814E-488B-D4C674AA89B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002326" y="5909782"/>
                <a:ext cx="24588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6B226FAA-40F6-1363-B749-2778877D4935}"/>
                  </a:ext>
                </a:extLst>
              </p14:cNvPr>
              <p14:cNvContentPartPr/>
              <p14:nvPr/>
            </p14:nvContentPartPr>
            <p14:xfrm>
              <a:off x="8290686" y="5968462"/>
              <a:ext cx="137160" cy="29196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6B226FAA-40F6-1363-B749-2778877D493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273046" y="5950462"/>
                <a:ext cx="1728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3AC7A3F-111A-4DE2-3EAA-37B3AF2E6FBB}"/>
                  </a:ext>
                </a:extLst>
              </p14:cNvPr>
              <p14:cNvContentPartPr/>
              <p14:nvPr/>
            </p14:nvContentPartPr>
            <p14:xfrm>
              <a:off x="8118966" y="6066022"/>
              <a:ext cx="151920" cy="255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3AC7A3F-111A-4DE2-3EAA-37B3AF2E6FB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101326" y="6048022"/>
                <a:ext cx="187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3AB66A7-713E-3717-114E-15C854804DC6}"/>
                  </a:ext>
                </a:extLst>
              </p14:cNvPr>
              <p14:cNvContentPartPr/>
              <p14:nvPr/>
            </p14:nvContentPartPr>
            <p14:xfrm>
              <a:off x="1608006" y="6217942"/>
              <a:ext cx="162000" cy="2343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3AB66A7-713E-3717-114E-15C854804DC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590366" y="6200302"/>
                <a:ext cx="1976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688F3DB-39F1-9C64-5407-82C27AED6E67}"/>
                  </a:ext>
                </a:extLst>
              </p14:cNvPr>
              <p14:cNvContentPartPr/>
              <p14:nvPr/>
            </p14:nvContentPartPr>
            <p14:xfrm>
              <a:off x="1915086" y="6330982"/>
              <a:ext cx="97560" cy="216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688F3DB-39F1-9C64-5407-82C27AED6E6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897446" y="6312982"/>
                <a:ext cx="1332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CC3E433-322C-5781-AB4E-CB99B69FB805}"/>
                  </a:ext>
                </a:extLst>
              </p14:cNvPr>
              <p14:cNvContentPartPr/>
              <p14:nvPr/>
            </p14:nvContentPartPr>
            <p14:xfrm>
              <a:off x="1942086" y="6411262"/>
              <a:ext cx="115560" cy="399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CC3E433-322C-5781-AB4E-CB99B69FB80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924446" y="6393262"/>
                <a:ext cx="1512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861BF92-630C-ACAE-719F-19095DEF231D}"/>
                  </a:ext>
                </a:extLst>
              </p14:cNvPr>
              <p14:cNvContentPartPr/>
              <p14:nvPr/>
            </p14:nvContentPartPr>
            <p14:xfrm>
              <a:off x="2149446" y="6102022"/>
              <a:ext cx="122040" cy="4719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861BF92-630C-ACAE-719F-19095DEF231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131806" y="6084382"/>
                <a:ext cx="15768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8EF5A98-CB38-92FB-2873-E92A020CC73E}"/>
                  </a:ext>
                </a:extLst>
              </p14:cNvPr>
              <p14:cNvContentPartPr/>
              <p14:nvPr/>
            </p14:nvContentPartPr>
            <p14:xfrm>
              <a:off x="2298486" y="6306862"/>
              <a:ext cx="110880" cy="135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8EF5A98-CB38-92FB-2873-E92A020CC73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280846" y="6289222"/>
                <a:ext cx="1465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30B98B2-B9DA-68C9-03F3-259E8C46CCBA}"/>
                  </a:ext>
                </a:extLst>
              </p14:cNvPr>
              <p14:cNvContentPartPr/>
              <p14:nvPr/>
            </p14:nvContentPartPr>
            <p14:xfrm>
              <a:off x="2535726" y="6139822"/>
              <a:ext cx="109080" cy="3319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30B98B2-B9DA-68C9-03F3-259E8C46CCBA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518086" y="6122182"/>
                <a:ext cx="1447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D4F0C8C-66E1-B1D6-BFC3-66A0CB76D993}"/>
                  </a:ext>
                </a:extLst>
              </p14:cNvPr>
              <p14:cNvContentPartPr/>
              <p14:nvPr/>
            </p14:nvContentPartPr>
            <p14:xfrm>
              <a:off x="2770806" y="6339982"/>
              <a:ext cx="106920" cy="129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D4F0C8C-66E1-B1D6-BFC3-66A0CB76D99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752806" y="6322342"/>
                <a:ext cx="1425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B0359FE-67C2-F47E-384B-311A4E99C056}"/>
                  </a:ext>
                </a:extLst>
              </p14:cNvPr>
              <p14:cNvContentPartPr/>
              <p14:nvPr/>
            </p14:nvContentPartPr>
            <p14:xfrm>
              <a:off x="2969886" y="6259702"/>
              <a:ext cx="113400" cy="1857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B0359FE-67C2-F47E-384B-311A4E99C056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951886" y="6241702"/>
                <a:ext cx="1490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25FE159-735C-D488-F021-3A2D9959D146}"/>
                  </a:ext>
                </a:extLst>
              </p14:cNvPr>
              <p14:cNvContentPartPr/>
              <p14:nvPr/>
            </p14:nvContentPartPr>
            <p14:xfrm>
              <a:off x="3136926" y="6103102"/>
              <a:ext cx="148320" cy="1418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25FE159-735C-D488-F021-3A2D9959D146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119286" y="6085102"/>
                <a:ext cx="1839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917E805-61A1-DA5C-0881-9C4EF83CA4A5}"/>
                  </a:ext>
                </a:extLst>
              </p14:cNvPr>
              <p14:cNvContentPartPr/>
              <p14:nvPr/>
            </p14:nvContentPartPr>
            <p14:xfrm>
              <a:off x="3327006" y="5994022"/>
              <a:ext cx="107640" cy="521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917E805-61A1-DA5C-0881-9C4EF83CA4A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309006" y="5976382"/>
                <a:ext cx="14328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E48884E9-18E4-6B93-95E4-67F57F73AFA0}"/>
                  </a:ext>
                </a:extLst>
              </p14:cNvPr>
              <p14:cNvContentPartPr/>
              <p14:nvPr/>
            </p14:nvContentPartPr>
            <p14:xfrm>
              <a:off x="3669366" y="6097702"/>
              <a:ext cx="100080" cy="3308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E48884E9-18E4-6B93-95E4-67F57F73AFA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651726" y="6079702"/>
                <a:ext cx="13572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B30C4E21-C479-99F4-BFEF-6C0BCFE22D0A}"/>
                  </a:ext>
                </a:extLst>
              </p14:cNvPr>
              <p14:cNvContentPartPr/>
              <p14:nvPr/>
            </p14:nvContentPartPr>
            <p14:xfrm>
              <a:off x="3602406" y="6192022"/>
              <a:ext cx="207360" cy="630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B30C4E21-C479-99F4-BFEF-6C0BCFE22D0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584406" y="6174022"/>
                <a:ext cx="2430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0977648-B9EB-31A5-100F-AFAF8FDC44FD}"/>
                  </a:ext>
                </a:extLst>
              </p14:cNvPr>
              <p14:cNvContentPartPr/>
              <p14:nvPr/>
            </p14:nvContentPartPr>
            <p14:xfrm>
              <a:off x="1525926" y="5881702"/>
              <a:ext cx="127080" cy="1548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0977648-B9EB-31A5-100F-AFAF8FDC44F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508286" y="5863702"/>
                <a:ext cx="1627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86C2FB9-3CF3-A697-EF04-9ED696A9159F}"/>
                  </a:ext>
                </a:extLst>
              </p14:cNvPr>
              <p14:cNvContentPartPr/>
              <p14:nvPr/>
            </p14:nvContentPartPr>
            <p14:xfrm>
              <a:off x="1731846" y="5901502"/>
              <a:ext cx="116280" cy="468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86C2FB9-3CF3-A697-EF04-9ED696A9159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714206" y="5883862"/>
                <a:ext cx="1519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67425B2-2310-D02E-D942-531ADDD27380}"/>
                  </a:ext>
                </a:extLst>
              </p14:cNvPr>
              <p14:cNvContentPartPr/>
              <p14:nvPr/>
            </p14:nvContentPartPr>
            <p14:xfrm>
              <a:off x="1763166" y="5856502"/>
              <a:ext cx="24120" cy="15984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67425B2-2310-D02E-D942-531ADDD2738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745166" y="5838862"/>
                <a:ext cx="597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F001313-7F64-08FD-F063-81A8C1E6BEDC}"/>
                  </a:ext>
                </a:extLst>
              </p14:cNvPr>
              <p14:cNvContentPartPr/>
              <p14:nvPr/>
            </p14:nvContentPartPr>
            <p14:xfrm>
              <a:off x="1878006" y="5771542"/>
              <a:ext cx="108720" cy="26244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F001313-7F64-08FD-F063-81A8C1E6BEDC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860366" y="5753902"/>
                <a:ext cx="1443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4A528BB-93F8-9822-B7FF-AF08E20FF285}"/>
                  </a:ext>
                </a:extLst>
              </p14:cNvPr>
              <p14:cNvContentPartPr/>
              <p14:nvPr/>
            </p14:nvContentPartPr>
            <p14:xfrm>
              <a:off x="2239806" y="5902582"/>
              <a:ext cx="99360" cy="298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4A528BB-93F8-9822-B7FF-AF08E20FF28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221806" y="5884942"/>
                <a:ext cx="1350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ED77772-38B9-5D37-1DB7-B3C406F11A1A}"/>
                  </a:ext>
                </a:extLst>
              </p14:cNvPr>
              <p14:cNvContentPartPr/>
              <p14:nvPr/>
            </p14:nvContentPartPr>
            <p14:xfrm>
              <a:off x="2285166" y="5825542"/>
              <a:ext cx="46800" cy="1674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ED77772-38B9-5D37-1DB7-B3C406F11A1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267526" y="5807542"/>
                <a:ext cx="824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AA7CC36-3C71-A252-39BE-F0D0FBCC12B1}"/>
                  </a:ext>
                </a:extLst>
              </p14:cNvPr>
              <p14:cNvContentPartPr/>
              <p14:nvPr/>
            </p14:nvContentPartPr>
            <p14:xfrm>
              <a:off x="2439246" y="5829862"/>
              <a:ext cx="93240" cy="1436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AA7CC36-3C71-A252-39BE-F0D0FBCC12B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421246" y="5811862"/>
                <a:ext cx="1288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E43F69E5-9F54-D8A2-3C9C-19752A5936AF}"/>
                  </a:ext>
                </a:extLst>
              </p14:cNvPr>
              <p14:cNvContentPartPr/>
              <p14:nvPr/>
            </p14:nvContentPartPr>
            <p14:xfrm>
              <a:off x="2805366" y="5843542"/>
              <a:ext cx="90720" cy="450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E43F69E5-9F54-D8A2-3C9C-19752A5936A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787726" y="5825542"/>
                <a:ext cx="1263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C69F286B-64AC-CBCB-C0A4-A0FC3A9BE3F9}"/>
                  </a:ext>
                </a:extLst>
              </p14:cNvPr>
              <p14:cNvContentPartPr/>
              <p14:nvPr/>
            </p14:nvContentPartPr>
            <p14:xfrm>
              <a:off x="2787006" y="5916262"/>
              <a:ext cx="105480" cy="255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C69F286B-64AC-CBCB-C0A4-A0FC3A9BE3F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2769006" y="5898622"/>
                <a:ext cx="1411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C9FC4DF-89E2-18D0-D1B9-4D6118672AC4}"/>
                  </a:ext>
                </a:extLst>
              </p14:cNvPr>
              <p14:cNvContentPartPr/>
              <p14:nvPr/>
            </p14:nvContentPartPr>
            <p14:xfrm>
              <a:off x="3094446" y="5783062"/>
              <a:ext cx="88200" cy="16092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C9FC4DF-89E2-18D0-D1B9-4D6118672AC4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076446" y="5765062"/>
                <a:ext cx="1238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087070B-94FA-E058-043E-5ABE36021B46}"/>
                  </a:ext>
                </a:extLst>
              </p14:cNvPr>
              <p14:cNvContentPartPr/>
              <p14:nvPr/>
            </p14:nvContentPartPr>
            <p14:xfrm>
              <a:off x="8309046" y="6023902"/>
              <a:ext cx="143280" cy="115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087070B-94FA-E058-043E-5ABE36021B46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291046" y="6006262"/>
                <a:ext cx="178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738E5C0-4A8B-9539-B2FB-88589ECCD82F}"/>
                  </a:ext>
                </a:extLst>
              </p14:cNvPr>
              <p14:cNvContentPartPr/>
              <p14:nvPr/>
            </p14:nvContentPartPr>
            <p14:xfrm>
              <a:off x="8400126" y="5938222"/>
              <a:ext cx="3240" cy="540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738E5C0-4A8B-9539-B2FB-88589ECCD82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382486" y="5920582"/>
                <a:ext cx="38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ACFEFAA-20EF-B552-DE09-5F700007AA93}"/>
                  </a:ext>
                </a:extLst>
              </p14:cNvPr>
              <p14:cNvContentPartPr/>
              <p14:nvPr/>
            </p14:nvContentPartPr>
            <p14:xfrm>
              <a:off x="8343606" y="5933902"/>
              <a:ext cx="90000" cy="3600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ACFEFAA-20EF-B552-DE09-5F700007AA9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8325606" y="5916262"/>
                <a:ext cx="12564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93D58B26-316F-34B5-431C-2E38F44E5239}"/>
                  </a:ext>
                </a:extLst>
              </p14:cNvPr>
              <p14:cNvContentPartPr/>
              <p14:nvPr/>
            </p14:nvContentPartPr>
            <p14:xfrm>
              <a:off x="8342166" y="5998702"/>
              <a:ext cx="211680" cy="658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93D58B26-316F-34B5-431C-2E38F44E5239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324166" y="5980702"/>
                <a:ext cx="247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878A7A79-F0BF-E08D-F417-0080E947A96C}"/>
                  </a:ext>
                </a:extLst>
              </p14:cNvPr>
              <p14:cNvContentPartPr/>
              <p14:nvPr/>
            </p14:nvContentPartPr>
            <p14:xfrm>
              <a:off x="3507006" y="5787877"/>
              <a:ext cx="127800" cy="352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878A7A79-F0BF-E08D-F417-0080E947A96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489006" y="5770237"/>
                <a:ext cx="163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71756FC-5881-78F8-A18E-BB8AB43372C1}"/>
                  </a:ext>
                </a:extLst>
              </p14:cNvPr>
              <p14:cNvContentPartPr/>
              <p14:nvPr/>
            </p14:nvContentPartPr>
            <p14:xfrm>
              <a:off x="3514206" y="5881837"/>
              <a:ext cx="129600" cy="658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71756FC-5881-78F8-A18E-BB8AB43372C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3496566" y="5864197"/>
                <a:ext cx="1652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A19A7565-75E5-09A1-5460-5FD1AB989895}"/>
                  </a:ext>
                </a:extLst>
              </p14:cNvPr>
              <p14:cNvContentPartPr/>
              <p14:nvPr/>
            </p14:nvContentPartPr>
            <p14:xfrm>
              <a:off x="3610686" y="5683477"/>
              <a:ext cx="95040" cy="28224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A19A7565-75E5-09A1-5460-5FD1AB98989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3593046" y="5665477"/>
                <a:ext cx="1306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D626C64E-0612-226F-FD57-469B4E2CCC8F}"/>
                  </a:ext>
                </a:extLst>
              </p14:cNvPr>
              <p14:cNvContentPartPr/>
              <p14:nvPr/>
            </p14:nvContentPartPr>
            <p14:xfrm>
              <a:off x="4082286" y="5669797"/>
              <a:ext cx="191160" cy="10620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D626C64E-0612-226F-FD57-469B4E2CCC8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064286" y="5651797"/>
                <a:ext cx="2268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03F3282B-EC40-9A33-A0AB-AED5082D9406}"/>
                  </a:ext>
                </a:extLst>
              </p14:cNvPr>
              <p14:cNvContentPartPr/>
              <p14:nvPr/>
            </p14:nvContentPartPr>
            <p14:xfrm>
              <a:off x="3994806" y="5821717"/>
              <a:ext cx="392760" cy="957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03F3282B-EC40-9A33-A0AB-AED5082D940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977166" y="5803717"/>
                <a:ext cx="428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4B4EB8F1-0111-8809-363C-EDE46B2A58A6}"/>
                  </a:ext>
                </a:extLst>
              </p14:cNvPr>
              <p14:cNvContentPartPr/>
              <p14:nvPr/>
            </p14:nvContentPartPr>
            <p14:xfrm>
              <a:off x="3973926" y="5990557"/>
              <a:ext cx="156240" cy="11520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4B4EB8F1-0111-8809-363C-EDE46B2A58A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955926" y="5972917"/>
                <a:ext cx="1918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E888309E-FE09-036F-EF9C-9728629CAD65}"/>
                  </a:ext>
                </a:extLst>
              </p14:cNvPr>
              <p14:cNvContentPartPr/>
              <p14:nvPr/>
            </p14:nvContentPartPr>
            <p14:xfrm>
              <a:off x="4178766" y="5941237"/>
              <a:ext cx="74880" cy="1512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E888309E-FE09-036F-EF9C-9728629CAD6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160766" y="5923237"/>
                <a:ext cx="1105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B9BCEDF4-F0C3-8A74-815F-A1630B1A3C79}"/>
                  </a:ext>
                </a:extLst>
              </p14:cNvPr>
              <p14:cNvContentPartPr/>
              <p14:nvPr/>
            </p14:nvContentPartPr>
            <p14:xfrm>
              <a:off x="4367406" y="6000637"/>
              <a:ext cx="74880" cy="147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B9BCEDF4-F0C3-8A74-815F-A1630B1A3C79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349766" y="5982997"/>
                <a:ext cx="1105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99A1401E-B0CB-2050-86C6-7360B23E8549}"/>
                  </a:ext>
                </a:extLst>
              </p14:cNvPr>
              <p14:cNvContentPartPr/>
              <p14:nvPr/>
            </p14:nvContentPartPr>
            <p14:xfrm>
              <a:off x="4524366" y="5906677"/>
              <a:ext cx="117720" cy="1623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99A1401E-B0CB-2050-86C6-7360B23E854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506726" y="5888677"/>
                <a:ext cx="1533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8F39621-6DF7-2983-FE75-C37BA332055E}"/>
                  </a:ext>
                </a:extLst>
              </p14:cNvPr>
              <p14:cNvContentPartPr/>
              <p14:nvPr/>
            </p14:nvContentPartPr>
            <p14:xfrm>
              <a:off x="4732086" y="5816677"/>
              <a:ext cx="92520" cy="1152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8F39621-6DF7-2983-FE75-C37BA332055E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714086" y="5799037"/>
                <a:ext cx="128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CF49D3D-438C-F86F-D527-9E759A7B28AB}"/>
                  </a:ext>
                </a:extLst>
              </p14:cNvPr>
              <p14:cNvContentPartPr/>
              <p14:nvPr/>
            </p14:nvContentPartPr>
            <p14:xfrm>
              <a:off x="5018646" y="5665837"/>
              <a:ext cx="62640" cy="2484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CF49D3D-438C-F86F-D527-9E759A7B28A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000646" y="5647837"/>
                <a:ext cx="982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79EEAAB0-D761-692E-CD24-203715C170C1}"/>
                  </a:ext>
                </a:extLst>
              </p14:cNvPr>
              <p14:cNvContentPartPr/>
              <p14:nvPr/>
            </p14:nvContentPartPr>
            <p14:xfrm>
              <a:off x="4992006" y="5745757"/>
              <a:ext cx="156240" cy="2952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79EEAAB0-D761-692E-CD24-203715C170C1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4974006" y="5728117"/>
                <a:ext cx="1918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8C3FD681-FFA2-20CE-B075-A78AA45923EA}"/>
                  </a:ext>
                </a:extLst>
              </p14:cNvPr>
              <p14:cNvContentPartPr/>
              <p14:nvPr/>
            </p14:nvContentPartPr>
            <p14:xfrm>
              <a:off x="5379726" y="5599597"/>
              <a:ext cx="88200" cy="1868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8C3FD681-FFA2-20CE-B075-A78AA45923EA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361726" y="5581957"/>
                <a:ext cx="1238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A2DEBEC4-A6E2-B7DB-A392-6365E8279F55}"/>
                  </a:ext>
                </a:extLst>
              </p14:cNvPr>
              <p14:cNvContentPartPr/>
              <p14:nvPr/>
            </p14:nvContentPartPr>
            <p14:xfrm>
              <a:off x="5238606" y="5794357"/>
              <a:ext cx="385920" cy="878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A2DEBEC4-A6E2-B7DB-A392-6365E8279F55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20966" y="5776357"/>
                <a:ext cx="4215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1042554A-0F57-4040-B615-6E214C44B0EB}"/>
                  </a:ext>
                </a:extLst>
              </p14:cNvPr>
              <p14:cNvContentPartPr/>
              <p14:nvPr/>
            </p14:nvContentPartPr>
            <p14:xfrm>
              <a:off x="5215206" y="5931517"/>
              <a:ext cx="88560" cy="1911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1042554A-0F57-4040-B615-6E214C44B0EB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197566" y="5913517"/>
                <a:ext cx="1242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DCCCA50B-7EFC-C5EC-01E0-54BB2C57CBBC}"/>
                  </a:ext>
                </a:extLst>
              </p14:cNvPr>
              <p14:cNvContentPartPr/>
              <p14:nvPr/>
            </p14:nvContentPartPr>
            <p14:xfrm>
              <a:off x="5388366" y="5998117"/>
              <a:ext cx="85680" cy="10944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DCCCA50B-7EFC-C5EC-01E0-54BB2C57CBB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370366" y="5980477"/>
                <a:ext cx="121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1E36DB37-19E9-02F3-F2B6-CDF055791F5A}"/>
                  </a:ext>
                </a:extLst>
              </p14:cNvPr>
              <p14:cNvContentPartPr/>
              <p14:nvPr/>
            </p14:nvContentPartPr>
            <p14:xfrm>
              <a:off x="5555046" y="5999557"/>
              <a:ext cx="69120" cy="2772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1E36DB37-19E9-02F3-F2B6-CDF055791F5A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537406" y="5981557"/>
                <a:ext cx="1047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C3460B6-9BF9-F332-0456-3E7E84804CB3}"/>
                  </a:ext>
                </a:extLst>
              </p14:cNvPr>
              <p14:cNvContentPartPr/>
              <p14:nvPr/>
            </p14:nvContentPartPr>
            <p14:xfrm>
              <a:off x="5701566" y="5922157"/>
              <a:ext cx="103320" cy="9756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C3460B6-9BF9-F332-0456-3E7E84804CB3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5683926" y="5904517"/>
                <a:ext cx="138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70B9B099-CD4F-7E2A-369F-310366E295FE}"/>
                  </a:ext>
                </a:extLst>
              </p14:cNvPr>
              <p14:cNvContentPartPr/>
              <p14:nvPr/>
            </p14:nvContentPartPr>
            <p14:xfrm>
              <a:off x="5856006" y="5829277"/>
              <a:ext cx="100080" cy="8712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70B9B099-CD4F-7E2A-369F-310366E295FE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838006" y="5811637"/>
                <a:ext cx="1357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7A5F20B-4C4F-7458-1BDA-44C10A8D8A20}"/>
                  </a:ext>
                </a:extLst>
              </p14:cNvPr>
              <p14:cNvContentPartPr/>
              <p14:nvPr/>
            </p14:nvContentPartPr>
            <p14:xfrm>
              <a:off x="6291606" y="5687797"/>
              <a:ext cx="85320" cy="288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7A5F20B-4C4F-7458-1BDA-44C10A8D8A2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273966" y="5669797"/>
                <a:ext cx="1209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FFDC9B05-D9E4-3C64-0FC8-A16584498684}"/>
                  </a:ext>
                </a:extLst>
              </p14:cNvPr>
              <p14:cNvContentPartPr/>
              <p14:nvPr/>
            </p14:nvContentPartPr>
            <p14:xfrm>
              <a:off x="6276126" y="5773837"/>
              <a:ext cx="110880" cy="252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FFDC9B05-D9E4-3C64-0FC8-A16584498684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6258126" y="5755837"/>
                <a:ext cx="146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67B5143D-94D6-C9DC-BDCF-7095852FB9F5}"/>
                  </a:ext>
                </a:extLst>
              </p14:cNvPr>
              <p14:cNvContentPartPr/>
              <p14:nvPr/>
            </p14:nvContentPartPr>
            <p14:xfrm>
              <a:off x="6584286" y="5622277"/>
              <a:ext cx="181080" cy="1504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67B5143D-94D6-C9DC-BDCF-7095852FB9F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6566646" y="5604637"/>
                <a:ext cx="2167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751403D1-E737-5CC7-AB02-EB8A6A610B0A}"/>
                  </a:ext>
                </a:extLst>
              </p14:cNvPr>
              <p14:cNvContentPartPr/>
              <p14:nvPr/>
            </p14:nvContentPartPr>
            <p14:xfrm>
              <a:off x="6385926" y="5827837"/>
              <a:ext cx="518760" cy="12960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751403D1-E737-5CC7-AB02-EB8A6A610B0A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6368286" y="5810197"/>
                <a:ext cx="5544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238B50D-CFB8-5565-23C8-7193E525FD4F}"/>
                  </a:ext>
                </a:extLst>
              </p14:cNvPr>
              <p14:cNvContentPartPr/>
              <p14:nvPr/>
            </p14:nvContentPartPr>
            <p14:xfrm>
              <a:off x="6433446" y="6014317"/>
              <a:ext cx="128520" cy="11592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238B50D-CFB8-5565-23C8-7193E525FD4F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415806" y="5996677"/>
                <a:ext cx="1641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D525305F-516A-0E68-1E3E-72EBD46962C1}"/>
                  </a:ext>
                </a:extLst>
              </p14:cNvPr>
              <p14:cNvContentPartPr/>
              <p14:nvPr/>
            </p14:nvContentPartPr>
            <p14:xfrm>
              <a:off x="6614526" y="6020797"/>
              <a:ext cx="99720" cy="882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D525305F-516A-0E68-1E3E-72EBD46962C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596886" y="6003157"/>
                <a:ext cx="1353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EFE14B6-FF01-C224-2192-DE7431F857B4}"/>
                  </a:ext>
                </a:extLst>
              </p14:cNvPr>
              <p14:cNvContentPartPr/>
              <p14:nvPr/>
            </p14:nvContentPartPr>
            <p14:xfrm>
              <a:off x="6821886" y="6001357"/>
              <a:ext cx="97560" cy="4608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EFE14B6-FF01-C224-2192-DE7431F857B4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6804246" y="5983357"/>
                <a:ext cx="1332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F21FA1D2-66E2-40D5-DAA1-A5056E986D62}"/>
                  </a:ext>
                </a:extLst>
              </p14:cNvPr>
              <p14:cNvContentPartPr/>
              <p14:nvPr/>
            </p14:nvContentPartPr>
            <p14:xfrm>
              <a:off x="6975606" y="5875357"/>
              <a:ext cx="84240" cy="22068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F21FA1D2-66E2-40D5-DAA1-A5056E986D62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6957966" y="5857717"/>
                <a:ext cx="1198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E4E79A1-98D7-947E-8639-FA7D58800BD0}"/>
                  </a:ext>
                </a:extLst>
              </p14:cNvPr>
              <p14:cNvContentPartPr/>
              <p14:nvPr/>
            </p14:nvContentPartPr>
            <p14:xfrm>
              <a:off x="7139406" y="5841877"/>
              <a:ext cx="123120" cy="11412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E4E79A1-98D7-947E-8639-FA7D58800BD0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121406" y="5823877"/>
                <a:ext cx="1587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268B7FB5-79E5-5057-B9A1-D3526B549336}"/>
                  </a:ext>
                </a:extLst>
              </p14:cNvPr>
              <p14:cNvContentPartPr/>
              <p14:nvPr/>
            </p14:nvContentPartPr>
            <p14:xfrm>
              <a:off x="7296366" y="5586277"/>
              <a:ext cx="93240" cy="2376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268B7FB5-79E5-5057-B9A1-D3526B549336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7278366" y="5568637"/>
                <a:ext cx="128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A54F9479-1B95-5C99-81FD-57149444DA4F}"/>
                  </a:ext>
                </a:extLst>
              </p14:cNvPr>
              <p14:cNvContentPartPr/>
              <p14:nvPr/>
            </p14:nvContentPartPr>
            <p14:xfrm>
              <a:off x="7282326" y="5670517"/>
              <a:ext cx="108000" cy="2196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A54F9479-1B95-5C99-81FD-57149444DA4F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264326" y="5652517"/>
                <a:ext cx="1436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2AD06045-7F1D-A6CC-0E7E-9B8D70BF49C7}"/>
                  </a:ext>
                </a:extLst>
              </p14:cNvPr>
              <p14:cNvContentPartPr/>
              <p14:nvPr/>
            </p14:nvContentPartPr>
            <p14:xfrm>
              <a:off x="7555566" y="5426797"/>
              <a:ext cx="90000" cy="25020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2AD06045-7F1D-A6CC-0E7E-9B8D70BF49C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537566" y="5408797"/>
                <a:ext cx="1256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B6BACB27-446F-276C-C531-1F8A89509903}"/>
                  </a:ext>
                </a:extLst>
              </p14:cNvPr>
              <p14:cNvContentPartPr/>
              <p14:nvPr/>
            </p14:nvContentPartPr>
            <p14:xfrm>
              <a:off x="7510566" y="5523997"/>
              <a:ext cx="138960" cy="388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B6BACB27-446F-276C-C531-1F8A89509903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7492566" y="5505997"/>
                <a:ext cx="1746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E7B9F143-0E97-4231-0DF6-C87D18BA6B2C}"/>
                  </a:ext>
                </a:extLst>
              </p14:cNvPr>
              <p14:cNvContentPartPr/>
              <p14:nvPr/>
            </p14:nvContentPartPr>
            <p14:xfrm>
              <a:off x="7803966" y="5409157"/>
              <a:ext cx="111960" cy="3078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E7B9F143-0E97-4231-0DF6-C87D18BA6B2C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7786326" y="5391517"/>
                <a:ext cx="1476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9934FE54-2F7E-5DE9-8047-B6D554074DAE}"/>
                  </a:ext>
                </a:extLst>
              </p14:cNvPr>
              <p14:cNvContentPartPr/>
              <p14:nvPr/>
            </p14:nvContentPartPr>
            <p14:xfrm>
              <a:off x="7972086" y="5507437"/>
              <a:ext cx="101520" cy="15084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9934FE54-2F7E-5DE9-8047-B6D554074DAE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7954086" y="5489437"/>
                <a:ext cx="137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410055D1-E97F-AA92-124B-1060C3AE38E2}"/>
                  </a:ext>
                </a:extLst>
              </p14:cNvPr>
              <p14:cNvContentPartPr/>
              <p14:nvPr/>
            </p14:nvContentPartPr>
            <p14:xfrm>
              <a:off x="8153166" y="5465677"/>
              <a:ext cx="312480" cy="27684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410055D1-E97F-AA92-124B-1060C3AE38E2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135166" y="5448037"/>
                <a:ext cx="3481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4673F4D7-352D-94BF-96FC-472E9AFE4364}"/>
                  </a:ext>
                </a:extLst>
              </p14:cNvPr>
              <p14:cNvContentPartPr/>
              <p14:nvPr/>
            </p14:nvContentPartPr>
            <p14:xfrm>
              <a:off x="8269806" y="5265877"/>
              <a:ext cx="289080" cy="56268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4673F4D7-352D-94BF-96FC-472E9AFE436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8252166" y="5248237"/>
                <a:ext cx="324720" cy="59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Group 323">
            <a:extLst>
              <a:ext uri="{FF2B5EF4-FFF2-40B4-BE49-F238E27FC236}">
                <a16:creationId xmlns:a16="http://schemas.microsoft.com/office/drawing/2014/main" id="{7CA4806B-8ED3-8870-7169-C86B4C5DC882}"/>
              </a:ext>
            </a:extLst>
          </p:cNvPr>
          <p:cNvGrpSpPr/>
          <p:nvPr/>
        </p:nvGrpSpPr>
        <p:grpSpPr>
          <a:xfrm>
            <a:off x="519726" y="5708182"/>
            <a:ext cx="647640" cy="559575"/>
            <a:chOff x="519726" y="5708182"/>
            <a:chExt cx="647640" cy="55957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65815E8-F9A6-1BFD-534B-2BCAD79D62CE}"/>
                    </a:ext>
                  </a:extLst>
                </p14:cNvPr>
                <p14:cNvContentPartPr/>
                <p14:nvPr/>
              </p14:nvContentPartPr>
              <p14:xfrm>
                <a:off x="605406" y="5708182"/>
                <a:ext cx="148320" cy="294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65815E8-F9A6-1BFD-534B-2BCAD79D62C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87406" y="5690182"/>
                  <a:ext cx="183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0A0665-32E7-27FF-42C5-85B0C9AE7771}"/>
                    </a:ext>
                  </a:extLst>
                </p14:cNvPr>
                <p14:cNvContentPartPr/>
                <p14:nvPr/>
              </p14:nvContentPartPr>
              <p14:xfrm>
                <a:off x="519726" y="5759662"/>
                <a:ext cx="647640" cy="231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0A0665-32E7-27FF-42C5-85B0C9AE777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01726" y="5741662"/>
                  <a:ext cx="683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E5C52A3-8676-377D-7EB3-8444AE09A422}"/>
                    </a:ext>
                  </a:extLst>
                </p14:cNvPr>
                <p14:cNvContentPartPr/>
                <p14:nvPr/>
              </p14:nvContentPartPr>
              <p14:xfrm>
                <a:off x="541326" y="6084877"/>
                <a:ext cx="545760" cy="1828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E5C52A3-8676-377D-7EB3-8444AE09A42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23326" y="6066877"/>
                  <a:ext cx="5814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A29415F-0B94-8C85-D87A-1F43316DCF78}"/>
              </a:ext>
            </a:extLst>
          </p:cNvPr>
          <p:cNvGrpSpPr/>
          <p:nvPr/>
        </p:nvGrpSpPr>
        <p:grpSpPr>
          <a:xfrm>
            <a:off x="60366" y="213997"/>
            <a:ext cx="221040" cy="397440"/>
            <a:chOff x="60366" y="213997"/>
            <a:chExt cx="22104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0297991-7418-39FD-944D-BDD249D49C70}"/>
                    </a:ext>
                  </a:extLst>
                </p14:cNvPr>
                <p14:cNvContentPartPr/>
                <p14:nvPr/>
              </p14:nvContentPartPr>
              <p14:xfrm>
                <a:off x="60366" y="213997"/>
                <a:ext cx="196920" cy="397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0297991-7418-39FD-944D-BDD249D49C7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2366" y="195997"/>
                  <a:ext cx="2325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BD0D3C2-6BB1-5B0D-FAD5-E80AF2165273}"/>
                    </a:ext>
                  </a:extLst>
                </p14:cNvPr>
                <p14:cNvContentPartPr/>
                <p14:nvPr/>
              </p14:nvContentPartPr>
              <p14:xfrm>
                <a:off x="261246" y="360877"/>
                <a:ext cx="20160" cy="392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BD0D3C2-6BB1-5B0D-FAD5-E80AF216527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43246" y="343237"/>
                  <a:ext cx="558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0F35F238-B844-AE3C-B005-24ED5D3E3D26}"/>
              </a:ext>
            </a:extLst>
          </p:cNvPr>
          <p:cNvGrpSpPr/>
          <p:nvPr/>
        </p:nvGrpSpPr>
        <p:grpSpPr>
          <a:xfrm>
            <a:off x="4600686" y="3258022"/>
            <a:ext cx="7233480" cy="1324440"/>
            <a:chOff x="4600686" y="3258022"/>
            <a:chExt cx="7233480" cy="13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D81B39A-4AC4-7603-6ED3-9850D13FE91C}"/>
                    </a:ext>
                  </a:extLst>
                </p14:cNvPr>
                <p14:cNvContentPartPr/>
                <p14:nvPr/>
              </p14:nvContentPartPr>
              <p14:xfrm>
                <a:off x="4600686" y="3601102"/>
                <a:ext cx="265680" cy="231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D81B39A-4AC4-7603-6ED3-9850D13FE91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583046" y="3583462"/>
                  <a:ext cx="301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95F95D-1913-A43B-F4F9-818B22613D8F}"/>
                    </a:ext>
                  </a:extLst>
                </p14:cNvPr>
                <p14:cNvContentPartPr/>
                <p14:nvPr/>
              </p14:nvContentPartPr>
              <p14:xfrm>
                <a:off x="4917486" y="3379342"/>
                <a:ext cx="1069920" cy="44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95F95D-1913-A43B-F4F9-818B22613D8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899846" y="3361342"/>
                  <a:ext cx="11055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0FFD70-89B2-0CF7-7669-2D17C10A31DF}"/>
                    </a:ext>
                  </a:extLst>
                </p14:cNvPr>
                <p14:cNvContentPartPr/>
                <p14:nvPr/>
              </p14:nvContentPartPr>
              <p14:xfrm>
                <a:off x="6114126" y="3573742"/>
                <a:ext cx="410760" cy="177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0FFD70-89B2-0CF7-7669-2D17C10A31D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096486" y="3556102"/>
                  <a:ext cx="446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F26471-5305-DA5F-0D40-63A2C044704E}"/>
                    </a:ext>
                  </a:extLst>
                </p14:cNvPr>
                <p14:cNvContentPartPr/>
                <p14:nvPr/>
              </p14:nvContentPartPr>
              <p14:xfrm>
                <a:off x="6304206" y="3375382"/>
                <a:ext cx="114840" cy="21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F26471-5305-DA5F-0D40-63A2C044704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286566" y="3357382"/>
                  <a:ext cx="15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D2441F-9B7B-B349-D607-50C602184880}"/>
                    </a:ext>
                  </a:extLst>
                </p14:cNvPr>
                <p14:cNvContentPartPr/>
                <p14:nvPr/>
              </p14:nvContentPartPr>
              <p14:xfrm>
                <a:off x="5829726" y="3463942"/>
                <a:ext cx="114840" cy="10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D2441F-9B7B-B349-D607-50C60218488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812086" y="3446302"/>
                  <a:ext cx="150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7F5BA47-F8CF-038A-FDFD-86E62B839639}"/>
                    </a:ext>
                  </a:extLst>
                </p14:cNvPr>
                <p14:cNvContentPartPr/>
                <p14:nvPr/>
              </p14:nvContentPartPr>
              <p14:xfrm>
                <a:off x="5676366" y="3459262"/>
                <a:ext cx="245160" cy="40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7F5BA47-F8CF-038A-FDFD-86E62B83963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58366" y="3441262"/>
                  <a:ext cx="280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1E1AB3-5B61-AA2E-9CFC-886C11BBE200}"/>
                    </a:ext>
                  </a:extLst>
                </p14:cNvPr>
                <p14:cNvContentPartPr/>
                <p14:nvPr/>
              </p14:nvContentPartPr>
              <p14:xfrm>
                <a:off x="7077486" y="3372142"/>
                <a:ext cx="866880" cy="830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1E1AB3-5B61-AA2E-9CFC-886C11BBE20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059486" y="3354502"/>
                  <a:ext cx="9025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F7736A-9CD5-C7FB-B8CE-D7DAF02E1DD4}"/>
                    </a:ext>
                  </a:extLst>
                </p14:cNvPr>
                <p14:cNvContentPartPr/>
                <p14:nvPr/>
              </p14:nvContentPartPr>
              <p14:xfrm>
                <a:off x="8243526" y="3258022"/>
                <a:ext cx="598320" cy="807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F7736A-9CD5-C7FB-B8CE-D7DAF02E1DD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25526" y="3240382"/>
                  <a:ext cx="633960" cy="8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820A0F9-8043-A566-8FCD-F2E691247009}"/>
                    </a:ext>
                  </a:extLst>
                </p14:cNvPr>
                <p14:cNvContentPartPr/>
                <p14:nvPr/>
              </p14:nvContentPartPr>
              <p14:xfrm>
                <a:off x="8586606" y="3295102"/>
                <a:ext cx="70560" cy="25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820A0F9-8043-A566-8FCD-F2E69124700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568606" y="3277462"/>
                  <a:ext cx="106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27D103-FC8E-1F7D-A60C-ED9EA247CAB8}"/>
                    </a:ext>
                  </a:extLst>
                </p14:cNvPr>
                <p14:cNvContentPartPr/>
                <p14:nvPr/>
              </p14:nvContentPartPr>
              <p14:xfrm>
                <a:off x="9336126" y="3346582"/>
                <a:ext cx="273240" cy="240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27D103-FC8E-1F7D-A60C-ED9EA247CAB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18486" y="3328582"/>
                  <a:ext cx="308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0790D31-2CA1-0A9C-D6A0-CB113AFEE178}"/>
                    </a:ext>
                  </a:extLst>
                </p14:cNvPr>
                <p14:cNvContentPartPr/>
                <p14:nvPr/>
              </p14:nvContentPartPr>
              <p14:xfrm>
                <a:off x="9681006" y="3461422"/>
                <a:ext cx="134280" cy="23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0790D31-2CA1-0A9C-D6A0-CB113AFEE17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63006" y="3443782"/>
                  <a:ext cx="169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F3D7D1-4A3C-BF3E-3D8B-4F0C0E8C8FA0}"/>
                    </a:ext>
                  </a:extLst>
                </p14:cNvPr>
                <p14:cNvContentPartPr/>
                <p14:nvPr/>
              </p14:nvContentPartPr>
              <p14:xfrm>
                <a:off x="9707646" y="3390502"/>
                <a:ext cx="81360" cy="242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F3D7D1-4A3C-BF3E-3D8B-4F0C0E8C8FA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689646" y="3372502"/>
                  <a:ext cx="117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6D13EA5-E1E0-6D6B-C12F-34DA30C6895C}"/>
                    </a:ext>
                  </a:extLst>
                </p14:cNvPr>
                <p14:cNvContentPartPr/>
                <p14:nvPr/>
              </p14:nvContentPartPr>
              <p14:xfrm>
                <a:off x="9886566" y="3296902"/>
                <a:ext cx="145080" cy="326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6D13EA5-E1E0-6D6B-C12F-34DA30C6895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68926" y="3279262"/>
                  <a:ext cx="180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CCF9E0E-42E5-C4A0-7C6B-DEF276C84017}"/>
                    </a:ext>
                  </a:extLst>
                </p14:cNvPr>
                <p14:cNvContentPartPr/>
                <p14:nvPr/>
              </p14:nvContentPartPr>
              <p14:xfrm>
                <a:off x="10143966" y="3507862"/>
                <a:ext cx="135720" cy="19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CCF9E0E-42E5-C4A0-7C6B-DEF276C8401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126326" y="3489862"/>
                  <a:ext cx="171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1D266D-E962-8A4B-D08F-B5603385A59C}"/>
                    </a:ext>
                  </a:extLst>
                </p14:cNvPr>
                <p14:cNvContentPartPr/>
                <p14:nvPr/>
              </p14:nvContentPartPr>
              <p14:xfrm>
                <a:off x="10186806" y="3425062"/>
                <a:ext cx="65160" cy="208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1D266D-E962-8A4B-D08F-B5603385A59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169166" y="3407062"/>
                  <a:ext cx="100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9B32BA4-4D87-5F2E-4303-3FB1B3575C65}"/>
                    </a:ext>
                  </a:extLst>
                </p14:cNvPr>
                <p14:cNvContentPartPr/>
                <p14:nvPr/>
              </p14:nvContentPartPr>
              <p14:xfrm>
                <a:off x="10335846" y="3449182"/>
                <a:ext cx="186840" cy="204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9B32BA4-4D87-5F2E-4303-3FB1B3575C6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17846" y="3431182"/>
                  <a:ext cx="222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F9F4A6-99E1-46FA-6CB3-9B4CA504BE18}"/>
                    </a:ext>
                  </a:extLst>
                </p14:cNvPr>
                <p14:cNvContentPartPr/>
                <p14:nvPr/>
              </p14:nvContentPartPr>
              <p14:xfrm>
                <a:off x="10739046" y="3480502"/>
                <a:ext cx="126360" cy="28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F9F4A6-99E1-46FA-6CB3-9B4CA504BE1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721046" y="3462862"/>
                  <a:ext cx="162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7B0DAF-7C8C-F830-0059-546B1AA8592A}"/>
                    </a:ext>
                  </a:extLst>
                </p14:cNvPr>
                <p14:cNvContentPartPr/>
                <p14:nvPr/>
              </p14:nvContentPartPr>
              <p14:xfrm>
                <a:off x="10700526" y="3533782"/>
                <a:ext cx="173520" cy="3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7B0DAF-7C8C-F830-0059-546B1AA8592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682886" y="3516142"/>
                  <a:ext cx="209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578A64-4F8E-E241-C0C6-5C016954476E}"/>
                    </a:ext>
                  </a:extLst>
                </p14:cNvPr>
                <p14:cNvContentPartPr/>
                <p14:nvPr/>
              </p14:nvContentPartPr>
              <p14:xfrm>
                <a:off x="11141166" y="3385822"/>
                <a:ext cx="260280" cy="231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578A64-4F8E-E241-C0C6-5C016954476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123166" y="3368182"/>
                  <a:ext cx="295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914918-834F-9B08-DA08-758C5FB5ECC2}"/>
                    </a:ext>
                  </a:extLst>
                </p14:cNvPr>
                <p14:cNvContentPartPr/>
                <p14:nvPr/>
              </p14:nvContentPartPr>
              <p14:xfrm>
                <a:off x="4960326" y="4185022"/>
                <a:ext cx="347040" cy="371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914918-834F-9B08-DA08-758C5FB5ECC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42686" y="4167022"/>
                  <a:ext cx="382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766EC55-9D7A-256F-27D5-EDA43BE4136D}"/>
                    </a:ext>
                  </a:extLst>
                </p14:cNvPr>
                <p14:cNvContentPartPr/>
                <p14:nvPr/>
              </p14:nvContentPartPr>
              <p14:xfrm>
                <a:off x="5089206" y="4399942"/>
                <a:ext cx="293040" cy="164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766EC55-9D7A-256F-27D5-EDA43BE4136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1566" y="4381942"/>
                  <a:ext cx="328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3BD6E0-51DF-5E59-CFCD-D82AE3A393BF}"/>
                    </a:ext>
                  </a:extLst>
                </p14:cNvPr>
                <p14:cNvContentPartPr/>
                <p14:nvPr/>
              </p14:nvContentPartPr>
              <p14:xfrm>
                <a:off x="5347326" y="4301662"/>
                <a:ext cx="48600" cy="46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3BD6E0-51DF-5E59-CFCD-D82AE3A393B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329686" y="4283662"/>
                  <a:ext cx="84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4C0A77-79E4-9B6E-9738-0AE290389B64}"/>
                    </a:ext>
                  </a:extLst>
                </p14:cNvPr>
                <p14:cNvContentPartPr/>
                <p14:nvPr/>
              </p14:nvContentPartPr>
              <p14:xfrm>
                <a:off x="5398446" y="4432702"/>
                <a:ext cx="190080" cy="134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4C0A77-79E4-9B6E-9738-0AE290389B6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380806" y="4414702"/>
                  <a:ext cx="225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A221197-D662-CDEE-038F-D891235268B2}"/>
                    </a:ext>
                  </a:extLst>
                </p14:cNvPr>
                <p14:cNvContentPartPr/>
                <p14:nvPr/>
              </p14:nvContentPartPr>
              <p14:xfrm>
                <a:off x="5622366" y="4249822"/>
                <a:ext cx="218520" cy="332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A221197-D662-CDEE-038F-D891235268B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604726" y="4232182"/>
                  <a:ext cx="2541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50E8E3B-CF2C-8EF3-0DC9-528E2863E593}"/>
                    </a:ext>
                  </a:extLst>
                </p14:cNvPr>
                <p14:cNvContentPartPr/>
                <p14:nvPr/>
              </p14:nvContentPartPr>
              <p14:xfrm>
                <a:off x="6267126" y="4204822"/>
                <a:ext cx="753120" cy="358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50E8E3B-CF2C-8EF3-0DC9-528E2863E59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249486" y="4187182"/>
                  <a:ext cx="7887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6F55812-E6E1-63B4-D8E9-11CD6B57A74D}"/>
                    </a:ext>
                  </a:extLst>
                </p14:cNvPr>
                <p14:cNvContentPartPr/>
                <p14:nvPr/>
              </p14:nvContentPartPr>
              <p14:xfrm>
                <a:off x="6325446" y="4373302"/>
                <a:ext cx="198360" cy="36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6F55812-E6E1-63B4-D8E9-11CD6B57A74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307446" y="4355302"/>
                  <a:ext cx="234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F213B34-C7B9-CC94-887F-E4BD2BA4B0E8}"/>
                    </a:ext>
                  </a:extLst>
                </p14:cNvPr>
                <p14:cNvContentPartPr/>
                <p14:nvPr/>
              </p14:nvContentPartPr>
              <p14:xfrm>
                <a:off x="7560966" y="4331182"/>
                <a:ext cx="621000" cy="212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F213B34-C7B9-CC94-887F-E4BD2BA4B0E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542966" y="4313182"/>
                  <a:ext cx="656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B5416C4-A33D-4336-4AE8-8C12043C07CF}"/>
                    </a:ext>
                  </a:extLst>
                </p14:cNvPr>
                <p14:cNvContentPartPr/>
                <p14:nvPr/>
              </p14:nvContentPartPr>
              <p14:xfrm>
                <a:off x="8313726" y="4382662"/>
                <a:ext cx="110520" cy="33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B5416C4-A33D-4336-4AE8-8C12043C07C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296086" y="4364662"/>
                  <a:ext cx="146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D156762-CE6A-25A0-D1A0-4CF0D039A384}"/>
                    </a:ext>
                  </a:extLst>
                </p14:cNvPr>
                <p14:cNvContentPartPr/>
                <p14:nvPr/>
              </p14:nvContentPartPr>
              <p14:xfrm>
                <a:off x="8636646" y="4145062"/>
                <a:ext cx="103680" cy="367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D156762-CE6A-25A0-D1A0-4CF0D039A38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19006" y="4127062"/>
                  <a:ext cx="1393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24C355B-2AF9-C4EB-5D0B-CC3CD27FD09F}"/>
                    </a:ext>
                  </a:extLst>
                </p14:cNvPr>
                <p14:cNvContentPartPr/>
                <p14:nvPr/>
              </p14:nvContentPartPr>
              <p14:xfrm>
                <a:off x="8544126" y="4268182"/>
                <a:ext cx="500040" cy="226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24C355B-2AF9-C4EB-5D0B-CC3CD27FD09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526126" y="4250182"/>
                  <a:ext cx="535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F4C73D4-723E-A70B-CA10-9467C4C013B6}"/>
                    </a:ext>
                  </a:extLst>
                </p14:cNvPr>
                <p14:cNvContentPartPr/>
                <p14:nvPr/>
              </p14:nvContentPartPr>
              <p14:xfrm>
                <a:off x="9015726" y="4202662"/>
                <a:ext cx="39960" cy="28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F4C73D4-723E-A70B-CA10-9467C4C013B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998086" y="4184662"/>
                  <a:ext cx="75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7EFE644-F1F3-10FD-7B74-26ACD51FE582}"/>
                    </a:ext>
                  </a:extLst>
                </p14:cNvPr>
                <p14:cNvContentPartPr/>
                <p14:nvPr/>
              </p14:nvContentPartPr>
              <p14:xfrm>
                <a:off x="9116166" y="4327942"/>
                <a:ext cx="178560" cy="145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7EFE644-F1F3-10FD-7B74-26ACD51FE58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098166" y="4310302"/>
                  <a:ext cx="214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AE27BE0-D97A-2135-E973-14DD8CEB95B8}"/>
                    </a:ext>
                  </a:extLst>
                </p14:cNvPr>
                <p14:cNvContentPartPr/>
                <p14:nvPr/>
              </p14:nvContentPartPr>
              <p14:xfrm>
                <a:off x="9357006" y="4339822"/>
                <a:ext cx="115920" cy="129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AE27BE0-D97A-2135-E973-14DD8CEB95B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339006" y="4321822"/>
                  <a:ext cx="151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D742C3E-9DB7-C24D-718A-2A0E1C62AC1F}"/>
                    </a:ext>
                  </a:extLst>
                </p14:cNvPr>
                <p14:cNvContentPartPr/>
                <p14:nvPr/>
              </p14:nvContentPartPr>
              <p14:xfrm>
                <a:off x="9437286" y="4233262"/>
                <a:ext cx="35280" cy="48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D742C3E-9DB7-C24D-718A-2A0E1C62AC1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19646" y="4215622"/>
                  <a:ext cx="70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C3ED5E6-46ED-4421-A9C2-0A42AE1065AF}"/>
                    </a:ext>
                  </a:extLst>
                </p14:cNvPr>
                <p14:cNvContentPartPr/>
                <p14:nvPr/>
              </p14:nvContentPartPr>
              <p14:xfrm>
                <a:off x="9471846" y="4146502"/>
                <a:ext cx="443160" cy="329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C3ED5E6-46ED-4421-A9C2-0A42AE1065A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453846" y="4128862"/>
                  <a:ext cx="478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1A9A078-A372-78C0-D516-DEFB7C8E217D}"/>
                    </a:ext>
                  </a:extLst>
                </p14:cNvPr>
                <p14:cNvContentPartPr/>
                <p14:nvPr/>
              </p14:nvContentPartPr>
              <p14:xfrm>
                <a:off x="10381206" y="4175302"/>
                <a:ext cx="179280" cy="211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1A9A078-A372-78C0-D516-DEFB7C8E217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363566" y="4157662"/>
                  <a:ext cx="214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61AACE9-A8E4-50AC-9173-F8AF66EA1854}"/>
                    </a:ext>
                  </a:extLst>
                </p14:cNvPr>
                <p14:cNvContentPartPr/>
                <p14:nvPr/>
              </p14:nvContentPartPr>
              <p14:xfrm>
                <a:off x="10552566" y="3922942"/>
                <a:ext cx="811080" cy="446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61AACE9-A8E4-50AC-9173-F8AF66EA185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34566" y="3905302"/>
                  <a:ext cx="84672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92D8C6-5AE7-9E97-184A-DE64D5F3E1D4}"/>
                    </a:ext>
                  </a:extLst>
                </p14:cNvPr>
                <p14:cNvContentPartPr/>
                <p14:nvPr/>
              </p14:nvContentPartPr>
              <p14:xfrm>
                <a:off x="11407926" y="4165582"/>
                <a:ext cx="33840" cy="156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92D8C6-5AE7-9E97-184A-DE64D5F3E1D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390286" y="4147582"/>
                  <a:ext cx="69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71D7D03-E014-75EF-6AF3-FD7330330A75}"/>
                    </a:ext>
                  </a:extLst>
                </p14:cNvPr>
                <p14:cNvContentPartPr/>
                <p14:nvPr/>
              </p14:nvContentPartPr>
              <p14:xfrm>
                <a:off x="11490366" y="4168462"/>
                <a:ext cx="343800" cy="186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71D7D03-E014-75EF-6AF3-FD7330330A7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472366" y="4150462"/>
                  <a:ext cx="379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A90169-FC15-C9D6-C48B-B17F37ED1537}"/>
                    </a:ext>
                  </a:extLst>
                </p14:cNvPr>
                <p14:cNvContentPartPr/>
                <p14:nvPr/>
              </p14:nvContentPartPr>
              <p14:xfrm>
                <a:off x="11401446" y="4005382"/>
                <a:ext cx="111240" cy="10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A90169-FC15-C9D6-C48B-B17F37ED153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383446" y="3987382"/>
                  <a:ext cx="146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075B69-4C20-92AB-28F4-6114E2CA0636}"/>
                    </a:ext>
                  </a:extLst>
                </p14:cNvPr>
                <p14:cNvContentPartPr/>
                <p14:nvPr/>
              </p14:nvContentPartPr>
              <p14:xfrm>
                <a:off x="11116686" y="4086742"/>
                <a:ext cx="275040" cy="23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075B69-4C20-92AB-28F4-6114E2CA063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099046" y="4069102"/>
                  <a:ext cx="310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00F7EA0-9ECC-F2CA-200D-EF3C6C18B374}"/>
                    </a:ext>
                  </a:extLst>
                </p14:cNvPr>
                <p14:cNvContentPartPr/>
                <p14:nvPr/>
              </p14:nvContentPartPr>
              <p14:xfrm>
                <a:off x="9282486" y="3837757"/>
                <a:ext cx="2191320" cy="63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00F7EA0-9ECC-F2CA-200D-EF3C6C18B37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64486" y="3820117"/>
                  <a:ext cx="222696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DA6EFB96-E026-ED8E-DE32-EA6FD64EB788}"/>
                  </a:ext>
                </a:extLst>
              </p14:cNvPr>
              <p14:cNvContentPartPr/>
              <p14:nvPr/>
            </p14:nvContentPartPr>
            <p14:xfrm>
              <a:off x="1804566" y="6142477"/>
              <a:ext cx="18720" cy="288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DA6EFB96-E026-ED8E-DE32-EA6FD64EB788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1786566" y="6124477"/>
                <a:ext cx="543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038519EF-1FA9-2513-BC31-15193E26383E}"/>
                  </a:ext>
                </a:extLst>
              </p14:cNvPr>
              <p14:cNvContentPartPr/>
              <p14:nvPr/>
            </p14:nvContentPartPr>
            <p14:xfrm>
              <a:off x="1548246" y="6693997"/>
              <a:ext cx="12600" cy="828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038519EF-1FA9-2513-BC31-15193E26383E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1530246" y="6676357"/>
                <a:ext cx="482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CD4ABA7D-A43C-799E-D9A1-51A39391D0AE}"/>
                  </a:ext>
                </a:extLst>
              </p14:cNvPr>
              <p14:cNvContentPartPr/>
              <p14:nvPr/>
            </p14:nvContentPartPr>
            <p14:xfrm>
              <a:off x="4312326" y="6865357"/>
              <a:ext cx="7560" cy="972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CD4ABA7D-A43C-799E-D9A1-51A39391D0AE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4294686" y="6847357"/>
                <a:ext cx="432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9EE1541-DF56-330F-A76A-24A9B598ABB5}"/>
              </a:ext>
            </a:extLst>
          </p:cNvPr>
          <p:cNvGrpSpPr/>
          <p:nvPr/>
        </p:nvGrpSpPr>
        <p:grpSpPr>
          <a:xfrm>
            <a:off x="1897086" y="4223542"/>
            <a:ext cx="2088360" cy="541935"/>
            <a:chOff x="1897086" y="4223542"/>
            <a:chExt cx="2088360" cy="54193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AF8DF59-BCDB-7D00-8CA9-8EA119093CCC}"/>
                    </a:ext>
                  </a:extLst>
                </p14:cNvPr>
                <p14:cNvContentPartPr/>
                <p14:nvPr/>
              </p14:nvContentPartPr>
              <p14:xfrm>
                <a:off x="1897086" y="4327582"/>
                <a:ext cx="205920" cy="203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AF8DF59-BCDB-7D00-8CA9-8EA119093CC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879086" y="4309582"/>
                  <a:ext cx="241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53B7F1-2002-5B96-0BF4-9885A10C15CF}"/>
                    </a:ext>
                  </a:extLst>
                </p14:cNvPr>
                <p14:cNvContentPartPr/>
                <p14:nvPr/>
              </p14:nvContentPartPr>
              <p14:xfrm>
                <a:off x="2302806" y="4406782"/>
                <a:ext cx="95040" cy="29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53B7F1-2002-5B96-0BF4-9885A10C15C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284806" y="4389142"/>
                  <a:ext cx="13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AACE6F-2997-1D04-807B-36D0C9725413}"/>
                    </a:ext>
                  </a:extLst>
                </p14:cNvPr>
                <p14:cNvContentPartPr/>
                <p14:nvPr/>
              </p14:nvContentPartPr>
              <p14:xfrm>
                <a:off x="2268246" y="4494982"/>
                <a:ext cx="151920" cy="20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AACE6F-2997-1D04-807B-36D0C972541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250246" y="4477342"/>
                  <a:ext cx="187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542F1D5-3537-A1F8-584A-4717DB8893F7}"/>
                    </a:ext>
                  </a:extLst>
                </p14:cNvPr>
                <p14:cNvContentPartPr/>
                <p14:nvPr/>
              </p14:nvContentPartPr>
              <p14:xfrm>
                <a:off x="2663526" y="4223542"/>
                <a:ext cx="166320" cy="329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542F1D5-3537-A1F8-584A-4717DB8893F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645526" y="4205902"/>
                  <a:ext cx="201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1934D36-71CB-2462-6344-233518A8F56C}"/>
                    </a:ext>
                  </a:extLst>
                </p14:cNvPr>
                <p14:cNvContentPartPr/>
                <p14:nvPr/>
              </p14:nvContentPartPr>
              <p14:xfrm>
                <a:off x="2987526" y="4443862"/>
                <a:ext cx="112320" cy="1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1934D36-71CB-2462-6344-233518A8F56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969526" y="4425862"/>
                  <a:ext cx="147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7BE79A5-4279-8562-A38C-EB33F6FAC90F}"/>
                    </a:ext>
                  </a:extLst>
                </p14:cNvPr>
                <p14:cNvContentPartPr/>
                <p14:nvPr/>
              </p14:nvContentPartPr>
              <p14:xfrm>
                <a:off x="2965206" y="4538902"/>
                <a:ext cx="144000" cy="25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7BE79A5-4279-8562-A38C-EB33F6FAC90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947206" y="4521262"/>
                  <a:ext cx="179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8354568-0BB8-FBD2-D3D5-908C2CE52E49}"/>
                    </a:ext>
                  </a:extLst>
                </p14:cNvPr>
                <p14:cNvContentPartPr/>
                <p14:nvPr/>
              </p14:nvContentPartPr>
              <p14:xfrm>
                <a:off x="3526446" y="4329382"/>
                <a:ext cx="300600" cy="236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8354568-0BB8-FBD2-D3D5-908C2CE52E4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08446" y="4311382"/>
                  <a:ext cx="336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65198CF-BDFE-2C93-49BF-EC577EB3196E}"/>
                    </a:ext>
                  </a:extLst>
                </p14:cNvPr>
                <p14:cNvContentPartPr/>
                <p14:nvPr/>
              </p14:nvContentPartPr>
              <p14:xfrm>
                <a:off x="1909326" y="4589797"/>
                <a:ext cx="2076120" cy="1756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65198CF-BDFE-2C93-49BF-EC577EB319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891326" y="4572157"/>
                  <a:ext cx="211176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E9502EB-B155-C0BB-90B3-9072D75ABD99}"/>
              </a:ext>
            </a:extLst>
          </p:cNvPr>
          <p:cNvGrpSpPr/>
          <p:nvPr/>
        </p:nvGrpSpPr>
        <p:grpSpPr>
          <a:xfrm>
            <a:off x="8729526" y="5404117"/>
            <a:ext cx="2642040" cy="1608840"/>
            <a:chOff x="8729526" y="5404117"/>
            <a:chExt cx="2642040" cy="160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238D769-1376-B04B-6C01-A67E5413273B}"/>
                    </a:ext>
                  </a:extLst>
                </p14:cNvPr>
                <p14:cNvContentPartPr/>
                <p14:nvPr/>
              </p14:nvContentPartPr>
              <p14:xfrm>
                <a:off x="8729526" y="5446462"/>
                <a:ext cx="93240" cy="15422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238D769-1376-B04B-6C01-A67E5413273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711886" y="5428462"/>
                  <a:ext cx="128880" cy="15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6BC66BA-88B1-1545-08DC-C36D874AC7A3}"/>
                    </a:ext>
                  </a:extLst>
                </p14:cNvPr>
                <p14:cNvContentPartPr/>
                <p14:nvPr/>
              </p14:nvContentPartPr>
              <p14:xfrm>
                <a:off x="9338286" y="5514277"/>
                <a:ext cx="183960" cy="193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6BC66BA-88B1-1545-08DC-C36D874AC7A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320286" y="5496277"/>
                  <a:ext cx="219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A05B857-B4FB-D630-A1EF-FEB0F50BEFE3}"/>
                    </a:ext>
                  </a:extLst>
                </p14:cNvPr>
                <p14:cNvContentPartPr/>
                <p14:nvPr/>
              </p14:nvContentPartPr>
              <p14:xfrm>
                <a:off x="9640326" y="5572597"/>
                <a:ext cx="101520" cy="126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A05B857-B4FB-D630-A1EF-FEB0F50BEFE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622326" y="5554957"/>
                  <a:ext cx="137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CA0FE87-B048-7824-505F-A58F6D85E3C1}"/>
                    </a:ext>
                  </a:extLst>
                </p14:cNvPr>
                <p14:cNvContentPartPr/>
                <p14:nvPr/>
              </p14:nvContentPartPr>
              <p14:xfrm>
                <a:off x="9623046" y="5649997"/>
                <a:ext cx="98280" cy="36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CA0FE87-B048-7824-505F-A58F6D85E3C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605406" y="5632357"/>
                  <a:ext cx="133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79CE5C9-C266-E438-AC59-00893646D188}"/>
                    </a:ext>
                  </a:extLst>
                </p14:cNvPr>
                <p14:cNvContentPartPr/>
                <p14:nvPr/>
              </p14:nvContentPartPr>
              <p14:xfrm>
                <a:off x="9911406" y="5404117"/>
                <a:ext cx="127080" cy="254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79CE5C9-C266-E438-AC59-00893646D18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893766" y="5386117"/>
                  <a:ext cx="1627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8CA77CC-66CC-FC32-38A8-23FA0827D032}"/>
                    </a:ext>
                  </a:extLst>
                </p14:cNvPr>
                <p14:cNvContentPartPr/>
                <p14:nvPr/>
              </p14:nvContentPartPr>
              <p14:xfrm>
                <a:off x="10261326" y="5492317"/>
                <a:ext cx="86040" cy="172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8CA77CC-66CC-FC32-38A8-23FA0827D03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243686" y="5474317"/>
                  <a:ext cx="121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5E5C440-828F-9143-A5DA-94670EB779C9}"/>
                    </a:ext>
                  </a:extLst>
                </p14:cNvPr>
                <p14:cNvContentPartPr/>
                <p14:nvPr/>
              </p14:nvContentPartPr>
              <p14:xfrm>
                <a:off x="10267086" y="5577637"/>
                <a:ext cx="128880" cy="302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5E5C440-828F-9143-A5DA-94670EB779C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249446" y="5559997"/>
                  <a:ext cx="164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5F97E86-62F5-D77F-7B25-587F66DD6911}"/>
                    </a:ext>
                  </a:extLst>
                </p14:cNvPr>
                <p14:cNvContentPartPr/>
                <p14:nvPr/>
              </p14:nvContentPartPr>
              <p14:xfrm>
                <a:off x="10593246" y="5440837"/>
                <a:ext cx="153360" cy="182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5F97E86-62F5-D77F-7B25-587F66DD691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575606" y="5422837"/>
                  <a:ext cx="189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A4FDBDE-6F9A-C85D-990B-2D8DFBDF3732}"/>
                    </a:ext>
                  </a:extLst>
                </p14:cNvPr>
                <p14:cNvContentPartPr/>
                <p14:nvPr/>
              </p14:nvContentPartPr>
              <p14:xfrm>
                <a:off x="10799886" y="5785717"/>
                <a:ext cx="181800" cy="2152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A4FDBDE-6F9A-C85D-990B-2D8DFBDF373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781886" y="5767717"/>
                  <a:ext cx="217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F8C0622-5A79-E7FC-B691-B5C0A0F0B5F9}"/>
                    </a:ext>
                  </a:extLst>
                </p14:cNvPr>
                <p14:cNvContentPartPr/>
                <p14:nvPr/>
              </p14:nvContentPartPr>
              <p14:xfrm>
                <a:off x="8993046" y="5960677"/>
                <a:ext cx="182880" cy="208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F8C0622-5A79-E7FC-B691-B5C0A0F0B5F9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975046" y="5942677"/>
                  <a:ext cx="218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9321183-A079-1C8F-2947-03DF6703C5ED}"/>
                    </a:ext>
                  </a:extLst>
                </p14:cNvPr>
                <p14:cNvContentPartPr/>
                <p14:nvPr/>
              </p14:nvContentPartPr>
              <p14:xfrm>
                <a:off x="9295446" y="6021517"/>
                <a:ext cx="83880" cy="33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9321183-A079-1C8F-2947-03DF6703C5E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277806" y="6003877"/>
                  <a:ext cx="119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A4A8A48-89B8-DB18-372F-0665CDCA7EA3}"/>
                    </a:ext>
                  </a:extLst>
                </p14:cNvPr>
                <p14:cNvContentPartPr/>
                <p14:nvPr/>
              </p14:nvContentPartPr>
              <p14:xfrm>
                <a:off x="9272406" y="6084157"/>
                <a:ext cx="114840" cy="42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A4A8A48-89B8-DB18-372F-0665CDCA7EA3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254766" y="6066517"/>
                  <a:ext cx="150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665782B-BDA6-3E0B-6424-DA863819BD94}"/>
                    </a:ext>
                  </a:extLst>
                </p14:cNvPr>
                <p14:cNvContentPartPr/>
                <p14:nvPr/>
              </p14:nvContentPartPr>
              <p14:xfrm>
                <a:off x="9580206" y="5867077"/>
                <a:ext cx="92520" cy="258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665782B-BDA6-3E0B-6424-DA863819BD9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562206" y="5849437"/>
                  <a:ext cx="128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96F2561-C573-4591-8E77-0ABC9A7C3F96}"/>
                    </a:ext>
                  </a:extLst>
                </p14:cNvPr>
                <p14:cNvContentPartPr/>
                <p14:nvPr/>
              </p14:nvContentPartPr>
              <p14:xfrm>
                <a:off x="9548886" y="5928997"/>
                <a:ext cx="145800" cy="388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96F2561-C573-4591-8E77-0ABC9A7C3F9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531246" y="5910997"/>
                  <a:ext cx="181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385D145-0824-70B6-A01A-F123EDE36DB8}"/>
                    </a:ext>
                  </a:extLst>
                </p14:cNvPr>
                <p14:cNvContentPartPr/>
                <p14:nvPr/>
              </p14:nvContentPartPr>
              <p14:xfrm>
                <a:off x="9814926" y="6039157"/>
                <a:ext cx="108000" cy="178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385D145-0824-70B6-A01A-F123EDE36DB8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797286" y="6021157"/>
                  <a:ext cx="143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4C4C9DF-A14C-7933-C79F-1E1120B58EB2}"/>
                    </a:ext>
                  </a:extLst>
                </p14:cNvPr>
                <p14:cNvContentPartPr/>
                <p14:nvPr/>
              </p14:nvContentPartPr>
              <p14:xfrm>
                <a:off x="10088886" y="5938357"/>
                <a:ext cx="155160" cy="329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4C4C9DF-A14C-7933-C79F-1E1120B58EB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070886" y="5920357"/>
                  <a:ext cx="190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DDDDD70-9649-A449-FF56-43C1BEA755EA}"/>
                    </a:ext>
                  </a:extLst>
                </p14:cNvPr>
                <p14:cNvContentPartPr/>
                <p14:nvPr/>
              </p14:nvContentPartPr>
              <p14:xfrm>
                <a:off x="10402806" y="5920357"/>
                <a:ext cx="93600" cy="417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DDDDD70-9649-A449-FF56-43C1BEA755E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385166" y="5902357"/>
                  <a:ext cx="129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CBA3B2F-9C2D-7813-D182-61CB1F9E0763}"/>
                    </a:ext>
                  </a:extLst>
                </p14:cNvPr>
                <p14:cNvContentPartPr/>
                <p14:nvPr/>
              </p14:nvContentPartPr>
              <p14:xfrm>
                <a:off x="10393446" y="5980837"/>
                <a:ext cx="146520" cy="38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CBA3B2F-9C2D-7813-D182-61CB1F9E076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375806" y="5963197"/>
                  <a:ext cx="182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BEA5E4-F65A-0AD1-C3D8-ED0A915C9271}"/>
                    </a:ext>
                  </a:extLst>
                </p14:cNvPr>
                <p14:cNvContentPartPr/>
                <p14:nvPr/>
              </p14:nvContentPartPr>
              <p14:xfrm>
                <a:off x="8962806" y="6462157"/>
                <a:ext cx="138960" cy="101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BEA5E4-F65A-0AD1-C3D8-ED0A915C927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944806" y="6444517"/>
                  <a:ext cx="174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E51F317-2FA5-2ACA-BD73-30A3DEA5DB13}"/>
                    </a:ext>
                  </a:extLst>
                </p14:cNvPr>
                <p14:cNvContentPartPr/>
                <p14:nvPr/>
              </p14:nvContentPartPr>
              <p14:xfrm>
                <a:off x="9213006" y="6450277"/>
                <a:ext cx="89640" cy="190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E51F317-2FA5-2ACA-BD73-30A3DEA5DB1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195006" y="6432637"/>
                  <a:ext cx="125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E8A7792-8D02-15BC-15FB-F5A8F715CDBB}"/>
                    </a:ext>
                  </a:extLst>
                </p14:cNvPr>
                <p14:cNvContentPartPr/>
                <p14:nvPr/>
              </p14:nvContentPartPr>
              <p14:xfrm>
                <a:off x="9222006" y="6531997"/>
                <a:ext cx="95760" cy="24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E8A7792-8D02-15BC-15FB-F5A8F715CDB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204006" y="6513997"/>
                  <a:ext cx="131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E03B7E1-50DF-B64A-A2B5-FDFC657E0686}"/>
                    </a:ext>
                  </a:extLst>
                </p14:cNvPr>
                <p14:cNvContentPartPr/>
                <p14:nvPr/>
              </p14:nvContentPartPr>
              <p14:xfrm>
                <a:off x="9544206" y="6420397"/>
                <a:ext cx="97200" cy="20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E03B7E1-50DF-B64A-A2B5-FDFC657E068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26206" y="6402757"/>
                  <a:ext cx="132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B05A263-D932-CC7C-B420-9EEFA46FDBFD}"/>
                    </a:ext>
                  </a:extLst>
                </p14:cNvPr>
                <p14:cNvContentPartPr/>
                <p14:nvPr/>
              </p14:nvContentPartPr>
              <p14:xfrm>
                <a:off x="9750126" y="6325717"/>
                <a:ext cx="93600" cy="169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B05A263-D932-CC7C-B420-9EEFA46FDBFD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732486" y="6308077"/>
                  <a:ext cx="12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038D3EE-7F1D-4FA3-8198-79B564265550}"/>
                    </a:ext>
                  </a:extLst>
                </p14:cNvPr>
                <p14:cNvContentPartPr/>
                <p14:nvPr/>
              </p14:nvContentPartPr>
              <p14:xfrm>
                <a:off x="9939126" y="6391957"/>
                <a:ext cx="95400" cy="26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038D3EE-7F1D-4FA3-8198-79B56426555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921486" y="6373957"/>
                  <a:ext cx="13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F0E2926-5866-598F-EA50-9F88EAA68C8D}"/>
                    </a:ext>
                  </a:extLst>
                </p14:cNvPr>
                <p14:cNvContentPartPr/>
                <p14:nvPr/>
              </p14:nvContentPartPr>
              <p14:xfrm>
                <a:off x="10213086" y="6278197"/>
                <a:ext cx="100800" cy="1972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F0E2926-5866-598F-EA50-9F88EAA68C8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195446" y="6260557"/>
                  <a:ext cx="136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9FD1A53-356E-15B2-778C-31E0D3BC7B5B}"/>
                    </a:ext>
                  </a:extLst>
                </p14:cNvPr>
                <p14:cNvContentPartPr/>
                <p14:nvPr/>
              </p14:nvContentPartPr>
              <p14:xfrm>
                <a:off x="10199046" y="6287197"/>
                <a:ext cx="191520" cy="63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9FD1A53-356E-15B2-778C-31E0D3BC7B5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181406" y="6269197"/>
                  <a:ext cx="227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A790AB3-0222-0E8F-F376-0E0EE4335EEC}"/>
                    </a:ext>
                  </a:extLst>
                </p14:cNvPr>
                <p14:cNvContentPartPr/>
                <p14:nvPr/>
              </p14:nvContentPartPr>
              <p14:xfrm>
                <a:off x="9021846" y="6763837"/>
                <a:ext cx="113760" cy="2491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A790AB3-0222-0E8F-F376-0E0EE4335EE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004206" y="6745837"/>
                  <a:ext cx="149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A640D0-C4C2-6FAC-3AD7-C989A91628BE}"/>
                    </a:ext>
                  </a:extLst>
                </p14:cNvPr>
                <p14:cNvContentPartPr/>
                <p14:nvPr/>
              </p14:nvContentPartPr>
              <p14:xfrm>
                <a:off x="9375366" y="6744757"/>
                <a:ext cx="100800" cy="23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A640D0-C4C2-6FAC-3AD7-C989A91628B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357726" y="6726757"/>
                  <a:ext cx="136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A0A9540-3549-E8B0-C8CC-DF16A031C6CC}"/>
                    </a:ext>
                  </a:extLst>
                </p14:cNvPr>
                <p14:cNvContentPartPr/>
                <p14:nvPr/>
              </p14:nvContentPartPr>
              <p14:xfrm>
                <a:off x="9411726" y="6774997"/>
                <a:ext cx="136080" cy="43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A0A9540-3549-E8B0-C8CC-DF16A031C6C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393726" y="6757357"/>
                  <a:ext cx="171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31973A7-A199-C301-BA6D-0B43A27B303B}"/>
                    </a:ext>
                  </a:extLst>
                </p14:cNvPr>
                <p14:cNvContentPartPr/>
                <p14:nvPr/>
              </p14:nvContentPartPr>
              <p14:xfrm>
                <a:off x="9806286" y="6601837"/>
                <a:ext cx="86400" cy="168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31973A7-A199-C301-BA6D-0B43A27B303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88646" y="6583837"/>
                  <a:ext cx="122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2FE851C-BD53-6A10-E261-C4A6BA5B22FA}"/>
                    </a:ext>
                  </a:extLst>
                </p14:cNvPr>
                <p14:cNvContentPartPr/>
                <p14:nvPr/>
              </p14:nvContentPartPr>
              <p14:xfrm>
                <a:off x="10102566" y="6723877"/>
                <a:ext cx="132840" cy="176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2FE851C-BD53-6A10-E261-C4A6BA5B22FA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084566" y="6705877"/>
                  <a:ext cx="168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6978BBE-F951-B49D-394C-EC30F1E013B2}"/>
                    </a:ext>
                  </a:extLst>
                </p14:cNvPr>
                <p14:cNvContentPartPr/>
                <p14:nvPr/>
              </p14:nvContentPartPr>
              <p14:xfrm>
                <a:off x="10579926" y="6553957"/>
                <a:ext cx="172440" cy="151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6978BBE-F951-B49D-394C-EC30F1E013B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562286" y="6536317"/>
                  <a:ext cx="208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D41F945-3CED-7635-4AB4-27967D6B1857}"/>
                    </a:ext>
                  </a:extLst>
                </p14:cNvPr>
                <p14:cNvContentPartPr/>
                <p14:nvPr/>
              </p14:nvContentPartPr>
              <p14:xfrm>
                <a:off x="10913646" y="6548197"/>
                <a:ext cx="99000" cy="219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D41F945-3CED-7635-4AB4-27967D6B185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895646" y="6530197"/>
                  <a:ext cx="134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C78C037-F5C1-1750-E77E-7633E58AECF3}"/>
                    </a:ext>
                  </a:extLst>
                </p14:cNvPr>
                <p14:cNvContentPartPr/>
                <p14:nvPr/>
              </p14:nvContentPartPr>
              <p14:xfrm>
                <a:off x="10930206" y="6610477"/>
                <a:ext cx="120960" cy="28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C78C037-F5C1-1750-E77E-7633E58AECF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912206" y="6592837"/>
                  <a:ext cx="156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4BC1F74-58A3-F1AA-A52B-D45D496AFC54}"/>
                    </a:ext>
                  </a:extLst>
                </p14:cNvPr>
                <p14:cNvContentPartPr/>
                <p14:nvPr/>
              </p14:nvContentPartPr>
              <p14:xfrm>
                <a:off x="11217486" y="6388717"/>
                <a:ext cx="131040" cy="2898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4BC1F74-58A3-F1AA-A52B-D45D496AFC5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199486" y="6371077"/>
                  <a:ext cx="1666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397941C-9301-1B1E-47A7-EC2C8112700B}"/>
                    </a:ext>
                  </a:extLst>
                </p14:cNvPr>
                <p14:cNvContentPartPr/>
                <p14:nvPr/>
              </p14:nvContentPartPr>
              <p14:xfrm>
                <a:off x="11159166" y="6432277"/>
                <a:ext cx="212400" cy="522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397941C-9301-1B1E-47A7-EC2C8112700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41166" y="6414637"/>
                  <a:ext cx="248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1270D26-800C-EA4A-173F-6976B3EC73C3}"/>
                    </a:ext>
                  </a:extLst>
                </p14:cNvPr>
                <p14:cNvContentPartPr/>
                <p14:nvPr/>
              </p14:nvContentPartPr>
              <p14:xfrm>
                <a:off x="8855526" y="5761597"/>
                <a:ext cx="150480" cy="73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1270D26-800C-EA4A-173F-6976B3EC73C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837886" y="5743957"/>
                  <a:ext cx="186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4058E20-DFE1-FF07-A52F-19227B7AAC10}"/>
                    </a:ext>
                  </a:extLst>
                </p14:cNvPr>
                <p14:cNvContentPartPr/>
                <p14:nvPr/>
              </p14:nvContentPartPr>
              <p14:xfrm>
                <a:off x="8880366" y="5815597"/>
                <a:ext cx="53640" cy="180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4058E20-DFE1-FF07-A52F-19227B7AAC1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862726" y="5797957"/>
                  <a:ext cx="89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C69BEF8-202A-0E61-B756-B66893AC7BC7}"/>
                    </a:ext>
                  </a:extLst>
                </p14:cNvPr>
                <p14:cNvContentPartPr/>
                <p14:nvPr/>
              </p14:nvContentPartPr>
              <p14:xfrm>
                <a:off x="8942286" y="5868517"/>
                <a:ext cx="110520" cy="70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C69BEF8-202A-0E61-B756-B66893AC7BC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924646" y="5850517"/>
                  <a:ext cx="146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73E8CE-5CC5-7B36-5978-B0D9B2FA2A55}"/>
                    </a:ext>
                  </a:extLst>
                </p14:cNvPr>
                <p14:cNvContentPartPr/>
                <p14:nvPr/>
              </p14:nvContentPartPr>
              <p14:xfrm>
                <a:off x="9061446" y="5698237"/>
                <a:ext cx="287280" cy="228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73E8CE-5CC5-7B36-5978-B0D9B2FA2A5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043806" y="5680597"/>
                  <a:ext cx="3229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163B031-7C25-507D-0992-1DDAD95863B9}"/>
                    </a:ext>
                  </a:extLst>
                </p14:cNvPr>
                <p14:cNvContentPartPr/>
                <p14:nvPr/>
              </p14:nvContentPartPr>
              <p14:xfrm>
                <a:off x="9649686" y="5798677"/>
                <a:ext cx="19080" cy="5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163B031-7C25-507D-0992-1DDAD95863B9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632046" y="5781037"/>
                  <a:ext cx="54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BDABD42-A808-9893-2130-FB5964A485AE}"/>
                    </a:ext>
                  </a:extLst>
                </p14:cNvPr>
                <p14:cNvContentPartPr/>
                <p14:nvPr/>
              </p14:nvContentPartPr>
              <p14:xfrm>
                <a:off x="10362486" y="6000637"/>
                <a:ext cx="360" cy="3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BDABD42-A808-9893-2130-FB5964A485A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44486" y="59829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B27D390-6CE5-BA51-6B1E-4EBEC8DD158F}"/>
                    </a:ext>
                  </a:extLst>
                </p14:cNvPr>
                <p14:cNvContentPartPr/>
                <p14:nvPr/>
              </p14:nvContentPartPr>
              <p14:xfrm>
                <a:off x="10419366" y="6010717"/>
                <a:ext cx="12240" cy="54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B27D390-6CE5-BA51-6B1E-4EBEC8DD158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0401366" y="5992717"/>
                  <a:ext cx="47880" cy="4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7902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974B388-86D8-58CB-D50E-9EBB77B717AA}"/>
              </a:ext>
            </a:extLst>
          </p:cNvPr>
          <p:cNvGrpSpPr/>
          <p:nvPr/>
        </p:nvGrpSpPr>
        <p:grpSpPr>
          <a:xfrm>
            <a:off x="108246" y="167782"/>
            <a:ext cx="2699280" cy="501840"/>
            <a:chOff x="108246" y="167782"/>
            <a:chExt cx="269928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2D92147-A28D-61B1-EF79-81EC440FA49F}"/>
                    </a:ext>
                  </a:extLst>
                </p14:cNvPr>
                <p14:cNvContentPartPr/>
                <p14:nvPr/>
              </p14:nvContentPartPr>
              <p14:xfrm>
                <a:off x="108246" y="167782"/>
                <a:ext cx="240840" cy="345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2D92147-A28D-61B1-EF79-81EC440FA49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246" y="150142"/>
                  <a:ext cx="2764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41FA1B1-D173-29DE-3119-89D90BFA638E}"/>
                    </a:ext>
                  </a:extLst>
                </p14:cNvPr>
                <p14:cNvContentPartPr/>
                <p14:nvPr/>
              </p14:nvContentPartPr>
              <p14:xfrm>
                <a:off x="480126" y="428062"/>
                <a:ext cx="11160" cy="24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41FA1B1-D173-29DE-3119-89D90BFA63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2126" y="410062"/>
                  <a:ext cx="4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735B50-11B8-4D81-91F3-C107867F288B}"/>
                    </a:ext>
                  </a:extLst>
                </p14:cNvPr>
                <p14:cNvContentPartPr/>
                <p14:nvPr/>
              </p14:nvContentPartPr>
              <p14:xfrm>
                <a:off x="642126" y="260662"/>
                <a:ext cx="473400" cy="408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735B50-11B8-4D81-91F3-C107867F28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4486" y="243022"/>
                  <a:ext cx="5090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8D1D6E-3E29-2ADB-02E5-ED1AE8E9CA19}"/>
                    </a:ext>
                  </a:extLst>
                </p14:cNvPr>
                <p14:cNvContentPartPr/>
                <p14:nvPr/>
              </p14:nvContentPartPr>
              <p14:xfrm>
                <a:off x="1208046" y="233662"/>
                <a:ext cx="389160" cy="39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8D1D6E-3E29-2ADB-02E5-ED1AE8E9CA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0406" y="216022"/>
                  <a:ext cx="4248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0F96E4-23ED-3129-8758-D1558C9EC8FE}"/>
                    </a:ext>
                  </a:extLst>
                </p14:cNvPr>
                <p14:cNvContentPartPr/>
                <p14:nvPr/>
              </p14:nvContentPartPr>
              <p14:xfrm>
                <a:off x="1401006" y="393862"/>
                <a:ext cx="148680" cy="1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0F96E4-23ED-3129-8758-D1558C9EC8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83006" y="376222"/>
                  <a:ext cx="184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020EBC-3B82-7D92-C8B1-3F8E9BF63BFB}"/>
                    </a:ext>
                  </a:extLst>
                </p14:cNvPr>
                <p14:cNvContentPartPr/>
                <p14:nvPr/>
              </p14:nvContentPartPr>
              <p14:xfrm>
                <a:off x="1601526" y="434182"/>
                <a:ext cx="144720" cy="164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020EBC-3B82-7D92-C8B1-3F8E9BF63B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83886" y="416182"/>
                  <a:ext cx="180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17DAD6-8768-07E8-2E3F-B97078296C1C}"/>
                    </a:ext>
                  </a:extLst>
                </p14:cNvPr>
                <p14:cNvContentPartPr/>
                <p14:nvPr/>
              </p14:nvContentPartPr>
              <p14:xfrm>
                <a:off x="1765686" y="442822"/>
                <a:ext cx="150840" cy="179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17DAD6-8768-07E8-2E3F-B97078296C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7686" y="424822"/>
                  <a:ext cx="186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C413B9-8784-17B1-B695-3F8A09089AC3}"/>
                    </a:ext>
                  </a:extLst>
                </p14:cNvPr>
                <p14:cNvContentPartPr/>
                <p14:nvPr/>
              </p14:nvContentPartPr>
              <p14:xfrm>
                <a:off x="1972326" y="477382"/>
                <a:ext cx="279360" cy="130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C413B9-8784-17B1-B695-3F8A09089A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4686" y="459742"/>
                  <a:ext cx="315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4AB66C-77F2-D640-7154-A5CD175F3D44}"/>
                    </a:ext>
                  </a:extLst>
                </p14:cNvPr>
                <p14:cNvContentPartPr/>
                <p14:nvPr/>
              </p14:nvContentPartPr>
              <p14:xfrm>
                <a:off x="2308926" y="484222"/>
                <a:ext cx="100080" cy="10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4AB66C-77F2-D640-7154-A5CD175F3D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0926" y="466222"/>
                  <a:ext cx="135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DE14EF-441D-9551-88D6-F7762931DEC4}"/>
                    </a:ext>
                  </a:extLst>
                </p14:cNvPr>
                <p14:cNvContentPartPr/>
                <p14:nvPr/>
              </p14:nvContentPartPr>
              <p14:xfrm>
                <a:off x="2321166" y="327982"/>
                <a:ext cx="59040" cy="4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DE14EF-441D-9551-88D6-F7762931DE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03526" y="310342"/>
                  <a:ext cx="94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388DDD-02CB-6C69-441E-2624C8FEAD30}"/>
                    </a:ext>
                  </a:extLst>
                </p14:cNvPr>
                <p14:cNvContentPartPr/>
                <p14:nvPr/>
              </p14:nvContentPartPr>
              <p14:xfrm>
                <a:off x="2444646" y="430222"/>
                <a:ext cx="147240" cy="129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388DDD-02CB-6C69-441E-2624C8FEAD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26646" y="412582"/>
                  <a:ext cx="182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EAFEB1A-FBF6-CE91-E886-D25CB82CBB19}"/>
                    </a:ext>
                  </a:extLst>
                </p14:cNvPr>
                <p14:cNvContentPartPr/>
                <p14:nvPr/>
              </p14:nvContentPartPr>
              <p14:xfrm>
                <a:off x="2637966" y="391702"/>
                <a:ext cx="169560" cy="16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EAFEB1A-FBF6-CE91-E886-D25CB82CBB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19966" y="373702"/>
                  <a:ext cx="2052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4989D7-9061-F008-1679-F77042964CE6}"/>
              </a:ext>
            </a:extLst>
          </p:cNvPr>
          <p:cNvGrpSpPr/>
          <p:nvPr/>
        </p:nvGrpSpPr>
        <p:grpSpPr>
          <a:xfrm>
            <a:off x="3121446" y="253102"/>
            <a:ext cx="716400" cy="308880"/>
            <a:chOff x="3121446" y="253102"/>
            <a:chExt cx="7164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2E5A67-AEF5-C65C-589E-CCB92B370ADA}"/>
                    </a:ext>
                  </a:extLst>
                </p14:cNvPr>
                <p14:cNvContentPartPr/>
                <p14:nvPr/>
              </p14:nvContentPartPr>
              <p14:xfrm>
                <a:off x="3121446" y="253102"/>
                <a:ext cx="250200" cy="30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2E5A67-AEF5-C65C-589E-CCB92B370A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3806" y="235462"/>
                  <a:ext cx="285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DF5A700-91E6-CD6B-F24B-85E37CD68E75}"/>
                    </a:ext>
                  </a:extLst>
                </p14:cNvPr>
                <p14:cNvContentPartPr/>
                <p14:nvPr/>
              </p14:nvContentPartPr>
              <p14:xfrm>
                <a:off x="3193446" y="280102"/>
                <a:ext cx="644400" cy="267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DF5A700-91E6-CD6B-F24B-85E37CD68E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75446" y="262102"/>
                  <a:ext cx="68004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B517D3D-5907-12F6-136E-1B72A7633E5C}"/>
                  </a:ext>
                </a:extLst>
              </p14:cNvPr>
              <p14:cNvContentPartPr/>
              <p14:nvPr/>
            </p14:nvContentPartPr>
            <p14:xfrm>
              <a:off x="4255446" y="498982"/>
              <a:ext cx="16560" cy="1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B517D3D-5907-12F6-136E-1B72A7633E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37446" y="481342"/>
                <a:ext cx="522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86D8423A-A885-1C49-FFC0-8112AA1D0B42}"/>
              </a:ext>
            </a:extLst>
          </p:cNvPr>
          <p:cNvGrpSpPr/>
          <p:nvPr/>
        </p:nvGrpSpPr>
        <p:grpSpPr>
          <a:xfrm>
            <a:off x="4147086" y="266422"/>
            <a:ext cx="963360" cy="333720"/>
            <a:chOff x="4147086" y="266422"/>
            <a:chExt cx="96336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E3ED05-6E4A-E4CD-0C7F-0DC931C3E22F}"/>
                    </a:ext>
                  </a:extLst>
                </p14:cNvPr>
                <p14:cNvContentPartPr/>
                <p14:nvPr/>
              </p14:nvContentPartPr>
              <p14:xfrm>
                <a:off x="4147086" y="393142"/>
                <a:ext cx="175320" cy="17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E3ED05-6E4A-E4CD-0C7F-0DC931C3E2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29086" y="375502"/>
                  <a:ext cx="210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CE05F8-ABD6-324F-B265-CEEA034CE39D}"/>
                    </a:ext>
                  </a:extLst>
                </p14:cNvPr>
                <p14:cNvContentPartPr/>
                <p14:nvPr/>
              </p14:nvContentPartPr>
              <p14:xfrm>
                <a:off x="4353726" y="266422"/>
                <a:ext cx="756720" cy="33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CE05F8-ABD6-324F-B265-CEEA034CE3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36086" y="248782"/>
                  <a:ext cx="792360" cy="36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892378B-2794-0FE4-4896-84272C442EFD}"/>
                  </a:ext>
                </a:extLst>
              </p14:cNvPr>
              <p14:cNvContentPartPr/>
              <p14:nvPr/>
            </p14:nvContentPartPr>
            <p14:xfrm>
              <a:off x="5723886" y="325462"/>
              <a:ext cx="365400" cy="650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892378B-2794-0FE4-4896-84272C442EF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06246" y="307462"/>
                <a:ext cx="40104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2EB9A63-A4C9-1AFE-0CE7-F9CB98332C5E}"/>
                  </a:ext>
                </a:extLst>
              </p14:cNvPr>
              <p14:cNvContentPartPr/>
              <p14:nvPr/>
            </p14:nvContentPartPr>
            <p14:xfrm>
              <a:off x="6647646" y="196222"/>
              <a:ext cx="246960" cy="330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2EB9A63-A4C9-1AFE-0CE7-F9CB98332C5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630006" y="178582"/>
                <a:ext cx="28260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7019C6C-9C28-4D7E-7040-EF38E9CD07F1}"/>
              </a:ext>
            </a:extLst>
          </p:cNvPr>
          <p:cNvGrpSpPr/>
          <p:nvPr/>
        </p:nvGrpSpPr>
        <p:grpSpPr>
          <a:xfrm>
            <a:off x="7395006" y="376222"/>
            <a:ext cx="422280" cy="177480"/>
            <a:chOff x="7395006" y="376222"/>
            <a:chExt cx="42228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1C2A62-A2AC-A120-B804-D7BD5426EFD6}"/>
                    </a:ext>
                  </a:extLst>
                </p14:cNvPr>
                <p14:cNvContentPartPr/>
                <p14:nvPr/>
              </p14:nvContentPartPr>
              <p14:xfrm>
                <a:off x="7395006" y="376222"/>
                <a:ext cx="177840" cy="17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1C2A62-A2AC-A120-B804-D7BD5426EF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77366" y="358222"/>
                  <a:ext cx="213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817701-6FE9-DAA5-3FC1-0E482F3411EC}"/>
                    </a:ext>
                  </a:extLst>
                </p14:cNvPr>
                <p14:cNvContentPartPr/>
                <p14:nvPr/>
              </p14:nvContentPartPr>
              <p14:xfrm>
                <a:off x="7711086" y="393502"/>
                <a:ext cx="106200" cy="138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817701-6FE9-DAA5-3FC1-0E482F3411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93086" y="375502"/>
                  <a:ext cx="14184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5CB4E96-E802-A592-878E-FA72CEFD1BA7}"/>
              </a:ext>
            </a:extLst>
          </p:cNvPr>
          <p:cNvGrpSpPr/>
          <p:nvPr/>
        </p:nvGrpSpPr>
        <p:grpSpPr>
          <a:xfrm>
            <a:off x="8417766" y="300982"/>
            <a:ext cx="787320" cy="311400"/>
            <a:chOff x="8417766" y="300982"/>
            <a:chExt cx="7873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7C2191-D4E8-24CB-61A8-D393654E97C0}"/>
                    </a:ext>
                  </a:extLst>
                </p14:cNvPr>
                <p14:cNvContentPartPr/>
                <p14:nvPr/>
              </p14:nvContentPartPr>
              <p14:xfrm>
                <a:off x="8417766" y="300982"/>
                <a:ext cx="458280" cy="309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7C2191-D4E8-24CB-61A8-D393654E97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99766" y="283342"/>
                  <a:ext cx="4939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523C6A-F671-8773-BB3D-441623B3DD21}"/>
                    </a:ext>
                  </a:extLst>
                </p14:cNvPr>
                <p14:cNvContentPartPr/>
                <p14:nvPr/>
              </p14:nvContentPartPr>
              <p14:xfrm>
                <a:off x="8878206" y="326542"/>
                <a:ext cx="30888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523C6A-F671-8773-BB3D-441623B3DD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60206" y="308542"/>
                  <a:ext cx="3445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6CED08-2995-F8C4-9C66-B8E4930FA24E}"/>
                    </a:ext>
                  </a:extLst>
                </p14:cNvPr>
                <p14:cNvContentPartPr/>
                <p14:nvPr/>
              </p14:nvContentPartPr>
              <p14:xfrm>
                <a:off x="9072246" y="384502"/>
                <a:ext cx="132840" cy="1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6CED08-2995-F8C4-9C66-B8E4930FA2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54246" y="366862"/>
                  <a:ext cx="168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F53E77-DC67-FC1A-EA86-E575FEE414E2}"/>
                    </a:ext>
                  </a:extLst>
                </p14:cNvPr>
                <p14:cNvContentPartPr/>
                <p14:nvPr/>
              </p14:nvContentPartPr>
              <p14:xfrm>
                <a:off x="8516046" y="403222"/>
                <a:ext cx="80280" cy="20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F53E77-DC67-FC1A-EA86-E575FEE414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98406" y="385222"/>
                  <a:ext cx="1159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0410B2B-F706-9EBE-E3E8-CC9089218307}"/>
              </a:ext>
            </a:extLst>
          </p:cNvPr>
          <p:cNvGrpSpPr/>
          <p:nvPr/>
        </p:nvGrpSpPr>
        <p:grpSpPr>
          <a:xfrm>
            <a:off x="9746166" y="289462"/>
            <a:ext cx="1894320" cy="448560"/>
            <a:chOff x="9746166" y="289462"/>
            <a:chExt cx="189432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93998E-F31A-1959-B328-1F77E7AAE331}"/>
                    </a:ext>
                  </a:extLst>
                </p14:cNvPr>
                <p14:cNvContentPartPr/>
                <p14:nvPr/>
              </p14:nvContentPartPr>
              <p14:xfrm>
                <a:off x="9746166" y="307102"/>
                <a:ext cx="668880" cy="33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93998E-F31A-1959-B328-1F77E7AAE3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28526" y="289462"/>
                  <a:ext cx="7045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05C891-0741-C0B9-CC54-9A8C7C4D4C95}"/>
                    </a:ext>
                  </a:extLst>
                </p14:cNvPr>
                <p14:cNvContentPartPr/>
                <p14:nvPr/>
              </p14:nvContentPartPr>
              <p14:xfrm>
                <a:off x="9785766" y="362902"/>
                <a:ext cx="148320" cy="1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05C891-0741-C0B9-CC54-9A8C7C4D4C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68126" y="345262"/>
                  <a:ext cx="183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77E692-C332-EF77-5128-D65CA70DDB07}"/>
                    </a:ext>
                  </a:extLst>
                </p14:cNvPr>
                <p14:cNvContentPartPr/>
                <p14:nvPr/>
              </p14:nvContentPartPr>
              <p14:xfrm>
                <a:off x="10680006" y="386302"/>
                <a:ext cx="162000" cy="159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77E692-C332-EF77-5128-D65CA70DDB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62366" y="368302"/>
                  <a:ext cx="197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EC5AC4-0C9D-BAAB-E455-74F890597FA9}"/>
                    </a:ext>
                  </a:extLst>
                </p14:cNvPr>
                <p14:cNvContentPartPr/>
                <p14:nvPr/>
              </p14:nvContentPartPr>
              <p14:xfrm>
                <a:off x="10997886" y="361462"/>
                <a:ext cx="128160" cy="376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EC5AC4-0C9D-BAAB-E455-74F890597F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80246" y="343462"/>
                  <a:ext cx="163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DEB0AB7-C221-3F3F-4E2A-F32F058DA78E}"/>
                    </a:ext>
                  </a:extLst>
                </p14:cNvPr>
                <p14:cNvContentPartPr/>
                <p14:nvPr/>
              </p14:nvContentPartPr>
              <p14:xfrm>
                <a:off x="11244126" y="289462"/>
                <a:ext cx="193680" cy="19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DEB0AB7-C221-3F3F-4E2A-F32F058DA7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26486" y="271462"/>
                  <a:ext cx="229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F89BB6-C73B-2C3B-0A3B-5637478ECFB3}"/>
                    </a:ext>
                  </a:extLst>
                </p14:cNvPr>
                <p14:cNvContentPartPr/>
                <p14:nvPr/>
              </p14:nvContentPartPr>
              <p14:xfrm>
                <a:off x="11455806" y="292702"/>
                <a:ext cx="184680" cy="180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F89BB6-C73B-2C3B-0A3B-5637478ECF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38166" y="274702"/>
                  <a:ext cx="22032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0F18036-0BF3-F9F4-C973-17DF3043AA9D}"/>
              </a:ext>
            </a:extLst>
          </p:cNvPr>
          <p:cNvGrpSpPr/>
          <p:nvPr/>
        </p:nvGrpSpPr>
        <p:grpSpPr>
          <a:xfrm>
            <a:off x="542766" y="1108462"/>
            <a:ext cx="2656440" cy="597600"/>
            <a:chOff x="542766" y="1108462"/>
            <a:chExt cx="2656440" cy="59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D15A63-E1DC-D214-FEC1-D84C3B72235A}"/>
                    </a:ext>
                  </a:extLst>
                </p14:cNvPr>
                <p14:cNvContentPartPr/>
                <p14:nvPr/>
              </p14:nvContentPartPr>
              <p14:xfrm>
                <a:off x="542766" y="1157782"/>
                <a:ext cx="188640" cy="310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D15A63-E1DC-D214-FEC1-D84C3B7223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5126" y="1139782"/>
                  <a:ext cx="224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34CD60-A6D9-1E23-199F-0F45B68AE0D0}"/>
                    </a:ext>
                  </a:extLst>
                </p14:cNvPr>
                <p14:cNvContentPartPr/>
                <p14:nvPr/>
              </p14:nvContentPartPr>
              <p14:xfrm>
                <a:off x="775326" y="1308262"/>
                <a:ext cx="244800" cy="20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34CD60-A6D9-1E23-199F-0F45B68AE0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7686" y="1290622"/>
                  <a:ext cx="280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A01644D-6A2C-B81A-E00B-D0B70C89C5D8}"/>
                    </a:ext>
                  </a:extLst>
                </p14:cNvPr>
                <p14:cNvContentPartPr/>
                <p14:nvPr/>
              </p14:nvContentPartPr>
              <p14:xfrm>
                <a:off x="1030926" y="1328422"/>
                <a:ext cx="178200" cy="41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A01644D-6A2C-B81A-E00B-D0B70C89C5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2926" y="1310782"/>
                  <a:ext cx="213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005AF8-752F-E259-FECA-93F1D92C66E9}"/>
                    </a:ext>
                  </a:extLst>
                </p14:cNvPr>
                <p14:cNvContentPartPr/>
                <p14:nvPr/>
              </p14:nvContentPartPr>
              <p14:xfrm>
                <a:off x="1082766" y="1281262"/>
                <a:ext cx="26640" cy="184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005AF8-752F-E259-FECA-93F1D92C66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4766" y="1263622"/>
                  <a:ext cx="62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1BDBC3-7093-D2CD-310C-85794B250438}"/>
                    </a:ext>
                  </a:extLst>
                </p14:cNvPr>
                <p14:cNvContentPartPr/>
                <p14:nvPr/>
              </p14:nvContentPartPr>
              <p14:xfrm>
                <a:off x="1185006" y="1272262"/>
                <a:ext cx="223560" cy="433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1BDBC3-7093-D2CD-310C-85794B2504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7366" y="1254262"/>
                  <a:ext cx="2592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63770D-877C-FB9A-3FC7-45C063FDC2D4}"/>
                    </a:ext>
                  </a:extLst>
                </p14:cNvPr>
                <p14:cNvContentPartPr/>
                <p14:nvPr/>
              </p14:nvContentPartPr>
              <p14:xfrm>
                <a:off x="1580646" y="1314022"/>
                <a:ext cx="167400" cy="1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63770D-877C-FB9A-3FC7-45C063FDC2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62646" y="1296382"/>
                  <a:ext cx="20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9C0EE39-220F-DF6B-618C-CA9528656FD6}"/>
                    </a:ext>
                  </a:extLst>
                </p14:cNvPr>
                <p14:cNvContentPartPr/>
                <p14:nvPr/>
              </p14:nvContentPartPr>
              <p14:xfrm>
                <a:off x="1676406" y="1225822"/>
                <a:ext cx="29160" cy="199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9C0EE39-220F-DF6B-618C-CA9528656FD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58406" y="1208182"/>
                  <a:ext cx="64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3404B2-9C15-1C4B-CCD9-F879F1D9E602}"/>
                    </a:ext>
                  </a:extLst>
                </p14:cNvPr>
                <p14:cNvContentPartPr/>
                <p14:nvPr/>
              </p14:nvContentPartPr>
              <p14:xfrm>
                <a:off x="1884846" y="1119982"/>
                <a:ext cx="143280" cy="237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3404B2-9C15-1C4B-CCD9-F879F1D9E6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66846" y="1102342"/>
                  <a:ext cx="178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B66A11-4E76-0418-7504-A4CF74777832}"/>
                    </a:ext>
                  </a:extLst>
                </p14:cNvPr>
                <p14:cNvContentPartPr/>
                <p14:nvPr/>
              </p14:nvContentPartPr>
              <p14:xfrm>
                <a:off x="2174646" y="1213942"/>
                <a:ext cx="221760" cy="16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B66A11-4E76-0418-7504-A4CF747778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57006" y="1196302"/>
                  <a:ext cx="257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C8B28F-6D2D-7B29-D58A-B7F53D5DC2F6}"/>
                    </a:ext>
                  </a:extLst>
                </p14:cNvPr>
                <p14:cNvContentPartPr/>
                <p14:nvPr/>
              </p14:nvContentPartPr>
              <p14:xfrm>
                <a:off x="2685126" y="1235182"/>
                <a:ext cx="81360" cy="18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C8B28F-6D2D-7B29-D58A-B7F53D5DC2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67126" y="1217182"/>
                  <a:ext cx="117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C50F9E-54C5-2A63-F092-C5563CB1E9C8}"/>
                    </a:ext>
                  </a:extLst>
                </p14:cNvPr>
                <p14:cNvContentPartPr/>
                <p14:nvPr/>
              </p14:nvContentPartPr>
              <p14:xfrm>
                <a:off x="2639766" y="1317262"/>
                <a:ext cx="155160" cy="37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C50F9E-54C5-2A63-F092-C5563CB1E9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21766" y="1299622"/>
                  <a:ext cx="190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CFDB65-90CC-E5DD-EAE6-BA8CC0564130}"/>
                    </a:ext>
                  </a:extLst>
                </p14:cNvPr>
                <p14:cNvContentPartPr/>
                <p14:nvPr/>
              </p14:nvContentPartPr>
              <p14:xfrm>
                <a:off x="2937126" y="1108462"/>
                <a:ext cx="262080" cy="309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CFDB65-90CC-E5DD-EAE6-BA8CC056413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19486" y="1090822"/>
                  <a:ext cx="29772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4502550-E0CA-9D4E-648B-4EBAA3B64F3A}"/>
              </a:ext>
            </a:extLst>
          </p:cNvPr>
          <p:cNvGrpSpPr/>
          <p:nvPr/>
        </p:nvGrpSpPr>
        <p:grpSpPr>
          <a:xfrm>
            <a:off x="521526" y="2005582"/>
            <a:ext cx="527040" cy="234360"/>
            <a:chOff x="521526" y="2005582"/>
            <a:chExt cx="52704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2219FE1-0F7D-190E-86E8-12F43CD2D84A}"/>
                    </a:ext>
                  </a:extLst>
                </p14:cNvPr>
                <p14:cNvContentPartPr/>
                <p14:nvPr/>
              </p14:nvContentPartPr>
              <p14:xfrm>
                <a:off x="521526" y="2022862"/>
                <a:ext cx="250920" cy="21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2219FE1-0F7D-190E-86E8-12F43CD2D8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3526" y="2005222"/>
                  <a:ext cx="2865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177E8A-664B-0286-3AEE-AFE1EA703CAA}"/>
                    </a:ext>
                  </a:extLst>
                </p14:cNvPr>
                <p14:cNvContentPartPr/>
                <p14:nvPr/>
              </p14:nvContentPartPr>
              <p14:xfrm>
                <a:off x="915366" y="2111062"/>
                <a:ext cx="133200" cy="10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177E8A-664B-0286-3AEE-AFE1EA703C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726" y="2093062"/>
                  <a:ext cx="168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C5E44E-A57D-1939-DE11-ABB57D079CBB}"/>
                    </a:ext>
                  </a:extLst>
                </p14:cNvPr>
                <p14:cNvContentPartPr/>
                <p14:nvPr/>
              </p14:nvContentPartPr>
              <p14:xfrm>
                <a:off x="981966" y="2005582"/>
                <a:ext cx="25560" cy="19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C5E44E-A57D-1939-DE11-ABB57D079CB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3966" y="1987942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79D12D4-5F19-676D-164A-2F4033A5EC22}"/>
              </a:ext>
            </a:extLst>
          </p:cNvPr>
          <p:cNvGrpSpPr/>
          <p:nvPr/>
        </p:nvGrpSpPr>
        <p:grpSpPr>
          <a:xfrm>
            <a:off x="1319286" y="2004502"/>
            <a:ext cx="1103040" cy="585720"/>
            <a:chOff x="1319286" y="2004502"/>
            <a:chExt cx="110304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F93AB2-E02F-642F-D402-B5DC0B3B8A8D}"/>
                    </a:ext>
                  </a:extLst>
                </p14:cNvPr>
                <p14:cNvContentPartPr/>
                <p14:nvPr/>
              </p14:nvContentPartPr>
              <p14:xfrm>
                <a:off x="1319286" y="2014222"/>
                <a:ext cx="276120" cy="576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F93AB2-E02F-642F-D402-B5DC0B3B8A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01286" y="1996222"/>
                  <a:ext cx="31176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82F8C8-FB5D-712A-E7EA-DCD0F926F3F5}"/>
                    </a:ext>
                  </a:extLst>
                </p14:cNvPr>
                <p14:cNvContentPartPr/>
                <p14:nvPr/>
              </p14:nvContentPartPr>
              <p14:xfrm>
                <a:off x="1745886" y="2140582"/>
                <a:ext cx="158760" cy="54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82F8C8-FB5D-712A-E7EA-DCD0F926F3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28246" y="2122582"/>
                  <a:ext cx="194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471F01F-4072-7B53-E757-6D901D26942F}"/>
                    </a:ext>
                  </a:extLst>
                </p14:cNvPr>
                <p14:cNvContentPartPr/>
                <p14:nvPr/>
              </p14:nvContentPartPr>
              <p14:xfrm>
                <a:off x="1827246" y="2047342"/>
                <a:ext cx="49680" cy="213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471F01F-4072-7B53-E757-6D901D2694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09246" y="2029342"/>
                  <a:ext cx="85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45B178-8E21-CFEA-1464-308204907678}"/>
                    </a:ext>
                  </a:extLst>
                </p14:cNvPr>
                <p14:cNvContentPartPr/>
                <p14:nvPr/>
              </p14:nvContentPartPr>
              <p14:xfrm>
                <a:off x="1988526" y="2004502"/>
                <a:ext cx="149400" cy="24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45B178-8E21-CFEA-1464-3082049076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70526" y="1986502"/>
                  <a:ext cx="1850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BD5596-5CEF-BBA6-3075-B551D754CBEB}"/>
                    </a:ext>
                  </a:extLst>
                </p14:cNvPr>
                <p14:cNvContentPartPr/>
                <p14:nvPr/>
              </p14:nvContentPartPr>
              <p14:xfrm>
                <a:off x="2204166" y="2100262"/>
                <a:ext cx="218160" cy="168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BD5596-5CEF-BBA6-3075-B551D754CB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86526" y="2082622"/>
                  <a:ext cx="2538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E82832E-9A95-37DE-EB0A-73CE763D6F2F}"/>
              </a:ext>
            </a:extLst>
          </p:cNvPr>
          <p:cNvGrpSpPr/>
          <p:nvPr/>
        </p:nvGrpSpPr>
        <p:grpSpPr>
          <a:xfrm>
            <a:off x="2681166" y="2062462"/>
            <a:ext cx="159120" cy="117000"/>
            <a:chOff x="2681166" y="2062462"/>
            <a:chExt cx="15912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0E4A20-4C1B-1CEB-527D-10ADFC111D62}"/>
                    </a:ext>
                  </a:extLst>
                </p14:cNvPr>
                <p14:cNvContentPartPr/>
                <p14:nvPr/>
              </p14:nvContentPartPr>
              <p14:xfrm>
                <a:off x="2691246" y="2062462"/>
                <a:ext cx="127440" cy="21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0E4A20-4C1B-1CEB-527D-10ADFC111D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73246" y="2044462"/>
                  <a:ext cx="163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185A93-CFC9-86C7-EBFD-4F93DA25727A}"/>
                    </a:ext>
                  </a:extLst>
                </p14:cNvPr>
                <p14:cNvContentPartPr/>
                <p14:nvPr/>
              </p14:nvContentPartPr>
              <p14:xfrm>
                <a:off x="2681166" y="2147422"/>
                <a:ext cx="159120" cy="32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185A93-CFC9-86C7-EBFD-4F93DA2572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63526" y="2129422"/>
                  <a:ext cx="1947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51AD838-3859-A663-6A24-A8FE3D156D61}"/>
                  </a:ext>
                </a:extLst>
              </p14:cNvPr>
              <p14:cNvContentPartPr/>
              <p14:nvPr/>
            </p14:nvContentPartPr>
            <p14:xfrm>
              <a:off x="3196326" y="1974262"/>
              <a:ext cx="198000" cy="2264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51AD838-3859-A663-6A24-A8FE3D156D6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178686" y="1956622"/>
                <a:ext cx="233640" cy="2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6787EA4-02C6-F0AB-382F-75DE490D04A6}"/>
              </a:ext>
            </a:extLst>
          </p:cNvPr>
          <p:cNvGrpSpPr/>
          <p:nvPr/>
        </p:nvGrpSpPr>
        <p:grpSpPr>
          <a:xfrm>
            <a:off x="380046" y="2777422"/>
            <a:ext cx="1137600" cy="676080"/>
            <a:chOff x="380046" y="2777422"/>
            <a:chExt cx="113760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850D12A-F9B0-2D9A-7EB6-F9F23FE55FD2}"/>
                    </a:ext>
                  </a:extLst>
                </p14:cNvPr>
                <p14:cNvContentPartPr/>
                <p14:nvPr/>
              </p14:nvContentPartPr>
              <p14:xfrm>
                <a:off x="380046" y="2777422"/>
                <a:ext cx="180000" cy="415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850D12A-F9B0-2D9A-7EB6-F9F23FE55F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2406" y="2759782"/>
                  <a:ext cx="2156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E0E7DA-F70B-EC25-F303-EFFE6E338388}"/>
                    </a:ext>
                  </a:extLst>
                </p14:cNvPr>
                <p14:cNvContentPartPr/>
                <p14:nvPr/>
              </p14:nvContentPartPr>
              <p14:xfrm>
                <a:off x="576966" y="3038422"/>
                <a:ext cx="245880" cy="155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E0E7DA-F70B-EC25-F303-EFFE6E3383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9326" y="3020782"/>
                  <a:ext cx="281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0CE45C-AB2D-4487-6E2A-3A69A0CD8C03}"/>
                    </a:ext>
                  </a:extLst>
                </p14:cNvPr>
                <p14:cNvContentPartPr/>
                <p14:nvPr/>
              </p14:nvContentPartPr>
              <p14:xfrm>
                <a:off x="977286" y="3051382"/>
                <a:ext cx="136080" cy="25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0CE45C-AB2D-4487-6E2A-3A69A0CD8C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9286" y="3033742"/>
                  <a:ext cx="171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4CEFE01-2ADA-0AD0-FC58-05E4FA60C672}"/>
                    </a:ext>
                  </a:extLst>
                </p14:cNvPr>
                <p14:cNvContentPartPr/>
                <p14:nvPr/>
              </p14:nvContentPartPr>
              <p14:xfrm>
                <a:off x="1023366" y="2959582"/>
                <a:ext cx="58320" cy="22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4CEFE01-2ADA-0AD0-FC58-05E4FA60C67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5366" y="2941942"/>
                  <a:ext cx="93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5D3850-02A8-FBFE-1D3E-29D1BC72D32D}"/>
                    </a:ext>
                  </a:extLst>
                </p14:cNvPr>
                <p14:cNvContentPartPr/>
                <p14:nvPr/>
              </p14:nvContentPartPr>
              <p14:xfrm>
                <a:off x="1159446" y="2924662"/>
                <a:ext cx="151920" cy="279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5D3850-02A8-FBFE-1D3E-29D1BC72D32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1806" y="2906662"/>
                  <a:ext cx="187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C3520E-8026-5CCE-2A22-5C58C7D99365}"/>
                    </a:ext>
                  </a:extLst>
                </p14:cNvPr>
                <p14:cNvContentPartPr/>
                <p14:nvPr/>
              </p14:nvContentPartPr>
              <p14:xfrm>
                <a:off x="1304526" y="2995582"/>
                <a:ext cx="213120" cy="457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C3520E-8026-5CCE-2A22-5C58C7D993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86526" y="2977942"/>
                  <a:ext cx="24876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12E7991-F059-EFE8-A1AA-95AA76ED621E}"/>
              </a:ext>
            </a:extLst>
          </p:cNvPr>
          <p:cNvGrpSpPr/>
          <p:nvPr/>
        </p:nvGrpSpPr>
        <p:grpSpPr>
          <a:xfrm>
            <a:off x="1748046" y="2932222"/>
            <a:ext cx="740520" cy="310680"/>
            <a:chOff x="1748046" y="2932222"/>
            <a:chExt cx="74052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D2BC630-7948-BA8C-A724-B5BF407CC43F}"/>
                    </a:ext>
                  </a:extLst>
                </p14:cNvPr>
                <p14:cNvContentPartPr/>
                <p14:nvPr/>
              </p14:nvContentPartPr>
              <p14:xfrm>
                <a:off x="1748046" y="3058582"/>
                <a:ext cx="149760" cy="32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D2BC630-7948-BA8C-A724-B5BF407CC43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30046" y="3040582"/>
                  <a:ext cx="1854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8B4F79D-33F7-283B-4C0C-39B487614B02}"/>
                    </a:ext>
                  </a:extLst>
                </p14:cNvPr>
                <p14:cNvContentPartPr/>
                <p14:nvPr/>
              </p14:nvContentPartPr>
              <p14:xfrm>
                <a:off x="1802766" y="2950942"/>
                <a:ext cx="46440" cy="21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8B4F79D-33F7-283B-4C0C-39B487614B0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85126" y="2933302"/>
                  <a:ext cx="82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A8E62A7-DE5F-63FA-1428-2AE8CE403689}"/>
                    </a:ext>
                  </a:extLst>
                </p14:cNvPr>
                <p14:cNvContentPartPr/>
                <p14:nvPr/>
              </p14:nvContentPartPr>
              <p14:xfrm>
                <a:off x="1955046" y="2932222"/>
                <a:ext cx="181440" cy="310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A8E62A7-DE5F-63FA-1428-2AE8CE4036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37406" y="2914222"/>
                  <a:ext cx="217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31B618-3C3E-A203-FAB9-CD5AA5118C5D}"/>
                    </a:ext>
                  </a:extLst>
                </p14:cNvPr>
                <p14:cNvContentPartPr/>
                <p14:nvPr/>
              </p14:nvContentPartPr>
              <p14:xfrm>
                <a:off x="2281206" y="3025462"/>
                <a:ext cx="207360" cy="126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31B618-3C3E-A203-FAB9-CD5AA5118C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63206" y="3007822"/>
                  <a:ext cx="2430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F65DF64-36E7-C3C6-A3AB-B365A2F582B4}"/>
              </a:ext>
            </a:extLst>
          </p:cNvPr>
          <p:cNvGrpSpPr/>
          <p:nvPr/>
        </p:nvGrpSpPr>
        <p:grpSpPr>
          <a:xfrm>
            <a:off x="2887806" y="2926462"/>
            <a:ext cx="544680" cy="216720"/>
            <a:chOff x="2887806" y="2926462"/>
            <a:chExt cx="5446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850DFCA-8098-B32A-5C62-D129D51DFDA7}"/>
                    </a:ext>
                  </a:extLst>
                </p14:cNvPr>
                <p14:cNvContentPartPr/>
                <p14:nvPr/>
              </p14:nvContentPartPr>
              <p14:xfrm>
                <a:off x="2941446" y="3020422"/>
                <a:ext cx="99360" cy="8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850DFCA-8098-B32A-5C62-D129D51DFDA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23806" y="3002782"/>
                  <a:ext cx="135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609CDA7-52D7-F23D-CBEC-DA7833099C46}"/>
                    </a:ext>
                  </a:extLst>
                </p14:cNvPr>
                <p14:cNvContentPartPr/>
                <p14:nvPr/>
              </p14:nvContentPartPr>
              <p14:xfrm>
                <a:off x="2887806" y="3097462"/>
                <a:ext cx="169920" cy="3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609CDA7-52D7-F23D-CBEC-DA7833099C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9806" y="3079462"/>
                  <a:ext cx="205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88CC0C7-EBDE-C687-6EC1-D665CA062B84}"/>
                    </a:ext>
                  </a:extLst>
                </p14:cNvPr>
                <p14:cNvContentPartPr/>
                <p14:nvPr/>
              </p14:nvContentPartPr>
              <p14:xfrm>
                <a:off x="3181566" y="2926462"/>
                <a:ext cx="250920" cy="216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88CC0C7-EBDE-C687-6EC1-D665CA062B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63926" y="2908462"/>
                  <a:ext cx="28656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CA3C6F9-6FC1-9CBA-48E8-1767E243794F}"/>
              </a:ext>
            </a:extLst>
          </p:cNvPr>
          <p:cNvGrpSpPr/>
          <p:nvPr/>
        </p:nvGrpSpPr>
        <p:grpSpPr>
          <a:xfrm>
            <a:off x="4558206" y="2825662"/>
            <a:ext cx="931680" cy="453240"/>
            <a:chOff x="4558206" y="2825662"/>
            <a:chExt cx="93168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8224E6-0C44-7C65-2F30-896B34E0A9C9}"/>
                    </a:ext>
                  </a:extLst>
                </p14:cNvPr>
                <p14:cNvContentPartPr/>
                <p14:nvPr/>
              </p14:nvContentPartPr>
              <p14:xfrm>
                <a:off x="4558206" y="2825662"/>
                <a:ext cx="227520" cy="437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8224E6-0C44-7C65-2F30-896B34E0A9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40206" y="2808022"/>
                  <a:ext cx="2631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2199F75-68F9-26A3-285A-01E974F270B9}"/>
                    </a:ext>
                  </a:extLst>
                </p14:cNvPr>
                <p14:cNvContentPartPr/>
                <p14:nvPr/>
              </p14:nvContentPartPr>
              <p14:xfrm>
                <a:off x="4840806" y="3046702"/>
                <a:ext cx="649080" cy="232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2199F75-68F9-26A3-285A-01E974F270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22806" y="3028702"/>
                  <a:ext cx="68472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E975A81-AF46-8B84-6AEC-683A0EBEA8BB}"/>
                  </a:ext>
                </a:extLst>
              </p14:cNvPr>
              <p14:cNvContentPartPr/>
              <p14:nvPr/>
            </p14:nvContentPartPr>
            <p14:xfrm>
              <a:off x="6092526" y="2999542"/>
              <a:ext cx="249840" cy="203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E975A81-AF46-8B84-6AEC-683A0EBEA8B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074886" y="2981542"/>
                <a:ext cx="28548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A64E9BB6-21CB-0A1C-BDFE-BEEFC1DDD601}"/>
              </a:ext>
            </a:extLst>
          </p:cNvPr>
          <p:cNvGrpSpPr/>
          <p:nvPr/>
        </p:nvGrpSpPr>
        <p:grpSpPr>
          <a:xfrm>
            <a:off x="6800286" y="2862022"/>
            <a:ext cx="2021760" cy="486720"/>
            <a:chOff x="6800286" y="2862022"/>
            <a:chExt cx="202176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EC8E02-FACD-6B75-BCEB-07CC0A223D54}"/>
                    </a:ext>
                  </a:extLst>
                </p14:cNvPr>
                <p14:cNvContentPartPr/>
                <p14:nvPr/>
              </p14:nvContentPartPr>
              <p14:xfrm>
                <a:off x="6800286" y="3012142"/>
                <a:ext cx="736560" cy="178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EC8E02-FACD-6B75-BCEB-07CC0A223D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82286" y="2994142"/>
                  <a:ext cx="772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B43511-62A2-1BA3-406F-182A7F28D394}"/>
                    </a:ext>
                  </a:extLst>
                </p14:cNvPr>
                <p14:cNvContentPartPr/>
                <p14:nvPr/>
              </p14:nvContentPartPr>
              <p14:xfrm>
                <a:off x="7650246" y="3047782"/>
                <a:ext cx="112320" cy="36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B43511-62A2-1BA3-406F-182A7F28D39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632606" y="3030142"/>
                  <a:ext cx="147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523835-68E5-61B5-424E-F9677080A5BE}"/>
                    </a:ext>
                  </a:extLst>
                </p14:cNvPr>
                <p14:cNvContentPartPr/>
                <p14:nvPr/>
              </p14:nvContentPartPr>
              <p14:xfrm>
                <a:off x="7839606" y="2954902"/>
                <a:ext cx="246960" cy="393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523835-68E5-61B5-424E-F9677080A5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21966" y="2936902"/>
                  <a:ext cx="2826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7B3549E-CB0F-6A28-C44A-9F77DF44E462}"/>
                    </a:ext>
                  </a:extLst>
                </p14:cNvPr>
                <p14:cNvContentPartPr/>
                <p14:nvPr/>
              </p14:nvContentPartPr>
              <p14:xfrm>
                <a:off x="8205726" y="2881102"/>
                <a:ext cx="388800" cy="181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7B3549E-CB0F-6A28-C44A-9F77DF44E4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87726" y="2863462"/>
                  <a:ext cx="4244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B39096B-BAFF-BCC1-99C8-9607A601D601}"/>
                    </a:ext>
                  </a:extLst>
                </p14:cNvPr>
                <p14:cNvContentPartPr/>
                <p14:nvPr/>
              </p14:nvContentPartPr>
              <p14:xfrm>
                <a:off x="8672646" y="2862022"/>
                <a:ext cx="149400" cy="182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B39096B-BAFF-BCC1-99C8-9607A601D6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54646" y="2844382"/>
                  <a:ext cx="1850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C3B99C8-B167-49E6-33BB-A3BA9CC677AC}"/>
              </a:ext>
            </a:extLst>
          </p:cNvPr>
          <p:cNvGrpSpPr/>
          <p:nvPr/>
        </p:nvGrpSpPr>
        <p:grpSpPr>
          <a:xfrm>
            <a:off x="9345846" y="2528302"/>
            <a:ext cx="1987200" cy="515160"/>
            <a:chOff x="9345846" y="2528302"/>
            <a:chExt cx="1987200" cy="5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6FE3C6-098C-07B8-F85A-CE48489375A5}"/>
                    </a:ext>
                  </a:extLst>
                </p14:cNvPr>
                <p14:cNvContentPartPr/>
                <p14:nvPr/>
              </p14:nvContentPartPr>
              <p14:xfrm>
                <a:off x="9345846" y="2854822"/>
                <a:ext cx="127080" cy="188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6FE3C6-098C-07B8-F85A-CE48489375A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28206" y="2836822"/>
                  <a:ext cx="162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B6B4A9-FF10-FAB7-928F-E947C205E2B1}"/>
                    </a:ext>
                  </a:extLst>
                </p14:cNvPr>
                <p14:cNvContentPartPr/>
                <p14:nvPr/>
              </p14:nvContentPartPr>
              <p14:xfrm>
                <a:off x="9612606" y="2725582"/>
                <a:ext cx="759960" cy="27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B6B4A9-FF10-FAB7-928F-E947C205E2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94966" y="2707942"/>
                  <a:ext cx="795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D5EB6BE-346A-8B8D-4FB4-3FF979EF2D4C}"/>
                    </a:ext>
                  </a:extLst>
                </p14:cNvPr>
                <p14:cNvContentPartPr/>
                <p14:nvPr/>
              </p14:nvContentPartPr>
              <p14:xfrm>
                <a:off x="10515126" y="2528302"/>
                <a:ext cx="56880" cy="393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D5EB6BE-346A-8B8D-4FB4-3FF979EF2D4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97486" y="2510662"/>
                  <a:ext cx="925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E2B0347-5B04-31F9-702E-901F5564922A}"/>
                    </a:ext>
                  </a:extLst>
                </p14:cNvPr>
                <p14:cNvContentPartPr/>
                <p14:nvPr/>
              </p14:nvContentPartPr>
              <p14:xfrm>
                <a:off x="10653006" y="2759062"/>
                <a:ext cx="22680" cy="11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E2B0347-5B04-31F9-702E-901F5564922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35366" y="2741062"/>
                  <a:ext cx="58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CAB1D92-44B0-1446-E5C1-45DD8635BF57}"/>
                    </a:ext>
                  </a:extLst>
                </p14:cNvPr>
                <p14:cNvContentPartPr/>
                <p14:nvPr/>
              </p14:nvContentPartPr>
              <p14:xfrm>
                <a:off x="10814286" y="2705782"/>
                <a:ext cx="373680" cy="208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CAB1D92-44B0-1446-E5C1-45DD8635BF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96646" y="2687782"/>
                  <a:ext cx="409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0013B1-4A01-8D25-7D88-748441B1DBCE}"/>
                    </a:ext>
                  </a:extLst>
                </p14:cNvPr>
                <p14:cNvContentPartPr/>
                <p14:nvPr/>
              </p14:nvContentPartPr>
              <p14:xfrm>
                <a:off x="11330886" y="2815222"/>
                <a:ext cx="2160" cy="7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0013B1-4A01-8D25-7D88-748441B1DB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13246" y="2797222"/>
                  <a:ext cx="37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62CFBC6-F06C-620A-C011-B96E79543A4A}"/>
                    </a:ext>
                  </a:extLst>
                </p14:cNvPr>
                <p14:cNvContentPartPr/>
                <p14:nvPr/>
              </p14:nvContentPartPr>
              <p14:xfrm>
                <a:off x="10763886" y="2663302"/>
                <a:ext cx="1800" cy="9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62CFBC6-F06C-620A-C011-B96E79543A4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46246" y="2645302"/>
                  <a:ext cx="37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00A305-1E29-FE69-1564-E8F7AEC67792}"/>
                    </a:ext>
                  </a:extLst>
                </p14:cNvPr>
                <p14:cNvContentPartPr/>
                <p14:nvPr/>
              </p14:nvContentPartPr>
              <p14:xfrm>
                <a:off x="10404966" y="2591302"/>
                <a:ext cx="282240" cy="5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00A305-1E29-FE69-1564-E8F7AEC677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87326" y="2573662"/>
                  <a:ext cx="31788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2C68977-D7B1-3673-2274-BC698CC2F8C6}"/>
              </a:ext>
            </a:extLst>
          </p:cNvPr>
          <p:cNvGrpSpPr/>
          <p:nvPr/>
        </p:nvGrpSpPr>
        <p:grpSpPr>
          <a:xfrm>
            <a:off x="639606" y="4128142"/>
            <a:ext cx="668160" cy="463680"/>
            <a:chOff x="639606" y="4128142"/>
            <a:chExt cx="66816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9C11B15-4BE8-310B-252B-FB6E1CCB5CDF}"/>
                    </a:ext>
                  </a:extLst>
                </p14:cNvPr>
                <p14:cNvContentPartPr/>
                <p14:nvPr/>
              </p14:nvContentPartPr>
              <p14:xfrm>
                <a:off x="663006" y="4128142"/>
                <a:ext cx="191160" cy="376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9C11B15-4BE8-310B-252B-FB6E1CCB5C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5006" y="4110142"/>
                  <a:ext cx="226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3714EFE-D0C3-EA46-647E-A9E4FD95D6D8}"/>
                    </a:ext>
                  </a:extLst>
                </p14:cNvPr>
                <p14:cNvContentPartPr/>
                <p14:nvPr/>
              </p14:nvContentPartPr>
              <p14:xfrm>
                <a:off x="639606" y="4321102"/>
                <a:ext cx="219600" cy="101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3714EFE-D0C3-EA46-647E-A9E4FD95D6D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1966" y="4303462"/>
                  <a:ext cx="255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4A412B-2A33-C68B-557E-EFED65B51C9E}"/>
                    </a:ext>
                  </a:extLst>
                </p14:cNvPr>
                <p14:cNvContentPartPr/>
                <p14:nvPr/>
              </p14:nvContentPartPr>
              <p14:xfrm>
                <a:off x="965406" y="4264942"/>
                <a:ext cx="342360" cy="326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4A412B-2A33-C68B-557E-EFED65B51C9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7766" y="4247302"/>
                  <a:ext cx="37800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7675406-D441-D636-3852-6E3446BBED58}"/>
                  </a:ext>
                </a:extLst>
              </p14:cNvPr>
              <p14:cNvContentPartPr/>
              <p14:nvPr/>
            </p14:nvContentPartPr>
            <p14:xfrm>
              <a:off x="2220366" y="4215982"/>
              <a:ext cx="263520" cy="3992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7675406-D441-D636-3852-6E3446BBED5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202726" y="4197982"/>
                <a:ext cx="29916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22390BD-EE84-256E-D668-8276E235464B}"/>
                  </a:ext>
                </a:extLst>
              </p14:cNvPr>
              <p14:cNvContentPartPr/>
              <p14:nvPr/>
            </p14:nvContentPartPr>
            <p14:xfrm>
              <a:off x="2620686" y="4356022"/>
              <a:ext cx="145080" cy="45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22390BD-EE84-256E-D668-8276E235464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602686" y="4338022"/>
                <a:ext cx="1807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AA67292-FB50-573D-16A8-BDE5F272CA26}"/>
                  </a:ext>
                </a:extLst>
              </p14:cNvPr>
              <p14:cNvContentPartPr/>
              <p14:nvPr/>
            </p14:nvContentPartPr>
            <p14:xfrm>
              <a:off x="2671806" y="4439542"/>
              <a:ext cx="162360" cy="399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AA67292-FB50-573D-16A8-BDE5F272CA2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654166" y="4421542"/>
                <a:ext cx="198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DD9B0AB-D18A-37BA-88E1-74508CFF2F90}"/>
                  </a:ext>
                </a:extLst>
              </p14:cNvPr>
              <p14:cNvContentPartPr/>
              <p14:nvPr/>
            </p14:nvContentPartPr>
            <p14:xfrm>
              <a:off x="3028926" y="4195822"/>
              <a:ext cx="217080" cy="3121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DD9B0AB-D18A-37BA-88E1-74508CFF2F9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010926" y="4178182"/>
                <a:ext cx="252720" cy="3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916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</Words>
  <Application>Microsoft Office PowerPoint</Application>
  <PresentationFormat>Widescreen</PresentationFormat>
  <Paragraphs>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4</cp:revision>
  <dcterms:created xsi:type="dcterms:W3CDTF">2026-02-10T05:32:33Z</dcterms:created>
  <dcterms:modified xsi:type="dcterms:W3CDTF">2026-02-10T11:37:27Z</dcterms:modified>
</cp:coreProperties>
</file>